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Hammersmith One"/>
      <p:regular r:id="rId43"/>
    </p:embeddedFont>
    <p:embeddedFont>
      <p:font typeface="Bebas Neue"/>
      <p:regular r:id="rId44"/>
    </p:embeddedFont>
    <p:embeddedFont>
      <p:font typeface="Quicksand"/>
      <p:regular r:id="rId45"/>
      <p:bold r:id="rId46"/>
    </p:embeddedFont>
    <p:embeddedFont>
      <p:font typeface="Helvetica Neue"/>
      <p:regular r:id="rId47"/>
      <p:bold r:id="rId48"/>
      <p:italic r:id="rId49"/>
      <p:boldItalic r:id="rId50"/>
    </p:embeddedFont>
    <p:embeddedFont>
      <p:font typeface="Quicksand Medium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3" roundtripDataSignature="AMtx7mgLwL/51CJhambAM/ot9QkMyJQT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BebasNeue-regular.fntdata"/><Relationship Id="rId43" Type="http://schemas.openxmlformats.org/officeDocument/2006/relationships/font" Target="fonts/HammersmithOne-regular.fntdata"/><Relationship Id="rId46" Type="http://schemas.openxmlformats.org/officeDocument/2006/relationships/font" Target="fonts/Quicksand-bold.fntdata"/><Relationship Id="rId45" Type="http://schemas.openxmlformats.org/officeDocument/2006/relationships/font" Target="fonts/Quicksan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HelveticaNeue-bold.fntdata"/><Relationship Id="rId47" Type="http://schemas.openxmlformats.org/officeDocument/2006/relationships/font" Target="fonts/HelveticaNeue-regular.fntdata"/><Relationship Id="rId49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QuicksandMedium-regular.fntdata"/><Relationship Id="rId50" Type="http://schemas.openxmlformats.org/officeDocument/2006/relationships/font" Target="fonts/HelveticaNeue-boldItalic.fntdata"/><Relationship Id="rId53" Type="http://customschemas.google.com/relationships/presentationmetadata" Target="metadata"/><Relationship Id="rId52" Type="http://schemas.openxmlformats.org/officeDocument/2006/relationships/font" Target="fonts/Quicksand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2" name="Google Shape;10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8" name="Google Shape;10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0" name="Google Shape;11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7" name="Google Shape;11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3" name="Google Shape;11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Algas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Musgo - no tejido vascular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Helechos - tienen tejido vascular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Pinos - tienen semillas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Plantas con flores - tienen semillas tambien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9" name="Google Shape;11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" name="Google Shape;11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4" name="Google Shape;11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1" name="Google Shape;11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8" name="Google Shape;11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5" name="Google Shape;11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2" name="Google Shape;11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6" name="Google Shape;118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2" name="Google Shape;119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9" name="Google Shape;119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5" name="Google Shape;12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0" name="Google Shape;12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8" name="Google Shape;122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2" name="Google Shape;124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0" name="Google Shape;125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8" name="Google Shape;125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2" name="Google Shape;127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0" name="Google Shape;128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4" name="Google Shape;129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0" name="Google Shape;130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6" name="Google Shape;130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2" name="Google Shape;131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9" name="Google Shape;131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7" name="Google Shape;132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8"/>
          <p:cNvSpPr txBox="1"/>
          <p:nvPr>
            <p:ph type="title"/>
          </p:nvPr>
        </p:nvSpPr>
        <p:spPr>
          <a:xfrm>
            <a:off x="1007575" y="1552200"/>
            <a:ext cx="4784700" cy="20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0" name="Google Shape;10;p48"/>
          <p:cNvGrpSpPr/>
          <p:nvPr/>
        </p:nvGrpSpPr>
        <p:grpSpPr>
          <a:xfrm rot="927986">
            <a:off x="788009" y="4152371"/>
            <a:ext cx="571876" cy="1200127"/>
            <a:chOff x="3912125" y="621725"/>
            <a:chExt cx="668000" cy="1401850"/>
          </a:xfrm>
        </p:grpSpPr>
        <p:sp>
          <p:nvSpPr>
            <p:cNvPr id="11" name="Google Shape;11;p48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48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oogle Shape;13;p48"/>
          <p:cNvGrpSpPr/>
          <p:nvPr/>
        </p:nvGrpSpPr>
        <p:grpSpPr>
          <a:xfrm rot="2016828">
            <a:off x="-158030" y="3547788"/>
            <a:ext cx="981289" cy="1444896"/>
            <a:chOff x="3922000" y="2234050"/>
            <a:chExt cx="981275" cy="1444875"/>
          </a:xfrm>
        </p:grpSpPr>
        <p:sp>
          <p:nvSpPr>
            <p:cNvPr id="14" name="Google Shape;14;p48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8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48"/>
          <p:cNvGrpSpPr/>
          <p:nvPr/>
        </p:nvGrpSpPr>
        <p:grpSpPr>
          <a:xfrm rot="-8949721">
            <a:off x="7625263" y="-367211"/>
            <a:ext cx="1039075" cy="1458191"/>
            <a:chOff x="4841950" y="633750"/>
            <a:chExt cx="1039100" cy="1458225"/>
          </a:xfrm>
        </p:grpSpPr>
        <p:sp>
          <p:nvSpPr>
            <p:cNvPr id="17" name="Google Shape;17;p48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48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48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48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8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48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48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48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25;p48"/>
          <p:cNvGrpSpPr/>
          <p:nvPr/>
        </p:nvGrpSpPr>
        <p:grpSpPr>
          <a:xfrm rot="8647558">
            <a:off x="-41990" y="105736"/>
            <a:ext cx="667994" cy="1401837"/>
            <a:chOff x="3912125" y="621725"/>
            <a:chExt cx="668000" cy="1401850"/>
          </a:xfrm>
        </p:grpSpPr>
        <p:sp>
          <p:nvSpPr>
            <p:cNvPr id="26" name="Google Shape;26;p48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48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48"/>
          <p:cNvGrpSpPr/>
          <p:nvPr/>
        </p:nvGrpSpPr>
        <p:grpSpPr>
          <a:xfrm rot="7655855">
            <a:off x="451004" y="-390561"/>
            <a:ext cx="853133" cy="1104879"/>
            <a:chOff x="2833850" y="2350550"/>
            <a:chExt cx="853150" cy="1104900"/>
          </a:xfrm>
        </p:grpSpPr>
        <p:sp>
          <p:nvSpPr>
            <p:cNvPr id="29" name="Google Shape;29;p48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8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48"/>
          <p:cNvGrpSpPr/>
          <p:nvPr/>
        </p:nvGrpSpPr>
        <p:grpSpPr>
          <a:xfrm rot="-8100000">
            <a:off x="8351955" y="600457"/>
            <a:ext cx="919399" cy="988141"/>
            <a:chOff x="1603825" y="2277075"/>
            <a:chExt cx="1062450" cy="1193375"/>
          </a:xfrm>
        </p:grpSpPr>
        <p:sp>
          <p:nvSpPr>
            <p:cNvPr id="32" name="Google Shape;32;p48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8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6"/>
          <p:cNvSpPr txBox="1"/>
          <p:nvPr>
            <p:ph type="ctrTitle"/>
          </p:nvPr>
        </p:nvSpPr>
        <p:spPr>
          <a:xfrm>
            <a:off x="2679600" y="1410550"/>
            <a:ext cx="59622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" name="Google Shape;36;p66"/>
          <p:cNvSpPr txBox="1"/>
          <p:nvPr>
            <p:ph idx="1" type="subTitle"/>
          </p:nvPr>
        </p:nvSpPr>
        <p:spPr>
          <a:xfrm>
            <a:off x="2679600" y="3266550"/>
            <a:ext cx="5918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7" name="Google Shape;37;p66"/>
          <p:cNvGrpSpPr/>
          <p:nvPr/>
        </p:nvGrpSpPr>
        <p:grpSpPr>
          <a:xfrm rot="8100000">
            <a:off x="-192229" y="-17447"/>
            <a:ext cx="853142" cy="1104889"/>
            <a:chOff x="2833850" y="2350550"/>
            <a:chExt cx="853150" cy="1104900"/>
          </a:xfrm>
        </p:grpSpPr>
        <p:sp>
          <p:nvSpPr>
            <p:cNvPr id="38" name="Google Shape;38;p66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66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oogle Shape;40;p66"/>
          <p:cNvGrpSpPr/>
          <p:nvPr/>
        </p:nvGrpSpPr>
        <p:grpSpPr>
          <a:xfrm rot="8697874">
            <a:off x="826879" y="-244004"/>
            <a:ext cx="804944" cy="1182559"/>
            <a:chOff x="9601332" y="3570186"/>
            <a:chExt cx="1128185" cy="1562192"/>
          </a:xfrm>
        </p:grpSpPr>
        <p:sp>
          <p:nvSpPr>
            <p:cNvPr id="41" name="Google Shape;41;p66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66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66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66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66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66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66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66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" name="Google Shape;49;p66"/>
          <p:cNvGrpSpPr/>
          <p:nvPr/>
        </p:nvGrpSpPr>
        <p:grpSpPr>
          <a:xfrm rot="-1506053">
            <a:off x="7352654" y="3850784"/>
            <a:ext cx="1021051" cy="1629906"/>
            <a:chOff x="8529317" y="3813271"/>
            <a:chExt cx="934909" cy="1492397"/>
          </a:xfrm>
        </p:grpSpPr>
        <p:sp>
          <p:nvSpPr>
            <p:cNvPr id="50" name="Google Shape;50;p66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6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p66"/>
          <p:cNvGrpSpPr/>
          <p:nvPr/>
        </p:nvGrpSpPr>
        <p:grpSpPr>
          <a:xfrm rot="-1506053">
            <a:off x="8166512" y="3503552"/>
            <a:ext cx="1232136" cy="1706131"/>
            <a:chOff x="9601332" y="3570186"/>
            <a:chExt cx="1128185" cy="1562192"/>
          </a:xfrm>
        </p:grpSpPr>
        <p:sp>
          <p:nvSpPr>
            <p:cNvPr id="53" name="Google Shape;53;p66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66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66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66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66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66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66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6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66"/>
          <p:cNvGrpSpPr/>
          <p:nvPr/>
        </p:nvGrpSpPr>
        <p:grpSpPr>
          <a:xfrm rot="-8100000">
            <a:off x="7581850" y="-532082"/>
            <a:ext cx="1016742" cy="1623027"/>
            <a:chOff x="8529317" y="3813271"/>
            <a:chExt cx="934909" cy="1492397"/>
          </a:xfrm>
        </p:grpSpPr>
        <p:sp>
          <p:nvSpPr>
            <p:cNvPr id="62" name="Google Shape;62;p66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66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" name="Google Shape;64;p66"/>
          <p:cNvGrpSpPr/>
          <p:nvPr/>
        </p:nvGrpSpPr>
        <p:grpSpPr>
          <a:xfrm rot="-6600067">
            <a:off x="8121577" y="-50117"/>
            <a:ext cx="1441567" cy="1680320"/>
            <a:chOff x="6332867" y="4307670"/>
            <a:chExt cx="1325460" cy="1544983"/>
          </a:xfrm>
        </p:grpSpPr>
        <p:sp>
          <p:nvSpPr>
            <p:cNvPr id="65" name="Google Shape;65;p66"/>
            <p:cNvSpPr/>
            <p:nvPr/>
          </p:nvSpPr>
          <p:spPr>
            <a:xfrm rot="-899960">
              <a:off x="6463938" y="4425628"/>
              <a:ext cx="1063318" cy="1152866"/>
            </a:xfrm>
            <a:custGeom>
              <a:rect b="b" l="l" r="r" t="t"/>
              <a:pathLst>
                <a:path extrusionOk="0" h="46116" w="42534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66"/>
            <p:cNvSpPr/>
            <p:nvPr/>
          </p:nvSpPr>
          <p:spPr>
            <a:xfrm rot="-899960">
              <a:off x="6787378" y="4685756"/>
              <a:ext cx="586257" cy="1109942"/>
            </a:xfrm>
            <a:custGeom>
              <a:rect b="b" l="l" r="r" t="t"/>
              <a:pathLst>
                <a:path extrusionOk="0" h="44399" w="23451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7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" name="Google Shape;69;p67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0" name="Google Shape;70;p67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" name="Google Shape;71;p67"/>
          <p:cNvGrpSpPr/>
          <p:nvPr/>
        </p:nvGrpSpPr>
        <p:grpSpPr>
          <a:xfrm flipH="1" rot="-8697874">
            <a:off x="7612598" y="-244004"/>
            <a:ext cx="804944" cy="1182559"/>
            <a:chOff x="9601332" y="3570186"/>
            <a:chExt cx="1128185" cy="1562192"/>
          </a:xfrm>
        </p:grpSpPr>
        <p:sp>
          <p:nvSpPr>
            <p:cNvPr id="72" name="Google Shape;72;p67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67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67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67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67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67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67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67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67"/>
          <p:cNvGrpSpPr/>
          <p:nvPr/>
        </p:nvGrpSpPr>
        <p:grpSpPr>
          <a:xfrm flipH="1" rot="1506053">
            <a:off x="870717" y="3850784"/>
            <a:ext cx="1021051" cy="1629906"/>
            <a:chOff x="8529317" y="3813271"/>
            <a:chExt cx="934909" cy="1492397"/>
          </a:xfrm>
        </p:grpSpPr>
        <p:sp>
          <p:nvSpPr>
            <p:cNvPr id="81" name="Google Shape;81;p67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67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67"/>
          <p:cNvGrpSpPr/>
          <p:nvPr/>
        </p:nvGrpSpPr>
        <p:grpSpPr>
          <a:xfrm flipH="1" rot="1506053">
            <a:off x="-154225" y="3503552"/>
            <a:ext cx="1232136" cy="1706131"/>
            <a:chOff x="9601332" y="3570186"/>
            <a:chExt cx="1128185" cy="1562192"/>
          </a:xfrm>
        </p:grpSpPr>
        <p:sp>
          <p:nvSpPr>
            <p:cNvPr id="84" name="Google Shape;84;p67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67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67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67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67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67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67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67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92;p67"/>
          <p:cNvGrpSpPr/>
          <p:nvPr/>
        </p:nvGrpSpPr>
        <p:grpSpPr>
          <a:xfrm flipH="1" rot="-8100000">
            <a:off x="8583509" y="-17447"/>
            <a:ext cx="853142" cy="1104889"/>
            <a:chOff x="2833850" y="2350550"/>
            <a:chExt cx="853150" cy="1104900"/>
          </a:xfrm>
        </p:grpSpPr>
        <p:sp>
          <p:nvSpPr>
            <p:cNvPr id="93" name="Google Shape;93;p67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67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68"/>
          <p:cNvSpPr txBox="1"/>
          <p:nvPr>
            <p:ph idx="1" type="body"/>
          </p:nvPr>
        </p:nvSpPr>
        <p:spPr>
          <a:xfrm>
            <a:off x="720000" y="1152475"/>
            <a:ext cx="7704000" cy="29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8" name="Google Shape;98;p68"/>
          <p:cNvGrpSpPr/>
          <p:nvPr/>
        </p:nvGrpSpPr>
        <p:grpSpPr>
          <a:xfrm rot="-1611584">
            <a:off x="8304434" y="3790229"/>
            <a:ext cx="981258" cy="1444850"/>
            <a:chOff x="3922000" y="2234050"/>
            <a:chExt cx="981275" cy="1444875"/>
          </a:xfrm>
        </p:grpSpPr>
        <p:sp>
          <p:nvSpPr>
            <p:cNvPr id="99" name="Google Shape;99;p68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68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68"/>
          <p:cNvGrpSpPr/>
          <p:nvPr/>
        </p:nvGrpSpPr>
        <p:grpSpPr>
          <a:xfrm flipH="1" rot="709740">
            <a:off x="7259798" y="4372648"/>
            <a:ext cx="940696" cy="1056617"/>
            <a:chOff x="1603825" y="2277075"/>
            <a:chExt cx="1062450" cy="1193375"/>
          </a:xfrm>
        </p:grpSpPr>
        <p:sp>
          <p:nvSpPr>
            <p:cNvPr id="102" name="Google Shape;102;p68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68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68"/>
          <p:cNvGrpSpPr/>
          <p:nvPr/>
        </p:nvGrpSpPr>
        <p:grpSpPr>
          <a:xfrm rot="9066473">
            <a:off x="-181832" y="-323621"/>
            <a:ext cx="668053" cy="1401960"/>
            <a:chOff x="3912125" y="621725"/>
            <a:chExt cx="668000" cy="1401850"/>
          </a:xfrm>
        </p:grpSpPr>
        <p:sp>
          <p:nvSpPr>
            <p:cNvPr id="105" name="Google Shape;105;p68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68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9"/>
          <p:cNvSpPr txBox="1"/>
          <p:nvPr>
            <p:ph idx="1" type="subTitle"/>
          </p:nvPr>
        </p:nvSpPr>
        <p:spPr>
          <a:xfrm>
            <a:off x="4700000" y="2876550"/>
            <a:ext cx="342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3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9" name="Google Shape;109;p69"/>
          <p:cNvSpPr txBox="1"/>
          <p:nvPr>
            <p:ph idx="2" type="subTitle"/>
          </p:nvPr>
        </p:nvSpPr>
        <p:spPr>
          <a:xfrm>
            <a:off x="4700000" y="1549125"/>
            <a:ext cx="342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3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" name="Google Shape;110;p69"/>
          <p:cNvSpPr txBox="1"/>
          <p:nvPr>
            <p:ph idx="3" type="subTitle"/>
          </p:nvPr>
        </p:nvSpPr>
        <p:spPr>
          <a:xfrm>
            <a:off x="4577532" y="3332575"/>
            <a:ext cx="3426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69"/>
          <p:cNvSpPr txBox="1"/>
          <p:nvPr>
            <p:ph idx="4" type="subTitle"/>
          </p:nvPr>
        </p:nvSpPr>
        <p:spPr>
          <a:xfrm>
            <a:off x="4577532" y="2005150"/>
            <a:ext cx="3426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3" name="Google Shape;113;p69"/>
          <p:cNvGrpSpPr/>
          <p:nvPr/>
        </p:nvGrpSpPr>
        <p:grpSpPr>
          <a:xfrm rot="-1611584">
            <a:off x="8339834" y="3327354"/>
            <a:ext cx="981258" cy="1444850"/>
            <a:chOff x="3922000" y="2234050"/>
            <a:chExt cx="981275" cy="1444875"/>
          </a:xfrm>
        </p:grpSpPr>
        <p:sp>
          <p:nvSpPr>
            <p:cNvPr id="114" name="Google Shape;114;p69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9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69"/>
          <p:cNvGrpSpPr/>
          <p:nvPr/>
        </p:nvGrpSpPr>
        <p:grpSpPr>
          <a:xfrm flipH="1" rot="709740">
            <a:off x="7303473" y="4093173"/>
            <a:ext cx="940696" cy="1056617"/>
            <a:chOff x="1603825" y="2277075"/>
            <a:chExt cx="1062450" cy="1193375"/>
          </a:xfrm>
        </p:grpSpPr>
        <p:sp>
          <p:nvSpPr>
            <p:cNvPr id="117" name="Google Shape;117;p69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9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69"/>
          <p:cNvGrpSpPr/>
          <p:nvPr/>
        </p:nvGrpSpPr>
        <p:grpSpPr>
          <a:xfrm rot="9066473">
            <a:off x="534318" y="-552671"/>
            <a:ext cx="668053" cy="1401960"/>
            <a:chOff x="3912125" y="621725"/>
            <a:chExt cx="668000" cy="1401850"/>
          </a:xfrm>
        </p:grpSpPr>
        <p:sp>
          <p:nvSpPr>
            <p:cNvPr id="120" name="Google Shape;120;p69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9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4" name="Google Shape;124;p70"/>
          <p:cNvGrpSpPr/>
          <p:nvPr/>
        </p:nvGrpSpPr>
        <p:grpSpPr>
          <a:xfrm rot="8697874">
            <a:off x="-38671" y="-191779"/>
            <a:ext cx="804944" cy="1182559"/>
            <a:chOff x="9601332" y="3570186"/>
            <a:chExt cx="1128185" cy="1562192"/>
          </a:xfrm>
        </p:grpSpPr>
        <p:sp>
          <p:nvSpPr>
            <p:cNvPr id="125" name="Google Shape;125;p70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70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70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70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70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70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70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70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70"/>
          <p:cNvGrpSpPr/>
          <p:nvPr/>
        </p:nvGrpSpPr>
        <p:grpSpPr>
          <a:xfrm rot="-1506053">
            <a:off x="-146721" y="3868384"/>
            <a:ext cx="1021051" cy="1629906"/>
            <a:chOff x="8529317" y="3813271"/>
            <a:chExt cx="934909" cy="1492397"/>
          </a:xfrm>
        </p:grpSpPr>
        <p:sp>
          <p:nvSpPr>
            <p:cNvPr id="134" name="Google Shape;134;p70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0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70"/>
          <p:cNvGrpSpPr/>
          <p:nvPr/>
        </p:nvGrpSpPr>
        <p:grpSpPr>
          <a:xfrm rot="-6599768">
            <a:off x="8072505" y="-355468"/>
            <a:ext cx="1295395" cy="1509938"/>
            <a:chOff x="6332867" y="4307670"/>
            <a:chExt cx="1325460" cy="1544983"/>
          </a:xfrm>
        </p:grpSpPr>
        <p:sp>
          <p:nvSpPr>
            <p:cNvPr id="137" name="Google Shape;137;p70"/>
            <p:cNvSpPr/>
            <p:nvPr/>
          </p:nvSpPr>
          <p:spPr>
            <a:xfrm rot="-899960">
              <a:off x="6463938" y="4425628"/>
              <a:ext cx="1063318" cy="1152866"/>
            </a:xfrm>
            <a:custGeom>
              <a:rect b="b" l="l" r="r" t="t"/>
              <a:pathLst>
                <a:path extrusionOk="0" h="46116" w="42534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0"/>
            <p:cNvSpPr/>
            <p:nvPr/>
          </p:nvSpPr>
          <p:spPr>
            <a:xfrm rot="-899960">
              <a:off x="6787378" y="4685756"/>
              <a:ext cx="586257" cy="1109942"/>
            </a:xfrm>
            <a:custGeom>
              <a:rect b="b" l="l" r="r" t="t"/>
              <a:pathLst>
                <a:path extrusionOk="0" h="44399" w="23451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1"/>
          <p:cNvSpPr txBox="1"/>
          <p:nvPr>
            <p:ph type="title"/>
          </p:nvPr>
        </p:nvSpPr>
        <p:spPr>
          <a:xfrm>
            <a:off x="693800" y="1794600"/>
            <a:ext cx="37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71"/>
          <p:cNvSpPr txBox="1"/>
          <p:nvPr>
            <p:ph idx="1" type="body"/>
          </p:nvPr>
        </p:nvSpPr>
        <p:spPr>
          <a:xfrm>
            <a:off x="693932" y="2522725"/>
            <a:ext cx="37245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42" name="Google Shape;142;p71"/>
          <p:cNvGrpSpPr/>
          <p:nvPr/>
        </p:nvGrpSpPr>
        <p:grpSpPr>
          <a:xfrm rot="8520626">
            <a:off x="-257053" y="61227"/>
            <a:ext cx="981246" cy="1444833"/>
            <a:chOff x="3922000" y="2234050"/>
            <a:chExt cx="981275" cy="1444875"/>
          </a:xfrm>
        </p:grpSpPr>
        <p:sp>
          <p:nvSpPr>
            <p:cNvPr id="143" name="Google Shape;143;p71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1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71"/>
          <p:cNvGrpSpPr/>
          <p:nvPr/>
        </p:nvGrpSpPr>
        <p:grpSpPr>
          <a:xfrm flipH="1" rot="9413182">
            <a:off x="920808" y="-322109"/>
            <a:ext cx="940777" cy="1056709"/>
            <a:chOff x="1603825" y="2277075"/>
            <a:chExt cx="1062450" cy="1193375"/>
          </a:xfrm>
        </p:grpSpPr>
        <p:sp>
          <p:nvSpPr>
            <p:cNvPr id="146" name="Google Shape;146;p71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1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71"/>
          <p:cNvGrpSpPr/>
          <p:nvPr/>
        </p:nvGrpSpPr>
        <p:grpSpPr>
          <a:xfrm flipH="1" rot="-2885086">
            <a:off x="7990251" y="4169319"/>
            <a:ext cx="591248" cy="1451209"/>
            <a:chOff x="2978125" y="596500"/>
            <a:chExt cx="591275" cy="1451275"/>
          </a:xfrm>
        </p:grpSpPr>
        <p:sp>
          <p:nvSpPr>
            <p:cNvPr id="149" name="Google Shape;149;p71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1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71"/>
          <p:cNvGrpSpPr/>
          <p:nvPr/>
        </p:nvGrpSpPr>
        <p:grpSpPr>
          <a:xfrm flipH="1" rot="-1800122">
            <a:off x="8415631" y="3739707"/>
            <a:ext cx="808128" cy="1189926"/>
            <a:chOff x="3922000" y="2234050"/>
            <a:chExt cx="981275" cy="1444875"/>
          </a:xfrm>
        </p:grpSpPr>
        <p:sp>
          <p:nvSpPr>
            <p:cNvPr id="152" name="Google Shape;152;p71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1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71"/>
          <p:cNvGrpSpPr/>
          <p:nvPr/>
        </p:nvGrpSpPr>
        <p:grpSpPr>
          <a:xfrm flipH="1" rot="2760288">
            <a:off x="596786" y="4162751"/>
            <a:ext cx="668002" cy="1401854"/>
            <a:chOff x="3912125" y="621725"/>
            <a:chExt cx="668000" cy="1401850"/>
          </a:xfrm>
        </p:grpSpPr>
        <p:sp>
          <p:nvSpPr>
            <p:cNvPr id="155" name="Google Shape;155;p71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71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71"/>
          <p:cNvGrpSpPr/>
          <p:nvPr/>
        </p:nvGrpSpPr>
        <p:grpSpPr>
          <a:xfrm flipH="1" rot="-7151584">
            <a:off x="8351970" y="196657"/>
            <a:ext cx="935448" cy="1312765"/>
            <a:chOff x="4841950" y="633750"/>
            <a:chExt cx="1039100" cy="1458225"/>
          </a:xfrm>
        </p:grpSpPr>
        <p:sp>
          <p:nvSpPr>
            <p:cNvPr id="158" name="Google Shape;158;p71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71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1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1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1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1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1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1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71"/>
          <p:cNvGrpSpPr/>
          <p:nvPr/>
        </p:nvGrpSpPr>
        <p:grpSpPr>
          <a:xfrm flipH="1" rot="1676785">
            <a:off x="-17131" y="3730394"/>
            <a:ext cx="591217" cy="1451133"/>
            <a:chOff x="2978125" y="596500"/>
            <a:chExt cx="591275" cy="1451275"/>
          </a:xfrm>
        </p:grpSpPr>
        <p:sp>
          <p:nvSpPr>
            <p:cNvPr id="167" name="Google Shape;167;p71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1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71"/>
          <p:cNvGrpSpPr/>
          <p:nvPr/>
        </p:nvGrpSpPr>
        <p:grpSpPr>
          <a:xfrm flipH="1" rot="-7655812">
            <a:off x="7796588" y="-298837"/>
            <a:ext cx="780013" cy="1010181"/>
            <a:chOff x="2833850" y="2350550"/>
            <a:chExt cx="853150" cy="1104900"/>
          </a:xfrm>
        </p:grpSpPr>
        <p:sp>
          <p:nvSpPr>
            <p:cNvPr id="170" name="Google Shape;170;p71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1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2"/>
          <p:cNvSpPr txBox="1"/>
          <p:nvPr>
            <p:ph type="title"/>
          </p:nvPr>
        </p:nvSpPr>
        <p:spPr>
          <a:xfrm>
            <a:off x="3795700" y="1768325"/>
            <a:ext cx="4628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4" name="Google Shape;174;p72"/>
          <p:cNvSpPr txBox="1"/>
          <p:nvPr>
            <p:ph idx="1" type="subTitle"/>
          </p:nvPr>
        </p:nvSpPr>
        <p:spPr>
          <a:xfrm>
            <a:off x="3795372" y="2567950"/>
            <a:ext cx="46287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5" name="Google Shape;175;p72"/>
          <p:cNvGrpSpPr/>
          <p:nvPr/>
        </p:nvGrpSpPr>
        <p:grpSpPr>
          <a:xfrm rot="2943526">
            <a:off x="-291093" y="4013908"/>
            <a:ext cx="1063375" cy="1383983"/>
            <a:chOff x="1636075" y="629625"/>
            <a:chExt cx="1063350" cy="1383950"/>
          </a:xfrm>
        </p:grpSpPr>
        <p:sp>
          <p:nvSpPr>
            <p:cNvPr id="176" name="Google Shape;176;p72"/>
            <p:cNvSpPr/>
            <p:nvPr/>
          </p:nvSpPr>
          <p:spPr>
            <a:xfrm>
              <a:off x="1636075" y="629625"/>
              <a:ext cx="1063350" cy="1152900"/>
            </a:xfrm>
            <a:custGeom>
              <a:rect b="b" l="l" r="r" t="t"/>
              <a:pathLst>
                <a:path extrusionOk="0" h="46116" w="42534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2"/>
            <p:cNvSpPr/>
            <p:nvPr/>
          </p:nvSpPr>
          <p:spPr>
            <a:xfrm>
              <a:off x="1894850" y="903600"/>
              <a:ext cx="586275" cy="1109975"/>
            </a:xfrm>
            <a:custGeom>
              <a:rect b="b" l="l" r="r" t="t"/>
              <a:pathLst>
                <a:path extrusionOk="0" h="44399" w="23451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72"/>
          <p:cNvGrpSpPr/>
          <p:nvPr/>
        </p:nvGrpSpPr>
        <p:grpSpPr>
          <a:xfrm flipH="1" rot="1506053">
            <a:off x="838137" y="4031602"/>
            <a:ext cx="1232136" cy="1706131"/>
            <a:chOff x="9601332" y="3570186"/>
            <a:chExt cx="1128185" cy="1562192"/>
          </a:xfrm>
        </p:grpSpPr>
        <p:sp>
          <p:nvSpPr>
            <p:cNvPr id="179" name="Google Shape;179;p72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2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2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2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2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2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72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2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72"/>
          <p:cNvGrpSpPr/>
          <p:nvPr/>
        </p:nvGrpSpPr>
        <p:grpSpPr>
          <a:xfrm flipH="1" rot="8100000">
            <a:off x="118100" y="-769307"/>
            <a:ext cx="1016742" cy="1623027"/>
            <a:chOff x="8529317" y="3813271"/>
            <a:chExt cx="934909" cy="1492397"/>
          </a:xfrm>
        </p:grpSpPr>
        <p:sp>
          <p:nvSpPr>
            <p:cNvPr id="188" name="Google Shape;188;p72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2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72"/>
          <p:cNvGrpSpPr/>
          <p:nvPr/>
        </p:nvGrpSpPr>
        <p:grpSpPr>
          <a:xfrm rot="8697874">
            <a:off x="-363996" y="4421"/>
            <a:ext cx="804944" cy="1182559"/>
            <a:chOff x="9601332" y="3570186"/>
            <a:chExt cx="1128185" cy="1562192"/>
          </a:xfrm>
        </p:grpSpPr>
        <p:sp>
          <p:nvSpPr>
            <p:cNvPr id="191" name="Google Shape;191;p72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2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2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2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2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2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2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2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72"/>
          <p:cNvGrpSpPr/>
          <p:nvPr/>
        </p:nvGrpSpPr>
        <p:grpSpPr>
          <a:xfrm rot="-8999956">
            <a:off x="8253817" y="-179128"/>
            <a:ext cx="853131" cy="1104876"/>
            <a:chOff x="2833850" y="2350550"/>
            <a:chExt cx="853150" cy="1104900"/>
          </a:xfrm>
        </p:grpSpPr>
        <p:sp>
          <p:nvSpPr>
            <p:cNvPr id="200" name="Google Shape;200;p72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2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3"/>
          <p:cNvSpPr txBox="1"/>
          <p:nvPr>
            <p:ph type="title"/>
          </p:nvPr>
        </p:nvSpPr>
        <p:spPr>
          <a:xfrm>
            <a:off x="3626275" y="2870450"/>
            <a:ext cx="48027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4"/>
          <p:cNvSpPr txBox="1"/>
          <p:nvPr>
            <p:ph hasCustomPrompt="1" type="title"/>
          </p:nvPr>
        </p:nvSpPr>
        <p:spPr>
          <a:xfrm>
            <a:off x="1688400" y="1578425"/>
            <a:ext cx="57672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6" name="Google Shape;206;p74"/>
          <p:cNvSpPr txBox="1"/>
          <p:nvPr>
            <p:ph idx="1" type="subTitle"/>
          </p:nvPr>
        </p:nvSpPr>
        <p:spPr>
          <a:xfrm>
            <a:off x="1688400" y="3089575"/>
            <a:ext cx="576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07" name="Google Shape;207;p74"/>
          <p:cNvGrpSpPr/>
          <p:nvPr/>
        </p:nvGrpSpPr>
        <p:grpSpPr>
          <a:xfrm flipH="1" rot="9872014">
            <a:off x="788009" y="-475932"/>
            <a:ext cx="571876" cy="1200127"/>
            <a:chOff x="3912125" y="621725"/>
            <a:chExt cx="668000" cy="1401850"/>
          </a:xfrm>
        </p:grpSpPr>
        <p:sp>
          <p:nvSpPr>
            <p:cNvPr id="208" name="Google Shape;208;p74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4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74"/>
          <p:cNvGrpSpPr/>
          <p:nvPr/>
        </p:nvGrpSpPr>
        <p:grpSpPr>
          <a:xfrm flipH="1" rot="-2700000">
            <a:off x="8351955" y="3287969"/>
            <a:ext cx="919399" cy="988141"/>
            <a:chOff x="1603825" y="2277075"/>
            <a:chExt cx="1062450" cy="1193375"/>
          </a:xfrm>
        </p:grpSpPr>
        <p:sp>
          <p:nvSpPr>
            <p:cNvPr id="211" name="Google Shape;211;p74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4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74"/>
          <p:cNvGrpSpPr/>
          <p:nvPr/>
        </p:nvGrpSpPr>
        <p:grpSpPr>
          <a:xfrm flipH="1" rot="2152442">
            <a:off x="-41990" y="3368993"/>
            <a:ext cx="667994" cy="1401837"/>
            <a:chOff x="3912125" y="621725"/>
            <a:chExt cx="668000" cy="1401850"/>
          </a:xfrm>
        </p:grpSpPr>
        <p:sp>
          <p:nvSpPr>
            <p:cNvPr id="214" name="Google Shape;214;p74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4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74"/>
          <p:cNvGrpSpPr/>
          <p:nvPr/>
        </p:nvGrpSpPr>
        <p:grpSpPr>
          <a:xfrm flipH="1" rot="3144145">
            <a:off x="451004" y="4162249"/>
            <a:ext cx="853133" cy="1104879"/>
            <a:chOff x="2833850" y="2350550"/>
            <a:chExt cx="853150" cy="1104900"/>
          </a:xfrm>
        </p:grpSpPr>
        <p:sp>
          <p:nvSpPr>
            <p:cNvPr id="217" name="Google Shape;217;p74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74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74"/>
          <p:cNvGrpSpPr/>
          <p:nvPr/>
        </p:nvGrpSpPr>
        <p:grpSpPr>
          <a:xfrm rot="-7799162">
            <a:off x="7933553" y="-358578"/>
            <a:ext cx="667999" cy="1401848"/>
            <a:chOff x="3912125" y="621725"/>
            <a:chExt cx="668000" cy="1401850"/>
          </a:xfrm>
        </p:grpSpPr>
        <p:sp>
          <p:nvSpPr>
            <p:cNvPr id="220" name="Google Shape;220;p74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4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74"/>
          <p:cNvGrpSpPr/>
          <p:nvPr/>
        </p:nvGrpSpPr>
        <p:grpSpPr>
          <a:xfrm rot="-7799162">
            <a:off x="8302277" y="572057"/>
            <a:ext cx="853149" cy="1104898"/>
            <a:chOff x="2833850" y="2350550"/>
            <a:chExt cx="853150" cy="1104900"/>
          </a:xfrm>
        </p:grpSpPr>
        <p:sp>
          <p:nvSpPr>
            <p:cNvPr id="223" name="Google Shape;223;p74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74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74"/>
          <p:cNvGrpSpPr/>
          <p:nvPr/>
        </p:nvGrpSpPr>
        <p:grpSpPr>
          <a:xfrm flipH="1" rot="8783172">
            <a:off x="-158030" y="-116117"/>
            <a:ext cx="981289" cy="1444896"/>
            <a:chOff x="3922000" y="2234050"/>
            <a:chExt cx="981275" cy="1444875"/>
          </a:xfrm>
        </p:grpSpPr>
        <p:sp>
          <p:nvSpPr>
            <p:cNvPr id="226" name="Google Shape;226;p74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74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6"/>
          <p:cNvSpPr txBox="1"/>
          <p:nvPr>
            <p:ph type="title"/>
          </p:nvPr>
        </p:nvSpPr>
        <p:spPr>
          <a:xfrm>
            <a:off x="1083900" y="1669166"/>
            <a:ext cx="10860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1" name="Google Shape;231;p76"/>
          <p:cNvSpPr txBox="1"/>
          <p:nvPr>
            <p:ph idx="1" type="subTitle"/>
          </p:nvPr>
        </p:nvSpPr>
        <p:spPr>
          <a:xfrm>
            <a:off x="2319248" y="1959150"/>
            <a:ext cx="226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76"/>
          <p:cNvSpPr txBox="1"/>
          <p:nvPr>
            <p:ph idx="2" type="title"/>
          </p:nvPr>
        </p:nvSpPr>
        <p:spPr>
          <a:xfrm>
            <a:off x="4646650" y="1669166"/>
            <a:ext cx="10860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3" name="Google Shape;233;p76"/>
          <p:cNvSpPr txBox="1"/>
          <p:nvPr>
            <p:ph idx="3" type="subTitle"/>
          </p:nvPr>
        </p:nvSpPr>
        <p:spPr>
          <a:xfrm>
            <a:off x="5794188" y="1959150"/>
            <a:ext cx="226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76"/>
          <p:cNvSpPr txBox="1"/>
          <p:nvPr>
            <p:ph idx="4" type="title"/>
          </p:nvPr>
        </p:nvSpPr>
        <p:spPr>
          <a:xfrm>
            <a:off x="1083900" y="3077566"/>
            <a:ext cx="10860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5" name="Google Shape;235;p76"/>
          <p:cNvSpPr txBox="1"/>
          <p:nvPr>
            <p:ph idx="5" type="subTitle"/>
          </p:nvPr>
        </p:nvSpPr>
        <p:spPr>
          <a:xfrm>
            <a:off x="2319248" y="3372074"/>
            <a:ext cx="226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76"/>
          <p:cNvSpPr txBox="1"/>
          <p:nvPr>
            <p:ph idx="6" type="title"/>
          </p:nvPr>
        </p:nvSpPr>
        <p:spPr>
          <a:xfrm>
            <a:off x="4646650" y="3077566"/>
            <a:ext cx="10860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7" name="Google Shape;237;p76"/>
          <p:cNvSpPr txBox="1"/>
          <p:nvPr>
            <p:ph idx="7" type="subTitle"/>
          </p:nvPr>
        </p:nvSpPr>
        <p:spPr>
          <a:xfrm>
            <a:off x="5794188" y="3372074"/>
            <a:ext cx="226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76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9" name="Google Shape;239;p76"/>
          <p:cNvSpPr txBox="1"/>
          <p:nvPr>
            <p:ph idx="9" type="subTitle"/>
          </p:nvPr>
        </p:nvSpPr>
        <p:spPr>
          <a:xfrm>
            <a:off x="2313287" y="1624000"/>
            <a:ext cx="22659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0" name="Google Shape;240;p76"/>
          <p:cNvSpPr txBox="1"/>
          <p:nvPr>
            <p:ph idx="13" type="subTitle"/>
          </p:nvPr>
        </p:nvSpPr>
        <p:spPr>
          <a:xfrm>
            <a:off x="5794200" y="1624000"/>
            <a:ext cx="22659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1" name="Google Shape;241;p76"/>
          <p:cNvSpPr txBox="1"/>
          <p:nvPr>
            <p:ph idx="14" type="subTitle"/>
          </p:nvPr>
        </p:nvSpPr>
        <p:spPr>
          <a:xfrm>
            <a:off x="2313287" y="3033276"/>
            <a:ext cx="22659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2" name="Google Shape;242;p76"/>
          <p:cNvSpPr txBox="1"/>
          <p:nvPr>
            <p:ph idx="15" type="subTitle"/>
          </p:nvPr>
        </p:nvSpPr>
        <p:spPr>
          <a:xfrm>
            <a:off x="5794200" y="3033276"/>
            <a:ext cx="22659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43" name="Google Shape;243;p76"/>
          <p:cNvGrpSpPr/>
          <p:nvPr/>
        </p:nvGrpSpPr>
        <p:grpSpPr>
          <a:xfrm rot="8100000">
            <a:off x="-111539" y="87865"/>
            <a:ext cx="853142" cy="1104889"/>
            <a:chOff x="2833850" y="2350550"/>
            <a:chExt cx="853150" cy="1104900"/>
          </a:xfrm>
        </p:grpSpPr>
        <p:sp>
          <p:nvSpPr>
            <p:cNvPr id="244" name="Google Shape;244;p76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76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76"/>
          <p:cNvGrpSpPr/>
          <p:nvPr/>
        </p:nvGrpSpPr>
        <p:grpSpPr>
          <a:xfrm rot="8697874">
            <a:off x="907569" y="-138691"/>
            <a:ext cx="804944" cy="1182559"/>
            <a:chOff x="9601332" y="3570186"/>
            <a:chExt cx="1128185" cy="1562192"/>
          </a:xfrm>
        </p:grpSpPr>
        <p:sp>
          <p:nvSpPr>
            <p:cNvPr id="247" name="Google Shape;247;p76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76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76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76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76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76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76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76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" name="Google Shape;255;p76"/>
          <p:cNvGrpSpPr/>
          <p:nvPr/>
        </p:nvGrpSpPr>
        <p:grpSpPr>
          <a:xfrm rot="-7962588">
            <a:off x="7925248" y="-327356"/>
            <a:ext cx="534274" cy="1121215"/>
            <a:chOff x="3912125" y="621725"/>
            <a:chExt cx="668000" cy="1401850"/>
          </a:xfrm>
        </p:grpSpPr>
        <p:sp>
          <p:nvSpPr>
            <p:cNvPr id="256" name="Google Shape;256;p76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6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76"/>
          <p:cNvGrpSpPr/>
          <p:nvPr/>
        </p:nvGrpSpPr>
        <p:grpSpPr>
          <a:xfrm rot="-7525031">
            <a:off x="8343491" y="158626"/>
            <a:ext cx="829856" cy="1221801"/>
            <a:chOff x="2943425" y="3566975"/>
            <a:chExt cx="981275" cy="1444875"/>
          </a:xfrm>
        </p:grpSpPr>
        <p:sp>
          <p:nvSpPr>
            <p:cNvPr id="259" name="Google Shape;259;p76"/>
            <p:cNvSpPr/>
            <p:nvPr/>
          </p:nvSpPr>
          <p:spPr>
            <a:xfrm>
              <a:off x="2943425" y="3566975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76"/>
            <p:cNvSpPr/>
            <p:nvPr/>
          </p:nvSpPr>
          <p:spPr>
            <a:xfrm>
              <a:off x="3062825" y="3709950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76"/>
          <p:cNvGrpSpPr/>
          <p:nvPr/>
        </p:nvGrpSpPr>
        <p:grpSpPr>
          <a:xfrm rot="-2014825">
            <a:off x="8390463" y="3916099"/>
            <a:ext cx="591268" cy="1451257"/>
            <a:chOff x="2978125" y="596500"/>
            <a:chExt cx="591275" cy="1451275"/>
          </a:xfrm>
        </p:grpSpPr>
        <p:sp>
          <p:nvSpPr>
            <p:cNvPr id="262" name="Google Shape;262;p76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76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7"/>
          <p:cNvSpPr txBox="1"/>
          <p:nvPr>
            <p:ph type="title"/>
          </p:nvPr>
        </p:nvSpPr>
        <p:spPr>
          <a:xfrm>
            <a:off x="2290025" y="3027988"/>
            <a:ext cx="45639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6" name="Google Shape;266;p77"/>
          <p:cNvSpPr txBox="1"/>
          <p:nvPr>
            <p:ph idx="1" type="subTitle"/>
          </p:nvPr>
        </p:nvSpPr>
        <p:spPr>
          <a:xfrm>
            <a:off x="1279300" y="1583613"/>
            <a:ext cx="65853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267" name="Google Shape;267;p77"/>
          <p:cNvGrpSpPr/>
          <p:nvPr/>
        </p:nvGrpSpPr>
        <p:grpSpPr>
          <a:xfrm rot="-1506053">
            <a:off x="7352654" y="3850784"/>
            <a:ext cx="1021051" cy="1629906"/>
            <a:chOff x="8529317" y="3813271"/>
            <a:chExt cx="934909" cy="1492397"/>
          </a:xfrm>
        </p:grpSpPr>
        <p:sp>
          <p:nvSpPr>
            <p:cNvPr id="268" name="Google Shape;268;p77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77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77"/>
          <p:cNvGrpSpPr/>
          <p:nvPr/>
        </p:nvGrpSpPr>
        <p:grpSpPr>
          <a:xfrm rot="-1506053">
            <a:off x="8166512" y="3503552"/>
            <a:ext cx="1232136" cy="1706131"/>
            <a:chOff x="9601332" y="3570186"/>
            <a:chExt cx="1128185" cy="1562192"/>
          </a:xfrm>
        </p:grpSpPr>
        <p:sp>
          <p:nvSpPr>
            <p:cNvPr id="271" name="Google Shape;271;p77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77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77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7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77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77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77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7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77"/>
          <p:cNvGrpSpPr/>
          <p:nvPr/>
        </p:nvGrpSpPr>
        <p:grpSpPr>
          <a:xfrm rot="1837954">
            <a:off x="-70898" y="4003625"/>
            <a:ext cx="1178946" cy="1324227"/>
            <a:chOff x="625250" y="3610000"/>
            <a:chExt cx="1062450" cy="1193375"/>
          </a:xfrm>
        </p:grpSpPr>
        <p:sp>
          <p:nvSpPr>
            <p:cNvPr id="280" name="Google Shape;280;p77"/>
            <p:cNvSpPr/>
            <p:nvPr/>
          </p:nvSpPr>
          <p:spPr>
            <a:xfrm>
              <a:off x="625250" y="3610000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77"/>
            <p:cNvSpPr/>
            <p:nvPr/>
          </p:nvSpPr>
          <p:spPr>
            <a:xfrm>
              <a:off x="786200" y="3812475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Google Shape;282;p77"/>
          <p:cNvGrpSpPr/>
          <p:nvPr/>
        </p:nvGrpSpPr>
        <p:grpSpPr>
          <a:xfrm rot="-7879032">
            <a:off x="7849397" y="-433626"/>
            <a:ext cx="894437" cy="1317010"/>
            <a:chOff x="2943425" y="3566975"/>
            <a:chExt cx="981275" cy="1444875"/>
          </a:xfrm>
        </p:grpSpPr>
        <p:sp>
          <p:nvSpPr>
            <p:cNvPr id="283" name="Google Shape;283;p77"/>
            <p:cNvSpPr/>
            <p:nvPr/>
          </p:nvSpPr>
          <p:spPr>
            <a:xfrm>
              <a:off x="2943425" y="3566975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77"/>
            <p:cNvSpPr/>
            <p:nvPr/>
          </p:nvSpPr>
          <p:spPr>
            <a:xfrm>
              <a:off x="3062825" y="3709950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77"/>
          <p:cNvGrpSpPr/>
          <p:nvPr/>
        </p:nvGrpSpPr>
        <p:grpSpPr>
          <a:xfrm rot="-8100000">
            <a:off x="8370494" y="90271"/>
            <a:ext cx="1021105" cy="1629992"/>
            <a:chOff x="8529317" y="3813271"/>
            <a:chExt cx="934909" cy="1492397"/>
          </a:xfrm>
        </p:grpSpPr>
        <p:sp>
          <p:nvSpPr>
            <p:cNvPr id="286" name="Google Shape;286;p77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77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77"/>
          <p:cNvGrpSpPr/>
          <p:nvPr/>
        </p:nvGrpSpPr>
        <p:grpSpPr>
          <a:xfrm rot="8100000">
            <a:off x="-192229" y="146203"/>
            <a:ext cx="853142" cy="1104889"/>
            <a:chOff x="2833850" y="2350550"/>
            <a:chExt cx="853150" cy="1104900"/>
          </a:xfrm>
        </p:grpSpPr>
        <p:sp>
          <p:nvSpPr>
            <p:cNvPr id="289" name="Google Shape;289;p77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77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77"/>
          <p:cNvGrpSpPr/>
          <p:nvPr/>
        </p:nvGrpSpPr>
        <p:grpSpPr>
          <a:xfrm rot="8697874">
            <a:off x="826879" y="-244004"/>
            <a:ext cx="804944" cy="1182559"/>
            <a:chOff x="9601332" y="3570186"/>
            <a:chExt cx="1128185" cy="1562192"/>
          </a:xfrm>
        </p:grpSpPr>
        <p:sp>
          <p:nvSpPr>
            <p:cNvPr id="292" name="Google Shape;292;p77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77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77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77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77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77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77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77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02" name="Google Shape;302;p78"/>
          <p:cNvGrpSpPr/>
          <p:nvPr/>
        </p:nvGrpSpPr>
        <p:grpSpPr>
          <a:xfrm rot="3600019">
            <a:off x="14334" y="4086508"/>
            <a:ext cx="1011470" cy="1419450"/>
            <a:chOff x="4841950" y="633750"/>
            <a:chExt cx="1039100" cy="1458225"/>
          </a:xfrm>
        </p:grpSpPr>
        <p:sp>
          <p:nvSpPr>
            <p:cNvPr id="303" name="Google Shape;303;p78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78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78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78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78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78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78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78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78"/>
          <p:cNvGrpSpPr/>
          <p:nvPr/>
        </p:nvGrpSpPr>
        <p:grpSpPr>
          <a:xfrm flipH="1" rot="-8100000">
            <a:off x="8288483" y="-216793"/>
            <a:ext cx="940735" cy="1056661"/>
            <a:chOff x="1603825" y="2277075"/>
            <a:chExt cx="1062450" cy="1193375"/>
          </a:xfrm>
        </p:grpSpPr>
        <p:sp>
          <p:nvSpPr>
            <p:cNvPr id="312" name="Google Shape;312;p78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78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9"/>
          <p:cNvSpPr txBox="1"/>
          <p:nvPr>
            <p:ph idx="1" type="subTitle"/>
          </p:nvPr>
        </p:nvSpPr>
        <p:spPr>
          <a:xfrm>
            <a:off x="4675775" y="2994913"/>
            <a:ext cx="36447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79"/>
          <p:cNvSpPr txBox="1"/>
          <p:nvPr>
            <p:ph type="title"/>
          </p:nvPr>
        </p:nvSpPr>
        <p:spPr>
          <a:xfrm>
            <a:off x="4675775" y="1283688"/>
            <a:ext cx="36447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17" name="Google Shape;317;p79"/>
          <p:cNvGrpSpPr/>
          <p:nvPr/>
        </p:nvGrpSpPr>
        <p:grpSpPr>
          <a:xfrm rot="-7434548">
            <a:off x="7859941" y="-385355"/>
            <a:ext cx="767392" cy="993836"/>
            <a:chOff x="2833850" y="2350550"/>
            <a:chExt cx="853150" cy="1104900"/>
          </a:xfrm>
        </p:grpSpPr>
        <p:sp>
          <p:nvSpPr>
            <p:cNvPr id="318" name="Google Shape;318;p79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79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79"/>
          <p:cNvGrpSpPr/>
          <p:nvPr/>
        </p:nvGrpSpPr>
        <p:grpSpPr>
          <a:xfrm rot="990298">
            <a:off x="-143447" y="3833239"/>
            <a:ext cx="1039105" cy="1458232"/>
            <a:chOff x="4841950" y="633750"/>
            <a:chExt cx="1039100" cy="1458225"/>
          </a:xfrm>
        </p:grpSpPr>
        <p:sp>
          <p:nvSpPr>
            <p:cNvPr id="321" name="Google Shape;321;p79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79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79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79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79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79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79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79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79"/>
          <p:cNvGrpSpPr/>
          <p:nvPr/>
        </p:nvGrpSpPr>
        <p:grpSpPr>
          <a:xfrm>
            <a:off x="814926" y="4421294"/>
            <a:ext cx="913176" cy="1025825"/>
            <a:chOff x="1603825" y="2277075"/>
            <a:chExt cx="1062450" cy="1193375"/>
          </a:xfrm>
        </p:grpSpPr>
        <p:sp>
          <p:nvSpPr>
            <p:cNvPr id="330" name="Google Shape;330;p79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79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" name="Google Shape;332;p79"/>
          <p:cNvGrpSpPr/>
          <p:nvPr/>
        </p:nvGrpSpPr>
        <p:grpSpPr>
          <a:xfrm rot="6477070">
            <a:off x="599121" y="-353241"/>
            <a:ext cx="619612" cy="1321473"/>
            <a:chOff x="5213900" y="2291150"/>
            <a:chExt cx="619625" cy="1321500"/>
          </a:xfrm>
        </p:grpSpPr>
        <p:sp>
          <p:nvSpPr>
            <p:cNvPr id="333" name="Google Shape;333;p79"/>
            <p:cNvSpPr/>
            <p:nvPr/>
          </p:nvSpPr>
          <p:spPr>
            <a:xfrm>
              <a:off x="5213900" y="2291150"/>
              <a:ext cx="619625" cy="1079225"/>
            </a:xfrm>
            <a:custGeom>
              <a:rect b="b" l="l" r="r" t="t"/>
              <a:pathLst>
                <a:path extrusionOk="0" h="43169" w="24785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79"/>
            <p:cNvSpPr/>
            <p:nvPr/>
          </p:nvSpPr>
          <p:spPr>
            <a:xfrm>
              <a:off x="5333975" y="2434475"/>
              <a:ext cx="258550" cy="1178175"/>
            </a:xfrm>
            <a:custGeom>
              <a:rect b="b" l="l" r="r" t="t"/>
              <a:pathLst>
                <a:path extrusionOk="0" h="47127" w="10342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79"/>
          <p:cNvGrpSpPr/>
          <p:nvPr/>
        </p:nvGrpSpPr>
        <p:grpSpPr>
          <a:xfrm rot="8564605">
            <a:off x="32264" y="-29697"/>
            <a:ext cx="700788" cy="1470658"/>
            <a:chOff x="3912125" y="621725"/>
            <a:chExt cx="668000" cy="1401850"/>
          </a:xfrm>
        </p:grpSpPr>
        <p:sp>
          <p:nvSpPr>
            <p:cNvPr id="336" name="Google Shape;336;p79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79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79"/>
          <p:cNvGrpSpPr/>
          <p:nvPr/>
        </p:nvGrpSpPr>
        <p:grpSpPr>
          <a:xfrm rot="-10067064">
            <a:off x="8569648" y="-98103"/>
            <a:ext cx="668028" cy="1401910"/>
            <a:chOff x="3912125" y="621725"/>
            <a:chExt cx="668000" cy="1401850"/>
          </a:xfrm>
        </p:grpSpPr>
        <p:sp>
          <p:nvSpPr>
            <p:cNvPr id="339" name="Google Shape;339;p79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79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3" name="Google Shape;343;p80"/>
          <p:cNvSpPr txBox="1"/>
          <p:nvPr>
            <p:ph idx="1" type="subTitle"/>
          </p:nvPr>
        </p:nvSpPr>
        <p:spPr>
          <a:xfrm>
            <a:off x="720000" y="1156475"/>
            <a:ext cx="770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/>
            </a:lvl9pPr>
          </a:lstStyle>
          <a:p/>
        </p:txBody>
      </p:sp>
      <p:grpSp>
        <p:nvGrpSpPr>
          <p:cNvPr id="344" name="Google Shape;344;p80"/>
          <p:cNvGrpSpPr/>
          <p:nvPr/>
        </p:nvGrpSpPr>
        <p:grpSpPr>
          <a:xfrm rot="-7914914">
            <a:off x="7990251" y="-449212"/>
            <a:ext cx="591248" cy="1451209"/>
            <a:chOff x="2978125" y="596500"/>
            <a:chExt cx="591275" cy="1451275"/>
          </a:xfrm>
        </p:grpSpPr>
        <p:sp>
          <p:nvSpPr>
            <p:cNvPr id="345" name="Google Shape;345;p80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80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7" name="Google Shape;347;p80"/>
          <p:cNvGrpSpPr/>
          <p:nvPr/>
        </p:nvGrpSpPr>
        <p:grpSpPr>
          <a:xfrm rot="-8999878">
            <a:off x="8415631" y="241683"/>
            <a:ext cx="808128" cy="1189926"/>
            <a:chOff x="3922000" y="2234050"/>
            <a:chExt cx="981275" cy="1444875"/>
          </a:xfrm>
        </p:grpSpPr>
        <p:sp>
          <p:nvSpPr>
            <p:cNvPr id="348" name="Google Shape;348;p80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80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80"/>
          <p:cNvGrpSpPr/>
          <p:nvPr/>
        </p:nvGrpSpPr>
        <p:grpSpPr>
          <a:xfrm flipH="1" rot="8100000">
            <a:off x="-81824" y="-56700"/>
            <a:ext cx="919399" cy="988141"/>
            <a:chOff x="1603825" y="2277075"/>
            <a:chExt cx="1062450" cy="1193375"/>
          </a:xfrm>
        </p:grpSpPr>
        <p:sp>
          <p:nvSpPr>
            <p:cNvPr id="351" name="Google Shape;351;p80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80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80"/>
          <p:cNvGrpSpPr/>
          <p:nvPr/>
        </p:nvGrpSpPr>
        <p:grpSpPr>
          <a:xfrm flipH="1" rot="2876396">
            <a:off x="-216115" y="3701843"/>
            <a:ext cx="935472" cy="1312798"/>
            <a:chOff x="4841950" y="633750"/>
            <a:chExt cx="1039100" cy="1458225"/>
          </a:xfrm>
        </p:grpSpPr>
        <p:sp>
          <p:nvSpPr>
            <p:cNvPr id="354" name="Google Shape;354;p80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80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80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80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80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80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80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80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80"/>
          <p:cNvGrpSpPr/>
          <p:nvPr/>
        </p:nvGrpSpPr>
        <p:grpSpPr>
          <a:xfrm flipH="1" rot="2026789">
            <a:off x="676062" y="4368743"/>
            <a:ext cx="827790" cy="889649"/>
            <a:chOff x="1603825" y="2277075"/>
            <a:chExt cx="1062450" cy="1193375"/>
          </a:xfrm>
        </p:grpSpPr>
        <p:sp>
          <p:nvSpPr>
            <p:cNvPr id="363" name="Google Shape;363;p80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80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80"/>
          <p:cNvGrpSpPr/>
          <p:nvPr/>
        </p:nvGrpSpPr>
        <p:grpSpPr>
          <a:xfrm flipH="1" rot="-2700000">
            <a:off x="8372731" y="4135268"/>
            <a:ext cx="571918" cy="1200215"/>
            <a:chOff x="3912125" y="621725"/>
            <a:chExt cx="668000" cy="1401850"/>
          </a:xfrm>
        </p:grpSpPr>
        <p:sp>
          <p:nvSpPr>
            <p:cNvPr id="366" name="Google Shape;366;p80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80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1"/>
          <p:cNvSpPr txBox="1"/>
          <p:nvPr>
            <p:ph idx="1" type="subTitle"/>
          </p:nvPr>
        </p:nvSpPr>
        <p:spPr>
          <a:xfrm>
            <a:off x="720000" y="2499111"/>
            <a:ext cx="233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0" name="Google Shape;370;p81"/>
          <p:cNvSpPr txBox="1"/>
          <p:nvPr>
            <p:ph idx="2" type="subTitle"/>
          </p:nvPr>
        </p:nvSpPr>
        <p:spPr>
          <a:xfrm>
            <a:off x="720000" y="2834324"/>
            <a:ext cx="23364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81"/>
          <p:cNvSpPr txBox="1"/>
          <p:nvPr>
            <p:ph idx="3" type="subTitle"/>
          </p:nvPr>
        </p:nvSpPr>
        <p:spPr>
          <a:xfrm>
            <a:off x="3403800" y="2834324"/>
            <a:ext cx="23364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81"/>
          <p:cNvSpPr txBox="1"/>
          <p:nvPr>
            <p:ph idx="4" type="subTitle"/>
          </p:nvPr>
        </p:nvSpPr>
        <p:spPr>
          <a:xfrm>
            <a:off x="6087600" y="2834324"/>
            <a:ext cx="23364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4" name="Google Shape;374;p81"/>
          <p:cNvSpPr txBox="1"/>
          <p:nvPr>
            <p:ph idx="5" type="subTitle"/>
          </p:nvPr>
        </p:nvSpPr>
        <p:spPr>
          <a:xfrm>
            <a:off x="3403800" y="2499111"/>
            <a:ext cx="233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5" name="Google Shape;375;p81"/>
          <p:cNvSpPr txBox="1"/>
          <p:nvPr>
            <p:ph idx="6" type="subTitle"/>
          </p:nvPr>
        </p:nvSpPr>
        <p:spPr>
          <a:xfrm>
            <a:off x="6087600" y="2499111"/>
            <a:ext cx="233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376" name="Google Shape;376;p81"/>
          <p:cNvGrpSpPr/>
          <p:nvPr/>
        </p:nvGrpSpPr>
        <p:grpSpPr>
          <a:xfrm flipH="1" rot="2876396">
            <a:off x="-216115" y="3701843"/>
            <a:ext cx="935472" cy="1312798"/>
            <a:chOff x="4841950" y="633750"/>
            <a:chExt cx="1039100" cy="1458225"/>
          </a:xfrm>
        </p:grpSpPr>
        <p:sp>
          <p:nvSpPr>
            <p:cNvPr id="377" name="Google Shape;377;p81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81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81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81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81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81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81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81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5" name="Google Shape;385;p81"/>
          <p:cNvGrpSpPr/>
          <p:nvPr/>
        </p:nvGrpSpPr>
        <p:grpSpPr>
          <a:xfrm flipH="1" rot="2026789">
            <a:off x="676062" y="4368743"/>
            <a:ext cx="827790" cy="889649"/>
            <a:chOff x="1603825" y="2277075"/>
            <a:chExt cx="1062450" cy="1193375"/>
          </a:xfrm>
        </p:grpSpPr>
        <p:sp>
          <p:nvSpPr>
            <p:cNvPr id="386" name="Google Shape;386;p81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81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8" name="Google Shape;388;p81"/>
          <p:cNvGrpSpPr/>
          <p:nvPr/>
        </p:nvGrpSpPr>
        <p:grpSpPr>
          <a:xfrm rot="-7914914">
            <a:off x="7990251" y="-449212"/>
            <a:ext cx="591248" cy="1451209"/>
            <a:chOff x="2978125" y="596500"/>
            <a:chExt cx="591275" cy="1451275"/>
          </a:xfrm>
        </p:grpSpPr>
        <p:sp>
          <p:nvSpPr>
            <p:cNvPr id="389" name="Google Shape;389;p81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81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" name="Google Shape;391;p81"/>
          <p:cNvGrpSpPr/>
          <p:nvPr/>
        </p:nvGrpSpPr>
        <p:grpSpPr>
          <a:xfrm rot="-8999878">
            <a:off x="8415631" y="241683"/>
            <a:ext cx="808128" cy="1189926"/>
            <a:chOff x="3922000" y="2234050"/>
            <a:chExt cx="981275" cy="1444875"/>
          </a:xfrm>
        </p:grpSpPr>
        <p:sp>
          <p:nvSpPr>
            <p:cNvPr id="392" name="Google Shape;392;p81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81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4" name="Google Shape;394;p81"/>
          <p:cNvGrpSpPr/>
          <p:nvPr/>
        </p:nvGrpSpPr>
        <p:grpSpPr>
          <a:xfrm flipH="1" rot="-2700000">
            <a:off x="8372731" y="4135268"/>
            <a:ext cx="571918" cy="1200215"/>
            <a:chOff x="3912125" y="621725"/>
            <a:chExt cx="668000" cy="1401850"/>
          </a:xfrm>
        </p:grpSpPr>
        <p:sp>
          <p:nvSpPr>
            <p:cNvPr id="395" name="Google Shape;395;p81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81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7" name="Google Shape;397;p81"/>
          <p:cNvGrpSpPr/>
          <p:nvPr/>
        </p:nvGrpSpPr>
        <p:grpSpPr>
          <a:xfrm flipH="1" rot="8100000">
            <a:off x="-81824" y="-56700"/>
            <a:ext cx="919399" cy="988141"/>
            <a:chOff x="1603825" y="2277075"/>
            <a:chExt cx="1062450" cy="1193375"/>
          </a:xfrm>
        </p:grpSpPr>
        <p:sp>
          <p:nvSpPr>
            <p:cNvPr id="398" name="Google Shape;398;p81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81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2"/>
          <p:cNvSpPr txBox="1"/>
          <p:nvPr>
            <p:ph idx="1" type="subTitle"/>
          </p:nvPr>
        </p:nvSpPr>
        <p:spPr>
          <a:xfrm>
            <a:off x="2823445" y="1936975"/>
            <a:ext cx="2346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2" name="Google Shape;402;p82"/>
          <p:cNvSpPr txBox="1"/>
          <p:nvPr>
            <p:ph idx="2" type="subTitle"/>
          </p:nvPr>
        </p:nvSpPr>
        <p:spPr>
          <a:xfrm>
            <a:off x="2823435" y="2274975"/>
            <a:ext cx="2346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82"/>
          <p:cNvSpPr txBox="1"/>
          <p:nvPr>
            <p:ph idx="3" type="subTitle"/>
          </p:nvPr>
        </p:nvSpPr>
        <p:spPr>
          <a:xfrm>
            <a:off x="5316959" y="2274975"/>
            <a:ext cx="2346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82"/>
          <p:cNvSpPr txBox="1"/>
          <p:nvPr>
            <p:ph idx="4" type="subTitle"/>
          </p:nvPr>
        </p:nvSpPr>
        <p:spPr>
          <a:xfrm>
            <a:off x="2823435" y="4066108"/>
            <a:ext cx="2346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82"/>
          <p:cNvSpPr txBox="1"/>
          <p:nvPr>
            <p:ph idx="5" type="subTitle"/>
          </p:nvPr>
        </p:nvSpPr>
        <p:spPr>
          <a:xfrm>
            <a:off x="5316959" y="4066108"/>
            <a:ext cx="2346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7" name="Google Shape;407;p82"/>
          <p:cNvSpPr txBox="1"/>
          <p:nvPr>
            <p:ph idx="6" type="subTitle"/>
          </p:nvPr>
        </p:nvSpPr>
        <p:spPr>
          <a:xfrm>
            <a:off x="2823445" y="3728108"/>
            <a:ext cx="2346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8" name="Google Shape;408;p82"/>
          <p:cNvSpPr txBox="1"/>
          <p:nvPr>
            <p:ph idx="7" type="subTitle"/>
          </p:nvPr>
        </p:nvSpPr>
        <p:spPr>
          <a:xfrm>
            <a:off x="5316965" y="1936975"/>
            <a:ext cx="2346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9" name="Google Shape;409;p82"/>
          <p:cNvSpPr txBox="1"/>
          <p:nvPr>
            <p:ph idx="8" type="subTitle"/>
          </p:nvPr>
        </p:nvSpPr>
        <p:spPr>
          <a:xfrm>
            <a:off x="5316965" y="3728108"/>
            <a:ext cx="2346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10" name="Google Shape;410;p82"/>
          <p:cNvGrpSpPr/>
          <p:nvPr/>
        </p:nvGrpSpPr>
        <p:grpSpPr>
          <a:xfrm rot="-9872014">
            <a:off x="7650256" y="-475932"/>
            <a:ext cx="571876" cy="1200127"/>
            <a:chOff x="3912125" y="621725"/>
            <a:chExt cx="668000" cy="1401850"/>
          </a:xfrm>
        </p:grpSpPr>
        <p:sp>
          <p:nvSpPr>
            <p:cNvPr id="411" name="Google Shape;411;p82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82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p82"/>
          <p:cNvGrpSpPr/>
          <p:nvPr/>
        </p:nvGrpSpPr>
        <p:grpSpPr>
          <a:xfrm rot="-8783172">
            <a:off x="8186883" y="-116117"/>
            <a:ext cx="981289" cy="1444896"/>
            <a:chOff x="3922000" y="2234050"/>
            <a:chExt cx="981275" cy="1444875"/>
          </a:xfrm>
        </p:grpSpPr>
        <p:sp>
          <p:nvSpPr>
            <p:cNvPr id="414" name="Google Shape;414;p82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82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6" name="Google Shape;416;p82"/>
          <p:cNvGrpSpPr/>
          <p:nvPr/>
        </p:nvGrpSpPr>
        <p:grpSpPr>
          <a:xfrm rot="1850279">
            <a:off x="345803" y="3785588"/>
            <a:ext cx="1039075" cy="1458191"/>
            <a:chOff x="4841950" y="633750"/>
            <a:chExt cx="1039100" cy="1458225"/>
          </a:xfrm>
        </p:grpSpPr>
        <p:sp>
          <p:nvSpPr>
            <p:cNvPr id="417" name="Google Shape;417;p82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82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82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82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82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82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82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82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" name="Google Shape;425;p82"/>
          <p:cNvGrpSpPr/>
          <p:nvPr/>
        </p:nvGrpSpPr>
        <p:grpSpPr>
          <a:xfrm rot="-2152442">
            <a:off x="8384138" y="3368993"/>
            <a:ext cx="667994" cy="1401837"/>
            <a:chOff x="3912125" y="621725"/>
            <a:chExt cx="668000" cy="1401850"/>
          </a:xfrm>
        </p:grpSpPr>
        <p:sp>
          <p:nvSpPr>
            <p:cNvPr id="426" name="Google Shape;426;p82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82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8" name="Google Shape;428;p82"/>
          <p:cNvGrpSpPr/>
          <p:nvPr/>
        </p:nvGrpSpPr>
        <p:grpSpPr>
          <a:xfrm rot="-3144145">
            <a:off x="7706005" y="4162249"/>
            <a:ext cx="853133" cy="1104879"/>
            <a:chOff x="2833850" y="2350550"/>
            <a:chExt cx="853150" cy="1104900"/>
          </a:xfrm>
        </p:grpSpPr>
        <p:sp>
          <p:nvSpPr>
            <p:cNvPr id="429" name="Google Shape;429;p82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82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1" name="Google Shape;431;p82"/>
          <p:cNvGrpSpPr/>
          <p:nvPr/>
        </p:nvGrpSpPr>
        <p:grpSpPr>
          <a:xfrm rot="2700000">
            <a:off x="-261212" y="3287969"/>
            <a:ext cx="919399" cy="988141"/>
            <a:chOff x="1603825" y="2277075"/>
            <a:chExt cx="1062450" cy="1193375"/>
          </a:xfrm>
        </p:grpSpPr>
        <p:sp>
          <p:nvSpPr>
            <p:cNvPr id="432" name="Google Shape;432;p82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82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6" name="Google Shape;436;p83"/>
          <p:cNvSpPr txBox="1"/>
          <p:nvPr>
            <p:ph idx="1" type="subTitle"/>
          </p:nvPr>
        </p:nvSpPr>
        <p:spPr>
          <a:xfrm>
            <a:off x="937523" y="2230087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83"/>
          <p:cNvSpPr txBox="1"/>
          <p:nvPr>
            <p:ph idx="2" type="subTitle"/>
          </p:nvPr>
        </p:nvSpPr>
        <p:spPr>
          <a:xfrm>
            <a:off x="3469769" y="2230087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83"/>
          <p:cNvSpPr txBox="1"/>
          <p:nvPr>
            <p:ph idx="3" type="subTitle"/>
          </p:nvPr>
        </p:nvSpPr>
        <p:spPr>
          <a:xfrm>
            <a:off x="6002014" y="2230087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83"/>
          <p:cNvSpPr txBox="1"/>
          <p:nvPr>
            <p:ph idx="4" type="subTitle"/>
          </p:nvPr>
        </p:nvSpPr>
        <p:spPr>
          <a:xfrm>
            <a:off x="937523" y="3715501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83"/>
          <p:cNvSpPr txBox="1"/>
          <p:nvPr>
            <p:ph idx="5" type="subTitle"/>
          </p:nvPr>
        </p:nvSpPr>
        <p:spPr>
          <a:xfrm>
            <a:off x="3469769" y="3715501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83"/>
          <p:cNvSpPr txBox="1"/>
          <p:nvPr>
            <p:ph idx="6" type="subTitle"/>
          </p:nvPr>
        </p:nvSpPr>
        <p:spPr>
          <a:xfrm>
            <a:off x="6002014" y="3715501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83"/>
          <p:cNvSpPr txBox="1"/>
          <p:nvPr>
            <p:ph idx="7" type="subTitle"/>
          </p:nvPr>
        </p:nvSpPr>
        <p:spPr>
          <a:xfrm>
            <a:off x="932900" y="1835491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3" name="Google Shape;443;p83"/>
          <p:cNvSpPr txBox="1"/>
          <p:nvPr>
            <p:ph idx="8" type="subTitle"/>
          </p:nvPr>
        </p:nvSpPr>
        <p:spPr>
          <a:xfrm>
            <a:off x="3469769" y="1835491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4" name="Google Shape;444;p83"/>
          <p:cNvSpPr txBox="1"/>
          <p:nvPr>
            <p:ph idx="9" type="subTitle"/>
          </p:nvPr>
        </p:nvSpPr>
        <p:spPr>
          <a:xfrm>
            <a:off x="6006637" y="1835491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5" name="Google Shape;445;p83"/>
          <p:cNvSpPr txBox="1"/>
          <p:nvPr>
            <p:ph idx="13" type="subTitle"/>
          </p:nvPr>
        </p:nvSpPr>
        <p:spPr>
          <a:xfrm>
            <a:off x="932900" y="3333164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6" name="Google Shape;446;p83"/>
          <p:cNvSpPr txBox="1"/>
          <p:nvPr>
            <p:ph idx="14" type="subTitle"/>
          </p:nvPr>
        </p:nvSpPr>
        <p:spPr>
          <a:xfrm>
            <a:off x="3469769" y="3333164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7" name="Google Shape;447;p83"/>
          <p:cNvSpPr txBox="1"/>
          <p:nvPr>
            <p:ph idx="15" type="subTitle"/>
          </p:nvPr>
        </p:nvSpPr>
        <p:spPr>
          <a:xfrm>
            <a:off x="6006637" y="3333164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48" name="Google Shape;448;p83"/>
          <p:cNvGrpSpPr/>
          <p:nvPr/>
        </p:nvGrpSpPr>
        <p:grpSpPr>
          <a:xfrm rot="-8100000">
            <a:off x="8499349" y="145324"/>
            <a:ext cx="667994" cy="1401837"/>
            <a:chOff x="3912125" y="621725"/>
            <a:chExt cx="668000" cy="1401850"/>
          </a:xfrm>
        </p:grpSpPr>
        <p:sp>
          <p:nvSpPr>
            <p:cNvPr id="449" name="Google Shape;449;p83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83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p83"/>
          <p:cNvGrpSpPr/>
          <p:nvPr/>
        </p:nvGrpSpPr>
        <p:grpSpPr>
          <a:xfrm rot="2195099">
            <a:off x="-71377" y="4003324"/>
            <a:ext cx="764910" cy="859169"/>
            <a:chOff x="1603825" y="2277075"/>
            <a:chExt cx="1062450" cy="1193375"/>
          </a:xfrm>
        </p:grpSpPr>
        <p:sp>
          <p:nvSpPr>
            <p:cNvPr id="452" name="Google Shape;452;p83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83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" name="Google Shape;454;p83"/>
          <p:cNvGrpSpPr/>
          <p:nvPr/>
        </p:nvGrpSpPr>
        <p:grpSpPr>
          <a:xfrm rot="388111">
            <a:off x="626939" y="4350682"/>
            <a:ext cx="706403" cy="1040141"/>
            <a:chOff x="3922000" y="2234050"/>
            <a:chExt cx="981275" cy="1444875"/>
          </a:xfrm>
        </p:grpSpPr>
        <p:sp>
          <p:nvSpPr>
            <p:cNvPr id="455" name="Google Shape;455;p83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83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" name="Google Shape;457;p83"/>
          <p:cNvGrpSpPr/>
          <p:nvPr/>
        </p:nvGrpSpPr>
        <p:grpSpPr>
          <a:xfrm rot="6477070">
            <a:off x="599121" y="-353241"/>
            <a:ext cx="619612" cy="1321473"/>
            <a:chOff x="5213900" y="2291150"/>
            <a:chExt cx="619625" cy="1321500"/>
          </a:xfrm>
        </p:grpSpPr>
        <p:sp>
          <p:nvSpPr>
            <p:cNvPr id="458" name="Google Shape;458;p83"/>
            <p:cNvSpPr/>
            <p:nvPr/>
          </p:nvSpPr>
          <p:spPr>
            <a:xfrm>
              <a:off x="5213900" y="2291150"/>
              <a:ext cx="619625" cy="1079225"/>
            </a:xfrm>
            <a:custGeom>
              <a:rect b="b" l="l" r="r" t="t"/>
              <a:pathLst>
                <a:path extrusionOk="0" h="43169" w="24785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83"/>
            <p:cNvSpPr/>
            <p:nvPr/>
          </p:nvSpPr>
          <p:spPr>
            <a:xfrm>
              <a:off x="5333975" y="2434475"/>
              <a:ext cx="258550" cy="1178175"/>
            </a:xfrm>
            <a:custGeom>
              <a:rect b="b" l="l" r="r" t="t"/>
              <a:pathLst>
                <a:path extrusionOk="0" h="47127" w="10342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0" name="Google Shape;460;p83"/>
          <p:cNvGrpSpPr/>
          <p:nvPr/>
        </p:nvGrpSpPr>
        <p:grpSpPr>
          <a:xfrm rot="8564605">
            <a:off x="32264" y="-29697"/>
            <a:ext cx="700788" cy="1470658"/>
            <a:chOff x="3912125" y="621725"/>
            <a:chExt cx="668000" cy="1401850"/>
          </a:xfrm>
        </p:grpSpPr>
        <p:sp>
          <p:nvSpPr>
            <p:cNvPr id="461" name="Google Shape;461;p83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83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3" name="Google Shape;463;p83"/>
          <p:cNvGrpSpPr/>
          <p:nvPr/>
        </p:nvGrpSpPr>
        <p:grpSpPr>
          <a:xfrm rot="-1611584">
            <a:off x="8339834" y="3404468"/>
            <a:ext cx="981258" cy="1444850"/>
            <a:chOff x="3922000" y="2234050"/>
            <a:chExt cx="981275" cy="1444875"/>
          </a:xfrm>
        </p:grpSpPr>
        <p:sp>
          <p:nvSpPr>
            <p:cNvPr id="464" name="Google Shape;464;p83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83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" name="Google Shape;466;p83"/>
          <p:cNvGrpSpPr/>
          <p:nvPr/>
        </p:nvGrpSpPr>
        <p:grpSpPr>
          <a:xfrm flipH="1" rot="709829">
            <a:off x="7365448" y="4220602"/>
            <a:ext cx="878393" cy="986637"/>
            <a:chOff x="1603825" y="2277075"/>
            <a:chExt cx="1062450" cy="1193375"/>
          </a:xfrm>
        </p:grpSpPr>
        <p:sp>
          <p:nvSpPr>
            <p:cNvPr id="467" name="Google Shape;467;p83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83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9" name="Google Shape;469;p83"/>
          <p:cNvGrpSpPr/>
          <p:nvPr/>
        </p:nvGrpSpPr>
        <p:grpSpPr>
          <a:xfrm rot="-8100000">
            <a:off x="7721912" y="-384257"/>
            <a:ext cx="880089" cy="1235076"/>
            <a:chOff x="4841950" y="633750"/>
            <a:chExt cx="1039100" cy="1458225"/>
          </a:xfrm>
        </p:grpSpPr>
        <p:sp>
          <p:nvSpPr>
            <p:cNvPr id="470" name="Google Shape;470;p83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83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83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83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83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83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83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83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4"/>
          <p:cNvSpPr txBox="1"/>
          <p:nvPr>
            <p:ph type="title"/>
          </p:nvPr>
        </p:nvSpPr>
        <p:spPr>
          <a:xfrm>
            <a:off x="1932075" y="580415"/>
            <a:ext cx="5280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80" name="Google Shape;480;p84"/>
          <p:cNvSpPr txBox="1"/>
          <p:nvPr>
            <p:ph idx="1" type="subTitle"/>
          </p:nvPr>
        </p:nvSpPr>
        <p:spPr>
          <a:xfrm>
            <a:off x="1932075" y="1246027"/>
            <a:ext cx="5280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84"/>
          <p:cNvSpPr txBox="1"/>
          <p:nvPr>
            <p:ph idx="2" type="title"/>
          </p:nvPr>
        </p:nvSpPr>
        <p:spPr>
          <a:xfrm>
            <a:off x="1932075" y="2036557"/>
            <a:ext cx="5280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82" name="Google Shape;482;p84"/>
          <p:cNvSpPr txBox="1"/>
          <p:nvPr>
            <p:ph idx="3" type="subTitle"/>
          </p:nvPr>
        </p:nvSpPr>
        <p:spPr>
          <a:xfrm>
            <a:off x="1932075" y="2702169"/>
            <a:ext cx="5280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84"/>
          <p:cNvSpPr txBox="1"/>
          <p:nvPr>
            <p:ph idx="4" type="title"/>
          </p:nvPr>
        </p:nvSpPr>
        <p:spPr>
          <a:xfrm>
            <a:off x="1932075" y="3492712"/>
            <a:ext cx="5280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84" name="Google Shape;484;p84"/>
          <p:cNvSpPr txBox="1"/>
          <p:nvPr>
            <p:ph idx="5" type="subTitle"/>
          </p:nvPr>
        </p:nvSpPr>
        <p:spPr>
          <a:xfrm>
            <a:off x="1932075" y="4158324"/>
            <a:ext cx="5280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5" name="Google Shape;485;p84"/>
          <p:cNvGrpSpPr/>
          <p:nvPr/>
        </p:nvGrpSpPr>
        <p:grpSpPr>
          <a:xfrm flipH="1" rot="-927986">
            <a:off x="7650256" y="4135065"/>
            <a:ext cx="571876" cy="1200127"/>
            <a:chOff x="3912125" y="621725"/>
            <a:chExt cx="668000" cy="1401850"/>
          </a:xfrm>
        </p:grpSpPr>
        <p:sp>
          <p:nvSpPr>
            <p:cNvPr id="486" name="Google Shape;486;p84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84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8" name="Google Shape;488;p84"/>
          <p:cNvGrpSpPr/>
          <p:nvPr/>
        </p:nvGrpSpPr>
        <p:grpSpPr>
          <a:xfrm flipH="1" rot="-2016828">
            <a:off x="8209333" y="3530482"/>
            <a:ext cx="981289" cy="1444896"/>
            <a:chOff x="3922000" y="2234050"/>
            <a:chExt cx="981275" cy="1444875"/>
          </a:xfrm>
        </p:grpSpPr>
        <p:sp>
          <p:nvSpPr>
            <p:cNvPr id="489" name="Google Shape;489;p84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84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1" name="Google Shape;491;p84"/>
          <p:cNvGrpSpPr/>
          <p:nvPr/>
        </p:nvGrpSpPr>
        <p:grpSpPr>
          <a:xfrm flipH="1" rot="8100000">
            <a:off x="716501" y="-116925"/>
            <a:ext cx="919399" cy="988141"/>
            <a:chOff x="1603825" y="2277075"/>
            <a:chExt cx="1062450" cy="1193375"/>
          </a:xfrm>
        </p:grpSpPr>
        <p:sp>
          <p:nvSpPr>
            <p:cNvPr id="492" name="Google Shape;492;p84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84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p84"/>
          <p:cNvGrpSpPr/>
          <p:nvPr/>
        </p:nvGrpSpPr>
        <p:grpSpPr>
          <a:xfrm flipH="1" rot="-8647558">
            <a:off x="8406588" y="88430"/>
            <a:ext cx="667994" cy="1401837"/>
            <a:chOff x="3912125" y="621725"/>
            <a:chExt cx="668000" cy="1401850"/>
          </a:xfrm>
        </p:grpSpPr>
        <p:sp>
          <p:nvSpPr>
            <p:cNvPr id="495" name="Google Shape;495;p84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84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84"/>
          <p:cNvGrpSpPr/>
          <p:nvPr/>
        </p:nvGrpSpPr>
        <p:grpSpPr>
          <a:xfrm flipH="1" rot="-7655812">
            <a:off x="7781188" y="-419950"/>
            <a:ext cx="780013" cy="1010181"/>
            <a:chOff x="2833850" y="2350550"/>
            <a:chExt cx="853150" cy="1104900"/>
          </a:xfrm>
        </p:grpSpPr>
        <p:sp>
          <p:nvSpPr>
            <p:cNvPr id="498" name="Google Shape;498;p84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84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" name="Google Shape;500;p84"/>
          <p:cNvGrpSpPr/>
          <p:nvPr/>
        </p:nvGrpSpPr>
        <p:grpSpPr>
          <a:xfrm rot="2700000">
            <a:off x="559041" y="4267831"/>
            <a:ext cx="645699" cy="1355049"/>
            <a:chOff x="3912125" y="621725"/>
            <a:chExt cx="668000" cy="1401850"/>
          </a:xfrm>
        </p:grpSpPr>
        <p:sp>
          <p:nvSpPr>
            <p:cNvPr id="501" name="Google Shape;501;p84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84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" name="Google Shape;503;p84"/>
          <p:cNvGrpSpPr/>
          <p:nvPr/>
        </p:nvGrpSpPr>
        <p:grpSpPr>
          <a:xfrm rot="8449432">
            <a:off x="-329063" y="60250"/>
            <a:ext cx="1039090" cy="1458210"/>
            <a:chOff x="4841950" y="633750"/>
            <a:chExt cx="1039100" cy="1458225"/>
          </a:xfrm>
        </p:grpSpPr>
        <p:sp>
          <p:nvSpPr>
            <p:cNvPr id="504" name="Google Shape;504;p84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84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84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84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84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84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84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84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" name="Google Shape;512;p84"/>
          <p:cNvGrpSpPr/>
          <p:nvPr/>
        </p:nvGrpSpPr>
        <p:grpSpPr>
          <a:xfrm rot="2014410">
            <a:off x="-267167" y="4190598"/>
            <a:ext cx="709510" cy="918875"/>
            <a:chOff x="2833850" y="2350550"/>
            <a:chExt cx="853150" cy="1104900"/>
          </a:xfrm>
        </p:grpSpPr>
        <p:sp>
          <p:nvSpPr>
            <p:cNvPr id="513" name="Google Shape;513;p84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84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5"/>
          <p:cNvSpPr txBox="1"/>
          <p:nvPr>
            <p:ph type="ctrTitle"/>
          </p:nvPr>
        </p:nvSpPr>
        <p:spPr>
          <a:xfrm>
            <a:off x="2863200" y="669825"/>
            <a:ext cx="34176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7" name="Google Shape;517;p85"/>
          <p:cNvSpPr txBox="1"/>
          <p:nvPr>
            <p:ph idx="1" type="subTitle"/>
          </p:nvPr>
        </p:nvSpPr>
        <p:spPr>
          <a:xfrm>
            <a:off x="2758925" y="1704550"/>
            <a:ext cx="36261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18" name="Google Shape;518;p85"/>
          <p:cNvGrpSpPr/>
          <p:nvPr/>
        </p:nvGrpSpPr>
        <p:grpSpPr>
          <a:xfrm flipH="1" rot="-8520626">
            <a:off x="8267663" y="130627"/>
            <a:ext cx="981246" cy="1444833"/>
            <a:chOff x="3922000" y="2234050"/>
            <a:chExt cx="981275" cy="1444875"/>
          </a:xfrm>
        </p:grpSpPr>
        <p:sp>
          <p:nvSpPr>
            <p:cNvPr id="519" name="Google Shape;519;p85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85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" name="Google Shape;521;p85"/>
          <p:cNvGrpSpPr/>
          <p:nvPr/>
        </p:nvGrpSpPr>
        <p:grpSpPr>
          <a:xfrm rot="-9413182">
            <a:off x="7380046" y="-268684"/>
            <a:ext cx="940777" cy="1056709"/>
            <a:chOff x="1603825" y="2277075"/>
            <a:chExt cx="1062450" cy="1193375"/>
          </a:xfrm>
        </p:grpSpPr>
        <p:sp>
          <p:nvSpPr>
            <p:cNvPr id="522" name="Google Shape;522;p85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85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4" name="Google Shape;524;p85"/>
          <p:cNvGrpSpPr/>
          <p:nvPr/>
        </p:nvGrpSpPr>
        <p:grpSpPr>
          <a:xfrm rot="2885086">
            <a:off x="566457" y="4169319"/>
            <a:ext cx="591248" cy="1451209"/>
            <a:chOff x="2978125" y="596500"/>
            <a:chExt cx="591275" cy="1451275"/>
          </a:xfrm>
        </p:grpSpPr>
        <p:sp>
          <p:nvSpPr>
            <p:cNvPr id="525" name="Google Shape;525;p85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85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7" name="Google Shape;527;p85"/>
          <p:cNvGrpSpPr/>
          <p:nvPr/>
        </p:nvGrpSpPr>
        <p:grpSpPr>
          <a:xfrm rot="-2760288">
            <a:off x="7883168" y="4162751"/>
            <a:ext cx="668002" cy="1401854"/>
            <a:chOff x="3912125" y="621725"/>
            <a:chExt cx="668000" cy="1401850"/>
          </a:xfrm>
        </p:grpSpPr>
        <p:sp>
          <p:nvSpPr>
            <p:cNvPr id="528" name="Google Shape;528;p85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85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0" name="Google Shape;530;p85"/>
          <p:cNvGrpSpPr/>
          <p:nvPr/>
        </p:nvGrpSpPr>
        <p:grpSpPr>
          <a:xfrm rot="7151584">
            <a:off x="-139462" y="196657"/>
            <a:ext cx="935448" cy="1312765"/>
            <a:chOff x="4841950" y="633750"/>
            <a:chExt cx="1039100" cy="1458225"/>
          </a:xfrm>
        </p:grpSpPr>
        <p:sp>
          <p:nvSpPr>
            <p:cNvPr id="531" name="Google Shape;531;p85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85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85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85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85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85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85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85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9" name="Google Shape;539;p85"/>
          <p:cNvGrpSpPr/>
          <p:nvPr/>
        </p:nvGrpSpPr>
        <p:grpSpPr>
          <a:xfrm rot="7655812">
            <a:off x="571356" y="-298837"/>
            <a:ext cx="780013" cy="1010181"/>
            <a:chOff x="2833850" y="2350550"/>
            <a:chExt cx="853150" cy="1104900"/>
          </a:xfrm>
        </p:grpSpPr>
        <p:sp>
          <p:nvSpPr>
            <p:cNvPr id="540" name="Google Shape;540;p85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85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2" name="Google Shape;542;p85"/>
          <p:cNvGrpSpPr/>
          <p:nvPr/>
        </p:nvGrpSpPr>
        <p:grpSpPr>
          <a:xfrm rot="-1676785">
            <a:off x="8573870" y="3730394"/>
            <a:ext cx="591217" cy="1451133"/>
            <a:chOff x="2978125" y="596500"/>
            <a:chExt cx="591275" cy="1451275"/>
          </a:xfrm>
        </p:grpSpPr>
        <p:sp>
          <p:nvSpPr>
            <p:cNvPr id="543" name="Google Shape;543;p85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85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5" name="Google Shape;545;p85"/>
          <p:cNvGrpSpPr/>
          <p:nvPr/>
        </p:nvGrpSpPr>
        <p:grpSpPr>
          <a:xfrm rot="1800122">
            <a:off x="-75804" y="3739707"/>
            <a:ext cx="808128" cy="1189926"/>
            <a:chOff x="3922000" y="2234050"/>
            <a:chExt cx="981275" cy="1444875"/>
          </a:xfrm>
        </p:grpSpPr>
        <p:sp>
          <p:nvSpPr>
            <p:cNvPr id="546" name="Google Shape;546;p85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85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8" name="Google Shape;548;p85"/>
          <p:cNvSpPr txBox="1"/>
          <p:nvPr/>
        </p:nvSpPr>
        <p:spPr>
          <a:xfrm>
            <a:off x="2071325" y="3492400"/>
            <a:ext cx="50013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rgbClr val="43434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b="0" i="0" lang="en" sz="1200" u="none" cap="none" strike="noStrike">
                <a:solidFill>
                  <a:srgbClr val="43434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including icons by </a:t>
            </a:r>
            <a:r>
              <a:rPr b="1" i="0" lang="en" sz="1200" u="none" cap="none" strike="noStrike">
                <a:solidFill>
                  <a:srgbClr val="43434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" sz="1200" u="none" cap="none" strike="noStrik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0" i="0" lang="en" sz="1200" u="none" cap="none" strike="noStrike">
                <a:solidFill>
                  <a:srgbClr val="43434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and infographics &amp; images by</a:t>
            </a:r>
            <a:r>
              <a:rPr b="0" i="0" lang="en" sz="1200" u="none" cap="none" strike="noStrik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i="0" lang="en" sz="1200" u="none" cap="none" strike="noStrike">
                <a:solidFill>
                  <a:srgbClr val="43434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86"/>
          <p:cNvGrpSpPr/>
          <p:nvPr/>
        </p:nvGrpSpPr>
        <p:grpSpPr>
          <a:xfrm rot="-7434548">
            <a:off x="7859941" y="-385355"/>
            <a:ext cx="767392" cy="993836"/>
            <a:chOff x="2833850" y="2350550"/>
            <a:chExt cx="853150" cy="1104900"/>
          </a:xfrm>
        </p:grpSpPr>
        <p:sp>
          <p:nvSpPr>
            <p:cNvPr id="551" name="Google Shape;551;p86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86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3" name="Google Shape;553;p86"/>
          <p:cNvGrpSpPr/>
          <p:nvPr/>
        </p:nvGrpSpPr>
        <p:grpSpPr>
          <a:xfrm rot="990298">
            <a:off x="-143447" y="3833239"/>
            <a:ext cx="1039105" cy="1458232"/>
            <a:chOff x="4841950" y="633750"/>
            <a:chExt cx="1039100" cy="1458225"/>
          </a:xfrm>
        </p:grpSpPr>
        <p:sp>
          <p:nvSpPr>
            <p:cNvPr id="554" name="Google Shape;554;p86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86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86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86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86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86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86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86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" name="Google Shape;562;p86"/>
          <p:cNvGrpSpPr/>
          <p:nvPr/>
        </p:nvGrpSpPr>
        <p:grpSpPr>
          <a:xfrm>
            <a:off x="814926" y="4421294"/>
            <a:ext cx="913176" cy="1025825"/>
            <a:chOff x="1603825" y="2277075"/>
            <a:chExt cx="1062450" cy="1193375"/>
          </a:xfrm>
        </p:grpSpPr>
        <p:sp>
          <p:nvSpPr>
            <p:cNvPr id="563" name="Google Shape;563;p86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86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5" name="Google Shape;565;p86"/>
          <p:cNvGrpSpPr/>
          <p:nvPr/>
        </p:nvGrpSpPr>
        <p:grpSpPr>
          <a:xfrm rot="6477070">
            <a:off x="599121" y="-353241"/>
            <a:ext cx="619612" cy="1321473"/>
            <a:chOff x="5213900" y="2291150"/>
            <a:chExt cx="619625" cy="1321500"/>
          </a:xfrm>
        </p:grpSpPr>
        <p:sp>
          <p:nvSpPr>
            <p:cNvPr id="566" name="Google Shape;566;p86"/>
            <p:cNvSpPr/>
            <p:nvPr/>
          </p:nvSpPr>
          <p:spPr>
            <a:xfrm>
              <a:off x="5213900" y="2291150"/>
              <a:ext cx="619625" cy="1079225"/>
            </a:xfrm>
            <a:custGeom>
              <a:rect b="b" l="l" r="r" t="t"/>
              <a:pathLst>
                <a:path extrusionOk="0" h="43169" w="24785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86"/>
            <p:cNvSpPr/>
            <p:nvPr/>
          </p:nvSpPr>
          <p:spPr>
            <a:xfrm>
              <a:off x="5333975" y="2434475"/>
              <a:ext cx="258550" cy="1178175"/>
            </a:xfrm>
            <a:custGeom>
              <a:rect b="b" l="l" r="r" t="t"/>
              <a:pathLst>
                <a:path extrusionOk="0" h="47127" w="10342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Google Shape;568;p86"/>
          <p:cNvGrpSpPr/>
          <p:nvPr/>
        </p:nvGrpSpPr>
        <p:grpSpPr>
          <a:xfrm rot="8564605">
            <a:off x="32264" y="-29697"/>
            <a:ext cx="700788" cy="1470658"/>
            <a:chOff x="3912125" y="621725"/>
            <a:chExt cx="668000" cy="1401850"/>
          </a:xfrm>
        </p:grpSpPr>
        <p:sp>
          <p:nvSpPr>
            <p:cNvPr id="569" name="Google Shape;569;p86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86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1" name="Google Shape;571;p86"/>
          <p:cNvGrpSpPr/>
          <p:nvPr/>
        </p:nvGrpSpPr>
        <p:grpSpPr>
          <a:xfrm rot="-10067064">
            <a:off x="8569648" y="-98103"/>
            <a:ext cx="668028" cy="1401910"/>
            <a:chOff x="3912125" y="621725"/>
            <a:chExt cx="668000" cy="1401850"/>
          </a:xfrm>
        </p:grpSpPr>
        <p:sp>
          <p:nvSpPr>
            <p:cNvPr id="572" name="Google Shape;572;p86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86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87"/>
          <p:cNvGrpSpPr/>
          <p:nvPr/>
        </p:nvGrpSpPr>
        <p:grpSpPr>
          <a:xfrm rot="8520626">
            <a:off x="-257053" y="61227"/>
            <a:ext cx="981246" cy="1444833"/>
            <a:chOff x="3922000" y="2234050"/>
            <a:chExt cx="981275" cy="1444875"/>
          </a:xfrm>
        </p:grpSpPr>
        <p:sp>
          <p:nvSpPr>
            <p:cNvPr id="576" name="Google Shape;576;p87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87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8" name="Google Shape;578;p87"/>
          <p:cNvGrpSpPr/>
          <p:nvPr/>
        </p:nvGrpSpPr>
        <p:grpSpPr>
          <a:xfrm flipH="1" rot="9413182">
            <a:off x="920808" y="-322109"/>
            <a:ext cx="940777" cy="1056709"/>
            <a:chOff x="1603825" y="2277075"/>
            <a:chExt cx="1062450" cy="1193375"/>
          </a:xfrm>
        </p:grpSpPr>
        <p:sp>
          <p:nvSpPr>
            <p:cNvPr id="579" name="Google Shape;579;p87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87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1" name="Google Shape;581;p87"/>
          <p:cNvGrpSpPr/>
          <p:nvPr/>
        </p:nvGrpSpPr>
        <p:grpSpPr>
          <a:xfrm flipH="1" rot="-2885086">
            <a:off x="7990251" y="4169319"/>
            <a:ext cx="591248" cy="1451209"/>
            <a:chOff x="2978125" y="596500"/>
            <a:chExt cx="591275" cy="1451275"/>
          </a:xfrm>
        </p:grpSpPr>
        <p:sp>
          <p:nvSpPr>
            <p:cNvPr id="582" name="Google Shape;582;p87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87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4" name="Google Shape;584;p87"/>
          <p:cNvGrpSpPr/>
          <p:nvPr/>
        </p:nvGrpSpPr>
        <p:grpSpPr>
          <a:xfrm flipH="1" rot="-1800122">
            <a:off x="8415631" y="3739707"/>
            <a:ext cx="808128" cy="1189926"/>
            <a:chOff x="3922000" y="2234050"/>
            <a:chExt cx="981275" cy="1444875"/>
          </a:xfrm>
        </p:grpSpPr>
        <p:sp>
          <p:nvSpPr>
            <p:cNvPr id="585" name="Google Shape;585;p87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87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7" name="Google Shape;587;p87"/>
          <p:cNvGrpSpPr/>
          <p:nvPr/>
        </p:nvGrpSpPr>
        <p:grpSpPr>
          <a:xfrm flipH="1" rot="2760288">
            <a:off x="596786" y="4162751"/>
            <a:ext cx="668002" cy="1401854"/>
            <a:chOff x="3912125" y="621725"/>
            <a:chExt cx="668000" cy="1401850"/>
          </a:xfrm>
        </p:grpSpPr>
        <p:sp>
          <p:nvSpPr>
            <p:cNvPr id="588" name="Google Shape;588;p87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87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0" name="Google Shape;590;p87"/>
          <p:cNvGrpSpPr/>
          <p:nvPr/>
        </p:nvGrpSpPr>
        <p:grpSpPr>
          <a:xfrm flipH="1" rot="-7151584">
            <a:off x="8351970" y="196657"/>
            <a:ext cx="935448" cy="1312765"/>
            <a:chOff x="4841950" y="633750"/>
            <a:chExt cx="1039100" cy="1458225"/>
          </a:xfrm>
        </p:grpSpPr>
        <p:sp>
          <p:nvSpPr>
            <p:cNvPr id="591" name="Google Shape;591;p87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87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87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87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87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87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87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87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87"/>
          <p:cNvGrpSpPr/>
          <p:nvPr/>
        </p:nvGrpSpPr>
        <p:grpSpPr>
          <a:xfrm flipH="1" rot="1676785">
            <a:off x="-17131" y="3730394"/>
            <a:ext cx="591217" cy="1451133"/>
            <a:chOff x="2978125" y="596500"/>
            <a:chExt cx="591275" cy="1451275"/>
          </a:xfrm>
        </p:grpSpPr>
        <p:sp>
          <p:nvSpPr>
            <p:cNvPr id="600" name="Google Shape;600;p87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87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2" name="Google Shape;602;p87"/>
          <p:cNvGrpSpPr/>
          <p:nvPr/>
        </p:nvGrpSpPr>
        <p:grpSpPr>
          <a:xfrm flipH="1" rot="-7655812">
            <a:off x="7796588" y="-298837"/>
            <a:ext cx="780013" cy="1010181"/>
            <a:chOff x="2833850" y="2350550"/>
            <a:chExt cx="853150" cy="1104900"/>
          </a:xfrm>
        </p:grpSpPr>
        <p:sp>
          <p:nvSpPr>
            <p:cNvPr id="603" name="Google Shape;603;p87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87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5" name="Google Shape;605;p87"/>
          <p:cNvGrpSpPr/>
          <p:nvPr/>
        </p:nvGrpSpPr>
        <p:grpSpPr>
          <a:xfrm>
            <a:off x="6557744" y="581271"/>
            <a:ext cx="1667255" cy="1504197"/>
            <a:chOff x="540900" y="3060200"/>
            <a:chExt cx="2141350" cy="1931925"/>
          </a:xfrm>
        </p:grpSpPr>
        <p:sp>
          <p:nvSpPr>
            <p:cNvPr id="606" name="Google Shape;606;p87"/>
            <p:cNvSpPr/>
            <p:nvPr/>
          </p:nvSpPr>
          <p:spPr>
            <a:xfrm>
              <a:off x="540900" y="3060200"/>
              <a:ext cx="2141350" cy="1931925"/>
            </a:xfrm>
            <a:custGeom>
              <a:rect b="b" l="l" r="r" t="t"/>
              <a:pathLst>
                <a:path extrusionOk="0" h="77277" w="85654">
                  <a:moveTo>
                    <a:pt x="43942" y="0"/>
                  </a:moveTo>
                  <a:cubicBezTo>
                    <a:pt x="40087" y="0"/>
                    <a:pt x="37157" y="1896"/>
                    <a:pt x="34305" y="5113"/>
                  </a:cubicBezTo>
                  <a:lnTo>
                    <a:pt x="34305" y="5041"/>
                  </a:lnTo>
                  <a:lnTo>
                    <a:pt x="34305" y="4997"/>
                  </a:lnTo>
                  <a:cubicBezTo>
                    <a:pt x="34305" y="4867"/>
                    <a:pt x="34305" y="4736"/>
                    <a:pt x="34291" y="4606"/>
                  </a:cubicBezTo>
                  <a:lnTo>
                    <a:pt x="34291" y="4577"/>
                  </a:lnTo>
                  <a:cubicBezTo>
                    <a:pt x="34276" y="4446"/>
                    <a:pt x="34233" y="4316"/>
                    <a:pt x="34204" y="4200"/>
                  </a:cubicBezTo>
                  <a:cubicBezTo>
                    <a:pt x="34204" y="4156"/>
                    <a:pt x="34175" y="4142"/>
                    <a:pt x="34160" y="4098"/>
                  </a:cubicBezTo>
                  <a:cubicBezTo>
                    <a:pt x="34146" y="4069"/>
                    <a:pt x="34146" y="4025"/>
                    <a:pt x="34131" y="4011"/>
                  </a:cubicBezTo>
                  <a:cubicBezTo>
                    <a:pt x="34088" y="3924"/>
                    <a:pt x="34059" y="3837"/>
                    <a:pt x="34001" y="3735"/>
                  </a:cubicBezTo>
                  <a:lnTo>
                    <a:pt x="33986" y="3721"/>
                  </a:lnTo>
                  <a:cubicBezTo>
                    <a:pt x="33928" y="3590"/>
                    <a:pt x="33856" y="3489"/>
                    <a:pt x="33769" y="3373"/>
                  </a:cubicBezTo>
                  <a:cubicBezTo>
                    <a:pt x="33740" y="3358"/>
                    <a:pt x="33740" y="3344"/>
                    <a:pt x="33725" y="3344"/>
                  </a:cubicBezTo>
                  <a:cubicBezTo>
                    <a:pt x="33638" y="3228"/>
                    <a:pt x="33565" y="3141"/>
                    <a:pt x="33449" y="3039"/>
                  </a:cubicBezTo>
                  <a:cubicBezTo>
                    <a:pt x="33435" y="3010"/>
                    <a:pt x="33420" y="2996"/>
                    <a:pt x="33406" y="2996"/>
                  </a:cubicBezTo>
                  <a:cubicBezTo>
                    <a:pt x="33304" y="2909"/>
                    <a:pt x="33203" y="2822"/>
                    <a:pt x="33087" y="2749"/>
                  </a:cubicBezTo>
                  <a:lnTo>
                    <a:pt x="33072" y="2749"/>
                  </a:lnTo>
                  <a:cubicBezTo>
                    <a:pt x="32971" y="2677"/>
                    <a:pt x="32855" y="2604"/>
                    <a:pt x="32724" y="2546"/>
                  </a:cubicBezTo>
                  <a:cubicBezTo>
                    <a:pt x="32710" y="2546"/>
                    <a:pt x="32695" y="2531"/>
                    <a:pt x="32681" y="2531"/>
                  </a:cubicBezTo>
                  <a:cubicBezTo>
                    <a:pt x="32550" y="2473"/>
                    <a:pt x="32434" y="2415"/>
                    <a:pt x="32318" y="2386"/>
                  </a:cubicBezTo>
                  <a:cubicBezTo>
                    <a:pt x="32289" y="2386"/>
                    <a:pt x="32275" y="2357"/>
                    <a:pt x="32260" y="2357"/>
                  </a:cubicBezTo>
                  <a:cubicBezTo>
                    <a:pt x="31984" y="2285"/>
                    <a:pt x="31709" y="2256"/>
                    <a:pt x="31448" y="2256"/>
                  </a:cubicBezTo>
                  <a:lnTo>
                    <a:pt x="31404" y="2256"/>
                  </a:lnTo>
                  <a:cubicBezTo>
                    <a:pt x="31259" y="2256"/>
                    <a:pt x="31129" y="2270"/>
                    <a:pt x="30984" y="2314"/>
                  </a:cubicBezTo>
                  <a:lnTo>
                    <a:pt x="30955" y="2314"/>
                  </a:lnTo>
                  <a:cubicBezTo>
                    <a:pt x="14143" y="5737"/>
                    <a:pt x="11764" y="11539"/>
                    <a:pt x="13128" y="21722"/>
                  </a:cubicBezTo>
                  <a:cubicBezTo>
                    <a:pt x="13171" y="22012"/>
                    <a:pt x="13200" y="22302"/>
                    <a:pt x="13244" y="22577"/>
                  </a:cubicBezTo>
                  <a:cubicBezTo>
                    <a:pt x="13200" y="22519"/>
                    <a:pt x="13171" y="22447"/>
                    <a:pt x="13128" y="22403"/>
                  </a:cubicBezTo>
                  <a:cubicBezTo>
                    <a:pt x="13113" y="22374"/>
                    <a:pt x="13113" y="22360"/>
                    <a:pt x="13099" y="22345"/>
                  </a:cubicBezTo>
                  <a:cubicBezTo>
                    <a:pt x="13026" y="22229"/>
                    <a:pt x="12925" y="22142"/>
                    <a:pt x="12838" y="22041"/>
                  </a:cubicBezTo>
                  <a:lnTo>
                    <a:pt x="12809" y="21997"/>
                  </a:lnTo>
                  <a:cubicBezTo>
                    <a:pt x="12707" y="21910"/>
                    <a:pt x="12620" y="21823"/>
                    <a:pt x="12519" y="21751"/>
                  </a:cubicBezTo>
                  <a:cubicBezTo>
                    <a:pt x="12490" y="21751"/>
                    <a:pt x="12490" y="21722"/>
                    <a:pt x="12475" y="21722"/>
                  </a:cubicBezTo>
                  <a:cubicBezTo>
                    <a:pt x="12374" y="21649"/>
                    <a:pt x="12258" y="21577"/>
                    <a:pt x="12156" y="21533"/>
                  </a:cubicBezTo>
                  <a:cubicBezTo>
                    <a:pt x="12127" y="21504"/>
                    <a:pt x="12098" y="21490"/>
                    <a:pt x="12083" y="21490"/>
                  </a:cubicBezTo>
                  <a:cubicBezTo>
                    <a:pt x="12040" y="21475"/>
                    <a:pt x="12025" y="21461"/>
                    <a:pt x="11982" y="21432"/>
                  </a:cubicBezTo>
                  <a:cubicBezTo>
                    <a:pt x="11895" y="21403"/>
                    <a:pt x="11808" y="21359"/>
                    <a:pt x="11692" y="21330"/>
                  </a:cubicBezTo>
                  <a:lnTo>
                    <a:pt x="11677" y="21330"/>
                  </a:lnTo>
                  <a:cubicBezTo>
                    <a:pt x="11547" y="21287"/>
                    <a:pt x="11431" y="21258"/>
                    <a:pt x="11300" y="21243"/>
                  </a:cubicBezTo>
                  <a:cubicBezTo>
                    <a:pt x="11286" y="21243"/>
                    <a:pt x="11257" y="21243"/>
                    <a:pt x="11242" y="21214"/>
                  </a:cubicBezTo>
                  <a:cubicBezTo>
                    <a:pt x="11112" y="21200"/>
                    <a:pt x="10967" y="21200"/>
                    <a:pt x="10851" y="21200"/>
                  </a:cubicBezTo>
                  <a:lnTo>
                    <a:pt x="10778" y="21200"/>
                  </a:lnTo>
                  <a:cubicBezTo>
                    <a:pt x="10647" y="21200"/>
                    <a:pt x="10517" y="21214"/>
                    <a:pt x="10386" y="21243"/>
                  </a:cubicBezTo>
                  <a:lnTo>
                    <a:pt x="10357" y="21243"/>
                  </a:lnTo>
                  <a:cubicBezTo>
                    <a:pt x="10241" y="21258"/>
                    <a:pt x="10125" y="21287"/>
                    <a:pt x="10009" y="21330"/>
                  </a:cubicBezTo>
                  <a:cubicBezTo>
                    <a:pt x="9995" y="21330"/>
                    <a:pt x="9951" y="21345"/>
                    <a:pt x="9937" y="21345"/>
                  </a:cubicBezTo>
                  <a:cubicBezTo>
                    <a:pt x="9835" y="21388"/>
                    <a:pt x="9705" y="21432"/>
                    <a:pt x="9589" y="21490"/>
                  </a:cubicBezTo>
                  <a:cubicBezTo>
                    <a:pt x="9574" y="21504"/>
                    <a:pt x="9545" y="21533"/>
                    <a:pt x="9516" y="21533"/>
                  </a:cubicBezTo>
                  <a:cubicBezTo>
                    <a:pt x="9415" y="21577"/>
                    <a:pt x="9298" y="21649"/>
                    <a:pt x="9197" y="21751"/>
                  </a:cubicBezTo>
                  <a:lnTo>
                    <a:pt x="9182" y="21765"/>
                  </a:lnTo>
                  <a:cubicBezTo>
                    <a:pt x="9066" y="21838"/>
                    <a:pt x="8979" y="21925"/>
                    <a:pt x="8892" y="22012"/>
                  </a:cubicBezTo>
                  <a:lnTo>
                    <a:pt x="8849" y="22055"/>
                  </a:lnTo>
                  <a:cubicBezTo>
                    <a:pt x="8762" y="22142"/>
                    <a:pt x="8675" y="22258"/>
                    <a:pt x="8602" y="22374"/>
                  </a:cubicBezTo>
                  <a:lnTo>
                    <a:pt x="8573" y="22403"/>
                  </a:lnTo>
                  <a:cubicBezTo>
                    <a:pt x="1" y="35385"/>
                    <a:pt x="1176" y="41347"/>
                    <a:pt x="7587" y="47004"/>
                  </a:cubicBezTo>
                  <a:lnTo>
                    <a:pt x="7471" y="47004"/>
                  </a:lnTo>
                  <a:cubicBezTo>
                    <a:pt x="7340" y="47004"/>
                    <a:pt x="7224" y="47004"/>
                    <a:pt x="7094" y="47019"/>
                  </a:cubicBezTo>
                  <a:lnTo>
                    <a:pt x="7050" y="47019"/>
                  </a:lnTo>
                  <a:cubicBezTo>
                    <a:pt x="6934" y="47033"/>
                    <a:pt x="6804" y="47077"/>
                    <a:pt x="6673" y="47106"/>
                  </a:cubicBezTo>
                  <a:cubicBezTo>
                    <a:pt x="6644" y="47106"/>
                    <a:pt x="6615" y="47135"/>
                    <a:pt x="6586" y="47135"/>
                  </a:cubicBezTo>
                  <a:cubicBezTo>
                    <a:pt x="6543" y="47149"/>
                    <a:pt x="6514" y="47149"/>
                    <a:pt x="6499" y="47164"/>
                  </a:cubicBezTo>
                  <a:cubicBezTo>
                    <a:pt x="6397" y="47207"/>
                    <a:pt x="6310" y="47236"/>
                    <a:pt x="6223" y="47294"/>
                  </a:cubicBezTo>
                  <a:cubicBezTo>
                    <a:pt x="6223" y="47294"/>
                    <a:pt x="6209" y="47294"/>
                    <a:pt x="6209" y="47309"/>
                  </a:cubicBezTo>
                  <a:cubicBezTo>
                    <a:pt x="6078" y="47381"/>
                    <a:pt x="5962" y="47454"/>
                    <a:pt x="5861" y="47526"/>
                  </a:cubicBezTo>
                  <a:cubicBezTo>
                    <a:pt x="5846" y="47541"/>
                    <a:pt x="5846" y="47541"/>
                    <a:pt x="5817" y="47541"/>
                  </a:cubicBezTo>
                  <a:cubicBezTo>
                    <a:pt x="5716" y="47642"/>
                    <a:pt x="5600" y="47715"/>
                    <a:pt x="5513" y="47816"/>
                  </a:cubicBezTo>
                  <a:cubicBezTo>
                    <a:pt x="5498" y="47831"/>
                    <a:pt x="5484" y="47860"/>
                    <a:pt x="5484" y="47874"/>
                  </a:cubicBezTo>
                  <a:cubicBezTo>
                    <a:pt x="5382" y="47961"/>
                    <a:pt x="5295" y="48077"/>
                    <a:pt x="5223" y="48179"/>
                  </a:cubicBezTo>
                  <a:cubicBezTo>
                    <a:pt x="5223" y="48179"/>
                    <a:pt x="5223" y="48193"/>
                    <a:pt x="5208" y="48193"/>
                  </a:cubicBezTo>
                  <a:cubicBezTo>
                    <a:pt x="5136" y="48309"/>
                    <a:pt x="5078" y="48411"/>
                    <a:pt x="5005" y="48527"/>
                  </a:cubicBezTo>
                  <a:cubicBezTo>
                    <a:pt x="4990" y="48542"/>
                    <a:pt x="4990" y="48556"/>
                    <a:pt x="4976" y="48585"/>
                  </a:cubicBezTo>
                  <a:cubicBezTo>
                    <a:pt x="4918" y="48687"/>
                    <a:pt x="4874" y="48817"/>
                    <a:pt x="4831" y="48948"/>
                  </a:cubicBezTo>
                  <a:cubicBezTo>
                    <a:pt x="4831" y="48962"/>
                    <a:pt x="4802" y="48991"/>
                    <a:pt x="4802" y="49020"/>
                  </a:cubicBezTo>
                  <a:cubicBezTo>
                    <a:pt x="4773" y="49136"/>
                    <a:pt x="4729" y="49267"/>
                    <a:pt x="4729" y="49397"/>
                  </a:cubicBezTo>
                  <a:lnTo>
                    <a:pt x="4729" y="49412"/>
                  </a:lnTo>
                  <a:cubicBezTo>
                    <a:pt x="4715" y="49542"/>
                    <a:pt x="4715" y="49687"/>
                    <a:pt x="4715" y="49818"/>
                  </a:cubicBezTo>
                  <a:lnTo>
                    <a:pt x="4715" y="49862"/>
                  </a:lnTo>
                  <a:cubicBezTo>
                    <a:pt x="4715" y="49992"/>
                    <a:pt x="4729" y="50137"/>
                    <a:pt x="4773" y="50268"/>
                  </a:cubicBezTo>
                  <a:lnTo>
                    <a:pt x="4773" y="50297"/>
                  </a:lnTo>
                  <a:cubicBezTo>
                    <a:pt x="7683" y="64586"/>
                    <a:pt x="12311" y="68448"/>
                    <a:pt x="19896" y="68448"/>
                  </a:cubicBezTo>
                  <a:cubicBezTo>
                    <a:pt x="21235" y="68448"/>
                    <a:pt x="22665" y="68328"/>
                    <a:pt x="24195" y="68123"/>
                  </a:cubicBezTo>
                  <a:lnTo>
                    <a:pt x="24224" y="68123"/>
                  </a:lnTo>
                  <a:cubicBezTo>
                    <a:pt x="24746" y="68051"/>
                    <a:pt x="25254" y="67978"/>
                    <a:pt x="25747" y="67920"/>
                  </a:cubicBezTo>
                  <a:lnTo>
                    <a:pt x="25747" y="67920"/>
                  </a:lnTo>
                  <a:cubicBezTo>
                    <a:pt x="25733" y="67964"/>
                    <a:pt x="25733" y="67993"/>
                    <a:pt x="25718" y="68036"/>
                  </a:cubicBezTo>
                  <a:lnTo>
                    <a:pt x="25718" y="68051"/>
                  </a:lnTo>
                  <a:cubicBezTo>
                    <a:pt x="25675" y="68181"/>
                    <a:pt x="25646" y="68312"/>
                    <a:pt x="25617" y="68457"/>
                  </a:cubicBezTo>
                  <a:lnTo>
                    <a:pt x="25617" y="68501"/>
                  </a:lnTo>
                  <a:cubicBezTo>
                    <a:pt x="25602" y="68631"/>
                    <a:pt x="25602" y="68776"/>
                    <a:pt x="25602" y="68907"/>
                  </a:cubicBezTo>
                  <a:lnTo>
                    <a:pt x="25602" y="68979"/>
                  </a:lnTo>
                  <a:cubicBezTo>
                    <a:pt x="25602" y="69110"/>
                    <a:pt x="25617" y="69255"/>
                    <a:pt x="25646" y="69371"/>
                  </a:cubicBezTo>
                  <a:lnTo>
                    <a:pt x="25646" y="69400"/>
                  </a:lnTo>
                  <a:cubicBezTo>
                    <a:pt x="25660" y="69516"/>
                    <a:pt x="25689" y="69646"/>
                    <a:pt x="25733" y="69762"/>
                  </a:cubicBezTo>
                  <a:cubicBezTo>
                    <a:pt x="25733" y="69777"/>
                    <a:pt x="25747" y="69791"/>
                    <a:pt x="25747" y="69806"/>
                  </a:cubicBezTo>
                  <a:cubicBezTo>
                    <a:pt x="25791" y="69937"/>
                    <a:pt x="25834" y="70053"/>
                    <a:pt x="25907" y="70154"/>
                  </a:cubicBezTo>
                  <a:cubicBezTo>
                    <a:pt x="25936" y="70169"/>
                    <a:pt x="25936" y="70198"/>
                    <a:pt x="25950" y="70227"/>
                  </a:cubicBezTo>
                  <a:cubicBezTo>
                    <a:pt x="26023" y="70343"/>
                    <a:pt x="26095" y="70459"/>
                    <a:pt x="26168" y="70560"/>
                  </a:cubicBezTo>
                  <a:cubicBezTo>
                    <a:pt x="26255" y="70662"/>
                    <a:pt x="26342" y="70749"/>
                    <a:pt x="26443" y="70865"/>
                  </a:cubicBezTo>
                  <a:lnTo>
                    <a:pt x="26473" y="70894"/>
                  </a:lnTo>
                  <a:cubicBezTo>
                    <a:pt x="26560" y="70995"/>
                    <a:pt x="26676" y="71082"/>
                    <a:pt x="26806" y="71155"/>
                  </a:cubicBezTo>
                  <a:lnTo>
                    <a:pt x="26821" y="71169"/>
                  </a:lnTo>
                  <a:cubicBezTo>
                    <a:pt x="33261" y="75434"/>
                    <a:pt x="37975" y="77276"/>
                    <a:pt x="41775" y="77276"/>
                  </a:cubicBezTo>
                  <a:cubicBezTo>
                    <a:pt x="45634" y="77276"/>
                    <a:pt x="48564" y="75376"/>
                    <a:pt x="51407" y="72156"/>
                  </a:cubicBezTo>
                  <a:lnTo>
                    <a:pt x="51407" y="72228"/>
                  </a:lnTo>
                  <a:lnTo>
                    <a:pt x="51407" y="72272"/>
                  </a:lnTo>
                  <a:cubicBezTo>
                    <a:pt x="51407" y="72402"/>
                    <a:pt x="51407" y="72533"/>
                    <a:pt x="51421" y="72663"/>
                  </a:cubicBezTo>
                  <a:lnTo>
                    <a:pt x="51421" y="72692"/>
                  </a:lnTo>
                  <a:cubicBezTo>
                    <a:pt x="51436" y="72823"/>
                    <a:pt x="51479" y="72954"/>
                    <a:pt x="51508" y="73070"/>
                  </a:cubicBezTo>
                  <a:cubicBezTo>
                    <a:pt x="51508" y="73113"/>
                    <a:pt x="51537" y="73128"/>
                    <a:pt x="51552" y="73171"/>
                  </a:cubicBezTo>
                  <a:cubicBezTo>
                    <a:pt x="51566" y="73200"/>
                    <a:pt x="51566" y="73244"/>
                    <a:pt x="51581" y="73258"/>
                  </a:cubicBezTo>
                  <a:cubicBezTo>
                    <a:pt x="51610" y="73316"/>
                    <a:pt x="51639" y="73360"/>
                    <a:pt x="51653" y="73403"/>
                  </a:cubicBezTo>
                  <a:cubicBezTo>
                    <a:pt x="51682" y="73432"/>
                    <a:pt x="51697" y="73490"/>
                    <a:pt x="51711" y="73534"/>
                  </a:cubicBezTo>
                  <a:cubicBezTo>
                    <a:pt x="51726" y="73548"/>
                    <a:pt x="51726" y="73563"/>
                    <a:pt x="51755" y="73577"/>
                  </a:cubicBezTo>
                  <a:cubicBezTo>
                    <a:pt x="51784" y="73635"/>
                    <a:pt x="51798" y="73693"/>
                    <a:pt x="51842" y="73751"/>
                  </a:cubicBezTo>
                  <a:cubicBezTo>
                    <a:pt x="51871" y="73795"/>
                    <a:pt x="51914" y="73867"/>
                    <a:pt x="51972" y="73925"/>
                  </a:cubicBezTo>
                  <a:cubicBezTo>
                    <a:pt x="52001" y="73983"/>
                    <a:pt x="52045" y="74012"/>
                    <a:pt x="52074" y="74070"/>
                  </a:cubicBezTo>
                  <a:cubicBezTo>
                    <a:pt x="52132" y="74129"/>
                    <a:pt x="52161" y="74187"/>
                    <a:pt x="52219" y="74230"/>
                  </a:cubicBezTo>
                  <a:lnTo>
                    <a:pt x="52350" y="74361"/>
                  </a:lnTo>
                  <a:cubicBezTo>
                    <a:pt x="52408" y="74419"/>
                    <a:pt x="52451" y="74448"/>
                    <a:pt x="52509" y="74491"/>
                  </a:cubicBezTo>
                  <a:cubicBezTo>
                    <a:pt x="52567" y="74520"/>
                    <a:pt x="52596" y="74564"/>
                    <a:pt x="52654" y="74593"/>
                  </a:cubicBezTo>
                  <a:cubicBezTo>
                    <a:pt x="52712" y="74636"/>
                    <a:pt x="52785" y="74665"/>
                    <a:pt x="52857" y="74709"/>
                  </a:cubicBezTo>
                  <a:cubicBezTo>
                    <a:pt x="52915" y="74723"/>
                    <a:pt x="52944" y="74767"/>
                    <a:pt x="53002" y="74781"/>
                  </a:cubicBezTo>
                  <a:cubicBezTo>
                    <a:pt x="53075" y="74810"/>
                    <a:pt x="53147" y="74839"/>
                    <a:pt x="53220" y="74868"/>
                  </a:cubicBezTo>
                  <a:cubicBezTo>
                    <a:pt x="53278" y="74883"/>
                    <a:pt x="53321" y="74912"/>
                    <a:pt x="53365" y="74926"/>
                  </a:cubicBezTo>
                  <a:cubicBezTo>
                    <a:pt x="53437" y="74941"/>
                    <a:pt x="53524" y="74955"/>
                    <a:pt x="53597" y="74984"/>
                  </a:cubicBezTo>
                  <a:cubicBezTo>
                    <a:pt x="53655" y="74999"/>
                    <a:pt x="53713" y="74999"/>
                    <a:pt x="53742" y="75013"/>
                  </a:cubicBezTo>
                  <a:cubicBezTo>
                    <a:pt x="53829" y="75028"/>
                    <a:pt x="53931" y="75028"/>
                    <a:pt x="54032" y="75028"/>
                  </a:cubicBezTo>
                  <a:lnTo>
                    <a:pt x="54148" y="75028"/>
                  </a:lnTo>
                  <a:cubicBezTo>
                    <a:pt x="54235" y="75028"/>
                    <a:pt x="54322" y="75028"/>
                    <a:pt x="54409" y="75013"/>
                  </a:cubicBezTo>
                  <a:lnTo>
                    <a:pt x="54438" y="75013"/>
                  </a:lnTo>
                  <a:cubicBezTo>
                    <a:pt x="54511" y="75013"/>
                    <a:pt x="54598" y="74999"/>
                    <a:pt x="54670" y="74984"/>
                  </a:cubicBezTo>
                  <a:lnTo>
                    <a:pt x="54685" y="74984"/>
                  </a:lnTo>
                  <a:cubicBezTo>
                    <a:pt x="71496" y="71547"/>
                    <a:pt x="73875" y="65745"/>
                    <a:pt x="72512" y="55562"/>
                  </a:cubicBezTo>
                  <a:lnTo>
                    <a:pt x="72512" y="55518"/>
                  </a:lnTo>
                  <a:cubicBezTo>
                    <a:pt x="72468" y="55257"/>
                    <a:pt x="72439" y="54967"/>
                    <a:pt x="72396" y="54706"/>
                  </a:cubicBezTo>
                  <a:lnTo>
                    <a:pt x="72396" y="54706"/>
                  </a:lnTo>
                  <a:cubicBezTo>
                    <a:pt x="72439" y="54779"/>
                    <a:pt x="72468" y="54837"/>
                    <a:pt x="72526" y="54895"/>
                  </a:cubicBezTo>
                  <a:cubicBezTo>
                    <a:pt x="72541" y="54909"/>
                    <a:pt x="72541" y="54924"/>
                    <a:pt x="72570" y="54938"/>
                  </a:cubicBezTo>
                  <a:cubicBezTo>
                    <a:pt x="72642" y="55054"/>
                    <a:pt x="72729" y="55141"/>
                    <a:pt x="72816" y="55257"/>
                  </a:cubicBezTo>
                  <a:lnTo>
                    <a:pt x="72860" y="55286"/>
                  </a:lnTo>
                  <a:cubicBezTo>
                    <a:pt x="72947" y="55373"/>
                    <a:pt x="73034" y="55475"/>
                    <a:pt x="73150" y="55548"/>
                  </a:cubicBezTo>
                  <a:cubicBezTo>
                    <a:pt x="73164" y="55548"/>
                    <a:pt x="73164" y="55562"/>
                    <a:pt x="73179" y="55562"/>
                  </a:cubicBezTo>
                  <a:cubicBezTo>
                    <a:pt x="73295" y="55635"/>
                    <a:pt x="73396" y="55707"/>
                    <a:pt x="73527" y="55765"/>
                  </a:cubicBezTo>
                  <a:cubicBezTo>
                    <a:pt x="73541" y="55780"/>
                    <a:pt x="73585" y="55780"/>
                    <a:pt x="73599" y="55794"/>
                  </a:cubicBezTo>
                  <a:cubicBezTo>
                    <a:pt x="73629" y="55809"/>
                    <a:pt x="73658" y="55838"/>
                    <a:pt x="73687" y="55852"/>
                  </a:cubicBezTo>
                  <a:cubicBezTo>
                    <a:pt x="73774" y="55881"/>
                    <a:pt x="73890" y="55925"/>
                    <a:pt x="73977" y="55954"/>
                  </a:cubicBezTo>
                  <a:lnTo>
                    <a:pt x="73991" y="55954"/>
                  </a:lnTo>
                  <a:cubicBezTo>
                    <a:pt x="74122" y="55997"/>
                    <a:pt x="74238" y="56026"/>
                    <a:pt x="74354" y="56055"/>
                  </a:cubicBezTo>
                  <a:cubicBezTo>
                    <a:pt x="74397" y="56055"/>
                    <a:pt x="74412" y="56070"/>
                    <a:pt x="74455" y="56070"/>
                  </a:cubicBezTo>
                  <a:cubicBezTo>
                    <a:pt x="74571" y="56084"/>
                    <a:pt x="74702" y="56099"/>
                    <a:pt x="74832" y="56099"/>
                  </a:cubicBezTo>
                  <a:lnTo>
                    <a:pt x="74861" y="56099"/>
                  </a:lnTo>
                  <a:cubicBezTo>
                    <a:pt x="74977" y="56099"/>
                    <a:pt x="75079" y="56084"/>
                    <a:pt x="75195" y="56084"/>
                  </a:cubicBezTo>
                  <a:cubicBezTo>
                    <a:pt x="75224" y="56084"/>
                    <a:pt x="75268" y="56070"/>
                    <a:pt x="75326" y="56070"/>
                  </a:cubicBezTo>
                  <a:cubicBezTo>
                    <a:pt x="75398" y="56055"/>
                    <a:pt x="75485" y="56026"/>
                    <a:pt x="75558" y="56012"/>
                  </a:cubicBezTo>
                  <a:cubicBezTo>
                    <a:pt x="75587" y="55997"/>
                    <a:pt x="75645" y="55997"/>
                    <a:pt x="75688" y="55983"/>
                  </a:cubicBezTo>
                  <a:cubicBezTo>
                    <a:pt x="75761" y="55954"/>
                    <a:pt x="75833" y="55925"/>
                    <a:pt x="75906" y="55910"/>
                  </a:cubicBezTo>
                  <a:cubicBezTo>
                    <a:pt x="75935" y="55881"/>
                    <a:pt x="75993" y="55867"/>
                    <a:pt x="76022" y="55852"/>
                  </a:cubicBezTo>
                  <a:cubicBezTo>
                    <a:pt x="76094" y="55809"/>
                    <a:pt x="76152" y="55780"/>
                    <a:pt x="76225" y="55736"/>
                  </a:cubicBezTo>
                  <a:cubicBezTo>
                    <a:pt x="76268" y="55722"/>
                    <a:pt x="76312" y="55693"/>
                    <a:pt x="76355" y="55664"/>
                  </a:cubicBezTo>
                  <a:cubicBezTo>
                    <a:pt x="76428" y="55635"/>
                    <a:pt x="76486" y="55577"/>
                    <a:pt x="76530" y="55518"/>
                  </a:cubicBezTo>
                  <a:cubicBezTo>
                    <a:pt x="76573" y="55489"/>
                    <a:pt x="76602" y="55475"/>
                    <a:pt x="76646" y="55431"/>
                  </a:cubicBezTo>
                  <a:cubicBezTo>
                    <a:pt x="76718" y="55373"/>
                    <a:pt x="76776" y="55301"/>
                    <a:pt x="76820" y="55257"/>
                  </a:cubicBezTo>
                  <a:lnTo>
                    <a:pt x="76892" y="55185"/>
                  </a:lnTo>
                  <a:cubicBezTo>
                    <a:pt x="76965" y="55083"/>
                    <a:pt x="77037" y="54996"/>
                    <a:pt x="77110" y="54895"/>
                  </a:cubicBezTo>
                  <a:lnTo>
                    <a:pt x="77139" y="54866"/>
                  </a:lnTo>
                  <a:lnTo>
                    <a:pt x="77139" y="54851"/>
                  </a:lnTo>
                  <a:cubicBezTo>
                    <a:pt x="85653" y="41927"/>
                    <a:pt x="84478" y="35966"/>
                    <a:pt x="78082" y="30309"/>
                  </a:cubicBezTo>
                  <a:lnTo>
                    <a:pt x="78198" y="30309"/>
                  </a:lnTo>
                  <a:cubicBezTo>
                    <a:pt x="78299" y="30309"/>
                    <a:pt x="78401" y="30309"/>
                    <a:pt x="78502" y="30294"/>
                  </a:cubicBezTo>
                  <a:cubicBezTo>
                    <a:pt x="78531" y="30294"/>
                    <a:pt x="78546" y="30294"/>
                    <a:pt x="78575" y="30265"/>
                  </a:cubicBezTo>
                  <a:cubicBezTo>
                    <a:pt x="78647" y="30251"/>
                    <a:pt x="78720" y="30251"/>
                    <a:pt x="78821" y="30236"/>
                  </a:cubicBezTo>
                  <a:cubicBezTo>
                    <a:pt x="78850" y="30236"/>
                    <a:pt x="78865" y="30207"/>
                    <a:pt x="78908" y="30207"/>
                  </a:cubicBezTo>
                  <a:cubicBezTo>
                    <a:pt x="78981" y="30193"/>
                    <a:pt x="79068" y="30178"/>
                    <a:pt x="79140" y="30135"/>
                  </a:cubicBezTo>
                  <a:cubicBezTo>
                    <a:pt x="79169" y="30135"/>
                    <a:pt x="79184" y="30120"/>
                    <a:pt x="79198" y="30120"/>
                  </a:cubicBezTo>
                  <a:lnTo>
                    <a:pt x="79213" y="30120"/>
                  </a:lnTo>
                  <a:cubicBezTo>
                    <a:pt x="79314" y="30091"/>
                    <a:pt x="79402" y="30048"/>
                    <a:pt x="79489" y="29990"/>
                  </a:cubicBezTo>
                  <a:cubicBezTo>
                    <a:pt x="79489" y="29990"/>
                    <a:pt x="79503" y="29990"/>
                    <a:pt x="79503" y="29975"/>
                  </a:cubicBezTo>
                  <a:cubicBezTo>
                    <a:pt x="79634" y="29903"/>
                    <a:pt x="79750" y="29830"/>
                    <a:pt x="79851" y="29757"/>
                  </a:cubicBezTo>
                  <a:cubicBezTo>
                    <a:pt x="79866" y="29743"/>
                    <a:pt x="79866" y="29743"/>
                    <a:pt x="79895" y="29743"/>
                  </a:cubicBezTo>
                  <a:cubicBezTo>
                    <a:pt x="79996" y="29656"/>
                    <a:pt x="80083" y="29583"/>
                    <a:pt x="80199" y="29467"/>
                  </a:cubicBezTo>
                  <a:lnTo>
                    <a:pt x="80257" y="29409"/>
                  </a:lnTo>
                  <a:cubicBezTo>
                    <a:pt x="80344" y="29322"/>
                    <a:pt x="80431" y="29221"/>
                    <a:pt x="80504" y="29105"/>
                  </a:cubicBezTo>
                  <a:cubicBezTo>
                    <a:pt x="80504" y="29105"/>
                    <a:pt x="80504" y="29090"/>
                    <a:pt x="80518" y="29090"/>
                  </a:cubicBezTo>
                  <a:cubicBezTo>
                    <a:pt x="80591" y="28974"/>
                    <a:pt x="80649" y="28873"/>
                    <a:pt x="80721" y="28757"/>
                  </a:cubicBezTo>
                  <a:cubicBezTo>
                    <a:pt x="80736" y="28742"/>
                    <a:pt x="80736" y="28728"/>
                    <a:pt x="80765" y="28713"/>
                  </a:cubicBezTo>
                  <a:cubicBezTo>
                    <a:pt x="80809" y="28597"/>
                    <a:pt x="80852" y="28467"/>
                    <a:pt x="80910" y="28351"/>
                  </a:cubicBezTo>
                  <a:cubicBezTo>
                    <a:pt x="80910" y="28321"/>
                    <a:pt x="80925" y="28292"/>
                    <a:pt x="80925" y="28278"/>
                  </a:cubicBezTo>
                  <a:cubicBezTo>
                    <a:pt x="80954" y="28147"/>
                    <a:pt x="80997" y="28017"/>
                    <a:pt x="80997" y="27886"/>
                  </a:cubicBezTo>
                  <a:lnTo>
                    <a:pt x="80997" y="27872"/>
                  </a:lnTo>
                  <a:cubicBezTo>
                    <a:pt x="81012" y="27741"/>
                    <a:pt x="81012" y="27596"/>
                    <a:pt x="81012" y="27480"/>
                  </a:cubicBezTo>
                  <a:lnTo>
                    <a:pt x="81012" y="27422"/>
                  </a:lnTo>
                  <a:cubicBezTo>
                    <a:pt x="81012" y="27292"/>
                    <a:pt x="80997" y="27147"/>
                    <a:pt x="80954" y="27016"/>
                  </a:cubicBezTo>
                  <a:lnTo>
                    <a:pt x="80954" y="26987"/>
                  </a:lnTo>
                  <a:cubicBezTo>
                    <a:pt x="78044" y="12698"/>
                    <a:pt x="73416" y="8835"/>
                    <a:pt x="65840" y="8835"/>
                  </a:cubicBezTo>
                  <a:cubicBezTo>
                    <a:pt x="64502" y="8835"/>
                    <a:pt x="63073" y="8956"/>
                    <a:pt x="61546" y="9160"/>
                  </a:cubicBezTo>
                  <a:lnTo>
                    <a:pt x="61502" y="9160"/>
                  </a:lnTo>
                  <a:cubicBezTo>
                    <a:pt x="60980" y="9233"/>
                    <a:pt x="60472" y="9305"/>
                    <a:pt x="59979" y="9363"/>
                  </a:cubicBezTo>
                  <a:cubicBezTo>
                    <a:pt x="59994" y="9320"/>
                    <a:pt x="59994" y="9291"/>
                    <a:pt x="60023" y="9247"/>
                  </a:cubicBezTo>
                  <a:lnTo>
                    <a:pt x="60023" y="9233"/>
                  </a:lnTo>
                  <a:cubicBezTo>
                    <a:pt x="60052" y="9102"/>
                    <a:pt x="60095" y="8986"/>
                    <a:pt x="60110" y="8841"/>
                  </a:cubicBezTo>
                  <a:lnTo>
                    <a:pt x="60110" y="8783"/>
                  </a:lnTo>
                  <a:cubicBezTo>
                    <a:pt x="60124" y="8653"/>
                    <a:pt x="60124" y="8508"/>
                    <a:pt x="60124" y="8377"/>
                  </a:cubicBezTo>
                  <a:lnTo>
                    <a:pt x="60124" y="8304"/>
                  </a:lnTo>
                  <a:cubicBezTo>
                    <a:pt x="60124" y="8188"/>
                    <a:pt x="60110" y="8043"/>
                    <a:pt x="60095" y="7913"/>
                  </a:cubicBezTo>
                  <a:lnTo>
                    <a:pt x="60095" y="7898"/>
                  </a:lnTo>
                  <a:cubicBezTo>
                    <a:pt x="60066" y="7768"/>
                    <a:pt x="60037" y="7637"/>
                    <a:pt x="59994" y="7536"/>
                  </a:cubicBezTo>
                  <a:cubicBezTo>
                    <a:pt x="59994" y="7507"/>
                    <a:pt x="59979" y="7492"/>
                    <a:pt x="59979" y="7478"/>
                  </a:cubicBezTo>
                  <a:cubicBezTo>
                    <a:pt x="59950" y="7347"/>
                    <a:pt x="59892" y="7246"/>
                    <a:pt x="59820" y="7130"/>
                  </a:cubicBezTo>
                  <a:cubicBezTo>
                    <a:pt x="59805" y="7115"/>
                    <a:pt x="59805" y="7101"/>
                    <a:pt x="59776" y="7057"/>
                  </a:cubicBezTo>
                  <a:cubicBezTo>
                    <a:pt x="59704" y="6956"/>
                    <a:pt x="59631" y="6825"/>
                    <a:pt x="59559" y="6738"/>
                  </a:cubicBezTo>
                  <a:cubicBezTo>
                    <a:pt x="59472" y="6622"/>
                    <a:pt x="59385" y="6535"/>
                    <a:pt x="59297" y="6419"/>
                  </a:cubicBezTo>
                  <a:lnTo>
                    <a:pt x="59254" y="6390"/>
                  </a:lnTo>
                  <a:cubicBezTo>
                    <a:pt x="59167" y="6303"/>
                    <a:pt x="59051" y="6201"/>
                    <a:pt x="58935" y="6129"/>
                  </a:cubicBezTo>
                  <a:lnTo>
                    <a:pt x="58906" y="6114"/>
                  </a:lnTo>
                  <a:cubicBezTo>
                    <a:pt x="52467" y="1853"/>
                    <a:pt x="47752" y="0"/>
                    <a:pt x="43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87"/>
            <p:cNvSpPr/>
            <p:nvPr/>
          </p:nvSpPr>
          <p:spPr>
            <a:xfrm>
              <a:off x="1204150" y="4106925"/>
              <a:ext cx="80525" cy="126575"/>
            </a:xfrm>
            <a:custGeom>
              <a:rect b="b" l="l" r="r" t="t"/>
              <a:pathLst>
                <a:path extrusionOk="0" h="5063" w="3221">
                  <a:moveTo>
                    <a:pt x="436" y="0"/>
                  </a:moveTo>
                  <a:cubicBezTo>
                    <a:pt x="305" y="0"/>
                    <a:pt x="218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30" y="4845"/>
                    <a:pt x="131" y="4932"/>
                  </a:cubicBezTo>
                  <a:cubicBezTo>
                    <a:pt x="204" y="5033"/>
                    <a:pt x="320" y="5062"/>
                    <a:pt x="450" y="5062"/>
                  </a:cubicBezTo>
                  <a:cubicBezTo>
                    <a:pt x="566" y="5062"/>
                    <a:pt x="668" y="5033"/>
                    <a:pt x="769" y="4975"/>
                  </a:cubicBezTo>
                  <a:cubicBezTo>
                    <a:pt x="871" y="4903"/>
                    <a:pt x="900" y="4787"/>
                    <a:pt x="900" y="4671"/>
                  </a:cubicBezTo>
                  <a:lnTo>
                    <a:pt x="900" y="2974"/>
                  </a:lnTo>
                  <a:lnTo>
                    <a:pt x="2466" y="2974"/>
                  </a:lnTo>
                  <a:cubicBezTo>
                    <a:pt x="2582" y="2974"/>
                    <a:pt x="2684" y="2945"/>
                    <a:pt x="2771" y="2858"/>
                  </a:cubicBezTo>
                  <a:cubicBezTo>
                    <a:pt x="2858" y="2756"/>
                    <a:pt x="2902" y="2669"/>
                    <a:pt x="2902" y="2568"/>
                  </a:cubicBezTo>
                  <a:cubicBezTo>
                    <a:pt x="2902" y="2437"/>
                    <a:pt x="2858" y="2321"/>
                    <a:pt x="2771" y="2249"/>
                  </a:cubicBezTo>
                  <a:cubicBezTo>
                    <a:pt x="2698" y="2161"/>
                    <a:pt x="2582" y="2132"/>
                    <a:pt x="2466" y="2132"/>
                  </a:cubicBezTo>
                  <a:lnTo>
                    <a:pt x="900" y="2132"/>
                  </a:lnTo>
                  <a:lnTo>
                    <a:pt x="900" y="856"/>
                  </a:lnTo>
                  <a:lnTo>
                    <a:pt x="2785" y="856"/>
                  </a:lnTo>
                  <a:cubicBezTo>
                    <a:pt x="2916" y="856"/>
                    <a:pt x="3003" y="813"/>
                    <a:pt x="3090" y="725"/>
                  </a:cubicBezTo>
                  <a:cubicBezTo>
                    <a:pt x="3192" y="638"/>
                    <a:pt x="3221" y="551"/>
                    <a:pt x="3221" y="435"/>
                  </a:cubicBezTo>
                  <a:cubicBezTo>
                    <a:pt x="3221" y="305"/>
                    <a:pt x="3192" y="203"/>
                    <a:pt x="3090" y="131"/>
                  </a:cubicBezTo>
                  <a:cubicBezTo>
                    <a:pt x="3032" y="44"/>
                    <a:pt x="2916" y="0"/>
                    <a:pt x="278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87"/>
            <p:cNvSpPr/>
            <p:nvPr/>
          </p:nvSpPr>
          <p:spPr>
            <a:xfrm>
              <a:off x="1305675" y="4106925"/>
              <a:ext cx="104100" cy="127850"/>
            </a:xfrm>
            <a:custGeom>
              <a:rect b="b" l="l" r="r" t="t"/>
              <a:pathLst>
                <a:path extrusionOk="0" h="5114" w="4164">
                  <a:moveTo>
                    <a:pt x="2481" y="827"/>
                  </a:moveTo>
                  <a:cubicBezTo>
                    <a:pt x="2612" y="827"/>
                    <a:pt x="2742" y="900"/>
                    <a:pt x="2844" y="1045"/>
                  </a:cubicBezTo>
                  <a:cubicBezTo>
                    <a:pt x="2960" y="1161"/>
                    <a:pt x="3003" y="1349"/>
                    <a:pt x="3003" y="1567"/>
                  </a:cubicBezTo>
                  <a:cubicBezTo>
                    <a:pt x="3003" y="1726"/>
                    <a:pt x="2989" y="1871"/>
                    <a:pt x="2931" y="2016"/>
                  </a:cubicBezTo>
                  <a:cubicBezTo>
                    <a:pt x="2887" y="2161"/>
                    <a:pt x="2829" y="2278"/>
                    <a:pt x="2742" y="2350"/>
                  </a:cubicBezTo>
                  <a:cubicBezTo>
                    <a:pt x="2641" y="2437"/>
                    <a:pt x="2568" y="2466"/>
                    <a:pt x="2481" y="2466"/>
                  </a:cubicBezTo>
                  <a:lnTo>
                    <a:pt x="900" y="2466"/>
                  </a:lnTo>
                  <a:lnTo>
                    <a:pt x="900" y="827"/>
                  </a:lnTo>
                  <a:close/>
                  <a:moveTo>
                    <a:pt x="436" y="0"/>
                  </a:moveTo>
                  <a:cubicBezTo>
                    <a:pt x="306" y="0"/>
                    <a:pt x="219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59" y="4845"/>
                    <a:pt x="161" y="4932"/>
                  </a:cubicBezTo>
                  <a:cubicBezTo>
                    <a:pt x="277" y="5033"/>
                    <a:pt x="393" y="5062"/>
                    <a:pt x="523" y="5062"/>
                  </a:cubicBezTo>
                  <a:cubicBezTo>
                    <a:pt x="654" y="5062"/>
                    <a:pt x="741" y="5033"/>
                    <a:pt x="755" y="4975"/>
                  </a:cubicBezTo>
                  <a:cubicBezTo>
                    <a:pt x="828" y="4903"/>
                    <a:pt x="871" y="4787"/>
                    <a:pt x="871" y="4656"/>
                  </a:cubicBezTo>
                  <a:lnTo>
                    <a:pt x="871" y="3249"/>
                  </a:lnTo>
                  <a:lnTo>
                    <a:pt x="2235" y="3249"/>
                  </a:lnTo>
                  <a:cubicBezTo>
                    <a:pt x="2336" y="3249"/>
                    <a:pt x="2423" y="3264"/>
                    <a:pt x="2510" y="3278"/>
                  </a:cubicBezTo>
                  <a:cubicBezTo>
                    <a:pt x="2597" y="3307"/>
                    <a:pt x="2655" y="3336"/>
                    <a:pt x="2713" y="3394"/>
                  </a:cubicBezTo>
                  <a:cubicBezTo>
                    <a:pt x="2771" y="3452"/>
                    <a:pt x="2800" y="3496"/>
                    <a:pt x="2844" y="3568"/>
                  </a:cubicBezTo>
                  <a:cubicBezTo>
                    <a:pt x="2858" y="3641"/>
                    <a:pt x="2873" y="3714"/>
                    <a:pt x="2873" y="3815"/>
                  </a:cubicBezTo>
                  <a:cubicBezTo>
                    <a:pt x="2873" y="4062"/>
                    <a:pt x="2902" y="4265"/>
                    <a:pt x="2945" y="4424"/>
                  </a:cubicBezTo>
                  <a:cubicBezTo>
                    <a:pt x="3003" y="4584"/>
                    <a:pt x="3062" y="4714"/>
                    <a:pt x="3149" y="4801"/>
                  </a:cubicBezTo>
                  <a:cubicBezTo>
                    <a:pt x="3236" y="4903"/>
                    <a:pt x="3308" y="4975"/>
                    <a:pt x="3410" y="5019"/>
                  </a:cubicBezTo>
                  <a:cubicBezTo>
                    <a:pt x="3453" y="5062"/>
                    <a:pt x="3511" y="5077"/>
                    <a:pt x="3598" y="5092"/>
                  </a:cubicBezTo>
                  <a:cubicBezTo>
                    <a:pt x="3649" y="5106"/>
                    <a:pt x="3692" y="5113"/>
                    <a:pt x="3734" y="5113"/>
                  </a:cubicBezTo>
                  <a:cubicBezTo>
                    <a:pt x="3776" y="5113"/>
                    <a:pt x="3816" y="5106"/>
                    <a:pt x="3859" y="5092"/>
                  </a:cubicBezTo>
                  <a:cubicBezTo>
                    <a:pt x="3932" y="5077"/>
                    <a:pt x="4004" y="5019"/>
                    <a:pt x="4062" y="4975"/>
                  </a:cubicBezTo>
                  <a:cubicBezTo>
                    <a:pt x="4149" y="4874"/>
                    <a:pt x="4164" y="4787"/>
                    <a:pt x="4149" y="4656"/>
                  </a:cubicBezTo>
                  <a:cubicBezTo>
                    <a:pt x="4135" y="4540"/>
                    <a:pt x="4062" y="4439"/>
                    <a:pt x="3946" y="4395"/>
                  </a:cubicBezTo>
                  <a:cubicBezTo>
                    <a:pt x="3888" y="4352"/>
                    <a:pt x="3845" y="4323"/>
                    <a:pt x="3816" y="4250"/>
                  </a:cubicBezTo>
                  <a:cubicBezTo>
                    <a:pt x="3801" y="4178"/>
                    <a:pt x="3787" y="4105"/>
                    <a:pt x="3787" y="4004"/>
                  </a:cubicBezTo>
                  <a:cubicBezTo>
                    <a:pt x="3787" y="3917"/>
                    <a:pt x="3772" y="3815"/>
                    <a:pt x="3758" y="3685"/>
                  </a:cubicBezTo>
                  <a:cubicBezTo>
                    <a:pt x="3729" y="3554"/>
                    <a:pt x="3714" y="3423"/>
                    <a:pt x="3656" y="3322"/>
                  </a:cubicBezTo>
                  <a:cubicBezTo>
                    <a:pt x="3613" y="3191"/>
                    <a:pt x="3540" y="3090"/>
                    <a:pt x="3439" y="2988"/>
                  </a:cubicBezTo>
                  <a:cubicBezTo>
                    <a:pt x="3385" y="2934"/>
                    <a:pt x="3314" y="2881"/>
                    <a:pt x="3241" y="2830"/>
                  </a:cubicBezTo>
                  <a:lnTo>
                    <a:pt x="3241" y="2830"/>
                  </a:lnTo>
                  <a:cubicBezTo>
                    <a:pt x="3348" y="2766"/>
                    <a:pt x="3448" y="2685"/>
                    <a:pt x="3540" y="2582"/>
                  </a:cubicBezTo>
                  <a:cubicBezTo>
                    <a:pt x="3656" y="2437"/>
                    <a:pt x="3772" y="2292"/>
                    <a:pt x="3845" y="2103"/>
                  </a:cubicBezTo>
                  <a:cubicBezTo>
                    <a:pt x="3917" y="1929"/>
                    <a:pt x="3946" y="1741"/>
                    <a:pt x="3946" y="1567"/>
                  </a:cubicBezTo>
                  <a:cubicBezTo>
                    <a:pt x="3946" y="1248"/>
                    <a:pt x="3874" y="987"/>
                    <a:pt x="3758" y="740"/>
                  </a:cubicBezTo>
                  <a:cubicBezTo>
                    <a:pt x="3627" y="508"/>
                    <a:pt x="3439" y="334"/>
                    <a:pt x="3221" y="203"/>
                  </a:cubicBezTo>
                  <a:cubicBezTo>
                    <a:pt x="3003" y="73"/>
                    <a:pt x="2771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87"/>
            <p:cNvSpPr/>
            <p:nvPr/>
          </p:nvSpPr>
          <p:spPr>
            <a:xfrm>
              <a:off x="1429700" y="4106550"/>
              <a:ext cx="23250" cy="126575"/>
            </a:xfrm>
            <a:custGeom>
              <a:rect b="b" l="l" r="r" t="t"/>
              <a:pathLst>
                <a:path extrusionOk="0" h="5063" w="930">
                  <a:moveTo>
                    <a:pt x="450" y="1"/>
                  </a:moveTo>
                  <a:cubicBezTo>
                    <a:pt x="334" y="1"/>
                    <a:pt x="218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18" y="5019"/>
                    <a:pt x="334" y="5063"/>
                    <a:pt x="450" y="5063"/>
                  </a:cubicBezTo>
                  <a:cubicBezTo>
                    <a:pt x="581" y="5063"/>
                    <a:pt x="697" y="5019"/>
                    <a:pt x="784" y="4932"/>
                  </a:cubicBezTo>
                  <a:cubicBezTo>
                    <a:pt x="871" y="4860"/>
                    <a:pt x="929" y="4758"/>
                    <a:pt x="929" y="4628"/>
                  </a:cubicBezTo>
                  <a:lnTo>
                    <a:pt x="885" y="4628"/>
                  </a:lnTo>
                  <a:lnTo>
                    <a:pt x="885" y="436"/>
                  </a:lnTo>
                  <a:cubicBezTo>
                    <a:pt x="885" y="305"/>
                    <a:pt x="856" y="218"/>
                    <a:pt x="769" y="131"/>
                  </a:cubicBezTo>
                  <a:cubicBezTo>
                    <a:pt x="668" y="44"/>
                    <a:pt x="566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87"/>
            <p:cNvSpPr/>
            <p:nvPr/>
          </p:nvSpPr>
          <p:spPr>
            <a:xfrm>
              <a:off x="1480825" y="4106550"/>
              <a:ext cx="82725" cy="126575"/>
            </a:xfrm>
            <a:custGeom>
              <a:rect b="b" l="l" r="r" t="t"/>
              <a:pathLst>
                <a:path extrusionOk="0" h="5063" w="3309">
                  <a:moveTo>
                    <a:pt x="407" y="1"/>
                  </a:moveTo>
                  <a:cubicBezTo>
                    <a:pt x="276" y="1"/>
                    <a:pt x="175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04" y="5019"/>
                    <a:pt x="320" y="5063"/>
                    <a:pt x="436" y="5063"/>
                  </a:cubicBezTo>
                  <a:lnTo>
                    <a:pt x="2873" y="5063"/>
                  </a:lnTo>
                  <a:cubicBezTo>
                    <a:pt x="3003" y="5063"/>
                    <a:pt x="3090" y="5019"/>
                    <a:pt x="3178" y="4947"/>
                  </a:cubicBezTo>
                  <a:cubicBezTo>
                    <a:pt x="3265" y="4874"/>
                    <a:pt x="3308" y="4787"/>
                    <a:pt x="3308" y="4657"/>
                  </a:cubicBezTo>
                  <a:cubicBezTo>
                    <a:pt x="3308" y="4555"/>
                    <a:pt x="3265" y="4468"/>
                    <a:pt x="3178" y="4367"/>
                  </a:cubicBezTo>
                  <a:cubicBezTo>
                    <a:pt x="3105" y="4280"/>
                    <a:pt x="3003" y="4251"/>
                    <a:pt x="2873" y="4251"/>
                  </a:cubicBezTo>
                  <a:lnTo>
                    <a:pt x="900" y="4251"/>
                  </a:lnTo>
                  <a:lnTo>
                    <a:pt x="900" y="2902"/>
                  </a:lnTo>
                  <a:lnTo>
                    <a:pt x="2525" y="2902"/>
                  </a:lnTo>
                  <a:cubicBezTo>
                    <a:pt x="2655" y="2902"/>
                    <a:pt x="2742" y="2873"/>
                    <a:pt x="2829" y="2800"/>
                  </a:cubicBezTo>
                  <a:cubicBezTo>
                    <a:pt x="2931" y="2728"/>
                    <a:pt x="2960" y="2626"/>
                    <a:pt x="2960" y="2510"/>
                  </a:cubicBezTo>
                  <a:cubicBezTo>
                    <a:pt x="2960" y="2380"/>
                    <a:pt x="2931" y="2264"/>
                    <a:pt x="2829" y="2191"/>
                  </a:cubicBezTo>
                  <a:cubicBezTo>
                    <a:pt x="2757" y="2104"/>
                    <a:pt x="2655" y="2075"/>
                    <a:pt x="2525" y="2075"/>
                  </a:cubicBezTo>
                  <a:lnTo>
                    <a:pt x="871" y="2075"/>
                  </a:lnTo>
                  <a:lnTo>
                    <a:pt x="871" y="842"/>
                  </a:lnTo>
                  <a:lnTo>
                    <a:pt x="2829" y="842"/>
                  </a:lnTo>
                  <a:cubicBezTo>
                    <a:pt x="2960" y="842"/>
                    <a:pt x="3047" y="799"/>
                    <a:pt x="3148" y="726"/>
                  </a:cubicBezTo>
                  <a:cubicBezTo>
                    <a:pt x="3236" y="653"/>
                    <a:pt x="3265" y="566"/>
                    <a:pt x="3265" y="436"/>
                  </a:cubicBezTo>
                  <a:cubicBezTo>
                    <a:pt x="3265" y="305"/>
                    <a:pt x="3236" y="204"/>
                    <a:pt x="3148" y="131"/>
                  </a:cubicBezTo>
                  <a:cubicBezTo>
                    <a:pt x="3076" y="44"/>
                    <a:pt x="2960" y="1"/>
                    <a:pt x="2829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87"/>
            <p:cNvSpPr/>
            <p:nvPr/>
          </p:nvSpPr>
          <p:spPr>
            <a:xfrm>
              <a:off x="1583825" y="4106200"/>
              <a:ext cx="106275" cy="126925"/>
            </a:xfrm>
            <a:custGeom>
              <a:rect b="b" l="l" r="r" t="t"/>
              <a:pathLst>
                <a:path extrusionOk="0" h="5077" w="4251">
                  <a:moveTo>
                    <a:pt x="435" y="0"/>
                  </a:moveTo>
                  <a:cubicBezTo>
                    <a:pt x="305" y="0"/>
                    <a:pt x="218" y="29"/>
                    <a:pt x="131" y="131"/>
                  </a:cubicBezTo>
                  <a:cubicBezTo>
                    <a:pt x="44" y="203"/>
                    <a:pt x="0" y="305"/>
                    <a:pt x="0" y="435"/>
                  </a:cubicBezTo>
                  <a:lnTo>
                    <a:pt x="0" y="4656"/>
                  </a:lnTo>
                  <a:cubicBezTo>
                    <a:pt x="0" y="4772"/>
                    <a:pt x="44" y="4874"/>
                    <a:pt x="116" y="4946"/>
                  </a:cubicBezTo>
                  <a:cubicBezTo>
                    <a:pt x="189" y="5019"/>
                    <a:pt x="290" y="5062"/>
                    <a:pt x="406" y="5062"/>
                  </a:cubicBezTo>
                  <a:cubicBezTo>
                    <a:pt x="508" y="5062"/>
                    <a:pt x="624" y="5019"/>
                    <a:pt x="697" y="4946"/>
                  </a:cubicBezTo>
                  <a:cubicBezTo>
                    <a:pt x="769" y="4874"/>
                    <a:pt x="798" y="4772"/>
                    <a:pt x="798" y="4656"/>
                  </a:cubicBezTo>
                  <a:lnTo>
                    <a:pt x="798" y="1542"/>
                  </a:lnTo>
                  <a:lnTo>
                    <a:pt x="3467" y="4946"/>
                  </a:lnTo>
                  <a:cubicBezTo>
                    <a:pt x="3511" y="4990"/>
                    <a:pt x="3540" y="5019"/>
                    <a:pt x="3612" y="5033"/>
                  </a:cubicBezTo>
                  <a:cubicBezTo>
                    <a:pt x="3685" y="5062"/>
                    <a:pt x="3757" y="5077"/>
                    <a:pt x="3815" y="5077"/>
                  </a:cubicBezTo>
                  <a:cubicBezTo>
                    <a:pt x="3946" y="5077"/>
                    <a:pt x="4033" y="5033"/>
                    <a:pt x="4120" y="4946"/>
                  </a:cubicBezTo>
                  <a:cubicBezTo>
                    <a:pt x="4207" y="4874"/>
                    <a:pt x="4250" y="4772"/>
                    <a:pt x="4250" y="4642"/>
                  </a:cubicBezTo>
                  <a:lnTo>
                    <a:pt x="4250" y="421"/>
                  </a:lnTo>
                  <a:cubicBezTo>
                    <a:pt x="4250" y="305"/>
                    <a:pt x="4207" y="203"/>
                    <a:pt x="4134" y="131"/>
                  </a:cubicBezTo>
                  <a:cubicBezTo>
                    <a:pt x="4062" y="58"/>
                    <a:pt x="3960" y="15"/>
                    <a:pt x="3844" y="15"/>
                  </a:cubicBezTo>
                  <a:cubicBezTo>
                    <a:pt x="3714" y="15"/>
                    <a:pt x="3627" y="58"/>
                    <a:pt x="3554" y="102"/>
                  </a:cubicBezTo>
                  <a:cubicBezTo>
                    <a:pt x="3482" y="174"/>
                    <a:pt x="3453" y="290"/>
                    <a:pt x="3453" y="392"/>
                  </a:cubicBezTo>
                  <a:lnTo>
                    <a:pt x="3453" y="3536"/>
                  </a:lnTo>
                  <a:lnTo>
                    <a:pt x="3453" y="3536"/>
                  </a:lnTo>
                  <a:lnTo>
                    <a:pt x="813" y="160"/>
                  </a:lnTo>
                  <a:cubicBezTo>
                    <a:pt x="784" y="102"/>
                    <a:pt x="726" y="58"/>
                    <a:pt x="653" y="29"/>
                  </a:cubicBezTo>
                  <a:cubicBezTo>
                    <a:pt x="581" y="15"/>
                    <a:pt x="508" y="0"/>
                    <a:pt x="4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87"/>
            <p:cNvSpPr/>
            <p:nvPr/>
          </p:nvSpPr>
          <p:spPr>
            <a:xfrm>
              <a:off x="1716900" y="4106550"/>
              <a:ext cx="108825" cy="127300"/>
            </a:xfrm>
            <a:custGeom>
              <a:rect b="b" l="l" r="r" t="t"/>
              <a:pathLst>
                <a:path extrusionOk="0" h="5092" w="4353">
                  <a:moveTo>
                    <a:pt x="2104" y="813"/>
                  </a:moveTo>
                  <a:cubicBezTo>
                    <a:pt x="2322" y="813"/>
                    <a:pt x="2510" y="871"/>
                    <a:pt x="2684" y="958"/>
                  </a:cubicBezTo>
                  <a:cubicBezTo>
                    <a:pt x="2844" y="1060"/>
                    <a:pt x="2974" y="1176"/>
                    <a:pt x="3076" y="1350"/>
                  </a:cubicBezTo>
                  <a:cubicBezTo>
                    <a:pt x="3192" y="1509"/>
                    <a:pt x="3264" y="1683"/>
                    <a:pt x="3308" y="1886"/>
                  </a:cubicBezTo>
                  <a:cubicBezTo>
                    <a:pt x="3366" y="2104"/>
                    <a:pt x="3380" y="2307"/>
                    <a:pt x="3380" y="2539"/>
                  </a:cubicBezTo>
                  <a:cubicBezTo>
                    <a:pt x="3380" y="2844"/>
                    <a:pt x="3351" y="3134"/>
                    <a:pt x="3264" y="3395"/>
                  </a:cubicBezTo>
                  <a:cubicBezTo>
                    <a:pt x="3163" y="3641"/>
                    <a:pt x="3047" y="3845"/>
                    <a:pt x="2844" y="4004"/>
                  </a:cubicBezTo>
                  <a:cubicBezTo>
                    <a:pt x="2655" y="4178"/>
                    <a:pt x="2409" y="4251"/>
                    <a:pt x="2104" y="4251"/>
                  </a:cubicBezTo>
                  <a:lnTo>
                    <a:pt x="2104" y="4222"/>
                  </a:lnTo>
                  <a:lnTo>
                    <a:pt x="900" y="4222"/>
                  </a:lnTo>
                  <a:lnTo>
                    <a:pt x="900" y="813"/>
                  </a:lnTo>
                  <a:close/>
                  <a:moveTo>
                    <a:pt x="2176" y="1"/>
                  </a:moveTo>
                  <a:lnTo>
                    <a:pt x="2176" y="30"/>
                  </a:lnTo>
                  <a:lnTo>
                    <a:pt x="436" y="30"/>
                  </a:lnTo>
                  <a:cubicBezTo>
                    <a:pt x="305" y="30"/>
                    <a:pt x="218" y="73"/>
                    <a:pt x="117" y="160"/>
                  </a:cubicBezTo>
                  <a:cubicBezTo>
                    <a:pt x="30" y="233"/>
                    <a:pt x="1" y="349"/>
                    <a:pt x="1" y="465"/>
                  </a:cubicBezTo>
                  <a:lnTo>
                    <a:pt x="1" y="4657"/>
                  </a:lnTo>
                  <a:cubicBezTo>
                    <a:pt x="1" y="4787"/>
                    <a:pt x="30" y="4874"/>
                    <a:pt x="117" y="4976"/>
                  </a:cubicBezTo>
                  <a:cubicBezTo>
                    <a:pt x="189" y="5063"/>
                    <a:pt x="305" y="5092"/>
                    <a:pt x="436" y="5092"/>
                  </a:cubicBezTo>
                  <a:lnTo>
                    <a:pt x="2176" y="5092"/>
                  </a:lnTo>
                  <a:cubicBezTo>
                    <a:pt x="2626" y="5092"/>
                    <a:pt x="3018" y="4990"/>
                    <a:pt x="3351" y="4758"/>
                  </a:cubicBezTo>
                  <a:cubicBezTo>
                    <a:pt x="3670" y="4512"/>
                    <a:pt x="3932" y="4207"/>
                    <a:pt x="4091" y="3830"/>
                  </a:cubicBezTo>
                  <a:cubicBezTo>
                    <a:pt x="4251" y="3424"/>
                    <a:pt x="4352" y="3018"/>
                    <a:pt x="4352" y="2539"/>
                  </a:cubicBezTo>
                  <a:cubicBezTo>
                    <a:pt x="4352" y="2191"/>
                    <a:pt x="4294" y="1872"/>
                    <a:pt x="4207" y="1567"/>
                  </a:cubicBezTo>
                  <a:cubicBezTo>
                    <a:pt x="4106" y="1248"/>
                    <a:pt x="3961" y="987"/>
                    <a:pt x="3787" y="740"/>
                  </a:cubicBezTo>
                  <a:cubicBezTo>
                    <a:pt x="3598" y="508"/>
                    <a:pt x="3366" y="334"/>
                    <a:pt x="3090" y="204"/>
                  </a:cubicBezTo>
                  <a:cubicBezTo>
                    <a:pt x="2829" y="73"/>
                    <a:pt x="2510" y="1"/>
                    <a:pt x="217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87"/>
            <p:cNvSpPr/>
            <p:nvPr/>
          </p:nvSpPr>
          <p:spPr>
            <a:xfrm>
              <a:off x="1846725" y="4107650"/>
              <a:ext cx="80900" cy="126200"/>
            </a:xfrm>
            <a:custGeom>
              <a:rect b="b" l="l" r="r" t="t"/>
              <a:pathLst>
                <a:path extrusionOk="0" h="5048" w="3236">
                  <a:moveTo>
                    <a:pt x="465" y="0"/>
                  </a:moveTo>
                  <a:cubicBezTo>
                    <a:pt x="334" y="0"/>
                    <a:pt x="218" y="29"/>
                    <a:pt x="131" y="116"/>
                  </a:cubicBezTo>
                  <a:cubicBezTo>
                    <a:pt x="44" y="189"/>
                    <a:pt x="1" y="305"/>
                    <a:pt x="1" y="435"/>
                  </a:cubicBezTo>
                  <a:lnTo>
                    <a:pt x="1" y="4613"/>
                  </a:lnTo>
                  <a:cubicBezTo>
                    <a:pt x="1" y="4743"/>
                    <a:pt x="44" y="4830"/>
                    <a:pt x="131" y="4932"/>
                  </a:cubicBezTo>
                  <a:cubicBezTo>
                    <a:pt x="204" y="5019"/>
                    <a:pt x="320" y="5048"/>
                    <a:pt x="436" y="5048"/>
                  </a:cubicBezTo>
                  <a:lnTo>
                    <a:pt x="2800" y="5048"/>
                  </a:lnTo>
                  <a:cubicBezTo>
                    <a:pt x="2931" y="5048"/>
                    <a:pt x="3018" y="5004"/>
                    <a:pt x="3105" y="4932"/>
                  </a:cubicBezTo>
                  <a:cubicBezTo>
                    <a:pt x="3192" y="4830"/>
                    <a:pt x="3235" y="4743"/>
                    <a:pt x="3235" y="4613"/>
                  </a:cubicBezTo>
                  <a:cubicBezTo>
                    <a:pt x="3235" y="4497"/>
                    <a:pt x="3192" y="4381"/>
                    <a:pt x="3105" y="4308"/>
                  </a:cubicBezTo>
                  <a:cubicBezTo>
                    <a:pt x="3032" y="4221"/>
                    <a:pt x="2931" y="4178"/>
                    <a:pt x="2800" y="4178"/>
                  </a:cubicBezTo>
                  <a:lnTo>
                    <a:pt x="900" y="4178"/>
                  </a:lnTo>
                  <a:lnTo>
                    <a:pt x="900" y="435"/>
                  </a:lnTo>
                  <a:cubicBezTo>
                    <a:pt x="900" y="305"/>
                    <a:pt x="856" y="218"/>
                    <a:pt x="769" y="116"/>
                  </a:cubicBezTo>
                  <a:cubicBezTo>
                    <a:pt x="682" y="29"/>
                    <a:pt x="566" y="0"/>
                    <a:pt x="46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7"/>
            <p:cNvSpPr/>
            <p:nvPr/>
          </p:nvSpPr>
          <p:spPr>
            <a:xfrm>
              <a:off x="1926500" y="4105100"/>
              <a:ext cx="102650" cy="128025"/>
            </a:xfrm>
            <a:custGeom>
              <a:rect b="b" l="l" r="r" t="t"/>
              <a:pathLst>
                <a:path extrusionOk="0" h="5121" w="4106">
                  <a:moveTo>
                    <a:pt x="450" y="1"/>
                  </a:moveTo>
                  <a:cubicBezTo>
                    <a:pt x="349" y="1"/>
                    <a:pt x="262" y="44"/>
                    <a:pt x="146" y="131"/>
                  </a:cubicBezTo>
                  <a:cubicBezTo>
                    <a:pt x="59" y="218"/>
                    <a:pt x="1" y="334"/>
                    <a:pt x="1" y="465"/>
                  </a:cubicBezTo>
                  <a:cubicBezTo>
                    <a:pt x="1" y="508"/>
                    <a:pt x="15" y="566"/>
                    <a:pt x="44" y="624"/>
                  </a:cubicBezTo>
                  <a:cubicBezTo>
                    <a:pt x="59" y="682"/>
                    <a:pt x="88" y="755"/>
                    <a:pt x="146" y="798"/>
                  </a:cubicBezTo>
                  <a:lnTo>
                    <a:pt x="1654" y="2810"/>
                  </a:lnTo>
                  <a:lnTo>
                    <a:pt x="1654" y="4686"/>
                  </a:lnTo>
                  <a:cubicBezTo>
                    <a:pt x="1654" y="4816"/>
                    <a:pt x="1683" y="4903"/>
                    <a:pt x="1785" y="4990"/>
                  </a:cubicBezTo>
                  <a:cubicBezTo>
                    <a:pt x="1872" y="5077"/>
                    <a:pt x="1959" y="5121"/>
                    <a:pt x="2089" y="5121"/>
                  </a:cubicBezTo>
                  <a:cubicBezTo>
                    <a:pt x="2191" y="5121"/>
                    <a:pt x="2292" y="5077"/>
                    <a:pt x="2379" y="4990"/>
                  </a:cubicBezTo>
                  <a:cubicBezTo>
                    <a:pt x="2467" y="4918"/>
                    <a:pt x="2510" y="4816"/>
                    <a:pt x="2510" y="4686"/>
                  </a:cubicBezTo>
                  <a:lnTo>
                    <a:pt x="2510" y="2919"/>
                  </a:lnTo>
                  <a:lnTo>
                    <a:pt x="2510" y="2919"/>
                  </a:lnTo>
                  <a:lnTo>
                    <a:pt x="4033" y="755"/>
                  </a:lnTo>
                  <a:cubicBezTo>
                    <a:pt x="4048" y="711"/>
                    <a:pt x="4062" y="682"/>
                    <a:pt x="4077" y="624"/>
                  </a:cubicBezTo>
                  <a:cubicBezTo>
                    <a:pt x="4106" y="581"/>
                    <a:pt x="4106" y="537"/>
                    <a:pt x="4106" y="494"/>
                  </a:cubicBezTo>
                  <a:cubicBezTo>
                    <a:pt x="4106" y="363"/>
                    <a:pt x="4062" y="262"/>
                    <a:pt x="3975" y="175"/>
                  </a:cubicBezTo>
                  <a:cubicBezTo>
                    <a:pt x="3888" y="73"/>
                    <a:pt x="3772" y="44"/>
                    <a:pt x="3670" y="44"/>
                  </a:cubicBezTo>
                  <a:cubicBezTo>
                    <a:pt x="3540" y="44"/>
                    <a:pt x="3409" y="117"/>
                    <a:pt x="3308" y="204"/>
                  </a:cubicBezTo>
                  <a:lnTo>
                    <a:pt x="2100" y="1968"/>
                  </a:lnTo>
                  <a:lnTo>
                    <a:pt x="2100" y="1968"/>
                  </a:lnTo>
                  <a:lnTo>
                    <a:pt x="813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87"/>
            <p:cNvSpPr/>
            <p:nvPr/>
          </p:nvSpPr>
          <p:spPr>
            <a:xfrm>
              <a:off x="1269425" y="3770775"/>
              <a:ext cx="172625" cy="264000"/>
            </a:xfrm>
            <a:custGeom>
              <a:rect b="b" l="l" r="r" t="t"/>
              <a:pathLst>
                <a:path extrusionOk="0" h="10560" w="6905">
                  <a:moveTo>
                    <a:pt x="929" y="0"/>
                  </a:moveTo>
                  <a:cubicBezTo>
                    <a:pt x="668" y="0"/>
                    <a:pt x="450" y="87"/>
                    <a:pt x="276" y="247"/>
                  </a:cubicBezTo>
                  <a:cubicBezTo>
                    <a:pt x="87" y="406"/>
                    <a:pt x="0" y="653"/>
                    <a:pt x="0" y="899"/>
                  </a:cubicBezTo>
                  <a:lnTo>
                    <a:pt x="0" y="9646"/>
                  </a:lnTo>
                  <a:cubicBezTo>
                    <a:pt x="0" y="9892"/>
                    <a:pt x="87" y="10110"/>
                    <a:pt x="276" y="10299"/>
                  </a:cubicBezTo>
                  <a:cubicBezTo>
                    <a:pt x="436" y="10473"/>
                    <a:pt x="668" y="10560"/>
                    <a:pt x="929" y="10560"/>
                  </a:cubicBezTo>
                  <a:lnTo>
                    <a:pt x="5977" y="10560"/>
                  </a:lnTo>
                  <a:cubicBezTo>
                    <a:pt x="6238" y="10560"/>
                    <a:pt x="6455" y="10487"/>
                    <a:pt x="6629" y="10328"/>
                  </a:cubicBezTo>
                  <a:cubicBezTo>
                    <a:pt x="6818" y="10168"/>
                    <a:pt x="6905" y="9965"/>
                    <a:pt x="6905" y="9718"/>
                  </a:cubicBezTo>
                  <a:cubicBezTo>
                    <a:pt x="6905" y="9472"/>
                    <a:pt x="6818" y="9283"/>
                    <a:pt x="6629" y="9095"/>
                  </a:cubicBezTo>
                  <a:cubicBezTo>
                    <a:pt x="6470" y="8921"/>
                    <a:pt x="6238" y="8819"/>
                    <a:pt x="5977" y="8819"/>
                  </a:cubicBezTo>
                  <a:lnTo>
                    <a:pt x="1886" y="8819"/>
                  </a:lnTo>
                  <a:lnTo>
                    <a:pt x="1886" y="6049"/>
                  </a:lnTo>
                  <a:lnTo>
                    <a:pt x="5309" y="6049"/>
                  </a:lnTo>
                  <a:cubicBezTo>
                    <a:pt x="5570" y="6049"/>
                    <a:pt x="5788" y="5976"/>
                    <a:pt x="5962" y="5817"/>
                  </a:cubicBezTo>
                  <a:cubicBezTo>
                    <a:pt x="6151" y="5657"/>
                    <a:pt x="6238" y="5454"/>
                    <a:pt x="6238" y="5193"/>
                  </a:cubicBezTo>
                  <a:cubicBezTo>
                    <a:pt x="6238" y="4946"/>
                    <a:pt x="6151" y="4729"/>
                    <a:pt x="5962" y="4569"/>
                  </a:cubicBezTo>
                  <a:cubicBezTo>
                    <a:pt x="5802" y="4395"/>
                    <a:pt x="5570" y="4308"/>
                    <a:pt x="5309" y="4308"/>
                  </a:cubicBezTo>
                  <a:lnTo>
                    <a:pt x="1901" y="4308"/>
                  </a:lnTo>
                  <a:lnTo>
                    <a:pt x="1901" y="1741"/>
                  </a:lnTo>
                  <a:lnTo>
                    <a:pt x="5977" y="1741"/>
                  </a:lnTo>
                  <a:cubicBezTo>
                    <a:pt x="6238" y="1741"/>
                    <a:pt x="6455" y="1668"/>
                    <a:pt x="6629" y="1509"/>
                  </a:cubicBezTo>
                  <a:cubicBezTo>
                    <a:pt x="6818" y="1334"/>
                    <a:pt x="6905" y="1146"/>
                    <a:pt x="6905" y="885"/>
                  </a:cubicBezTo>
                  <a:cubicBezTo>
                    <a:pt x="6905" y="638"/>
                    <a:pt x="6818" y="421"/>
                    <a:pt x="6629" y="247"/>
                  </a:cubicBezTo>
                  <a:cubicBezTo>
                    <a:pt x="6470" y="87"/>
                    <a:pt x="6238" y="0"/>
                    <a:pt x="59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87"/>
            <p:cNvSpPr/>
            <p:nvPr/>
          </p:nvSpPr>
          <p:spPr>
            <a:xfrm>
              <a:off x="1472850" y="3768950"/>
              <a:ext cx="211800" cy="270175"/>
            </a:xfrm>
            <a:custGeom>
              <a:rect b="b" l="l" r="r" t="t"/>
              <a:pathLst>
                <a:path extrusionOk="0" h="10807" w="8472">
                  <a:moveTo>
                    <a:pt x="5440" y="1"/>
                  </a:moveTo>
                  <a:cubicBezTo>
                    <a:pt x="4657" y="1"/>
                    <a:pt x="3932" y="131"/>
                    <a:pt x="3264" y="392"/>
                  </a:cubicBezTo>
                  <a:cubicBezTo>
                    <a:pt x="2612" y="668"/>
                    <a:pt x="2031" y="1045"/>
                    <a:pt x="1538" y="1524"/>
                  </a:cubicBezTo>
                  <a:cubicBezTo>
                    <a:pt x="1060" y="2002"/>
                    <a:pt x="668" y="2568"/>
                    <a:pt x="392" y="3221"/>
                  </a:cubicBezTo>
                  <a:cubicBezTo>
                    <a:pt x="131" y="3873"/>
                    <a:pt x="1" y="4584"/>
                    <a:pt x="1" y="5367"/>
                  </a:cubicBezTo>
                  <a:cubicBezTo>
                    <a:pt x="1" y="6252"/>
                    <a:pt x="146" y="7035"/>
                    <a:pt x="436" y="7717"/>
                  </a:cubicBezTo>
                  <a:cubicBezTo>
                    <a:pt x="726" y="8413"/>
                    <a:pt x="1118" y="8965"/>
                    <a:pt x="1625" y="9429"/>
                  </a:cubicBezTo>
                  <a:cubicBezTo>
                    <a:pt x="2148" y="9878"/>
                    <a:pt x="2713" y="10227"/>
                    <a:pt x="3380" y="10459"/>
                  </a:cubicBezTo>
                  <a:cubicBezTo>
                    <a:pt x="4019" y="10691"/>
                    <a:pt x="4715" y="10807"/>
                    <a:pt x="5440" y="10807"/>
                  </a:cubicBezTo>
                  <a:cubicBezTo>
                    <a:pt x="5745" y="10807"/>
                    <a:pt x="6020" y="10778"/>
                    <a:pt x="6310" y="10734"/>
                  </a:cubicBezTo>
                  <a:cubicBezTo>
                    <a:pt x="6586" y="10676"/>
                    <a:pt x="6876" y="10618"/>
                    <a:pt x="7152" y="10531"/>
                  </a:cubicBezTo>
                  <a:cubicBezTo>
                    <a:pt x="7442" y="10444"/>
                    <a:pt x="7703" y="10328"/>
                    <a:pt x="7964" y="10212"/>
                  </a:cubicBezTo>
                  <a:cubicBezTo>
                    <a:pt x="8196" y="10082"/>
                    <a:pt x="8356" y="9893"/>
                    <a:pt x="8414" y="9617"/>
                  </a:cubicBezTo>
                  <a:cubicBezTo>
                    <a:pt x="8472" y="9356"/>
                    <a:pt x="8399" y="9095"/>
                    <a:pt x="8196" y="8849"/>
                  </a:cubicBezTo>
                  <a:cubicBezTo>
                    <a:pt x="8051" y="8660"/>
                    <a:pt x="7877" y="8558"/>
                    <a:pt x="7674" y="8515"/>
                  </a:cubicBezTo>
                  <a:cubicBezTo>
                    <a:pt x="7623" y="8508"/>
                    <a:pt x="7572" y="8505"/>
                    <a:pt x="7522" y="8505"/>
                  </a:cubicBezTo>
                  <a:cubicBezTo>
                    <a:pt x="7360" y="8505"/>
                    <a:pt x="7202" y="8542"/>
                    <a:pt x="7036" y="8631"/>
                  </a:cubicBezTo>
                  <a:cubicBezTo>
                    <a:pt x="6789" y="8762"/>
                    <a:pt x="6528" y="8849"/>
                    <a:pt x="6252" y="8907"/>
                  </a:cubicBezTo>
                  <a:cubicBezTo>
                    <a:pt x="5991" y="8950"/>
                    <a:pt x="5716" y="8979"/>
                    <a:pt x="5440" y="8979"/>
                  </a:cubicBezTo>
                  <a:cubicBezTo>
                    <a:pt x="4947" y="8979"/>
                    <a:pt x="4483" y="8892"/>
                    <a:pt x="4062" y="8762"/>
                  </a:cubicBezTo>
                  <a:cubicBezTo>
                    <a:pt x="3642" y="8602"/>
                    <a:pt x="3264" y="8399"/>
                    <a:pt x="2960" y="8080"/>
                  </a:cubicBezTo>
                  <a:cubicBezTo>
                    <a:pt x="2655" y="7775"/>
                    <a:pt x="2409" y="7398"/>
                    <a:pt x="2235" y="6948"/>
                  </a:cubicBezTo>
                  <a:cubicBezTo>
                    <a:pt x="2046" y="6484"/>
                    <a:pt x="1959" y="5962"/>
                    <a:pt x="1959" y="5353"/>
                  </a:cubicBezTo>
                  <a:cubicBezTo>
                    <a:pt x="1959" y="4816"/>
                    <a:pt x="2031" y="4352"/>
                    <a:pt x="2191" y="3917"/>
                  </a:cubicBezTo>
                  <a:cubicBezTo>
                    <a:pt x="2365" y="3482"/>
                    <a:pt x="2583" y="3119"/>
                    <a:pt x="2887" y="2785"/>
                  </a:cubicBezTo>
                  <a:cubicBezTo>
                    <a:pt x="3177" y="2481"/>
                    <a:pt x="3540" y="2234"/>
                    <a:pt x="3975" y="2060"/>
                  </a:cubicBezTo>
                  <a:cubicBezTo>
                    <a:pt x="4396" y="1901"/>
                    <a:pt x="4874" y="1814"/>
                    <a:pt x="5426" y="1814"/>
                  </a:cubicBezTo>
                  <a:cubicBezTo>
                    <a:pt x="5716" y="1814"/>
                    <a:pt x="5991" y="1843"/>
                    <a:pt x="6252" y="1901"/>
                  </a:cubicBezTo>
                  <a:cubicBezTo>
                    <a:pt x="6528" y="1959"/>
                    <a:pt x="6789" y="2046"/>
                    <a:pt x="7021" y="2162"/>
                  </a:cubicBezTo>
                  <a:cubicBezTo>
                    <a:pt x="7194" y="2243"/>
                    <a:pt x="7368" y="2287"/>
                    <a:pt x="7533" y="2287"/>
                  </a:cubicBezTo>
                  <a:cubicBezTo>
                    <a:pt x="7576" y="2287"/>
                    <a:pt x="7618" y="2284"/>
                    <a:pt x="7659" y="2278"/>
                  </a:cubicBezTo>
                  <a:cubicBezTo>
                    <a:pt x="7848" y="2263"/>
                    <a:pt x="8037" y="2162"/>
                    <a:pt x="8167" y="1973"/>
                  </a:cubicBezTo>
                  <a:cubicBezTo>
                    <a:pt x="8341" y="1741"/>
                    <a:pt x="8428" y="1480"/>
                    <a:pt x="8385" y="1190"/>
                  </a:cubicBezTo>
                  <a:cubicBezTo>
                    <a:pt x="8341" y="929"/>
                    <a:pt x="8182" y="711"/>
                    <a:pt x="7921" y="581"/>
                  </a:cubicBezTo>
                  <a:cubicBezTo>
                    <a:pt x="7543" y="378"/>
                    <a:pt x="7152" y="233"/>
                    <a:pt x="6746" y="146"/>
                  </a:cubicBezTo>
                  <a:cubicBezTo>
                    <a:pt x="6310" y="44"/>
                    <a:pt x="5875" y="1"/>
                    <a:pt x="544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87"/>
            <p:cNvSpPr/>
            <p:nvPr/>
          </p:nvSpPr>
          <p:spPr>
            <a:xfrm>
              <a:off x="1708925" y="3766775"/>
              <a:ext cx="257125" cy="272000"/>
            </a:xfrm>
            <a:custGeom>
              <a:rect b="b" l="l" r="r" t="t"/>
              <a:pathLst>
                <a:path extrusionOk="0" h="10880" w="10285">
                  <a:moveTo>
                    <a:pt x="5121" y="1799"/>
                  </a:moveTo>
                  <a:cubicBezTo>
                    <a:pt x="5759" y="1799"/>
                    <a:pt x="6296" y="1973"/>
                    <a:pt x="6774" y="2292"/>
                  </a:cubicBezTo>
                  <a:cubicBezTo>
                    <a:pt x="7239" y="2626"/>
                    <a:pt x="7616" y="3061"/>
                    <a:pt x="7891" y="3598"/>
                  </a:cubicBezTo>
                  <a:cubicBezTo>
                    <a:pt x="8167" y="4149"/>
                    <a:pt x="8312" y="4758"/>
                    <a:pt x="8312" y="5440"/>
                  </a:cubicBezTo>
                  <a:cubicBezTo>
                    <a:pt x="8312" y="6122"/>
                    <a:pt x="8181" y="6716"/>
                    <a:pt x="7891" y="7282"/>
                  </a:cubicBezTo>
                  <a:cubicBezTo>
                    <a:pt x="7616" y="7833"/>
                    <a:pt x="7239" y="8268"/>
                    <a:pt x="6774" y="8587"/>
                  </a:cubicBezTo>
                  <a:cubicBezTo>
                    <a:pt x="6296" y="8921"/>
                    <a:pt x="5730" y="9081"/>
                    <a:pt x="5121" y="9081"/>
                  </a:cubicBezTo>
                  <a:cubicBezTo>
                    <a:pt x="4483" y="9081"/>
                    <a:pt x="3946" y="8921"/>
                    <a:pt x="3467" y="8587"/>
                  </a:cubicBezTo>
                  <a:cubicBezTo>
                    <a:pt x="2989" y="8268"/>
                    <a:pt x="2626" y="7833"/>
                    <a:pt x="2365" y="7282"/>
                  </a:cubicBezTo>
                  <a:cubicBezTo>
                    <a:pt x="2089" y="6745"/>
                    <a:pt x="1959" y="6122"/>
                    <a:pt x="1959" y="5454"/>
                  </a:cubicBezTo>
                  <a:cubicBezTo>
                    <a:pt x="1959" y="4758"/>
                    <a:pt x="2089" y="4149"/>
                    <a:pt x="2365" y="3598"/>
                  </a:cubicBezTo>
                  <a:cubicBezTo>
                    <a:pt x="2612" y="3061"/>
                    <a:pt x="2989" y="2626"/>
                    <a:pt x="3467" y="2292"/>
                  </a:cubicBezTo>
                  <a:cubicBezTo>
                    <a:pt x="3946" y="1973"/>
                    <a:pt x="4497" y="1799"/>
                    <a:pt x="5121" y="1799"/>
                  </a:cubicBezTo>
                  <a:close/>
                  <a:moveTo>
                    <a:pt x="5135" y="0"/>
                  </a:moveTo>
                  <a:cubicBezTo>
                    <a:pt x="4396" y="0"/>
                    <a:pt x="3699" y="117"/>
                    <a:pt x="3090" y="407"/>
                  </a:cubicBezTo>
                  <a:cubicBezTo>
                    <a:pt x="2452" y="697"/>
                    <a:pt x="1915" y="1088"/>
                    <a:pt x="1451" y="1596"/>
                  </a:cubicBezTo>
                  <a:cubicBezTo>
                    <a:pt x="987" y="2075"/>
                    <a:pt x="639" y="2655"/>
                    <a:pt x="392" y="3308"/>
                  </a:cubicBezTo>
                  <a:cubicBezTo>
                    <a:pt x="131" y="3960"/>
                    <a:pt x="1" y="4671"/>
                    <a:pt x="1" y="5440"/>
                  </a:cubicBezTo>
                  <a:cubicBezTo>
                    <a:pt x="1" y="6194"/>
                    <a:pt x="131" y="6905"/>
                    <a:pt x="392" y="7558"/>
                  </a:cubicBezTo>
                  <a:cubicBezTo>
                    <a:pt x="639" y="8210"/>
                    <a:pt x="1001" y="8776"/>
                    <a:pt x="1451" y="9284"/>
                  </a:cubicBezTo>
                  <a:cubicBezTo>
                    <a:pt x="1930" y="9791"/>
                    <a:pt x="2466" y="10169"/>
                    <a:pt x="3090" y="10459"/>
                  </a:cubicBezTo>
                  <a:cubicBezTo>
                    <a:pt x="3699" y="10734"/>
                    <a:pt x="4396" y="10879"/>
                    <a:pt x="5135" y="10879"/>
                  </a:cubicBezTo>
                  <a:cubicBezTo>
                    <a:pt x="5875" y="10879"/>
                    <a:pt x="6571" y="10749"/>
                    <a:pt x="7210" y="10459"/>
                  </a:cubicBezTo>
                  <a:cubicBezTo>
                    <a:pt x="7833" y="10169"/>
                    <a:pt x="8385" y="9791"/>
                    <a:pt x="8834" y="9284"/>
                  </a:cubicBezTo>
                  <a:cubicBezTo>
                    <a:pt x="9298" y="8791"/>
                    <a:pt x="9646" y="8210"/>
                    <a:pt x="9908" y="7558"/>
                  </a:cubicBezTo>
                  <a:cubicBezTo>
                    <a:pt x="10154" y="6905"/>
                    <a:pt x="10285" y="6194"/>
                    <a:pt x="10285" y="5440"/>
                  </a:cubicBezTo>
                  <a:cubicBezTo>
                    <a:pt x="10285" y="4686"/>
                    <a:pt x="10154" y="3989"/>
                    <a:pt x="9908" y="3308"/>
                  </a:cubicBezTo>
                  <a:cubicBezTo>
                    <a:pt x="9646" y="2655"/>
                    <a:pt x="9284" y="2089"/>
                    <a:pt x="8834" y="1596"/>
                  </a:cubicBezTo>
                  <a:cubicBezTo>
                    <a:pt x="8385" y="1088"/>
                    <a:pt x="7833" y="697"/>
                    <a:pt x="7210" y="407"/>
                  </a:cubicBezTo>
                  <a:cubicBezTo>
                    <a:pt x="6571" y="146"/>
                    <a:pt x="5875" y="0"/>
                    <a:pt x="51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87"/>
            <p:cNvSpPr/>
            <p:nvPr/>
          </p:nvSpPr>
          <p:spPr>
            <a:xfrm>
              <a:off x="586225" y="3659075"/>
              <a:ext cx="641875" cy="873225"/>
            </a:xfrm>
            <a:custGeom>
              <a:rect b="b" l="l" r="r" t="t"/>
              <a:pathLst>
                <a:path extrusionOk="0" h="34929" w="25675">
                  <a:moveTo>
                    <a:pt x="9009" y="0"/>
                  </a:moveTo>
                  <a:lnTo>
                    <a:pt x="9009" y="0"/>
                  </a:lnTo>
                  <a:cubicBezTo>
                    <a:pt x="1" y="13621"/>
                    <a:pt x="3047" y="17682"/>
                    <a:pt x="9502" y="22599"/>
                  </a:cubicBezTo>
                  <a:cubicBezTo>
                    <a:pt x="16000" y="27531"/>
                    <a:pt x="18799" y="29663"/>
                    <a:pt x="19583" y="34929"/>
                  </a:cubicBezTo>
                  <a:cubicBezTo>
                    <a:pt x="19583" y="34929"/>
                    <a:pt x="25675" y="26472"/>
                    <a:pt x="20090" y="17508"/>
                  </a:cubicBezTo>
                  <a:cubicBezTo>
                    <a:pt x="14506" y="8529"/>
                    <a:pt x="8675" y="10647"/>
                    <a:pt x="9009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87"/>
            <p:cNvSpPr/>
            <p:nvPr/>
          </p:nvSpPr>
          <p:spPr>
            <a:xfrm>
              <a:off x="712425" y="3658350"/>
              <a:ext cx="467100" cy="996875"/>
            </a:xfrm>
            <a:custGeom>
              <a:rect b="b" l="l" r="r" t="t"/>
              <a:pathLst>
                <a:path extrusionOk="0" h="39875" w="18684">
                  <a:moveTo>
                    <a:pt x="3888" y="0"/>
                  </a:moveTo>
                  <a:cubicBezTo>
                    <a:pt x="3844" y="87"/>
                    <a:pt x="1" y="8936"/>
                    <a:pt x="6426" y="15985"/>
                  </a:cubicBezTo>
                  <a:cubicBezTo>
                    <a:pt x="11286" y="21308"/>
                    <a:pt x="18437" y="31476"/>
                    <a:pt x="11721" y="39759"/>
                  </a:cubicBezTo>
                  <a:lnTo>
                    <a:pt x="11866" y="39875"/>
                  </a:lnTo>
                  <a:cubicBezTo>
                    <a:pt x="18683" y="31491"/>
                    <a:pt x="11474" y="21236"/>
                    <a:pt x="6571" y="15854"/>
                  </a:cubicBezTo>
                  <a:cubicBezTo>
                    <a:pt x="218" y="8907"/>
                    <a:pt x="4019" y="160"/>
                    <a:pt x="4062" y="73"/>
                  </a:cubicBezTo>
                  <a:lnTo>
                    <a:pt x="388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87"/>
            <p:cNvSpPr/>
            <p:nvPr/>
          </p:nvSpPr>
          <p:spPr>
            <a:xfrm>
              <a:off x="726200" y="4305275"/>
              <a:ext cx="804350" cy="430475"/>
            </a:xfrm>
            <a:custGeom>
              <a:rect b="b" l="l" r="r" t="t"/>
              <a:pathLst>
                <a:path extrusionOk="0" h="17219" w="32174">
                  <a:moveTo>
                    <a:pt x="1" y="0"/>
                  </a:moveTo>
                  <a:lnTo>
                    <a:pt x="1" y="0"/>
                  </a:lnTo>
                  <a:cubicBezTo>
                    <a:pt x="2677" y="13109"/>
                    <a:pt x="6524" y="15955"/>
                    <a:pt x="12278" y="15955"/>
                  </a:cubicBezTo>
                  <a:cubicBezTo>
                    <a:pt x="13540" y="15955"/>
                    <a:pt x="14894" y="15818"/>
                    <a:pt x="16348" y="15622"/>
                  </a:cubicBezTo>
                  <a:cubicBezTo>
                    <a:pt x="19808" y="15155"/>
                    <a:pt x="22426" y="14803"/>
                    <a:pt x="24627" y="14803"/>
                  </a:cubicBezTo>
                  <a:cubicBezTo>
                    <a:pt x="27548" y="14803"/>
                    <a:pt x="29733" y="15423"/>
                    <a:pt x="32173" y="17218"/>
                  </a:cubicBezTo>
                  <a:cubicBezTo>
                    <a:pt x="32173" y="17218"/>
                    <a:pt x="30505" y="6934"/>
                    <a:pt x="20206" y="4526"/>
                  </a:cubicBezTo>
                  <a:cubicBezTo>
                    <a:pt x="18077" y="4028"/>
                    <a:pt x="16275" y="3874"/>
                    <a:pt x="14693" y="3874"/>
                  </a:cubicBezTo>
                  <a:cubicBezTo>
                    <a:pt x="12113" y="3874"/>
                    <a:pt x="10116" y="4284"/>
                    <a:pt x="8228" y="4284"/>
                  </a:cubicBezTo>
                  <a:cubicBezTo>
                    <a:pt x="5674" y="4284"/>
                    <a:pt x="3322" y="3533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87"/>
            <p:cNvSpPr/>
            <p:nvPr/>
          </p:nvSpPr>
          <p:spPr>
            <a:xfrm>
              <a:off x="724400" y="4304175"/>
              <a:ext cx="846025" cy="566100"/>
            </a:xfrm>
            <a:custGeom>
              <a:rect b="b" l="l" r="r" t="t"/>
              <a:pathLst>
                <a:path extrusionOk="0" h="22644" w="33841">
                  <a:moveTo>
                    <a:pt x="174" y="1"/>
                  </a:moveTo>
                  <a:lnTo>
                    <a:pt x="0" y="74"/>
                  </a:lnTo>
                  <a:cubicBezTo>
                    <a:pt x="44" y="161"/>
                    <a:pt x="3583" y="9139"/>
                    <a:pt x="13113" y="9574"/>
                  </a:cubicBezTo>
                  <a:cubicBezTo>
                    <a:pt x="20336" y="9908"/>
                    <a:pt x="32564" y="12040"/>
                    <a:pt x="33681" y="22643"/>
                  </a:cubicBezTo>
                  <a:lnTo>
                    <a:pt x="33841" y="22629"/>
                  </a:lnTo>
                  <a:cubicBezTo>
                    <a:pt x="32709" y="11881"/>
                    <a:pt x="20365" y="9719"/>
                    <a:pt x="13113" y="9400"/>
                  </a:cubicBezTo>
                  <a:cubicBezTo>
                    <a:pt x="3699" y="8965"/>
                    <a:pt x="203" y="88"/>
                    <a:pt x="174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87"/>
            <p:cNvSpPr/>
            <p:nvPr/>
          </p:nvSpPr>
          <p:spPr>
            <a:xfrm>
              <a:off x="1248025" y="4447600"/>
              <a:ext cx="873225" cy="476600"/>
            </a:xfrm>
            <a:custGeom>
              <a:rect b="b" l="l" r="r" t="t"/>
              <a:pathLst>
                <a:path extrusionOk="0" h="19064" w="34929">
                  <a:moveTo>
                    <a:pt x="25558" y="1"/>
                  </a:moveTo>
                  <a:cubicBezTo>
                    <a:pt x="23086" y="1"/>
                    <a:pt x="20316" y="603"/>
                    <a:pt x="17494" y="2358"/>
                  </a:cubicBezTo>
                  <a:cubicBezTo>
                    <a:pt x="8772" y="7783"/>
                    <a:pt x="10535" y="13440"/>
                    <a:pt x="883" y="13440"/>
                  </a:cubicBezTo>
                  <a:cubicBezTo>
                    <a:pt x="599" y="13440"/>
                    <a:pt x="305" y="13435"/>
                    <a:pt x="1" y="13425"/>
                  </a:cubicBezTo>
                  <a:lnTo>
                    <a:pt x="1" y="13425"/>
                  </a:lnTo>
                  <a:cubicBezTo>
                    <a:pt x="6059" y="17438"/>
                    <a:pt x="10226" y="19063"/>
                    <a:pt x="13418" y="19063"/>
                  </a:cubicBezTo>
                  <a:cubicBezTo>
                    <a:pt x="17403" y="19063"/>
                    <a:pt x="19869" y="16530"/>
                    <a:pt x="22600" y="12947"/>
                  </a:cubicBezTo>
                  <a:cubicBezTo>
                    <a:pt x="27531" y="6448"/>
                    <a:pt x="29664" y="3634"/>
                    <a:pt x="34929" y="2865"/>
                  </a:cubicBezTo>
                  <a:cubicBezTo>
                    <a:pt x="34929" y="2865"/>
                    <a:pt x="30953" y="1"/>
                    <a:pt x="25558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87"/>
            <p:cNvSpPr/>
            <p:nvPr/>
          </p:nvSpPr>
          <p:spPr>
            <a:xfrm>
              <a:off x="1247300" y="4515875"/>
              <a:ext cx="996525" cy="298925"/>
            </a:xfrm>
            <a:custGeom>
              <a:rect b="b" l="l" r="r" t="t"/>
              <a:pathLst>
                <a:path extrusionOk="0" h="11957" w="39861">
                  <a:moveTo>
                    <a:pt x="32192" y="1"/>
                  </a:moveTo>
                  <a:cubicBezTo>
                    <a:pt x="25899" y="1"/>
                    <a:pt x="19650" y="4626"/>
                    <a:pt x="15855" y="8083"/>
                  </a:cubicBezTo>
                  <a:cubicBezTo>
                    <a:pt x="12689" y="10979"/>
                    <a:pt x="9157" y="11772"/>
                    <a:pt x="6239" y="11772"/>
                  </a:cubicBezTo>
                  <a:cubicBezTo>
                    <a:pt x="2739" y="11772"/>
                    <a:pt x="121" y="10631"/>
                    <a:pt x="73" y="10607"/>
                  </a:cubicBezTo>
                  <a:lnTo>
                    <a:pt x="1" y="10767"/>
                  </a:lnTo>
                  <a:cubicBezTo>
                    <a:pt x="30" y="10796"/>
                    <a:pt x="2699" y="11956"/>
                    <a:pt x="6252" y="11956"/>
                  </a:cubicBezTo>
                  <a:cubicBezTo>
                    <a:pt x="9197" y="11956"/>
                    <a:pt x="12780" y="11129"/>
                    <a:pt x="15985" y="8228"/>
                  </a:cubicBezTo>
                  <a:cubicBezTo>
                    <a:pt x="19745" y="4787"/>
                    <a:pt x="25950" y="196"/>
                    <a:pt x="32193" y="196"/>
                  </a:cubicBezTo>
                  <a:cubicBezTo>
                    <a:pt x="34765" y="196"/>
                    <a:pt x="37343" y="975"/>
                    <a:pt x="39759" y="2934"/>
                  </a:cubicBezTo>
                  <a:lnTo>
                    <a:pt x="39861" y="2789"/>
                  </a:lnTo>
                  <a:cubicBezTo>
                    <a:pt x="37410" y="793"/>
                    <a:pt x="34798" y="1"/>
                    <a:pt x="32192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87"/>
            <p:cNvSpPr/>
            <p:nvPr/>
          </p:nvSpPr>
          <p:spPr>
            <a:xfrm>
              <a:off x="1893875" y="4064500"/>
              <a:ext cx="430825" cy="803950"/>
            </a:xfrm>
            <a:custGeom>
              <a:rect b="b" l="l" r="r" t="t"/>
              <a:pathLst>
                <a:path extrusionOk="0" h="32158" w="17233">
                  <a:moveTo>
                    <a:pt x="17232" y="0"/>
                  </a:moveTo>
                  <a:cubicBezTo>
                    <a:pt x="17232" y="0"/>
                    <a:pt x="6948" y="1668"/>
                    <a:pt x="4540" y="11967"/>
                  </a:cubicBezTo>
                  <a:cubicBezTo>
                    <a:pt x="2132" y="22265"/>
                    <a:pt x="7760" y="24891"/>
                    <a:pt x="0" y="32158"/>
                  </a:cubicBezTo>
                  <a:cubicBezTo>
                    <a:pt x="15999" y="28894"/>
                    <a:pt x="16725" y="23890"/>
                    <a:pt x="15637" y="15825"/>
                  </a:cubicBezTo>
                  <a:cubicBezTo>
                    <a:pt x="14549" y="7760"/>
                    <a:pt x="14070" y="4265"/>
                    <a:pt x="17232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87"/>
            <p:cNvSpPr/>
            <p:nvPr/>
          </p:nvSpPr>
          <p:spPr>
            <a:xfrm>
              <a:off x="1893150" y="4024600"/>
              <a:ext cx="566075" cy="845675"/>
            </a:xfrm>
            <a:custGeom>
              <a:rect b="b" l="l" r="r" t="t"/>
              <a:pathLst>
                <a:path extrusionOk="0" h="33827" w="22643">
                  <a:moveTo>
                    <a:pt x="22628" y="1"/>
                  </a:moveTo>
                  <a:cubicBezTo>
                    <a:pt x="11880" y="1117"/>
                    <a:pt x="9719" y="13476"/>
                    <a:pt x="9385" y="20728"/>
                  </a:cubicBezTo>
                  <a:cubicBezTo>
                    <a:pt x="8950" y="30128"/>
                    <a:pt x="87" y="33638"/>
                    <a:pt x="0" y="33667"/>
                  </a:cubicBezTo>
                  <a:lnTo>
                    <a:pt x="73" y="33826"/>
                  </a:lnTo>
                  <a:cubicBezTo>
                    <a:pt x="160" y="33797"/>
                    <a:pt x="9138" y="30258"/>
                    <a:pt x="9574" y="20743"/>
                  </a:cubicBezTo>
                  <a:cubicBezTo>
                    <a:pt x="9893" y="13519"/>
                    <a:pt x="12039" y="1292"/>
                    <a:pt x="22643" y="175"/>
                  </a:cubicBezTo>
                  <a:lnTo>
                    <a:pt x="2262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87"/>
            <p:cNvSpPr/>
            <p:nvPr/>
          </p:nvSpPr>
          <p:spPr>
            <a:xfrm>
              <a:off x="1994325" y="3522000"/>
              <a:ext cx="641875" cy="872875"/>
            </a:xfrm>
            <a:custGeom>
              <a:rect b="b" l="l" r="r" t="t"/>
              <a:pathLst>
                <a:path extrusionOk="0" h="34915" w="25675">
                  <a:moveTo>
                    <a:pt x="6092" y="1"/>
                  </a:moveTo>
                  <a:cubicBezTo>
                    <a:pt x="6092" y="1"/>
                    <a:pt x="0" y="8442"/>
                    <a:pt x="5585" y="17421"/>
                  </a:cubicBezTo>
                  <a:cubicBezTo>
                    <a:pt x="11169" y="26400"/>
                    <a:pt x="17000" y="24268"/>
                    <a:pt x="16652" y="34914"/>
                  </a:cubicBezTo>
                  <a:cubicBezTo>
                    <a:pt x="25674" y="21294"/>
                    <a:pt x="22628" y="17233"/>
                    <a:pt x="16173" y="12330"/>
                  </a:cubicBezTo>
                  <a:cubicBezTo>
                    <a:pt x="9675" y="7398"/>
                    <a:pt x="6861" y="5251"/>
                    <a:pt x="6092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87"/>
            <p:cNvSpPr/>
            <p:nvPr/>
          </p:nvSpPr>
          <p:spPr>
            <a:xfrm>
              <a:off x="2042550" y="3399075"/>
              <a:ext cx="467075" cy="996875"/>
            </a:xfrm>
            <a:custGeom>
              <a:rect b="b" l="l" r="r" t="t"/>
              <a:pathLst>
                <a:path extrusionOk="0" h="39875" w="18683">
                  <a:moveTo>
                    <a:pt x="6818" y="0"/>
                  </a:moveTo>
                  <a:lnTo>
                    <a:pt x="6818" y="0"/>
                  </a:lnTo>
                  <a:cubicBezTo>
                    <a:pt x="0" y="8370"/>
                    <a:pt x="7224" y="18639"/>
                    <a:pt x="12112" y="24006"/>
                  </a:cubicBezTo>
                  <a:cubicBezTo>
                    <a:pt x="18480" y="30969"/>
                    <a:pt x="14679" y="39701"/>
                    <a:pt x="14636" y="39802"/>
                  </a:cubicBezTo>
                  <a:lnTo>
                    <a:pt x="14795" y="39875"/>
                  </a:lnTo>
                  <a:cubicBezTo>
                    <a:pt x="14839" y="39773"/>
                    <a:pt x="18683" y="30925"/>
                    <a:pt x="12257" y="23876"/>
                  </a:cubicBezTo>
                  <a:cubicBezTo>
                    <a:pt x="7398" y="18567"/>
                    <a:pt x="261" y="8399"/>
                    <a:pt x="6963" y="102"/>
                  </a:cubicBezTo>
                  <a:lnTo>
                    <a:pt x="681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87"/>
            <p:cNvSpPr/>
            <p:nvPr/>
          </p:nvSpPr>
          <p:spPr>
            <a:xfrm>
              <a:off x="1691875" y="3317850"/>
              <a:ext cx="803975" cy="430825"/>
            </a:xfrm>
            <a:custGeom>
              <a:rect b="b" l="l" r="r" t="t"/>
              <a:pathLst>
                <a:path extrusionOk="0" h="17233" w="32159">
                  <a:moveTo>
                    <a:pt x="1" y="0"/>
                  </a:moveTo>
                  <a:cubicBezTo>
                    <a:pt x="1" y="0"/>
                    <a:pt x="1669" y="10284"/>
                    <a:pt x="11968" y="12692"/>
                  </a:cubicBezTo>
                  <a:cubicBezTo>
                    <a:pt x="14098" y="13190"/>
                    <a:pt x="15900" y="13344"/>
                    <a:pt x="17483" y="13344"/>
                  </a:cubicBezTo>
                  <a:cubicBezTo>
                    <a:pt x="20057" y="13344"/>
                    <a:pt x="22051" y="12936"/>
                    <a:pt x="23933" y="12936"/>
                  </a:cubicBezTo>
                  <a:cubicBezTo>
                    <a:pt x="26489" y="12936"/>
                    <a:pt x="28840" y="13688"/>
                    <a:pt x="32159" y="17232"/>
                  </a:cubicBezTo>
                  <a:cubicBezTo>
                    <a:pt x="29482" y="4111"/>
                    <a:pt x="25635" y="1263"/>
                    <a:pt x="19889" y="1263"/>
                  </a:cubicBezTo>
                  <a:cubicBezTo>
                    <a:pt x="18628" y="1263"/>
                    <a:pt x="17277" y="1400"/>
                    <a:pt x="15826" y="1596"/>
                  </a:cubicBezTo>
                  <a:cubicBezTo>
                    <a:pt x="12347" y="2071"/>
                    <a:pt x="9718" y="2431"/>
                    <a:pt x="7511" y="2431"/>
                  </a:cubicBezTo>
                  <a:cubicBezTo>
                    <a:pt x="4602" y="2431"/>
                    <a:pt x="2426" y="1806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87"/>
            <p:cNvSpPr/>
            <p:nvPr/>
          </p:nvSpPr>
          <p:spPr>
            <a:xfrm>
              <a:off x="1652000" y="3183675"/>
              <a:ext cx="846400" cy="566075"/>
            </a:xfrm>
            <a:custGeom>
              <a:rect b="b" l="l" r="r" t="t"/>
              <a:pathLst>
                <a:path extrusionOk="0" h="22643" w="33856">
                  <a:moveTo>
                    <a:pt x="174" y="0"/>
                  </a:moveTo>
                  <a:lnTo>
                    <a:pt x="0" y="15"/>
                  </a:lnTo>
                  <a:cubicBezTo>
                    <a:pt x="1117" y="10778"/>
                    <a:pt x="13476" y="12924"/>
                    <a:pt x="20728" y="13258"/>
                  </a:cubicBezTo>
                  <a:cubicBezTo>
                    <a:pt x="30127" y="13693"/>
                    <a:pt x="33638" y="22556"/>
                    <a:pt x="33667" y="22643"/>
                  </a:cubicBezTo>
                  <a:lnTo>
                    <a:pt x="33855" y="22570"/>
                  </a:lnTo>
                  <a:cubicBezTo>
                    <a:pt x="33812" y="22483"/>
                    <a:pt x="30272" y="13505"/>
                    <a:pt x="20743" y="13069"/>
                  </a:cubicBezTo>
                  <a:cubicBezTo>
                    <a:pt x="13519" y="12750"/>
                    <a:pt x="1291" y="10604"/>
                    <a:pt x="17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87"/>
            <p:cNvSpPr/>
            <p:nvPr/>
          </p:nvSpPr>
          <p:spPr>
            <a:xfrm>
              <a:off x="1101175" y="3130050"/>
              <a:ext cx="873225" cy="476650"/>
            </a:xfrm>
            <a:custGeom>
              <a:rect b="b" l="l" r="r" t="t"/>
              <a:pathLst>
                <a:path extrusionOk="0" h="19066" w="34929">
                  <a:moveTo>
                    <a:pt x="21517" y="0"/>
                  </a:moveTo>
                  <a:cubicBezTo>
                    <a:pt x="17528" y="0"/>
                    <a:pt x="15061" y="2534"/>
                    <a:pt x="12329" y="6120"/>
                  </a:cubicBezTo>
                  <a:cubicBezTo>
                    <a:pt x="7398" y="12589"/>
                    <a:pt x="5265" y="15403"/>
                    <a:pt x="0" y="16201"/>
                  </a:cubicBezTo>
                  <a:cubicBezTo>
                    <a:pt x="0" y="16201"/>
                    <a:pt x="3976" y="19065"/>
                    <a:pt x="9366" y="19065"/>
                  </a:cubicBezTo>
                  <a:cubicBezTo>
                    <a:pt x="11836" y="19065"/>
                    <a:pt x="14603" y="18464"/>
                    <a:pt x="17421" y="16708"/>
                  </a:cubicBezTo>
                  <a:cubicBezTo>
                    <a:pt x="26143" y="11283"/>
                    <a:pt x="24393" y="5612"/>
                    <a:pt x="34048" y="5612"/>
                  </a:cubicBezTo>
                  <a:cubicBezTo>
                    <a:pt x="34331" y="5612"/>
                    <a:pt x="34625" y="5617"/>
                    <a:pt x="34928" y="5627"/>
                  </a:cubicBezTo>
                  <a:cubicBezTo>
                    <a:pt x="28874" y="1623"/>
                    <a:pt x="24709" y="0"/>
                    <a:pt x="21517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87"/>
            <p:cNvSpPr/>
            <p:nvPr/>
          </p:nvSpPr>
          <p:spPr>
            <a:xfrm>
              <a:off x="978225" y="3239750"/>
              <a:ext cx="996900" cy="298600"/>
            </a:xfrm>
            <a:custGeom>
              <a:rect b="b" l="l" r="r" t="t"/>
              <a:pathLst>
                <a:path extrusionOk="0" h="11944" w="39876">
                  <a:moveTo>
                    <a:pt x="33619" y="1"/>
                  </a:moveTo>
                  <a:cubicBezTo>
                    <a:pt x="30664" y="1"/>
                    <a:pt x="27092" y="801"/>
                    <a:pt x="23891" y="3719"/>
                  </a:cubicBezTo>
                  <a:cubicBezTo>
                    <a:pt x="20121" y="7160"/>
                    <a:pt x="13921" y="11758"/>
                    <a:pt x="7682" y="11758"/>
                  </a:cubicBezTo>
                  <a:cubicBezTo>
                    <a:pt x="5111" y="11758"/>
                    <a:pt x="2534" y="10977"/>
                    <a:pt x="117" y="9013"/>
                  </a:cubicBezTo>
                  <a:lnTo>
                    <a:pt x="1" y="9158"/>
                  </a:lnTo>
                  <a:cubicBezTo>
                    <a:pt x="2452" y="11145"/>
                    <a:pt x="5063" y="11943"/>
                    <a:pt x="7674" y="11943"/>
                  </a:cubicBezTo>
                  <a:cubicBezTo>
                    <a:pt x="13969" y="11943"/>
                    <a:pt x="20206" y="7316"/>
                    <a:pt x="24007" y="3864"/>
                  </a:cubicBezTo>
                  <a:cubicBezTo>
                    <a:pt x="27169" y="979"/>
                    <a:pt x="30698" y="188"/>
                    <a:pt x="33618" y="188"/>
                  </a:cubicBezTo>
                  <a:cubicBezTo>
                    <a:pt x="37127" y="188"/>
                    <a:pt x="39755" y="1331"/>
                    <a:pt x="39803" y="1355"/>
                  </a:cubicBezTo>
                  <a:lnTo>
                    <a:pt x="39875" y="1181"/>
                  </a:lnTo>
                  <a:cubicBezTo>
                    <a:pt x="39828" y="1157"/>
                    <a:pt x="37170" y="1"/>
                    <a:pt x="33619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87"/>
            <p:cNvSpPr/>
            <p:nvPr/>
          </p:nvSpPr>
          <p:spPr>
            <a:xfrm>
              <a:off x="910425" y="3185475"/>
              <a:ext cx="417775" cy="779325"/>
            </a:xfrm>
            <a:custGeom>
              <a:rect b="b" l="l" r="r" t="t"/>
              <a:pathLst>
                <a:path extrusionOk="0" h="31173" w="16711">
                  <a:moveTo>
                    <a:pt x="16710" y="1"/>
                  </a:moveTo>
                  <a:lnTo>
                    <a:pt x="16710" y="1"/>
                  </a:lnTo>
                  <a:cubicBezTo>
                    <a:pt x="726" y="3264"/>
                    <a:pt x="0" y="8269"/>
                    <a:pt x="1088" y="16334"/>
                  </a:cubicBezTo>
                  <a:cubicBezTo>
                    <a:pt x="1901" y="22397"/>
                    <a:pt x="1959" y="26400"/>
                    <a:pt x="755" y="29504"/>
                  </a:cubicBezTo>
                  <a:lnTo>
                    <a:pt x="2742" y="31172"/>
                  </a:lnTo>
                  <a:cubicBezTo>
                    <a:pt x="5962" y="29794"/>
                    <a:pt x="10734" y="26444"/>
                    <a:pt x="12185" y="20206"/>
                  </a:cubicBezTo>
                  <a:cubicBezTo>
                    <a:pt x="14578" y="9908"/>
                    <a:pt x="8936" y="7268"/>
                    <a:pt x="1671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87"/>
            <p:cNvSpPr/>
            <p:nvPr/>
          </p:nvSpPr>
          <p:spPr>
            <a:xfrm>
              <a:off x="947050" y="3183300"/>
              <a:ext cx="382225" cy="757550"/>
            </a:xfrm>
            <a:custGeom>
              <a:rect b="b" l="l" r="r" t="t"/>
              <a:pathLst>
                <a:path extrusionOk="0" h="30302" w="15289">
                  <a:moveTo>
                    <a:pt x="15216" y="1"/>
                  </a:moveTo>
                  <a:cubicBezTo>
                    <a:pt x="15129" y="30"/>
                    <a:pt x="6151" y="3569"/>
                    <a:pt x="5715" y="13099"/>
                  </a:cubicBezTo>
                  <a:cubicBezTo>
                    <a:pt x="5454" y="18495"/>
                    <a:pt x="4279" y="25820"/>
                    <a:pt x="0" y="30171"/>
                  </a:cubicBezTo>
                  <a:lnTo>
                    <a:pt x="131" y="30302"/>
                  </a:lnTo>
                  <a:cubicBezTo>
                    <a:pt x="4439" y="25907"/>
                    <a:pt x="5643" y="18553"/>
                    <a:pt x="5889" y="13099"/>
                  </a:cubicBezTo>
                  <a:cubicBezTo>
                    <a:pt x="6325" y="3700"/>
                    <a:pt x="15202" y="204"/>
                    <a:pt x="15289" y="160"/>
                  </a:cubicBezTo>
                  <a:lnTo>
                    <a:pt x="15216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4" name="Google Shape;634;p87"/>
          <p:cNvGrpSpPr/>
          <p:nvPr/>
        </p:nvGrpSpPr>
        <p:grpSpPr>
          <a:xfrm rot="960736">
            <a:off x="6766191" y="2425476"/>
            <a:ext cx="1578301" cy="2279366"/>
            <a:chOff x="2924450" y="2900575"/>
            <a:chExt cx="1559325" cy="2252175"/>
          </a:xfrm>
        </p:grpSpPr>
        <p:sp>
          <p:nvSpPr>
            <p:cNvPr id="635" name="Google Shape;635;p87"/>
            <p:cNvSpPr/>
            <p:nvPr/>
          </p:nvSpPr>
          <p:spPr>
            <a:xfrm>
              <a:off x="2924450" y="2900575"/>
              <a:ext cx="1559325" cy="2252175"/>
            </a:xfrm>
            <a:custGeom>
              <a:rect b="b" l="l" r="r" t="t"/>
              <a:pathLst>
                <a:path extrusionOk="0" h="90087" w="62373">
                  <a:moveTo>
                    <a:pt x="27337" y="1"/>
                  </a:moveTo>
                  <a:cubicBezTo>
                    <a:pt x="21549" y="1"/>
                    <a:pt x="16762" y="4557"/>
                    <a:pt x="16507" y="10367"/>
                  </a:cubicBezTo>
                  <a:lnTo>
                    <a:pt x="15913" y="24466"/>
                  </a:lnTo>
                  <a:lnTo>
                    <a:pt x="13273" y="24089"/>
                  </a:lnTo>
                  <a:cubicBezTo>
                    <a:pt x="13013" y="24053"/>
                    <a:pt x="12755" y="24035"/>
                    <a:pt x="12501" y="24035"/>
                  </a:cubicBezTo>
                  <a:cubicBezTo>
                    <a:pt x="10610" y="24035"/>
                    <a:pt x="8901" y="25006"/>
                    <a:pt x="7891" y="26540"/>
                  </a:cubicBezTo>
                  <a:cubicBezTo>
                    <a:pt x="7500" y="26932"/>
                    <a:pt x="7224" y="27468"/>
                    <a:pt x="7152" y="28078"/>
                  </a:cubicBezTo>
                  <a:lnTo>
                    <a:pt x="7050" y="28788"/>
                  </a:lnTo>
                  <a:lnTo>
                    <a:pt x="465" y="75625"/>
                  </a:lnTo>
                  <a:lnTo>
                    <a:pt x="189" y="77612"/>
                  </a:lnTo>
                  <a:cubicBezTo>
                    <a:pt x="1" y="79063"/>
                    <a:pt x="363" y="80514"/>
                    <a:pt x="1248" y="81688"/>
                  </a:cubicBezTo>
                  <a:cubicBezTo>
                    <a:pt x="2133" y="82878"/>
                    <a:pt x="3424" y="83632"/>
                    <a:pt x="4874" y="83835"/>
                  </a:cubicBezTo>
                  <a:lnTo>
                    <a:pt x="49115" y="90029"/>
                  </a:lnTo>
                  <a:cubicBezTo>
                    <a:pt x="49361" y="90072"/>
                    <a:pt x="49622" y="90087"/>
                    <a:pt x="49869" y="90087"/>
                  </a:cubicBezTo>
                  <a:cubicBezTo>
                    <a:pt x="52582" y="90087"/>
                    <a:pt x="54931" y="88100"/>
                    <a:pt x="55337" y="85329"/>
                  </a:cubicBezTo>
                  <a:lnTo>
                    <a:pt x="62271" y="35823"/>
                  </a:lnTo>
                  <a:cubicBezTo>
                    <a:pt x="62372" y="35243"/>
                    <a:pt x="62242" y="34634"/>
                    <a:pt x="61966" y="34141"/>
                  </a:cubicBezTo>
                  <a:cubicBezTo>
                    <a:pt x="61372" y="32183"/>
                    <a:pt x="59660" y="30631"/>
                    <a:pt x="57484" y="30326"/>
                  </a:cubicBezTo>
                  <a:lnTo>
                    <a:pt x="53234" y="29731"/>
                  </a:lnTo>
                  <a:lnTo>
                    <a:pt x="55004" y="18417"/>
                  </a:lnTo>
                  <a:cubicBezTo>
                    <a:pt x="55816" y="13210"/>
                    <a:pt x="53321" y="8220"/>
                    <a:pt x="49057" y="5653"/>
                  </a:cubicBezTo>
                  <a:cubicBezTo>
                    <a:pt x="47229" y="2737"/>
                    <a:pt x="44038" y="721"/>
                    <a:pt x="40339" y="562"/>
                  </a:cubicBezTo>
                  <a:lnTo>
                    <a:pt x="27792" y="10"/>
                  </a:lnTo>
                  <a:cubicBezTo>
                    <a:pt x="27640" y="4"/>
                    <a:pt x="27488" y="1"/>
                    <a:pt x="27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87"/>
            <p:cNvSpPr/>
            <p:nvPr/>
          </p:nvSpPr>
          <p:spPr>
            <a:xfrm>
              <a:off x="3370850" y="2970625"/>
              <a:ext cx="756825" cy="1060525"/>
            </a:xfrm>
            <a:custGeom>
              <a:rect b="b" l="l" r="r" t="t"/>
              <a:pathLst>
                <a:path extrusionOk="0" h="42421" w="30273">
                  <a:moveTo>
                    <a:pt x="9474" y="0"/>
                  </a:moveTo>
                  <a:cubicBezTo>
                    <a:pt x="5187" y="0"/>
                    <a:pt x="1606" y="3388"/>
                    <a:pt x="1436" y="7710"/>
                  </a:cubicBezTo>
                  <a:lnTo>
                    <a:pt x="0" y="41217"/>
                  </a:lnTo>
                  <a:lnTo>
                    <a:pt x="3554" y="41362"/>
                  </a:lnTo>
                  <a:lnTo>
                    <a:pt x="4990" y="7855"/>
                  </a:lnTo>
                  <a:cubicBezTo>
                    <a:pt x="5089" y="5446"/>
                    <a:pt x="7076" y="3557"/>
                    <a:pt x="9463" y="3557"/>
                  </a:cubicBezTo>
                  <a:cubicBezTo>
                    <a:pt x="9533" y="3557"/>
                    <a:pt x="9604" y="3558"/>
                    <a:pt x="9675" y="3562"/>
                  </a:cubicBezTo>
                  <a:lnTo>
                    <a:pt x="22222" y="4084"/>
                  </a:lnTo>
                  <a:cubicBezTo>
                    <a:pt x="24717" y="4185"/>
                    <a:pt x="26632" y="6289"/>
                    <a:pt x="26530" y="8769"/>
                  </a:cubicBezTo>
                  <a:lnTo>
                    <a:pt x="25094" y="42276"/>
                  </a:lnTo>
                  <a:lnTo>
                    <a:pt x="28648" y="42421"/>
                  </a:lnTo>
                  <a:lnTo>
                    <a:pt x="30084" y="8914"/>
                  </a:lnTo>
                  <a:cubicBezTo>
                    <a:pt x="30272" y="4475"/>
                    <a:pt x="26820" y="704"/>
                    <a:pt x="22367" y="530"/>
                  </a:cubicBezTo>
                  <a:lnTo>
                    <a:pt x="9820" y="8"/>
                  </a:lnTo>
                  <a:cubicBezTo>
                    <a:pt x="9704" y="3"/>
                    <a:pt x="9589" y="0"/>
                    <a:pt x="9474" y="0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87"/>
            <p:cNvSpPr/>
            <p:nvPr/>
          </p:nvSpPr>
          <p:spPr>
            <a:xfrm>
              <a:off x="2996975" y="3566325"/>
              <a:ext cx="1421525" cy="1472475"/>
            </a:xfrm>
            <a:custGeom>
              <a:rect b="b" l="l" r="r" t="t"/>
              <a:pathLst>
                <a:path extrusionOk="0" h="58899" w="56861">
                  <a:moveTo>
                    <a:pt x="8229" y="1"/>
                  </a:moveTo>
                  <a:cubicBezTo>
                    <a:pt x="7680" y="1"/>
                    <a:pt x="7188" y="413"/>
                    <a:pt x="7108" y="984"/>
                  </a:cubicBezTo>
                  <a:lnTo>
                    <a:pt x="88" y="50953"/>
                  </a:lnTo>
                  <a:cubicBezTo>
                    <a:pt x="1" y="51563"/>
                    <a:pt x="436" y="52143"/>
                    <a:pt x="1045" y="52230"/>
                  </a:cubicBezTo>
                  <a:lnTo>
                    <a:pt x="48462" y="58888"/>
                  </a:lnTo>
                  <a:cubicBezTo>
                    <a:pt x="48517" y="58895"/>
                    <a:pt x="48571" y="58899"/>
                    <a:pt x="48624" y="58899"/>
                  </a:cubicBezTo>
                  <a:cubicBezTo>
                    <a:pt x="49192" y="58899"/>
                    <a:pt x="49660" y="58487"/>
                    <a:pt x="49753" y="57930"/>
                  </a:cubicBezTo>
                  <a:lnTo>
                    <a:pt x="56759" y="7960"/>
                  </a:lnTo>
                  <a:cubicBezTo>
                    <a:pt x="56861" y="7337"/>
                    <a:pt x="56425" y="6757"/>
                    <a:pt x="55802" y="6669"/>
                  </a:cubicBezTo>
                  <a:lnTo>
                    <a:pt x="8385" y="12"/>
                  </a:lnTo>
                  <a:cubicBezTo>
                    <a:pt x="8332" y="4"/>
                    <a:pt x="8280" y="1"/>
                    <a:pt x="8229" y="1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87"/>
            <p:cNvSpPr/>
            <p:nvPr/>
          </p:nvSpPr>
          <p:spPr>
            <a:xfrm>
              <a:off x="2990100" y="3612650"/>
              <a:ext cx="1422950" cy="1476500"/>
            </a:xfrm>
            <a:custGeom>
              <a:rect b="b" l="l" r="r" t="t"/>
              <a:pathLst>
                <a:path extrusionOk="0" h="59060" w="56918">
                  <a:moveTo>
                    <a:pt x="7253" y="1"/>
                  </a:moveTo>
                  <a:lnTo>
                    <a:pt x="87" y="51102"/>
                  </a:lnTo>
                  <a:cubicBezTo>
                    <a:pt x="0" y="51726"/>
                    <a:pt x="435" y="52306"/>
                    <a:pt x="1044" y="52393"/>
                  </a:cubicBezTo>
                  <a:lnTo>
                    <a:pt x="48461" y="59051"/>
                  </a:lnTo>
                  <a:cubicBezTo>
                    <a:pt x="48508" y="59056"/>
                    <a:pt x="48555" y="59059"/>
                    <a:pt x="48601" y="59059"/>
                  </a:cubicBezTo>
                  <a:cubicBezTo>
                    <a:pt x="49170" y="59059"/>
                    <a:pt x="49671" y="58657"/>
                    <a:pt x="49738" y="58094"/>
                  </a:cubicBezTo>
                  <a:lnTo>
                    <a:pt x="56918" y="6978"/>
                  </a:lnTo>
                  <a:lnTo>
                    <a:pt x="7253" y="1"/>
                  </a:ln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87"/>
            <p:cNvSpPr/>
            <p:nvPr/>
          </p:nvSpPr>
          <p:spPr>
            <a:xfrm>
              <a:off x="3866200" y="4220050"/>
              <a:ext cx="365550" cy="371000"/>
            </a:xfrm>
            <a:custGeom>
              <a:rect b="b" l="l" r="r" t="t"/>
              <a:pathLst>
                <a:path extrusionOk="0" h="14840" w="14622">
                  <a:moveTo>
                    <a:pt x="11285" y="1"/>
                  </a:moveTo>
                  <a:lnTo>
                    <a:pt x="11285" y="1"/>
                  </a:lnTo>
                  <a:cubicBezTo>
                    <a:pt x="5092" y="886"/>
                    <a:pt x="5077" y="4164"/>
                    <a:pt x="5077" y="4164"/>
                  </a:cubicBezTo>
                  <a:cubicBezTo>
                    <a:pt x="5077" y="4164"/>
                    <a:pt x="4685" y="915"/>
                    <a:pt x="0" y="1"/>
                  </a:cubicBezTo>
                  <a:lnTo>
                    <a:pt x="0" y="1"/>
                  </a:lnTo>
                  <a:cubicBezTo>
                    <a:pt x="2843" y="6194"/>
                    <a:pt x="0" y="10053"/>
                    <a:pt x="0" y="10053"/>
                  </a:cubicBezTo>
                  <a:cubicBezTo>
                    <a:pt x="0" y="10053"/>
                    <a:pt x="4149" y="14085"/>
                    <a:pt x="13751" y="14839"/>
                  </a:cubicBezTo>
                  <a:cubicBezTo>
                    <a:pt x="13004" y="12219"/>
                    <a:pt x="9152" y="11897"/>
                    <a:pt x="8931" y="11881"/>
                  </a:cubicBezTo>
                  <a:lnTo>
                    <a:pt x="8931" y="11881"/>
                  </a:lnTo>
                  <a:cubicBezTo>
                    <a:pt x="8946" y="11882"/>
                    <a:pt x="8979" y="11884"/>
                    <a:pt x="9028" y="11884"/>
                  </a:cubicBezTo>
                  <a:cubicBezTo>
                    <a:pt x="9553" y="11884"/>
                    <a:pt x="11935" y="11703"/>
                    <a:pt x="14621" y="8646"/>
                  </a:cubicBezTo>
                  <a:cubicBezTo>
                    <a:pt x="12539" y="6917"/>
                    <a:pt x="10918" y="6543"/>
                    <a:pt x="9906" y="6543"/>
                  </a:cubicBezTo>
                  <a:cubicBezTo>
                    <a:pt x="9136" y="6543"/>
                    <a:pt x="8718" y="6760"/>
                    <a:pt x="8718" y="6760"/>
                  </a:cubicBezTo>
                  <a:cubicBezTo>
                    <a:pt x="8718" y="6760"/>
                    <a:pt x="11575" y="4976"/>
                    <a:pt x="11285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87"/>
            <p:cNvSpPr/>
            <p:nvPr/>
          </p:nvSpPr>
          <p:spPr>
            <a:xfrm>
              <a:off x="3402400" y="3030450"/>
              <a:ext cx="850375" cy="1096950"/>
            </a:xfrm>
            <a:custGeom>
              <a:rect b="b" l="l" r="r" t="t"/>
              <a:pathLst>
                <a:path extrusionOk="0" h="43878" w="34015">
                  <a:moveTo>
                    <a:pt x="14534" y="1"/>
                  </a:moveTo>
                  <a:cubicBezTo>
                    <a:pt x="9780" y="1"/>
                    <a:pt x="5603" y="3474"/>
                    <a:pt x="4830" y="8320"/>
                  </a:cubicBezTo>
                  <a:lnTo>
                    <a:pt x="145" y="37939"/>
                  </a:lnTo>
                  <a:cubicBezTo>
                    <a:pt x="0" y="38911"/>
                    <a:pt x="653" y="39825"/>
                    <a:pt x="1639" y="39970"/>
                  </a:cubicBezTo>
                  <a:cubicBezTo>
                    <a:pt x="1730" y="39983"/>
                    <a:pt x="1821" y="39990"/>
                    <a:pt x="1910" y="39990"/>
                  </a:cubicBezTo>
                  <a:cubicBezTo>
                    <a:pt x="2775" y="39990"/>
                    <a:pt x="3539" y="39370"/>
                    <a:pt x="3670" y="38476"/>
                  </a:cubicBezTo>
                  <a:lnTo>
                    <a:pt x="8341" y="8871"/>
                  </a:lnTo>
                  <a:cubicBezTo>
                    <a:pt x="8838" y="5783"/>
                    <a:pt x="11495" y="3569"/>
                    <a:pt x="14523" y="3569"/>
                  </a:cubicBezTo>
                  <a:cubicBezTo>
                    <a:pt x="14852" y="3569"/>
                    <a:pt x="15185" y="3595"/>
                    <a:pt x="15521" y="3649"/>
                  </a:cubicBezTo>
                  <a:lnTo>
                    <a:pt x="24412" y="5041"/>
                  </a:lnTo>
                  <a:cubicBezTo>
                    <a:pt x="27836" y="5593"/>
                    <a:pt x="30171" y="8798"/>
                    <a:pt x="29634" y="12221"/>
                  </a:cubicBezTo>
                  <a:lnTo>
                    <a:pt x="24949" y="41826"/>
                  </a:lnTo>
                  <a:cubicBezTo>
                    <a:pt x="24804" y="42813"/>
                    <a:pt x="25457" y="43712"/>
                    <a:pt x="26443" y="43857"/>
                  </a:cubicBezTo>
                  <a:cubicBezTo>
                    <a:pt x="26534" y="43871"/>
                    <a:pt x="26624" y="43877"/>
                    <a:pt x="26714" y="43877"/>
                  </a:cubicBezTo>
                  <a:cubicBezTo>
                    <a:pt x="27579" y="43877"/>
                    <a:pt x="28342" y="43258"/>
                    <a:pt x="28474" y="42377"/>
                  </a:cubicBezTo>
                  <a:lnTo>
                    <a:pt x="33173" y="12787"/>
                  </a:lnTo>
                  <a:cubicBezTo>
                    <a:pt x="34015" y="7420"/>
                    <a:pt x="30359" y="2373"/>
                    <a:pt x="24978" y="1531"/>
                  </a:cubicBezTo>
                  <a:lnTo>
                    <a:pt x="16086" y="124"/>
                  </a:lnTo>
                  <a:cubicBezTo>
                    <a:pt x="15565" y="41"/>
                    <a:pt x="15046" y="1"/>
                    <a:pt x="14534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87"/>
            <p:cNvSpPr/>
            <p:nvPr/>
          </p:nvSpPr>
          <p:spPr>
            <a:xfrm>
              <a:off x="3382100" y="4374175"/>
              <a:ext cx="679775" cy="524750"/>
            </a:xfrm>
            <a:custGeom>
              <a:rect b="b" l="l" r="r" t="t"/>
              <a:pathLst>
                <a:path extrusionOk="0" h="20990" w="27191">
                  <a:moveTo>
                    <a:pt x="17716" y="1"/>
                  </a:moveTo>
                  <a:cubicBezTo>
                    <a:pt x="14647" y="1"/>
                    <a:pt x="11548" y="1502"/>
                    <a:pt x="9805" y="4874"/>
                  </a:cubicBezTo>
                  <a:cubicBezTo>
                    <a:pt x="8036" y="8326"/>
                    <a:pt x="7920" y="12199"/>
                    <a:pt x="5062" y="13084"/>
                  </a:cubicBezTo>
                  <a:cubicBezTo>
                    <a:pt x="0" y="14665"/>
                    <a:pt x="1175" y="20989"/>
                    <a:pt x="1175" y="20989"/>
                  </a:cubicBezTo>
                  <a:cubicBezTo>
                    <a:pt x="2396" y="17038"/>
                    <a:pt x="4514" y="15979"/>
                    <a:pt x="7106" y="15979"/>
                  </a:cubicBezTo>
                  <a:cubicBezTo>
                    <a:pt x="10096" y="15979"/>
                    <a:pt x="13716" y="17387"/>
                    <a:pt x="17319" y="17387"/>
                  </a:cubicBezTo>
                  <a:cubicBezTo>
                    <a:pt x="18722" y="17387"/>
                    <a:pt x="20123" y="17173"/>
                    <a:pt x="21482" y="16580"/>
                  </a:cubicBezTo>
                  <a:cubicBezTo>
                    <a:pt x="24644" y="15231"/>
                    <a:pt x="26327" y="12446"/>
                    <a:pt x="26617" y="9501"/>
                  </a:cubicBezTo>
                  <a:cubicBezTo>
                    <a:pt x="27191" y="3631"/>
                    <a:pt x="22488" y="1"/>
                    <a:pt x="177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87"/>
            <p:cNvSpPr/>
            <p:nvPr/>
          </p:nvSpPr>
          <p:spPr>
            <a:xfrm>
              <a:off x="3282375" y="3758600"/>
              <a:ext cx="159575" cy="220025"/>
            </a:xfrm>
            <a:custGeom>
              <a:rect b="b" l="l" r="r" t="t"/>
              <a:pathLst>
                <a:path extrusionOk="0" h="8801" w="6383">
                  <a:moveTo>
                    <a:pt x="1674" y="1"/>
                  </a:moveTo>
                  <a:cubicBezTo>
                    <a:pt x="1514" y="1"/>
                    <a:pt x="1371" y="48"/>
                    <a:pt x="1277" y="95"/>
                  </a:cubicBezTo>
                  <a:cubicBezTo>
                    <a:pt x="1132" y="226"/>
                    <a:pt x="1030" y="385"/>
                    <a:pt x="1001" y="589"/>
                  </a:cubicBezTo>
                  <a:lnTo>
                    <a:pt x="44" y="7406"/>
                  </a:lnTo>
                  <a:cubicBezTo>
                    <a:pt x="0" y="7609"/>
                    <a:pt x="44" y="7798"/>
                    <a:pt x="160" y="7957"/>
                  </a:cubicBezTo>
                  <a:cubicBezTo>
                    <a:pt x="290" y="8102"/>
                    <a:pt x="450" y="8189"/>
                    <a:pt x="653" y="8218"/>
                  </a:cubicBezTo>
                  <a:lnTo>
                    <a:pt x="4613" y="8784"/>
                  </a:lnTo>
                  <a:cubicBezTo>
                    <a:pt x="4670" y="8795"/>
                    <a:pt x="4723" y="8801"/>
                    <a:pt x="4772" y="8801"/>
                  </a:cubicBezTo>
                  <a:cubicBezTo>
                    <a:pt x="4914" y="8801"/>
                    <a:pt x="5032" y="8757"/>
                    <a:pt x="5149" y="8682"/>
                  </a:cubicBezTo>
                  <a:cubicBezTo>
                    <a:pt x="5294" y="8566"/>
                    <a:pt x="5382" y="8421"/>
                    <a:pt x="5425" y="8218"/>
                  </a:cubicBezTo>
                  <a:cubicBezTo>
                    <a:pt x="5440" y="8044"/>
                    <a:pt x="5411" y="7885"/>
                    <a:pt x="5280" y="7725"/>
                  </a:cubicBezTo>
                  <a:cubicBezTo>
                    <a:pt x="5149" y="7580"/>
                    <a:pt x="4990" y="7478"/>
                    <a:pt x="4787" y="7449"/>
                  </a:cubicBezTo>
                  <a:lnTo>
                    <a:pt x="1595" y="7012"/>
                  </a:lnTo>
                  <a:lnTo>
                    <a:pt x="1595" y="7012"/>
                  </a:lnTo>
                  <a:lnTo>
                    <a:pt x="1887" y="4847"/>
                  </a:lnTo>
                  <a:lnTo>
                    <a:pt x="1887" y="4847"/>
                  </a:lnTo>
                  <a:lnTo>
                    <a:pt x="4555" y="5216"/>
                  </a:lnTo>
                  <a:cubicBezTo>
                    <a:pt x="4612" y="5227"/>
                    <a:pt x="4664" y="5232"/>
                    <a:pt x="4714" y="5232"/>
                  </a:cubicBezTo>
                  <a:cubicBezTo>
                    <a:pt x="4856" y="5232"/>
                    <a:pt x="4974" y="5189"/>
                    <a:pt x="5091" y="5114"/>
                  </a:cubicBezTo>
                  <a:cubicBezTo>
                    <a:pt x="5236" y="4998"/>
                    <a:pt x="5338" y="4853"/>
                    <a:pt x="5367" y="4650"/>
                  </a:cubicBezTo>
                  <a:cubicBezTo>
                    <a:pt x="5382" y="4461"/>
                    <a:pt x="5352" y="4273"/>
                    <a:pt x="5222" y="4128"/>
                  </a:cubicBezTo>
                  <a:cubicBezTo>
                    <a:pt x="5091" y="3968"/>
                    <a:pt x="4932" y="3896"/>
                    <a:pt x="4729" y="3852"/>
                  </a:cubicBezTo>
                  <a:lnTo>
                    <a:pt x="2060" y="3487"/>
                  </a:lnTo>
                  <a:lnTo>
                    <a:pt x="2060" y="3487"/>
                  </a:lnTo>
                  <a:lnTo>
                    <a:pt x="2352" y="1474"/>
                  </a:lnTo>
                  <a:lnTo>
                    <a:pt x="2352" y="1474"/>
                  </a:lnTo>
                  <a:lnTo>
                    <a:pt x="5556" y="1938"/>
                  </a:lnTo>
                  <a:cubicBezTo>
                    <a:pt x="5607" y="1944"/>
                    <a:pt x="5655" y="1948"/>
                    <a:pt x="5701" y="1948"/>
                  </a:cubicBezTo>
                  <a:cubicBezTo>
                    <a:pt x="5848" y="1948"/>
                    <a:pt x="5970" y="1910"/>
                    <a:pt x="6092" y="1821"/>
                  </a:cubicBezTo>
                  <a:cubicBezTo>
                    <a:pt x="6237" y="1720"/>
                    <a:pt x="6324" y="1575"/>
                    <a:pt x="6368" y="1372"/>
                  </a:cubicBezTo>
                  <a:cubicBezTo>
                    <a:pt x="6382" y="1169"/>
                    <a:pt x="6353" y="995"/>
                    <a:pt x="6223" y="850"/>
                  </a:cubicBezTo>
                  <a:cubicBezTo>
                    <a:pt x="6092" y="690"/>
                    <a:pt x="5933" y="618"/>
                    <a:pt x="5730" y="574"/>
                  </a:cubicBezTo>
                  <a:lnTo>
                    <a:pt x="1784" y="8"/>
                  </a:lnTo>
                  <a:cubicBezTo>
                    <a:pt x="1747" y="3"/>
                    <a:pt x="1710" y="1"/>
                    <a:pt x="1674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87"/>
            <p:cNvSpPr/>
            <p:nvPr/>
          </p:nvSpPr>
          <p:spPr>
            <a:xfrm>
              <a:off x="3450975" y="3790750"/>
              <a:ext cx="177000" cy="212475"/>
            </a:xfrm>
            <a:custGeom>
              <a:rect b="b" l="l" r="r" t="t"/>
              <a:pathLst>
                <a:path extrusionOk="0" h="8499" w="7080">
                  <a:moveTo>
                    <a:pt x="4228" y="1"/>
                  </a:moveTo>
                  <a:cubicBezTo>
                    <a:pt x="3861" y="1"/>
                    <a:pt x="3511" y="48"/>
                    <a:pt x="3178" y="129"/>
                  </a:cubicBezTo>
                  <a:cubicBezTo>
                    <a:pt x="2626" y="274"/>
                    <a:pt x="2133" y="492"/>
                    <a:pt x="1698" y="811"/>
                  </a:cubicBezTo>
                  <a:cubicBezTo>
                    <a:pt x="1263" y="1116"/>
                    <a:pt x="900" y="1522"/>
                    <a:pt x="639" y="2015"/>
                  </a:cubicBezTo>
                  <a:cubicBezTo>
                    <a:pt x="364" y="2494"/>
                    <a:pt x="175" y="3045"/>
                    <a:pt x="88" y="3640"/>
                  </a:cubicBezTo>
                  <a:cubicBezTo>
                    <a:pt x="1" y="4336"/>
                    <a:pt x="30" y="4960"/>
                    <a:pt x="175" y="5525"/>
                  </a:cubicBezTo>
                  <a:cubicBezTo>
                    <a:pt x="320" y="6091"/>
                    <a:pt x="581" y="6555"/>
                    <a:pt x="929" y="6976"/>
                  </a:cubicBezTo>
                  <a:cubicBezTo>
                    <a:pt x="1292" y="7396"/>
                    <a:pt x="1684" y="7716"/>
                    <a:pt x="2177" y="7977"/>
                  </a:cubicBezTo>
                  <a:cubicBezTo>
                    <a:pt x="2670" y="8209"/>
                    <a:pt x="3192" y="8397"/>
                    <a:pt x="3758" y="8470"/>
                  </a:cubicBezTo>
                  <a:cubicBezTo>
                    <a:pt x="3975" y="8484"/>
                    <a:pt x="4207" y="8499"/>
                    <a:pt x="4425" y="8499"/>
                  </a:cubicBezTo>
                  <a:cubicBezTo>
                    <a:pt x="4643" y="8499"/>
                    <a:pt x="4875" y="8484"/>
                    <a:pt x="5092" y="8441"/>
                  </a:cubicBezTo>
                  <a:cubicBezTo>
                    <a:pt x="5339" y="8412"/>
                    <a:pt x="5556" y="8354"/>
                    <a:pt x="5774" y="8281"/>
                  </a:cubicBezTo>
                  <a:cubicBezTo>
                    <a:pt x="5963" y="8223"/>
                    <a:pt x="6108" y="8078"/>
                    <a:pt x="6180" y="7890"/>
                  </a:cubicBezTo>
                  <a:cubicBezTo>
                    <a:pt x="6253" y="7686"/>
                    <a:pt x="6224" y="7469"/>
                    <a:pt x="6093" y="7251"/>
                  </a:cubicBezTo>
                  <a:cubicBezTo>
                    <a:pt x="6006" y="7092"/>
                    <a:pt x="5876" y="6990"/>
                    <a:pt x="5716" y="6947"/>
                  </a:cubicBezTo>
                  <a:cubicBezTo>
                    <a:pt x="5642" y="6927"/>
                    <a:pt x="5565" y="6916"/>
                    <a:pt x="5486" y="6916"/>
                  </a:cubicBezTo>
                  <a:cubicBezTo>
                    <a:pt x="5395" y="6916"/>
                    <a:pt x="5302" y="6930"/>
                    <a:pt x="5208" y="6961"/>
                  </a:cubicBezTo>
                  <a:cubicBezTo>
                    <a:pt x="5005" y="7034"/>
                    <a:pt x="4788" y="7063"/>
                    <a:pt x="4570" y="7092"/>
                  </a:cubicBezTo>
                  <a:cubicBezTo>
                    <a:pt x="4353" y="7092"/>
                    <a:pt x="4135" y="7092"/>
                    <a:pt x="3917" y="7048"/>
                  </a:cubicBezTo>
                  <a:cubicBezTo>
                    <a:pt x="3540" y="6990"/>
                    <a:pt x="3178" y="6889"/>
                    <a:pt x="2873" y="6729"/>
                  </a:cubicBezTo>
                  <a:cubicBezTo>
                    <a:pt x="2554" y="6555"/>
                    <a:pt x="2307" y="6338"/>
                    <a:pt x="2090" y="6076"/>
                  </a:cubicBezTo>
                  <a:cubicBezTo>
                    <a:pt x="1872" y="5801"/>
                    <a:pt x="1727" y="5496"/>
                    <a:pt x="1640" y="5105"/>
                  </a:cubicBezTo>
                  <a:cubicBezTo>
                    <a:pt x="1539" y="4727"/>
                    <a:pt x="1524" y="4292"/>
                    <a:pt x="1597" y="3828"/>
                  </a:cubicBezTo>
                  <a:cubicBezTo>
                    <a:pt x="1655" y="3422"/>
                    <a:pt x="1785" y="3059"/>
                    <a:pt x="1945" y="2740"/>
                  </a:cubicBezTo>
                  <a:cubicBezTo>
                    <a:pt x="2104" y="2421"/>
                    <a:pt x="2322" y="2160"/>
                    <a:pt x="2597" y="1942"/>
                  </a:cubicBezTo>
                  <a:cubicBezTo>
                    <a:pt x="2873" y="1725"/>
                    <a:pt x="3192" y="1580"/>
                    <a:pt x="3540" y="1478"/>
                  </a:cubicBezTo>
                  <a:cubicBezTo>
                    <a:pt x="3732" y="1430"/>
                    <a:pt x="3937" y="1409"/>
                    <a:pt x="4152" y="1409"/>
                  </a:cubicBezTo>
                  <a:cubicBezTo>
                    <a:pt x="4328" y="1409"/>
                    <a:pt x="4512" y="1423"/>
                    <a:pt x="4701" y="1449"/>
                  </a:cubicBezTo>
                  <a:cubicBezTo>
                    <a:pt x="4933" y="1478"/>
                    <a:pt x="5150" y="1536"/>
                    <a:pt x="5353" y="1609"/>
                  </a:cubicBezTo>
                  <a:cubicBezTo>
                    <a:pt x="5556" y="1696"/>
                    <a:pt x="5730" y="1797"/>
                    <a:pt x="5919" y="1899"/>
                  </a:cubicBezTo>
                  <a:cubicBezTo>
                    <a:pt x="6064" y="2015"/>
                    <a:pt x="6224" y="2059"/>
                    <a:pt x="6383" y="2059"/>
                  </a:cubicBezTo>
                  <a:cubicBezTo>
                    <a:pt x="6543" y="2059"/>
                    <a:pt x="6688" y="2015"/>
                    <a:pt x="6818" y="1884"/>
                  </a:cubicBezTo>
                  <a:cubicBezTo>
                    <a:pt x="7007" y="1725"/>
                    <a:pt x="7079" y="1522"/>
                    <a:pt x="7079" y="1304"/>
                  </a:cubicBezTo>
                  <a:cubicBezTo>
                    <a:pt x="7079" y="1087"/>
                    <a:pt x="6963" y="898"/>
                    <a:pt x="6789" y="782"/>
                  </a:cubicBezTo>
                  <a:cubicBezTo>
                    <a:pt x="6514" y="594"/>
                    <a:pt x="6209" y="434"/>
                    <a:pt x="5905" y="303"/>
                  </a:cubicBezTo>
                  <a:cubicBezTo>
                    <a:pt x="5585" y="173"/>
                    <a:pt x="5252" y="100"/>
                    <a:pt x="4918" y="57"/>
                  </a:cubicBezTo>
                  <a:cubicBezTo>
                    <a:pt x="4682" y="18"/>
                    <a:pt x="4452" y="1"/>
                    <a:pt x="422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87"/>
            <p:cNvSpPr/>
            <p:nvPr/>
          </p:nvSpPr>
          <p:spPr>
            <a:xfrm>
              <a:off x="3635200" y="3811875"/>
              <a:ext cx="162475" cy="213875"/>
            </a:xfrm>
            <a:custGeom>
              <a:rect b="b" l="l" r="r" t="t"/>
              <a:pathLst>
                <a:path extrusionOk="0" h="8555" w="6499">
                  <a:moveTo>
                    <a:pt x="3441" y="1419"/>
                  </a:moveTo>
                  <a:cubicBezTo>
                    <a:pt x="3502" y="1419"/>
                    <a:pt x="3564" y="1423"/>
                    <a:pt x="3627" y="1431"/>
                  </a:cubicBezTo>
                  <a:cubicBezTo>
                    <a:pt x="3946" y="1489"/>
                    <a:pt x="4222" y="1634"/>
                    <a:pt x="4439" y="1866"/>
                  </a:cubicBezTo>
                  <a:cubicBezTo>
                    <a:pt x="4657" y="2113"/>
                    <a:pt x="4802" y="2446"/>
                    <a:pt x="4874" y="2882"/>
                  </a:cubicBezTo>
                  <a:cubicBezTo>
                    <a:pt x="4947" y="3317"/>
                    <a:pt x="4947" y="3868"/>
                    <a:pt x="4860" y="4506"/>
                  </a:cubicBezTo>
                  <a:cubicBezTo>
                    <a:pt x="4758" y="5115"/>
                    <a:pt x="4642" y="5638"/>
                    <a:pt x="4439" y="6044"/>
                  </a:cubicBezTo>
                  <a:cubicBezTo>
                    <a:pt x="4251" y="6435"/>
                    <a:pt x="4018" y="6725"/>
                    <a:pt x="3743" y="6914"/>
                  </a:cubicBezTo>
                  <a:cubicBezTo>
                    <a:pt x="3531" y="7055"/>
                    <a:pt x="3282" y="7129"/>
                    <a:pt x="3025" y="7129"/>
                  </a:cubicBezTo>
                  <a:cubicBezTo>
                    <a:pt x="2965" y="7129"/>
                    <a:pt x="2904" y="7125"/>
                    <a:pt x="2844" y="7117"/>
                  </a:cubicBezTo>
                  <a:cubicBezTo>
                    <a:pt x="2510" y="7059"/>
                    <a:pt x="2249" y="6914"/>
                    <a:pt x="2046" y="6653"/>
                  </a:cubicBezTo>
                  <a:cubicBezTo>
                    <a:pt x="1828" y="6421"/>
                    <a:pt x="1683" y="6073"/>
                    <a:pt x="1611" y="5638"/>
                  </a:cubicBezTo>
                  <a:cubicBezTo>
                    <a:pt x="1538" y="5202"/>
                    <a:pt x="1538" y="4680"/>
                    <a:pt x="1625" y="4042"/>
                  </a:cubicBezTo>
                  <a:cubicBezTo>
                    <a:pt x="1712" y="3389"/>
                    <a:pt x="1843" y="2882"/>
                    <a:pt x="2046" y="2490"/>
                  </a:cubicBezTo>
                  <a:cubicBezTo>
                    <a:pt x="2220" y="2084"/>
                    <a:pt x="2466" y="1823"/>
                    <a:pt x="2728" y="1634"/>
                  </a:cubicBezTo>
                  <a:cubicBezTo>
                    <a:pt x="2951" y="1493"/>
                    <a:pt x="3184" y="1419"/>
                    <a:pt x="3441" y="1419"/>
                  </a:cubicBezTo>
                  <a:close/>
                  <a:moveTo>
                    <a:pt x="3339" y="0"/>
                  </a:moveTo>
                  <a:cubicBezTo>
                    <a:pt x="2859" y="0"/>
                    <a:pt x="2436" y="112"/>
                    <a:pt x="2046" y="329"/>
                  </a:cubicBezTo>
                  <a:cubicBezTo>
                    <a:pt x="1538" y="619"/>
                    <a:pt x="1103" y="1068"/>
                    <a:pt x="769" y="1678"/>
                  </a:cubicBezTo>
                  <a:cubicBezTo>
                    <a:pt x="450" y="2272"/>
                    <a:pt x="233" y="2998"/>
                    <a:pt x="102" y="3824"/>
                  </a:cubicBezTo>
                  <a:cubicBezTo>
                    <a:pt x="1" y="4666"/>
                    <a:pt x="15" y="5420"/>
                    <a:pt x="160" y="6102"/>
                  </a:cubicBezTo>
                  <a:cubicBezTo>
                    <a:pt x="305" y="6769"/>
                    <a:pt x="595" y="7335"/>
                    <a:pt x="1016" y="7741"/>
                  </a:cubicBezTo>
                  <a:cubicBezTo>
                    <a:pt x="1422" y="8161"/>
                    <a:pt x="1973" y="8437"/>
                    <a:pt x="2640" y="8524"/>
                  </a:cubicBezTo>
                  <a:cubicBezTo>
                    <a:pt x="2794" y="8544"/>
                    <a:pt x="2945" y="8554"/>
                    <a:pt x="3093" y="8554"/>
                  </a:cubicBezTo>
                  <a:cubicBezTo>
                    <a:pt x="3584" y="8554"/>
                    <a:pt x="4037" y="8443"/>
                    <a:pt x="4439" y="8219"/>
                  </a:cubicBezTo>
                  <a:cubicBezTo>
                    <a:pt x="4947" y="7929"/>
                    <a:pt x="5382" y="7480"/>
                    <a:pt x="5701" y="6871"/>
                  </a:cubicBezTo>
                  <a:cubicBezTo>
                    <a:pt x="6035" y="6276"/>
                    <a:pt x="6267" y="5551"/>
                    <a:pt x="6383" y="4724"/>
                  </a:cubicBezTo>
                  <a:cubicBezTo>
                    <a:pt x="6499" y="3882"/>
                    <a:pt x="6484" y="3128"/>
                    <a:pt x="6325" y="2446"/>
                  </a:cubicBezTo>
                  <a:cubicBezTo>
                    <a:pt x="6180" y="1794"/>
                    <a:pt x="5890" y="1243"/>
                    <a:pt x="5469" y="822"/>
                  </a:cubicBezTo>
                  <a:cubicBezTo>
                    <a:pt x="5048" y="401"/>
                    <a:pt x="4512" y="126"/>
                    <a:pt x="3844" y="39"/>
                  </a:cubicBezTo>
                  <a:cubicBezTo>
                    <a:pt x="3669" y="13"/>
                    <a:pt x="3501" y="0"/>
                    <a:pt x="3339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87"/>
            <p:cNvSpPr/>
            <p:nvPr/>
          </p:nvSpPr>
          <p:spPr>
            <a:xfrm>
              <a:off x="3230150" y="4026050"/>
              <a:ext cx="164300" cy="209150"/>
            </a:xfrm>
            <a:custGeom>
              <a:rect b="b" l="l" r="r" t="t"/>
              <a:pathLst>
                <a:path extrusionOk="0" h="8366" w="6572">
                  <a:moveTo>
                    <a:pt x="2338" y="1543"/>
                  </a:moveTo>
                  <a:lnTo>
                    <a:pt x="4207" y="1814"/>
                  </a:lnTo>
                  <a:cubicBezTo>
                    <a:pt x="4482" y="1843"/>
                    <a:pt x="4686" y="1930"/>
                    <a:pt x="4787" y="2118"/>
                  </a:cubicBezTo>
                  <a:cubicBezTo>
                    <a:pt x="4932" y="2292"/>
                    <a:pt x="4990" y="2539"/>
                    <a:pt x="4932" y="2858"/>
                  </a:cubicBezTo>
                  <a:cubicBezTo>
                    <a:pt x="4903" y="3134"/>
                    <a:pt x="4787" y="3308"/>
                    <a:pt x="4584" y="3438"/>
                  </a:cubicBezTo>
                  <a:cubicBezTo>
                    <a:pt x="4433" y="3531"/>
                    <a:pt x="4273" y="3578"/>
                    <a:pt x="4104" y="3578"/>
                  </a:cubicBezTo>
                  <a:cubicBezTo>
                    <a:pt x="4061" y="3578"/>
                    <a:pt x="4018" y="3575"/>
                    <a:pt x="3975" y="3569"/>
                  </a:cubicBezTo>
                  <a:lnTo>
                    <a:pt x="2090" y="3300"/>
                  </a:lnTo>
                  <a:lnTo>
                    <a:pt x="2090" y="3300"/>
                  </a:lnTo>
                  <a:lnTo>
                    <a:pt x="2338" y="1543"/>
                  </a:lnTo>
                  <a:close/>
                  <a:moveTo>
                    <a:pt x="1917" y="4628"/>
                  </a:moveTo>
                  <a:lnTo>
                    <a:pt x="3873" y="4903"/>
                  </a:lnTo>
                  <a:cubicBezTo>
                    <a:pt x="4033" y="4932"/>
                    <a:pt x="4192" y="4961"/>
                    <a:pt x="4381" y="5048"/>
                  </a:cubicBezTo>
                  <a:cubicBezTo>
                    <a:pt x="4569" y="5106"/>
                    <a:pt x="4715" y="5237"/>
                    <a:pt x="4831" y="5396"/>
                  </a:cubicBezTo>
                  <a:cubicBezTo>
                    <a:pt x="4961" y="5556"/>
                    <a:pt x="4990" y="5817"/>
                    <a:pt x="4932" y="6165"/>
                  </a:cubicBezTo>
                  <a:cubicBezTo>
                    <a:pt x="4889" y="6528"/>
                    <a:pt x="4758" y="6774"/>
                    <a:pt x="4526" y="6934"/>
                  </a:cubicBezTo>
                  <a:cubicBezTo>
                    <a:pt x="4338" y="7067"/>
                    <a:pt x="4124" y="7124"/>
                    <a:pt x="3885" y="7124"/>
                  </a:cubicBezTo>
                  <a:cubicBezTo>
                    <a:pt x="3811" y="7124"/>
                    <a:pt x="3734" y="7118"/>
                    <a:pt x="3656" y="7108"/>
                  </a:cubicBezTo>
                  <a:lnTo>
                    <a:pt x="1612" y="6804"/>
                  </a:lnTo>
                  <a:lnTo>
                    <a:pt x="1612" y="6804"/>
                  </a:lnTo>
                  <a:lnTo>
                    <a:pt x="1917" y="4628"/>
                  </a:lnTo>
                  <a:close/>
                  <a:moveTo>
                    <a:pt x="1606" y="0"/>
                  </a:moveTo>
                  <a:cubicBezTo>
                    <a:pt x="1460" y="0"/>
                    <a:pt x="1331" y="53"/>
                    <a:pt x="1219" y="131"/>
                  </a:cubicBezTo>
                  <a:cubicBezTo>
                    <a:pt x="1059" y="262"/>
                    <a:pt x="987" y="407"/>
                    <a:pt x="943" y="610"/>
                  </a:cubicBezTo>
                  <a:lnTo>
                    <a:pt x="44" y="7137"/>
                  </a:lnTo>
                  <a:cubicBezTo>
                    <a:pt x="0" y="7340"/>
                    <a:pt x="58" y="7514"/>
                    <a:pt x="160" y="7659"/>
                  </a:cubicBezTo>
                  <a:cubicBezTo>
                    <a:pt x="290" y="7819"/>
                    <a:pt x="436" y="7891"/>
                    <a:pt x="639" y="7935"/>
                  </a:cubicBezTo>
                  <a:lnTo>
                    <a:pt x="3453" y="8341"/>
                  </a:lnTo>
                  <a:cubicBezTo>
                    <a:pt x="3623" y="8358"/>
                    <a:pt x="3792" y="8365"/>
                    <a:pt x="3965" y="8365"/>
                  </a:cubicBezTo>
                  <a:cubicBezTo>
                    <a:pt x="4088" y="8365"/>
                    <a:pt x="4211" y="8362"/>
                    <a:pt x="4337" y="8356"/>
                  </a:cubicBezTo>
                  <a:cubicBezTo>
                    <a:pt x="4642" y="8341"/>
                    <a:pt x="4932" y="8268"/>
                    <a:pt x="5222" y="8123"/>
                  </a:cubicBezTo>
                  <a:cubicBezTo>
                    <a:pt x="5512" y="7993"/>
                    <a:pt x="5773" y="7775"/>
                    <a:pt x="5962" y="7485"/>
                  </a:cubicBezTo>
                  <a:cubicBezTo>
                    <a:pt x="6180" y="7195"/>
                    <a:pt x="6310" y="6789"/>
                    <a:pt x="6383" y="6310"/>
                  </a:cubicBezTo>
                  <a:cubicBezTo>
                    <a:pt x="6441" y="5875"/>
                    <a:pt x="6397" y="5469"/>
                    <a:pt x="6252" y="5164"/>
                  </a:cubicBezTo>
                  <a:cubicBezTo>
                    <a:pt x="6107" y="4831"/>
                    <a:pt x="5918" y="4584"/>
                    <a:pt x="5657" y="4381"/>
                  </a:cubicBezTo>
                  <a:cubicBezTo>
                    <a:pt x="5551" y="4302"/>
                    <a:pt x="5446" y="4232"/>
                    <a:pt x="5341" y="4170"/>
                  </a:cubicBezTo>
                  <a:lnTo>
                    <a:pt x="5341" y="4170"/>
                  </a:lnTo>
                  <a:cubicBezTo>
                    <a:pt x="5646" y="4066"/>
                    <a:pt x="5885" y="3905"/>
                    <a:pt x="6078" y="3699"/>
                  </a:cubicBezTo>
                  <a:cubicBezTo>
                    <a:pt x="6296" y="3453"/>
                    <a:pt x="6426" y="3163"/>
                    <a:pt x="6484" y="2800"/>
                  </a:cubicBezTo>
                  <a:cubicBezTo>
                    <a:pt x="6571" y="2133"/>
                    <a:pt x="6455" y="1611"/>
                    <a:pt x="6151" y="1234"/>
                  </a:cubicBezTo>
                  <a:cubicBezTo>
                    <a:pt x="5846" y="842"/>
                    <a:pt x="5338" y="610"/>
                    <a:pt x="4613" y="508"/>
                  </a:cubicBezTo>
                  <a:lnTo>
                    <a:pt x="1741" y="15"/>
                  </a:lnTo>
                  <a:cubicBezTo>
                    <a:pt x="1694" y="5"/>
                    <a:pt x="1649" y="0"/>
                    <a:pt x="160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87"/>
            <p:cNvSpPr/>
            <p:nvPr/>
          </p:nvSpPr>
          <p:spPr>
            <a:xfrm>
              <a:off x="3396600" y="4060125"/>
              <a:ext cx="175900" cy="210225"/>
            </a:xfrm>
            <a:custGeom>
              <a:rect b="b" l="l" r="r" t="t"/>
              <a:pathLst>
                <a:path extrusionOk="0" h="8409" w="7036">
                  <a:moveTo>
                    <a:pt x="4228" y="2256"/>
                  </a:moveTo>
                  <a:lnTo>
                    <a:pt x="4985" y="5048"/>
                  </a:lnTo>
                  <a:lnTo>
                    <a:pt x="4985" y="5048"/>
                  </a:lnTo>
                  <a:lnTo>
                    <a:pt x="2736" y="4727"/>
                  </a:lnTo>
                  <a:lnTo>
                    <a:pt x="2736" y="4727"/>
                  </a:lnTo>
                  <a:lnTo>
                    <a:pt x="4228" y="2256"/>
                  </a:lnTo>
                  <a:close/>
                  <a:moveTo>
                    <a:pt x="4396" y="0"/>
                  </a:moveTo>
                  <a:cubicBezTo>
                    <a:pt x="4318" y="0"/>
                    <a:pt x="4243" y="18"/>
                    <a:pt x="4178" y="59"/>
                  </a:cubicBezTo>
                  <a:cubicBezTo>
                    <a:pt x="4033" y="117"/>
                    <a:pt x="3917" y="233"/>
                    <a:pt x="3844" y="378"/>
                  </a:cubicBezTo>
                  <a:lnTo>
                    <a:pt x="87" y="6717"/>
                  </a:lnTo>
                  <a:cubicBezTo>
                    <a:pt x="58" y="6789"/>
                    <a:pt x="44" y="6862"/>
                    <a:pt x="15" y="6934"/>
                  </a:cubicBezTo>
                  <a:cubicBezTo>
                    <a:pt x="0" y="7094"/>
                    <a:pt x="15" y="7239"/>
                    <a:pt x="116" y="7370"/>
                  </a:cubicBezTo>
                  <a:cubicBezTo>
                    <a:pt x="203" y="7500"/>
                    <a:pt x="348" y="7573"/>
                    <a:pt x="551" y="7602"/>
                  </a:cubicBezTo>
                  <a:cubicBezTo>
                    <a:pt x="589" y="7609"/>
                    <a:pt x="623" y="7613"/>
                    <a:pt x="656" y="7613"/>
                  </a:cubicBezTo>
                  <a:cubicBezTo>
                    <a:pt x="751" y="7613"/>
                    <a:pt x="832" y="7583"/>
                    <a:pt x="929" y="7529"/>
                  </a:cubicBezTo>
                  <a:cubicBezTo>
                    <a:pt x="1059" y="7486"/>
                    <a:pt x="1146" y="7370"/>
                    <a:pt x="1219" y="7239"/>
                  </a:cubicBezTo>
                  <a:lnTo>
                    <a:pt x="1996" y="5952"/>
                  </a:lnTo>
                  <a:lnTo>
                    <a:pt x="1996" y="5952"/>
                  </a:lnTo>
                  <a:lnTo>
                    <a:pt x="5356" y="6416"/>
                  </a:lnTo>
                  <a:lnTo>
                    <a:pt x="5356" y="6416"/>
                  </a:lnTo>
                  <a:lnTo>
                    <a:pt x="5744" y="7848"/>
                  </a:lnTo>
                  <a:cubicBezTo>
                    <a:pt x="5788" y="8008"/>
                    <a:pt x="5860" y="8138"/>
                    <a:pt x="5947" y="8225"/>
                  </a:cubicBezTo>
                  <a:cubicBezTo>
                    <a:pt x="6034" y="8327"/>
                    <a:pt x="6165" y="8385"/>
                    <a:pt x="6295" y="8400"/>
                  </a:cubicBezTo>
                  <a:cubicBezTo>
                    <a:pt x="6325" y="8405"/>
                    <a:pt x="6355" y="8408"/>
                    <a:pt x="6386" y="8408"/>
                  </a:cubicBezTo>
                  <a:cubicBezTo>
                    <a:pt x="6505" y="8408"/>
                    <a:pt x="6630" y="8364"/>
                    <a:pt x="6745" y="8283"/>
                  </a:cubicBezTo>
                  <a:cubicBezTo>
                    <a:pt x="6905" y="8182"/>
                    <a:pt x="6977" y="8022"/>
                    <a:pt x="7021" y="7819"/>
                  </a:cubicBezTo>
                  <a:cubicBezTo>
                    <a:pt x="7035" y="7747"/>
                    <a:pt x="7021" y="7660"/>
                    <a:pt x="7006" y="7558"/>
                  </a:cubicBezTo>
                  <a:lnTo>
                    <a:pt x="5150" y="552"/>
                  </a:lnTo>
                  <a:cubicBezTo>
                    <a:pt x="5135" y="407"/>
                    <a:pt x="5062" y="277"/>
                    <a:pt x="4946" y="190"/>
                  </a:cubicBezTo>
                  <a:cubicBezTo>
                    <a:pt x="4845" y="103"/>
                    <a:pt x="4714" y="45"/>
                    <a:pt x="4584" y="30"/>
                  </a:cubicBezTo>
                  <a:cubicBezTo>
                    <a:pt x="4521" y="11"/>
                    <a:pt x="4457" y="0"/>
                    <a:pt x="43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87"/>
            <p:cNvSpPr/>
            <p:nvPr/>
          </p:nvSpPr>
          <p:spPr>
            <a:xfrm>
              <a:off x="3594575" y="4086025"/>
              <a:ext cx="174100" cy="205500"/>
            </a:xfrm>
            <a:custGeom>
              <a:rect b="b" l="l" r="r" t="t"/>
              <a:pathLst>
                <a:path extrusionOk="0" h="8220" w="6964">
                  <a:moveTo>
                    <a:pt x="4177" y="0"/>
                  </a:moveTo>
                  <a:cubicBezTo>
                    <a:pt x="3812" y="0"/>
                    <a:pt x="3460" y="45"/>
                    <a:pt x="3120" y="140"/>
                  </a:cubicBezTo>
                  <a:cubicBezTo>
                    <a:pt x="2597" y="285"/>
                    <a:pt x="2133" y="503"/>
                    <a:pt x="1698" y="822"/>
                  </a:cubicBezTo>
                  <a:cubicBezTo>
                    <a:pt x="1263" y="1126"/>
                    <a:pt x="915" y="1532"/>
                    <a:pt x="625" y="1982"/>
                  </a:cubicBezTo>
                  <a:cubicBezTo>
                    <a:pt x="335" y="2461"/>
                    <a:pt x="146" y="2939"/>
                    <a:pt x="74" y="3520"/>
                  </a:cubicBezTo>
                  <a:cubicBezTo>
                    <a:pt x="1" y="4100"/>
                    <a:pt x="45" y="4637"/>
                    <a:pt x="190" y="5159"/>
                  </a:cubicBezTo>
                  <a:cubicBezTo>
                    <a:pt x="335" y="5681"/>
                    <a:pt x="567" y="6160"/>
                    <a:pt x="900" y="6566"/>
                  </a:cubicBezTo>
                  <a:cubicBezTo>
                    <a:pt x="1205" y="6986"/>
                    <a:pt x="1597" y="7349"/>
                    <a:pt x="2075" y="7625"/>
                  </a:cubicBezTo>
                  <a:cubicBezTo>
                    <a:pt x="2539" y="7915"/>
                    <a:pt x="3047" y="8089"/>
                    <a:pt x="3627" y="8161"/>
                  </a:cubicBezTo>
                  <a:cubicBezTo>
                    <a:pt x="3889" y="8202"/>
                    <a:pt x="4141" y="8220"/>
                    <a:pt x="4392" y="8220"/>
                  </a:cubicBezTo>
                  <a:cubicBezTo>
                    <a:pt x="4586" y="8220"/>
                    <a:pt x="4780" y="8209"/>
                    <a:pt x="4976" y="8190"/>
                  </a:cubicBezTo>
                  <a:cubicBezTo>
                    <a:pt x="5397" y="8118"/>
                    <a:pt x="5789" y="8002"/>
                    <a:pt x="6166" y="7842"/>
                  </a:cubicBezTo>
                  <a:cubicBezTo>
                    <a:pt x="6267" y="7799"/>
                    <a:pt x="6354" y="7726"/>
                    <a:pt x="6441" y="7639"/>
                  </a:cubicBezTo>
                  <a:cubicBezTo>
                    <a:pt x="6528" y="7552"/>
                    <a:pt x="6586" y="7422"/>
                    <a:pt x="6601" y="7276"/>
                  </a:cubicBezTo>
                  <a:lnTo>
                    <a:pt x="6949" y="4883"/>
                  </a:lnTo>
                  <a:cubicBezTo>
                    <a:pt x="6963" y="4680"/>
                    <a:pt x="6934" y="4506"/>
                    <a:pt x="6818" y="4361"/>
                  </a:cubicBezTo>
                  <a:cubicBezTo>
                    <a:pt x="6717" y="4201"/>
                    <a:pt x="6572" y="4129"/>
                    <a:pt x="6369" y="4085"/>
                  </a:cubicBezTo>
                  <a:lnTo>
                    <a:pt x="4512" y="3839"/>
                  </a:lnTo>
                  <a:cubicBezTo>
                    <a:pt x="4474" y="3833"/>
                    <a:pt x="4435" y="3830"/>
                    <a:pt x="4397" y="3830"/>
                  </a:cubicBezTo>
                  <a:cubicBezTo>
                    <a:pt x="4248" y="3830"/>
                    <a:pt x="4105" y="3874"/>
                    <a:pt x="3990" y="3955"/>
                  </a:cubicBezTo>
                  <a:cubicBezTo>
                    <a:pt x="3830" y="4071"/>
                    <a:pt x="3758" y="4216"/>
                    <a:pt x="3714" y="4419"/>
                  </a:cubicBezTo>
                  <a:cubicBezTo>
                    <a:pt x="3685" y="4608"/>
                    <a:pt x="3743" y="4782"/>
                    <a:pt x="3845" y="4927"/>
                  </a:cubicBezTo>
                  <a:cubicBezTo>
                    <a:pt x="3975" y="5072"/>
                    <a:pt x="4120" y="5144"/>
                    <a:pt x="4324" y="5173"/>
                  </a:cubicBezTo>
                  <a:lnTo>
                    <a:pt x="5386" y="5334"/>
                  </a:lnTo>
                  <a:lnTo>
                    <a:pt x="5386" y="5334"/>
                  </a:lnTo>
                  <a:lnTo>
                    <a:pt x="5178" y="6782"/>
                  </a:lnTo>
                  <a:lnTo>
                    <a:pt x="5178" y="6782"/>
                  </a:lnTo>
                  <a:cubicBezTo>
                    <a:pt x="5010" y="6822"/>
                    <a:pt x="4814" y="6841"/>
                    <a:pt x="4599" y="6841"/>
                  </a:cubicBezTo>
                  <a:cubicBezTo>
                    <a:pt x="4309" y="6841"/>
                    <a:pt x="4048" y="6841"/>
                    <a:pt x="3830" y="6812"/>
                  </a:cubicBezTo>
                  <a:cubicBezTo>
                    <a:pt x="3337" y="6740"/>
                    <a:pt x="2902" y="6551"/>
                    <a:pt x="2539" y="6247"/>
                  </a:cubicBezTo>
                  <a:cubicBezTo>
                    <a:pt x="2177" y="5942"/>
                    <a:pt x="1901" y="5550"/>
                    <a:pt x="1727" y="5115"/>
                  </a:cubicBezTo>
                  <a:cubicBezTo>
                    <a:pt x="1539" y="4680"/>
                    <a:pt x="1495" y="4216"/>
                    <a:pt x="1568" y="3723"/>
                  </a:cubicBezTo>
                  <a:cubicBezTo>
                    <a:pt x="1640" y="3230"/>
                    <a:pt x="1814" y="2794"/>
                    <a:pt x="2104" y="2417"/>
                  </a:cubicBezTo>
                  <a:cubicBezTo>
                    <a:pt x="2394" y="2040"/>
                    <a:pt x="2757" y="1750"/>
                    <a:pt x="3192" y="1561"/>
                  </a:cubicBezTo>
                  <a:cubicBezTo>
                    <a:pt x="3525" y="1433"/>
                    <a:pt x="3865" y="1360"/>
                    <a:pt x="4220" y="1360"/>
                  </a:cubicBezTo>
                  <a:cubicBezTo>
                    <a:pt x="4344" y="1360"/>
                    <a:pt x="4471" y="1369"/>
                    <a:pt x="4599" y="1387"/>
                  </a:cubicBezTo>
                  <a:cubicBezTo>
                    <a:pt x="4831" y="1416"/>
                    <a:pt x="5049" y="1474"/>
                    <a:pt x="5252" y="1547"/>
                  </a:cubicBezTo>
                  <a:cubicBezTo>
                    <a:pt x="5440" y="1620"/>
                    <a:pt x="5629" y="1707"/>
                    <a:pt x="5803" y="1823"/>
                  </a:cubicBezTo>
                  <a:cubicBezTo>
                    <a:pt x="5861" y="1852"/>
                    <a:pt x="5934" y="1895"/>
                    <a:pt x="5992" y="1910"/>
                  </a:cubicBezTo>
                  <a:cubicBezTo>
                    <a:pt x="6050" y="1953"/>
                    <a:pt x="6122" y="1968"/>
                    <a:pt x="6166" y="1968"/>
                  </a:cubicBezTo>
                  <a:cubicBezTo>
                    <a:pt x="6203" y="1973"/>
                    <a:pt x="6239" y="1976"/>
                    <a:pt x="6273" y="1976"/>
                  </a:cubicBezTo>
                  <a:cubicBezTo>
                    <a:pt x="6416" y="1976"/>
                    <a:pt x="6542" y="1928"/>
                    <a:pt x="6659" y="1823"/>
                  </a:cubicBezTo>
                  <a:cubicBezTo>
                    <a:pt x="6804" y="1692"/>
                    <a:pt x="6891" y="1547"/>
                    <a:pt x="6920" y="1373"/>
                  </a:cubicBezTo>
                  <a:cubicBezTo>
                    <a:pt x="6934" y="1257"/>
                    <a:pt x="6920" y="1155"/>
                    <a:pt x="6876" y="1039"/>
                  </a:cubicBezTo>
                  <a:cubicBezTo>
                    <a:pt x="6847" y="938"/>
                    <a:pt x="6775" y="836"/>
                    <a:pt x="6659" y="764"/>
                  </a:cubicBezTo>
                  <a:cubicBezTo>
                    <a:pt x="6412" y="575"/>
                    <a:pt x="6122" y="430"/>
                    <a:pt x="5789" y="300"/>
                  </a:cubicBezTo>
                  <a:cubicBezTo>
                    <a:pt x="5455" y="169"/>
                    <a:pt x="5121" y="96"/>
                    <a:pt x="4773" y="38"/>
                  </a:cubicBezTo>
                  <a:cubicBezTo>
                    <a:pt x="4571" y="13"/>
                    <a:pt x="4372" y="0"/>
                    <a:pt x="41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0" name="Google Shape;650;p8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1" name="Google Shape;651;p8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2" name="Google Shape;652;p8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3" name="Google Shape;653;p8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0"/>
          <p:cNvSpPr txBox="1"/>
          <p:nvPr>
            <p:ph type="ctrTitle"/>
          </p:nvPr>
        </p:nvSpPr>
        <p:spPr>
          <a:xfrm>
            <a:off x="1701800" y="1117100"/>
            <a:ext cx="5740500" cy="25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59" name="Google Shape;659;p50"/>
          <p:cNvSpPr txBox="1"/>
          <p:nvPr>
            <p:ph idx="1" type="subTitle"/>
          </p:nvPr>
        </p:nvSpPr>
        <p:spPr>
          <a:xfrm>
            <a:off x="1701800" y="3616900"/>
            <a:ext cx="5740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60" name="Google Shape;660;p50"/>
          <p:cNvGrpSpPr/>
          <p:nvPr/>
        </p:nvGrpSpPr>
        <p:grpSpPr>
          <a:xfrm rot="8100000">
            <a:off x="-268429" y="478903"/>
            <a:ext cx="853142" cy="1104889"/>
            <a:chOff x="2833850" y="2350550"/>
            <a:chExt cx="853150" cy="1104900"/>
          </a:xfrm>
        </p:grpSpPr>
        <p:sp>
          <p:nvSpPr>
            <p:cNvPr id="661" name="Google Shape;661;p50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0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3" name="Google Shape;663;p50"/>
          <p:cNvGrpSpPr/>
          <p:nvPr/>
        </p:nvGrpSpPr>
        <p:grpSpPr>
          <a:xfrm rot="8697874">
            <a:off x="266529" y="-332729"/>
            <a:ext cx="804944" cy="1182559"/>
            <a:chOff x="9601332" y="3570186"/>
            <a:chExt cx="1128185" cy="1562192"/>
          </a:xfrm>
        </p:grpSpPr>
        <p:sp>
          <p:nvSpPr>
            <p:cNvPr id="664" name="Google Shape;664;p50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0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0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50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0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0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0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0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2" name="Google Shape;672;p50"/>
          <p:cNvGrpSpPr/>
          <p:nvPr/>
        </p:nvGrpSpPr>
        <p:grpSpPr>
          <a:xfrm rot="1988492">
            <a:off x="-276199" y="4270258"/>
            <a:ext cx="1021081" cy="1629954"/>
            <a:chOff x="8529317" y="3813271"/>
            <a:chExt cx="934909" cy="1492397"/>
          </a:xfrm>
        </p:grpSpPr>
        <p:sp>
          <p:nvSpPr>
            <p:cNvPr id="673" name="Google Shape;673;p50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0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50"/>
          <p:cNvGrpSpPr/>
          <p:nvPr/>
        </p:nvGrpSpPr>
        <p:grpSpPr>
          <a:xfrm rot="-1506053">
            <a:off x="8226299" y="3973452"/>
            <a:ext cx="1232136" cy="1706131"/>
            <a:chOff x="9601332" y="3570186"/>
            <a:chExt cx="1128185" cy="1562192"/>
          </a:xfrm>
        </p:grpSpPr>
        <p:sp>
          <p:nvSpPr>
            <p:cNvPr id="676" name="Google Shape;676;p50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0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0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0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0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0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0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0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" name="Google Shape;684;p50"/>
          <p:cNvGrpSpPr/>
          <p:nvPr/>
        </p:nvGrpSpPr>
        <p:grpSpPr>
          <a:xfrm rot="-8100000">
            <a:off x="8000950" y="-707582"/>
            <a:ext cx="1016742" cy="1623027"/>
            <a:chOff x="8529317" y="3813271"/>
            <a:chExt cx="934909" cy="1492397"/>
          </a:xfrm>
        </p:grpSpPr>
        <p:sp>
          <p:nvSpPr>
            <p:cNvPr id="685" name="Google Shape;685;p50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0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7" name="Google Shape;687;p50"/>
          <p:cNvGrpSpPr/>
          <p:nvPr/>
        </p:nvGrpSpPr>
        <p:grpSpPr>
          <a:xfrm rot="-6600067">
            <a:off x="8237827" y="191183"/>
            <a:ext cx="1441567" cy="1680320"/>
            <a:chOff x="6332867" y="4307670"/>
            <a:chExt cx="1325460" cy="1544983"/>
          </a:xfrm>
        </p:grpSpPr>
        <p:sp>
          <p:nvSpPr>
            <p:cNvPr id="688" name="Google Shape;688;p50"/>
            <p:cNvSpPr/>
            <p:nvPr/>
          </p:nvSpPr>
          <p:spPr>
            <a:xfrm rot="-899960">
              <a:off x="6463938" y="4425628"/>
              <a:ext cx="1063318" cy="1152866"/>
            </a:xfrm>
            <a:custGeom>
              <a:rect b="b" l="l" r="r" t="t"/>
              <a:pathLst>
                <a:path extrusionOk="0" h="46116" w="42534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0"/>
            <p:cNvSpPr/>
            <p:nvPr/>
          </p:nvSpPr>
          <p:spPr>
            <a:xfrm rot="-899960">
              <a:off x="6787378" y="4685756"/>
              <a:ext cx="586257" cy="1109942"/>
            </a:xfrm>
            <a:custGeom>
              <a:rect b="b" l="l" r="r" t="t"/>
              <a:pathLst>
                <a:path extrusionOk="0" h="44399" w="23451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92" name="Google Shape;692;p51"/>
          <p:cNvGrpSpPr/>
          <p:nvPr/>
        </p:nvGrpSpPr>
        <p:grpSpPr>
          <a:xfrm rot="8697874">
            <a:off x="-38671" y="-191779"/>
            <a:ext cx="804944" cy="1182559"/>
            <a:chOff x="9601332" y="3570186"/>
            <a:chExt cx="1128185" cy="1562192"/>
          </a:xfrm>
        </p:grpSpPr>
        <p:sp>
          <p:nvSpPr>
            <p:cNvPr id="693" name="Google Shape;693;p51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1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1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1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1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1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1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1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1" name="Google Shape;701;p51"/>
          <p:cNvGrpSpPr/>
          <p:nvPr/>
        </p:nvGrpSpPr>
        <p:grpSpPr>
          <a:xfrm rot="-1506053">
            <a:off x="8472304" y="4363684"/>
            <a:ext cx="1021051" cy="1629906"/>
            <a:chOff x="8529317" y="3813271"/>
            <a:chExt cx="934909" cy="1492397"/>
          </a:xfrm>
        </p:grpSpPr>
        <p:sp>
          <p:nvSpPr>
            <p:cNvPr id="702" name="Google Shape;702;p51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1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51"/>
          <p:cNvGrpSpPr/>
          <p:nvPr/>
        </p:nvGrpSpPr>
        <p:grpSpPr>
          <a:xfrm rot="-6599768">
            <a:off x="8072505" y="-355468"/>
            <a:ext cx="1295395" cy="1509938"/>
            <a:chOff x="6332867" y="4307670"/>
            <a:chExt cx="1325460" cy="1544983"/>
          </a:xfrm>
        </p:grpSpPr>
        <p:sp>
          <p:nvSpPr>
            <p:cNvPr id="705" name="Google Shape;705;p51"/>
            <p:cNvSpPr/>
            <p:nvPr/>
          </p:nvSpPr>
          <p:spPr>
            <a:xfrm rot="-899960">
              <a:off x="6463938" y="4425628"/>
              <a:ext cx="1063318" cy="1152866"/>
            </a:xfrm>
            <a:custGeom>
              <a:rect b="b" l="l" r="r" t="t"/>
              <a:pathLst>
                <a:path extrusionOk="0" h="46116" w="42534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1"/>
            <p:cNvSpPr/>
            <p:nvPr/>
          </p:nvSpPr>
          <p:spPr>
            <a:xfrm rot="-899960">
              <a:off x="6787378" y="4685756"/>
              <a:ext cx="586257" cy="1109942"/>
            </a:xfrm>
            <a:custGeom>
              <a:rect b="b" l="l" r="r" t="t"/>
              <a:pathLst>
                <a:path extrusionOk="0" h="44399" w="23451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9" name="Google Shape;709;p52"/>
          <p:cNvSpPr txBox="1"/>
          <p:nvPr>
            <p:ph idx="1" type="body"/>
          </p:nvPr>
        </p:nvSpPr>
        <p:spPr>
          <a:xfrm>
            <a:off x="1553875" y="1457275"/>
            <a:ext cx="60363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arlow Light"/>
              <a:buChar char="●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9pPr>
          </a:lstStyle>
          <a:p/>
        </p:txBody>
      </p:sp>
      <p:grpSp>
        <p:nvGrpSpPr>
          <p:cNvPr id="710" name="Google Shape;710;p52"/>
          <p:cNvGrpSpPr/>
          <p:nvPr/>
        </p:nvGrpSpPr>
        <p:grpSpPr>
          <a:xfrm rot="-1611584">
            <a:off x="8304434" y="3790229"/>
            <a:ext cx="981258" cy="1444850"/>
            <a:chOff x="3922000" y="2234050"/>
            <a:chExt cx="981275" cy="1444875"/>
          </a:xfrm>
        </p:grpSpPr>
        <p:sp>
          <p:nvSpPr>
            <p:cNvPr id="711" name="Google Shape;711;p52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2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3" name="Google Shape;713;p52"/>
          <p:cNvGrpSpPr/>
          <p:nvPr/>
        </p:nvGrpSpPr>
        <p:grpSpPr>
          <a:xfrm flipH="1" rot="709740">
            <a:off x="7259798" y="4372648"/>
            <a:ext cx="940696" cy="1056617"/>
            <a:chOff x="1603825" y="2277075"/>
            <a:chExt cx="1062450" cy="1193375"/>
          </a:xfrm>
        </p:grpSpPr>
        <p:sp>
          <p:nvSpPr>
            <p:cNvPr id="714" name="Google Shape;714;p52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2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6" name="Google Shape;716;p52"/>
          <p:cNvGrpSpPr/>
          <p:nvPr/>
        </p:nvGrpSpPr>
        <p:grpSpPr>
          <a:xfrm rot="9066473">
            <a:off x="-181832" y="-323621"/>
            <a:ext cx="668053" cy="1401960"/>
            <a:chOff x="3912125" y="621725"/>
            <a:chExt cx="668000" cy="1401850"/>
          </a:xfrm>
        </p:grpSpPr>
        <p:sp>
          <p:nvSpPr>
            <p:cNvPr id="717" name="Google Shape;717;p52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2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21" name="Google Shape;721;p53"/>
          <p:cNvGrpSpPr/>
          <p:nvPr/>
        </p:nvGrpSpPr>
        <p:grpSpPr>
          <a:xfrm rot="2195099">
            <a:off x="-134877" y="3596949"/>
            <a:ext cx="764910" cy="859169"/>
            <a:chOff x="1603825" y="2277075"/>
            <a:chExt cx="1062450" cy="1193375"/>
          </a:xfrm>
        </p:grpSpPr>
        <p:sp>
          <p:nvSpPr>
            <p:cNvPr id="722" name="Google Shape;722;p53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3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53"/>
          <p:cNvGrpSpPr/>
          <p:nvPr/>
        </p:nvGrpSpPr>
        <p:grpSpPr>
          <a:xfrm rot="388111">
            <a:off x="56351" y="4635907"/>
            <a:ext cx="706403" cy="1040141"/>
            <a:chOff x="3922000" y="2234050"/>
            <a:chExt cx="981275" cy="1444875"/>
          </a:xfrm>
        </p:grpSpPr>
        <p:sp>
          <p:nvSpPr>
            <p:cNvPr id="725" name="Google Shape;725;p53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3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7" name="Google Shape;727;p53"/>
          <p:cNvGrpSpPr/>
          <p:nvPr/>
        </p:nvGrpSpPr>
        <p:grpSpPr>
          <a:xfrm rot="6477070">
            <a:off x="-320629" y="-505641"/>
            <a:ext cx="619612" cy="1321473"/>
            <a:chOff x="5213900" y="2291150"/>
            <a:chExt cx="619625" cy="1321500"/>
          </a:xfrm>
        </p:grpSpPr>
        <p:sp>
          <p:nvSpPr>
            <p:cNvPr id="728" name="Google Shape;728;p53"/>
            <p:cNvSpPr/>
            <p:nvPr/>
          </p:nvSpPr>
          <p:spPr>
            <a:xfrm>
              <a:off x="5213900" y="2291150"/>
              <a:ext cx="619625" cy="1079225"/>
            </a:xfrm>
            <a:custGeom>
              <a:rect b="b" l="l" r="r" t="t"/>
              <a:pathLst>
                <a:path extrusionOk="0" h="43169" w="24785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3"/>
            <p:cNvSpPr/>
            <p:nvPr/>
          </p:nvSpPr>
          <p:spPr>
            <a:xfrm>
              <a:off x="5333975" y="2434475"/>
              <a:ext cx="258550" cy="1178175"/>
            </a:xfrm>
            <a:custGeom>
              <a:rect b="b" l="l" r="r" t="t"/>
              <a:pathLst>
                <a:path extrusionOk="0" h="47127" w="10342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0" name="Google Shape;730;p53"/>
          <p:cNvGrpSpPr/>
          <p:nvPr/>
        </p:nvGrpSpPr>
        <p:grpSpPr>
          <a:xfrm rot="-1611584">
            <a:off x="8365234" y="4217268"/>
            <a:ext cx="981258" cy="1444850"/>
            <a:chOff x="3922000" y="2234050"/>
            <a:chExt cx="981275" cy="1444875"/>
          </a:xfrm>
        </p:grpSpPr>
        <p:sp>
          <p:nvSpPr>
            <p:cNvPr id="731" name="Google Shape;731;p53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3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3" name="Google Shape;733;p53"/>
          <p:cNvGrpSpPr/>
          <p:nvPr/>
        </p:nvGrpSpPr>
        <p:grpSpPr>
          <a:xfrm rot="-8100000">
            <a:off x="8535362" y="-347632"/>
            <a:ext cx="880089" cy="1235076"/>
            <a:chOff x="4841950" y="633750"/>
            <a:chExt cx="1039100" cy="1458225"/>
          </a:xfrm>
        </p:grpSpPr>
        <p:sp>
          <p:nvSpPr>
            <p:cNvPr id="734" name="Google Shape;734;p53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3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3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3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3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3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3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3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4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4" name="Google Shape;744;p54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45" name="Google Shape;745;p54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6" name="Google Shape;746;p54"/>
          <p:cNvGrpSpPr/>
          <p:nvPr/>
        </p:nvGrpSpPr>
        <p:grpSpPr>
          <a:xfrm flipH="1" rot="-8697874">
            <a:off x="7612598" y="-244004"/>
            <a:ext cx="804944" cy="1182559"/>
            <a:chOff x="9601332" y="3570186"/>
            <a:chExt cx="1128185" cy="1562192"/>
          </a:xfrm>
        </p:grpSpPr>
        <p:sp>
          <p:nvSpPr>
            <p:cNvPr id="747" name="Google Shape;747;p54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4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4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4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4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4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4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4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5" name="Google Shape;755;p54"/>
          <p:cNvGrpSpPr/>
          <p:nvPr/>
        </p:nvGrpSpPr>
        <p:grpSpPr>
          <a:xfrm flipH="1" rot="1506053">
            <a:off x="870717" y="3850784"/>
            <a:ext cx="1021051" cy="1629906"/>
            <a:chOff x="8529317" y="3813271"/>
            <a:chExt cx="934909" cy="1492397"/>
          </a:xfrm>
        </p:grpSpPr>
        <p:sp>
          <p:nvSpPr>
            <p:cNvPr id="756" name="Google Shape;756;p54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4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8" name="Google Shape;758;p54"/>
          <p:cNvGrpSpPr/>
          <p:nvPr/>
        </p:nvGrpSpPr>
        <p:grpSpPr>
          <a:xfrm flipH="1" rot="1506053">
            <a:off x="-154225" y="3503552"/>
            <a:ext cx="1232136" cy="1706131"/>
            <a:chOff x="9601332" y="3570186"/>
            <a:chExt cx="1128185" cy="1562192"/>
          </a:xfrm>
        </p:grpSpPr>
        <p:sp>
          <p:nvSpPr>
            <p:cNvPr id="759" name="Google Shape;759;p54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4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4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4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4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4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4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4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7" name="Google Shape;767;p54"/>
          <p:cNvGrpSpPr/>
          <p:nvPr/>
        </p:nvGrpSpPr>
        <p:grpSpPr>
          <a:xfrm flipH="1" rot="-8100000">
            <a:off x="8583509" y="-17447"/>
            <a:ext cx="853142" cy="1104889"/>
            <a:chOff x="2833850" y="2350550"/>
            <a:chExt cx="853150" cy="1104900"/>
          </a:xfrm>
        </p:grpSpPr>
        <p:sp>
          <p:nvSpPr>
            <p:cNvPr id="768" name="Google Shape;768;p54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4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5"/>
          <p:cNvSpPr txBox="1"/>
          <p:nvPr>
            <p:ph idx="1" type="subTitle"/>
          </p:nvPr>
        </p:nvSpPr>
        <p:spPr>
          <a:xfrm>
            <a:off x="4700000" y="2876550"/>
            <a:ext cx="342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3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2" name="Google Shape;772;p55"/>
          <p:cNvSpPr txBox="1"/>
          <p:nvPr>
            <p:ph idx="2" type="subTitle"/>
          </p:nvPr>
        </p:nvSpPr>
        <p:spPr>
          <a:xfrm>
            <a:off x="4700000" y="1549125"/>
            <a:ext cx="342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3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3" name="Google Shape;773;p55"/>
          <p:cNvSpPr txBox="1"/>
          <p:nvPr>
            <p:ph idx="3" type="subTitle"/>
          </p:nvPr>
        </p:nvSpPr>
        <p:spPr>
          <a:xfrm>
            <a:off x="4577532" y="3332575"/>
            <a:ext cx="3426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4" name="Google Shape;774;p55"/>
          <p:cNvSpPr txBox="1"/>
          <p:nvPr>
            <p:ph idx="4" type="subTitle"/>
          </p:nvPr>
        </p:nvSpPr>
        <p:spPr>
          <a:xfrm>
            <a:off x="4577532" y="2005150"/>
            <a:ext cx="3426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5" name="Google Shape;775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76" name="Google Shape;776;p55"/>
          <p:cNvGrpSpPr/>
          <p:nvPr/>
        </p:nvGrpSpPr>
        <p:grpSpPr>
          <a:xfrm rot="-1611584">
            <a:off x="8339834" y="3327354"/>
            <a:ext cx="981258" cy="1444850"/>
            <a:chOff x="3922000" y="2234050"/>
            <a:chExt cx="981275" cy="1444875"/>
          </a:xfrm>
        </p:grpSpPr>
        <p:sp>
          <p:nvSpPr>
            <p:cNvPr id="777" name="Google Shape;777;p55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5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9" name="Google Shape;779;p55"/>
          <p:cNvGrpSpPr/>
          <p:nvPr/>
        </p:nvGrpSpPr>
        <p:grpSpPr>
          <a:xfrm flipH="1" rot="709740">
            <a:off x="7303473" y="4093173"/>
            <a:ext cx="940696" cy="1056617"/>
            <a:chOff x="1603825" y="2277075"/>
            <a:chExt cx="1062450" cy="1193375"/>
          </a:xfrm>
        </p:grpSpPr>
        <p:sp>
          <p:nvSpPr>
            <p:cNvPr id="780" name="Google Shape;780;p55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5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2" name="Google Shape;782;p55"/>
          <p:cNvGrpSpPr/>
          <p:nvPr/>
        </p:nvGrpSpPr>
        <p:grpSpPr>
          <a:xfrm rot="9066473">
            <a:off x="534318" y="-552671"/>
            <a:ext cx="668053" cy="1401960"/>
            <a:chOff x="3912125" y="621725"/>
            <a:chExt cx="668000" cy="1401850"/>
          </a:xfrm>
        </p:grpSpPr>
        <p:sp>
          <p:nvSpPr>
            <p:cNvPr id="783" name="Google Shape;783;p55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5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6"/>
          <p:cNvSpPr txBox="1"/>
          <p:nvPr>
            <p:ph type="title"/>
          </p:nvPr>
        </p:nvSpPr>
        <p:spPr>
          <a:xfrm>
            <a:off x="693800" y="1794600"/>
            <a:ext cx="37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87" name="Google Shape;787;p56"/>
          <p:cNvSpPr txBox="1"/>
          <p:nvPr>
            <p:ph idx="1" type="body"/>
          </p:nvPr>
        </p:nvSpPr>
        <p:spPr>
          <a:xfrm>
            <a:off x="693932" y="2522725"/>
            <a:ext cx="37245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788" name="Google Shape;788;p56"/>
          <p:cNvGrpSpPr/>
          <p:nvPr/>
        </p:nvGrpSpPr>
        <p:grpSpPr>
          <a:xfrm rot="8520626">
            <a:off x="-257053" y="61227"/>
            <a:ext cx="981246" cy="1444833"/>
            <a:chOff x="3922000" y="2234050"/>
            <a:chExt cx="981275" cy="1444875"/>
          </a:xfrm>
        </p:grpSpPr>
        <p:sp>
          <p:nvSpPr>
            <p:cNvPr id="789" name="Google Shape;789;p56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6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1" name="Google Shape;791;p56"/>
          <p:cNvGrpSpPr/>
          <p:nvPr/>
        </p:nvGrpSpPr>
        <p:grpSpPr>
          <a:xfrm flipH="1" rot="9413182">
            <a:off x="920808" y="-322109"/>
            <a:ext cx="940777" cy="1056709"/>
            <a:chOff x="1603825" y="2277075"/>
            <a:chExt cx="1062450" cy="1193375"/>
          </a:xfrm>
        </p:grpSpPr>
        <p:sp>
          <p:nvSpPr>
            <p:cNvPr id="792" name="Google Shape;792;p56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56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p56"/>
          <p:cNvGrpSpPr/>
          <p:nvPr/>
        </p:nvGrpSpPr>
        <p:grpSpPr>
          <a:xfrm flipH="1" rot="-2885086">
            <a:off x="7990251" y="4169319"/>
            <a:ext cx="591248" cy="1451209"/>
            <a:chOff x="2978125" y="596500"/>
            <a:chExt cx="591275" cy="1451275"/>
          </a:xfrm>
        </p:grpSpPr>
        <p:sp>
          <p:nvSpPr>
            <p:cNvPr id="795" name="Google Shape;795;p56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56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7" name="Google Shape;797;p56"/>
          <p:cNvGrpSpPr/>
          <p:nvPr/>
        </p:nvGrpSpPr>
        <p:grpSpPr>
          <a:xfrm flipH="1" rot="-1800122">
            <a:off x="8415631" y="3739707"/>
            <a:ext cx="808128" cy="1189926"/>
            <a:chOff x="3922000" y="2234050"/>
            <a:chExt cx="981275" cy="1444875"/>
          </a:xfrm>
        </p:grpSpPr>
        <p:sp>
          <p:nvSpPr>
            <p:cNvPr id="798" name="Google Shape;798;p56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6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0" name="Google Shape;800;p56"/>
          <p:cNvGrpSpPr/>
          <p:nvPr/>
        </p:nvGrpSpPr>
        <p:grpSpPr>
          <a:xfrm flipH="1" rot="2760288">
            <a:off x="596786" y="4162751"/>
            <a:ext cx="668002" cy="1401854"/>
            <a:chOff x="3912125" y="621725"/>
            <a:chExt cx="668000" cy="1401850"/>
          </a:xfrm>
        </p:grpSpPr>
        <p:sp>
          <p:nvSpPr>
            <p:cNvPr id="801" name="Google Shape;801;p56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6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3" name="Google Shape;803;p56"/>
          <p:cNvGrpSpPr/>
          <p:nvPr/>
        </p:nvGrpSpPr>
        <p:grpSpPr>
          <a:xfrm flipH="1" rot="-7151584">
            <a:off x="8351970" y="196657"/>
            <a:ext cx="935448" cy="1312765"/>
            <a:chOff x="4841950" y="633750"/>
            <a:chExt cx="1039100" cy="1458225"/>
          </a:xfrm>
        </p:grpSpPr>
        <p:sp>
          <p:nvSpPr>
            <p:cNvPr id="804" name="Google Shape;804;p56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6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6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6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6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6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6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6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2" name="Google Shape;812;p56"/>
          <p:cNvGrpSpPr/>
          <p:nvPr/>
        </p:nvGrpSpPr>
        <p:grpSpPr>
          <a:xfrm flipH="1" rot="1676785">
            <a:off x="-17131" y="3730394"/>
            <a:ext cx="591217" cy="1451133"/>
            <a:chOff x="2978125" y="596500"/>
            <a:chExt cx="591275" cy="1451275"/>
          </a:xfrm>
        </p:grpSpPr>
        <p:sp>
          <p:nvSpPr>
            <p:cNvPr id="813" name="Google Shape;813;p56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6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5" name="Google Shape;815;p56"/>
          <p:cNvGrpSpPr/>
          <p:nvPr/>
        </p:nvGrpSpPr>
        <p:grpSpPr>
          <a:xfrm flipH="1" rot="-7655812">
            <a:off x="7796588" y="-298837"/>
            <a:ext cx="780013" cy="1010181"/>
            <a:chOff x="2833850" y="2350550"/>
            <a:chExt cx="853150" cy="1104900"/>
          </a:xfrm>
        </p:grpSpPr>
        <p:sp>
          <p:nvSpPr>
            <p:cNvPr id="816" name="Google Shape;816;p56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6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7"/>
          <p:cNvSpPr txBox="1"/>
          <p:nvPr>
            <p:ph type="title"/>
          </p:nvPr>
        </p:nvSpPr>
        <p:spPr>
          <a:xfrm>
            <a:off x="1007575" y="1552200"/>
            <a:ext cx="4784700" cy="20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820" name="Google Shape;820;p57"/>
          <p:cNvGrpSpPr/>
          <p:nvPr/>
        </p:nvGrpSpPr>
        <p:grpSpPr>
          <a:xfrm rot="927986">
            <a:off x="788009" y="4152371"/>
            <a:ext cx="571876" cy="1200127"/>
            <a:chOff x="3912125" y="621725"/>
            <a:chExt cx="668000" cy="1401850"/>
          </a:xfrm>
        </p:grpSpPr>
        <p:sp>
          <p:nvSpPr>
            <p:cNvPr id="821" name="Google Shape;821;p57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7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3" name="Google Shape;823;p57"/>
          <p:cNvGrpSpPr/>
          <p:nvPr/>
        </p:nvGrpSpPr>
        <p:grpSpPr>
          <a:xfrm rot="2016828">
            <a:off x="-158030" y="3547788"/>
            <a:ext cx="981289" cy="1444896"/>
            <a:chOff x="3922000" y="2234050"/>
            <a:chExt cx="981275" cy="1444875"/>
          </a:xfrm>
        </p:grpSpPr>
        <p:sp>
          <p:nvSpPr>
            <p:cNvPr id="824" name="Google Shape;824;p57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7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57"/>
          <p:cNvGrpSpPr/>
          <p:nvPr/>
        </p:nvGrpSpPr>
        <p:grpSpPr>
          <a:xfrm rot="-8949721">
            <a:off x="7625263" y="-367211"/>
            <a:ext cx="1039075" cy="1458191"/>
            <a:chOff x="4841950" y="633750"/>
            <a:chExt cx="1039100" cy="1458225"/>
          </a:xfrm>
        </p:grpSpPr>
        <p:sp>
          <p:nvSpPr>
            <p:cNvPr id="827" name="Google Shape;827;p57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7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7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7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7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7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7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7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5" name="Google Shape;835;p57"/>
          <p:cNvGrpSpPr/>
          <p:nvPr/>
        </p:nvGrpSpPr>
        <p:grpSpPr>
          <a:xfrm rot="8647558">
            <a:off x="-41990" y="105736"/>
            <a:ext cx="667994" cy="1401837"/>
            <a:chOff x="3912125" y="621725"/>
            <a:chExt cx="668000" cy="1401850"/>
          </a:xfrm>
        </p:grpSpPr>
        <p:sp>
          <p:nvSpPr>
            <p:cNvPr id="836" name="Google Shape;836;p57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7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8" name="Google Shape;838;p57"/>
          <p:cNvGrpSpPr/>
          <p:nvPr/>
        </p:nvGrpSpPr>
        <p:grpSpPr>
          <a:xfrm rot="7655855">
            <a:off x="451004" y="-390561"/>
            <a:ext cx="853133" cy="1104879"/>
            <a:chOff x="2833850" y="2350550"/>
            <a:chExt cx="853150" cy="1104900"/>
          </a:xfrm>
        </p:grpSpPr>
        <p:sp>
          <p:nvSpPr>
            <p:cNvPr id="839" name="Google Shape;839;p57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7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1" name="Google Shape;841;p57"/>
          <p:cNvGrpSpPr/>
          <p:nvPr/>
        </p:nvGrpSpPr>
        <p:grpSpPr>
          <a:xfrm rot="-8100000">
            <a:off x="8351955" y="600457"/>
            <a:ext cx="919399" cy="988141"/>
            <a:chOff x="1603825" y="2277075"/>
            <a:chExt cx="1062450" cy="1193375"/>
          </a:xfrm>
        </p:grpSpPr>
        <p:sp>
          <p:nvSpPr>
            <p:cNvPr id="842" name="Google Shape;842;p57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7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8"/>
          <p:cNvSpPr txBox="1"/>
          <p:nvPr>
            <p:ph type="title"/>
          </p:nvPr>
        </p:nvSpPr>
        <p:spPr>
          <a:xfrm>
            <a:off x="3795700" y="1768325"/>
            <a:ext cx="4628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6" name="Google Shape;846;p58"/>
          <p:cNvSpPr txBox="1"/>
          <p:nvPr>
            <p:ph idx="1" type="subTitle"/>
          </p:nvPr>
        </p:nvSpPr>
        <p:spPr>
          <a:xfrm>
            <a:off x="3795372" y="2567950"/>
            <a:ext cx="46287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7" name="Google Shape;847;p58"/>
          <p:cNvGrpSpPr/>
          <p:nvPr/>
        </p:nvGrpSpPr>
        <p:grpSpPr>
          <a:xfrm rot="2943526">
            <a:off x="-291093" y="4013908"/>
            <a:ext cx="1063375" cy="1383983"/>
            <a:chOff x="1636075" y="629625"/>
            <a:chExt cx="1063350" cy="1383950"/>
          </a:xfrm>
        </p:grpSpPr>
        <p:sp>
          <p:nvSpPr>
            <p:cNvPr id="848" name="Google Shape;848;p58"/>
            <p:cNvSpPr/>
            <p:nvPr/>
          </p:nvSpPr>
          <p:spPr>
            <a:xfrm>
              <a:off x="1636075" y="629625"/>
              <a:ext cx="1063350" cy="1152900"/>
            </a:xfrm>
            <a:custGeom>
              <a:rect b="b" l="l" r="r" t="t"/>
              <a:pathLst>
                <a:path extrusionOk="0" h="46116" w="42534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8"/>
            <p:cNvSpPr/>
            <p:nvPr/>
          </p:nvSpPr>
          <p:spPr>
            <a:xfrm>
              <a:off x="1894850" y="903600"/>
              <a:ext cx="586275" cy="1109975"/>
            </a:xfrm>
            <a:custGeom>
              <a:rect b="b" l="l" r="r" t="t"/>
              <a:pathLst>
                <a:path extrusionOk="0" h="44399" w="23451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0" name="Google Shape;850;p58"/>
          <p:cNvGrpSpPr/>
          <p:nvPr/>
        </p:nvGrpSpPr>
        <p:grpSpPr>
          <a:xfrm flipH="1" rot="1506053">
            <a:off x="838137" y="4031602"/>
            <a:ext cx="1232136" cy="1706131"/>
            <a:chOff x="9601332" y="3570186"/>
            <a:chExt cx="1128185" cy="1562192"/>
          </a:xfrm>
        </p:grpSpPr>
        <p:sp>
          <p:nvSpPr>
            <p:cNvPr id="851" name="Google Shape;851;p58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8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8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8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8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8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8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8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9" name="Google Shape;859;p58"/>
          <p:cNvGrpSpPr/>
          <p:nvPr/>
        </p:nvGrpSpPr>
        <p:grpSpPr>
          <a:xfrm flipH="1" rot="8100000">
            <a:off x="118100" y="-769307"/>
            <a:ext cx="1016742" cy="1623027"/>
            <a:chOff x="8529317" y="3813271"/>
            <a:chExt cx="934909" cy="1492397"/>
          </a:xfrm>
        </p:grpSpPr>
        <p:sp>
          <p:nvSpPr>
            <p:cNvPr id="860" name="Google Shape;860;p58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8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58"/>
          <p:cNvGrpSpPr/>
          <p:nvPr/>
        </p:nvGrpSpPr>
        <p:grpSpPr>
          <a:xfrm rot="8697874">
            <a:off x="-363996" y="4421"/>
            <a:ext cx="804944" cy="1182559"/>
            <a:chOff x="9601332" y="3570186"/>
            <a:chExt cx="1128185" cy="1562192"/>
          </a:xfrm>
        </p:grpSpPr>
        <p:sp>
          <p:nvSpPr>
            <p:cNvPr id="863" name="Google Shape;863;p58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8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8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8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8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8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8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8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1" name="Google Shape;871;p58"/>
          <p:cNvGrpSpPr/>
          <p:nvPr/>
        </p:nvGrpSpPr>
        <p:grpSpPr>
          <a:xfrm rot="-8999956">
            <a:off x="8253817" y="-179128"/>
            <a:ext cx="853131" cy="1104876"/>
            <a:chOff x="2833850" y="2350550"/>
            <a:chExt cx="853150" cy="1104900"/>
          </a:xfrm>
        </p:grpSpPr>
        <p:sp>
          <p:nvSpPr>
            <p:cNvPr id="872" name="Google Shape;872;p58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58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9"/>
          <p:cNvSpPr txBox="1"/>
          <p:nvPr>
            <p:ph type="title"/>
          </p:nvPr>
        </p:nvSpPr>
        <p:spPr>
          <a:xfrm>
            <a:off x="3626275" y="2870450"/>
            <a:ext cx="48027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60"/>
          <p:cNvSpPr txBox="1"/>
          <p:nvPr>
            <p:ph hasCustomPrompt="1" type="title"/>
          </p:nvPr>
        </p:nvSpPr>
        <p:spPr>
          <a:xfrm>
            <a:off x="1688400" y="1578425"/>
            <a:ext cx="57672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78" name="Google Shape;878;p60"/>
          <p:cNvSpPr txBox="1"/>
          <p:nvPr>
            <p:ph idx="1" type="subTitle"/>
          </p:nvPr>
        </p:nvSpPr>
        <p:spPr>
          <a:xfrm>
            <a:off x="1688400" y="3089575"/>
            <a:ext cx="576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879" name="Google Shape;879;p60"/>
          <p:cNvGrpSpPr/>
          <p:nvPr/>
        </p:nvGrpSpPr>
        <p:grpSpPr>
          <a:xfrm flipH="1" rot="9872014">
            <a:off x="788009" y="-475932"/>
            <a:ext cx="571876" cy="1200127"/>
            <a:chOff x="3912125" y="621725"/>
            <a:chExt cx="668000" cy="1401850"/>
          </a:xfrm>
        </p:grpSpPr>
        <p:sp>
          <p:nvSpPr>
            <p:cNvPr id="880" name="Google Shape;880;p60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60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2" name="Google Shape;882;p60"/>
          <p:cNvGrpSpPr/>
          <p:nvPr/>
        </p:nvGrpSpPr>
        <p:grpSpPr>
          <a:xfrm flipH="1" rot="-2700000">
            <a:off x="8351955" y="3287969"/>
            <a:ext cx="919399" cy="988141"/>
            <a:chOff x="1603825" y="2277075"/>
            <a:chExt cx="1062450" cy="1193375"/>
          </a:xfrm>
        </p:grpSpPr>
        <p:sp>
          <p:nvSpPr>
            <p:cNvPr id="883" name="Google Shape;883;p60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60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" name="Google Shape;885;p60"/>
          <p:cNvGrpSpPr/>
          <p:nvPr/>
        </p:nvGrpSpPr>
        <p:grpSpPr>
          <a:xfrm flipH="1" rot="2152442">
            <a:off x="-41990" y="3368993"/>
            <a:ext cx="667994" cy="1401837"/>
            <a:chOff x="3912125" y="621725"/>
            <a:chExt cx="668000" cy="1401850"/>
          </a:xfrm>
        </p:grpSpPr>
        <p:sp>
          <p:nvSpPr>
            <p:cNvPr id="886" name="Google Shape;886;p60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60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" name="Google Shape;888;p60"/>
          <p:cNvGrpSpPr/>
          <p:nvPr/>
        </p:nvGrpSpPr>
        <p:grpSpPr>
          <a:xfrm flipH="1" rot="3144145">
            <a:off x="451004" y="4162249"/>
            <a:ext cx="853133" cy="1104879"/>
            <a:chOff x="2833850" y="2350550"/>
            <a:chExt cx="853150" cy="1104900"/>
          </a:xfrm>
        </p:grpSpPr>
        <p:sp>
          <p:nvSpPr>
            <p:cNvPr id="889" name="Google Shape;889;p60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60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1" name="Google Shape;891;p60"/>
          <p:cNvGrpSpPr/>
          <p:nvPr/>
        </p:nvGrpSpPr>
        <p:grpSpPr>
          <a:xfrm rot="-7799162">
            <a:off x="7933553" y="-358578"/>
            <a:ext cx="667999" cy="1401848"/>
            <a:chOff x="3912125" y="621725"/>
            <a:chExt cx="668000" cy="1401850"/>
          </a:xfrm>
        </p:grpSpPr>
        <p:sp>
          <p:nvSpPr>
            <p:cNvPr id="892" name="Google Shape;892;p60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60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4" name="Google Shape;894;p60"/>
          <p:cNvGrpSpPr/>
          <p:nvPr/>
        </p:nvGrpSpPr>
        <p:grpSpPr>
          <a:xfrm rot="-7799162">
            <a:off x="8302277" y="572057"/>
            <a:ext cx="853149" cy="1104898"/>
            <a:chOff x="2833850" y="2350550"/>
            <a:chExt cx="853150" cy="1104900"/>
          </a:xfrm>
        </p:grpSpPr>
        <p:sp>
          <p:nvSpPr>
            <p:cNvPr id="895" name="Google Shape;895;p60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60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7" name="Google Shape;897;p60"/>
          <p:cNvGrpSpPr/>
          <p:nvPr/>
        </p:nvGrpSpPr>
        <p:grpSpPr>
          <a:xfrm flipH="1" rot="8783172">
            <a:off x="-158030" y="-116117"/>
            <a:ext cx="981289" cy="1444896"/>
            <a:chOff x="3922000" y="2234050"/>
            <a:chExt cx="981275" cy="1444875"/>
          </a:xfrm>
        </p:grpSpPr>
        <p:sp>
          <p:nvSpPr>
            <p:cNvPr id="898" name="Google Shape;898;p60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60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03" name="Google Shape;903;p62"/>
          <p:cNvGrpSpPr/>
          <p:nvPr/>
        </p:nvGrpSpPr>
        <p:grpSpPr>
          <a:xfrm rot="3600019">
            <a:off x="14334" y="4086508"/>
            <a:ext cx="1011470" cy="1419450"/>
            <a:chOff x="4841950" y="633750"/>
            <a:chExt cx="1039100" cy="1458225"/>
          </a:xfrm>
        </p:grpSpPr>
        <p:sp>
          <p:nvSpPr>
            <p:cNvPr id="904" name="Google Shape;904;p62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62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62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62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62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62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62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2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2" name="Google Shape;912;p62"/>
          <p:cNvGrpSpPr/>
          <p:nvPr/>
        </p:nvGrpSpPr>
        <p:grpSpPr>
          <a:xfrm flipH="1" rot="-8100000">
            <a:off x="8288483" y="-216793"/>
            <a:ext cx="940735" cy="1056661"/>
            <a:chOff x="1603825" y="2277075"/>
            <a:chExt cx="1062450" cy="1193375"/>
          </a:xfrm>
        </p:grpSpPr>
        <p:sp>
          <p:nvSpPr>
            <p:cNvPr id="913" name="Google Shape;913;p62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62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"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17" name="Google Shape;917;p63"/>
          <p:cNvGrpSpPr/>
          <p:nvPr/>
        </p:nvGrpSpPr>
        <p:grpSpPr>
          <a:xfrm rot="-7914914">
            <a:off x="8574451" y="-614312"/>
            <a:ext cx="591248" cy="1451209"/>
            <a:chOff x="2978125" y="596500"/>
            <a:chExt cx="591275" cy="1451275"/>
          </a:xfrm>
        </p:grpSpPr>
        <p:sp>
          <p:nvSpPr>
            <p:cNvPr id="918" name="Google Shape;918;p63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63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63"/>
          <p:cNvGrpSpPr/>
          <p:nvPr/>
        </p:nvGrpSpPr>
        <p:grpSpPr>
          <a:xfrm rot="-8999878">
            <a:off x="8556006" y="865033"/>
            <a:ext cx="808128" cy="1189926"/>
            <a:chOff x="3922000" y="2234050"/>
            <a:chExt cx="981275" cy="1444875"/>
          </a:xfrm>
        </p:grpSpPr>
        <p:sp>
          <p:nvSpPr>
            <p:cNvPr id="921" name="Google Shape;921;p63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63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3" name="Google Shape;923;p63"/>
          <p:cNvGrpSpPr/>
          <p:nvPr/>
        </p:nvGrpSpPr>
        <p:grpSpPr>
          <a:xfrm flipH="1" rot="8100000">
            <a:off x="-81824" y="-150775"/>
            <a:ext cx="919399" cy="988141"/>
            <a:chOff x="1603825" y="2277075"/>
            <a:chExt cx="1062450" cy="1193375"/>
          </a:xfrm>
        </p:grpSpPr>
        <p:sp>
          <p:nvSpPr>
            <p:cNvPr id="924" name="Google Shape;924;p63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63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" name="Google Shape;926;p63"/>
          <p:cNvGrpSpPr/>
          <p:nvPr/>
        </p:nvGrpSpPr>
        <p:grpSpPr>
          <a:xfrm flipH="1" rot="2876396">
            <a:off x="-216115" y="3701843"/>
            <a:ext cx="935472" cy="1312798"/>
            <a:chOff x="4841950" y="633750"/>
            <a:chExt cx="1039100" cy="1458225"/>
          </a:xfrm>
        </p:grpSpPr>
        <p:sp>
          <p:nvSpPr>
            <p:cNvPr id="927" name="Google Shape;927;p63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63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63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63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3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3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63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63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5" name="Google Shape;935;p63"/>
          <p:cNvGrpSpPr/>
          <p:nvPr/>
        </p:nvGrpSpPr>
        <p:grpSpPr>
          <a:xfrm flipH="1" rot="2026789">
            <a:off x="536362" y="4754493"/>
            <a:ext cx="827790" cy="889649"/>
            <a:chOff x="1603825" y="2277075"/>
            <a:chExt cx="1062450" cy="1193375"/>
          </a:xfrm>
        </p:grpSpPr>
        <p:sp>
          <p:nvSpPr>
            <p:cNvPr id="936" name="Google Shape;936;p63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63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8" name="Google Shape;938;p63"/>
          <p:cNvGrpSpPr/>
          <p:nvPr/>
        </p:nvGrpSpPr>
        <p:grpSpPr>
          <a:xfrm flipH="1" rot="-2700000">
            <a:off x="8584118" y="4427368"/>
            <a:ext cx="571918" cy="1200215"/>
            <a:chOff x="3912125" y="621725"/>
            <a:chExt cx="668000" cy="1401850"/>
          </a:xfrm>
        </p:grpSpPr>
        <p:sp>
          <p:nvSpPr>
            <p:cNvPr id="939" name="Google Shape;939;p63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63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" name="Google Shape;942;p64"/>
          <p:cNvGrpSpPr/>
          <p:nvPr/>
        </p:nvGrpSpPr>
        <p:grpSpPr>
          <a:xfrm rot="-7434548">
            <a:off x="7859941" y="-385355"/>
            <a:ext cx="767392" cy="993836"/>
            <a:chOff x="2833850" y="2350550"/>
            <a:chExt cx="853150" cy="1104900"/>
          </a:xfrm>
        </p:grpSpPr>
        <p:sp>
          <p:nvSpPr>
            <p:cNvPr id="943" name="Google Shape;943;p64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64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5" name="Google Shape;945;p64"/>
          <p:cNvGrpSpPr/>
          <p:nvPr/>
        </p:nvGrpSpPr>
        <p:grpSpPr>
          <a:xfrm rot="990298">
            <a:off x="-143447" y="3833239"/>
            <a:ext cx="1039105" cy="1458232"/>
            <a:chOff x="4841950" y="633750"/>
            <a:chExt cx="1039100" cy="1458225"/>
          </a:xfrm>
        </p:grpSpPr>
        <p:sp>
          <p:nvSpPr>
            <p:cNvPr id="946" name="Google Shape;946;p64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64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64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64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64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64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64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64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4" name="Google Shape;954;p64"/>
          <p:cNvGrpSpPr/>
          <p:nvPr/>
        </p:nvGrpSpPr>
        <p:grpSpPr>
          <a:xfrm>
            <a:off x="814926" y="4421294"/>
            <a:ext cx="913176" cy="1025825"/>
            <a:chOff x="1603825" y="2277075"/>
            <a:chExt cx="1062450" cy="1193375"/>
          </a:xfrm>
        </p:grpSpPr>
        <p:sp>
          <p:nvSpPr>
            <p:cNvPr id="955" name="Google Shape;955;p64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64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7" name="Google Shape;957;p64"/>
          <p:cNvGrpSpPr/>
          <p:nvPr/>
        </p:nvGrpSpPr>
        <p:grpSpPr>
          <a:xfrm rot="6477070">
            <a:off x="599121" y="-353241"/>
            <a:ext cx="619612" cy="1321473"/>
            <a:chOff x="5213900" y="2291150"/>
            <a:chExt cx="619625" cy="1321500"/>
          </a:xfrm>
        </p:grpSpPr>
        <p:sp>
          <p:nvSpPr>
            <p:cNvPr id="958" name="Google Shape;958;p64"/>
            <p:cNvSpPr/>
            <p:nvPr/>
          </p:nvSpPr>
          <p:spPr>
            <a:xfrm>
              <a:off x="5213900" y="2291150"/>
              <a:ext cx="619625" cy="1079225"/>
            </a:xfrm>
            <a:custGeom>
              <a:rect b="b" l="l" r="r" t="t"/>
              <a:pathLst>
                <a:path extrusionOk="0" h="43169" w="24785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64"/>
            <p:cNvSpPr/>
            <p:nvPr/>
          </p:nvSpPr>
          <p:spPr>
            <a:xfrm>
              <a:off x="5333975" y="2434475"/>
              <a:ext cx="258550" cy="1178175"/>
            </a:xfrm>
            <a:custGeom>
              <a:rect b="b" l="l" r="r" t="t"/>
              <a:pathLst>
                <a:path extrusionOk="0" h="47127" w="10342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0" name="Google Shape;960;p64"/>
          <p:cNvGrpSpPr/>
          <p:nvPr/>
        </p:nvGrpSpPr>
        <p:grpSpPr>
          <a:xfrm rot="8564605">
            <a:off x="32264" y="-29697"/>
            <a:ext cx="700788" cy="1470658"/>
            <a:chOff x="3912125" y="621725"/>
            <a:chExt cx="668000" cy="1401850"/>
          </a:xfrm>
        </p:grpSpPr>
        <p:sp>
          <p:nvSpPr>
            <p:cNvPr id="961" name="Google Shape;961;p64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64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3" name="Google Shape;963;p64"/>
          <p:cNvGrpSpPr/>
          <p:nvPr/>
        </p:nvGrpSpPr>
        <p:grpSpPr>
          <a:xfrm rot="-10067064">
            <a:off x="8569648" y="-98103"/>
            <a:ext cx="668028" cy="1401910"/>
            <a:chOff x="3912125" y="621725"/>
            <a:chExt cx="668000" cy="1401850"/>
          </a:xfrm>
        </p:grpSpPr>
        <p:sp>
          <p:nvSpPr>
            <p:cNvPr id="964" name="Google Shape;964;p64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64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65"/>
          <p:cNvGrpSpPr/>
          <p:nvPr/>
        </p:nvGrpSpPr>
        <p:grpSpPr>
          <a:xfrm rot="8520626">
            <a:off x="-257053" y="61227"/>
            <a:ext cx="981246" cy="1444833"/>
            <a:chOff x="3922000" y="2234050"/>
            <a:chExt cx="981275" cy="1444875"/>
          </a:xfrm>
        </p:grpSpPr>
        <p:sp>
          <p:nvSpPr>
            <p:cNvPr id="968" name="Google Shape;968;p65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65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0" name="Google Shape;970;p65"/>
          <p:cNvGrpSpPr/>
          <p:nvPr/>
        </p:nvGrpSpPr>
        <p:grpSpPr>
          <a:xfrm flipH="1" rot="9413182">
            <a:off x="920808" y="-322109"/>
            <a:ext cx="940777" cy="1056709"/>
            <a:chOff x="1603825" y="2277075"/>
            <a:chExt cx="1062450" cy="1193375"/>
          </a:xfrm>
        </p:grpSpPr>
        <p:sp>
          <p:nvSpPr>
            <p:cNvPr id="971" name="Google Shape;971;p65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65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Google Shape;973;p65"/>
          <p:cNvGrpSpPr/>
          <p:nvPr/>
        </p:nvGrpSpPr>
        <p:grpSpPr>
          <a:xfrm flipH="1" rot="-2885086">
            <a:off x="7990251" y="4169319"/>
            <a:ext cx="591248" cy="1451209"/>
            <a:chOff x="2978125" y="596500"/>
            <a:chExt cx="591275" cy="1451275"/>
          </a:xfrm>
        </p:grpSpPr>
        <p:sp>
          <p:nvSpPr>
            <p:cNvPr id="974" name="Google Shape;974;p65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65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6" name="Google Shape;976;p65"/>
          <p:cNvGrpSpPr/>
          <p:nvPr/>
        </p:nvGrpSpPr>
        <p:grpSpPr>
          <a:xfrm flipH="1" rot="-1800122">
            <a:off x="8415631" y="3739707"/>
            <a:ext cx="808128" cy="1189926"/>
            <a:chOff x="3922000" y="2234050"/>
            <a:chExt cx="981275" cy="1444875"/>
          </a:xfrm>
        </p:grpSpPr>
        <p:sp>
          <p:nvSpPr>
            <p:cNvPr id="977" name="Google Shape;977;p65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65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65"/>
          <p:cNvGrpSpPr/>
          <p:nvPr/>
        </p:nvGrpSpPr>
        <p:grpSpPr>
          <a:xfrm flipH="1" rot="2760288">
            <a:off x="596786" y="4162751"/>
            <a:ext cx="668002" cy="1401854"/>
            <a:chOff x="3912125" y="621725"/>
            <a:chExt cx="668000" cy="1401850"/>
          </a:xfrm>
        </p:grpSpPr>
        <p:sp>
          <p:nvSpPr>
            <p:cNvPr id="980" name="Google Shape;980;p65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65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2" name="Google Shape;982;p65"/>
          <p:cNvGrpSpPr/>
          <p:nvPr/>
        </p:nvGrpSpPr>
        <p:grpSpPr>
          <a:xfrm flipH="1" rot="-7151584">
            <a:off x="8351970" y="196657"/>
            <a:ext cx="935448" cy="1312765"/>
            <a:chOff x="4841950" y="633750"/>
            <a:chExt cx="1039100" cy="1458225"/>
          </a:xfrm>
        </p:grpSpPr>
        <p:sp>
          <p:nvSpPr>
            <p:cNvPr id="983" name="Google Shape;983;p65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65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5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5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65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65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65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65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1" name="Google Shape;991;p65"/>
          <p:cNvGrpSpPr/>
          <p:nvPr/>
        </p:nvGrpSpPr>
        <p:grpSpPr>
          <a:xfrm flipH="1" rot="1676785">
            <a:off x="-17131" y="3730394"/>
            <a:ext cx="591217" cy="1451133"/>
            <a:chOff x="2978125" y="596500"/>
            <a:chExt cx="591275" cy="1451275"/>
          </a:xfrm>
        </p:grpSpPr>
        <p:sp>
          <p:nvSpPr>
            <p:cNvPr id="992" name="Google Shape;992;p65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65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4" name="Google Shape;994;p65"/>
          <p:cNvGrpSpPr/>
          <p:nvPr/>
        </p:nvGrpSpPr>
        <p:grpSpPr>
          <a:xfrm flipH="1" rot="-7655812">
            <a:off x="7796588" y="-298837"/>
            <a:ext cx="780013" cy="1010181"/>
            <a:chOff x="2833850" y="2350550"/>
            <a:chExt cx="853150" cy="1104900"/>
          </a:xfrm>
        </p:grpSpPr>
        <p:sp>
          <p:nvSpPr>
            <p:cNvPr id="995" name="Google Shape;995;p65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65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7" name="Google Shape;997;p65"/>
          <p:cNvGrpSpPr/>
          <p:nvPr/>
        </p:nvGrpSpPr>
        <p:grpSpPr>
          <a:xfrm>
            <a:off x="6557744" y="581271"/>
            <a:ext cx="1667255" cy="1504197"/>
            <a:chOff x="540900" y="3060200"/>
            <a:chExt cx="2141350" cy="1931925"/>
          </a:xfrm>
        </p:grpSpPr>
        <p:sp>
          <p:nvSpPr>
            <p:cNvPr id="998" name="Google Shape;998;p65"/>
            <p:cNvSpPr/>
            <p:nvPr/>
          </p:nvSpPr>
          <p:spPr>
            <a:xfrm>
              <a:off x="540900" y="3060200"/>
              <a:ext cx="2141350" cy="1931925"/>
            </a:xfrm>
            <a:custGeom>
              <a:rect b="b" l="l" r="r" t="t"/>
              <a:pathLst>
                <a:path extrusionOk="0" h="77277" w="85654">
                  <a:moveTo>
                    <a:pt x="43942" y="0"/>
                  </a:moveTo>
                  <a:cubicBezTo>
                    <a:pt x="40087" y="0"/>
                    <a:pt x="37157" y="1896"/>
                    <a:pt x="34305" y="5113"/>
                  </a:cubicBezTo>
                  <a:lnTo>
                    <a:pt x="34305" y="5041"/>
                  </a:lnTo>
                  <a:lnTo>
                    <a:pt x="34305" y="4997"/>
                  </a:lnTo>
                  <a:cubicBezTo>
                    <a:pt x="34305" y="4867"/>
                    <a:pt x="34305" y="4736"/>
                    <a:pt x="34291" y="4606"/>
                  </a:cubicBezTo>
                  <a:lnTo>
                    <a:pt x="34291" y="4577"/>
                  </a:lnTo>
                  <a:cubicBezTo>
                    <a:pt x="34276" y="4446"/>
                    <a:pt x="34233" y="4316"/>
                    <a:pt x="34204" y="4200"/>
                  </a:cubicBezTo>
                  <a:cubicBezTo>
                    <a:pt x="34204" y="4156"/>
                    <a:pt x="34175" y="4142"/>
                    <a:pt x="34160" y="4098"/>
                  </a:cubicBezTo>
                  <a:cubicBezTo>
                    <a:pt x="34146" y="4069"/>
                    <a:pt x="34146" y="4025"/>
                    <a:pt x="34131" y="4011"/>
                  </a:cubicBezTo>
                  <a:cubicBezTo>
                    <a:pt x="34088" y="3924"/>
                    <a:pt x="34059" y="3837"/>
                    <a:pt x="34001" y="3735"/>
                  </a:cubicBezTo>
                  <a:lnTo>
                    <a:pt x="33986" y="3721"/>
                  </a:lnTo>
                  <a:cubicBezTo>
                    <a:pt x="33928" y="3590"/>
                    <a:pt x="33856" y="3489"/>
                    <a:pt x="33769" y="3373"/>
                  </a:cubicBezTo>
                  <a:cubicBezTo>
                    <a:pt x="33740" y="3358"/>
                    <a:pt x="33740" y="3344"/>
                    <a:pt x="33725" y="3344"/>
                  </a:cubicBezTo>
                  <a:cubicBezTo>
                    <a:pt x="33638" y="3228"/>
                    <a:pt x="33565" y="3141"/>
                    <a:pt x="33449" y="3039"/>
                  </a:cubicBezTo>
                  <a:cubicBezTo>
                    <a:pt x="33435" y="3010"/>
                    <a:pt x="33420" y="2996"/>
                    <a:pt x="33406" y="2996"/>
                  </a:cubicBezTo>
                  <a:cubicBezTo>
                    <a:pt x="33304" y="2909"/>
                    <a:pt x="33203" y="2822"/>
                    <a:pt x="33087" y="2749"/>
                  </a:cubicBezTo>
                  <a:lnTo>
                    <a:pt x="33072" y="2749"/>
                  </a:lnTo>
                  <a:cubicBezTo>
                    <a:pt x="32971" y="2677"/>
                    <a:pt x="32855" y="2604"/>
                    <a:pt x="32724" y="2546"/>
                  </a:cubicBezTo>
                  <a:cubicBezTo>
                    <a:pt x="32710" y="2546"/>
                    <a:pt x="32695" y="2531"/>
                    <a:pt x="32681" y="2531"/>
                  </a:cubicBezTo>
                  <a:cubicBezTo>
                    <a:pt x="32550" y="2473"/>
                    <a:pt x="32434" y="2415"/>
                    <a:pt x="32318" y="2386"/>
                  </a:cubicBezTo>
                  <a:cubicBezTo>
                    <a:pt x="32289" y="2386"/>
                    <a:pt x="32275" y="2357"/>
                    <a:pt x="32260" y="2357"/>
                  </a:cubicBezTo>
                  <a:cubicBezTo>
                    <a:pt x="31984" y="2285"/>
                    <a:pt x="31709" y="2256"/>
                    <a:pt x="31448" y="2256"/>
                  </a:cubicBezTo>
                  <a:lnTo>
                    <a:pt x="31404" y="2256"/>
                  </a:lnTo>
                  <a:cubicBezTo>
                    <a:pt x="31259" y="2256"/>
                    <a:pt x="31129" y="2270"/>
                    <a:pt x="30984" y="2314"/>
                  </a:cubicBezTo>
                  <a:lnTo>
                    <a:pt x="30955" y="2314"/>
                  </a:lnTo>
                  <a:cubicBezTo>
                    <a:pt x="14143" y="5737"/>
                    <a:pt x="11764" y="11539"/>
                    <a:pt x="13128" y="21722"/>
                  </a:cubicBezTo>
                  <a:cubicBezTo>
                    <a:pt x="13171" y="22012"/>
                    <a:pt x="13200" y="22302"/>
                    <a:pt x="13244" y="22577"/>
                  </a:cubicBezTo>
                  <a:cubicBezTo>
                    <a:pt x="13200" y="22519"/>
                    <a:pt x="13171" y="22447"/>
                    <a:pt x="13128" y="22403"/>
                  </a:cubicBezTo>
                  <a:cubicBezTo>
                    <a:pt x="13113" y="22374"/>
                    <a:pt x="13113" y="22360"/>
                    <a:pt x="13099" y="22345"/>
                  </a:cubicBezTo>
                  <a:cubicBezTo>
                    <a:pt x="13026" y="22229"/>
                    <a:pt x="12925" y="22142"/>
                    <a:pt x="12838" y="22041"/>
                  </a:cubicBezTo>
                  <a:lnTo>
                    <a:pt x="12809" y="21997"/>
                  </a:lnTo>
                  <a:cubicBezTo>
                    <a:pt x="12707" y="21910"/>
                    <a:pt x="12620" y="21823"/>
                    <a:pt x="12519" y="21751"/>
                  </a:cubicBezTo>
                  <a:cubicBezTo>
                    <a:pt x="12490" y="21751"/>
                    <a:pt x="12490" y="21722"/>
                    <a:pt x="12475" y="21722"/>
                  </a:cubicBezTo>
                  <a:cubicBezTo>
                    <a:pt x="12374" y="21649"/>
                    <a:pt x="12258" y="21577"/>
                    <a:pt x="12156" y="21533"/>
                  </a:cubicBezTo>
                  <a:cubicBezTo>
                    <a:pt x="12127" y="21504"/>
                    <a:pt x="12098" y="21490"/>
                    <a:pt x="12083" y="21490"/>
                  </a:cubicBezTo>
                  <a:cubicBezTo>
                    <a:pt x="12040" y="21475"/>
                    <a:pt x="12025" y="21461"/>
                    <a:pt x="11982" y="21432"/>
                  </a:cubicBezTo>
                  <a:cubicBezTo>
                    <a:pt x="11895" y="21403"/>
                    <a:pt x="11808" y="21359"/>
                    <a:pt x="11692" y="21330"/>
                  </a:cubicBezTo>
                  <a:lnTo>
                    <a:pt x="11677" y="21330"/>
                  </a:lnTo>
                  <a:cubicBezTo>
                    <a:pt x="11547" y="21287"/>
                    <a:pt x="11431" y="21258"/>
                    <a:pt x="11300" y="21243"/>
                  </a:cubicBezTo>
                  <a:cubicBezTo>
                    <a:pt x="11286" y="21243"/>
                    <a:pt x="11257" y="21243"/>
                    <a:pt x="11242" y="21214"/>
                  </a:cubicBezTo>
                  <a:cubicBezTo>
                    <a:pt x="11112" y="21200"/>
                    <a:pt x="10967" y="21200"/>
                    <a:pt x="10851" y="21200"/>
                  </a:cubicBezTo>
                  <a:lnTo>
                    <a:pt x="10778" y="21200"/>
                  </a:lnTo>
                  <a:cubicBezTo>
                    <a:pt x="10647" y="21200"/>
                    <a:pt x="10517" y="21214"/>
                    <a:pt x="10386" y="21243"/>
                  </a:cubicBezTo>
                  <a:lnTo>
                    <a:pt x="10357" y="21243"/>
                  </a:lnTo>
                  <a:cubicBezTo>
                    <a:pt x="10241" y="21258"/>
                    <a:pt x="10125" y="21287"/>
                    <a:pt x="10009" y="21330"/>
                  </a:cubicBezTo>
                  <a:cubicBezTo>
                    <a:pt x="9995" y="21330"/>
                    <a:pt x="9951" y="21345"/>
                    <a:pt x="9937" y="21345"/>
                  </a:cubicBezTo>
                  <a:cubicBezTo>
                    <a:pt x="9835" y="21388"/>
                    <a:pt x="9705" y="21432"/>
                    <a:pt x="9589" y="21490"/>
                  </a:cubicBezTo>
                  <a:cubicBezTo>
                    <a:pt x="9574" y="21504"/>
                    <a:pt x="9545" y="21533"/>
                    <a:pt x="9516" y="21533"/>
                  </a:cubicBezTo>
                  <a:cubicBezTo>
                    <a:pt x="9415" y="21577"/>
                    <a:pt x="9298" y="21649"/>
                    <a:pt x="9197" y="21751"/>
                  </a:cubicBezTo>
                  <a:lnTo>
                    <a:pt x="9182" y="21765"/>
                  </a:lnTo>
                  <a:cubicBezTo>
                    <a:pt x="9066" y="21838"/>
                    <a:pt x="8979" y="21925"/>
                    <a:pt x="8892" y="22012"/>
                  </a:cubicBezTo>
                  <a:lnTo>
                    <a:pt x="8849" y="22055"/>
                  </a:lnTo>
                  <a:cubicBezTo>
                    <a:pt x="8762" y="22142"/>
                    <a:pt x="8675" y="22258"/>
                    <a:pt x="8602" y="22374"/>
                  </a:cubicBezTo>
                  <a:lnTo>
                    <a:pt x="8573" y="22403"/>
                  </a:lnTo>
                  <a:cubicBezTo>
                    <a:pt x="1" y="35385"/>
                    <a:pt x="1176" y="41347"/>
                    <a:pt x="7587" y="47004"/>
                  </a:cubicBezTo>
                  <a:lnTo>
                    <a:pt x="7471" y="47004"/>
                  </a:lnTo>
                  <a:cubicBezTo>
                    <a:pt x="7340" y="47004"/>
                    <a:pt x="7224" y="47004"/>
                    <a:pt x="7094" y="47019"/>
                  </a:cubicBezTo>
                  <a:lnTo>
                    <a:pt x="7050" y="47019"/>
                  </a:lnTo>
                  <a:cubicBezTo>
                    <a:pt x="6934" y="47033"/>
                    <a:pt x="6804" y="47077"/>
                    <a:pt x="6673" y="47106"/>
                  </a:cubicBezTo>
                  <a:cubicBezTo>
                    <a:pt x="6644" y="47106"/>
                    <a:pt x="6615" y="47135"/>
                    <a:pt x="6586" y="47135"/>
                  </a:cubicBezTo>
                  <a:cubicBezTo>
                    <a:pt x="6543" y="47149"/>
                    <a:pt x="6514" y="47149"/>
                    <a:pt x="6499" y="47164"/>
                  </a:cubicBezTo>
                  <a:cubicBezTo>
                    <a:pt x="6397" y="47207"/>
                    <a:pt x="6310" y="47236"/>
                    <a:pt x="6223" y="47294"/>
                  </a:cubicBezTo>
                  <a:cubicBezTo>
                    <a:pt x="6223" y="47294"/>
                    <a:pt x="6209" y="47294"/>
                    <a:pt x="6209" y="47309"/>
                  </a:cubicBezTo>
                  <a:cubicBezTo>
                    <a:pt x="6078" y="47381"/>
                    <a:pt x="5962" y="47454"/>
                    <a:pt x="5861" y="47526"/>
                  </a:cubicBezTo>
                  <a:cubicBezTo>
                    <a:pt x="5846" y="47541"/>
                    <a:pt x="5846" y="47541"/>
                    <a:pt x="5817" y="47541"/>
                  </a:cubicBezTo>
                  <a:cubicBezTo>
                    <a:pt x="5716" y="47642"/>
                    <a:pt x="5600" y="47715"/>
                    <a:pt x="5513" y="47816"/>
                  </a:cubicBezTo>
                  <a:cubicBezTo>
                    <a:pt x="5498" y="47831"/>
                    <a:pt x="5484" y="47860"/>
                    <a:pt x="5484" y="47874"/>
                  </a:cubicBezTo>
                  <a:cubicBezTo>
                    <a:pt x="5382" y="47961"/>
                    <a:pt x="5295" y="48077"/>
                    <a:pt x="5223" y="48179"/>
                  </a:cubicBezTo>
                  <a:cubicBezTo>
                    <a:pt x="5223" y="48179"/>
                    <a:pt x="5223" y="48193"/>
                    <a:pt x="5208" y="48193"/>
                  </a:cubicBezTo>
                  <a:cubicBezTo>
                    <a:pt x="5136" y="48309"/>
                    <a:pt x="5078" y="48411"/>
                    <a:pt x="5005" y="48527"/>
                  </a:cubicBezTo>
                  <a:cubicBezTo>
                    <a:pt x="4990" y="48542"/>
                    <a:pt x="4990" y="48556"/>
                    <a:pt x="4976" y="48585"/>
                  </a:cubicBezTo>
                  <a:cubicBezTo>
                    <a:pt x="4918" y="48687"/>
                    <a:pt x="4874" y="48817"/>
                    <a:pt x="4831" y="48948"/>
                  </a:cubicBezTo>
                  <a:cubicBezTo>
                    <a:pt x="4831" y="48962"/>
                    <a:pt x="4802" y="48991"/>
                    <a:pt x="4802" y="49020"/>
                  </a:cubicBezTo>
                  <a:cubicBezTo>
                    <a:pt x="4773" y="49136"/>
                    <a:pt x="4729" y="49267"/>
                    <a:pt x="4729" y="49397"/>
                  </a:cubicBezTo>
                  <a:lnTo>
                    <a:pt x="4729" y="49412"/>
                  </a:lnTo>
                  <a:cubicBezTo>
                    <a:pt x="4715" y="49542"/>
                    <a:pt x="4715" y="49687"/>
                    <a:pt x="4715" y="49818"/>
                  </a:cubicBezTo>
                  <a:lnTo>
                    <a:pt x="4715" y="49862"/>
                  </a:lnTo>
                  <a:cubicBezTo>
                    <a:pt x="4715" y="49992"/>
                    <a:pt x="4729" y="50137"/>
                    <a:pt x="4773" y="50268"/>
                  </a:cubicBezTo>
                  <a:lnTo>
                    <a:pt x="4773" y="50297"/>
                  </a:lnTo>
                  <a:cubicBezTo>
                    <a:pt x="7683" y="64586"/>
                    <a:pt x="12311" y="68448"/>
                    <a:pt x="19896" y="68448"/>
                  </a:cubicBezTo>
                  <a:cubicBezTo>
                    <a:pt x="21235" y="68448"/>
                    <a:pt x="22665" y="68328"/>
                    <a:pt x="24195" y="68123"/>
                  </a:cubicBezTo>
                  <a:lnTo>
                    <a:pt x="24224" y="68123"/>
                  </a:lnTo>
                  <a:cubicBezTo>
                    <a:pt x="24746" y="68051"/>
                    <a:pt x="25254" y="67978"/>
                    <a:pt x="25747" y="67920"/>
                  </a:cubicBezTo>
                  <a:lnTo>
                    <a:pt x="25747" y="67920"/>
                  </a:lnTo>
                  <a:cubicBezTo>
                    <a:pt x="25733" y="67964"/>
                    <a:pt x="25733" y="67993"/>
                    <a:pt x="25718" y="68036"/>
                  </a:cubicBezTo>
                  <a:lnTo>
                    <a:pt x="25718" y="68051"/>
                  </a:lnTo>
                  <a:cubicBezTo>
                    <a:pt x="25675" y="68181"/>
                    <a:pt x="25646" y="68312"/>
                    <a:pt x="25617" y="68457"/>
                  </a:cubicBezTo>
                  <a:lnTo>
                    <a:pt x="25617" y="68501"/>
                  </a:lnTo>
                  <a:cubicBezTo>
                    <a:pt x="25602" y="68631"/>
                    <a:pt x="25602" y="68776"/>
                    <a:pt x="25602" y="68907"/>
                  </a:cubicBezTo>
                  <a:lnTo>
                    <a:pt x="25602" y="68979"/>
                  </a:lnTo>
                  <a:cubicBezTo>
                    <a:pt x="25602" y="69110"/>
                    <a:pt x="25617" y="69255"/>
                    <a:pt x="25646" y="69371"/>
                  </a:cubicBezTo>
                  <a:lnTo>
                    <a:pt x="25646" y="69400"/>
                  </a:lnTo>
                  <a:cubicBezTo>
                    <a:pt x="25660" y="69516"/>
                    <a:pt x="25689" y="69646"/>
                    <a:pt x="25733" y="69762"/>
                  </a:cubicBezTo>
                  <a:cubicBezTo>
                    <a:pt x="25733" y="69777"/>
                    <a:pt x="25747" y="69791"/>
                    <a:pt x="25747" y="69806"/>
                  </a:cubicBezTo>
                  <a:cubicBezTo>
                    <a:pt x="25791" y="69937"/>
                    <a:pt x="25834" y="70053"/>
                    <a:pt x="25907" y="70154"/>
                  </a:cubicBezTo>
                  <a:cubicBezTo>
                    <a:pt x="25936" y="70169"/>
                    <a:pt x="25936" y="70198"/>
                    <a:pt x="25950" y="70227"/>
                  </a:cubicBezTo>
                  <a:cubicBezTo>
                    <a:pt x="26023" y="70343"/>
                    <a:pt x="26095" y="70459"/>
                    <a:pt x="26168" y="70560"/>
                  </a:cubicBezTo>
                  <a:cubicBezTo>
                    <a:pt x="26255" y="70662"/>
                    <a:pt x="26342" y="70749"/>
                    <a:pt x="26443" y="70865"/>
                  </a:cubicBezTo>
                  <a:lnTo>
                    <a:pt x="26473" y="70894"/>
                  </a:lnTo>
                  <a:cubicBezTo>
                    <a:pt x="26560" y="70995"/>
                    <a:pt x="26676" y="71082"/>
                    <a:pt x="26806" y="71155"/>
                  </a:cubicBezTo>
                  <a:lnTo>
                    <a:pt x="26821" y="71169"/>
                  </a:lnTo>
                  <a:cubicBezTo>
                    <a:pt x="33261" y="75434"/>
                    <a:pt x="37975" y="77276"/>
                    <a:pt x="41775" y="77276"/>
                  </a:cubicBezTo>
                  <a:cubicBezTo>
                    <a:pt x="45634" y="77276"/>
                    <a:pt x="48564" y="75376"/>
                    <a:pt x="51407" y="72156"/>
                  </a:cubicBezTo>
                  <a:lnTo>
                    <a:pt x="51407" y="72228"/>
                  </a:lnTo>
                  <a:lnTo>
                    <a:pt x="51407" y="72272"/>
                  </a:lnTo>
                  <a:cubicBezTo>
                    <a:pt x="51407" y="72402"/>
                    <a:pt x="51407" y="72533"/>
                    <a:pt x="51421" y="72663"/>
                  </a:cubicBezTo>
                  <a:lnTo>
                    <a:pt x="51421" y="72692"/>
                  </a:lnTo>
                  <a:cubicBezTo>
                    <a:pt x="51436" y="72823"/>
                    <a:pt x="51479" y="72954"/>
                    <a:pt x="51508" y="73070"/>
                  </a:cubicBezTo>
                  <a:cubicBezTo>
                    <a:pt x="51508" y="73113"/>
                    <a:pt x="51537" y="73128"/>
                    <a:pt x="51552" y="73171"/>
                  </a:cubicBezTo>
                  <a:cubicBezTo>
                    <a:pt x="51566" y="73200"/>
                    <a:pt x="51566" y="73244"/>
                    <a:pt x="51581" y="73258"/>
                  </a:cubicBezTo>
                  <a:cubicBezTo>
                    <a:pt x="51610" y="73316"/>
                    <a:pt x="51639" y="73360"/>
                    <a:pt x="51653" y="73403"/>
                  </a:cubicBezTo>
                  <a:cubicBezTo>
                    <a:pt x="51682" y="73432"/>
                    <a:pt x="51697" y="73490"/>
                    <a:pt x="51711" y="73534"/>
                  </a:cubicBezTo>
                  <a:cubicBezTo>
                    <a:pt x="51726" y="73548"/>
                    <a:pt x="51726" y="73563"/>
                    <a:pt x="51755" y="73577"/>
                  </a:cubicBezTo>
                  <a:cubicBezTo>
                    <a:pt x="51784" y="73635"/>
                    <a:pt x="51798" y="73693"/>
                    <a:pt x="51842" y="73751"/>
                  </a:cubicBezTo>
                  <a:cubicBezTo>
                    <a:pt x="51871" y="73795"/>
                    <a:pt x="51914" y="73867"/>
                    <a:pt x="51972" y="73925"/>
                  </a:cubicBezTo>
                  <a:cubicBezTo>
                    <a:pt x="52001" y="73983"/>
                    <a:pt x="52045" y="74012"/>
                    <a:pt x="52074" y="74070"/>
                  </a:cubicBezTo>
                  <a:cubicBezTo>
                    <a:pt x="52132" y="74129"/>
                    <a:pt x="52161" y="74187"/>
                    <a:pt x="52219" y="74230"/>
                  </a:cubicBezTo>
                  <a:lnTo>
                    <a:pt x="52350" y="74361"/>
                  </a:lnTo>
                  <a:cubicBezTo>
                    <a:pt x="52408" y="74419"/>
                    <a:pt x="52451" y="74448"/>
                    <a:pt x="52509" y="74491"/>
                  </a:cubicBezTo>
                  <a:cubicBezTo>
                    <a:pt x="52567" y="74520"/>
                    <a:pt x="52596" y="74564"/>
                    <a:pt x="52654" y="74593"/>
                  </a:cubicBezTo>
                  <a:cubicBezTo>
                    <a:pt x="52712" y="74636"/>
                    <a:pt x="52785" y="74665"/>
                    <a:pt x="52857" y="74709"/>
                  </a:cubicBezTo>
                  <a:cubicBezTo>
                    <a:pt x="52915" y="74723"/>
                    <a:pt x="52944" y="74767"/>
                    <a:pt x="53002" y="74781"/>
                  </a:cubicBezTo>
                  <a:cubicBezTo>
                    <a:pt x="53075" y="74810"/>
                    <a:pt x="53147" y="74839"/>
                    <a:pt x="53220" y="74868"/>
                  </a:cubicBezTo>
                  <a:cubicBezTo>
                    <a:pt x="53278" y="74883"/>
                    <a:pt x="53321" y="74912"/>
                    <a:pt x="53365" y="74926"/>
                  </a:cubicBezTo>
                  <a:cubicBezTo>
                    <a:pt x="53437" y="74941"/>
                    <a:pt x="53524" y="74955"/>
                    <a:pt x="53597" y="74984"/>
                  </a:cubicBezTo>
                  <a:cubicBezTo>
                    <a:pt x="53655" y="74999"/>
                    <a:pt x="53713" y="74999"/>
                    <a:pt x="53742" y="75013"/>
                  </a:cubicBezTo>
                  <a:cubicBezTo>
                    <a:pt x="53829" y="75028"/>
                    <a:pt x="53931" y="75028"/>
                    <a:pt x="54032" y="75028"/>
                  </a:cubicBezTo>
                  <a:lnTo>
                    <a:pt x="54148" y="75028"/>
                  </a:lnTo>
                  <a:cubicBezTo>
                    <a:pt x="54235" y="75028"/>
                    <a:pt x="54322" y="75028"/>
                    <a:pt x="54409" y="75013"/>
                  </a:cubicBezTo>
                  <a:lnTo>
                    <a:pt x="54438" y="75013"/>
                  </a:lnTo>
                  <a:cubicBezTo>
                    <a:pt x="54511" y="75013"/>
                    <a:pt x="54598" y="74999"/>
                    <a:pt x="54670" y="74984"/>
                  </a:cubicBezTo>
                  <a:lnTo>
                    <a:pt x="54685" y="74984"/>
                  </a:lnTo>
                  <a:cubicBezTo>
                    <a:pt x="71496" y="71547"/>
                    <a:pt x="73875" y="65745"/>
                    <a:pt x="72512" y="55562"/>
                  </a:cubicBezTo>
                  <a:lnTo>
                    <a:pt x="72512" y="55518"/>
                  </a:lnTo>
                  <a:cubicBezTo>
                    <a:pt x="72468" y="55257"/>
                    <a:pt x="72439" y="54967"/>
                    <a:pt x="72396" y="54706"/>
                  </a:cubicBezTo>
                  <a:lnTo>
                    <a:pt x="72396" y="54706"/>
                  </a:lnTo>
                  <a:cubicBezTo>
                    <a:pt x="72439" y="54779"/>
                    <a:pt x="72468" y="54837"/>
                    <a:pt x="72526" y="54895"/>
                  </a:cubicBezTo>
                  <a:cubicBezTo>
                    <a:pt x="72541" y="54909"/>
                    <a:pt x="72541" y="54924"/>
                    <a:pt x="72570" y="54938"/>
                  </a:cubicBezTo>
                  <a:cubicBezTo>
                    <a:pt x="72642" y="55054"/>
                    <a:pt x="72729" y="55141"/>
                    <a:pt x="72816" y="55257"/>
                  </a:cubicBezTo>
                  <a:lnTo>
                    <a:pt x="72860" y="55286"/>
                  </a:lnTo>
                  <a:cubicBezTo>
                    <a:pt x="72947" y="55373"/>
                    <a:pt x="73034" y="55475"/>
                    <a:pt x="73150" y="55548"/>
                  </a:cubicBezTo>
                  <a:cubicBezTo>
                    <a:pt x="73164" y="55548"/>
                    <a:pt x="73164" y="55562"/>
                    <a:pt x="73179" y="55562"/>
                  </a:cubicBezTo>
                  <a:cubicBezTo>
                    <a:pt x="73295" y="55635"/>
                    <a:pt x="73396" y="55707"/>
                    <a:pt x="73527" y="55765"/>
                  </a:cubicBezTo>
                  <a:cubicBezTo>
                    <a:pt x="73541" y="55780"/>
                    <a:pt x="73585" y="55780"/>
                    <a:pt x="73599" y="55794"/>
                  </a:cubicBezTo>
                  <a:cubicBezTo>
                    <a:pt x="73629" y="55809"/>
                    <a:pt x="73658" y="55838"/>
                    <a:pt x="73687" y="55852"/>
                  </a:cubicBezTo>
                  <a:cubicBezTo>
                    <a:pt x="73774" y="55881"/>
                    <a:pt x="73890" y="55925"/>
                    <a:pt x="73977" y="55954"/>
                  </a:cubicBezTo>
                  <a:lnTo>
                    <a:pt x="73991" y="55954"/>
                  </a:lnTo>
                  <a:cubicBezTo>
                    <a:pt x="74122" y="55997"/>
                    <a:pt x="74238" y="56026"/>
                    <a:pt x="74354" y="56055"/>
                  </a:cubicBezTo>
                  <a:cubicBezTo>
                    <a:pt x="74397" y="56055"/>
                    <a:pt x="74412" y="56070"/>
                    <a:pt x="74455" y="56070"/>
                  </a:cubicBezTo>
                  <a:cubicBezTo>
                    <a:pt x="74571" y="56084"/>
                    <a:pt x="74702" y="56099"/>
                    <a:pt x="74832" y="56099"/>
                  </a:cubicBezTo>
                  <a:lnTo>
                    <a:pt x="74861" y="56099"/>
                  </a:lnTo>
                  <a:cubicBezTo>
                    <a:pt x="74977" y="56099"/>
                    <a:pt x="75079" y="56084"/>
                    <a:pt x="75195" y="56084"/>
                  </a:cubicBezTo>
                  <a:cubicBezTo>
                    <a:pt x="75224" y="56084"/>
                    <a:pt x="75268" y="56070"/>
                    <a:pt x="75326" y="56070"/>
                  </a:cubicBezTo>
                  <a:cubicBezTo>
                    <a:pt x="75398" y="56055"/>
                    <a:pt x="75485" y="56026"/>
                    <a:pt x="75558" y="56012"/>
                  </a:cubicBezTo>
                  <a:cubicBezTo>
                    <a:pt x="75587" y="55997"/>
                    <a:pt x="75645" y="55997"/>
                    <a:pt x="75688" y="55983"/>
                  </a:cubicBezTo>
                  <a:cubicBezTo>
                    <a:pt x="75761" y="55954"/>
                    <a:pt x="75833" y="55925"/>
                    <a:pt x="75906" y="55910"/>
                  </a:cubicBezTo>
                  <a:cubicBezTo>
                    <a:pt x="75935" y="55881"/>
                    <a:pt x="75993" y="55867"/>
                    <a:pt x="76022" y="55852"/>
                  </a:cubicBezTo>
                  <a:cubicBezTo>
                    <a:pt x="76094" y="55809"/>
                    <a:pt x="76152" y="55780"/>
                    <a:pt x="76225" y="55736"/>
                  </a:cubicBezTo>
                  <a:cubicBezTo>
                    <a:pt x="76268" y="55722"/>
                    <a:pt x="76312" y="55693"/>
                    <a:pt x="76355" y="55664"/>
                  </a:cubicBezTo>
                  <a:cubicBezTo>
                    <a:pt x="76428" y="55635"/>
                    <a:pt x="76486" y="55577"/>
                    <a:pt x="76530" y="55518"/>
                  </a:cubicBezTo>
                  <a:cubicBezTo>
                    <a:pt x="76573" y="55489"/>
                    <a:pt x="76602" y="55475"/>
                    <a:pt x="76646" y="55431"/>
                  </a:cubicBezTo>
                  <a:cubicBezTo>
                    <a:pt x="76718" y="55373"/>
                    <a:pt x="76776" y="55301"/>
                    <a:pt x="76820" y="55257"/>
                  </a:cubicBezTo>
                  <a:lnTo>
                    <a:pt x="76892" y="55185"/>
                  </a:lnTo>
                  <a:cubicBezTo>
                    <a:pt x="76965" y="55083"/>
                    <a:pt x="77037" y="54996"/>
                    <a:pt x="77110" y="54895"/>
                  </a:cubicBezTo>
                  <a:lnTo>
                    <a:pt x="77139" y="54866"/>
                  </a:lnTo>
                  <a:lnTo>
                    <a:pt x="77139" y="54851"/>
                  </a:lnTo>
                  <a:cubicBezTo>
                    <a:pt x="85653" y="41927"/>
                    <a:pt x="84478" y="35966"/>
                    <a:pt x="78082" y="30309"/>
                  </a:cubicBezTo>
                  <a:lnTo>
                    <a:pt x="78198" y="30309"/>
                  </a:lnTo>
                  <a:cubicBezTo>
                    <a:pt x="78299" y="30309"/>
                    <a:pt x="78401" y="30309"/>
                    <a:pt x="78502" y="30294"/>
                  </a:cubicBezTo>
                  <a:cubicBezTo>
                    <a:pt x="78531" y="30294"/>
                    <a:pt x="78546" y="30294"/>
                    <a:pt x="78575" y="30265"/>
                  </a:cubicBezTo>
                  <a:cubicBezTo>
                    <a:pt x="78647" y="30251"/>
                    <a:pt x="78720" y="30251"/>
                    <a:pt x="78821" y="30236"/>
                  </a:cubicBezTo>
                  <a:cubicBezTo>
                    <a:pt x="78850" y="30236"/>
                    <a:pt x="78865" y="30207"/>
                    <a:pt x="78908" y="30207"/>
                  </a:cubicBezTo>
                  <a:cubicBezTo>
                    <a:pt x="78981" y="30193"/>
                    <a:pt x="79068" y="30178"/>
                    <a:pt x="79140" y="30135"/>
                  </a:cubicBezTo>
                  <a:cubicBezTo>
                    <a:pt x="79169" y="30135"/>
                    <a:pt x="79184" y="30120"/>
                    <a:pt x="79198" y="30120"/>
                  </a:cubicBezTo>
                  <a:lnTo>
                    <a:pt x="79213" y="30120"/>
                  </a:lnTo>
                  <a:cubicBezTo>
                    <a:pt x="79314" y="30091"/>
                    <a:pt x="79402" y="30048"/>
                    <a:pt x="79489" y="29990"/>
                  </a:cubicBezTo>
                  <a:cubicBezTo>
                    <a:pt x="79489" y="29990"/>
                    <a:pt x="79503" y="29990"/>
                    <a:pt x="79503" y="29975"/>
                  </a:cubicBezTo>
                  <a:cubicBezTo>
                    <a:pt x="79634" y="29903"/>
                    <a:pt x="79750" y="29830"/>
                    <a:pt x="79851" y="29757"/>
                  </a:cubicBezTo>
                  <a:cubicBezTo>
                    <a:pt x="79866" y="29743"/>
                    <a:pt x="79866" y="29743"/>
                    <a:pt x="79895" y="29743"/>
                  </a:cubicBezTo>
                  <a:cubicBezTo>
                    <a:pt x="79996" y="29656"/>
                    <a:pt x="80083" y="29583"/>
                    <a:pt x="80199" y="29467"/>
                  </a:cubicBezTo>
                  <a:lnTo>
                    <a:pt x="80257" y="29409"/>
                  </a:lnTo>
                  <a:cubicBezTo>
                    <a:pt x="80344" y="29322"/>
                    <a:pt x="80431" y="29221"/>
                    <a:pt x="80504" y="29105"/>
                  </a:cubicBezTo>
                  <a:cubicBezTo>
                    <a:pt x="80504" y="29105"/>
                    <a:pt x="80504" y="29090"/>
                    <a:pt x="80518" y="29090"/>
                  </a:cubicBezTo>
                  <a:cubicBezTo>
                    <a:pt x="80591" y="28974"/>
                    <a:pt x="80649" y="28873"/>
                    <a:pt x="80721" y="28757"/>
                  </a:cubicBezTo>
                  <a:cubicBezTo>
                    <a:pt x="80736" y="28742"/>
                    <a:pt x="80736" y="28728"/>
                    <a:pt x="80765" y="28713"/>
                  </a:cubicBezTo>
                  <a:cubicBezTo>
                    <a:pt x="80809" y="28597"/>
                    <a:pt x="80852" y="28467"/>
                    <a:pt x="80910" y="28351"/>
                  </a:cubicBezTo>
                  <a:cubicBezTo>
                    <a:pt x="80910" y="28321"/>
                    <a:pt x="80925" y="28292"/>
                    <a:pt x="80925" y="28278"/>
                  </a:cubicBezTo>
                  <a:cubicBezTo>
                    <a:pt x="80954" y="28147"/>
                    <a:pt x="80997" y="28017"/>
                    <a:pt x="80997" y="27886"/>
                  </a:cubicBezTo>
                  <a:lnTo>
                    <a:pt x="80997" y="27872"/>
                  </a:lnTo>
                  <a:cubicBezTo>
                    <a:pt x="81012" y="27741"/>
                    <a:pt x="81012" y="27596"/>
                    <a:pt x="81012" y="27480"/>
                  </a:cubicBezTo>
                  <a:lnTo>
                    <a:pt x="81012" y="27422"/>
                  </a:lnTo>
                  <a:cubicBezTo>
                    <a:pt x="81012" y="27292"/>
                    <a:pt x="80997" y="27147"/>
                    <a:pt x="80954" y="27016"/>
                  </a:cubicBezTo>
                  <a:lnTo>
                    <a:pt x="80954" y="26987"/>
                  </a:lnTo>
                  <a:cubicBezTo>
                    <a:pt x="78044" y="12698"/>
                    <a:pt x="73416" y="8835"/>
                    <a:pt x="65840" y="8835"/>
                  </a:cubicBezTo>
                  <a:cubicBezTo>
                    <a:pt x="64502" y="8835"/>
                    <a:pt x="63073" y="8956"/>
                    <a:pt x="61546" y="9160"/>
                  </a:cubicBezTo>
                  <a:lnTo>
                    <a:pt x="61502" y="9160"/>
                  </a:lnTo>
                  <a:cubicBezTo>
                    <a:pt x="60980" y="9233"/>
                    <a:pt x="60472" y="9305"/>
                    <a:pt x="59979" y="9363"/>
                  </a:cubicBezTo>
                  <a:cubicBezTo>
                    <a:pt x="59994" y="9320"/>
                    <a:pt x="59994" y="9291"/>
                    <a:pt x="60023" y="9247"/>
                  </a:cubicBezTo>
                  <a:lnTo>
                    <a:pt x="60023" y="9233"/>
                  </a:lnTo>
                  <a:cubicBezTo>
                    <a:pt x="60052" y="9102"/>
                    <a:pt x="60095" y="8986"/>
                    <a:pt x="60110" y="8841"/>
                  </a:cubicBezTo>
                  <a:lnTo>
                    <a:pt x="60110" y="8783"/>
                  </a:lnTo>
                  <a:cubicBezTo>
                    <a:pt x="60124" y="8653"/>
                    <a:pt x="60124" y="8508"/>
                    <a:pt x="60124" y="8377"/>
                  </a:cubicBezTo>
                  <a:lnTo>
                    <a:pt x="60124" y="8304"/>
                  </a:lnTo>
                  <a:cubicBezTo>
                    <a:pt x="60124" y="8188"/>
                    <a:pt x="60110" y="8043"/>
                    <a:pt x="60095" y="7913"/>
                  </a:cubicBezTo>
                  <a:lnTo>
                    <a:pt x="60095" y="7898"/>
                  </a:lnTo>
                  <a:cubicBezTo>
                    <a:pt x="60066" y="7768"/>
                    <a:pt x="60037" y="7637"/>
                    <a:pt x="59994" y="7536"/>
                  </a:cubicBezTo>
                  <a:cubicBezTo>
                    <a:pt x="59994" y="7507"/>
                    <a:pt x="59979" y="7492"/>
                    <a:pt x="59979" y="7478"/>
                  </a:cubicBezTo>
                  <a:cubicBezTo>
                    <a:pt x="59950" y="7347"/>
                    <a:pt x="59892" y="7246"/>
                    <a:pt x="59820" y="7130"/>
                  </a:cubicBezTo>
                  <a:cubicBezTo>
                    <a:pt x="59805" y="7115"/>
                    <a:pt x="59805" y="7101"/>
                    <a:pt x="59776" y="7057"/>
                  </a:cubicBezTo>
                  <a:cubicBezTo>
                    <a:pt x="59704" y="6956"/>
                    <a:pt x="59631" y="6825"/>
                    <a:pt x="59559" y="6738"/>
                  </a:cubicBezTo>
                  <a:cubicBezTo>
                    <a:pt x="59472" y="6622"/>
                    <a:pt x="59385" y="6535"/>
                    <a:pt x="59297" y="6419"/>
                  </a:cubicBezTo>
                  <a:lnTo>
                    <a:pt x="59254" y="6390"/>
                  </a:lnTo>
                  <a:cubicBezTo>
                    <a:pt x="59167" y="6303"/>
                    <a:pt x="59051" y="6201"/>
                    <a:pt x="58935" y="6129"/>
                  </a:cubicBezTo>
                  <a:lnTo>
                    <a:pt x="58906" y="6114"/>
                  </a:lnTo>
                  <a:cubicBezTo>
                    <a:pt x="52467" y="1853"/>
                    <a:pt x="47752" y="0"/>
                    <a:pt x="43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65"/>
            <p:cNvSpPr/>
            <p:nvPr/>
          </p:nvSpPr>
          <p:spPr>
            <a:xfrm>
              <a:off x="1204150" y="4106925"/>
              <a:ext cx="80525" cy="126575"/>
            </a:xfrm>
            <a:custGeom>
              <a:rect b="b" l="l" r="r" t="t"/>
              <a:pathLst>
                <a:path extrusionOk="0" h="5063" w="3221">
                  <a:moveTo>
                    <a:pt x="436" y="0"/>
                  </a:moveTo>
                  <a:cubicBezTo>
                    <a:pt x="305" y="0"/>
                    <a:pt x="218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30" y="4845"/>
                    <a:pt x="131" y="4932"/>
                  </a:cubicBezTo>
                  <a:cubicBezTo>
                    <a:pt x="204" y="5033"/>
                    <a:pt x="320" y="5062"/>
                    <a:pt x="450" y="5062"/>
                  </a:cubicBezTo>
                  <a:cubicBezTo>
                    <a:pt x="566" y="5062"/>
                    <a:pt x="668" y="5033"/>
                    <a:pt x="769" y="4975"/>
                  </a:cubicBezTo>
                  <a:cubicBezTo>
                    <a:pt x="871" y="4903"/>
                    <a:pt x="900" y="4787"/>
                    <a:pt x="900" y="4671"/>
                  </a:cubicBezTo>
                  <a:lnTo>
                    <a:pt x="900" y="2974"/>
                  </a:lnTo>
                  <a:lnTo>
                    <a:pt x="2466" y="2974"/>
                  </a:lnTo>
                  <a:cubicBezTo>
                    <a:pt x="2582" y="2974"/>
                    <a:pt x="2684" y="2945"/>
                    <a:pt x="2771" y="2858"/>
                  </a:cubicBezTo>
                  <a:cubicBezTo>
                    <a:pt x="2858" y="2756"/>
                    <a:pt x="2902" y="2669"/>
                    <a:pt x="2902" y="2568"/>
                  </a:cubicBezTo>
                  <a:cubicBezTo>
                    <a:pt x="2902" y="2437"/>
                    <a:pt x="2858" y="2321"/>
                    <a:pt x="2771" y="2249"/>
                  </a:cubicBezTo>
                  <a:cubicBezTo>
                    <a:pt x="2698" y="2161"/>
                    <a:pt x="2582" y="2132"/>
                    <a:pt x="2466" y="2132"/>
                  </a:cubicBezTo>
                  <a:lnTo>
                    <a:pt x="900" y="2132"/>
                  </a:lnTo>
                  <a:lnTo>
                    <a:pt x="900" y="856"/>
                  </a:lnTo>
                  <a:lnTo>
                    <a:pt x="2785" y="856"/>
                  </a:lnTo>
                  <a:cubicBezTo>
                    <a:pt x="2916" y="856"/>
                    <a:pt x="3003" y="813"/>
                    <a:pt x="3090" y="725"/>
                  </a:cubicBezTo>
                  <a:cubicBezTo>
                    <a:pt x="3192" y="638"/>
                    <a:pt x="3221" y="551"/>
                    <a:pt x="3221" y="435"/>
                  </a:cubicBezTo>
                  <a:cubicBezTo>
                    <a:pt x="3221" y="305"/>
                    <a:pt x="3192" y="203"/>
                    <a:pt x="3090" y="131"/>
                  </a:cubicBezTo>
                  <a:cubicBezTo>
                    <a:pt x="3032" y="44"/>
                    <a:pt x="2916" y="0"/>
                    <a:pt x="278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65"/>
            <p:cNvSpPr/>
            <p:nvPr/>
          </p:nvSpPr>
          <p:spPr>
            <a:xfrm>
              <a:off x="1305675" y="4106925"/>
              <a:ext cx="104100" cy="127850"/>
            </a:xfrm>
            <a:custGeom>
              <a:rect b="b" l="l" r="r" t="t"/>
              <a:pathLst>
                <a:path extrusionOk="0" h="5114" w="4164">
                  <a:moveTo>
                    <a:pt x="2481" y="827"/>
                  </a:moveTo>
                  <a:cubicBezTo>
                    <a:pt x="2612" y="827"/>
                    <a:pt x="2742" y="900"/>
                    <a:pt x="2844" y="1045"/>
                  </a:cubicBezTo>
                  <a:cubicBezTo>
                    <a:pt x="2960" y="1161"/>
                    <a:pt x="3003" y="1349"/>
                    <a:pt x="3003" y="1567"/>
                  </a:cubicBezTo>
                  <a:cubicBezTo>
                    <a:pt x="3003" y="1726"/>
                    <a:pt x="2989" y="1871"/>
                    <a:pt x="2931" y="2016"/>
                  </a:cubicBezTo>
                  <a:cubicBezTo>
                    <a:pt x="2887" y="2161"/>
                    <a:pt x="2829" y="2278"/>
                    <a:pt x="2742" y="2350"/>
                  </a:cubicBezTo>
                  <a:cubicBezTo>
                    <a:pt x="2641" y="2437"/>
                    <a:pt x="2568" y="2466"/>
                    <a:pt x="2481" y="2466"/>
                  </a:cubicBezTo>
                  <a:lnTo>
                    <a:pt x="900" y="2466"/>
                  </a:lnTo>
                  <a:lnTo>
                    <a:pt x="900" y="827"/>
                  </a:lnTo>
                  <a:close/>
                  <a:moveTo>
                    <a:pt x="436" y="0"/>
                  </a:moveTo>
                  <a:cubicBezTo>
                    <a:pt x="306" y="0"/>
                    <a:pt x="219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59" y="4845"/>
                    <a:pt x="161" y="4932"/>
                  </a:cubicBezTo>
                  <a:cubicBezTo>
                    <a:pt x="277" y="5033"/>
                    <a:pt x="393" y="5062"/>
                    <a:pt x="523" y="5062"/>
                  </a:cubicBezTo>
                  <a:cubicBezTo>
                    <a:pt x="654" y="5062"/>
                    <a:pt x="741" y="5033"/>
                    <a:pt x="755" y="4975"/>
                  </a:cubicBezTo>
                  <a:cubicBezTo>
                    <a:pt x="828" y="4903"/>
                    <a:pt x="871" y="4787"/>
                    <a:pt x="871" y="4656"/>
                  </a:cubicBezTo>
                  <a:lnTo>
                    <a:pt x="871" y="3249"/>
                  </a:lnTo>
                  <a:lnTo>
                    <a:pt x="2235" y="3249"/>
                  </a:lnTo>
                  <a:cubicBezTo>
                    <a:pt x="2336" y="3249"/>
                    <a:pt x="2423" y="3264"/>
                    <a:pt x="2510" y="3278"/>
                  </a:cubicBezTo>
                  <a:cubicBezTo>
                    <a:pt x="2597" y="3307"/>
                    <a:pt x="2655" y="3336"/>
                    <a:pt x="2713" y="3394"/>
                  </a:cubicBezTo>
                  <a:cubicBezTo>
                    <a:pt x="2771" y="3452"/>
                    <a:pt x="2800" y="3496"/>
                    <a:pt x="2844" y="3568"/>
                  </a:cubicBezTo>
                  <a:cubicBezTo>
                    <a:pt x="2858" y="3641"/>
                    <a:pt x="2873" y="3714"/>
                    <a:pt x="2873" y="3815"/>
                  </a:cubicBezTo>
                  <a:cubicBezTo>
                    <a:pt x="2873" y="4062"/>
                    <a:pt x="2902" y="4265"/>
                    <a:pt x="2945" y="4424"/>
                  </a:cubicBezTo>
                  <a:cubicBezTo>
                    <a:pt x="3003" y="4584"/>
                    <a:pt x="3062" y="4714"/>
                    <a:pt x="3149" y="4801"/>
                  </a:cubicBezTo>
                  <a:cubicBezTo>
                    <a:pt x="3236" y="4903"/>
                    <a:pt x="3308" y="4975"/>
                    <a:pt x="3410" y="5019"/>
                  </a:cubicBezTo>
                  <a:cubicBezTo>
                    <a:pt x="3453" y="5062"/>
                    <a:pt x="3511" y="5077"/>
                    <a:pt x="3598" y="5092"/>
                  </a:cubicBezTo>
                  <a:cubicBezTo>
                    <a:pt x="3649" y="5106"/>
                    <a:pt x="3692" y="5113"/>
                    <a:pt x="3734" y="5113"/>
                  </a:cubicBezTo>
                  <a:cubicBezTo>
                    <a:pt x="3776" y="5113"/>
                    <a:pt x="3816" y="5106"/>
                    <a:pt x="3859" y="5092"/>
                  </a:cubicBezTo>
                  <a:cubicBezTo>
                    <a:pt x="3932" y="5077"/>
                    <a:pt x="4004" y="5019"/>
                    <a:pt x="4062" y="4975"/>
                  </a:cubicBezTo>
                  <a:cubicBezTo>
                    <a:pt x="4149" y="4874"/>
                    <a:pt x="4164" y="4787"/>
                    <a:pt x="4149" y="4656"/>
                  </a:cubicBezTo>
                  <a:cubicBezTo>
                    <a:pt x="4135" y="4540"/>
                    <a:pt x="4062" y="4439"/>
                    <a:pt x="3946" y="4395"/>
                  </a:cubicBezTo>
                  <a:cubicBezTo>
                    <a:pt x="3888" y="4352"/>
                    <a:pt x="3845" y="4323"/>
                    <a:pt x="3816" y="4250"/>
                  </a:cubicBezTo>
                  <a:cubicBezTo>
                    <a:pt x="3801" y="4178"/>
                    <a:pt x="3787" y="4105"/>
                    <a:pt x="3787" y="4004"/>
                  </a:cubicBezTo>
                  <a:cubicBezTo>
                    <a:pt x="3787" y="3917"/>
                    <a:pt x="3772" y="3815"/>
                    <a:pt x="3758" y="3685"/>
                  </a:cubicBezTo>
                  <a:cubicBezTo>
                    <a:pt x="3729" y="3554"/>
                    <a:pt x="3714" y="3423"/>
                    <a:pt x="3656" y="3322"/>
                  </a:cubicBezTo>
                  <a:cubicBezTo>
                    <a:pt x="3613" y="3191"/>
                    <a:pt x="3540" y="3090"/>
                    <a:pt x="3439" y="2988"/>
                  </a:cubicBezTo>
                  <a:cubicBezTo>
                    <a:pt x="3385" y="2934"/>
                    <a:pt x="3314" y="2881"/>
                    <a:pt x="3241" y="2830"/>
                  </a:cubicBezTo>
                  <a:lnTo>
                    <a:pt x="3241" y="2830"/>
                  </a:lnTo>
                  <a:cubicBezTo>
                    <a:pt x="3348" y="2766"/>
                    <a:pt x="3448" y="2685"/>
                    <a:pt x="3540" y="2582"/>
                  </a:cubicBezTo>
                  <a:cubicBezTo>
                    <a:pt x="3656" y="2437"/>
                    <a:pt x="3772" y="2292"/>
                    <a:pt x="3845" y="2103"/>
                  </a:cubicBezTo>
                  <a:cubicBezTo>
                    <a:pt x="3917" y="1929"/>
                    <a:pt x="3946" y="1741"/>
                    <a:pt x="3946" y="1567"/>
                  </a:cubicBezTo>
                  <a:cubicBezTo>
                    <a:pt x="3946" y="1248"/>
                    <a:pt x="3874" y="987"/>
                    <a:pt x="3758" y="740"/>
                  </a:cubicBezTo>
                  <a:cubicBezTo>
                    <a:pt x="3627" y="508"/>
                    <a:pt x="3439" y="334"/>
                    <a:pt x="3221" y="203"/>
                  </a:cubicBezTo>
                  <a:cubicBezTo>
                    <a:pt x="3003" y="73"/>
                    <a:pt x="2771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65"/>
            <p:cNvSpPr/>
            <p:nvPr/>
          </p:nvSpPr>
          <p:spPr>
            <a:xfrm>
              <a:off x="1429700" y="4106550"/>
              <a:ext cx="23250" cy="126575"/>
            </a:xfrm>
            <a:custGeom>
              <a:rect b="b" l="l" r="r" t="t"/>
              <a:pathLst>
                <a:path extrusionOk="0" h="5063" w="930">
                  <a:moveTo>
                    <a:pt x="450" y="1"/>
                  </a:moveTo>
                  <a:cubicBezTo>
                    <a:pt x="334" y="1"/>
                    <a:pt x="218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18" y="5019"/>
                    <a:pt x="334" y="5063"/>
                    <a:pt x="450" y="5063"/>
                  </a:cubicBezTo>
                  <a:cubicBezTo>
                    <a:pt x="581" y="5063"/>
                    <a:pt x="697" y="5019"/>
                    <a:pt x="784" y="4932"/>
                  </a:cubicBezTo>
                  <a:cubicBezTo>
                    <a:pt x="871" y="4860"/>
                    <a:pt x="929" y="4758"/>
                    <a:pt x="929" y="4628"/>
                  </a:cubicBezTo>
                  <a:lnTo>
                    <a:pt x="885" y="4628"/>
                  </a:lnTo>
                  <a:lnTo>
                    <a:pt x="885" y="436"/>
                  </a:lnTo>
                  <a:cubicBezTo>
                    <a:pt x="885" y="305"/>
                    <a:pt x="856" y="218"/>
                    <a:pt x="769" y="131"/>
                  </a:cubicBezTo>
                  <a:cubicBezTo>
                    <a:pt x="668" y="44"/>
                    <a:pt x="566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65"/>
            <p:cNvSpPr/>
            <p:nvPr/>
          </p:nvSpPr>
          <p:spPr>
            <a:xfrm>
              <a:off x="1480825" y="4106550"/>
              <a:ext cx="82725" cy="126575"/>
            </a:xfrm>
            <a:custGeom>
              <a:rect b="b" l="l" r="r" t="t"/>
              <a:pathLst>
                <a:path extrusionOk="0" h="5063" w="3309">
                  <a:moveTo>
                    <a:pt x="407" y="1"/>
                  </a:moveTo>
                  <a:cubicBezTo>
                    <a:pt x="276" y="1"/>
                    <a:pt x="175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04" y="5019"/>
                    <a:pt x="320" y="5063"/>
                    <a:pt x="436" y="5063"/>
                  </a:cubicBezTo>
                  <a:lnTo>
                    <a:pt x="2873" y="5063"/>
                  </a:lnTo>
                  <a:cubicBezTo>
                    <a:pt x="3003" y="5063"/>
                    <a:pt x="3090" y="5019"/>
                    <a:pt x="3178" y="4947"/>
                  </a:cubicBezTo>
                  <a:cubicBezTo>
                    <a:pt x="3265" y="4874"/>
                    <a:pt x="3308" y="4787"/>
                    <a:pt x="3308" y="4657"/>
                  </a:cubicBezTo>
                  <a:cubicBezTo>
                    <a:pt x="3308" y="4555"/>
                    <a:pt x="3265" y="4468"/>
                    <a:pt x="3178" y="4367"/>
                  </a:cubicBezTo>
                  <a:cubicBezTo>
                    <a:pt x="3105" y="4280"/>
                    <a:pt x="3003" y="4251"/>
                    <a:pt x="2873" y="4251"/>
                  </a:cubicBezTo>
                  <a:lnTo>
                    <a:pt x="900" y="4251"/>
                  </a:lnTo>
                  <a:lnTo>
                    <a:pt x="900" y="2902"/>
                  </a:lnTo>
                  <a:lnTo>
                    <a:pt x="2525" y="2902"/>
                  </a:lnTo>
                  <a:cubicBezTo>
                    <a:pt x="2655" y="2902"/>
                    <a:pt x="2742" y="2873"/>
                    <a:pt x="2829" y="2800"/>
                  </a:cubicBezTo>
                  <a:cubicBezTo>
                    <a:pt x="2931" y="2728"/>
                    <a:pt x="2960" y="2626"/>
                    <a:pt x="2960" y="2510"/>
                  </a:cubicBezTo>
                  <a:cubicBezTo>
                    <a:pt x="2960" y="2380"/>
                    <a:pt x="2931" y="2264"/>
                    <a:pt x="2829" y="2191"/>
                  </a:cubicBezTo>
                  <a:cubicBezTo>
                    <a:pt x="2757" y="2104"/>
                    <a:pt x="2655" y="2075"/>
                    <a:pt x="2525" y="2075"/>
                  </a:cubicBezTo>
                  <a:lnTo>
                    <a:pt x="871" y="2075"/>
                  </a:lnTo>
                  <a:lnTo>
                    <a:pt x="871" y="842"/>
                  </a:lnTo>
                  <a:lnTo>
                    <a:pt x="2829" y="842"/>
                  </a:lnTo>
                  <a:cubicBezTo>
                    <a:pt x="2960" y="842"/>
                    <a:pt x="3047" y="799"/>
                    <a:pt x="3148" y="726"/>
                  </a:cubicBezTo>
                  <a:cubicBezTo>
                    <a:pt x="3236" y="653"/>
                    <a:pt x="3265" y="566"/>
                    <a:pt x="3265" y="436"/>
                  </a:cubicBezTo>
                  <a:cubicBezTo>
                    <a:pt x="3265" y="305"/>
                    <a:pt x="3236" y="204"/>
                    <a:pt x="3148" y="131"/>
                  </a:cubicBezTo>
                  <a:cubicBezTo>
                    <a:pt x="3076" y="44"/>
                    <a:pt x="2960" y="1"/>
                    <a:pt x="2829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65"/>
            <p:cNvSpPr/>
            <p:nvPr/>
          </p:nvSpPr>
          <p:spPr>
            <a:xfrm>
              <a:off x="1583825" y="4106200"/>
              <a:ext cx="106275" cy="126925"/>
            </a:xfrm>
            <a:custGeom>
              <a:rect b="b" l="l" r="r" t="t"/>
              <a:pathLst>
                <a:path extrusionOk="0" h="5077" w="4251">
                  <a:moveTo>
                    <a:pt x="435" y="0"/>
                  </a:moveTo>
                  <a:cubicBezTo>
                    <a:pt x="305" y="0"/>
                    <a:pt x="218" y="29"/>
                    <a:pt x="131" y="131"/>
                  </a:cubicBezTo>
                  <a:cubicBezTo>
                    <a:pt x="44" y="203"/>
                    <a:pt x="0" y="305"/>
                    <a:pt x="0" y="435"/>
                  </a:cubicBezTo>
                  <a:lnTo>
                    <a:pt x="0" y="4656"/>
                  </a:lnTo>
                  <a:cubicBezTo>
                    <a:pt x="0" y="4772"/>
                    <a:pt x="44" y="4874"/>
                    <a:pt x="116" y="4946"/>
                  </a:cubicBezTo>
                  <a:cubicBezTo>
                    <a:pt x="189" y="5019"/>
                    <a:pt x="290" y="5062"/>
                    <a:pt x="406" y="5062"/>
                  </a:cubicBezTo>
                  <a:cubicBezTo>
                    <a:pt x="508" y="5062"/>
                    <a:pt x="624" y="5019"/>
                    <a:pt x="697" y="4946"/>
                  </a:cubicBezTo>
                  <a:cubicBezTo>
                    <a:pt x="769" y="4874"/>
                    <a:pt x="798" y="4772"/>
                    <a:pt x="798" y="4656"/>
                  </a:cubicBezTo>
                  <a:lnTo>
                    <a:pt x="798" y="1542"/>
                  </a:lnTo>
                  <a:lnTo>
                    <a:pt x="3467" y="4946"/>
                  </a:lnTo>
                  <a:cubicBezTo>
                    <a:pt x="3511" y="4990"/>
                    <a:pt x="3540" y="5019"/>
                    <a:pt x="3612" y="5033"/>
                  </a:cubicBezTo>
                  <a:cubicBezTo>
                    <a:pt x="3685" y="5062"/>
                    <a:pt x="3757" y="5077"/>
                    <a:pt x="3815" y="5077"/>
                  </a:cubicBezTo>
                  <a:cubicBezTo>
                    <a:pt x="3946" y="5077"/>
                    <a:pt x="4033" y="5033"/>
                    <a:pt x="4120" y="4946"/>
                  </a:cubicBezTo>
                  <a:cubicBezTo>
                    <a:pt x="4207" y="4874"/>
                    <a:pt x="4250" y="4772"/>
                    <a:pt x="4250" y="4642"/>
                  </a:cubicBezTo>
                  <a:lnTo>
                    <a:pt x="4250" y="421"/>
                  </a:lnTo>
                  <a:cubicBezTo>
                    <a:pt x="4250" y="305"/>
                    <a:pt x="4207" y="203"/>
                    <a:pt x="4134" y="131"/>
                  </a:cubicBezTo>
                  <a:cubicBezTo>
                    <a:pt x="4062" y="58"/>
                    <a:pt x="3960" y="15"/>
                    <a:pt x="3844" y="15"/>
                  </a:cubicBezTo>
                  <a:cubicBezTo>
                    <a:pt x="3714" y="15"/>
                    <a:pt x="3627" y="58"/>
                    <a:pt x="3554" y="102"/>
                  </a:cubicBezTo>
                  <a:cubicBezTo>
                    <a:pt x="3482" y="174"/>
                    <a:pt x="3453" y="290"/>
                    <a:pt x="3453" y="392"/>
                  </a:cubicBezTo>
                  <a:lnTo>
                    <a:pt x="3453" y="3536"/>
                  </a:lnTo>
                  <a:lnTo>
                    <a:pt x="3453" y="3536"/>
                  </a:lnTo>
                  <a:lnTo>
                    <a:pt x="813" y="160"/>
                  </a:lnTo>
                  <a:cubicBezTo>
                    <a:pt x="784" y="102"/>
                    <a:pt x="726" y="58"/>
                    <a:pt x="653" y="29"/>
                  </a:cubicBezTo>
                  <a:cubicBezTo>
                    <a:pt x="581" y="15"/>
                    <a:pt x="508" y="0"/>
                    <a:pt x="4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65"/>
            <p:cNvSpPr/>
            <p:nvPr/>
          </p:nvSpPr>
          <p:spPr>
            <a:xfrm>
              <a:off x="1716900" y="4106550"/>
              <a:ext cx="108825" cy="127300"/>
            </a:xfrm>
            <a:custGeom>
              <a:rect b="b" l="l" r="r" t="t"/>
              <a:pathLst>
                <a:path extrusionOk="0" h="5092" w="4353">
                  <a:moveTo>
                    <a:pt x="2104" y="813"/>
                  </a:moveTo>
                  <a:cubicBezTo>
                    <a:pt x="2322" y="813"/>
                    <a:pt x="2510" y="871"/>
                    <a:pt x="2684" y="958"/>
                  </a:cubicBezTo>
                  <a:cubicBezTo>
                    <a:pt x="2844" y="1060"/>
                    <a:pt x="2974" y="1176"/>
                    <a:pt x="3076" y="1350"/>
                  </a:cubicBezTo>
                  <a:cubicBezTo>
                    <a:pt x="3192" y="1509"/>
                    <a:pt x="3264" y="1683"/>
                    <a:pt x="3308" y="1886"/>
                  </a:cubicBezTo>
                  <a:cubicBezTo>
                    <a:pt x="3366" y="2104"/>
                    <a:pt x="3380" y="2307"/>
                    <a:pt x="3380" y="2539"/>
                  </a:cubicBezTo>
                  <a:cubicBezTo>
                    <a:pt x="3380" y="2844"/>
                    <a:pt x="3351" y="3134"/>
                    <a:pt x="3264" y="3395"/>
                  </a:cubicBezTo>
                  <a:cubicBezTo>
                    <a:pt x="3163" y="3641"/>
                    <a:pt x="3047" y="3845"/>
                    <a:pt x="2844" y="4004"/>
                  </a:cubicBezTo>
                  <a:cubicBezTo>
                    <a:pt x="2655" y="4178"/>
                    <a:pt x="2409" y="4251"/>
                    <a:pt x="2104" y="4251"/>
                  </a:cubicBezTo>
                  <a:lnTo>
                    <a:pt x="2104" y="4222"/>
                  </a:lnTo>
                  <a:lnTo>
                    <a:pt x="900" y="4222"/>
                  </a:lnTo>
                  <a:lnTo>
                    <a:pt x="900" y="813"/>
                  </a:lnTo>
                  <a:close/>
                  <a:moveTo>
                    <a:pt x="2176" y="1"/>
                  </a:moveTo>
                  <a:lnTo>
                    <a:pt x="2176" y="30"/>
                  </a:lnTo>
                  <a:lnTo>
                    <a:pt x="436" y="30"/>
                  </a:lnTo>
                  <a:cubicBezTo>
                    <a:pt x="305" y="30"/>
                    <a:pt x="218" y="73"/>
                    <a:pt x="117" y="160"/>
                  </a:cubicBezTo>
                  <a:cubicBezTo>
                    <a:pt x="30" y="233"/>
                    <a:pt x="1" y="349"/>
                    <a:pt x="1" y="465"/>
                  </a:cubicBezTo>
                  <a:lnTo>
                    <a:pt x="1" y="4657"/>
                  </a:lnTo>
                  <a:cubicBezTo>
                    <a:pt x="1" y="4787"/>
                    <a:pt x="30" y="4874"/>
                    <a:pt x="117" y="4976"/>
                  </a:cubicBezTo>
                  <a:cubicBezTo>
                    <a:pt x="189" y="5063"/>
                    <a:pt x="305" y="5092"/>
                    <a:pt x="436" y="5092"/>
                  </a:cubicBezTo>
                  <a:lnTo>
                    <a:pt x="2176" y="5092"/>
                  </a:lnTo>
                  <a:cubicBezTo>
                    <a:pt x="2626" y="5092"/>
                    <a:pt x="3018" y="4990"/>
                    <a:pt x="3351" y="4758"/>
                  </a:cubicBezTo>
                  <a:cubicBezTo>
                    <a:pt x="3670" y="4512"/>
                    <a:pt x="3932" y="4207"/>
                    <a:pt x="4091" y="3830"/>
                  </a:cubicBezTo>
                  <a:cubicBezTo>
                    <a:pt x="4251" y="3424"/>
                    <a:pt x="4352" y="3018"/>
                    <a:pt x="4352" y="2539"/>
                  </a:cubicBezTo>
                  <a:cubicBezTo>
                    <a:pt x="4352" y="2191"/>
                    <a:pt x="4294" y="1872"/>
                    <a:pt x="4207" y="1567"/>
                  </a:cubicBezTo>
                  <a:cubicBezTo>
                    <a:pt x="4106" y="1248"/>
                    <a:pt x="3961" y="987"/>
                    <a:pt x="3787" y="740"/>
                  </a:cubicBezTo>
                  <a:cubicBezTo>
                    <a:pt x="3598" y="508"/>
                    <a:pt x="3366" y="334"/>
                    <a:pt x="3090" y="204"/>
                  </a:cubicBezTo>
                  <a:cubicBezTo>
                    <a:pt x="2829" y="73"/>
                    <a:pt x="2510" y="1"/>
                    <a:pt x="217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65"/>
            <p:cNvSpPr/>
            <p:nvPr/>
          </p:nvSpPr>
          <p:spPr>
            <a:xfrm>
              <a:off x="1846725" y="4107650"/>
              <a:ext cx="80900" cy="126200"/>
            </a:xfrm>
            <a:custGeom>
              <a:rect b="b" l="l" r="r" t="t"/>
              <a:pathLst>
                <a:path extrusionOk="0" h="5048" w="3236">
                  <a:moveTo>
                    <a:pt x="465" y="0"/>
                  </a:moveTo>
                  <a:cubicBezTo>
                    <a:pt x="334" y="0"/>
                    <a:pt x="218" y="29"/>
                    <a:pt x="131" y="116"/>
                  </a:cubicBezTo>
                  <a:cubicBezTo>
                    <a:pt x="44" y="189"/>
                    <a:pt x="1" y="305"/>
                    <a:pt x="1" y="435"/>
                  </a:cubicBezTo>
                  <a:lnTo>
                    <a:pt x="1" y="4613"/>
                  </a:lnTo>
                  <a:cubicBezTo>
                    <a:pt x="1" y="4743"/>
                    <a:pt x="44" y="4830"/>
                    <a:pt x="131" y="4932"/>
                  </a:cubicBezTo>
                  <a:cubicBezTo>
                    <a:pt x="204" y="5019"/>
                    <a:pt x="320" y="5048"/>
                    <a:pt x="436" y="5048"/>
                  </a:cubicBezTo>
                  <a:lnTo>
                    <a:pt x="2800" y="5048"/>
                  </a:lnTo>
                  <a:cubicBezTo>
                    <a:pt x="2931" y="5048"/>
                    <a:pt x="3018" y="5004"/>
                    <a:pt x="3105" y="4932"/>
                  </a:cubicBezTo>
                  <a:cubicBezTo>
                    <a:pt x="3192" y="4830"/>
                    <a:pt x="3235" y="4743"/>
                    <a:pt x="3235" y="4613"/>
                  </a:cubicBezTo>
                  <a:cubicBezTo>
                    <a:pt x="3235" y="4497"/>
                    <a:pt x="3192" y="4381"/>
                    <a:pt x="3105" y="4308"/>
                  </a:cubicBezTo>
                  <a:cubicBezTo>
                    <a:pt x="3032" y="4221"/>
                    <a:pt x="2931" y="4178"/>
                    <a:pt x="2800" y="4178"/>
                  </a:cubicBezTo>
                  <a:lnTo>
                    <a:pt x="900" y="4178"/>
                  </a:lnTo>
                  <a:lnTo>
                    <a:pt x="900" y="435"/>
                  </a:lnTo>
                  <a:cubicBezTo>
                    <a:pt x="900" y="305"/>
                    <a:pt x="856" y="218"/>
                    <a:pt x="769" y="116"/>
                  </a:cubicBezTo>
                  <a:cubicBezTo>
                    <a:pt x="682" y="29"/>
                    <a:pt x="566" y="0"/>
                    <a:pt x="46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65"/>
            <p:cNvSpPr/>
            <p:nvPr/>
          </p:nvSpPr>
          <p:spPr>
            <a:xfrm>
              <a:off x="1926500" y="4105100"/>
              <a:ext cx="102650" cy="128025"/>
            </a:xfrm>
            <a:custGeom>
              <a:rect b="b" l="l" r="r" t="t"/>
              <a:pathLst>
                <a:path extrusionOk="0" h="5121" w="4106">
                  <a:moveTo>
                    <a:pt x="450" y="1"/>
                  </a:moveTo>
                  <a:cubicBezTo>
                    <a:pt x="349" y="1"/>
                    <a:pt x="262" y="44"/>
                    <a:pt x="146" y="131"/>
                  </a:cubicBezTo>
                  <a:cubicBezTo>
                    <a:pt x="59" y="218"/>
                    <a:pt x="1" y="334"/>
                    <a:pt x="1" y="465"/>
                  </a:cubicBezTo>
                  <a:cubicBezTo>
                    <a:pt x="1" y="508"/>
                    <a:pt x="15" y="566"/>
                    <a:pt x="44" y="624"/>
                  </a:cubicBezTo>
                  <a:cubicBezTo>
                    <a:pt x="59" y="682"/>
                    <a:pt x="88" y="755"/>
                    <a:pt x="146" y="798"/>
                  </a:cubicBezTo>
                  <a:lnTo>
                    <a:pt x="1654" y="2810"/>
                  </a:lnTo>
                  <a:lnTo>
                    <a:pt x="1654" y="4686"/>
                  </a:lnTo>
                  <a:cubicBezTo>
                    <a:pt x="1654" y="4816"/>
                    <a:pt x="1683" y="4903"/>
                    <a:pt x="1785" y="4990"/>
                  </a:cubicBezTo>
                  <a:cubicBezTo>
                    <a:pt x="1872" y="5077"/>
                    <a:pt x="1959" y="5121"/>
                    <a:pt x="2089" y="5121"/>
                  </a:cubicBezTo>
                  <a:cubicBezTo>
                    <a:pt x="2191" y="5121"/>
                    <a:pt x="2292" y="5077"/>
                    <a:pt x="2379" y="4990"/>
                  </a:cubicBezTo>
                  <a:cubicBezTo>
                    <a:pt x="2467" y="4918"/>
                    <a:pt x="2510" y="4816"/>
                    <a:pt x="2510" y="4686"/>
                  </a:cubicBezTo>
                  <a:lnTo>
                    <a:pt x="2510" y="2919"/>
                  </a:lnTo>
                  <a:lnTo>
                    <a:pt x="2510" y="2919"/>
                  </a:lnTo>
                  <a:lnTo>
                    <a:pt x="4033" y="755"/>
                  </a:lnTo>
                  <a:cubicBezTo>
                    <a:pt x="4048" y="711"/>
                    <a:pt x="4062" y="682"/>
                    <a:pt x="4077" y="624"/>
                  </a:cubicBezTo>
                  <a:cubicBezTo>
                    <a:pt x="4106" y="581"/>
                    <a:pt x="4106" y="537"/>
                    <a:pt x="4106" y="494"/>
                  </a:cubicBezTo>
                  <a:cubicBezTo>
                    <a:pt x="4106" y="363"/>
                    <a:pt x="4062" y="262"/>
                    <a:pt x="3975" y="175"/>
                  </a:cubicBezTo>
                  <a:cubicBezTo>
                    <a:pt x="3888" y="73"/>
                    <a:pt x="3772" y="44"/>
                    <a:pt x="3670" y="44"/>
                  </a:cubicBezTo>
                  <a:cubicBezTo>
                    <a:pt x="3540" y="44"/>
                    <a:pt x="3409" y="117"/>
                    <a:pt x="3308" y="204"/>
                  </a:cubicBezTo>
                  <a:lnTo>
                    <a:pt x="2100" y="1968"/>
                  </a:lnTo>
                  <a:lnTo>
                    <a:pt x="2100" y="1968"/>
                  </a:lnTo>
                  <a:lnTo>
                    <a:pt x="813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65"/>
            <p:cNvSpPr/>
            <p:nvPr/>
          </p:nvSpPr>
          <p:spPr>
            <a:xfrm>
              <a:off x="1269425" y="3770775"/>
              <a:ext cx="172625" cy="264000"/>
            </a:xfrm>
            <a:custGeom>
              <a:rect b="b" l="l" r="r" t="t"/>
              <a:pathLst>
                <a:path extrusionOk="0" h="10560" w="6905">
                  <a:moveTo>
                    <a:pt x="929" y="0"/>
                  </a:moveTo>
                  <a:cubicBezTo>
                    <a:pt x="668" y="0"/>
                    <a:pt x="450" y="87"/>
                    <a:pt x="276" y="247"/>
                  </a:cubicBezTo>
                  <a:cubicBezTo>
                    <a:pt x="87" y="406"/>
                    <a:pt x="0" y="653"/>
                    <a:pt x="0" y="899"/>
                  </a:cubicBezTo>
                  <a:lnTo>
                    <a:pt x="0" y="9646"/>
                  </a:lnTo>
                  <a:cubicBezTo>
                    <a:pt x="0" y="9892"/>
                    <a:pt x="87" y="10110"/>
                    <a:pt x="276" y="10299"/>
                  </a:cubicBezTo>
                  <a:cubicBezTo>
                    <a:pt x="436" y="10473"/>
                    <a:pt x="668" y="10560"/>
                    <a:pt x="929" y="10560"/>
                  </a:cubicBezTo>
                  <a:lnTo>
                    <a:pt x="5977" y="10560"/>
                  </a:lnTo>
                  <a:cubicBezTo>
                    <a:pt x="6238" y="10560"/>
                    <a:pt x="6455" y="10487"/>
                    <a:pt x="6629" y="10328"/>
                  </a:cubicBezTo>
                  <a:cubicBezTo>
                    <a:pt x="6818" y="10168"/>
                    <a:pt x="6905" y="9965"/>
                    <a:pt x="6905" y="9718"/>
                  </a:cubicBezTo>
                  <a:cubicBezTo>
                    <a:pt x="6905" y="9472"/>
                    <a:pt x="6818" y="9283"/>
                    <a:pt x="6629" y="9095"/>
                  </a:cubicBezTo>
                  <a:cubicBezTo>
                    <a:pt x="6470" y="8921"/>
                    <a:pt x="6238" y="8819"/>
                    <a:pt x="5977" y="8819"/>
                  </a:cubicBezTo>
                  <a:lnTo>
                    <a:pt x="1886" y="8819"/>
                  </a:lnTo>
                  <a:lnTo>
                    <a:pt x="1886" y="6049"/>
                  </a:lnTo>
                  <a:lnTo>
                    <a:pt x="5309" y="6049"/>
                  </a:lnTo>
                  <a:cubicBezTo>
                    <a:pt x="5570" y="6049"/>
                    <a:pt x="5788" y="5976"/>
                    <a:pt x="5962" y="5817"/>
                  </a:cubicBezTo>
                  <a:cubicBezTo>
                    <a:pt x="6151" y="5657"/>
                    <a:pt x="6238" y="5454"/>
                    <a:pt x="6238" y="5193"/>
                  </a:cubicBezTo>
                  <a:cubicBezTo>
                    <a:pt x="6238" y="4946"/>
                    <a:pt x="6151" y="4729"/>
                    <a:pt x="5962" y="4569"/>
                  </a:cubicBezTo>
                  <a:cubicBezTo>
                    <a:pt x="5802" y="4395"/>
                    <a:pt x="5570" y="4308"/>
                    <a:pt x="5309" y="4308"/>
                  </a:cubicBezTo>
                  <a:lnTo>
                    <a:pt x="1901" y="4308"/>
                  </a:lnTo>
                  <a:lnTo>
                    <a:pt x="1901" y="1741"/>
                  </a:lnTo>
                  <a:lnTo>
                    <a:pt x="5977" y="1741"/>
                  </a:lnTo>
                  <a:cubicBezTo>
                    <a:pt x="6238" y="1741"/>
                    <a:pt x="6455" y="1668"/>
                    <a:pt x="6629" y="1509"/>
                  </a:cubicBezTo>
                  <a:cubicBezTo>
                    <a:pt x="6818" y="1334"/>
                    <a:pt x="6905" y="1146"/>
                    <a:pt x="6905" y="885"/>
                  </a:cubicBezTo>
                  <a:cubicBezTo>
                    <a:pt x="6905" y="638"/>
                    <a:pt x="6818" y="421"/>
                    <a:pt x="6629" y="247"/>
                  </a:cubicBezTo>
                  <a:cubicBezTo>
                    <a:pt x="6470" y="87"/>
                    <a:pt x="6238" y="0"/>
                    <a:pt x="59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65"/>
            <p:cNvSpPr/>
            <p:nvPr/>
          </p:nvSpPr>
          <p:spPr>
            <a:xfrm>
              <a:off x="1472850" y="3768950"/>
              <a:ext cx="211800" cy="270175"/>
            </a:xfrm>
            <a:custGeom>
              <a:rect b="b" l="l" r="r" t="t"/>
              <a:pathLst>
                <a:path extrusionOk="0" h="10807" w="8472">
                  <a:moveTo>
                    <a:pt x="5440" y="1"/>
                  </a:moveTo>
                  <a:cubicBezTo>
                    <a:pt x="4657" y="1"/>
                    <a:pt x="3932" y="131"/>
                    <a:pt x="3264" y="392"/>
                  </a:cubicBezTo>
                  <a:cubicBezTo>
                    <a:pt x="2612" y="668"/>
                    <a:pt x="2031" y="1045"/>
                    <a:pt x="1538" y="1524"/>
                  </a:cubicBezTo>
                  <a:cubicBezTo>
                    <a:pt x="1060" y="2002"/>
                    <a:pt x="668" y="2568"/>
                    <a:pt x="392" y="3221"/>
                  </a:cubicBezTo>
                  <a:cubicBezTo>
                    <a:pt x="131" y="3873"/>
                    <a:pt x="1" y="4584"/>
                    <a:pt x="1" y="5367"/>
                  </a:cubicBezTo>
                  <a:cubicBezTo>
                    <a:pt x="1" y="6252"/>
                    <a:pt x="146" y="7035"/>
                    <a:pt x="436" y="7717"/>
                  </a:cubicBezTo>
                  <a:cubicBezTo>
                    <a:pt x="726" y="8413"/>
                    <a:pt x="1118" y="8965"/>
                    <a:pt x="1625" y="9429"/>
                  </a:cubicBezTo>
                  <a:cubicBezTo>
                    <a:pt x="2148" y="9878"/>
                    <a:pt x="2713" y="10227"/>
                    <a:pt x="3380" y="10459"/>
                  </a:cubicBezTo>
                  <a:cubicBezTo>
                    <a:pt x="4019" y="10691"/>
                    <a:pt x="4715" y="10807"/>
                    <a:pt x="5440" y="10807"/>
                  </a:cubicBezTo>
                  <a:cubicBezTo>
                    <a:pt x="5745" y="10807"/>
                    <a:pt x="6020" y="10778"/>
                    <a:pt x="6310" y="10734"/>
                  </a:cubicBezTo>
                  <a:cubicBezTo>
                    <a:pt x="6586" y="10676"/>
                    <a:pt x="6876" y="10618"/>
                    <a:pt x="7152" y="10531"/>
                  </a:cubicBezTo>
                  <a:cubicBezTo>
                    <a:pt x="7442" y="10444"/>
                    <a:pt x="7703" y="10328"/>
                    <a:pt x="7964" y="10212"/>
                  </a:cubicBezTo>
                  <a:cubicBezTo>
                    <a:pt x="8196" y="10082"/>
                    <a:pt x="8356" y="9893"/>
                    <a:pt x="8414" y="9617"/>
                  </a:cubicBezTo>
                  <a:cubicBezTo>
                    <a:pt x="8472" y="9356"/>
                    <a:pt x="8399" y="9095"/>
                    <a:pt x="8196" y="8849"/>
                  </a:cubicBezTo>
                  <a:cubicBezTo>
                    <a:pt x="8051" y="8660"/>
                    <a:pt x="7877" y="8558"/>
                    <a:pt x="7674" y="8515"/>
                  </a:cubicBezTo>
                  <a:cubicBezTo>
                    <a:pt x="7623" y="8508"/>
                    <a:pt x="7572" y="8505"/>
                    <a:pt x="7522" y="8505"/>
                  </a:cubicBezTo>
                  <a:cubicBezTo>
                    <a:pt x="7360" y="8505"/>
                    <a:pt x="7202" y="8542"/>
                    <a:pt x="7036" y="8631"/>
                  </a:cubicBezTo>
                  <a:cubicBezTo>
                    <a:pt x="6789" y="8762"/>
                    <a:pt x="6528" y="8849"/>
                    <a:pt x="6252" y="8907"/>
                  </a:cubicBezTo>
                  <a:cubicBezTo>
                    <a:pt x="5991" y="8950"/>
                    <a:pt x="5716" y="8979"/>
                    <a:pt x="5440" y="8979"/>
                  </a:cubicBezTo>
                  <a:cubicBezTo>
                    <a:pt x="4947" y="8979"/>
                    <a:pt x="4483" y="8892"/>
                    <a:pt x="4062" y="8762"/>
                  </a:cubicBezTo>
                  <a:cubicBezTo>
                    <a:pt x="3642" y="8602"/>
                    <a:pt x="3264" y="8399"/>
                    <a:pt x="2960" y="8080"/>
                  </a:cubicBezTo>
                  <a:cubicBezTo>
                    <a:pt x="2655" y="7775"/>
                    <a:pt x="2409" y="7398"/>
                    <a:pt x="2235" y="6948"/>
                  </a:cubicBezTo>
                  <a:cubicBezTo>
                    <a:pt x="2046" y="6484"/>
                    <a:pt x="1959" y="5962"/>
                    <a:pt x="1959" y="5353"/>
                  </a:cubicBezTo>
                  <a:cubicBezTo>
                    <a:pt x="1959" y="4816"/>
                    <a:pt x="2031" y="4352"/>
                    <a:pt x="2191" y="3917"/>
                  </a:cubicBezTo>
                  <a:cubicBezTo>
                    <a:pt x="2365" y="3482"/>
                    <a:pt x="2583" y="3119"/>
                    <a:pt x="2887" y="2785"/>
                  </a:cubicBezTo>
                  <a:cubicBezTo>
                    <a:pt x="3177" y="2481"/>
                    <a:pt x="3540" y="2234"/>
                    <a:pt x="3975" y="2060"/>
                  </a:cubicBezTo>
                  <a:cubicBezTo>
                    <a:pt x="4396" y="1901"/>
                    <a:pt x="4874" y="1814"/>
                    <a:pt x="5426" y="1814"/>
                  </a:cubicBezTo>
                  <a:cubicBezTo>
                    <a:pt x="5716" y="1814"/>
                    <a:pt x="5991" y="1843"/>
                    <a:pt x="6252" y="1901"/>
                  </a:cubicBezTo>
                  <a:cubicBezTo>
                    <a:pt x="6528" y="1959"/>
                    <a:pt x="6789" y="2046"/>
                    <a:pt x="7021" y="2162"/>
                  </a:cubicBezTo>
                  <a:cubicBezTo>
                    <a:pt x="7194" y="2243"/>
                    <a:pt x="7368" y="2287"/>
                    <a:pt x="7533" y="2287"/>
                  </a:cubicBezTo>
                  <a:cubicBezTo>
                    <a:pt x="7576" y="2287"/>
                    <a:pt x="7618" y="2284"/>
                    <a:pt x="7659" y="2278"/>
                  </a:cubicBezTo>
                  <a:cubicBezTo>
                    <a:pt x="7848" y="2263"/>
                    <a:pt x="8037" y="2162"/>
                    <a:pt x="8167" y="1973"/>
                  </a:cubicBezTo>
                  <a:cubicBezTo>
                    <a:pt x="8341" y="1741"/>
                    <a:pt x="8428" y="1480"/>
                    <a:pt x="8385" y="1190"/>
                  </a:cubicBezTo>
                  <a:cubicBezTo>
                    <a:pt x="8341" y="929"/>
                    <a:pt x="8182" y="711"/>
                    <a:pt x="7921" y="581"/>
                  </a:cubicBezTo>
                  <a:cubicBezTo>
                    <a:pt x="7543" y="378"/>
                    <a:pt x="7152" y="233"/>
                    <a:pt x="6746" y="146"/>
                  </a:cubicBezTo>
                  <a:cubicBezTo>
                    <a:pt x="6310" y="44"/>
                    <a:pt x="5875" y="1"/>
                    <a:pt x="544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65"/>
            <p:cNvSpPr/>
            <p:nvPr/>
          </p:nvSpPr>
          <p:spPr>
            <a:xfrm>
              <a:off x="1708925" y="3766775"/>
              <a:ext cx="257125" cy="272000"/>
            </a:xfrm>
            <a:custGeom>
              <a:rect b="b" l="l" r="r" t="t"/>
              <a:pathLst>
                <a:path extrusionOk="0" h="10880" w="10285">
                  <a:moveTo>
                    <a:pt x="5121" y="1799"/>
                  </a:moveTo>
                  <a:cubicBezTo>
                    <a:pt x="5759" y="1799"/>
                    <a:pt x="6296" y="1973"/>
                    <a:pt x="6774" y="2292"/>
                  </a:cubicBezTo>
                  <a:cubicBezTo>
                    <a:pt x="7239" y="2626"/>
                    <a:pt x="7616" y="3061"/>
                    <a:pt x="7891" y="3598"/>
                  </a:cubicBezTo>
                  <a:cubicBezTo>
                    <a:pt x="8167" y="4149"/>
                    <a:pt x="8312" y="4758"/>
                    <a:pt x="8312" y="5440"/>
                  </a:cubicBezTo>
                  <a:cubicBezTo>
                    <a:pt x="8312" y="6122"/>
                    <a:pt x="8181" y="6716"/>
                    <a:pt x="7891" y="7282"/>
                  </a:cubicBezTo>
                  <a:cubicBezTo>
                    <a:pt x="7616" y="7833"/>
                    <a:pt x="7239" y="8268"/>
                    <a:pt x="6774" y="8587"/>
                  </a:cubicBezTo>
                  <a:cubicBezTo>
                    <a:pt x="6296" y="8921"/>
                    <a:pt x="5730" y="9081"/>
                    <a:pt x="5121" y="9081"/>
                  </a:cubicBezTo>
                  <a:cubicBezTo>
                    <a:pt x="4483" y="9081"/>
                    <a:pt x="3946" y="8921"/>
                    <a:pt x="3467" y="8587"/>
                  </a:cubicBezTo>
                  <a:cubicBezTo>
                    <a:pt x="2989" y="8268"/>
                    <a:pt x="2626" y="7833"/>
                    <a:pt x="2365" y="7282"/>
                  </a:cubicBezTo>
                  <a:cubicBezTo>
                    <a:pt x="2089" y="6745"/>
                    <a:pt x="1959" y="6122"/>
                    <a:pt x="1959" y="5454"/>
                  </a:cubicBezTo>
                  <a:cubicBezTo>
                    <a:pt x="1959" y="4758"/>
                    <a:pt x="2089" y="4149"/>
                    <a:pt x="2365" y="3598"/>
                  </a:cubicBezTo>
                  <a:cubicBezTo>
                    <a:pt x="2612" y="3061"/>
                    <a:pt x="2989" y="2626"/>
                    <a:pt x="3467" y="2292"/>
                  </a:cubicBezTo>
                  <a:cubicBezTo>
                    <a:pt x="3946" y="1973"/>
                    <a:pt x="4497" y="1799"/>
                    <a:pt x="5121" y="1799"/>
                  </a:cubicBezTo>
                  <a:close/>
                  <a:moveTo>
                    <a:pt x="5135" y="0"/>
                  </a:moveTo>
                  <a:cubicBezTo>
                    <a:pt x="4396" y="0"/>
                    <a:pt x="3699" y="117"/>
                    <a:pt x="3090" y="407"/>
                  </a:cubicBezTo>
                  <a:cubicBezTo>
                    <a:pt x="2452" y="697"/>
                    <a:pt x="1915" y="1088"/>
                    <a:pt x="1451" y="1596"/>
                  </a:cubicBezTo>
                  <a:cubicBezTo>
                    <a:pt x="987" y="2075"/>
                    <a:pt x="639" y="2655"/>
                    <a:pt x="392" y="3308"/>
                  </a:cubicBezTo>
                  <a:cubicBezTo>
                    <a:pt x="131" y="3960"/>
                    <a:pt x="1" y="4671"/>
                    <a:pt x="1" y="5440"/>
                  </a:cubicBezTo>
                  <a:cubicBezTo>
                    <a:pt x="1" y="6194"/>
                    <a:pt x="131" y="6905"/>
                    <a:pt x="392" y="7558"/>
                  </a:cubicBezTo>
                  <a:cubicBezTo>
                    <a:pt x="639" y="8210"/>
                    <a:pt x="1001" y="8776"/>
                    <a:pt x="1451" y="9284"/>
                  </a:cubicBezTo>
                  <a:cubicBezTo>
                    <a:pt x="1930" y="9791"/>
                    <a:pt x="2466" y="10169"/>
                    <a:pt x="3090" y="10459"/>
                  </a:cubicBezTo>
                  <a:cubicBezTo>
                    <a:pt x="3699" y="10734"/>
                    <a:pt x="4396" y="10879"/>
                    <a:pt x="5135" y="10879"/>
                  </a:cubicBezTo>
                  <a:cubicBezTo>
                    <a:pt x="5875" y="10879"/>
                    <a:pt x="6571" y="10749"/>
                    <a:pt x="7210" y="10459"/>
                  </a:cubicBezTo>
                  <a:cubicBezTo>
                    <a:pt x="7833" y="10169"/>
                    <a:pt x="8385" y="9791"/>
                    <a:pt x="8834" y="9284"/>
                  </a:cubicBezTo>
                  <a:cubicBezTo>
                    <a:pt x="9298" y="8791"/>
                    <a:pt x="9646" y="8210"/>
                    <a:pt x="9908" y="7558"/>
                  </a:cubicBezTo>
                  <a:cubicBezTo>
                    <a:pt x="10154" y="6905"/>
                    <a:pt x="10285" y="6194"/>
                    <a:pt x="10285" y="5440"/>
                  </a:cubicBezTo>
                  <a:cubicBezTo>
                    <a:pt x="10285" y="4686"/>
                    <a:pt x="10154" y="3989"/>
                    <a:pt x="9908" y="3308"/>
                  </a:cubicBezTo>
                  <a:cubicBezTo>
                    <a:pt x="9646" y="2655"/>
                    <a:pt x="9284" y="2089"/>
                    <a:pt x="8834" y="1596"/>
                  </a:cubicBezTo>
                  <a:cubicBezTo>
                    <a:pt x="8385" y="1088"/>
                    <a:pt x="7833" y="697"/>
                    <a:pt x="7210" y="407"/>
                  </a:cubicBezTo>
                  <a:cubicBezTo>
                    <a:pt x="6571" y="146"/>
                    <a:pt x="5875" y="0"/>
                    <a:pt x="51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65"/>
            <p:cNvSpPr/>
            <p:nvPr/>
          </p:nvSpPr>
          <p:spPr>
            <a:xfrm>
              <a:off x="586225" y="3659075"/>
              <a:ext cx="641875" cy="873225"/>
            </a:xfrm>
            <a:custGeom>
              <a:rect b="b" l="l" r="r" t="t"/>
              <a:pathLst>
                <a:path extrusionOk="0" h="34929" w="25675">
                  <a:moveTo>
                    <a:pt x="9009" y="0"/>
                  </a:moveTo>
                  <a:lnTo>
                    <a:pt x="9009" y="0"/>
                  </a:lnTo>
                  <a:cubicBezTo>
                    <a:pt x="1" y="13621"/>
                    <a:pt x="3047" y="17682"/>
                    <a:pt x="9502" y="22599"/>
                  </a:cubicBezTo>
                  <a:cubicBezTo>
                    <a:pt x="16000" y="27531"/>
                    <a:pt x="18799" y="29663"/>
                    <a:pt x="19583" y="34929"/>
                  </a:cubicBezTo>
                  <a:cubicBezTo>
                    <a:pt x="19583" y="34929"/>
                    <a:pt x="25675" y="26472"/>
                    <a:pt x="20090" y="17508"/>
                  </a:cubicBezTo>
                  <a:cubicBezTo>
                    <a:pt x="14506" y="8529"/>
                    <a:pt x="8675" y="10647"/>
                    <a:pt x="9009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65"/>
            <p:cNvSpPr/>
            <p:nvPr/>
          </p:nvSpPr>
          <p:spPr>
            <a:xfrm>
              <a:off x="712425" y="3658350"/>
              <a:ext cx="467100" cy="996875"/>
            </a:xfrm>
            <a:custGeom>
              <a:rect b="b" l="l" r="r" t="t"/>
              <a:pathLst>
                <a:path extrusionOk="0" h="39875" w="18684">
                  <a:moveTo>
                    <a:pt x="3888" y="0"/>
                  </a:moveTo>
                  <a:cubicBezTo>
                    <a:pt x="3844" y="87"/>
                    <a:pt x="1" y="8936"/>
                    <a:pt x="6426" y="15985"/>
                  </a:cubicBezTo>
                  <a:cubicBezTo>
                    <a:pt x="11286" y="21308"/>
                    <a:pt x="18437" y="31476"/>
                    <a:pt x="11721" y="39759"/>
                  </a:cubicBezTo>
                  <a:lnTo>
                    <a:pt x="11866" y="39875"/>
                  </a:lnTo>
                  <a:cubicBezTo>
                    <a:pt x="18683" y="31491"/>
                    <a:pt x="11474" y="21236"/>
                    <a:pt x="6571" y="15854"/>
                  </a:cubicBezTo>
                  <a:cubicBezTo>
                    <a:pt x="218" y="8907"/>
                    <a:pt x="4019" y="160"/>
                    <a:pt x="4062" y="73"/>
                  </a:cubicBezTo>
                  <a:lnTo>
                    <a:pt x="388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65"/>
            <p:cNvSpPr/>
            <p:nvPr/>
          </p:nvSpPr>
          <p:spPr>
            <a:xfrm>
              <a:off x="726200" y="4305275"/>
              <a:ext cx="804350" cy="430475"/>
            </a:xfrm>
            <a:custGeom>
              <a:rect b="b" l="l" r="r" t="t"/>
              <a:pathLst>
                <a:path extrusionOk="0" h="17219" w="32174">
                  <a:moveTo>
                    <a:pt x="1" y="0"/>
                  </a:moveTo>
                  <a:lnTo>
                    <a:pt x="1" y="0"/>
                  </a:lnTo>
                  <a:cubicBezTo>
                    <a:pt x="2677" y="13109"/>
                    <a:pt x="6524" y="15955"/>
                    <a:pt x="12278" y="15955"/>
                  </a:cubicBezTo>
                  <a:cubicBezTo>
                    <a:pt x="13540" y="15955"/>
                    <a:pt x="14894" y="15818"/>
                    <a:pt x="16348" y="15622"/>
                  </a:cubicBezTo>
                  <a:cubicBezTo>
                    <a:pt x="19808" y="15155"/>
                    <a:pt x="22426" y="14803"/>
                    <a:pt x="24627" y="14803"/>
                  </a:cubicBezTo>
                  <a:cubicBezTo>
                    <a:pt x="27548" y="14803"/>
                    <a:pt x="29733" y="15423"/>
                    <a:pt x="32173" y="17218"/>
                  </a:cubicBezTo>
                  <a:cubicBezTo>
                    <a:pt x="32173" y="17218"/>
                    <a:pt x="30505" y="6934"/>
                    <a:pt x="20206" y="4526"/>
                  </a:cubicBezTo>
                  <a:cubicBezTo>
                    <a:pt x="18077" y="4028"/>
                    <a:pt x="16275" y="3874"/>
                    <a:pt x="14693" y="3874"/>
                  </a:cubicBezTo>
                  <a:cubicBezTo>
                    <a:pt x="12113" y="3874"/>
                    <a:pt x="10116" y="4284"/>
                    <a:pt x="8228" y="4284"/>
                  </a:cubicBezTo>
                  <a:cubicBezTo>
                    <a:pt x="5674" y="4284"/>
                    <a:pt x="3322" y="3533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65"/>
            <p:cNvSpPr/>
            <p:nvPr/>
          </p:nvSpPr>
          <p:spPr>
            <a:xfrm>
              <a:off x="724400" y="4304175"/>
              <a:ext cx="846025" cy="566100"/>
            </a:xfrm>
            <a:custGeom>
              <a:rect b="b" l="l" r="r" t="t"/>
              <a:pathLst>
                <a:path extrusionOk="0" h="22644" w="33841">
                  <a:moveTo>
                    <a:pt x="174" y="1"/>
                  </a:moveTo>
                  <a:lnTo>
                    <a:pt x="0" y="74"/>
                  </a:lnTo>
                  <a:cubicBezTo>
                    <a:pt x="44" y="161"/>
                    <a:pt x="3583" y="9139"/>
                    <a:pt x="13113" y="9574"/>
                  </a:cubicBezTo>
                  <a:cubicBezTo>
                    <a:pt x="20336" y="9908"/>
                    <a:pt x="32564" y="12040"/>
                    <a:pt x="33681" y="22643"/>
                  </a:cubicBezTo>
                  <a:lnTo>
                    <a:pt x="33841" y="22629"/>
                  </a:lnTo>
                  <a:cubicBezTo>
                    <a:pt x="32709" y="11881"/>
                    <a:pt x="20365" y="9719"/>
                    <a:pt x="13113" y="9400"/>
                  </a:cubicBezTo>
                  <a:cubicBezTo>
                    <a:pt x="3699" y="8965"/>
                    <a:pt x="203" y="88"/>
                    <a:pt x="174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65"/>
            <p:cNvSpPr/>
            <p:nvPr/>
          </p:nvSpPr>
          <p:spPr>
            <a:xfrm>
              <a:off x="1248025" y="4447600"/>
              <a:ext cx="873225" cy="476600"/>
            </a:xfrm>
            <a:custGeom>
              <a:rect b="b" l="l" r="r" t="t"/>
              <a:pathLst>
                <a:path extrusionOk="0" h="19064" w="34929">
                  <a:moveTo>
                    <a:pt x="25558" y="1"/>
                  </a:moveTo>
                  <a:cubicBezTo>
                    <a:pt x="23086" y="1"/>
                    <a:pt x="20316" y="603"/>
                    <a:pt x="17494" y="2358"/>
                  </a:cubicBezTo>
                  <a:cubicBezTo>
                    <a:pt x="8772" y="7783"/>
                    <a:pt x="10535" y="13440"/>
                    <a:pt x="883" y="13440"/>
                  </a:cubicBezTo>
                  <a:cubicBezTo>
                    <a:pt x="599" y="13440"/>
                    <a:pt x="305" y="13435"/>
                    <a:pt x="1" y="13425"/>
                  </a:cubicBezTo>
                  <a:lnTo>
                    <a:pt x="1" y="13425"/>
                  </a:lnTo>
                  <a:cubicBezTo>
                    <a:pt x="6059" y="17438"/>
                    <a:pt x="10226" y="19063"/>
                    <a:pt x="13418" y="19063"/>
                  </a:cubicBezTo>
                  <a:cubicBezTo>
                    <a:pt x="17403" y="19063"/>
                    <a:pt x="19869" y="16530"/>
                    <a:pt x="22600" y="12947"/>
                  </a:cubicBezTo>
                  <a:cubicBezTo>
                    <a:pt x="27531" y="6448"/>
                    <a:pt x="29664" y="3634"/>
                    <a:pt x="34929" y="2865"/>
                  </a:cubicBezTo>
                  <a:cubicBezTo>
                    <a:pt x="34929" y="2865"/>
                    <a:pt x="30953" y="1"/>
                    <a:pt x="25558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65"/>
            <p:cNvSpPr/>
            <p:nvPr/>
          </p:nvSpPr>
          <p:spPr>
            <a:xfrm>
              <a:off x="1247300" y="4515875"/>
              <a:ext cx="996525" cy="298925"/>
            </a:xfrm>
            <a:custGeom>
              <a:rect b="b" l="l" r="r" t="t"/>
              <a:pathLst>
                <a:path extrusionOk="0" h="11957" w="39861">
                  <a:moveTo>
                    <a:pt x="32192" y="1"/>
                  </a:moveTo>
                  <a:cubicBezTo>
                    <a:pt x="25899" y="1"/>
                    <a:pt x="19650" y="4626"/>
                    <a:pt x="15855" y="8083"/>
                  </a:cubicBezTo>
                  <a:cubicBezTo>
                    <a:pt x="12689" y="10979"/>
                    <a:pt x="9157" y="11772"/>
                    <a:pt x="6239" y="11772"/>
                  </a:cubicBezTo>
                  <a:cubicBezTo>
                    <a:pt x="2739" y="11772"/>
                    <a:pt x="121" y="10631"/>
                    <a:pt x="73" y="10607"/>
                  </a:cubicBezTo>
                  <a:lnTo>
                    <a:pt x="1" y="10767"/>
                  </a:lnTo>
                  <a:cubicBezTo>
                    <a:pt x="30" y="10796"/>
                    <a:pt x="2699" y="11956"/>
                    <a:pt x="6252" y="11956"/>
                  </a:cubicBezTo>
                  <a:cubicBezTo>
                    <a:pt x="9197" y="11956"/>
                    <a:pt x="12780" y="11129"/>
                    <a:pt x="15985" y="8228"/>
                  </a:cubicBezTo>
                  <a:cubicBezTo>
                    <a:pt x="19745" y="4787"/>
                    <a:pt x="25950" y="196"/>
                    <a:pt x="32193" y="196"/>
                  </a:cubicBezTo>
                  <a:cubicBezTo>
                    <a:pt x="34765" y="196"/>
                    <a:pt x="37343" y="975"/>
                    <a:pt x="39759" y="2934"/>
                  </a:cubicBezTo>
                  <a:lnTo>
                    <a:pt x="39861" y="2789"/>
                  </a:lnTo>
                  <a:cubicBezTo>
                    <a:pt x="37410" y="793"/>
                    <a:pt x="34798" y="1"/>
                    <a:pt x="32192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65"/>
            <p:cNvSpPr/>
            <p:nvPr/>
          </p:nvSpPr>
          <p:spPr>
            <a:xfrm>
              <a:off x="1893875" y="4064500"/>
              <a:ext cx="430825" cy="803950"/>
            </a:xfrm>
            <a:custGeom>
              <a:rect b="b" l="l" r="r" t="t"/>
              <a:pathLst>
                <a:path extrusionOk="0" h="32158" w="17233">
                  <a:moveTo>
                    <a:pt x="17232" y="0"/>
                  </a:moveTo>
                  <a:cubicBezTo>
                    <a:pt x="17232" y="0"/>
                    <a:pt x="6948" y="1668"/>
                    <a:pt x="4540" y="11967"/>
                  </a:cubicBezTo>
                  <a:cubicBezTo>
                    <a:pt x="2132" y="22265"/>
                    <a:pt x="7760" y="24891"/>
                    <a:pt x="0" y="32158"/>
                  </a:cubicBezTo>
                  <a:cubicBezTo>
                    <a:pt x="15999" y="28894"/>
                    <a:pt x="16725" y="23890"/>
                    <a:pt x="15637" y="15825"/>
                  </a:cubicBezTo>
                  <a:cubicBezTo>
                    <a:pt x="14549" y="7760"/>
                    <a:pt x="14070" y="4265"/>
                    <a:pt x="17232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65"/>
            <p:cNvSpPr/>
            <p:nvPr/>
          </p:nvSpPr>
          <p:spPr>
            <a:xfrm>
              <a:off x="1893150" y="4024600"/>
              <a:ext cx="566075" cy="845675"/>
            </a:xfrm>
            <a:custGeom>
              <a:rect b="b" l="l" r="r" t="t"/>
              <a:pathLst>
                <a:path extrusionOk="0" h="33827" w="22643">
                  <a:moveTo>
                    <a:pt x="22628" y="1"/>
                  </a:moveTo>
                  <a:cubicBezTo>
                    <a:pt x="11880" y="1117"/>
                    <a:pt x="9719" y="13476"/>
                    <a:pt x="9385" y="20728"/>
                  </a:cubicBezTo>
                  <a:cubicBezTo>
                    <a:pt x="8950" y="30128"/>
                    <a:pt x="87" y="33638"/>
                    <a:pt x="0" y="33667"/>
                  </a:cubicBezTo>
                  <a:lnTo>
                    <a:pt x="73" y="33826"/>
                  </a:lnTo>
                  <a:cubicBezTo>
                    <a:pt x="160" y="33797"/>
                    <a:pt x="9138" y="30258"/>
                    <a:pt x="9574" y="20743"/>
                  </a:cubicBezTo>
                  <a:cubicBezTo>
                    <a:pt x="9893" y="13519"/>
                    <a:pt x="12039" y="1292"/>
                    <a:pt x="22643" y="175"/>
                  </a:cubicBezTo>
                  <a:lnTo>
                    <a:pt x="2262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65"/>
            <p:cNvSpPr/>
            <p:nvPr/>
          </p:nvSpPr>
          <p:spPr>
            <a:xfrm>
              <a:off x="1994325" y="3522000"/>
              <a:ext cx="641875" cy="872875"/>
            </a:xfrm>
            <a:custGeom>
              <a:rect b="b" l="l" r="r" t="t"/>
              <a:pathLst>
                <a:path extrusionOk="0" h="34915" w="25675">
                  <a:moveTo>
                    <a:pt x="6092" y="1"/>
                  </a:moveTo>
                  <a:cubicBezTo>
                    <a:pt x="6092" y="1"/>
                    <a:pt x="0" y="8442"/>
                    <a:pt x="5585" y="17421"/>
                  </a:cubicBezTo>
                  <a:cubicBezTo>
                    <a:pt x="11169" y="26400"/>
                    <a:pt x="17000" y="24268"/>
                    <a:pt x="16652" y="34914"/>
                  </a:cubicBezTo>
                  <a:cubicBezTo>
                    <a:pt x="25674" y="21294"/>
                    <a:pt x="22628" y="17233"/>
                    <a:pt x="16173" y="12330"/>
                  </a:cubicBezTo>
                  <a:cubicBezTo>
                    <a:pt x="9675" y="7398"/>
                    <a:pt x="6861" y="5251"/>
                    <a:pt x="6092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65"/>
            <p:cNvSpPr/>
            <p:nvPr/>
          </p:nvSpPr>
          <p:spPr>
            <a:xfrm>
              <a:off x="2042550" y="3399075"/>
              <a:ext cx="467075" cy="996875"/>
            </a:xfrm>
            <a:custGeom>
              <a:rect b="b" l="l" r="r" t="t"/>
              <a:pathLst>
                <a:path extrusionOk="0" h="39875" w="18683">
                  <a:moveTo>
                    <a:pt x="6818" y="0"/>
                  </a:moveTo>
                  <a:lnTo>
                    <a:pt x="6818" y="0"/>
                  </a:lnTo>
                  <a:cubicBezTo>
                    <a:pt x="0" y="8370"/>
                    <a:pt x="7224" y="18639"/>
                    <a:pt x="12112" y="24006"/>
                  </a:cubicBezTo>
                  <a:cubicBezTo>
                    <a:pt x="18480" y="30969"/>
                    <a:pt x="14679" y="39701"/>
                    <a:pt x="14636" y="39802"/>
                  </a:cubicBezTo>
                  <a:lnTo>
                    <a:pt x="14795" y="39875"/>
                  </a:lnTo>
                  <a:cubicBezTo>
                    <a:pt x="14839" y="39773"/>
                    <a:pt x="18683" y="30925"/>
                    <a:pt x="12257" y="23876"/>
                  </a:cubicBezTo>
                  <a:cubicBezTo>
                    <a:pt x="7398" y="18567"/>
                    <a:pt x="261" y="8399"/>
                    <a:pt x="6963" y="102"/>
                  </a:cubicBezTo>
                  <a:lnTo>
                    <a:pt x="681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65"/>
            <p:cNvSpPr/>
            <p:nvPr/>
          </p:nvSpPr>
          <p:spPr>
            <a:xfrm>
              <a:off x="1691875" y="3317850"/>
              <a:ext cx="803975" cy="430825"/>
            </a:xfrm>
            <a:custGeom>
              <a:rect b="b" l="l" r="r" t="t"/>
              <a:pathLst>
                <a:path extrusionOk="0" h="17233" w="32159">
                  <a:moveTo>
                    <a:pt x="1" y="0"/>
                  </a:moveTo>
                  <a:cubicBezTo>
                    <a:pt x="1" y="0"/>
                    <a:pt x="1669" y="10284"/>
                    <a:pt x="11968" y="12692"/>
                  </a:cubicBezTo>
                  <a:cubicBezTo>
                    <a:pt x="14098" y="13190"/>
                    <a:pt x="15900" y="13344"/>
                    <a:pt x="17483" y="13344"/>
                  </a:cubicBezTo>
                  <a:cubicBezTo>
                    <a:pt x="20057" y="13344"/>
                    <a:pt x="22051" y="12936"/>
                    <a:pt x="23933" y="12936"/>
                  </a:cubicBezTo>
                  <a:cubicBezTo>
                    <a:pt x="26489" y="12936"/>
                    <a:pt x="28840" y="13688"/>
                    <a:pt x="32159" y="17232"/>
                  </a:cubicBezTo>
                  <a:cubicBezTo>
                    <a:pt x="29482" y="4111"/>
                    <a:pt x="25635" y="1263"/>
                    <a:pt x="19889" y="1263"/>
                  </a:cubicBezTo>
                  <a:cubicBezTo>
                    <a:pt x="18628" y="1263"/>
                    <a:pt x="17277" y="1400"/>
                    <a:pt x="15826" y="1596"/>
                  </a:cubicBezTo>
                  <a:cubicBezTo>
                    <a:pt x="12347" y="2071"/>
                    <a:pt x="9718" y="2431"/>
                    <a:pt x="7511" y="2431"/>
                  </a:cubicBezTo>
                  <a:cubicBezTo>
                    <a:pt x="4602" y="2431"/>
                    <a:pt x="2426" y="1806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65"/>
            <p:cNvSpPr/>
            <p:nvPr/>
          </p:nvSpPr>
          <p:spPr>
            <a:xfrm>
              <a:off x="1652000" y="3183675"/>
              <a:ext cx="846400" cy="566075"/>
            </a:xfrm>
            <a:custGeom>
              <a:rect b="b" l="l" r="r" t="t"/>
              <a:pathLst>
                <a:path extrusionOk="0" h="22643" w="33856">
                  <a:moveTo>
                    <a:pt x="174" y="0"/>
                  </a:moveTo>
                  <a:lnTo>
                    <a:pt x="0" y="15"/>
                  </a:lnTo>
                  <a:cubicBezTo>
                    <a:pt x="1117" y="10778"/>
                    <a:pt x="13476" y="12924"/>
                    <a:pt x="20728" y="13258"/>
                  </a:cubicBezTo>
                  <a:cubicBezTo>
                    <a:pt x="30127" y="13693"/>
                    <a:pt x="33638" y="22556"/>
                    <a:pt x="33667" y="22643"/>
                  </a:cubicBezTo>
                  <a:lnTo>
                    <a:pt x="33855" y="22570"/>
                  </a:lnTo>
                  <a:cubicBezTo>
                    <a:pt x="33812" y="22483"/>
                    <a:pt x="30272" y="13505"/>
                    <a:pt x="20743" y="13069"/>
                  </a:cubicBezTo>
                  <a:cubicBezTo>
                    <a:pt x="13519" y="12750"/>
                    <a:pt x="1291" y="10604"/>
                    <a:pt x="17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65"/>
            <p:cNvSpPr/>
            <p:nvPr/>
          </p:nvSpPr>
          <p:spPr>
            <a:xfrm>
              <a:off x="1101175" y="3130050"/>
              <a:ext cx="873225" cy="476650"/>
            </a:xfrm>
            <a:custGeom>
              <a:rect b="b" l="l" r="r" t="t"/>
              <a:pathLst>
                <a:path extrusionOk="0" h="19066" w="34929">
                  <a:moveTo>
                    <a:pt x="21517" y="0"/>
                  </a:moveTo>
                  <a:cubicBezTo>
                    <a:pt x="17528" y="0"/>
                    <a:pt x="15061" y="2534"/>
                    <a:pt x="12329" y="6120"/>
                  </a:cubicBezTo>
                  <a:cubicBezTo>
                    <a:pt x="7398" y="12589"/>
                    <a:pt x="5265" y="15403"/>
                    <a:pt x="0" y="16201"/>
                  </a:cubicBezTo>
                  <a:cubicBezTo>
                    <a:pt x="0" y="16201"/>
                    <a:pt x="3976" y="19065"/>
                    <a:pt x="9366" y="19065"/>
                  </a:cubicBezTo>
                  <a:cubicBezTo>
                    <a:pt x="11836" y="19065"/>
                    <a:pt x="14603" y="18464"/>
                    <a:pt x="17421" y="16708"/>
                  </a:cubicBezTo>
                  <a:cubicBezTo>
                    <a:pt x="26143" y="11283"/>
                    <a:pt x="24393" y="5612"/>
                    <a:pt x="34048" y="5612"/>
                  </a:cubicBezTo>
                  <a:cubicBezTo>
                    <a:pt x="34331" y="5612"/>
                    <a:pt x="34625" y="5617"/>
                    <a:pt x="34928" y="5627"/>
                  </a:cubicBezTo>
                  <a:cubicBezTo>
                    <a:pt x="28874" y="1623"/>
                    <a:pt x="24709" y="0"/>
                    <a:pt x="21517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65"/>
            <p:cNvSpPr/>
            <p:nvPr/>
          </p:nvSpPr>
          <p:spPr>
            <a:xfrm>
              <a:off x="978225" y="3239750"/>
              <a:ext cx="996900" cy="298600"/>
            </a:xfrm>
            <a:custGeom>
              <a:rect b="b" l="l" r="r" t="t"/>
              <a:pathLst>
                <a:path extrusionOk="0" h="11944" w="39876">
                  <a:moveTo>
                    <a:pt x="33619" y="1"/>
                  </a:moveTo>
                  <a:cubicBezTo>
                    <a:pt x="30664" y="1"/>
                    <a:pt x="27092" y="801"/>
                    <a:pt x="23891" y="3719"/>
                  </a:cubicBezTo>
                  <a:cubicBezTo>
                    <a:pt x="20121" y="7160"/>
                    <a:pt x="13921" y="11758"/>
                    <a:pt x="7682" y="11758"/>
                  </a:cubicBezTo>
                  <a:cubicBezTo>
                    <a:pt x="5111" y="11758"/>
                    <a:pt x="2534" y="10977"/>
                    <a:pt x="117" y="9013"/>
                  </a:cubicBezTo>
                  <a:lnTo>
                    <a:pt x="1" y="9158"/>
                  </a:lnTo>
                  <a:cubicBezTo>
                    <a:pt x="2452" y="11145"/>
                    <a:pt x="5063" y="11943"/>
                    <a:pt x="7674" y="11943"/>
                  </a:cubicBezTo>
                  <a:cubicBezTo>
                    <a:pt x="13969" y="11943"/>
                    <a:pt x="20206" y="7316"/>
                    <a:pt x="24007" y="3864"/>
                  </a:cubicBezTo>
                  <a:cubicBezTo>
                    <a:pt x="27169" y="979"/>
                    <a:pt x="30698" y="188"/>
                    <a:pt x="33618" y="188"/>
                  </a:cubicBezTo>
                  <a:cubicBezTo>
                    <a:pt x="37127" y="188"/>
                    <a:pt x="39755" y="1331"/>
                    <a:pt x="39803" y="1355"/>
                  </a:cubicBezTo>
                  <a:lnTo>
                    <a:pt x="39875" y="1181"/>
                  </a:lnTo>
                  <a:cubicBezTo>
                    <a:pt x="39828" y="1157"/>
                    <a:pt x="37170" y="1"/>
                    <a:pt x="33619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65"/>
            <p:cNvSpPr/>
            <p:nvPr/>
          </p:nvSpPr>
          <p:spPr>
            <a:xfrm>
              <a:off x="910425" y="3185475"/>
              <a:ext cx="417775" cy="779325"/>
            </a:xfrm>
            <a:custGeom>
              <a:rect b="b" l="l" r="r" t="t"/>
              <a:pathLst>
                <a:path extrusionOk="0" h="31173" w="16711">
                  <a:moveTo>
                    <a:pt x="16710" y="1"/>
                  </a:moveTo>
                  <a:lnTo>
                    <a:pt x="16710" y="1"/>
                  </a:lnTo>
                  <a:cubicBezTo>
                    <a:pt x="726" y="3264"/>
                    <a:pt x="0" y="8269"/>
                    <a:pt x="1088" y="16334"/>
                  </a:cubicBezTo>
                  <a:cubicBezTo>
                    <a:pt x="1901" y="22397"/>
                    <a:pt x="1959" y="26400"/>
                    <a:pt x="755" y="29504"/>
                  </a:cubicBezTo>
                  <a:lnTo>
                    <a:pt x="2742" y="31172"/>
                  </a:lnTo>
                  <a:cubicBezTo>
                    <a:pt x="5962" y="29794"/>
                    <a:pt x="10734" y="26444"/>
                    <a:pt x="12185" y="20206"/>
                  </a:cubicBezTo>
                  <a:cubicBezTo>
                    <a:pt x="14578" y="9908"/>
                    <a:pt x="8936" y="7268"/>
                    <a:pt x="1671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65"/>
            <p:cNvSpPr/>
            <p:nvPr/>
          </p:nvSpPr>
          <p:spPr>
            <a:xfrm>
              <a:off x="947050" y="3183300"/>
              <a:ext cx="382225" cy="757550"/>
            </a:xfrm>
            <a:custGeom>
              <a:rect b="b" l="l" r="r" t="t"/>
              <a:pathLst>
                <a:path extrusionOk="0" h="30302" w="15289">
                  <a:moveTo>
                    <a:pt x="15216" y="1"/>
                  </a:moveTo>
                  <a:cubicBezTo>
                    <a:pt x="15129" y="30"/>
                    <a:pt x="6151" y="3569"/>
                    <a:pt x="5715" y="13099"/>
                  </a:cubicBezTo>
                  <a:cubicBezTo>
                    <a:pt x="5454" y="18495"/>
                    <a:pt x="4279" y="25820"/>
                    <a:pt x="0" y="30171"/>
                  </a:cubicBezTo>
                  <a:lnTo>
                    <a:pt x="131" y="30302"/>
                  </a:lnTo>
                  <a:cubicBezTo>
                    <a:pt x="4439" y="25907"/>
                    <a:pt x="5643" y="18553"/>
                    <a:pt x="5889" y="13099"/>
                  </a:cubicBezTo>
                  <a:cubicBezTo>
                    <a:pt x="6325" y="3700"/>
                    <a:pt x="15202" y="204"/>
                    <a:pt x="15289" y="160"/>
                  </a:cubicBezTo>
                  <a:lnTo>
                    <a:pt x="15216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6" name="Google Shape;1026;p65"/>
          <p:cNvGrpSpPr/>
          <p:nvPr/>
        </p:nvGrpSpPr>
        <p:grpSpPr>
          <a:xfrm rot="960736">
            <a:off x="6766191" y="2425476"/>
            <a:ext cx="1578301" cy="2279366"/>
            <a:chOff x="2924450" y="2900575"/>
            <a:chExt cx="1559325" cy="2252175"/>
          </a:xfrm>
        </p:grpSpPr>
        <p:sp>
          <p:nvSpPr>
            <p:cNvPr id="1027" name="Google Shape;1027;p65"/>
            <p:cNvSpPr/>
            <p:nvPr/>
          </p:nvSpPr>
          <p:spPr>
            <a:xfrm>
              <a:off x="2924450" y="2900575"/>
              <a:ext cx="1559325" cy="2252175"/>
            </a:xfrm>
            <a:custGeom>
              <a:rect b="b" l="l" r="r" t="t"/>
              <a:pathLst>
                <a:path extrusionOk="0" h="90087" w="62373">
                  <a:moveTo>
                    <a:pt x="27337" y="1"/>
                  </a:moveTo>
                  <a:cubicBezTo>
                    <a:pt x="21549" y="1"/>
                    <a:pt x="16762" y="4557"/>
                    <a:pt x="16507" y="10367"/>
                  </a:cubicBezTo>
                  <a:lnTo>
                    <a:pt x="15913" y="24466"/>
                  </a:lnTo>
                  <a:lnTo>
                    <a:pt x="13273" y="24089"/>
                  </a:lnTo>
                  <a:cubicBezTo>
                    <a:pt x="13013" y="24053"/>
                    <a:pt x="12755" y="24035"/>
                    <a:pt x="12501" y="24035"/>
                  </a:cubicBezTo>
                  <a:cubicBezTo>
                    <a:pt x="10610" y="24035"/>
                    <a:pt x="8901" y="25006"/>
                    <a:pt x="7891" y="26540"/>
                  </a:cubicBezTo>
                  <a:cubicBezTo>
                    <a:pt x="7500" y="26932"/>
                    <a:pt x="7224" y="27468"/>
                    <a:pt x="7152" y="28078"/>
                  </a:cubicBezTo>
                  <a:lnTo>
                    <a:pt x="7050" y="28788"/>
                  </a:lnTo>
                  <a:lnTo>
                    <a:pt x="465" y="75625"/>
                  </a:lnTo>
                  <a:lnTo>
                    <a:pt x="189" y="77612"/>
                  </a:lnTo>
                  <a:cubicBezTo>
                    <a:pt x="1" y="79063"/>
                    <a:pt x="363" y="80514"/>
                    <a:pt x="1248" y="81688"/>
                  </a:cubicBezTo>
                  <a:cubicBezTo>
                    <a:pt x="2133" y="82878"/>
                    <a:pt x="3424" y="83632"/>
                    <a:pt x="4874" y="83835"/>
                  </a:cubicBezTo>
                  <a:lnTo>
                    <a:pt x="49115" y="90029"/>
                  </a:lnTo>
                  <a:cubicBezTo>
                    <a:pt x="49361" y="90072"/>
                    <a:pt x="49622" y="90087"/>
                    <a:pt x="49869" y="90087"/>
                  </a:cubicBezTo>
                  <a:cubicBezTo>
                    <a:pt x="52582" y="90087"/>
                    <a:pt x="54931" y="88100"/>
                    <a:pt x="55337" y="85329"/>
                  </a:cubicBezTo>
                  <a:lnTo>
                    <a:pt x="62271" y="35823"/>
                  </a:lnTo>
                  <a:cubicBezTo>
                    <a:pt x="62372" y="35243"/>
                    <a:pt x="62242" y="34634"/>
                    <a:pt x="61966" y="34141"/>
                  </a:cubicBezTo>
                  <a:cubicBezTo>
                    <a:pt x="61372" y="32183"/>
                    <a:pt x="59660" y="30631"/>
                    <a:pt x="57484" y="30326"/>
                  </a:cubicBezTo>
                  <a:lnTo>
                    <a:pt x="53234" y="29731"/>
                  </a:lnTo>
                  <a:lnTo>
                    <a:pt x="55004" y="18417"/>
                  </a:lnTo>
                  <a:cubicBezTo>
                    <a:pt x="55816" y="13210"/>
                    <a:pt x="53321" y="8220"/>
                    <a:pt x="49057" y="5653"/>
                  </a:cubicBezTo>
                  <a:cubicBezTo>
                    <a:pt x="47229" y="2737"/>
                    <a:pt x="44038" y="721"/>
                    <a:pt x="40339" y="562"/>
                  </a:cubicBezTo>
                  <a:lnTo>
                    <a:pt x="27792" y="10"/>
                  </a:lnTo>
                  <a:cubicBezTo>
                    <a:pt x="27640" y="4"/>
                    <a:pt x="27488" y="1"/>
                    <a:pt x="27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65"/>
            <p:cNvSpPr/>
            <p:nvPr/>
          </p:nvSpPr>
          <p:spPr>
            <a:xfrm>
              <a:off x="3370850" y="2970625"/>
              <a:ext cx="756825" cy="1060525"/>
            </a:xfrm>
            <a:custGeom>
              <a:rect b="b" l="l" r="r" t="t"/>
              <a:pathLst>
                <a:path extrusionOk="0" h="42421" w="30273">
                  <a:moveTo>
                    <a:pt x="9474" y="0"/>
                  </a:moveTo>
                  <a:cubicBezTo>
                    <a:pt x="5187" y="0"/>
                    <a:pt x="1606" y="3388"/>
                    <a:pt x="1436" y="7710"/>
                  </a:cubicBezTo>
                  <a:lnTo>
                    <a:pt x="0" y="41217"/>
                  </a:lnTo>
                  <a:lnTo>
                    <a:pt x="3554" y="41362"/>
                  </a:lnTo>
                  <a:lnTo>
                    <a:pt x="4990" y="7855"/>
                  </a:lnTo>
                  <a:cubicBezTo>
                    <a:pt x="5089" y="5446"/>
                    <a:pt x="7076" y="3557"/>
                    <a:pt x="9463" y="3557"/>
                  </a:cubicBezTo>
                  <a:cubicBezTo>
                    <a:pt x="9533" y="3557"/>
                    <a:pt x="9604" y="3558"/>
                    <a:pt x="9675" y="3562"/>
                  </a:cubicBezTo>
                  <a:lnTo>
                    <a:pt x="22222" y="4084"/>
                  </a:lnTo>
                  <a:cubicBezTo>
                    <a:pt x="24717" y="4185"/>
                    <a:pt x="26632" y="6289"/>
                    <a:pt x="26530" y="8769"/>
                  </a:cubicBezTo>
                  <a:lnTo>
                    <a:pt x="25094" y="42276"/>
                  </a:lnTo>
                  <a:lnTo>
                    <a:pt x="28648" y="42421"/>
                  </a:lnTo>
                  <a:lnTo>
                    <a:pt x="30084" y="8914"/>
                  </a:lnTo>
                  <a:cubicBezTo>
                    <a:pt x="30272" y="4475"/>
                    <a:pt x="26820" y="704"/>
                    <a:pt x="22367" y="530"/>
                  </a:cubicBezTo>
                  <a:lnTo>
                    <a:pt x="9820" y="8"/>
                  </a:lnTo>
                  <a:cubicBezTo>
                    <a:pt x="9704" y="3"/>
                    <a:pt x="9589" y="0"/>
                    <a:pt x="9474" y="0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65"/>
            <p:cNvSpPr/>
            <p:nvPr/>
          </p:nvSpPr>
          <p:spPr>
            <a:xfrm>
              <a:off x="2996975" y="3566325"/>
              <a:ext cx="1421525" cy="1472475"/>
            </a:xfrm>
            <a:custGeom>
              <a:rect b="b" l="l" r="r" t="t"/>
              <a:pathLst>
                <a:path extrusionOk="0" h="58899" w="56861">
                  <a:moveTo>
                    <a:pt x="8229" y="1"/>
                  </a:moveTo>
                  <a:cubicBezTo>
                    <a:pt x="7680" y="1"/>
                    <a:pt x="7188" y="413"/>
                    <a:pt x="7108" y="984"/>
                  </a:cubicBezTo>
                  <a:lnTo>
                    <a:pt x="88" y="50953"/>
                  </a:lnTo>
                  <a:cubicBezTo>
                    <a:pt x="1" y="51563"/>
                    <a:pt x="436" y="52143"/>
                    <a:pt x="1045" y="52230"/>
                  </a:cubicBezTo>
                  <a:lnTo>
                    <a:pt x="48462" y="58888"/>
                  </a:lnTo>
                  <a:cubicBezTo>
                    <a:pt x="48517" y="58895"/>
                    <a:pt x="48571" y="58899"/>
                    <a:pt x="48624" y="58899"/>
                  </a:cubicBezTo>
                  <a:cubicBezTo>
                    <a:pt x="49192" y="58899"/>
                    <a:pt x="49660" y="58487"/>
                    <a:pt x="49753" y="57930"/>
                  </a:cubicBezTo>
                  <a:lnTo>
                    <a:pt x="56759" y="7960"/>
                  </a:lnTo>
                  <a:cubicBezTo>
                    <a:pt x="56861" y="7337"/>
                    <a:pt x="56425" y="6757"/>
                    <a:pt x="55802" y="6669"/>
                  </a:cubicBezTo>
                  <a:lnTo>
                    <a:pt x="8385" y="12"/>
                  </a:lnTo>
                  <a:cubicBezTo>
                    <a:pt x="8332" y="4"/>
                    <a:pt x="8280" y="1"/>
                    <a:pt x="8229" y="1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65"/>
            <p:cNvSpPr/>
            <p:nvPr/>
          </p:nvSpPr>
          <p:spPr>
            <a:xfrm>
              <a:off x="2990100" y="3612650"/>
              <a:ext cx="1422950" cy="1476500"/>
            </a:xfrm>
            <a:custGeom>
              <a:rect b="b" l="l" r="r" t="t"/>
              <a:pathLst>
                <a:path extrusionOk="0" h="59060" w="56918">
                  <a:moveTo>
                    <a:pt x="7253" y="1"/>
                  </a:moveTo>
                  <a:lnTo>
                    <a:pt x="87" y="51102"/>
                  </a:lnTo>
                  <a:cubicBezTo>
                    <a:pt x="0" y="51726"/>
                    <a:pt x="435" y="52306"/>
                    <a:pt x="1044" y="52393"/>
                  </a:cubicBezTo>
                  <a:lnTo>
                    <a:pt x="48461" y="59051"/>
                  </a:lnTo>
                  <a:cubicBezTo>
                    <a:pt x="48508" y="59056"/>
                    <a:pt x="48555" y="59059"/>
                    <a:pt x="48601" y="59059"/>
                  </a:cubicBezTo>
                  <a:cubicBezTo>
                    <a:pt x="49170" y="59059"/>
                    <a:pt x="49671" y="58657"/>
                    <a:pt x="49738" y="58094"/>
                  </a:cubicBezTo>
                  <a:lnTo>
                    <a:pt x="56918" y="6978"/>
                  </a:lnTo>
                  <a:lnTo>
                    <a:pt x="7253" y="1"/>
                  </a:ln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65"/>
            <p:cNvSpPr/>
            <p:nvPr/>
          </p:nvSpPr>
          <p:spPr>
            <a:xfrm>
              <a:off x="3866200" y="4220050"/>
              <a:ext cx="365550" cy="371000"/>
            </a:xfrm>
            <a:custGeom>
              <a:rect b="b" l="l" r="r" t="t"/>
              <a:pathLst>
                <a:path extrusionOk="0" h="14840" w="14622">
                  <a:moveTo>
                    <a:pt x="11285" y="1"/>
                  </a:moveTo>
                  <a:lnTo>
                    <a:pt x="11285" y="1"/>
                  </a:lnTo>
                  <a:cubicBezTo>
                    <a:pt x="5092" y="886"/>
                    <a:pt x="5077" y="4164"/>
                    <a:pt x="5077" y="4164"/>
                  </a:cubicBezTo>
                  <a:cubicBezTo>
                    <a:pt x="5077" y="4164"/>
                    <a:pt x="4685" y="915"/>
                    <a:pt x="0" y="1"/>
                  </a:cubicBezTo>
                  <a:lnTo>
                    <a:pt x="0" y="1"/>
                  </a:lnTo>
                  <a:cubicBezTo>
                    <a:pt x="2843" y="6194"/>
                    <a:pt x="0" y="10053"/>
                    <a:pt x="0" y="10053"/>
                  </a:cubicBezTo>
                  <a:cubicBezTo>
                    <a:pt x="0" y="10053"/>
                    <a:pt x="4149" y="14085"/>
                    <a:pt x="13751" y="14839"/>
                  </a:cubicBezTo>
                  <a:cubicBezTo>
                    <a:pt x="13004" y="12219"/>
                    <a:pt x="9152" y="11897"/>
                    <a:pt x="8931" y="11881"/>
                  </a:cubicBezTo>
                  <a:lnTo>
                    <a:pt x="8931" y="11881"/>
                  </a:lnTo>
                  <a:cubicBezTo>
                    <a:pt x="8946" y="11882"/>
                    <a:pt x="8979" y="11884"/>
                    <a:pt x="9028" y="11884"/>
                  </a:cubicBezTo>
                  <a:cubicBezTo>
                    <a:pt x="9553" y="11884"/>
                    <a:pt x="11935" y="11703"/>
                    <a:pt x="14621" y="8646"/>
                  </a:cubicBezTo>
                  <a:cubicBezTo>
                    <a:pt x="12539" y="6917"/>
                    <a:pt x="10918" y="6543"/>
                    <a:pt x="9906" y="6543"/>
                  </a:cubicBezTo>
                  <a:cubicBezTo>
                    <a:pt x="9136" y="6543"/>
                    <a:pt x="8718" y="6760"/>
                    <a:pt x="8718" y="6760"/>
                  </a:cubicBezTo>
                  <a:cubicBezTo>
                    <a:pt x="8718" y="6760"/>
                    <a:pt x="11575" y="4976"/>
                    <a:pt x="11285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65"/>
            <p:cNvSpPr/>
            <p:nvPr/>
          </p:nvSpPr>
          <p:spPr>
            <a:xfrm>
              <a:off x="3402400" y="3030450"/>
              <a:ext cx="850375" cy="1096950"/>
            </a:xfrm>
            <a:custGeom>
              <a:rect b="b" l="l" r="r" t="t"/>
              <a:pathLst>
                <a:path extrusionOk="0" h="43878" w="34015">
                  <a:moveTo>
                    <a:pt x="14534" y="1"/>
                  </a:moveTo>
                  <a:cubicBezTo>
                    <a:pt x="9780" y="1"/>
                    <a:pt x="5603" y="3474"/>
                    <a:pt x="4830" y="8320"/>
                  </a:cubicBezTo>
                  <a:lnTo>
                    <a:pt x="145" y="37939"/>
                  </a:lnTo>
                  <a:cubicBezTo>
                    <a:pt x="0" y="38911"/>
                    <a:pt x="653" y="39825"/>
                    <a:pt x="1639" y="39970"/>
                  </a:cubicBezTo>
                  <a:cubicBezTo>
                    <a:pt x="1730" y="39983"/>
                    <a:pt x="1821" y="39990"/>
                    <a:pt x="1910" y="39990"/>
                  </a:cubicBezTo>
                  <a:cubicBezTo>
                    <a:pt x="2775" y="39990"/>
                    <a:pt x="3539" y="39370"/>
                    <a:pt x="3670" y="38476"/>
                  </a:cubicBezTo>
                  <a:lnTo>
                    <a:pt x="8341" y="8871"/>
                  </a:lnTo>
                  <a:cubicBezTo>
                    <a:pt x="8838" y="5783"/>
                    <a:pt x="11495" y="3569"/>
                    <a:pt x="14523" y="3569"/>
                  </a:cubicBezTo>
                  <a:cubicBezTo>
                    <a:pt x="14852" y="3569"/>
                    <a:pt x="15185" y="3595"/>
                    <a:pt x="15521" y="3649"/>
                  </a:cubicBezTo>
                  <a:lnTo>
                    <a:pt x="24412" y="5041"/>
                  </a:lnTo>
                  <a:cubicBezTo>
                    <a:pt x="27836" y="5593"/>
                    <a:pt x="30171" y="8798"/>
                    <a:pt x="29634" y="12221"/>
                  </a:cubicBezTo>
                  <a:lnTo>
                    <a:pt x="24949" y="41826"/>
                  </a:lnTo>
                  <a:cubicBezTo>
                    <a:pt x="24804" y="42813"/>
                    <a:pt x="25457" y="43712"/>
                    <a:pt x="26443" y="43857"/>
                  </a:cubicBezTo>
                  <a:cubicBezTo>
                    <a:pt x="26534" y="43871"/>
                    <a:pt x="26624" y="43877"/>
                    <a:pt x="26714" y="43877"/>
                  </a:cubicBezTo>
                  <a:cubicBezTo>
                    <a:pt x="27579" y="43877"/>
                    <a:pt x="28342" y="43258"/>
                    <a:pt x="28474" y="42377"/>
                  </a:cubicBezTo>
                  <a:lnTo>
                    <a:pt x="33173" y="12787"/>
                  </a:lnTo>
                  <a:cubicBezTo>
                    <a:pt x="34015" y="7420"/>
                    <a:pt x="30359" y="2373"/>
                    <a:pt x="24978" y="1531"/>
                  </a:cubicBezTo>
                  <a:lnTo>
                    <a:pt x="16086" y="124"/>
                  </a:lnTo>
                  <a:cubicBezTo>
                    <a:pt x="15565" y="41"/>
                    <a:pt x="15046" y="1"/>
                    <a:pt x="14534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65"/>
            <p:cNvSpPr/>
            <p:nvPr/>
          </p:nvSpPr>
          <p:spPr>
            <a:xfrm>
              <a:off x="3382100" y="4374175"/>
              <a:ext cx="679775" cy="524750"/>
            </a:xfrm>
            <a:custGeom>
              <a:rect b="b" l="l" r="r" t="t"/>
              <a:pathLst>
                <a:path extrusionOk="0" h="20990" w="27191">
                  <a:moveTo>
                    <a:pt x="17716" y="1"/>
                  </a:moveTo>
                  <a:cubicBezTo>
                    <a:pt x="14647" y="1"/>
                    <a:pt x="11548" y="1502"/>
                    <a:pt x="9805" y="4874"/>
                  </a:cubicBezTo>
                  <a:cubicBezTo>
                    <a:pt x="8036" y="8326"/>
                    <a:pt x="7920" y="12199"/>
                    <a:pt x="5062" y="13084"/>
                  </a:cubicBezTo>
                  <a:cubicBezTo>
                    <a:pt x="0" y="14665"/>
                    <a:pt x="1175" y="20989"/>
                    <a:pt x="1175" y="20989"/>
                  </a:cubicBezTo>
                  <a:cubicBezTo>
                    <a:pt x="2396" y="17038"/>
                    <a:pt x="4514" y="15979"/>
                    <a:pt x="7106" y="15979"/>
                  </a:cubicBezTo>
                  <a:cubicBezTo>
                    <a:pt x="10096" y="15979"/>
                    <a:pt x="13716" y="17387"/>
                    <a:pt x="17319" y="17387"/>
                  </a:cubicBezTo>
                  <a:cubicBezTo>
                    <a:pt x="18722" y="17387"/>
                    <a:pt x="20123" y="17173"/>
                    <a:pt x="21482" y="16580"/>
                  </a:cubicBezTo>
                  <a:cubicBezTo>
                    <a:pt x="24644" y="15231"/>
                    <a:pt x="26327" y="12446"/>
                    <a:pt x="26617" y="9501"/>
                  </a:cubicBezTo>
                  <a:cubicBezTo>
                    <a:pt x="27191" y="3631"/>
                    <a:pt x="22488" y="1"/>
                    <a:pt x="177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65"/>
            <p:cNvSpPr/>
            <p:nvPr/>
          </p:nvSpPr>
          <p:spPr>
            <a:xfrm>
              <a:off x="3282375" y="3758600"/>
              <a:ext cx="159575" cy="220025"/>
            </a:xfrm>
            <a:custGeom>
              <a:rect b="b" l="l" r="r" t="t"/>
              <a:pathLst>
                <a:path extrusionOk="0" h="8801" w="6383">
                  <a:moveTo>
                    <a:pt x="1674" y="1"/>
                  </a:moveTo>
                  <a:cubicBezTo>
                    <a:pt x="1514" y="1"/>
                    <a:pt x="1371" y="48"/>
                    <a:pt x="1277" y="95"/>
                  </a:cubicBezTo>
                  <a:cubicBezTo>
                    <a:pt x="1132" y="226"/>
                    <a:pt x="1030" y="385"/>
                    <a:pt x="1001" y="589"/>
                  </a:cubicBezTo>
                  <a:lnTo>
                    <a:pt x="44" y="7406"/>
                  </a:lnTo>
                  <a:cubicBezTo>
                    <a:pt x="0" y="7609"/>
                    <a:pt x="44" y="7798"/>
                    <a:pt x="160" y="7957"/>
                  </a:cubicBezTo>
                  <a:cubicBezTo>
                    <a:pt x="290" y="8102"/>
                    <a:pt x="450" y="8189"/>
                    <a:pt x="653" y="8218"/>
                  </a:cubicBezTo>
                  <a:lnTo>
                    <a:pt x="4613" y="8784"/>
                  </a:lnTo>
                  <a:cubicBezTo>
                    <a:pt x="4670" y="8795"/>
                    <a:pt x="4723" y="8801"/>
                    <a:pt x="4772" y="8801"/>
                  </a:cubicBezTo>
                  <a:cubicBezTo>
                    <a:pt x="4914" y="8801"/>
                    <a:pt x="5032" y="8757"/>
                    <a:pt x="5149" y="8682"/>
                  </a:cubicBezTo>
                  <a:cubicBezTo>
                    <a:pt x="5294" y="8566"/>
                    <a:pt x="5382" y="8421"/>
                    <a:pt x="5425" y="8218"/>
                  </a:cubicBezTo>
                  <a:cubicBezTo>
                    <a:pt x="5440" y="8044"/>
                    <a:pt x="5411" y="7885"/>
                    <a:pt x="5280" y="7725"/>
                  </a:cubicBezTo>
                  <a:cubicBezTo>
                    <a:pt x="5149" y="7580"/>
                    <a:pt x="4990" y="7478"/>
                    <a:pt x="4787" y="7449"/>
                  </a:cubicBezTo>
                  <a:lnTo>
                    <a:pt x="1595" y="7012"/>
                  </a:lnTo>
                  <a:lnTo>
                    <a:pt x="1595" y="7012"/>
                  </a:lnTo>
                  <a:lnTo>
                    <a:pt x="1887" y="4847"/>
                  </a:lnTo>
                  <a:lnTo>
                    <a:pt x="1887" y="4847"/>
                  </a:lnTo>
                  <a:lnTo>
                    <a:pt x="4555" y="5216"/>
                  </a:lnTo>
                  <a:cubicBezTo>
                    <a:pt x="4612" y="5227"/>
                    <a:pt x="4664" y="5232"/>
                    <a:pt x="4714" y="5232"/>
                  </a:cubicBezTo>
                  <a:cubicBezTo>
                    <a:pt x="4856" y="5232"/>
                    <a:pt x="4974" y="5189"/>
                    <a:pt x="5091" y="5114"/>
                  </a:cubicBezTo>
                  <a:cubicBezTo>
                    <a:pt x="5236" y="4998"/>
                    <a:pt x="5338" y="4853"/>
                    <a:pt x="5367" y="4650"/>
                  </a:cubicBezTo>
                  <a:cubicBezTo>
                    <a:pt x="5382" y="4461"/>
                    <a:pt x="5352" y="4273"/>
                    <a:pt x="5222" y="4128"/>
                  </a:cubicBezTo>
                  <a:cubicBezTo>
                    <a:pt x="5091" y="3968"/>
                    <a:pt x="4932" y="3896"/>
                    <a:pt x="4729" y="3852"/>
                  </a:cubicBezTo>
                  <a:lnTo>
                    <a:pt x="2060" y="3487"/>
                  </a:lnTo>
                  <a:lnTo>
                    <a:pt x="2060" y="3487"/>
                  </a:lnTo>
                  <a:lnTo>
                    <a:pt x="2352" y="1474"/>
                  </a:lnTo>
                  <a:lnTo>
                    <a:pt x="2352" y="1474"/>
                  </a:lnTo>
                  <a:lnTo>
                    <a:pt x="5556" y="1938"/>
                  </a:lnTo>
                  <a:cubicBezTo>
                    <a:pt x="5607" y="1944"/>
                    <a:pt x="5655" y="1948"/>
                    <a:pt x="5701" y="1948"/>
                  </a:cubicBezTo>
                  <a:cubicBezTo>
                    <a:pt x="5848" y="1948"/>
                    <a:pt x="5970" y="1910"/>
                    <a:pt x="6092" y="1821"/>
                  </a:cubicBezTo>
                  <a:cubicBezTo>
                    <a:pt x="6237" y="1720"/>
                    <a:pt x="6324" y="1575"/>
                    <a:pt x="6368" y="1372"/>
                  </a:cubicBezTo>
                  <a:cubicBezTo>
                    <a:pt x="6382" y="1169"/>
                    <a:pt x="6353" y="995"/>
                    <a:pt x="6223" y="850"/>
                  </a:cubicBezTo>
                  <a:cubicBezTo>
                    <a:pt x="6092" y="690"/>
                    <a:pt x="5933" y="618"/>
                    <a:pt x="5730" y="574"/>
                  </a:cubicBezTo>
                  <a:lnTo>
                    <a:pt x="1784" y="8"/>
                  </a:lnTo>
                  <a:cubicBezTo>
                    <a:pt x="1747" y="3"/>
                    <a:pt x="1710" y="1"/>
                    <a:pt x="1674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65"/>
            <p:cNvSpPr/>
            <p:nvPr/>
          </p:nvSpPr>
          <p:spPr>
            <a:xfrm>
              <a:off x="3450975" y="3790750"/>
              <a:ext cx="177000" cy="212475"/>
            </a:xfrm>
            <a:custGeom>
              <a:rect b="b" l="l" r="r" t="t"/>
              <a:pathLst>
                <a:path extrusionOk="0" h="8499" w="7080">
                  <a:moveTo>
                    <a:pt x="4228" y="1"/>
                  </a:moveTo>
                  <a:cubicBezTo>
                    <a:pt x="3861" y="1"/>
                    <a:pt x="3511" y="48"/>
                    <a:pt x="3178" y="129"/>
                  </a:cubicBezTo>
                  <a:cubicBezTo>
                    <a:pt x="2626" y="274"/>
                    <a:pt x="2133" y="492"/>
                    <a:pt x="1698" y="811"/>
                  </a:cubicBezTo>
                  <a:cubicBezTo>
                    <a:pt x="1263" y="1116"/>
                    <a:pt x="900" y="1522"/>
                    <a:pt x="639" y="2015"/>
                  </a:cubicBezTo>
                  <a:cubicBezTo>
                    <a:pt x="364" y="2494"/>
                    <a:pt x="175" y="3045"/>
                    <a:pt x="88" y="3640"/>
                  </a:cubicBezTo>
                  <a:cubicBezTo>
                    <a:pt x="1" y="4336"/>
                    <a:pt x="30" y="4960"/>
                    <a:pt x="175" y="5525"/>
                  </a:cubicBezTo>
                  <a:cubicBezTo>
                    <a:pt x="320" y="6091"/>
                    <a:pt x="581" y="6555"/>
                    <a:pt x="929" y="6976"/>
                  </a:cubicBezTo>
                  <a:cubicBezTo>
                    <a:pt x="1292" y="7396"/>
                    <a:pt x="1684" y="7716"/>
                    <a:pt x="2177" y="7977"/>
                  </a:cubicBezTo>
                  <a:cubicBezTo>
                    <a:pt x="2670" y="8209"/>
                    <a:pt x="3192" y="8397"/>
                    <a:pt x="3758" y="8470"/>
                  </a:cubicBezTo>
                  <a:cubicBezTo>
                    <a:pt x="3975" y="8484"/>
                    <a:pt x="4207" y="8499"/>
                    <a:pt x="4425" y="8499"/>
                  </a:cubicBezTo>
                  <a:cubicBezTo>
                    <a:pt x="4643" y="8499"/>
                    <a:pt x="4875" y="8484"/>
                    <a:pt x="5092" y="8441"/>
                  </a:cubicBezTo>
                  <a:cubicBezTo>
                    <a:pt x="5339" y="8412"/>
                    <a:pt x="5556" y="8354"/>
                    <a:pt x="5774" y="8281"/>
                  </a:cubicBezTo>
                  <a:cubicBezTo>
                    <a:pt x="5963" y="8223"/>
                    <a:pt x="6108" y="8078"/>
                    <a:pt x="6180" y="7890"/>
                  </a:cubicBezTo>
                  <a:cubicBezTo>
                    <a:pt x="6253" y="7686"/>
                    <a:pt x="6224" y="7469"/>
                    <a:pt x="6093" y="7251"/>
                  </a:cubicBezTo>
                  <a:cubicBezTo>
                    <a:pt x="6006" y="7092"/>
                    <a:pt x="5876" y="6990"/>
                    <a:pt x="5716" y="6947"/>
                  </a:cubicBezTo>
                  <a:cubicBezTo>
                    <a:pt x="5642" y="6927"/>
                    <a:pt x="5565" y="6916"/>
                    <a:pt x="5486" y="6916"/>
                  </a:cubicBezTo>
                  <a:cubicBezTo>
                    <a:pt x="5395" y="6916"/>
                    <a:pt x="5302" y="6930"/>
                    <a:pt x="5208" y="6961"/>
                  </a:cubicBezTo>
                  <a:cubicBezTo>
                    <a:pt x="5005" y="7034"/>
                    <a:pt x="4788" y="7063"/>
                    <a:pt x="4570" y="7092"/>
                  </a:cubicBezTo>
                  <a:cubicBezTo>
                    <a:pt x="4353" y="7092"/>
                    <a:pt x="4135" y="7092"/>
                    <a:pt x="3917" y="7048"/>
                  </a:cubicBezTo>
                  <a:cubicBezTo>
                    <a:pt x="3540" y="6990"/>
                    <a:pt x="3178" y="6889"/>
                    <a:pt x="2873" y="6729"/>
                  </a:cubicBezTo>
                  <a:cubicBezTo>
                    <a:pt x="2554" y="6555"/>
                    <a:pt x="2307" y="6338"/>
                    <a:pt x="2090" y="6076"/>
                  </a:cubicBezTo>
                  <a:cubicBezTo>
                    <a:pt x="1872" y="5801"/>
                    <a:pt x="1727" y="5496"/>
                    <a:pt x="1640" y="5105"/>
                  </a:cubicBezTo>
                  <a:cubicBezTo>
                    <a:pt x="1539" y="4727"/>
                    <a:pt x="1524" y="4292"/>
                    <a:pt x="1597" y="3828"/>
                  </a:cubicBezTo>
                  <a:cubicBezTo>
                    <a:pt x="1655" y="3422"/>
                    <a:pt x="1785" y="3059"/>
                    <a:pt x="1945" y="2740"/>
                  </a:cubicBezTo>
                  <a:cubicBezTo>
                    <a:pt x="2104" y="2421"/>
                    <a:pt x="2322" y="2160"/>
                    <a:pt x="2597" y="1942"/>
                  </a:cubicBezTo>
                  <a:cubicBezTo>
                    <a:pt x="2873" y="1725"/>
                    <a:pt x="3192" y="1580"/>
                    <a:pt x="3540" y="1478"/>
                  </a:cubicBezTo>
                  <a:cubicBezTo>
                    <a:pt x="3732" y="1430"/>
                    <a:pt x="3937" y="1409"/>
                    <a:pt x="4152" y="1409"/>
                  </a:cubicBezTo>
                  <a:cubicBezTo>
                    <a:pt x="4328" y="1409"/>
                    <a:pt x="4512" y="1423"/>
                    <a:pt x="4701" y="1449"/>
                  </a:cubicBezTo>
                  <a:cubicBezTo>
                    <a:pt x="4933" y="1478"/>
                    <a:pt x="5150" y="1536"/>
                    <a:pt x="5353" y="1609"/>
                  </a:cubicBezTo>
                  <a:cubicBezTo>
                    <a:pt x="5556" y="1696"/>
                    <a:pt x="5730" y="1797"/>
                    <a:pt x="5919" y="1899"/>
                  </a:cubicBezTo>
                  <a:cubicBezTo>
                    <a:pt x="6064" y="2015"/>
                    <a:pt x="6224" y="2059"/>
                    <a:pt x="6383" y="2059"/>
                  </a:cubicBezTo>
                  <a:cubicBezTo>
                    <a:pt x="6543" y="2059"/>
                    <a:pt x="6688" y="2015"/>
                    <a:pt x="6818" y="1884"/>
                  </a:cubicBezTo>
                  <a:cubicBezTo>
                    <a:pt x="7007" y="1725"/>
                    <a:pt x="7079" y="1522"/>
                    <a:pt x="7079" y="1304"/>
                  </a:cubicBezTo>
                  <a:cubicBezTo>
                    <a:pt x="7079" y="1087"/>
                    <a:pt x="6963" y="898"/>
                    <a:pt x="6789" y="782"/>
                  </a:cubicBezTo>
                  <a:cubicBezTo>
                    <a:pt x="6514" y="594"/>
                    <a:pt x="6209" y="434"/>
                    <a:pt x="5905" y="303"/>
                  </a:cubicBezTo>
                  <a:cubicBezTo>
                    <a:pt x="5585" y="173"/>
                    <a:pt x="5252" y="100"/>
                    <a:pt x="4918" y="57"/>
                  </a:cubicBezTo>
                  <a:cubicBezTo>
                    <a:pt x="4682" y="18"/>
                    <a:pt x="4452" y="1"/>
                    <a:pt x="422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65"/>
            <p:cNvSpPr/>
            <p:nvPr/>
          </p:nvSpPr>
          <p:spPr>
            <a:xfrm>
              <a:off x="3635200" y="3811875"/>
              <a:ext cx="162475" cy="213875"/>
            </a:xfrm>
            <a:custGeom>
              <a:rect b="b" l="l" r="r" t="t"/>
              <a:pathLst>
                <a:path extrusionOk="0" h="8555" w="6499">
                  <a:moveTo>
                    <a:pt x="3441" y="1419"/>
                  </a:moveTo>
                  <a:cubicBezTo>
                    <a:pt x="3502" y="1419"/>
                    <a:pt x="3564" y="1423"/>
                    <a:pt x="3627" y="1431"/>
                  </a:cubicBezTo>
                  <a:cubicBezTo>
                    <a:pt x="3946" y="1489"/>
                    <a:pt x="4222" y="1634"/>
                    <a:pt x="4439" y="1866"/>
                  </a:cubicBezTo>
                  <a:cubicBezTo>
                    <a:pt x="4657" y="2113"/>
                    <a:pt x="4802" y="2446"/>
                    <a:pt x="4874" y="2882"/>
                  </a:cubicBezTo>
                  <a:cubicBezTo>
                    <a:pt x="4947" y="3317"/>
                    <a:pt x="4947" y="3868"/>
                    <a:pt x="4860" y="4506"/>
                  </a:cubicBezTo>
                  <a:cubicBezTo>
                    <a:pt x="4758" y="5115"/>
                    <a:pt x="4642" y="5638"/>
                    <a:pt x="4439" y="6044"/>
                  </a:cubicBezTo>
                  <a:cubicBezTo>
                    <a:pt x="4251" y="6435"/>
                    <a:pt x="4018" y="6725"/>
                    <a:pt x="3743" y="6914"/>
                  </a:cubicBezTo>
                  <a:cubicBezTo>
                    <a:pt x="3531" y="7055"/>
                    <a:pt x="3282" y="7129"/>
                    <a:pt x="3025" y="7129"/>
                  </a:cubicBezTo>
                  <a:cubicBezTo>
                    <a:pt x="2965" y="7129"/>
                    <a:pt x="2904" y="7125"/>
                    <a:pt x="2844" y="7117"/>
                  </a:cubicBezTo>
                  <a:cubicBezTo>
                    <a:pt x="2510" y="7059"/>
                    <a:pt x="2249" y="6914"/>
                    <a:pt x="2046" y="6653"/>
                  </a:cubicBezTo>
                  <a:cubicBezTo>
                    <a:pt x="1828" y="6421"/>
                    <a:pt x="1683" y="6073"/>
                    <a:pt x="1611" y="5638"/>
                  </a:cubicBezTo>
                  <a:cubicBezTo>
                    <a:pt x="1538" y="5202"/>
                    <a:pt x="1538" y="4680"/>
                    <a:pt x="1625" y="4042"/>
                  </a:cubicBezTo>
                  <a:cubicBezTo>
                    <a:pt x="1712" y="3389"/>
                    <a:pt x="1843" y="2882"/>
                    <a:pt x="2046" y="2490"/>
                  </a:cubicBezTo>
                  <a:cubicBezTo>
                    <a:pt x="2220" y="2084"/>
                    <a:pt x="2466" y="1823"/>
                    <a:pt x="2728" y="1634"/>
                  </a:cubicBezTo>
                  <a:cubicBezTo>
                    <a:pt x="2951" y="1493"/>
                    <a:pt x="3184" y="1419"/>
                    <a:pt x="3441" y="1419"/>
                  </a:cubicBezTo>
                  <a:close/>
                  <a:moveTo>
                    <a:pt x="3339" y="0"/>
                  </a:moveTo>
                  <a:cubicBezTo>
                    <a:pt x="2859" y="0"/>
                    <a:pt x="2436" y="112"/>
                    <a:pt x="2046" y="329"/>
                  </a:cubicBezTo>
                  <a:cubicBezTo>
                    <a:pt x="1538" y="619"/>
                    <a:pt x="1103" y="1068"/>
                    <a:pt x="769" y="1678"/>
                  </a:cubicBezTo>
                  <a:cubicBezTo>
                    <a:pt x="450" y="2272"/>
                    <a:pt x="233" y="2998"/>
                    <a:pt x="102" y="3824"/>
                  </a:cubicBezTo>
                  <a:cubicBezTo>
                    <a:pt x="1" y="4666"/>
                    <a:pt x="15" y="5420"/>
                    <a:pt x="160" y="6102"/>
                  </a:cubicBezTo>
                  <a:cubicBezTo>
                    <a:pt x="305" y="6769"/>
                    <a:pt x="595" y="7335"/>
                    <a:pt x="1016" y="7741"/>
                  </a:cubicBezTo>
                  <a:cubicBezTo>
                    <a:pt x="1422" y="8161"/>
                    <a:pt x="1973" y="8437"/>
                    <a:pt x="2640" y="8524"/>
                  </a:cubicBezTo>
                  <a:cubicBezTo>
                    <a:pt x="2794" y="8544"/>
                    <a:pt x="2945" y="8554"/>
                    <a:pt x="3093" y="8554"/>
                  </a:cubicBezTo>
                  <a:cubicBezTo>
                    <a:pt x="3584" y="8554"/>
                    <a:pt x="4037" y="8443"/>
                    <a:pt x="4439" y="8219"/>
                  </a:cubicBezTo>
                  <a:cubicBezTo>
                    <a:pt x="4947" y="7929"/>
                    <a:pt x="5382" y="7480"/>
                    <a:pt x="5701" y="6871"/>
                  </a:cubicBezTo>
                  <a:cubicBezTo>
                    <a:pt x="6035" y="6276"/>
                    <a:pt x="6267" y="5551"/>
                    <a:pt x="6383" y="4724"/>
                  </a:cubicBezTo>
                  <a:cubicBezTo>
                    <a:pt x="6499" y="3882"/>
                    <a:pt x="6484" y="3128"/>
                    <a:pt x="6325" y="2446"/>
                  </a:cubicBezTo>
                  <a:cubicBezTo>
                    <a:pt x="6180" y="1794"/>
                    <a:pt x="5890" y="1243"/>
                    <a:pt x="5469" y="822"/>
                  </a:cubicBezTo>
                  <a:cubicBezTo>
                    <a:pt x="5048" y="401"/>
                    <a:pt x="4512" y="126"/>
                    <a:pt x="3844" y="39"/>
                  </a:cubicBezTo>
                  <a:cubicBezTo>
                    <a:pt x="3669" y="13"/>
                    <a:pt x="3501" y="0"/>
                    <a:pt x="3339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65"/>
            <p:cNvSpPr/>
            <p:nvPr/>
          </p:nvSpPr>
          <p:spPr>
            <a:xfrm>
              <a:off x="3230150" y="4026050"/>
              <a:ext cx="164300" cy="209150"/>
            </a:xfrm>
            <a:custGeom>
              <a:rect b="b" l="l" r="r" t="t"/>
              <a:pathLst>
                <a:path extrusionOk="0" h="8366" w="6572">
                  <a:moveTo>
                    <a:pt x="2338" y="1543"/>
                  </a:moveTo>
                  <a:lnTo>
                    <a:pt x="4207" y="1814"/>
                  </a:lnTo>
                  <a:cubicBezTo>
                    <a:pt x="4482" y="1843"/>
                    <a:pt x="4686" y="1930"/>
                    <a:pt x="4787" y="2118"/>
                  </a:cubicBezTo>
                  <a:cubicBezTo>
                    <a:pt x="4932" y="2292"/>
                    <a:pt x="4990" y="2539"/>
                    <a:pt x="4932" y="2858"/>
                  </a:cubicBezTo>
                  <a:cubicBezTo>
                    <a:pt x="4903" y="3134"/>
                    <a:pt x="4787" y="3308"/>
                    <a:pt x="4584" y="3438"/>
                  </a:cubicBezTo>
                  <a:cubicBezTo>
                    <a:pt x="4433" y="3531"/>
                    <a:pt x="4273" y="3578"/>
                    <a:pt x="4104" y="3578"/>
                  </a:cubicBezTo>
                  <a:cubicBezTo>
                    <a:pt x="4061" y="3578"/>
                    <a:pt x="4018" y="3575"/>
                    <a:pt x="3975" y="3569"/>
                  </a:cubicBezTo>
                  <a:lnTo>
                    <a:pt x="2090" y="3300"/>
                  </a:lnTo>
                  <a:lnTo>
                    <a:pt x="2090" y="3300"/>
                  </a:lnTo>
                  <a:lnTo>
                    <a:pt x="2338" y="1543"/>
                  </a:lnTo>
                  <a:close/>
                  <a:moveTo>
                    <a:pt x="1917" y="4628"/>
                  </a:moveTo>
                  <a:lnTo>
                    <a:pt x="3873" y="4903"/>
                  </a:lnTo>
                  <a:cubicBezTo>
                    <a:pt x="4033" y="4932"/>
                    <a:pt x="4192" y="4961"/>
                    <a:pt x="4381" y="5048"/>
                  </a:cubicBezTo>
                  <a:cubicBezTo>
                    <a:pt x="4569" y="5106"/>
                    <a:pt x="4715" y="5237"/>
                    <a:pt x="4831" y="5396"/>
                  </a:cubicBezTo>
                  <a:cubicBezTo>
                    <a:pt x="4961" y="5556"/>
                    <a:pt x="4990" y="5817"/>
                    <a:pt x="4932" y="6165"/>
                  </a:cubicBezTo>
                  <a:cubicBezTo>
                    <a:pt x="4889" y="6528"/>
                    <a:pt x="4758" y="6774"/>
                    <a:pt x="4526" y="6934"/>
                  </a:cubicBezTo>
                  <a:cubicBezTo>
                    <a:pt x="4338" y="7067"/>
                    <a:pt x="4124" y="7124"/>
                    <a:pt x="3885" y="7124"/>
                  </a:cubicBezTo>
                  <a:cubicBezTo>
                    <a:pt x="3811" y="7124"/>
                    <a:pt x="3734" y="7118"/>
                    <a:pt x="3656" y="7108"/>
                  </a:cubicBezTo>
                  <a:lnTo>
                    <a:pt x="1612" y="6804"/>
                  </a:lnTo>
                  <a:lnTo>
                    <a:pt x="1612" y="6804"/>
                  </a:lnTo>
                  <a:lnTo>
                    <a:pt x="1917" y="4628"/>
                  </a:lnTo>
                  <a:close/>
                  <a:moveTo>
                    <a:pt x="1606" y="0"/>
                  </a:moveTo>
                  <a:cubicBezTo>
                    <a:pt x="1460" y="0"/>
                    <a:pt x="1331" y="53"/>
                    <a:pt x="1219" y="131"/>
                  </a:cubicBezTo>
                  <a:cubicBezTo>
                    <a:pt x="1059" y="262"/>
                    <a:pt x="987" y="407"/>
                    <a:pt x="943" y="610"/>
                  </a:cubicBezTo>
                  <a:lnTo>
                    <a:pt x="44" y="7137"/>
                  </a:lnTo>
                  <a:cubicBezTo>
                    <a:pt x="0" y="7340"/>
                    <a:pt x="58" y="7514"/>
                    <a:pt x="160" y="7659"/>
                  </a:cubicBezTo>
                  <a:cubicBezTo>
                    <a:pt x="290" y="7819"/>
                    <a:pt x="436" y="7891"/>
                    <a:pt x="639" y="7935"/>
                  </a:cubicBezTo>
                  <a:lnTo>
                    <a:pt x="3453" y="8341"/>
                  </a:lnTo>
                  <a:cubicBezTo>
                    <a:pt x="3623" y="8358"/>
                    <a:pt x="3792" y="8365"/>
                    <a:pt x="3965" y="8365"/>
                  </a:cubicBezTo>
                  <a:cubicBezTo>
                    <a:pt x="4088" y="8365"/>
                    <a:pt x="4211" y="8362"/>
                    <a:pt x="4337" y="8356"/>
                  </a:cubicBezTo>
                  <a:cubicBezTo>
                    <a:pt x="4642" y="8341"/>
                    <a:pt x="4932" y="8268"/>
                    <a:pt x="5222" y="8123"/>
                  </a:cubicBezTo>
                  <a:cubicBezTo>
                    <a:pt x="5512" y="7993"/>
                    <a:pt x="5773" y="7775"/>
                    <a:pt x="5962" y="7485"/>
                  </a:cubicBezTo>
                  <a:cubicBezTo>
                    <a:pt x="6180" y="7195"/>
                    <a:pt x="6310" y="6789"/>
                    <a:pt x="6383" y="6310"/>
                  </a:cubicBezTo>
                  <a:cubicBezTo>
                    <a:pt x="6441" y="5875"/>
                    <a:pt x="6397" y="5469"/>
                    <a:pt x="6252" y="5164"/>
                  </a:cubicBezTo>
                  <a:cubicBezTo>
                    <a:pt x="6107" y="4831"/>
                    <a:pt x="5918" y="4584"/>
                    <a:pt x="5657" y="4381"/>
                  </a:cubicBezTo>
                  <a:cubicBezTo>
                    <a:pt x="5551" y="4302"/>
                    <a:pt x="5446" y="4232"/>
                    <a:pt x="5341" y="4170"/>
                  </a:cubicBezTo>
                  <a:lnTo>
                    <a:pt x="5341" y="4170"/>
                  </a:lnTo>
                  <a:cubicBezTo>
                    <a:pt x="5646" y="4066"/>
                    <a:pt x="5885" y="3905"/>
                    <a:pt x="6078" y="3699"/>
                  </a:cubicBezTo>
                  <a:cubicBezTo>
                    <a:pt x="6296" y="3453"/>
                    <a:pt x="6426" y="3163"/>
                    <a:pt x="6484" y="2800"/>
                  </a:cubicBezTo>
                  <a:cubicBezTo>
                    <a:pt x="6571" y="2133"/>
                    <a:pt x="6455" y="1611"/>
                    <a:pt x="6151" y="1234"/>
                  </a:cubicBezTo>
                  <a:cubicBezTo>
                    <a:pt x="5846" y="842"/>
                    <a:pt x="5338" y="610"/>
                    <a:pt x="4613" y="508"/>
                  </a:cubicBezTo>
                  <a:lnTo>
                    <a:pt x="1741" y="15"/>
                  </a:lnTo>
                  <a:cubicBezTo>
                    <a:pt x="1694" y="5"/>
                    <a:pt x="1649" y="0"/>
                    <a:pt x="160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65"/>
            <p:cNvSpPr/>
            <p:nvPr/>
          </p:nvSpPr>
          <p:spPr>
            <a:xfrm>
              <a:off x="3396600" y="4060125"/>
              <a:ext cx="175900" cy="210225"/>
            </a:xfrm>
            <a:custGeom>
              <a:rect b="b" l="l" r="r" t="t"/>
              <a:pathLst>
                <a:path extrusionOk="0" h="8409" w="7036">
                  <a:moveTo>
                    <a:pt x="4228" y="2256"/>
                  </a:moveTo>
                  <a:lnTo>
                    <a:pt x="4985" y="5048"/>
                  </a:lnTo>
                  <a:lnTo>
                    <a:pt x="4985" y="5048"/>
                  </a:lnTo>
                  <a:lnTo>
                    <a:pt x="2736" y="4727"/>
                  </a:lnTo>
                  <a:lnTo>
                    <a:pt x="2736" y="4727"/>
                  </a:lnTo>
                  <a:lnTo>
                    <a:pt x="4228" y="2256"/>
                  </a:lnTo>
                  <a:close/>
                  <a:moveTo>
                    <a:pt x="4396" y="0"/>
                  </a:moveTo>
                  <a:cubicBezTo>
                    <a:pt x="4318" y="0"/>
                    <a:pt x="4243" y="18"/>
                    <a:pt x="4178" y="59"/>
                  </a:cubicBezTo>
                  <a:cubicBezTo>
                    <a:pt x="4033" y="117"/>
                    <a:pt x="3917" y="233"/>
                    <a:pt x="3844" y="378"/>
                  </a:cubicBezTo>
                  <a:lnTo>
                    <a:pt x="87" y="6717"/>
                  </a:lnTo>
                  <a:cubicBezTo>
                    <a:pt x="58" y="6789"/>
                    <a:pt x="44" y="6862"/>
                    <a:pt x="15" y="6934"/>
                  </a:cubicBezTo>
                  <a:cubicBezTo>
                    <a:pt x="0" y="7094"/>
                    <a:pt x="15" y="7239"/>
                    <a:pt x="116" y="7370"/>
                  </a:cubicBezTo>
                  <a:cubicBezTo>
                    <a:pt x="203" y="7500"/>
                    <a:pt x="348" y="7573"/>
                    <a:pt x="551" y="7602"/>
                  </a:cubicBezTo>
                  <a:cubicBezTo>
                    <a:pt x="589" y="7609"/>
                    <a:pt x="623" y="7613"/>
                    <a:pt x="656" y="7613"/>
                  </a:cubicBezTo>
                  <a:cubicBezTo>
                    <a:pt x="751" y="7613"/>
                    <a:pt x="832" y="7583"/>
                    <a:pt x="929" y="7529"/>
                  </a:cubicBezTo>
                  <a:cubicBezTo>
                    <a:pt x="1059" y="7486"/>
                    <a:pt x="1146" y="7370"/>
                    <a:pt x="1219" y="7239"/>
                  </a:cubicBezTo>
                  <a:lnTo>
                    <a:pt x="1996" y="5952"/>
                  </a:lnTo>
                  <a:lnTo>
                    <a:pt x="1996" y="5952"/>
                  </a:lnTo>
                  <a:lnTo>
                    <a:pt x="5356" y="6416"/>
                  </a:lnTo>
                  <a:lnTo>
                    <a:pt x="5356" y="6416"/>
                  </a:lnTo>
                  <a:lnTo>
                    <a:pt x="5744" y="7848"/>
                  </a:lnTo>
                  <a:cubicBezTo>
                    <a:pt x="5788" y="8008"/>
                    <a:pt x="5860" y="8138"/>
                    <a:pt x="5947" y="8225"/>
                  </a:cubicBezTo>
                  <a:cubicBezTo>
                    <a:pt x="6034" y="8327"/>
                    <a:pt x="6165" y="8385"/>
                    <a:pt x="6295" y="8400"/>
                  </a:cubicBezTo>
                  <a:cubicBezTo>
                    <a:pt x="6325" y="8405"/>
                    <a:pt x="6355" y="8408"/>
                    <a:pt x="6386" y="8408"/>
                  </a:cubicBezTo>
                  <a:cubicBezTo>
                    <a:pt x="6505" y="8408"/>
                    <a:pt x="6630" y="8364"/>
                    <a:pt x="6745" y="8283"/>
                  </a:cubicBezTo>
                  <a:cubicBezTo>
                    <a:pt x="6905" y="8182"/>
                    <a:pt x="6977" y="8022"/>
                    <a:pt x="7021" y="7819"/>
                  </a:cubicBezTo>
                  <a:cubicBezTo>
                    <a:pt x="7035" y="7747"/>
                    <a:pt x="7021" y="7660"/>
                    <a:pt x="7006" y="7558"/>
                  </a:cubicBezTo>
                  <a:lnTo>
                    <a:pt x="5150" y="552"/>
                  </a:lnTo>
                  <a:cubicBezTo>
                    <a:pt x="5135" y="407"/>
                    <a:pt x="5062" y="277"/>
                    <a:pt x="4946" y="190"/>
                  </a:cubicBezTo>
                  <a:cubicBezTo>
                    <a:pt x="4845" y="103"/>
                    <a:pt x="4714" y="45"/>
                    <a:pt x="4584" y="30"/>
                  </a:cubicBezTo>
                  <a:cubicBezTo>
                    <a:pt x="4521" y="11"/>
                    <a:pt x="4457" y="0"/>
                    <a:pt x="43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65"/>
            <p:cNvSpPr/>
            <p:nvPr/>
          </p:nvSpPr>
          <p:spPr>
            <a:xfrm>
              <a:off x="3594575" y="4086025"/>
              <a:ext cx="174100" cy="205500"/>
            </a:xfrm>
            <a:custGeom>
              <a:rect b="b" l="l" r="r" t="t"/>
              <a:pathLst>
                <a:path extrusionOk="0" h="8220" w="6964">
                  <a:moveTo>
                    <a:pt x="4177" y="0"/>
                  </a:moveTo>
                  <a:cubicBezTo>
                    <a:pt x="3812" y="0"/>
                    <a:pt x="3460" y="45"/>
                    <a:pt x="3120" y="140"/>
                  </a:cubicBezTo>
                  <a:cubicBezTo>
                    <a:pt x="2597" y="285"/>
                    <a:pt x="2133" y="503"/>
                    <a:pt x="1698" y="822"/>
                  </a:cubicBezTo>
                  <a:cubicBezTo>
                    <a:pt x="1263" y="1126"/>
                    <a:pt x="915" y="1532"/>
                    <a:pt x="625" y="1982"/>
                  </a:cubicBezTo>
                  <a:cubicBezTo>
                    <a:pt x="335" y="2461"/>
                    <a:pt x="146" y="2939"/>
                    <a:pt x="74" y="3520"/>
                  </a:cubicBezTo>
                  <a:cubicBezTo>
                    <a:pt x="1" y="4100"/>
                    <a:pt x="45" y="4637"/>
                    <a:pt x="190" y="5159"/>
                  </a:cubicBezTo>
                  <a:cubicBezTo>
                    <a:pt x="335" y="5681"/>
                    <a:pt x="567" y="6160"/>
                    <a:pt x="900" y="6566"/>
                  </a:cubicBezTo>
                  <a:cubicBezTo>
                    <a:pt x="1205" y="6986"/>
                    <a:pt x="1597" y="7349"/>
                    <a:pt x="2075" y="7625"/>
                  </a:cubicBezTo>
                  <a:cubicBezTo>
                    <a:pt x="2539" y="7915"/>
                    <a:pt x="3047" y="8089"/>
                    <a:pt x="3627" y="8161"/>
                  </a:cubicBezTo>
                  <a:cubicBezTo>
                    <a:pt x="3889" y="8202"/>
                    <a:pt x="4141" y="8220"/>
                    <a:pt x="4392" y="8220"/>
                  </a:cubicBezTo>
                  <a:cubicBezTo>
                    <a:pt x="4586" y="8220"/>
                    <a:pt x="4780" y="8209"/>
                    <a:pt x="4976" y="8190"/>
                  </a:cubicBezTo>
                  <a:cubicBezTo>
                    <a:pt x="5397" y="8118"/>
                    <a:pt x="5789" y="8002"/>
                    <a:pt x="6166" y="7842"/>
                  </a:cubicBezTo>
                  <a:cubicBezTo>
                    <a:pt x="6267" y="7799"/>
                    <a:pt x="6354" y="7726"/>
                    <a:pt x="6441" y="7639"/>
                  </a:cubicBezTo>
                  <a:cubicBezTo>
                    <a:pt x="6528" y="7552"/>
                    <a:pt x="6586" y="7422"/>
                    <a:pt x="6601" y="7276"/>
                  </a:cubicBezTo>
                  <a:lnTo>
                    <a:pt x="6949" y="4883"/>
                  </a:lnTo>
                  <a:cubicBezTo>
                    <a:pt x="6963" y="4680"/>
                    <a:pt x="6934" y="4506"/>
                    <a:pt x="6818" y="4361"/>
                  </a:cubicBezTo>
                  <a:cubicBezTo>
                    <a:pt x="6717" y="4201"/>
                    <a:pt x="6572" y="4129"/>
                    <a:pt x="6369" y="4085"/>
                  </a:cubicBezTo>
                  <a:lnTo>
                    <a:pt x="4512" y="3839"/>
                  </a:lnTo>
                  <a:cubicBezTo>
                    <a:pt x="4474" y="3833"/>
                    <a:pt x="4435" y="3830"/>
                    <a:pt x="4397" y="3830"/>
                  </a:cubicBezTo>
                  <a:cubicBezTo>
                    <a:pt x="4248" y="3830"/>
                    <a:pt x="4105" y="3874"/>
                    <a:pt x="3990" y="3955"/>
                  </a:cubicBezTo>
                  <a:cubicBezTo>
                    <a:pt x="3830" y="4071"/>
                    <a:pt x="3758" y="4216"/>
                    <a:pt x="3714" y="4419"/>
                  </a:cubicBezTo>
                  <a:cubicBezTo>
                    <a:pt x="3685" y="4608"/>
                    <a:pt x="3743" y="4782"/>
                    <a:pt x="3845" y="4927"/>
                  </a:cubicBezTo>
                  <a:cubicBezTo>
                    <a:pt x="3975" y="5072"/>
                    <a:pt x="4120" y="5144"/>
                    <a:pt x="4324" y="5173"/>
                  </a:cubicBezTo>
                  <a:lnTo>
                    <a:pt x="5386" y="5334"/>
                  </a:lnTo>
                  <a:lnTo>
                    <a:pt x="5386" y="5334"/>
                  </a:lnTo>
                  <a:lnTo>
                    <a:pt x="5178" y="6782"/>
                  </a:lnTo>
                  <a:lnTo>
                    <a:pt x="5178" y="6782"/>
                  </a:lnTo>
                  <a:cubicBezTo>
                    <a:pt x="5010" y="6822"/>
                    <a:pt x="4814" y="6841"/>
                    <a:pt x="4599" y="6841"/>
                  </a:cubicBezTo>
                  <a:cubicBezTo>
                    <a:pt x="4309" y="6841"/>
                    <a:pt x="4048" y="6841"/>
                    <a:pt x="3830" y="6812"/>
                  </a:cubicBezTo>
                  <a:cubicBezTo>
                    <a:pt x="3337" y="6740"/>
                    <a:pt x="2902" y="6551"/>
                    <a:pt x="2539" y="6247"/>
                  </a:cubicBezTo>
                  <a:cubicBezTo>
                    <a:pt x="2177" y="5942"/>
                    <a:pt x="1901" y="5550"/>
                    <a:pt x="1727" y="5115"/>
                  </a:cubicBezTo>
                  <a:cubicBezTo>
                    <a:pt x="1539" y="4680"/>
                    <a:pt x="1495" y="4216"/>
                    <a:pt x="1568" y="3723"/>
                  </a:cubicBezTo>
                  <a:cubicBezTo>
                    <a:pt x="1640" y="3230"/>
                    <a:pt x="1814" y="2794"/>
                    <a:pt x="2104" y="2417"/>
                  </a:cubicBezTo>
                  <a:cubicBezTo>
                    <a:pt x="2394" y="2040"/>
                    <a:pt x="2757" y="1750"/>
                    <a:pt x="3192" y="1561"/>
                  </a:cubicBezTo>
                  <a:cubicBezTo>
                    <a:pt x="3525" y="1433"/>
                    <a:pt x="3865" y="1360"/>
                    <a:pt x="4220" y="1360"/>
                  </a:cubicBezTo>
                  <a:cubicBezTo>
                    <a:pt x="4344" y="1360"/>
                    <a:pt x="4471" y="1369"/>
                    <a:pt x="4599" y="1387"/>
                  </a:cubicBezTo>
                  <a:cubicBezTo>
                    <a:pt x="4831" y="1416"/>
                    <a:pt x="5049" y="1474"/>
                    <a:pt x="5252" y="1547"/>
                  </a:cubicBezTo>
                  <a:cubicBezTo>
                    <a:pt x="5440" y="1620"/>
                    <a:pt x="5629" y="1707"/>
                    <a:pt x="5803" y="1823"/>
                  </a:cubicBezTo>
                  <a:cubicBezTo>
                    <a:pt x="5861" y="1852"/>
                    <a:pt x="5934" y="1895"/>
                    <a:pt x="5992" y="1910"/>
                  </a:cubicBezTo>
                  <a:cubicBezTo>
                    <a:pt x="6050" y="1953"/>
                    <a:pt x="6122" y="1968"/>
                    <a:pt x="6166" y="1968"/>
                  </a:cubicBezTo>
                  <a:cubicBezTo>
                    <a:pt x="6203" y="1973"/>
                    <a:pt x="6239" y="1976"/>
                    <a:pt x="6273" y="1976"/>
                  </a:cubicBezTo>
                  <a:cubicBezTo>
                    <a:pt x="6416" y="1976"/>
                    <a:pt x="6542" y="1928"/>
                    <a:pt x="6659" y="1823"/>
                  </a:cubicBezTo>
                  <a:cubicBezTo>
                    <a:pt x="6804" y="1692"/>
                    <a:pt x="6891" y="1547"/>
                    <a:pt x="6920" y="1373"/>
                  </a:cubicBezTo>
                  <a:cubicBezTo>
                    <a:pt x="6934" y="1257"/>
                    <a:pt x="6920" y="1155"/>
                    <a:pt x="6876" y="1039"/>
                  </a:cubicBezTo>
                  <a:cubicBezTo>
                    <a:pt x="6847" y="938"/>
                    <a:pt x="6775" y="836"/>
                    <a:pt x="6659" y="764"/>
                  </a:cubicBezTo>
                  <a:cubicBezTo>
                    <a:pt x="6412" y="575"/>
                    <a:pt x="6122" y="430"/>
                    <a:pt x="5789" y="300"/>
                  </a:cubicBezTo>
                  <a:cubicBezTo>
                    <a:pt x="5455" y="169"/>
                    <a:pt x="5121" y="96"/>
                    <a:pt x="4773" y="38"/>
                  </a:cubicBezTo>
                  <a:cubicBezTo>
                    <a:pt x="4571" y="13"/>
                    <a:pt x="4372" y="0"/>
                    <a:pt x="41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7" name="Google Shape;7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Char char="■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i="0" sz="35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56" name="Google Shape;656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Char char="■"/>
              <a:def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ck12.org/biology/Water-Advanced" TargetMode="External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jpg"/><Relationship Id="rId4" Type="http://schemas.openxmlformats.org/officeDocument/2006/relationships/image" Target="../media/image1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2"/>
          <p:cNvSpPr txBox="1"/>
          <p:nvPr>
            <p:ph type="ctrTitle"/>
          </p:nvPr>
        </p:nvSpPr>
        <p:spPr>
          <a:xfrm>
            <a:off x="757350" y="1116700"/>
            <a:ext cx="7629300" cy="25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200"/>
              <a:t>Class 3: Plant Evolution</a:t>
            </a:r>
            <a:endParaRPr sz="5200">
              <a:solidFill>
                <a:schemeClr val="lt2"/>
              </a:solidFill>
            </a:endParaRPr>
          </a:p>
        </p:txBody>
      </p:sp>
      <p:sp>
        <p:nvSpPr>
          <p:cNvPr id="1045" name="Google Shape;1045;p2"/>
          <p:cNvSpPr txBox="1"/>
          <p:nvPr>
            <p:ph idx="1" type="subTitle"/>
          </p:nvPr>
        </p:nvSpPr>
        <p:spPr>
          <a:xfrm>
            <a:off x="1701800" y="3616900"/>
            <a:ext cx="5740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SP26 EMRF Plant Biology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0" name="Google Shape;1050;p3"/>
          <p:cNvCxnSpPr/>
          <p:nvPr/>
        </p:nvCxnSpPr>
        <p:spPr>
          <a:xfrm>
            <a:off x="3935150" y="2062118"/>
            <a:ext cx="4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1" name="Google Shape;1051;p3"/>
          <p:cNvCxnSpPr/>
          <p:nvPr/>
        </p:nvCxnSpPr>
        <p:spPr>
          <a:xfrm>
            <a:off x="4571988" y="1480443"/>
            <a:ext cx="0" cy="5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2" name="Google Shape;1052;p3"/>
          <p:cNvCxnSpPr/>
          <p:nvPr/>
        </p:nvCxnSpPr>
        <p:spPr>
          <a:xfrm>
            <a:off x="3931700" y="1228268"/>
            <a:ext cx="48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3" name="Google Shape;1053;p3"/>
          <p:cNvCxnSpPr/>
          <p:nvPr/>
        </p:nvCxnSpPr>
        <p:spPr>
          <a:xfrm>
            <a:off x="4734075" y="1222318"/>
            <a:ext cx="4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54" name="Google Shape;1054;p3"/>
          <p:cNvGrpSpPr/>
          <p:nvPr/>
        </p:nvGrpSpPr>
        <p:grpSpPr>
          <a:xfrm>
            <a:off x="723375" y="4391763"/>
            <a:ext cx="8306700" cy="573600"/>
            <a:chOff x="720000" y="3927513"/>
            <a:chExt cx="8306700" cy="573600"/>
          </a:xfrm>
        </p:grpSpPr>
        <p:sp>
          <p:nvSpPr>
            <p:cNvPr id="1055" name="Google Shape;1055;p3"/>
            <p:cNvSpPr txBox="1"/>
            <p:nvPr/>
          </p:nvSpPr>
          <p:spPr>
            <a:xfrm>
              <a:off x="720000" y="3927955"/>
              <a:ext cx="3215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7127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chemeClr val="dk1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Activity</a:t>
              </a:r>
              <a:endParaRPr b="1" i="0" sz="22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1" lang="en" sz="1700" u="none" cap="none" strike="noStrike">
                  <a:solidFill>
                    <a:schemeClr val="dk2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Actividad</a:t>
              </a:r>
              <a:endParaRPr b="1" i="1" sz="1700" u="none" cap="none" strike="noStrike">
                <a:solidFill>
                  <a:schemeClr val="dk2"/>
                </a:solidFill>
                <a:latin typeface="Hammersmith One"/>
                <a:ea typeface="Hammersmith One"/>
                <a:cs typeface="Hammersmith One"/>
                <a:sym typeface="Hammersmith One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</p:txBody>
        </p:sp>
        <p:sp>
          <p:nvSpPr>
            <p:cNvPr id="1056" name="Google Shape;1056;p3"/>
            <p:cNvSpPr txBox="1"/>
            <p:nvPr/>
          </p:nvSpPr>
          <p:spPr>
            <a:xfrm>
              <a:off x="5208900" y="3927513"/>
              <a:ext cx="3817800" cy="57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1" sz="1200" u="none" cap="none" strike="noStrike">
                <a:solidFill>
                  <a:schemeClr val="dk2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</p:txBody>
        </p:sp>
      </p:grpSp>
      <p:cxnSp>
        <p:nvCxnSpPr>
          <p:cNvPr id="1057" name="Google Shape;1057;p3"/>
          <p:cNvCxnSpPr>
            <a:stCxn id="1058" idx="4"/>
            <a:endCxn id="1059" idx="0"/>
          </p:cNvCxnSpPr>
          <p:nvPr/>
        </p:nvCxnSpPr>
        <p:spPr>
          <a:xfrm>
            <a:off x="4575375" y="3994543"/>
            <a:ext cx="0" cy="5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0" name="Google Shape;1060;p3"/>
          <p:cNvCxnSpPr>
            <a:stCxn id="1059" idx="6"/>
            <a:endCxn id="1056" idx="1"/>
          </p:cNvCxnSpPr>
          <p:nvPr/>
        </p:nvCxnSpPr>
        <p:spPr>
          <a:xfrm>
            <a:off x="4734075" y="4678568"/>
            <a:ext cx="4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1" name="Google Shape;1061;p3"/>
          <p:cNvCxnSpPr>
            <a:stCxn id="1055" idx="3"/>
            <a:endCxn id="1059" idx="2"/>
          </p:cNvCxnSpPr>
          <p:nvPr/>
        </p:nvCxnSpPr>
        <p:spPr>
          <a:xfrm>
            <a:off x="3938475" y="4678555"/>
            <a:ext cx="4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2" name="Google Shape;1062;p3"/>
          <p:cNvGrpSpPr/>
          <p:nvPr/>
        </p:nvGrpSpPr>
        <p:grpSpPr>
          <a:xfrm>
            <a:off x="4230871" y="4347173"/>
            <a:ext cx="689009" cy="662789"/>
            <a:chOff x="1248793" y="1625823"/>
            <a:chExt cx="689009" cy="662789"/>
          </a:xfrm>
        </p:grpSpPr>
        <p:sp>
          <p:nvSpPr>
            <p:cNvPr id="1059" name="Google Shape;1059;p3"/>
            <p:cNvSpPr/>
            <p:nvPr/>
          </p:nvSpPr>
          <p:spPr>
            <a:xfrm>
              <a:off x="1434597" y="1798518"/>
              <a:ext cx="317400" cy="317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"/>
            <p:cNvSpPr/>
            <p:nvPr/>
          </p:nvSpPr>
          <p:spPr>
            <a:xfrm flipH="1">
              <a:off x="1248793" y="1625823"/>
              <a:ext cx="689009" cy="662789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38100">
                <a:schemeClr val="dk1">
                  <a:alpha val="18824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chemeClr val="lt2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05</a:t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64" name="Google Shape;1064;p3"/>
          <p:cNvCxnSpPr>
            <a:stCxn id="1065" idx="4"/>
            <a:endCxn id="1058" idx="0"/>
          </p:cNvCxnSpPr>
          <p:nvPr/>
        </p:nvCxnSpPr>
        <p:spPr>
          <a:xfrm>
            <a:off x="4575375" y="3103643"/>
            <a:ext cx="0" cy="5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6" name="Google Shape;1066;p3"/>
          <p:cNvSpPr txBox="1"/>
          <p:nvPr>
            <p:ph type="title"/>
          </p:nvPr>
        </p:nvSpPr>
        <p:spPr>
          <a:xfrm>
            <a:off x="719988" y="-113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Class Outline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1900">
                <a:solidFill>
                  <a:schemeClr val="dk2"/>
                </a:solidFill>
              </a:rPr>
              <a:t>Esquema del curso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067" name="Google Shape;1067;p3"/>
          <p:cNvGrpSpPr/>
          <p:nvPr/>
        </p:nvGrpSpPr>
        <p:grpSpPr>
          <a:xfrm>
            <a:off x="70425" y="2657700"/>
            <a:ext cx="9073650" cy="573600"/>
            <a:chOff x="67050" y="2193450"/>
            <a:chExt cx="9073650" cy="573600"/>
          </a:xfrm>
        </p:grpSpPr>
        <p:sp>
          <p:nvSpPr>
            <p:cNvPr id="1068" name="Google Shape;1068;p3"/>
            <p:cNvSpPr txBox="1"/>
            <p:nvPr/>
          </p:nvSpPr>
          <p:spPr>
            <a:xfrm>
              <a:off x="67050" y="2194350"/>
              <a:ext cx="3861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7127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dk1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Symbiosis</a:t>
              </a:r>
              <a:endParaRPr b="1" i="0" sz="20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endParaRPr>
            </a:p>
            <a:p>
              <a:pPr indent="0" lvl="0" marL="2286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1" lang="en" sz="1700" u="none" cap="none" strike="noStrike">
                  <a:solidFill>
                    <a:schemeClr val="dk2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    Simbiosis</a:t>
              </a:r>
              <a:endParaRPr b="1" i="1" sz="1700" u="none" cap="none" strike="noStrike">
                <a:solidFill>
                  <a:schemeClr val="dk2"/>
                </a:solidFill>
                <a:latin typeface="Hammersmith One"/>
                <a:ea typeface="Hammersmith One"/>
                <a:cs typeface="Hammersmith One"/>
                <a:sym typeface="Hammersmith One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</p:txBody>
        </p:sp>
        <p:sp>
          <p:nvSpPr>
            <p:cNvPr id="1069" name="Google Shape;1069;p3"/>
            <p:cNvSpPr txBox="1"/>
            <p:nvPr/>
          </p:nvSpPr>
          <p:spPr>
            <a:xfrm>
              <a:off x="5208900" y="2193450"/>
              <a:ext cx="3931800" cy="57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1" sz="1200" u="none" cap="none" strike="noStrike">
                <a:solidFill>
                  <a:schemeClr val="dk2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</p:txBody>
        </p:sp>
      </p:grpSp>
      <p:grpSp>
        <p:nvGrpSpPr>
          <p:cNvPr id="1070" name="Google Shape;1070;p3"/>
          <p:cNvGrpSpPr/>
          <p:nvPr/>
        </p:nvGrpSpPr>
        <p:grpSpPr>
          <a:xfrm>
            <a:off x="435975" y="1767700"/>
            <a:ext cx="8708100" cy="641800"/>
            <a:chOff x="432600" y="1303450"/>
            <a:chExt cx="8708100" cy="641800"/>
          </a:xfrm>
        </p:grpSpPr>
        <p:sp>
          <p:nvSpPr>
            <p:cNvPr id="1071" name="Google Shape;1071;p3"/>
            <p:cNvSpPr txBox="1"/>
            <p:nvPr/>
          </p:nvSpPr>
          <p:spPr>
            <a:xfrm>
              <a:off x="5208900" y="1303450"/>
              <a:ext cx="39318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71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chemeClr val="dk1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Evolution</a:t>
              </a:r>
              <a:endParaRPr b="1" i="0" sz="22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1" lang="en" sz="1700" u="none" cap="none" strike="noStrike">
                  <a:solidFill>
                    <a:schemeClr val="dk2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Evolucion</a:t>
              </a:r>
              <a:endParaRPr b="1" i="0" sz="22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</p:txBody>
        </p:sp>
        <p:sp>
          <p:nvSpPr>
            <p:cNvPr id="1072" name="Google Shape;1072;p3"/>
            <p:cNvSpPr txBox="1"/>
            <p:nvPr/>
          </p:nvSpPr>
          <p:spPr>
            <a:xfrm>
              <a:off x="432600" y="1326650"/>
              <a:ext cx="3502500" cy="6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1" sz="1200" u="none" cap="none" strike="noStrike">
                <a:solidFill>
                  <a:schemeClr val="dk2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</p:txBody>
        </p:sp>
      </p:grpSp>
      <p:cxnSp>
        <p:nvCxnSpPr>
          <p:cNvPr id="1073" name="Google Shape;1073;p3"/>
          <p:cNvCxnSpPr>
            <a:stCxn id="1074" idx="4"/>
            <a:endCxn id="1065" idx="0"/>
          </p:cNvCxnSpPr>
          <p:nvPr/>
        </p:nvCxnSpPr>
        <p:spPr>
          <a:xfrm>
            <a:off x="4575375" y="2212743"/>
            <a:ext cx="0" cy="5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p3"/>
          <p:cNvCxnSpPr>
            <a:stCxn id="1074" idx="6"/>
            <a:endCxn id="1071" idx="1"/>
          </p:cNvCxnSpPr>
          <p:nvPr/>
        </p:nvCxnSpPr>
        <p:spPr>
          <a:xfrm>
            <a:off x="4734075" y="2054043"/>
            <a:ext cx="4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6" name="Google Shape;1076;p3"/>
          <p:cNvCxnSpPr>
            <a:stCxn id="1065" idx="6"/>
            <a:endCxn id="1069" idx="1"/>
          </p:cNvCxnSpPr>
          <p:nvPr/>
        </p:nvCxnSpPr>
        <p:spPr>
          <a:xfrm flipH="1" rot="10800000">
            <a:off x="4734075" y="2944643"/>
            <a:ext cx="4782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7" name="Google Shape;1077;p3"/>
          <p:cNvCxnSpPr>
            <a:stCxn id="1068" idx="3"/>
            <a:endCxn id="1065" idx="2"/>
          </p:cNvCxnSpPr>
          <p:nvPr/>
        </p:nvCxnSpPr>
        <p:spPr>
          <a:xfrm>
            <a:off x="3931725" y="2944950"/>
            <a:ext cx="48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8" name="Google Shape;1078;p3"/>
          <p:cNvGrpSpPr/>
          <p:nvPr/>
        </p:nvGrpSpPr>
        <p:grpSpPr>
          <a:xfrm>
            <a:off x="4230871" y="1722648"/>
            <a:ext cx="689009" cy="662789"/>
            <a:chOff x="1248793" y="1625823"/>
            <a:chExt cx="689009" cy="662789"/>
          </a:xfrm>
        </p:grpSpPr>
        <p:sp>
          <p:nvSpPr>
            <p:cNvPr id="1074" name="Google Shape;1074;p3"/>
            <p:cNvSpPr/>
            <p:nvPr/>
          </p:nvSpPr>
          <p:spPr>
            <a:xfrm>
              <a:off x="1434597" y="1798518"/>
              <a:ext cx="317400" cy="317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3"/>
            <p:cNvSpPr/>
            <p:nvPr/>
          </p:nvSpPr>
          <p:spPr>
            <a:xfrm flipH="1">
              <a:off x="1248793" y="1625823"/>
              <a:ext cx="689009" cy="662789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38100">
                <a:schemeClr val="dk1">
                  <a:alpha val="18824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chemeClr val="lt2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02</a:t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0" name="Google Shape;1080;p3"/>
          <p:cNvGrpSpPr/>
          <p:nvPr/>
        </p:nvGrpSpPr>
        <p:grpSpPr>
          <a:xfrm>
            <a:off x="4230871" y="2613548"/>
            <a:ext cx="689009" cy="662789"/>
            <a:chOff x="1248793" y="1625823"/>
            <a:chExt cx="689009" cy="662789"/>
          </a:xfrm>
        </p:grpSpPr>
        <p:sp>
          <p:nvSpPr>
            <p:cNvPr id="1065" name="Google Shape;1065;p3"/>
            <p:cNvSpPr/>
            <p:nvPr/>
          </p:nvSpPr>
          <p:spPr>
            <a:xfrm>
              <a:off x="1434597" y="1798518"/>
              <a:ext cx="317400" cy="317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"/>
            <p:cNvSpPr/>
            <p:nvPr/>
          </p:nvSpPr>
          <p:spPr>
            <a:xfrm flipH="1">
              <a:off x="1248793" y="1625823"/>
              <a:ext cx="689009" cy="662789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38100">
                <a:schemeClr val="dk1">
                  <a:alpha val="18824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chemeClr val="lt2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03</a:t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2" name="Google Shape;1082;p3"/>
          <p:cNvGrpSpPr/>
          <p:nvPr/>
        </p:nvGrpSpPr>
        <p:grpSpPr>
          <a:xfrm>
            <a:off x="479025" y="3549493"/>
            <a:ext cx="7948350" cy="572707"/>
            <a:chOff x="475650" y="3085243"/>
            <a:chExt cx="7948350" cy="572707"/>
          </a:xfrm>
        </p:grpSpPr>
        <p:sp>
          <p:nvSpPr>
            <p:cNvPr id="1083" name="Google Shape;1083;p3"/>
            <p:cNvSpPr txBox="1"/>
            <p:nvPr/>
          </p:nvSpPr>
          <p:spPr>
            <a:xfrm>
              <a:off x="5208900" y="3085243"/>
              <a:ext cx="3215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71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chemeClr val="dk1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Natural Selection</a:t>
              </a:r>
              <a:endParaRPr b="1" i="0" sz="22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1" lang="en" sz="1700" u="none" cap="none" strike="noStrike">
                  <a:solidFill>
                    <a:schemeClr val="dk2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Selección natural</a:t>
              </a:r>
              <a:endParaRPr b="1" i="1" sz="1700" u="none" cap="none" strike="noStrike">
                <a:solidFill>
                  <a:schemeClr val="dk2"/>
                </a:solidFill>
                <a:latin typeface="Hammersmith One"/>
                <a:ea typeface="Hammersmith One"/>
                <a:cs typeface="Hammersmith One"/>
                <a:sym typeface="Hammersmith One"/>
              </a:endParaRPr>
            </a:p>
          </p:txBody>
        </p:sp>
        <p:sp>
          <p:nvSpPr>
            <p:cNvPr id="1084" name="Google Shape;1084;p3"/>
            <p:cNvSpPr txBox="1"/>
            <p:nvPr/>
          </p:nvSpPr>
          <p:spPr>
            <a:xfrm>
              <a:off x="475650" y="3085250"/>
              <a:ext cx="3452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1" sz="1200" u="none" cap="none" strike="noStrike">
                <a:solidFill>
                  <a:schemeClr val="dk2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</p:txBody>
        </p:sp>
      </p:grpSp>
      <p:cxnSp>
        <p:nvCxnSpPr>
          <p:cNvPr id="1085" name="Google Shape;1085;p3"/>
          <p:cNvCxnSpPr>
            <a:stCxn id="1058" idx="6"/>
            <a:endCxn id="1083" idx="1"/>
          </p:cNvCxnSpPr>
          <p:nvPr/>
        </p:nvCxnSpPr>
        <p:spPr>
          <a:xfrm>
            <a:off x="4734075" y="3835843"/>
            <a:ext cx="4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6" name="Google Shape;1086;p3"/>
          <p:cNvCxnSpPr>
            <a:stCxn id="1084" idx="3"/>
            <a:endCxn id="1058" idx="2"/>
          </p:cNvCxnSpPr>
          <p:nvPr/>
        </p:nvCxnSpPr>
        <p:spPr>
          <a:xfrm>
            <a:off x="3931725" y="3835850"/>
            <a:ext cx="48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87" name="Google Shape;1087;p3"/>
          <p:cNvGrpSpPr/>
          <p:nvPr/>
        </p:nvGrpSpPr>
        <p:grpSpPr>
          <a:xfrm>
            <a:off x="4230871" y="3504448"/>
            <a:ext cx="689009" cy="662789"/>
            <a:chOff x="1248793" y="1625823"/>
            <a:chExt cx="689009" cy="662789"/>
          </a:xfrm>
        </p:grpSpPr>
        <p:sp>
          <p:nvSpPr>
            <p:cNvPr id="1058" name="Google Shape;1058;p3"/>
            <p:cNvSpPr/>
            <p:nvPr/>
          </p:nvSpPr>
          <p:spPr>
            <a:xfrm>
              <a:off x="1434597" y="1798518"/>
              <a:ext cx="317400" cy="317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3"/>
            <p:cNvSpPr/>
            <p:nvPr/>
          </p:nvSpPr>
          <p:spPr>
            <a:xfrm flipH="1">
              <a:off x="1248793" y="1625823"/>
              <a:ext cx="689009" cy="662789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38100">
                <a:schemeClr val="dk1">
                  <a:alpha val="18824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chemeClr val="lt2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04</a:t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9" name="Google Shape;1089;p3"/>
          <p:cNvGrpSpPr/>
          <p:nvPr/>
        </p:nvGrpSpPr>
        <p:grpSpPr>
          <a:xfrm>
            <a:off x="4230871" y="879911"/>
            <a:ext cx="689009" cy="662789"/>
            <a:chOff x="1248793" y="1625823"/>
            <a:chExt cx="689009" cy="662789"/>
          </a:xfrm>
        </p:grpSpPr>
        <p:sp>
          <p:nvSpPr>
            <p:cNvPr id="1090" name="Google Shape;1090;p3"/>
            <p:cNvSpPr/>
            <p:nvPr/>
          </p:nvSpPr>
          <p:spPr>
            <a:xfrm>
              <a:off x="1434597" y="1798518"/>
              <a:ext cx="317400" cy="317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3"/>
            <p:cNvSpPr/>
            <p:nvPr/>
          </p:nvSpPr>
          <p:spPr>
            <a:xfrm flipH="1">
              <a:off x="1248793" y="1625823"/>
              <a:ext cx="689009" cy="662789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38100">
                <a:schemeClr val="dk1">
                  <a:alpha val="18824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chemeClr val="lt2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01</a:t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2" name="Google Shape;1092;p3"/>
          <p:cNvGrpSpPr/>
          <p:nvPr/>
        </p:nvGrpSpPr>
        <p:grpSpPr>
          <a:xfrm>
            <a:off x="479026" y="970000"/>
            <a:ext cx="8664850" cy="572700"/>
            <a:chOff x="472263" y="1303450"/>
            <a:chExt cx="8664850" cy="572700"/>
          </a:xfrm>
        </p:grpSpPr>
        <p:sp>
          <p:nvSpPr>
            <p:cNvPr id="1093" name="Google Shape;1093;p3"/>
            <p:cNvSpPr txBox="1"/>
            <p:nvPr/>
          </p:nvSpPr>
          <p:spPr>
            <a:xfrm>
              <a:off x="5208913" y="1303450"/>
              <a:ext cx="39282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71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1" sz="1200" u="none" cap="none" strike="noStrike">
                <a:solidFill>
                  <a:schemeClr val="dk2"/>
                </a:solidFill>
                <a:latin typeface="Quicksand Medium"/>
                <a:ea typeface="Quicksand Medium"/>
                <a:cs typeface="Quicksand Medium"/>
                <a:sym typeface="Quicksand Medium"/>
              </a:endParaRPr>
            </a:p>
          </p:txBody>
        </p:sp>
        <p:sp>
          <p:nvSpPr>
            <p:cNvPr id="1094" name="Google Shape;1094;p3"/>
            <p:cNvSpPr txBox="1"/>
            <p:nvPr/>
          </p:nvSpPr>
          <p:spPr>
            <a:xfrm>
              <a:off x="472263" y="1303450"/>
              <a:ext cx="345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chemeClr val="dk1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Student Questions</a:t>
              </a:r>
              <a:endParaRPr b="1" i="0" sz="2200" u="none" cap="none" strike="noStrik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1" lang="en" sz="1700" u="none" cap="none" strike="noStrike">
                  <a:solidFill>
                    <a:schemeClr val="dk2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Preguntas de los Estudiantes</a:t>
              </a:r>
              <a:endParaRPr b="1" i="1" sz="1700" u="none" cap="none" strike="noStrike">
                <a:solidFill>
                  <a:schemeClr val="dk2"/>
                </a:solidFill>
                <a:latin typeface="Hammersmith One"/>
                <a:ea typeface="Hammersmith One"/>
                <a:cs typeface="Hammersmith One"/>
                <a:sym typeface="Hammersmith One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1"/>
          <p:cNvSpPr txBox="1"/>
          <p:nvPr>
            <p:ph type="title"/>
          </p:nvPr>
        </p:nvSpPr>
        <p:spPr>
          <a:xfrm>
            <a:off x="1950725" y="27357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4400"/>
              <a:t>What is Evolution?</a:t>
            </a:r>
            <a:endParaRPr sz="4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700">
                <a:solidFill>
                  <a:schemeClr val="dk2"/>
                </a:solidFill>
              </a:rPr>
              <a:t>¿Qué es la evolución?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4400"/>
          </a:p>
        </p:txBody>
      </p:sp>
      <p:sp>
        <p:nvSpPr>
          <p:cNvPr id="1100" name="Google Shape;1100;p11"/>
          <p:cNvSpPr/>
          <p:nvPr/>
        </p:nvSpPr>
        <p:spPr>
          <a:xfrm flipH="1">
            <a:off x="311006" y="2675239"/>
            <a:ext cx="1306273" cy="1177534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38100">
              <a:schemeClr val="dk1">
                <a:alpha val="18824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b="0" i="0" sz="4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2"/>
          <p:cNvSpPr txBox="1"/>
          <p:nvPr>
            <p:ph type="title"/>
          </p:nvPr>
        </p:nvSpPr>
        <p:spPr>
          <a:xfrm>
            <a:off x="500350" y="153350"/>
            <a:ext cx="85725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What is Evolution?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¿Qué es la evolución?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06" name="Google Shape;1106;p12"/>
          <p:cNvSpPr txBox="1"/>
          <p:nvPr>
            <p:ph idx="1" type="body"/>
          </p:nvPr>
        </p:nvSpPr>
        <p:spPr>
          <a:xfrm>
            <a:off x="37925" y="1313750"/>
            <a:ext cx="51492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Evolution</a:t>
            </a:r>
            <a:r>
              <a:rPr lang="en"/>
              <a:t> = change in populations over generations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How plants adapt to environments and other organisms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b="1" i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Evolución</a:t>
            </a:r>
            <a:r>
              <a:rPr i="1" lang="en">
                <a:solidFill>
                  <a:schemeClr val="dk2"/>
                </a:solidFill>
              </a:rPr>
              <a:t> = cambio en las poblaciones a lo largo de generaciones.</a:t>
            </a:r>
            <a:endParaRPr i="1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i="1" lang="en">
                <a:solidFill>
                  <a:schemeClr val="dk2"/>
                </a:solidFill>
              </a:rPr>
              <a:t>Conforma la forma en que las plantas se adaptan al entorno y a otros organismos.</a:t>
            </a:r>
            <a:endParaRPr i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07" name="Google Shape;1107;p12" title="61242607-young-plant-in-the-morning-light-on-nature-backgroun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075" y="1543075"/>
            <a:ext cx="3440025" cy="2293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1"/>
          <p:cNvSpPr txBox="1"/>
          <p:nvPr>
            <p:ph type="title"/>
          </p:nvPr>
        </p:nvSpPr>
        <p:spPr>
          <a:xfrm>
            <a:off x="-1531225" y="-105011"/>
            <a:ext cx="85725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What Drives Evolution?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¿Qué impulsa la evolución?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13" name="Google Shape;1113;p21"/>
          <p:cNvSpPr txBox="1"/>
          <p:nvPr>
            <p:ph idx="1" type="body"/>
          </p:nvPr>
        </p:nvSpPr>
        <p:spPr>
          <a:xfrm>
            <a:off x="152075" y="828802"/>
            <a:ext cx="4418400" cy="30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Mutation: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random change in DNA. It’s like a typo in the genetic instructions.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 flow: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individuals move to a new group and bring their genes with them.It’s like new students joining a class and mixing in new traits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drift: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changes in traits just by chance. It’s like flipping a coin — sometimes certain traits become common just by luck.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traits that help an organism survive and reproduce become more common over time. It’s like nature “choosing” the traits that work best.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1"/>
          <p:cNvSpPr txBox="1"/>
          <p:nvPr>
            <p:ph idx="1" type="body"/>
          </p:nvPr>
        </p:nvSpPr>
        <p:spPr>
          <a:xfrm>
            <a:off x="4699650" y="687882"/>
            <a:ext cx="4418400" cy="30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Mutación: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Un cambio aleatorio en el ADN. Es como un error tipográfico en las instrucciones genéticas.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Flujo génico: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Cuando los individuos se trasladan a un nuevo grupo y llevan consigo sus genes. Es como si nuevos estudiantes se unieran a una clase e incorporaran nuevos rasgos.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Deriva genética: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Cambios aleatorios en los rasgos que ocurren simplemente por casualidad. Es como lanzar una moneda al aire: a veces, ciertos rasgos se vuelven comunes solo por suerte.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Selección: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Cuando los rasgos que ayudan a un organismo a sobrevivir y reproducirse se vuelven más comunes con el paso del tiempo. Es como si la naturaleza “eligiera” los rasgos que mejor funcionan.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3"/>
          <p:cNvSpPr txBox="1"/>
          <p:nvPr>
            <p:ph type="title"/>
          </p:nvPr>
        </p:nvSpPr>
        <p:spPr>
          <a:xfrm>
            <a:off x="500350" y="153350"/>
            <a:ext cx="85725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How did Plants Evolve?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600">
                <a:solidFill>
                  <a:schemeClr val="dk2"/>
                </a:solidFill>
              </a:rPr>
              <a:t>¿Cómo evolucionaron las plantas?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1120" name="Google Shape;1120;p13"/>
          <p:cNvSpPr txBox="1"/>
          <p:nvPr>
            <p:ph idx="1" type="body"/>
          </p:nvPr>
        </p:nvSpPr>
        <p:spPr>
          <a:xfrm>
            <a:off x="-79050" y="1603825"/>
            <a:ext cx="9302100" cy="31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/>
              <a:t>The earliest plants likely evolved in the ocean from a green algae ancestor.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/>
              <a:t>Plants were one of the earliest organisms to leave the water and colonize land.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/>
              <a:t>The evolution of vascular tissues allowed plants to start growing and thriving on land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primeras plantas probablemente evolucionaron en el océano a partir de un ancestro, el alga verde.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plantas fueron uno de los primeros organismos en abandonar el agua y colonizar la tierra.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 evolución de los tejidos vasculares permitió que las plantas comenzarán a crecer y prosperar en la tierra.</a:t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4"/>
          <p:cNvSpPr txBox="1"/>
          <p:nvPr>
            <p:ph type="title"/>
          </p:nvPr>
        </p:nvSpPr>
        <p:spPr>
          <a:xfrm>
            <a:off x="500350" y="153350"/>
            <a:ext cx="8572500" cy="9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Plant Evolution Overview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500">
                <a:solidFill>
                  <a:schemeClr val="dk2"/>
                </a:solidFill>
              </a:rPr>
              <a:t>Descripción general de la evolución de las plantas</a:t>
            </a:r>
            <a:endParaRPr i="1" sz="2500">
              <a:solidFill>
                <a:schemeClr val="dk2"/>
              </a:solidFill>
            </a:endParaRPr>
          </a:p>
        </p:txBody>
      </p:sp>
      <p:pic>
        <p:nvPicPr>
          <p:cNvPr id="1126" name="Google Shape;1126;p14" title="207703_web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975" y="1324275"/>
            <a:ext cx="5429250" cy="3619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5"/>
          <p:cNvSpPr txBox="1"/>
          <p:nvPr>
            <p:ph type="title"/>
          </p:nvPr>
        </p:nvSpPr>
        <p:spPr>
          <a:xfrm>
            <a:off x="500350" y="153350"/>
            <a:ext cx="85725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First Plants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>
                <a:solidFill>
                  <a:schemeClr val="dk2"/>
                </a:solidFill>
              </a:rPr>
              <a:t>Primeras Plantas</a:t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 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32" name="Google Shape;1132;p15"/>
          <p:cNvSpPr txBox="1"/>
          <p:nvPr>
            <p:ph idx="1" type="body"/>
          </p:nvPr>
        </p:nvSpPr>
        <p:spPr>
          <a:xfrm>
            <a:off x="946525" y="1537500"/>
            <a:ext cx="4572000" cy="3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icksand"/>
              <a:buChar char="-"/>
            </a:pPr>
            <a:r>
              <a:rPr lang="en" sz="2000">
                <a:latin typeface="Quicksand"/>
                <a:ea typeface="Quicksand"/>
                <a:cs typeface="Quicksand"/>
                <a:sym typeface="Quicksand"/>
              </a:rPr>
              <a:t>1.6 billion years ago</a:t>
            </a:r>
            <a:endParaRPr sz="2000"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icksand"/>
              <a:buChar char="-"/>
            </a:pPr>
            <a:r>
              <a:rPr lang="en" sz="2000">
                <a:latin typeface="Quicksand"/>
                <a:ea typeface="Quicksand"/>
                <a:cs typeface="Quicksand"/>
                <a:sym typeface="Quicksand"/>
              </a:rPr>
              <a:t>Similar to an aquatic algae</a:t>
            </a:r>
            <a:endParaRPr sz="2000"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icksand"/>
              <a:buChar char="-"/>
            </a:pPr>
            <a:r>
              <a:rPr lang="en" sz="2000">
                <a:latin typeface="Quicksand"/>
                <a:ea typeface="Quicksand"/>
                <a:cs typeface="Quicksand"/>
                <a:sym typeface="Quicksand"/>
              </a:rPr>
              <a:t>No stems or roots</a:t>
            </a:r>
            <a:endParaRPr sz="2000"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icksand"/>
              <a:buChar char="-"/>
            </a:pPr>
            <a:r>
              <a:rPr lang="en" sz="2000">
                <a:latin typeface="Quicksand"/>
                <a:ea typeface="Quicksand"/>
                <a:cs typeface="Quicksand"/>
                <a:sym typeface="Quicksand"/>
              </a:rPr>
              <a:t>In the ocean</a:t>
            </a:r>
            <a:endParaRPr sz="2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Quicksand"/>
              <a:buChar char="-"/>
            </a:pPr>
            <a:r>
              <a:rPr lang="en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Similar a un alga acuática.</a:t>
            </a:r>
            <a:endParaRPr sz="200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Quicksand"/>
              <a:buChar char="-"/>
            </a:pPr>
            <a:r>
              <a:rPr lang="en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Sin tallos ni raíces.</a:t>
            </a:r>
            <a:endParaRPr sz="200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33" name="Google Shape;1133;p15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5948" y="1597925"/>
            <a:ext cx="2133425" cy="1419698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4" name="Google Shape;1134;p15" title="NY-Dept-Env-Cons-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5950" y="3369300"/>
            <a:ext cx="2133425" cy="16000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16"/>
          <p:cNvSpPr txBox="1"/>
          <p:nvPr>
            <p:ph type="title"/>
          </p:nvPr>
        </p:nvSpPr>
        <p:spPr>
          <a:xfrm>
            <a:off x="500350" y="153350"/>
            <a:ext cx="85725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100"/>
              <a:t>Plants on Land</a:t>
            </a:r>
            <a:endParaRPr sz="3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3100">
                <a:solidFill>
                  <a:schemeClr val="dk2"/>
                </a:solidFill>
              </a:rPr>
              <a:t>Plantas en la Tierra</a:t>
            </a:r>
            <a:endParaRPr i="1" sz="31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 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40" name="Google Shape;1140;p16"/>
          <p:cNvSpPr txBox="1"/>
          <p:nvPr>
            <p:ph idx="1" type="body"/>
          </p:nvPr>
        </p:nvSpPr>
        <p:spPr>
          <a:xfrm>
            <a:off x="165000" y="1444425"/>
            <a:ext cx="6017700" cy="3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In the ocean, plants were limited to just the upper layer of water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Moving onto land gave plants more room to grow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This change happened 700 million years ago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Early plants were very small and low to the ground because they were struggling to absorb enough water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Moss and liverworts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En el océano, las plantas estaban limitadas a la capa superior del agua.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El traslado a la tierra les dio más espacio para crecer.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Este cambio ocurrió hace 700 millones de años.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primeras plantas eran muy pequeñas y estaban cerca del suelo porque les costaba absorber suficiente agua.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41" name="Google Shape;1141;p16" title="800px-marchantia_polymorpha_kz0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2700" y="1997675"/>
            <a:ext cx="2633450" cy="1879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17"/>
          <p:cNvSpPr txBox="1"/>
          <p:nvPr>
            <p:ph type="title"/>
          </p:nvPr>
        </p:nvSpPr>
        <p:spPr>
          <a:xfrm>
            <a:off x="500350" y="153350"/>
            <a:ext cx="85725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200"/>
              <a:t>Vascular Plants</a:t>
            </a:r>
            <a:endParaRPr sz="3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3200">
                <a:solidFill>
                  <a:schemeClr val="dk2"/>
                </a:solidFill>
              </a:rPr>
              <a:t>Plantas Vasculares</a:t>
            </a:r>
            <a:endParaRPr i="1" sz="32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 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47" name="Google Shape;1147;p17"/>
          <p:cNvSpPr txBox="1"/>
          <p:nvPr>
            <p:ph idx="1" type="body"/>
          </p:nvPr>
        </p:nvSpPr>
        <p:spPr>
          <a:xfrm>
            <a:off x="138950" y="1402425"/>
            <a:ext cx="57051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Vascular tissues are like a plant’s plumbing system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They carry 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/>
              </a:rPr>
              <a:t>water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 and minerals from soil to leaves for photosynthesis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These tissues allowed plants to grow large and endure periods of drought in harsh land environments.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Reproduce via spores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Los tejidos vasculares son como el sistema de tuberías de una planta.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Transportan agua y minerales del suelo a las hojas para la fotosíntesis. 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Estos tejidos permitieron a las plantas crecer y soportar períodos de sequía en entornos terrestres hostiles. 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Se reproducen mediante esporas.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48" name="Google Shape;1148;p17" title="f32a43f5-6845-4a92-9e3a-512d3c9b86ae_larg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700" y="1651950"/>
            <a:ext cx="2822225" cy="2822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8"/>
          <p:cNvSpPr txBox="1"/>
          <p:nvPr>
            <p:ph type="title"/>
          </p:nvPr>
        </p:nvSpPr>
        <p:spPr>
          <a:xfrm>
            <a:off x="500350" y="153350"/>
            <a:ext cx="8572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000"/>
              <a:t>Other Adaptations to Life on Land</a:t>
            </a:r>
            <a:endParaRPr sz="3000"/>
          </a:p>
          <a:p>
            <a:pPr indent="0" lvl="0" marL="0" marR="3810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3000">
                <a:solidFill>
                  <a:schemeClr val="dk2"/>
                </a:solidFill>
              </a:rPr>
              <a:t>Otras adaptaciones a la vida en la tierra</a:t>
            </a:r>
            <a:endParaRPr i="1"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 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54" name="Google Shape;1154;p18"/>
          <p:cNvSpPr txBox="1"/>
          <p:nvPr>
            <p:ph idx="1" type="body"/>
          </p:nvPr>
        </p:nvSpPr>
        <p:spPr>
          <a:xfrm>
            <a:off x="2652900" y="1238375"/>
            <a:ext cx="63564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Lignin: 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a molecule that makes vascular tissues in plants waterproof, which makes them more efficient at transporting liquids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Leaves: 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have chloroplasts, which help turn sunlight into food/energy for the plant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Roots: 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vascular organs that can penetrate soil and even rock. They absorb water and minerals from soil and carry them to leaves. They also anchor a plant in the soil.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Lignina: </a:t>
            </a: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molécula que impermeabiliza los tejidos vasculares de las plantas, lo que los hace más eficientes en el transporte de líquidos.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Hojas: </a:t>
            </a: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poseen cloroplastos, que ayudan a convertir la luz solar en alimento/energía para la planta.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Raíces:</a:t>
            </a: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 órganos vasculares que pueden penetrar el suelo e incluso la roca. Absorben agua y minerales del suelo y los transportan a las hojas. También anclan la planta al suelo.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55" name="Google Shape;1155;p18" title="Modifications-Of-Root-Stem-And-Leaf-With-Examples-5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350" y="1434600"/>
            <a:ext cx="1889350" cy="33588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9"/>
          <p:cNvSpPr txBox="1"/>
          <p:nvPr>
            <p:ph type="title"/>
          </p:nvPr>
        </p:nvSpPr>
        <p:spPr>
          <a:xfrm>
            <a:off x="500350" y="153350"/>
            <a:ext cx="85725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Evolution of Seeds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>
                <a:solidFill>
                  <a:schemeClr val="dk2"/>
                </a:solidFill>
              </a:rPr>
              <a:t>Evolución de las semillas</a:t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 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61" name="Google Shape;1161;p19"/>
          <p:cNvSpPr txBox="1"/>
          <p:nvPr>
            <p:ph idx="1" type="body"/>
          </p:nvPr>
        </p:nvSpPr>
        <p:spPr>
          <a:xfrm>
            <a:off x="333300" y="1316875"/>
            <a:ext cx="5682600" cy="3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A seed-producing plant is called a gymnosperm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390 million years ago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A seed is valuable because it gives the plant embryo nutrients and a protective coats, allowing embryos to survive harsh conditions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i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Una planta productora de semillas se llama gimnosperma.</a:t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i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Hace 390 millones de años.</a:t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i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Una semilla es valiosa porque proporciona al embrión de la planta nutrientes y una capa protectora, lo que permite que los embriones sobreviven en condiciones adversas.</a:t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62" name="Google Shape;1162;p19" title="images-1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7300" y="1874750"/>
            <a:ext cx="2823300" cy="13940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20"/>
          <p:cNvSpPr txBox="1"/>
          <p:nvPr>
            <p:ph type="title"/>
          </p:nvPr>
        </p:nvSpPr>
        <p:spPr>
          <a:xfrm>
            <a:off x="500350" y="153350"/>
            <a:ext cx="85725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Flowering Plants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>
                <a:solidFill>
                  <a:schemeClr val="dk2"/>
                </a:solidFill>
              </a:rPr>
              <a:t>Plantas con Flores</a:t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 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68" name="Google Shape;1168;p20"/>
          <p:cNvSpPr txBox="1"/>
          <p:nvPr>
            <p:ph idx="1" type="body"/>
          </p:nvPr>
        </p:nvSpPr>
        <p:spPr>
          <a:xfrm>
            <a:off x="0" y="1201800"/>
            <a:ext cx="58692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Angiosperm: flowering plant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Led to the most diversity seen in plants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Flowers evolved to attract specific insects, birds, or bats, moving beyond reliance on wind.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A plant’s fruit has seeds inside, facilitating dispersal by animals, wind, or water.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i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Angiosperma: planta con flores</a:t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i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Produjo la mayor diversidad observada en plantas.</a:t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i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flores evolucionaron para atraer insectos, aves o murciélagos específicos, superando la dependencia del viento.</a:t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i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El fruto de una planta contiene semillas en su interior, lo que facilita su dispersión por los animales, el viento o el agua.</a:t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69" name="Google Shape;1169;p20" title="rose-2417334_1280-1024x769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7075" y="1655373"/>
            <a:ext cx="2756101" cy="20697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22"/>
          <p:cNvSpPr txBox="1"/>
          <p:nvPr>
            <p:ph type="title"/>
          </p:nvPr>
        </p:nvSpPr>
        <p:spPr>
          <a:xfrm>
            <a:off x="500350" y="153350"/>
            <a:ext cx="85725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Co-Evolution Explained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Explicación de la coevolución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75" name="Google Shape;1175;p22"/>
          <p:cNvSpPr txBox="1"/>
          <p:nvPr>
            <p:ph idx="1" type="body"/>
          </p:nvPr>
        </p:nvSpPr>
        <p:spPr>
          <a:xfrm>
            <a:off x="37925" y="1313750"/>
            <a:ext cx="4624200" cy="3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Definition: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 Reciprocal evolutionary change between interacting species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Example: 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Flowers evolve to attract specific pollinators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Both partners influence each other’s evolution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Definición: </a:t>
            </a: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Cambio evolutivo recíproco entre especies que interactúan.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Ejemplo: </a:t>
            </a: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flores evolucionan para atraer polinizadores específicos.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Ambas especies influyen mutuamente en su evolución.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76" name="Google Shape;11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2125" y="1774525"/>
            <a:ext cx="4177074" cy="23496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3"/>
          <p:cNvSpPr txBox="1"/>
          <p:nvPr>
            <p:ph type="title"/>
          </p:nvPr>
        </p:nvSpPr>
        <p:spPr>
          <a:xfrm>
            <a:off x="500350" y="28050"/>
            <a:ext cx="85725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Adaptive Traits in Plants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Rasgos adaptativos en las plantas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82" name="Google Shape;1182;p23"/>
          <p:cNvSpPr txBox="1"/>
          <p:nvPr>
            <p:ph idx="1" type="body"/>
          </p:nvPr>
        </p:nvSpPr>
        <p:spPr>
          <a:xfrm>
            <a:off x="0" y="1325100"/>
            <a:ext cx="5308200" cy="3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Structural: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 thorns, leaf shape, root systems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Chemical: 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toxins, fragrances, pigments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Reproductive: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 flower forms, seed dispersal strategies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Many reflect co‑evolutionary pressures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Estructurales: </a:t>
            </a: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espinas, forma de las hojas, sistemas radiculares.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Químicos: </a:t>
            </a: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toxinas, fragancias, pigmentos.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Reproductivos:</a:t>
            </a: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 formas florales, estrategias de dispersión de semillas.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Muchos reflejan presiones coevolutivas.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83" name="Google Shape;1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8150" y="1325100"/>
            <a:ext cx="2968656" cy="36671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24"/>
          <p:cNvSpPr txBox="1"/>
          <p:nvPr>
            <p:ph type="title"/>
          </p:nvPr>
        </p:nvSpPr>
        <p:spPr>
          <a:xfrm>
            <a:off x="1617275" y="2675250"/>
            <a:ext cx="6785100" cy="12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4400"/>
              <a:t>Symbiotic Relationships</a:t>
            </a:r>
            <a:endParaRPr sz="4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4400">
                <a:solidFill>
                  <a:schemeClr val="dk2"/>
                </a:solidFill>
              </a:rPr>
              <a:t>Relaciones Simbioticas</a:t>
            </a:r>
            <a:endParaRPr i="1" sz="4400">
              <a:solidFill>
                <a:schemeClr val="dk2"/>
              </a:solidFill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700"/>
          </a:p>
        </p:txBody>
      </p:sp>
      <p:sp>
        <p:nvSpPr>
          <p:cNvPr id="1189" name="Google Shape;1189;p24"/>
          <p:cNvSpPr/>
          <p:nvPr/>
        </p:nvSpPr>
        <p:spPr>
          <a:xfrm flipH="1">
            <a:off x="311006" y="2675239"/>
            <a:ext cx="1306273" cy="1177534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38100">
              <a:schemeClr val="dk1">
                <a:alpha val="18824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b="0" i="0" sz="4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25"/>
          <p:cNvSpPr txBox="1"/>
          <p:nvPr>
            <p:ph type="title"/>
          </p:nvPr>
        </p:nvSpPr>
        <p:spPr>
          <a:xfrm>
            <a:off x="720000" y="39525"/>
            <a:ext cx="77040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Symbiotic Relationships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Relaciones Simbióticas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195" name="Google Shape;1195;p25"/>
          <p:cNvSpPr txBox="1"/>
          <p:nvPr>
            <p:ph idx="1" type="body"/>
          </p:nvPr>
        </p:nvSpPr>
        <p:spPr>
          <a:xfrm>
            <a:off x="60000" y="1255650"/>
            <a:ext cx="4516200" cy="3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What is a symbiotic relationship?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A close, long-term relationship between two different species that live together 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What are the different types?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Commensalism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Mutualism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Parasitism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96" name="Google Shape;1196;p25"/>
          <p:cNvSpPr txBox="1"/>
          <p:nvPr>
            <p:ph idx="1" type="body"/>
          </p:nvPr>
        </p:nvSpPr>
        <p:spPr>
          <a:xfrm>
            <a:off x="4722800" y="1212175"/>
            <a:ext cx="42540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1F1F1F"/>
                </a:solidFill>
                <a:latin typeface="Quicksand"/>
                <a:ea typeface="Quicksand"/>
                <a:cs typeface="Quicksand"/>
                <a:sym typeface="Quicksand"/>
              </a:rPr>
              <a:t>¿Qué es una relación simbiótica?</a:t>
            </a:r>
            <a:endParaRPr b="1">
              <a:solidFill>
                <a:srgbClr val="1F1F1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Quicksand"/>
              <a:buChar char="-"/>
            </a:pPr>
            <a:r>
              <a:rPr lang="en">
                <a:solidFill>
                  <a:srgbClr val="1F1F1F"/>
                </a:solidFill>
                <a:latin typeface="Quicksand"/>
                <a:ea typeface="Quicksand"/>
                <a:cs typeface="Quicksand"/>
                <a:sym typeface="Quicksand"/>
              </a:rPr>
              <a:t>Una relación estrecha y duradera entre dos especies diferentes que conviven.</a:t>
            </a:r>
            <a:endParaRPr>
              <a:solidFill>
                <a:srgbClr val="1F1F1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1F1F1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1F1F1F"/>
                </a:solidFill>
                <a:latin typeface="Quicksand"/>
                <a:ea typeface="Quicksand"/>
                <a:cs typeface="Quicksand"/>
                <a:sym typeface="Quicksand"/>
              </a:rPr>
              <a:t>¿Cuáles son los diferentes tipos?</a:t>
            </a:r>
            <a:endParaRPr b="1">
              <a:solidFill>
                <a:srgbClr val="1F1F1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Quicksand"/>
              <a:buChar char="-"/>
            </a:pPr>
            <a:r>
              <a:rPr lang="en">
                <a:solidFill>
                  <a:srgbClr val="1F1F1F"/>
                </a:solidFill>
                <a:latin typeface="Quicksand"/>
                <a:ea typeface="Quicksand"/>
                <a:cs typeface="Quicksand"/>
                <a:sym typeface="Quicksand"/>
              </a:rPr>
              <a:t>Comensalismo</a:t>
            </a:r>
            <a:endParaRPr>
              <a:solidFill>
                <a:srgbClr val="1F1F1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Quicksand"/>
              <a:buChar char="-"/>
            </a:pPr>
            <a:r>
              <a:rPr lang="en">
                <a:solidFill>
                  <a:srgbClr val="1F1F1F"/>
                </a:solidFill>
                <a:latin typeface="Quicksand"/>
                <a:ea typeface="Quicksand"/>
                <a:cs typeface="Quicksand"/>
                <a:sym typeface="Quicksand"/>
              </a:rPr>
              <a:t>Mutualismo</a:t>
            </a:r>
            <a:endParaRPr>
              <a:solidFill>
                <a:srgbClr val="1F1F1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Quicksand"/>
              <a:buChar char="-"/>
            </a:pPr>
            <a:r>
              <a:rPr lang="en">
                <a:solidFill>
                  <a:srgbClr val="1F1F1F"/>
                </a:solidFill>
                <a:latin typeface="Quicksand"/>
                <a:ea typeface="Quicksand"/>
                <a:cs typeface="Quicksand"/>
                <a:sym typeface="Quicksand"/>
              </a:rPr>
              <a:t>Parasitismo</a:t>
            </a:r>
            <a:endParaRPr i="1">
              <a:solidFill>
                <a:srgbClr val="1F1F1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26"/>
          <p:cNvSpPr txBox="1"/>
          <p:nvPr>
            <p:ph type="title"/>
          </p:nvPr>
        </p:nvSpPr>
        <p:spPr>
          <a:xfrm>
            <a:off x="720000" y="39525"/>
            <a:ext cx="770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Commensalism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Comensalismo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02" name="Google Shape;1202;p26"/>
          <p:cNvSpPr txBox="1"/>
          <p:nvPr>
            <p:ph idx="1" type="body"/>
          </p:nvPr>
        </p:nvSpPr>
        <p:spPr>
          <a:xfrm>
            <a:off x="60000" y="1255650"/>
            <a:ext cx="8993100" cy="3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latin typeface="Quicksand"/>
                <a:ea typeface="Quicksand"/>
                <a:cs typeface="Quicksand"/>
                <a:sym typeface="Quicksand"/>
              </a:rPr>
              <a:t>Commensalism</a:t>
            </a:r>
            <a:r>
              <a:rPr lang="en" sz="2000">
                <a:latin typeface="Quicksand"/>
                <a:ea typeface="Quicksand"/>
                <a:cs typeface="Quicksand"/>
                <a:sym typeface="Quicksand"/>
              </a:rPr>
              <a:t> is a long-term biological interaction between two species where one organism benefits—obtaining food, shelter, or transportation—while the other (the host) is neither helped nor harmed.</a:t>
            </a:r>
            <a:endParaRPr sz="2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El comensalismo</a:t>
            </a:r>
            <a:r>
              <a:rPr lang="en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 es una interacción biológica a largo plazo entre dos especies en la que un organismo se beneficia (obteniendo alimento, refugio o transporte) mientras que el otro (el huésped) no recibe ayuda ni daño.</a:t>
            </a:r>
            <a:endParaRPr sz="200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  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7"/>
          <p:cNvSpPr txBox="1"/>
          <p:nvPr>
            <p:ph type="title"/>
          </p:nvPr>
        </p:nvSpPr>
        <p:spPr>
          <a:xfrm>
            <a:off x="720000" y="39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Examples of Commensalism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Ejemplos de Comensalismo</a:t>
            </a:r>
            <a:endParaRPr i="1" sz="2600">
              <a:solidFill>
                <a:schemeClr val="dk2"/>
              </a:solidFill>
            </a:endParaRPr>
          </a:p>
        </p:txBody>
      </p:sp>
      <p:pic>
        <p:nvPicPr>
          <p:cNvPr id="1208" name="Google Shape;1208;p27" title="5514-16096727.jpg"/>
          <p:cNvPicPr preferRelativeResize="0"/>
          <p:nvPr/>
        </p:nvPicPr>
        <p:blipFill rotWithShape="1">
          <a:blip r:embed="rId3">
            <a:alphaModFix/>
          </a:blip>
          <a:srcRect b="23783" l="0" r="0" t="8709"/>
          <a:stretch/>
        </p:blipFill>
        <p:spPr>
          <a:xfrm>
            <a:off x="1193425" y="1393175"/>
            <a:ext cx="2764525" cy="3323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9" name="Google Shape;1209;p27"/>
          <p:cNvSpPr txBox="1"/>
          <p:nvPr/>
        </p:nvSpPr>
        <p:spPr>
          <a:xfrm>
            <a:off x="4543175" y="1481075"/>
            <a:ext cx="4217700" cy="2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-"/>
            </a:pP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Orchid 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gains</a:t>
            </a: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better access to sunlight and rainwater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. </a:t>
            </a: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Tree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is not benefited or harmed.</a:t>
            </a:r>
            <a:endParaRPr b="0" i="0" sz="1400" u="none" cap="none" strike="noStrike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-27305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 orquídea obtiene un mejor acceso a la luz solar y al agua de lluvia. El árbol no se beneficia ni se perjudica.</a:t>
            </a:r>
            <a:endParaRPr b="0" i="0" sz="7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8"/>
          <p:cNvSpPr txBox="1"/>
          <p:nvPr>
            <p:ph type="title"/>
          </p:nvPr>
        </p:nvSpPr>
        <p:spPr>
          <a:xfrm>
            <a:off x="720000" y="39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Examples of Commensalism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Ejemplos de Comensalismo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15" name="Google Shape;1215;p28"/>
          <p:cNvSpPr txBox="1"/>
          <p:nvPr/>
        </p:nvSpPr>
        <p:spPr>
          <a:xfrm>
            <a:off x="822300" y="4341625"/>
            <a:ext cx="40704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Remora Fish and Shark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16" name="Google Shape;1216;p28"/>
          <p:cNvSpPr txBox="1"/>
          <p:nvPr/>
        </p:nvSpPr>
        <p:spPr>
          <a:xfrm>
            <a:off x="5117875" y="1426175"/>
            <a:ext cx="3672600" cy="2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-"/>
            </a:pP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Fish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gain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transportation, protection, 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and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food scraps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. Shark is not benefited or harmed.</a:t>
            </a:r>
            <a:endParaRPr b="0" i="0" sz="1400" u="none" cap="none" strike="noStrike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-27305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Los percebes obtienen </a:t>
            </a:r>
            <a:r>
              <a:rPr b="1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transporte, protección y restos de comida</a:t>
            </a: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. El tiburón no se beneficia ni se perjudica.</a:t>
            </a:r>
            <a:endParaRPr b="0" i="0" sz="7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217" name="Google Shape;1217;p28" title="1625786544151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000" y="1426175"/>
            <a:ext cx="4275024" cy="28489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29"/>
          <p:cNvSpPr txBox="1"/>
          <p:nvPr>
            <p:ph type="title"/>
          </p:nvPr>
        </p:nvSpPr>
        <p:spPr>
          <a:xfrm>
            <a:off x="720000" y="39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Examples of Commensalism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Ejemplos de Comensalismo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23" name="Google Shape;1223;p29"/>
          <p:cNvSpPr txBox="1"/>
          <p:nvPr/>
        </p:nvSpPr>
        <p:spPr>
          <a:xfrm>
            <a:off x="822300" y="4341625"/>
            <a:ext cx="40704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Egret and Cattle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24" name="Google Shape;1224;p29"/>
          <p:cNvSpPr txBox="1"/>
          <p:nvPr/>
        </p:nvSpPr>
        <p:spPr>
          <a:xfrm>
            <a:off x="5117875" y="1426175"/>
            <a:ext cx="3672600" cy="2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Egrets follow grazing cattle and eat the insects that are flying around</a:t>
            </a:r>
            <a:endParaRPr b="0" i="0" sz="1400" u="none" cap="none" strike="noStrike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garcetas siguen al ganado que pasta y se comen los insectos que vuelan a su alrededor.</a:t>
            </a:r>
            <a:endParaRPr b="0" i="0" sz="7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225" name="Google Shape;1225;p29" title="Cattle-egret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813" y="1499049"/>
            <a:ext cx="3981375" cy="2769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30"/>
          <p:cNvSpPr txBox="1"/>
          <p:nvPr>
            <p:ph type="title"/>
          </p:nvPr>
        </p:nvSpPr>
        <p:spPr>
          <a:xfrm>
            <a:off x="720000" y="39525"/>
            <a:ext cx="770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Mutualism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El Mutualismo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31" name="Google Shape;1231;p30"/>
          <p:cNvSpPr txBox="1"/>
          <p:nvPr>
            <p:ph idx="1" type="body"/>
          </p:nvPr>
        </p:nvSpPr>
        <p:spPr>
          <a:xfrm>
            <a:off x="60000" y="1255650"/>
            <a:ext cx="8993100" cy="3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latin typeface="Quicksand"/>
                <a:ea typeface="Quicksand"/>
                <a:cs typeface="Quicksand"/>
                <a:sym typeface="Quicksand"/>
              </a:rPr>
              <a:t>Mutualism</a:t>
            </a:r>
            <a:r>
              <a:rPr lang="en" sz="2000">
                <a:latin typeface="Quicksand"/>
                <a:ea typeface="Quicksand"/>
                <a:cs typeface="Quicksand"/>
                <a:sym typeface="Quicksand"/>
              </a:rPr>
              <a:t> is a long-term biological interaction between two species where both organisms benefit. Often exchange resources, protection, or transportation.</a:t>
            </a:r>
            <a:endParaRPr sz="2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El Mutualismo</a:t>
            </a:r>
            <a:r>
              <a:rPr lang="en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 es una interacción biológica a largo plazo entre dos especies donde ambos organismos se benefician. A menudo intercambian recursos, protección o transporte.</a:t>
            </a:r>
            <a:endParaRPr sz="190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  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31"/>
          <p:cNvSpPr txBox="1"/>
          <p:nvPr>
            <p:ph type="title"/>
          </p:nvPr>
        </p:nvSpPr>
        <p:spPr>
          <a:xfrm>
            <a:off x="720000" y="39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Examples of Mutualism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Ejemplos de Mutualismo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37" name="Google Shape;1237;p31"/>
          <p:cNvSpPr txBox="1"/>
          <p:nvPr/>
        </p:nvSpPr>
        <p:spPr>
          <a:xfrm>
            <a:off x="720063" y="3792625"/>
            <a:ext cx="40704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Bee and Flower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38" name="Google Shape;1238;p31"/>
          <p:cNvSpPr txBox="1"/>
          <p:nvPr/>
        </p:nvSpPr>
        <p:spPr>
          <a:xfrm>
            <a:off x="5117875" y="1426175"/>
            <a:ext cx="3672600" cy="23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Bees receive nectar and pollen for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food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while transferring pollen between flowers, allowing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plant reproduction.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abejas reciben néctar y polen </a:t>
            </a:r>
            <a:r>
              <a:rPr b="1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como</a:t>
            </a: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 alimento, mientras transfiere polen entre flores, lo que permite la </a:t>
            </a:r>
            <a:r>
              <a:rPr b="1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reproducción de las plantas.</a:t>
            </a:r>
            <a:endParaRPr b="1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239" name="Google Shape;1239;p31" title="9B2sAbHbMy95m2vHmh8Fu3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800" y="1426176"/>
            <a:ext cx="4206940" cy="2366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32"/>
          <p:cNvSpPr txBox="1"/>
          <p:nvPr>
            <p:ph type="title"/>
          </p:nvPr>
        </p:nvSpPr>
        <p:spPr>
          <a:xfrm>
            <a:off x="720000" y="39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Examples of Mutualism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Ejemplos de Mutualismo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45" name="Google Shape;1245;p32"/>
          <p:cNvSpPr txBox="1"/>
          <p:nvPr/>
        </p:nvSpPr>
        <p:spPr>
          <a:xfrm>
            <a:off x="720063" y="3792625"/>
            <a:ext cx="40704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Clownfish and Sea anemone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46" name="Google Shape;1246;p32"/>
          <p:cNvSpPr txBox="1"/>
          <p:nvPr/>
        </p:nvSpPr>
        <p:spPr>
          <a:xfrm>
            <a:off x="5117875" y="1426175"/>
            <a:ext cx="3861600" cy="23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-"/>
            </a:pP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Clownfish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gain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protection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from predators within the stinging tentacles of the anemone, while the clownfish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protect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the anemone from butterflyfish and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clean 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them.</a:t>
            </a:r>
            <a:endParaRPr b="0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Los peces payaso obtienen protección de los depredadores dentro de los tentáculos urticantes de la anémona, mientras que los peces payaso protegen a la anémona de los peces mariposa y los limpian.</a:t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247" name="Google Shape;1247;p32" title="ImageBank_Fish_Amanda-Cotton_01-scale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38" y="1388550"/>
            <a:ext cx="3688264" cy="23663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33"/>
          <p:cNvSpPr txBox="1"/>
          <p:nvPr>
            <p:ph type="title"/>
          </p:nvPr>
        </p:nvSpPr>
        <p:spPr>
          <a:xfrm>
            <a:off x="720000" y="39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Examples of Mutualism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Ejemplos de Mutualismo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53" name="Google Shape;1253;p33"/>
          <p:cNvSpPr txBox="1"/>
          <p:nvPr/>
        </p:nvSpPr>
        <p:spPr>
          <a:xfrm>
            <a:off x="-76012" y="4411950"/>
            <a:ext cx="40704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Human and Gut Bacteria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54" name="Google Shape;1254;p33"/>
          <p:cNvSpPr txBox="1"/>
          <p:nvPr/>
        </p:nvSpPr>
        <p:spPr>
          <a:xfrm>
            <a:off x="3699450" y="1426175"/>
            <a:ext cx="5280000" cy="28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Humans provide a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warm, nutrient-rich environment for bacteria,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which in turn help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digest food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synthesize vitamins.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Los seres humanos proporcionamos un entorno cálido y rico en nutrientes para las bacterias, que a su vez ayudan a digerir los alimentos y sintetizar vitaminas.</a:t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255" name="Google Shape;1255;p33" title="manandgut-min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000" y="1536350"/>
            <a:ext cx="2478399" cy="28755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4"/>
          <p:cNvSpPr txBox="1"/>
          <p:nvPr>
            <p:ph type="title"/>
          </p:nvPr>
        </p:nvSpPr>
        <p:spPr>
          <a:xfrm>
            <a:off x="720000" y="39525"/>
            <a:ext cx="770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Parasitism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Parasitismo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61" name="Google Shape;1261;p34"/>
          <p:cNvSpPr txBox="1"/>
          <p:nvPr>
            <p:ph idx="1" type="body"/>
          </p:nvPr>
        </p:nvSpPr>
        <p:spPr>
          <a:xfrm>
            <a:off x="60000" y="1255650"/>
            <a:ext cx="8993100" cy="3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latin typeface="Quicksand"/>
                <a:ea typeface="Quicksand"/>
                <a:cs typeface="Quicksand"/>
                <a:sym typeface="Quicksand"/>
              </a:rPr>
              <a:t>Parasitism</a:t>
            </a:r>
            <a:r>
              <a:rPr lang="en" sz="2000">
                <a:latin typeface="Quicksand"/>
                <a:ea typeface="Quicksand"/>
                <a:cs typeface="Quicksand"/>
                <a:sym typeface="Quicksand"/>
              </a:rPr>
              <a:t> is a relationship where one organism (the parasite) lives on or inside a host organism, obtaining nutrients and shelter at the host's expense, often causing disease or harm without immediate killing.</a:t>
            </a:r>
            <a:endParaRPr sz="2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El parasitismo</a:t>
            </a:r>
            <a:r>
              <a:rPr lang="en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 es una relación en la que un organismo (el parásito) vive sobre o dentro de un organismo huésped, obteniendo nutrientes y refugio a expensas del huésped, y a menudo causando enfermedades o daños sin matar inmediatamente.</a:t>
            </a:r>
            <a:endParaRPr sz="190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  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35"/>
          <p:cNvSpPr txBox="1"/>
          <p:nvPr>
            <p:ph type="title"/>
          </p:nvPr>
        </p:nvSpPr>
        <p:spPr>
          <a:xfrm>
            <a:off x="720000" y="39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Examples of Parasitism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Ejemplos de Mutualismo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67" name="Google Shape;1267;p35"/>
          <p:cNvSpPr txBox="1"/>
          <p:nvPr/>
        </p:nvSpPr>
        <p:spPr>
          <a:xfrm>
            <a:off x="720063" y="3792575"/>
            <a:ext cx="40704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Lice and Mammals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68" name="Google Shape;1268;p35"/>
          <p:cNvSpPr txBox="1"/>
          <p:nvPr/>
        </p:nvSpPr>
        <p:spPr>
          <a:xfrm>
            <a:off x="4909075" y="1426175"/>
            <a:ext cx="4070400" cy="30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Lice feed on the blood of mammals, causing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discomfort</a:t>
            </a: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like an itchy head, and </a:t>
            </a: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transmitting diseases.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Los piojos se alimentan de la sangre de los mamíferos, provocando molestias como picazón en la cabeza y transmitiendo enfermedades.</a:t>
            </a:r>
            <a:endParaRPr b="0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269" name="Google Shape;1269;p35" title="shutterstock_690991639-f5de180e88f045809dd339609eab057b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600" y="1445950"/>
            <a:ext cx="3511350" cy="23268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36"/>
          <p:cNvSpPr txBox="1"/>
          <p:nvPr>
            <p:ph type="title"/>
          </p:nvPr>
        </p:nvSpPr>
        <p:spPr>
          <a:xfrm>
            <a:off x="720000" y="39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Examples of Parasitism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Ejemplos de Parasitismo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75" name="Google Shape;1275;p36"/>
          <p:cNvSpPr txBox="1"/>
          <p:nvPr/>
        </p:nvSpPr>
        <p:spPr>
          <a:xfrm>
            <a:off x="720063" y="3792575"/>
            <a:ext cx="40704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Tapeworms and Mammals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76" name="Google Shape;1276;p36"/>
          <p:cNvSpPr txBox="1"/>
          <p:nvPr/>
        </p:nvSpPr>
        <p:spPr>
          <a:xfrm>
            <a:off x="4909075" y="1426175"/>
            <a:ext cx="4070400" cy="30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Tapeworms live in the intestines of humans and animals, absorbing nutrients and depriving the host.</a:t>
            </a:r>
            <a:endParaRPr b="0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lombrices viven en los intestinos de los seres humanos y los animales, absorbiendo nutrientes y privando al huésped.</a:t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277" name="Google Shape;1277;p36" title="C0039754_cdp-2014031303460385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774" y="1382162"/>
            <a:ext cx="3551000" cy="2379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37"/>
          <p:cNvSpPr txBox="1"/>
          <p:nvPr>
            <p:ph type="title"/>
          </p:nvPr>
        </p:nvSpPr>
        <p:spPr>
          <a:xfrm>
            <a:off x="720000" y="39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Examples of Parasitism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Ejemplos de Parasitismo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283" name="Google Shape;1283;p37"/>
          <p:cNvSpPr txBox="1"/>
          <p:nvPr/>
        </p:nvSpPr>
        <p:spPr>
          <a:xfrm>
            <a:off x="397175" y="4280275"/>
            <a:ext cx="40704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Mistletoe and Trees</a:t>
            </a:r>
            <a:endParaRPr b="1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84" name="Google Shape;1284;p37"/>
          <p:cNvSpPr txBox="1"/>
          <p:nvPr/>
        </p:nvSpPr>
        <p:spPr>
          <a:xfrm>
            <a:off x="4199325" y="1454375"/>
            <a:ext cx="4613400" cy="3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Mistletoe attaches to the branches of trees and shrubs, extracting water and nutrients via specialized roots</a:t>
            </a:r>
            <a:endParaRPr b="0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El muérdago se adhiere a las ramas de árboles y arbustos, extrayendo agua y nutrientes a través de raíces especializadas.</a:t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285" name="Google Shape;12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876" y="1454375"/>
            <a:ext cx="2803026" cy="2779748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39"/>
          <p:cNvSpPr txBox="1"/>
          <p:nvPr>
            <p:ph type="title"/>
          </p:nvPr>
        </p:nvSpPr>
        <p:spPr>
          <a:xfrm>
            <a:off x="720000" y="0"/>
            <a:ext cx="77040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Mutualism in Soil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Mutualism en el Suelo</a:t>
            </a:r>
            <a:endParaRPr i="1" sz="2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1291" name="Google Shape;1291;p39"/>
          <p:cNvSpPr txBox="1"/>
          <p:nvPr>
            <p:ph idx="1" type="body"/>
          </p:nvPr>
        </p:nvSpPr>
        <p:spPr>
          <a:xfrm>
            <a:off x="68575" y="1315000"/>
            <a:ext cx="8687400" cy="3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Mutualistic relationships in soil often help plants survive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Certain bacterias in the soil can convert Nitrogen in the air into Ammonia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Ammonia is an essential nutrient for plants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bacteria gets energy (carbohydrates) from the plant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This happens with bean plants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relaciones mutualistas en el suelo a menudo ayudan a las plantas a sobrevivir</a:t>
            </a:r>
            <a:endParaRPr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Ciertas bacterias en el suelo pueden convertir el nitrógeno del aire en amoniaco.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El amoníaco es un nutriente esencial para las plantas.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bacterias obtienen energía (carbohidratos) de la planta.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7305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Esto pasa con las plantas de frijol</a:t>
            </a:r>
            <a:endParaRPr sz="70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40"/>
          <p:cNvSpPr txBox="1"/>
          <p:nvPr>
            <p:ph type="title"/>
          </p:nvPr>
        </p:nvSpPr>
        <p:spPr>
          <a:xfrm>
            <a:off x="720000" y="0"/>
            <a:ext cx="77040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Symbiosis and Evolution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Simbiosis y Evolución</a:t>
            </a:r>
            <a:endParaRPr i="1" sz="2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1297" name="Google Shape;1297;p40"/>
          <p:cNvSpPr txBox="1"/>
          <p:nvPr>
            <p:ph idx="1" type="body"/>
          </p:nvPr>
        </p:nvSpPr>
        <p:spPr>
          <a:xfrm>
            <a:off x="68575" y="1315000"/>
            <a:ext cx="86295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Symbiotic relationships lead to coevolution between plants and their partners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Examples: bees and flowers, bacteria and beans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Symbiosis allows plants to survive in nutrient-poor or stressful environments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Long-term symbioses can lead to major evolutionary transitions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relaciones simbióticas conducen a la coevolución entre las plantas y sus parejas.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Ejemplos: abejas y flores, bacterias y legumbres.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 simbiosis permite a las plantas sobrevivir en entornos pobres en nutrientes o estresantes.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Las simbiosis a largo plazo pueden conducir a importantes transiciones evolutivas.</a:t>
            </a:r>
            <a:endParaRPr i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41"/>
          <p:cNvSpPr txBox="1"/>
          <p:nvPr>
            <p:ph type="title"/>
          </p:nvPr>
        </p:nvSpPr>
        <p:spPr>
          <a:xfrm>
            <a:off x="1950725" y="27357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4300"/>
              <a:t>What is Natural Selection?</a:t>
            </a:r>
            <a:endParaRPr sz="4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700">
                <a:solidFill>
                  <a:schemeClr val="dk2"/>
                </a:solidFill>
              </a:rPr>
              <a:t>Por qué las plantas son importantes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4400"/>
          </a:p>
        </p:txBody>
      </p:sp>
      <p:sp>
        <p:nvSpPr>
          <p:cNvPr id="1303" name="Google Shape;1303;p41"/>
          <p:cNvSpPr/>
          <p:nvPr/>
        </p:nvSpPr>
        <p:spPr>
          <a:xfrm flipH="1">
            <a:off x="311006" y="2675239"/>
            <a:ext cx="1306273" cy="1177534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38100">
              <a:schemeClr val="dk1">
                <a:alpha val="18824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b="0" i="0" sz="4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42"/>
          <p:cNvSpPr txBox="1"/>
          <p:nvPr>
            <p:ph type="title"/>
          </p:nvPr>
        </p:nvSpPr>
        <p:spPr>
          <a:xfrm>
            <a:off x="720000" y="117775"/>
            <a:ext cx="7704000" cy="11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Natural Selection Explained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Selección Natural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309" name="Google Shape;1309;p42"/>
          <p:cNvSpPr txBox="1"/>
          <p:nvPr>
            <p:ph idx="1" type="body"/>
          </p:nvPr>
        </p:nvSpPr>
        <p:spPr>
          <a:xfrm>
            <a:off x="77100" y="1329200"/>
            <a:ext cx="8713800" cy="3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Individuals in a population are slightly different from each other.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Some differences help certain individuals survive better in their environment.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Those individuals are more likely to reproduce and have offspring.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Their helpful traits get passed down to the next generation.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Over time, those helpful traits become more common in the population.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Los individuos de una población difieren ligeramente entre sí.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Algunas diferencias ayudan a ciertos individuos a sobrevivir mejor en su entorno.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Esos individuos tienen mayor probabilidad de reproducirse y tener descendencia.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Sus rasgos beneficiosos se transmiten a la siguiente generación.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Con el tiempo, estos rasgos beneficiosos se vuelven más comunes en la población.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43"/>
          <p:cNvSpPr txBox="1"/>
          <p:nvPr>
            <p:ph type="title"/>
          </p:nvPr>
        </p:nvSpPr>
        <p:spPr>
          <a:xfrm>
            <a:off x="720000" y="117775"/>
            <a:ext cx="77040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Variation and Heritability of Traits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Variación y Heredabilidad de los Rasgos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315" name="Google Shape;1315;p43"/>
          <p:cNvSpPr txBox="1"/>
          <p:nvPr>
            <p:ph idx="1" type="body"/>
          </p:nvPr>
        </p:nvSpPr>
        <p:spPr>
          <a:xfrm>
            <a:off x="77100" y="1217650"/>
            <a:ext cx="42759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Variation: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Quicksand"/>
              <a:buChar char="●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Individuals in a population are not exactly the same.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They have different traits (like height, eye color, or speed).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These differences are called variation.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Heritability of Traits: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Some traits can be passed from parents to offspring through genes.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If a trait is heritable, children can inherit it from their parents.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Not all traits are heritable (for example, a scar is not passed down)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16" name="Google Shape;1316;p43"/>
          <p:cNvSpPr txBox="1"/>
          <p:nvPr/>
        </p:nvSpPr>
        <p:spPr>
          <a:xfrm>
            <a:off x="4540725" y="1349700"/>
            <a:ext cx="4236900" cy="3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Variación:</a:t>
            </a:r>
            <a:endParaRPr b="1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●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Los individuos de una población no son exactamente iguales.</a:t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●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Tienen rasgos diferentes (como la altura, el color de ojos o la velocidad).</a:t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●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Estas diferencias se denominan variación.</a:t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Heredabilidad de los rasgos:</a:t>
            </a:r>
            <a:endParaRPr b="1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●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Algunos rasgos pueden transmitirse de padres a hijos a través de los genes.</a:t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●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Si un rasgo es heredable, los hijos pueden heredar de sus padres.</a:t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●"/>
            </a:pPr>
            <a:r>
              <a:rPr b="0" i="0" lang="en" sz="1400" u="none" cap="none" strike="noStrik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No todos los rasgos son heredables (por ejemplo, una cicatriz no se transmite de padres a hijos).</a:t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44"/>
          <p:cNvSpPr txBox="1"/>
          <p:nvPr>
            <p:ph type="title"/>
          </p:nvPr>
        </p:nvSpPr>
        <p:spPr>
          <a:xfrm>
            <a:off x="720000" y="0"/>
            <a:ext cx="7704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Environmental Pressures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Presiones Ambientales 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322" name="Google Shape;1322;p44"/>
          <p:cNvSpPr txBox="1"/>
          <p:nvPr>
            <p:ph idx="4294967295" type="body"/>
          </p:nvPr>
        </p:nvSpPr>
        <p:spPr>
          <a:xfrm>
            <a:off x="-111725" y="1108350"/>
            <a:ext cx="91440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The environment creates challenges (like predators, weather, disease, or limited food).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Because there is variation, some individuals are better suited to handle those challenges.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If the helpful traits are heritable, those individuals can pass them to their offspring.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Over time, the environment “filters” which traits become more common. 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El entorno crea desafíos (como depredadores, el clima, enfermedades o escasez de alimentos).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Debido a la variación, algunos individuos están mejor preparados para afrontar esos desafíos.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Si los rasgos beneficiosos son heredables, esos individuos pueden transmitirlos a su descendencia.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Con el tiempo, el entorno "filtra" qué rasgos se vuelven más comunes.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323" name="Google Shape;1323;p44" title="sA3nek4gMueHpQaavywXug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125" y="3518288"/>
            <a:ext cx="2190575" cy="1501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4" name="Google Shape;1324;p44" title="images-2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8500" y="3488025"/>
            <a:ext cx="2355129" cy="15615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45"/>
          <p:cNvSpPr txBox="1"/>
          <p:nvPr>
            <p:ph type="title"/>
          </p:nvPr>
        </p:nvSpPr>
        <p:spPr>
          <a:xfrm>
            <a:off x="720000" y="0"/>
            <a:ext cx="7704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“Survival of the Fittest”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 sz="2600">
                <a:solidFill>
                  <a:schemeClr val="dk2"/>
                </a:solidFill>
              </a:rPr>
              <a:t>“La supervivencia del más apto”</a:t>
            </a:r>
            <a:endParaRPr i="1" sz="2600">
              <a:solidFill>
                <a:schemeClr val="dk2"/>
              </a:solidFill>
            </a:endParaRPr>
          </a:p>
        </p:txBody>
      </p:sp>
      <p:sp>
        <p:nvSpPr>
          <p:cNvPr id="1330" name="Google Shape;1330;p45"/>
          <p:cNvSpPr txBox="1"/>
          <p:nvPr>
            <p:ph idx="4294967295" type="body"/>
          </p:nvPr>
        </p:nvSpPr>
        <p:spPr>
          <a:xfrm>
            <a:off x="89750" y="1038175"/>
            <a:ext cx="8876400" cy="3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Example: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If a climate becomes colder, animals with thicker fur (a heritable trait) are more likely to survive and reproduce. Over generations, thicker fur becomes more common.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If there is a long drought and soil becomes very dry, plants with deeper roots (heritable trait) are more likely to survive and have their seeds spread. Over generations, deeper roots become more common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Ejemplo:</a:t>
            </a:r>
            <a:endParaRPr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Si un clima se vuelve más frío, los animales con pelaje más grueso (un rasgo hereditario) tienen más probabilidades de sobrevivir y reproducirse. Con el paso de las generaciones, el pelaje más grueso se vuelve más común.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-"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Si hay una sequía prolongada y el suelo se seca mucho, las plantas con raíces más profundas (un rasgo hereditario) tienen más probabilidades de sobrevivir y propagar sus semillas. Con el paso de las generaciones, las raíces más profundas se vuelven más comunes.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46"/>
          <p:cNvSpPr txBox="1"/>
          <p:nvPr>
            <p:ph type="title"/>
          </p:nvPr>
        </p:nvSpPr>
        <p:spPr>
          <a:xfrm>
            <a:off x="720000" y="58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Activity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i="1" lang="en">
                <a:solidFill>
                  <a:schemeClr val="dk2"/>
                </a:solidFill>
              </a:rPr>
              <a:t>Actividad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1336" name="Google Shape;1336;p46"/>
          <p:cNvSpPr txBox="1"/>
          <p:nvPr>
            <p:ph idx="4294967295" type="body"/>
          </p:nvPr>
        </p:nvSpPr>
        <p:spPr>
          <a:xfrm>
            <a:off x="215050" y="1340374"/>
            <a:ext cx="4284900" cy="3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Evolution and Speciation!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Split up into 3 groups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Everyone will receive the same creature, everyone gets to add a mutation!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Environmental pressures will be revealed…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Creature with the best suited mutation will survive and reproduce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Repeat! </a:t>
            </a:r>
            <a:endParaRPr/>
          </a:p>
        </p:txBody>
      </p:sp>
      <p:sp>
        <p:nvSpPr>
          <p:cNvPr id="1337" name="Google Shape;1337;p46"/>
          <p:cNvSpPr txBox="1"/>
          <p:nvPr/>
        </p:nvSpPr>
        <p:spPr>
          <a:xfrm>
            <a:off x="5063650" y="1340374"/>
            <a:ext cx="3955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¡Evolución y especiación!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AutoNum type="arabicPeriod"/>
            </a:pP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Divídanse en 3 grupos.</a:t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AutoNum type="arabicPeriod"/>
            </a:pP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Todos recibirán la misma criatura; ¡cada uno podrá añadirle una mutación!</a:t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AutoNum type="arabicPeriod"/>
            </a:pP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Se revelarán las presiones ambientales…</a:t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AutoNum type="arabicPeriod"/>
            </a:pP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La criatura con la mutación mejor adaptada sobrevivirá y se reproducirá.</a:t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AutoNum type="arabicPeriod"/>
            </a:pP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¡Repitan el proceso!</a:t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nvironmental Activist CV Infographics by Slidesgo">
  <a:themeElements>
    <a:clrScheme name="Simple Light">
      <a:dk1>
        <a:srgbClr val="003D1B"/>
      </a:dk1>
      <a:lt1>
        <a:srgbClr val="005A2A"/>
      </a:lt1>
      <a:dk2>
        <a:srgbClr val="0F7437"/>
      </a:dk2>
      <a:lt2>
        <a:srgbClr val="89BB4A"/>
      </a:lt2>
      <a:accent1>
        <a:srgbClr val="D8F1C1"/>
      </a:accent1>
      <a:accent2>
        <a:srgbClr val="F5FAE9"/>
      </a:accent2>
      <a:accent3>
        <a:srgbClr val="EA9E00"/>
      </a:accent3>
      <a:accent4>
        <a:srgbClr val="FBF4E8"/>
      </a:accent4>
      <a:accent5>
        <a:srgbClr val="FFFFFF"/>
      </a:accent5>
      <a:accent6>
        <a:srgbClr val="FFFFFF"/>
      </a:accent6>
      <a:hlink>
        <a:srgbClr val="003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vironmental Activist CV by Slidesgo">
  <a:themeElements>
    <a:clrScheme name="Simple Light">
      <a:dk1>
        <a:srgbClr val="003D1B"/>
      </a:dk1>
      <a:lt1>
        <a:srgbClr val="005A2A"/>
      </a:lt1>
      <a:dk2>
        <a:srgbClr val="0F7437"/>
      </a:dk2>
      <a:lt2>
        <a:srgbClr val="89BB4A"/>
      </a:lt2>
      <a:accent1>
        <a:srgbClr val="D8F1C1"/>
      </a:accent1>
      <a:accent2>
        <a:srgbClr val="F5FAE9"/>
      </a:accent2>
      <a:accent3>
        <a:srgbClr val="EA9E00"/>
      </a:accent3>
      <a:accent4>
        <a:srgbClr val="FFFFFF"/>
      </a:accent4>
      <a:accent5>
        <a:srgbClr val="FFFFFF"/>
      </a:accent5>
      <a:accent6>
        <a:srgbClr val="FFFFFF"/>
      </a:accent6>
      <a:hlink>
        <a:srgbClr val="003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