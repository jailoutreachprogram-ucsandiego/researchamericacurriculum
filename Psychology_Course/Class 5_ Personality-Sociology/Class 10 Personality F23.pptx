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40"/>
  </p:notesMasterIdLst>
  <p:sldIdLst>
    <p:sldId id="256" r:id="rId2"/>
    <p:sldId id="261" r:id="rId3"/>
    <p:sldId id="262" r:id="rId4"/>
    <p:sldId id="264" r:id="rId5"/>
    <p:sldId id="258" r:id="rId6"/>
    <p:sldId id="259" r:id="rId7"/>
    <p:sldId id="263" r:id="rId8"/>
    <p:sldId id="267" r:id="rId9"/>
    <p:sldId id="311" r:id="rId10"/>
    <p:sldId id="312" r:id="rId11"/>
    <p:sldId id="268" r:id="rId12"/>
    <p:sldId id="270" r:id="rId13"/>
    <p:sldId id="266" r:id="rId14"/>
    <p:sldId id="313" r:id="rId15"/>
    <p:sldId id="314" r:id="rId16"/>
    <p:sldId id="318" r:id="rId17"/>
    <p:sldId id="315" r:id="rId18"/>
    <p:sldId id="317" r:id="rId19"/>
    <p:sldId id="319" r:id="rId20"/>
    <p:sldId id="320" r:id="rId21"/>
    <p:sldId id="322" r:id="rId22"/>
    <p:sldId id="323" r:id="rId23"/>
    <p:sldId id="335" r:id="rId24"/>
    <p:sldId id="336" r:id="rId25"/>
    <p:sldId id="337" r:id="rId26"/>
    <p:sldId id="338" r:id="rId27"/>
    <p:sldId id="325" r:id="rId28"/>
    <p:sldId id="324" r:id="rId29"/>
    <p:sldId id="326" r:id="rId30"/>
    <p:sldId id="327" r:id="rId31"/>
    <p:sldId id="328" r:id="rId32"/>
    <p:sldId id="329" r:id="rId33"/>
    <p:sldId id="330" r:id="rId34"/>
    <p:sldId id="331" r:id="rId35"/>
    <p:sldId id="332" r:id="rId36"/>
    <p:sldId id="333" r:id="rId37"/>
    <p:sldId id="334" r:id="rId38"/>
    <p:sldId id="275" r:id="rId39"/>
  </p:sldIdLst>
  <p:sldSz cx="9144000" cy="5143500" type="screen16x9"/>
  <p:notesSz cx="6858000" cy="9144000"/>
  <p:embeddedFontLst>
    <p:embeddedFont>
      <p:font typeface="Anaheim" panose="02000503000000000000" pitchFamily="2" charset="77"/>
      <p:regular r:id="rId41"/>
    </p:embeddedFont>
    <p:embeddedFont>
      <p:font typeface="Bitter" pitchFamily="2" charset="77"/>
      <p:regular r:id="rId42"/>
      <p:bold r:id="rId43"/>
      <p:italic r:id="rId44"/>
      <p:boldItalic r:id="rId45"/>
    </p:embeddedFont>
    <p:embeddedFont>
      <p:font typeface="DM Sans" pitchFamily="2" charset="77"/>
      <p:regular r:id="rId46"/>
      <p:bold r:id="rId47"/>
      <p:italic r:id="rId48"/>
      <p:boldItalic r:id="rId49"/>
    </p:embeddedFont>
    <p:embeddedFont>
      <p:font typeface="Nunito Light" panose="020F0302020204030204" pitchFamily="34" charset="0"/>
      <p:regular r:id="rId50"/>
      <p:italic r:id="rId51"/>
    </p:embeddedFont>
    <p:embeddedFont>
      <p:font typeface="Poppins" pitchFamily="2" charset="77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1B515C-11A6-4A03-AD7A-3A821A82F6B7}">
  <a:tblStyle styleId="{5B1B515C-11A6-4A03-AD7A-3A821A82F6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0"/>
  </p:normalViewPr>
  <p:slideViewPr>
    <p:cSldViewPr snapToGrid="0" snapToObjects="1">
      <p:cViewPr>
        <p:scale>
          <a:sx n="140" d="100"/>
          <a:sy n="140" d="100"/>
        </p:scale>
        <p:origin x="840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6DC62F-7F29-2E49-9E57-237CCDF550E2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CF3EEA-204A-5C42-90FC-B5881556FD63}">
      <dgm:prSet phldrT="[Text]"/>
      <dgm:spPr/>
      <dgm:t>
        <a:bodyPr/>
        <a:lstStyle/>
        <a:p>
          <a:r>
            <a:rPr lang="en-US" dirty="0"/>
            <a:t>Unconditional Positive Regard</a:t>
          </a:r>
        </a:p>
      </dgm:t>
    </dgm:pt>
    <dgm:pt modelId="{7BD0FFB2-C481-E547-95E8-96486E6700C8}" type="parTrans" cxnId="{1546C4D5-87D2-1440-8FB8-D0812F764E04}">
      <dgm:prSet/>
      <dgm:spPr/>
      <dgm:t>
        <a:bodyPr/>
        <a:lstStyle/>
        <a:p>
          <a:endParaRPr lang="en-US"/>
        </a:p>
      </dgm:t>
    </dgm:pt>
    <dgm:pt modelId="{7B93E6A3-6353-B24D-9D5B-F252FA3C666E}" type="sibTrans" cxnId="{1546C4D5-87D2-1440-8FB8-D0812F764E04}">
      <dgm:prSet/>
      <dgm:spPr/>
      <dgm:t>
        <a:bodyPr/>
        <a:lstStyle/>
        <a:p>
          <a:endParaRPr lang="en-US"/>
        </a:p>
      </dgm:t>
    </dgm:pt>
    <dgm:pt modelId="{CE6F0C0F-C9F7-5E40-9BF9-180BD6E9886C}">
      <dgm:prSet phldrT="[Text]"/>
      <dgm:spPr/>
      <dgm:t>
        <a:bodyPr/>
        <a:lstStyle/>
        <a:p>
          <a:r>
            <a:rPr lang="en-US" dirty="0"/>
            <a:t>Feeling unconditionally accepted &amp; valued</a:t>
          </a:r>
        </a:p>
      </dgm:t>
    </dgm:pt>
    <dgm:pt modelId="{9BB3B261-47C8-EC45-8A14-A60E58CA5DFD}" type="parTrans" cxnId="{6EA95575-4C0D-EE41-87CD-76954D51DC8E}">
      <dgm:prSet/>
      <dgm:spPr/>
      <dgm:t>
        <a:bodyPr/>
        <a:lstStyle/>
        <a:p>
          <a:endParaRPr lang="en-US"/>
        </a:p>
      </dgm:t>
    </dgm:pt>
    <dgm:pt modelId="{5860DE36-1548-E14A-B475-E919E3BE6752}" type="sibTrans" cxnId="{6EA95575-4C0D-EE41-87CD-76954D51DC8E}">
      <dgm:prSet/>
      <dgm:spPr/>
      <dgm:t>
        <a:bodyPr/>
        <a:lstStyle/>
        <a:p>
          <a:endParaRPr lang="en-US"/>
        </a:p>
      </dgm:t>
    </dgm:pt>
    <dgm:pt modelId="{39457183-A3FF-724F-9DE6-2CF5760D11A7}">
      <dgm:prSet phldrT="[Text]"/>
      <dgm:spPr/>
      <dgm:t>
        <a:bodyPr/>
        <a:lstStyle/>
        <a:p>
          <a:r>
            <a:rPr lang="en-US" dirty="0"/>
            <a:t>Empathy</a:t>
          </a:r>
        </a:p>
      </dgm:t>
    </dgm:pt>
    <dgm:pt modelId="{CFEA3B61-1B54-E640-8C21-79A41783D177}" type="parTrans" cxnId="{B30CBD39-7603-0B45-8441-EA705350FDFD}">
      <dgm:prSet/>
      <dgm:spPr/>
      <dgm:t>
        <a:bodyPr/>
        <a:lstStyle/>
        <a:p>
          <a:endParaRPr lang="en-US"/>
        </a:p>
      </dgm:t>
    </dgm:pt>
    <dgm:pt modelId="{84F653E0-2C5D-FE42-93F6-0774A4AE92BD}" type="sibTrans" cxnId="{B30CBD39-7603-0B45-8441-EA705350FDFD}">
      <dgm:prSet/>
      <dgm:spPr/>
      <dgm:t>
        <a:bodyPr/>
        <a:lstStyle/>
        <a:p>
          <a:endParaRPr lang="en-US"/>
        </a:p>
      </dgm:t>
    </dgm:pt>
    <dgm:pt modelId="{A16F5FB9-39F7-6248-A0C2-1B8B482E2159}">
      <dgm:prSet phldrT="[Text]"/>
      <dgm:spPr/>
      <dgm:t>
        <a:bodyPr/>
        <a:lstStyle/>
        <a:p>
          <a:r>
            <a:rPr lang="en-US" dirty="0"/>
            <a:t>Interacting with people who are empathetic</a:t>
          </a:r>
        </a:p>
      </dgm:t>
    </dgm:pt>
    <dgm:pt modelId="{FB16C92B-9CCE-BB43-A19A-FA71EDBEACED}" type="parTrans" cxnId="{27258DFE-E57C-804D-B9D4-EF46A72A9CB4}">
      <dgm:prSet/>
      <dgm:spPr/>
      <dgm:t>
        <a:bodyPr/>
        <a:lstStyle/>
        <a:p>
          <a:endParaRPr lang="en-US"/>
        </a:p>
      </dgm:t>
    </dgm:pt>
    <dgm:pt modelId="{A2285B90-F9DE-0545-A347-1A5E784F7568}" type="sibTrans" cxnId="{27258DFE-E57C-804D-B9D4-EF46A72A9CB4}">
      <dgm:prSet/>
      <dgm:spPr/>
      <dgm:t>
        <a:bodyPr/>
        <a:lstStyle/>
        <a:p>
          <a:endParaRPr lang="en-US"/>
        </a:p>
      </dgm:t>
    </dgm:pt>
    <dgm:pt modelId="{52396228-3276-3B4E-929A-AB06F16CBF96}">
      <dgm:prSet phldrT="[Text]"/>
      <dgm:spPr/>
      <dgm:t>
        <a:bodyPr/>
        <a:lstStyle/>
        <a:p>
          <a:r>
            <a:rPr lang="en-US" dirty="0"/>
            <a:t>Good listener; understanding</a:t>
          </a:r>
        </a:p>
      </dgm:t>
    </dgm:pt>
    <dgm:pt modelId="{B3D70608-CCB3-074F-8B1E-CF78FF77BC5F}" type="parTrans" cxnId="{8B0811C6-8415-9C46-A0AD-91C6A1000834}">
      <dgm:prSet/>
      <dgm:spPr/>
      <dgm:t>
        <a:bodyPr/>
        <a:lstStyle/>
        <a:p>
          <a:endParaRPr lang="en-US"/>
        </a:p>
      </dgm:t>
    </dgm:pt>
    <dgm:pt modelId="{C9004450-A018-BE43-9CE7-E4A5D6108DDD}" type="sibTrans" cxnId="{8B0811C6-8415-9C46-A0AD-91C6A1000834}">
      <dgm:prSet/>
      <dgm:spPr/>
      <dgm:t>
        <a:bodyPr/>
        <a:lstStyle/>
        <a:p>
          <a:endParaRPr lang="en-US"/>
        </a:p>
      </dgm:t>
    </dgm:pt>
    <dgm:pt modelId="{121CF68F-EB29-BF48-9451-D49F0DBD50DD}">
      <dgm:prSet phldrT="[Text]"/>
      <dgm:spPr/>
      <dgm:t>
        <a:bodyPr/>
        <a:lstStyle/>
        <a:p>
          <a:r>
            <a:rPr lang="en-US" dirty="0"/>
            <a:t>Genuineness</a:t>
          </a:r>
        </a:p>
      </dgm:t>
    </dgm:pt>
    <dgm:pt modelId="{42081C9A-0938-0340-8DFF-DA938C0B0D92}" type="parTrans" cxnId="{53D33DD3-5CB4-CC4A-9D1C-B7908C69AAC1}">
      <dgm:prSet/>
      <dgm:spPr/>
      <dgm:t>
        <a:bodyPr/>
        <a:lstStyle/>
        <a:p>
          <a:endParaRPr lang="en-US"/>
        </a:p>
      </dgm:t>
    </dgm:pt>
    <dgm:pt modelId="{7454B464-1984-654E-8378-F090E6FF0B59}" type="sibTrans" cxnId="{53D33DD3-5CB4-CC4A-9D1C-B7908C69AAC1}">
      <dgm:prSet/>
      <dgm:spPr/>
      <dgm:t>
        <a:bodyPr/>
        <a:lstStyle/>
        <a:p>
          <a:endParaRPr lang="en-US"/>
        </a:p>
      </dgm:t>
    </dgm:pt>
    <dgm:pt modelId="{9A53B02A-E76A-3446-885F-1A6F64049981}">
      <dgm:prSet phldrT="[Text]"/>
      <dgm:spPr/>
      <dgm:t>
        <a:bodyPr/>
        <a:lstStyle/>
        <a:p>
          <a:r>
            <a:rPr lang="en-US" dirty="0"/>
            <a:t>Being our authentic selves</a:t>
          </a:r>
        </a:p>
      </dgm:t>
    </dgm:pt>
    <dgm:pt modelId="{7D9A2F12-8BD7-2141-A008-9A777C754FDB}" type="parTrans" cxnId="{87FB221E-AD4E-0E4F-A10C-E8D0173146BD}">
      <dgm:prSet/>
      <dgm:spPr/>
      <dgm:t>
        <a:bodyPr/>
        <a:lstStyle/>
        <a:p>
          <a:endParaRPr lang="en-US"/>
        </a:p>
      </dgm:t>
    </dgm:pt>
    <dgm:pt modelId="{2F21C1EA-471F-9D4A-B9EF-DF5B5B16048C}" type="sibTrans" cxnId="{87FB221E-AD4E-0E4F-A10C-E8D0173146BD}">
      <dgm:prSet/>
      <dgm:spPr/>
      <dgm:t>
        <a:bodyPr/>
        <a:lstStyle/>
        <a:p>
          <a:endParaRPr lang="en-US"/>
        </a:p>
      </dgm:t>
    </dgm:pt>
    <dgm:pt modelId="{8EB7788A-7AFD-CD45-A02E-094C5283EBF1}" type="pres">
      <dgm:prSet presAssocID="{DD6DC62F-7F29-2E49-9E57-237CCDF550E2}" presName="Name0" presStyleCnt="0">
        <dgm:presLayoutVars>
          <dgm:dir/>
          <dgm:animLvl val="lvl"/>
          <dgm:resizeHandles val="exact"/>
        </dgm:presLayoutVars>
      </dgm:prSet>
      <dgm:spPr/>
    </dgm:pt>
    <dgm:pt modelId="{61CDB078-779A-5B40-B47A-7E3A35562980}" type="pres">
      <dgm:prSet presAssocID="{63CF3EEA-204A-5C42-90FC-B5881556FD63}" presName="composite" presStyleCnt="0"/>
      <dgm:spPr/>
    </dgm:pt>
    <dgm:pt modelId="{C55A78F7-DC8C-364C-9008-EB1B997777D2}" type="pres">
      <dgm:prSet presAssocID="{63CF3EEA-204A-5C42-90FC-B5881556FD6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7963D32-2D20-C747-84DF-9EF1C828E40B}" type="pres">
      <dgm:prSet presAssocID="{63CF3EEA-204A-5C42-90FC-B5881556FD63}" presName="desTx" presStyleLbl="alignAccFollowNode1" presStyleIdx="0" presStyleCnt="3">
        <dgm:presLayoutVars>
          <dgm:bulletEnabled val="1"/>
        </dgm:presLayoutVars>
      </dgm:prSet>
      <dgm:spPr/>
    </dgm:pt>
    <dgm:pt modelId="{375A6B1D-0D72-8F42-A214-0A87BBDFE927}" type="pres">
      <dgm:prSet presAssocID="{7B93E6A3-6353-B24D-9D5B-F252FA3C666E}" presName="space" presStyleCnt="0"/>
      <dgm:spPr/>
    </dgm:pt>
    <dgm:pt modelId="{2E7D0DDF-A6E6-8E4E-BB5F-929F683BE224}" type="pres">
      <dgm:prSet presAssocID="{39457183-A3FF-724F-9DE6-2CF5760D11A7}" presName="composite" presStyleCnt="0"/>
      <dgm:spPr/>
    </dgm:pt>
    <dgm:pt modelId="{16408CE2-2E1B-4F4B-9F1E-9B6BC6082DF2}" type="pres">
      <dgm:prSet presAssocID="{39457183-A3FF-724F-9DE6-2CF5760D11A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C170554-8B7A-004C-928E-AF9ED525EF87}" type="pres">
      <dgm:prSet presAssocID="{39457183-A3FF-724F-9DE6-2CF5760D11A7}" presName="desTx" presStyleLbl="alignAccFollowNode1" presStyleIdx="1" presStyleCnt="3">
        <dgm:presLayoutVars>
          <dgm:bulletEnabled val="1"/>
        </dgm:presLayoutVars>
      </dgm:prSet>
      <dgm:spPr/>
    </dgm:pt>
    <dgm:pt modelId="{7C1CFAD4-78B0-5248-9D6C-AAED33533D87}" type="pres">
      <dgm:prSet presAssocID="{84F653E0-2C5D-FE42-93F6-0774A4AE92BD}" presName="space" presStyleCnt="0"/>
      <dgm:spPr/>
    </dgm:pt>
    <dgm:pt modelId="{4E6B7AD5-B880-DC4D-A1F4-574A80E96D59}" type="pres">
      <dgm:prSet presAssocID="{121CF68F-EB29-BF48-9451-D49F0DBD50DD}" presName="composite" presStyleCnt="0"/>
      <dgm:spPr/>
    </dgm:pt>
    <dgm:pt modelId="{5730FE48-BA55-8F42-B302-78C27ACD81B4}" type="pres">
      <dgm:prSet presAssocID="{121CF68F-EB29-BF48-9451-D49F0DBD50D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F57AC73-8EB8-B241-9A47-9BC5AD145DC3}" type="pres">
      <dgm:prSet presAssocID="{121CF68F-EB29-BF48-9451-D49F0DBD50D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87FB221E-AD4E-0E4F-A10C-E8D0173146BD}" srcId="{121CF68F-EB29-BF48-9451-D49F0DBD50DD}" destId="{9A53B02A-E76A-3446-885F-1A6F64049981}" srcOrd="0" destOrd="0" parTransId="{7D9A2F12-8BD7-2141-A008-9A777C754FDB}" sibTransId="{2F21C1EA-471F-9D4A-B9EF-DF5B5B16048C}"/>
    <dgm:cxn modelId="{B30CBD39-7603-0B45-8441-EA705350FDFD}" srcId="{DD6DC62F-7F29-2E49-9E57-237CCDF550E2}" destId="{39457183-A3FF-724F-9DE6-2CF5760D11A7}" srcOrd="1" destOrd="0" parTransId="{CFEA3B61-1B54-E640-8C21-79A41783D177}" sibTransId="{84F653E0-2C5D-FE42-93F6-0774A4AE92BD}"/>
    <dgm:cxn modelId="{EABA5E44-4F68-544E-AB53-7E9DE65178E8}" type="presOf" srcId="{A16F5FB9-39F7-6248-A0C2-1B8B482E2159}" destId="{4C170554-8B7A-004C-928E-AF9ED525EF87}" srcOrd="0" destOrd="0" presId="urn:microsoft.com/office/officeart/2005/8/layout/hList1"/>
    <dgm:cxn modelId="{C1EB4B5C-0E35-8441-A563-AA9D7283AA0C}" type="presOf" srcId="{63CF3EEA-204A-5C42-90FC-B5881556FD63}" destId="{C55A78F7-DC8C-364C-9008-EB1B997777D2}" srcOrd="0" destOrd="0" presId="urn:microsoft.com/office/officeart/2005/8/layout/hList1"/>
    <dgm:cxn modelId="{4C311D74-9274-2445-A983-BBB232403C8A}" type="presOf" srcId="{52396228-3276-3B4E-929A-AB06F16CBF96}" destId="{4C170554-8B7A-004C-928E-AF9ED525EF87}" srcOrd="0" destOrd="1" presId="urn:microsoft.com/office/officeart/2005/8/layout/hList1"/>
    <dgm:cxn modelId="{6EA95575-4C0D-EE41-87CD-76954D51DC8E}" srcId="{63CF3EEA-204A-5C42-90FC-B5881556FD63}" destId="{CE6F0C0F-C9F7-5E40-9BF9-180BD6E9886C}" srcOrd="0" destOrd="0" parTransId="{9BB3B261-47C8-EC45-8A14-A60E58CA5DFD}" sibTransId="{5860DE36-1548-E14A-B475-E919E3BE6752}"/>
    <dgm:cxn modelId="{E7A4607A-7D64-F344-A982-AA43BAB799C2}" type="presOf" srcId="{121CF68F-EB29-BF48-9451-D49F0DBD50DD}" destId="{5730FE48-BA55-8F42-B302-78C27ACD81B4}" srcOrd="0" destOrd="0" presId="urn:microsoft.com/office/officeart/2005/8/layout/hList1"/>
    <dgm:cxn modelId="{ED7BC08E-7548-CC43-8913-156294877EC9}" type="presOf" srcId="{DD6DC62F-7F29-2E49-9E57-237CCDF550E2}" destId="{8EB7788A-7AFD-CD45-A02E-094C5283EBF1}" srcOrd="0" destOrd="0" presId="urn:microsoft.com/office/officeart/2005/8/layout/hList1"/>
    <dgm:cxn modelId="{6BC9D68F-1285-EE4C-9E96-A40E4FB893EC}" type="presOf" srcId="{CE6F0C0F-C9F7-5E40-9BF9-180BD6E9886C}" destId="{17963D32-2D20-C747-84DF-9EF1C828E40B}" srcOrd="0" destOrd="0" presId="urn:microsoft.com/office/officeart/2005/8/layout/hList1"/>
    <dgm:cxn modelId="{4CF74693-FBC6-2B4E-ABBC-A67B309749BA}" type="presOf" srcId="{39457183-A3FF-724F-9DE6-2CF5760D11A7}" destId="{16408CE2-2E1B-4F4B-9F1E-9B6BC6082DF2}" srcOrd="0" destOrd="0" presId="urn:microsoft.com/office/officeart/2005/8/layout/hList1"/>
    <dgm:cxn modelId="{8B0811C6-8415-9C46-A0AD-91C6A1000834}" srcId="{39457183-A3FF-724F-9DE6-2CF5760D11A7}" destId="{52396228-3276-3B4E-929A-AB06F16CBF96}" srcOrd="1" destOrd="0" parTransId="{B3D70608-CCB3-074F-8B1E-CF78FF77BC5F}" sibTransId="{C9004450-A018-BE43-9CE7-E4A5D6108DDD}"/>
    <dgm:cxn modelId="{B47DC9C9-B98B-1D4B-9F1A-4A4571893AFC}" type="presOf" srcId="{9A53B02A-E76A-3446-885F-1A6F64049981}" destId="{2F57AC73-8EB8-B241-9A47-9BC5AD145DC3}" srcOrd="0" destOrd="0" presId="urn:microsoft.com/office/officeart/2005/8/layout/hList1"/>
    <dgm:cxn modelId="{53D33DD3-5CB4-CC4A-9D1C-B7908C69AAC1}" srcId="{DD6DC62F-7F29-2E49-9E57-237CCDF550E2}" destId="{121CF68F-EB29-BF48-9451-D49F0DBD50DD}" srcOrd="2" destOrd="0" parTransId="{42081C9A-0938-0340-8DFF-DA938C0B0D92}" sibTransId="{7454B464-1984-654E-8378-F090E6FF0B59}"/>
    <dgm:cxn modelId="{1546C4D5-87D2-1440-8FB8-D0812F764E04}" srcId="{DD6DC62F-7F29-2E49-9E57-237CCDF550E2}" destId="{63CF3EEA-204A-5C42-90FC-B5881556FD63}" srcOrd="0" destOrd="0" parTransId="{7BD0FFB2-C481-E547-95E8-96486E6700C8}" sibTransId="{7B93E6A3-6353-B24D-9D5B-F252FA3C666E}"/>
    <dgm:cxn modelId="{27258DFE-E57C-804D-B9D4-EF46A72A9CB4}" srcId="{39457183-A3FF-724F-9DE6-2CF5760D11A7}" destId="{A16F5FB9-39F7-6248-A0C2-1B8B482E2159}" srcOrd="0" destOrd="0" parTransId="{FB16C92B-9CCE-BB43-A19A-FA71EDBEACED}" sibTransId="{A2285B90-F9DE-0545-A347-1A5E784F7568}"/>
    <dgm:cxn modelId="{A98EB556-428B-CB43-8FCA-0492E628D632}" type="presParOf" srcId="{8EB7788A-7AFD-CD45-A02E-094C5283EBF1}" destId="{61CDB078-779A-5B40-B47A-7E3A35562980}" srcOrd="0" destOrd="0" presId="urn:microsoft.com/office/officeart/2005/8/layout/hList1"/>
    <dgm:cxn modelId="{87D1C5F9-3200-C641-94B3-E3059BAC12AF}" type="presParOf" srcId="{61CDB078-779A-5B40-B47A-7E3A35562980}" destId="{C55A78F7-DC8C-364C-9008-EB1B997777D2}" srcOrd="0" destOrd="0" presId="urn:microsoft.com/office/officeart/2005/8/layout/hList1"/>
    <dgm:cxn modelId="{487A5499-4978-344C-8F3C-A75F4ABC3F67}" type="presParOf" srcId="{61CDB078-779A-5B40-B47A-7E3A35562980}" destId="{17963D32-2D20-C747-84DF-9EF1C828E40B}" srcOrd="1" destOrd="0" presId="urn:microsoft.com/office/officeart/2005/8/layout/hList1"/>
    <dgm:cxn modelId="{5347CB6A-03A6-DA46-8898-A6D1293BEFE4}" type="presParOf" srcId="{8EB7788A-7AFD-CD45-A02E-094C5283EBF1}" destId="{375A6B1D-0D72-8F42-A214-0A87BBDFE927}" srcOrd="1" destOrd="0" presId="urn:microsoft.com/office/officeart/2005/8/layout/hList1"/>
    <dgm:cxn modelId="{B897739B-B8A0-E747-8E2E-F3C7B6278D03}" type="presParOf" srcId="{8EB7788A-7AFD-CD45-A02E-094C5283EBF1}" destId="{2E7D0DDF-A6E6-8E4E-BB5F-929F683BE224}" srcOrd="2" destOrd="0" presId="urn:microsoft.com/office/officeart/2005/8/layout/hList1"/>
    <dgm:cxn modelId="{DAE52591-760B-4442-BB31-0E745BF76ED3}" type="presParOf" srcId="{2E7D0DDF-A6E6-8E4E-BB5F-929F683BE224}" destId="{16408CE2-2E1B-4F4B-9F1E-9B6BC6082DF2}" srcOrd="0" destOrd="0" presId="urn:microsoft.com/office/officeart/2005/8/layout/hList1"/>
    <dgm:cxn modelId="{FC979F60-45B1-D847-A66A-D35790CECD7B}" type="presParOf" srcId="{2E7D0DDF-A6E6-8E4E-BB5F-929F683BE224}" destId="{4C170554-8B7A-004C-928E-AF9ED525EF87}" srcOrd="1" destOrd="0" presId="urn:microsoft.com/office/officeart/2005/8/layout/hList1"/>
    <dgm:cxn modelId="{347E8AAB-1DD3-F940-B01C-A9B7418E335C}" type="presParOf" srcId="{8EB7788A-7AFD-CD45-A02E-094C5283EBF1}" destId="{7C1CFAD4-78B0-5248-9D6C-AAED33533D87}" srcOrd="3" destOrd="0" presId="urn:microsoft.com/office/officeart/2005/8/layout/hList1"/>
    <dgm:cxn modelId="{50749D4F-C101-3B49-9F25-5FE14BD86FFF}" type="presParOf" srcId="{8EB7788A-7AFD-CD45-A02E-094C5283EBF1}" destId="{4E6B7AD5-B880-DC4D-A1F4-574A80E96D59}" srcOrd="4" destOrd="0" presId="urn:microsoft.com/office/officeart/2005/8/layout/hList1"/>
    <dgm:cxn modelId="{B725BE2C-0541-5D46-A358-9AF06A447FB2}" type="presParOf" srcId="{4E6B7AD5-B880-DC4D-A1F4-574A80E96D59}" destId="{5730FE48-BA55-8F42-B302-78C27ACD81B4}" srcOrd="0" destOrd="0" presId="urn:microsoft.com/office/officeart/2005/8/layout/hList1"/>
    <dgm:cxn modelId="{D34499CD-520A-7F47-9D36-40C789531EDA}" type="presParOf" srcId="{4E6B7AD5-B880-DC4D-A1F4-574A80E96D59}" destId="{2F57AC73-8EB8-B241-9A47-9BC5AD145DC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547937-2EC8-EC48-BFB3-997916C7419E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45CB77-902C-8C42-AA66-825AFB2AADDB}">
      <dgm:prSet phldrT="[Text]"/>
      <dgm:spPr/>
      <dgm:t>
        <a:bodyPr/>
        <a:lstStyle/>
        <a:p>
          <a:r>
            <a:rPr lang="en-US" i="1">
              <a:solidFill>
                <a:schemeClr val="tx1"/>
              </a:solidFill>
            </a:rPr>
            <a:t>Lexical approach</a:t>
          </a:r>
          <a:endParaRPr lang="en-US" dirty="0">
            <a:solidFill>
              <a:schemeClr val="tx1"/>
            </a:solidFill>
          </a:endParaRPr>
        </a:p>
      </dgm:t>
    </dgm:pt>
    <dgm:pt modelId="{2613C22F-97D2-A145-9080-8CC7696435EA}" type="parTrans" cxnId="{CD0AB1DA-8E3B-6E44-8130-DE727313F144}">
      <dgm:prSet/>
      <dgm:spPr/>
      <dgm:t>
        <a:bodyPr/>
        <a:lstStyle/>
        <a:p>
          <a:endParaRPr lang="en-US"/>
        </a:p>
      </dgm:t>
    </dgm:pt>
    <dgm:pt modelId="{85104108-6177-3B48-8E42-B397FEBC7D58}" type="sibTrans" cxnId="{CD0AB1DA-8E3B-6E44-8130-DE727313F144}">
      <dgm:prSet/>
      <dgm:spPr>
        <a:solidFill>
          <a:schemeClr val="tx2"/>
        </a:solidFill>
      </dgm:spPr>
      <dgm:t>
        <a:bodyPr/>
        <a:lstStyle/>
        <a:p>
          <a:endParaRPr lang="en-US"/>
        </a:p>
      </dgm:t>
    </dgm:pt>
    <dgm:pt modelId="{1DBBA179-D819-DF46-A059-48BB412548C3}">
      <dgm:prSet phldrT="[Text]"/>
      <dgm:spPr/>
      <dgm:t>
        <a:bodyPr/>
        <a:lstStyle/>
        <a:p>
          <a:pPr algn="l">
            <a:buFont typeface="Courier New" panose="02070309020205020404" pitchFamily="49" charset="0"/>
            <a:buChar char="o"/>
          </a:pPr>
          <a:r>
            <a:rPr lang="en-US">
              <a:solidFill>
                <a:schemeClr val="tx2"/>
              </a:solidFill>
            </a:rPr>
            <a:t>If something is important to us, it should be reflected in our language</a:t>
          </a:r>
          <a:endParaRPr lang="en-US" dirty="0">
            <a:solidFill>
              <a:schemeClr val="tx2"/>
            </a:solidFill>
          </a:endParaRPr>
        </a:p>
      </dgm:t>
    </dgm:pt>
    <dgm:pt modelId="{516ED40C-40EE-FF44-B3F3-9D5AE1B73D69}" type="parTrans" cxnId="{5BEEF4A1-EDB9-EC48-9423-A3BD5305680F}">
      <dgm:prSet/>
      <dgm:spPr/>
      <dgm:t>
        <a:bodyPr/>
        <a:lstStyle/>
        <a:p>
          <a:endParaRPr lang="en-US"/>
        </a:p>
      </dgm:t>
    </dgm:pt>
    <dgm:pt modelId="{D51E8780-E703-464E-ADA4-BA1C3A4610FB}" type="sibTrans" cxnId="{5BEEF4A1-EDB9-EC48-9423-A3BD5305680F}">
      <dgm:prSet/>
      <dgm:spPr/>
      <dgm:t>
        <a:bodyPr/>
        <a:lstStyle/>
        <a:p>
          <a:endParaRPr lang="en-US"/>
        </a:p>
      </dgm:t>
    </dgm:pt>
    <dgm:pt modelId="{0AEE446B-ADD3-374B-8002-8890CE1897F3}">
      <dgm:prSet phldrT="[Text]"/>
      <dgm:spPr/>
      <dgm:t>
        <a:bodyPr/>
        <a:lstStyle/>
        <a:p>
          <a:r>
            <a:rPr lang="en-US" b="0" i="1">
              <a:solidFill>
                <a:schemeClr val="tx1"/>
              </a:solidFill>
            </a:rPr>
            <a:t>Factor Analysis</a:t>
          </a:r>
          <a:endParaRPr lang="en-US" b="0" i="1" dirty="0">
            <a:solidFill>
              <a:schemeClr val="tx1"/>
            </a:solidFill>
          </a:endParaRPr>
        </a:p>
      </dgm:t>
    </dgm:pt>
    <dgm:pt modelId="{8524C544-F309-A445-9E94-06F68411D910}" type="parTrans" cxnId="{3FE614E3-D0B4-264D-9B72-AE08EFB2C8CE}">
      <dgm:prSet/>
      <dgm:spPr/>
      <dgm:t>
        <a:bodyPr/>
        <a:lstStyle/>
        <a:p>
          <a:endParaRPr lang="en-US"/>
        </a:p>
      </dgm:t>
    </dgm:pt>
    <dgm:pt modelId="{5FD83BEF-7F35-1A42-BDBB-A80B7F819ACE}" type="sibTrans" cxnId="{3FE614E3-D0B4-264D-9B72-AE08EFB2C8CE}">
      <dgm:prSet/>
      <dgm:spPr/>
      <dgm:t>
        <a:bodyPr/>
        <a:lstStyle/>
        <a:p>
          <a:endParaRPr lang="en-US"/>
        </a:p>
      </dgm:t>
    </dgm:pt>
    <dgm:pt modelId="{8F730C07-DB26-7F42-9B79-2FB123598A88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Identify related items</a:t>
          </a:r>
        </a:p>
      </dgm:t>
    </dgm:pt>
    <dgm:pt modelId="{97C240C3-4E9C-734C-BDB0-C5028376606A}" type="parTrans" cxnId="{A371F0C2-345F-C54B-B98E-BBDE49D96D72}">
      <dgm:prSet/>
      <dgm:spPr/>
      <dgm:t>
        <a:bodyPr/>
        <a:lstStyle/>
        <a:p>
          <a:endParaRPr lang="en-US"/>
        </a:p>
      </dgm:t>
    </dgm:pt>
    <dgm:pt modelId="{69776C54-42EB-A74C-8AF9-6637584E8307}" type="sibTrans" cxnId="{A371F0C2-345F-C54B-B98E-BBDE49D96D72}">
      <dgm:prSet/>
      <dgm:spPr/>
      <dgm:t>
        <a:bodyPr/>
        <a:lstStyle/>
        <a:p>
          <a:endParaRPr lang="en-US"/>
        </a:p>
      </dgm:t>
    </dgm:pt>
    <dgm:pt modelId="{0E3FF209-6895-D74B-86E8-05E6B0317B29}">
      <dgm:prSet phldrT="[Text]"/>
      <dgm:spPr/>
      <dgm:t>
        <a:bodyPr/>
        <a:lstStyle/>
        <a:p>
          <a:pPr algn="l">
            <a:buFont typeface="Courier New" panose="02070309020205020404" pitchFamily="49" charset="0"/>
            <a:buChar char="o"/>
          </a:pPr>
          <a:r>
            <a:rPr lang="en-US">
              <a:solidFill>
                <a:schemeClr val="tx2"/>
              </a:solidFill>
            </a:rPr>
            <a:t>The more important a trait is, the more likely it will be represented by one word </a:t>
          </a:r>
          <a:endParaRPr lang="en-US" dirty="0">
            <a:solidFill>
              <a:schemeClr val="tx2"/>
            </a:solidFill>
          </a:endParaRPr>
        </a:p>
      </dgm:t>
    </dgm:pt>
    <dgm:pt modelId="{9C176A01-857A-F845-8172-6AFDBD014381}" type="parTrans" cxnId="{EC336516-837F-2449-8B8A-D32050CEDD44}">
      <dgm:prSet/>
      <dgm:spPr/>
      <dgm:t>
        <a:bodyPr/>
        <a:lstStyle/>
        <a:p>
          <a:endParaRPr lang="en-US"/>
        </a:p>
      </dgm:t>
    </dgm:pt>
    <dgm:pt modelId="{C0068FF3-8ECB-C247-97A9-626FA773EEF6}" type="sibTrans" cxnId="{EC336516-837F-2449-8B8A-D32050CEDD44}">
      <dgm:prSet/>
      <dgm:spPr/>
      <dgm:t>
        <a:bodyPr/>
        <a:lstStyle/>
        <a:p>
          <a:endParaRPr lang="en-US"/>
        </a:p>
      </dgm:t>
    </dgm:pt>
    <dgm:pt modelId="{ABB97F09-822C-B446-8FD3-027EC31A3B05}">
      <dgm:prSet/>
      <dgm:spPr/>
      <dgm:t>
        <a:bodyPr/>
        <a:lstStyle/>
        <a:p>
          <a:r>
            <a:rPr lang="en-US">
              <a:solidFill>
                <a:schemeClr val="tx2"/>
              </a:solidFill>
            </a:rPr>
            <a:t>If someone were to score a 5 on outgoing, they would probably score a 5 on talkative and a 1 on shy </a:t>
          </a:r>
          <a:endParaRPr lang="en-US" dirty="0">
            <a:solidFill>
              <a:schemeClr val="tx2"/>
            </a:solidFill>
          </a:endParaRPr>
        </a:p>
      </dgm:t>
    </dgm:pt>
    <dgm:pt modelId="{6D76F7FC-3477-4540-BA2F-6FDDF8DD56A1}" type="parTrans" cxnId="{A1D68B69-01F6-404C-A1B6-DF3D6D2888D4}">
      <dgm:prSet/>
      <dgm:spPr/>
      <dgm:t>
        <a:bodyPr/>
        <a:lstStyle/>
        <a:p>
          <a:endParaRPr lang="en-US"/>
        </a:p>
      </dgm:t>
    </dgm:pt>
    <dgm:pt modelId="{420DEA2C-CD76-E849-8CA3-7BB6F512B639}" type="sibTrans" cxnId="{A1D68B69-01F6-404C-A1B6-DF3D6D2888D4}">
      <dgm:prSet/>
      <dgm:spPr/>
      <dgm:t>
        <a:bodyPr/>
        <a:lstStyle/>
        <a:p>
          <a:endParaRPr lang="en-US"/>
        </a:p>
      </dgm:t>
    </dgm:pt>
    <dgm:pt modelId="{E9FCA159-46AF-A24E-BCC6-781C0AB7704B}" type="pres">
      <dgm:prSet presAssocID="{04547937-2EC8-EC48-BFB3-997916C7419E}" presName="Name0" presStyleCnt="0">
        <dgm:presLayoutVars>
          <dgm:dir/>
          <dgm:resizeHandles val="exact"/>
        </dgm:presLayoutVars>
      </dgm:prSet>
      <dgm:spPr/>
    </dgm:pt>
    <dgm:pt modelId="{3230C80D-9DA8-B341-85D4-BD89762DEA8F}" type="pres">
      <dgm:prSet presAssocID="{4645CB77-902C-8C42-AA66-825AFB2AADDB}" presName="node" presStyleLbl="node1" presStyleIdx="0" presStyleCnt="2">
        <dgm:presLayoutVars>
          <dgm:bulletEnabled val="1"/>
        </dgm:presLayoutVars>
      </dgm:prSet>
      <dgm:spPr/>
    </dgm:pt>
    <dgm:pt modelId="{A1BE9344-747C-904A-BD6D-9A049105B765}" type="pres">
      <dgm:prSet presAssocID="{85104108-6177-3B48-8E42-B397FEBC7D58}" presName="sibTrans" presStyleLbl="sibTrans2D1" presStyleIdx="0" presStyleCnt="1"/>
      <dgm:spPr/>
    </dgm:pt>
    <dgm:pt modelId="{4D2C0F9C-FC92-6A42-A2D9-D4877E622C4D}" type="pres">
      <dgm:prSet presAssocID="{85104108-6177-3B48-8E42-B397FEBC7D58}" presName="connectorText" presStyleLbl="sibTrans2D1" presStyleIdx="0" presStyleCnt="1"/>
      <dgm:spPr/>
    </dgm:pt>
    <dgm:pt modelId="{876E5F8D-C10E-D245-A372-66382C7DA0EC}" type="pres">
      <dgm:prSet presAssocID="{0AEE446B-ADD3-374B-8002-8890CE1897F3}" presName="node" presStyleLbl="node1" presStyleIdx="1" presStyleCnt="2">
        <dgm:presLayoutVars>
          <dgm:bulletEnabled val="1"/>
        </dgm:presLayoutVars>
      </dgm:prSet>
      <dgm:spPr/>
    </dgm:pt>
  </dgm:ptLst>
  <dgm:cxnLst>
    <dgm:cxn modelId="{5FC60702-C998-F14C-B9A0-0B3D8FF20650}" type="presOf" srcId="{8F730C07-DB26-7F42-9B79-2FB123598A88}" destId="{876E5F8D-C10E-D245-A372-66382C7DA0EC}" srcOrd="0" destOrd="1" presId="urn:microsoft.com/office/officeart/2005/8/layout/process1"/>
    <dgm:cxn modelId="{EC336516-837F-2449-8B8A-D32050CEDD44}" srcId="{4645CB77-902C-8C42-AA66-825AFB2AADDB}" destId="{0E3FF209-6895-D74B-86E8-05E6B0317B29}" srcOrd="1" destOrd="0" parTransId="{9C176A01-857A-F845-8172-6AFDBD014381}" sibTransId="{C0068FF3-8ECB-C247-97A9-626FA773EEF6}"/>
    <dgm:cxn modelId="{9A313D47-4B3D-5A4F-B4BB-D500BA3C3ACE}" type="presOf" srcId="{1DBBA179-D819-DF46-A059-48BB412548C3}" destId="{3230C80D-9DA8-B341-85D4-BD89762DEA8F}" srcOrd="0" destOrd="1" presId="urn:microsoft.com/office/officeart/2005/8/layout/process1"/>
    <dgm:cxn modelId="{6A675559-8067-2E4D-891A-691B37464233}" type="presOf" srcId="{ABB97F09-822C-B446-8FD3-027EC31A3B05}" destId="{876E5F8D-C10E-D245-A372-66382C7DA0EC}" srcOrd="0" destOrd="2" presId="urn:microsoft.com/office/officeart/2005/8/layout/process1"/>
    <dgm:cxn modelId="{8799C85C-F25A-C540-AA21-7616FE6793DB}" type="presOf" srcId="{85104108-6177-3B48-8E42-B397FEBC7D58}" destId="{A1BE9344-747C-904A-BD6D-9A049105B765}" srcOrd="0" destOrd="0" presId="urn:microsoft.com/office/officeart/2005/8/layout/process1"/>
    <dgm:cxn modelId="{A1D68B69-01F6-404C-A1B6-DF3D6D2888D4}" srcId="{0AEE446B-ADD3-374B-8002-8890CE1897F3}" destId="{ABB97F09-822C-B446-8FD3-027EC31A3B05}" srcOrd="1" destOrd="0" parTransId="{6D76F7FC-3477-4540-BA2F-6FDDF8DD56A1}" sibTransId="{420DEA2C-CD76-E849-8CA3-7BB6F512B639}"/>
    <dgm:cxn modelId="{05FDA078-607C-D940-A18F-F766DFEEAE40}" type="presOf" srcId="{0AEE446B-ADD3-374B-8002-8890CE1897F3}" destId="{876E5F8D-C10E-D245-A372-66382C7DA0EC}" srcOrd="0" destOrd="0" presId="urn:microsoft.com/office/officeart/2005/8/layout/process1"/>
    <dgm:cxn modelId="{05923683-C008-A248-81CB-75617223E171}" type="presOf" srcId="{0E3FF209-6895-D74B-86E8-05E6B0317B29}" destId="{3230C80D-9DA8-B341-85D4-BD89762DEA8F}" srcOrd="0" destOrd="2" presId="urn:microsoft.com/office/officeart/2005/8/layout/process1"/>
    <dgm:cxn modelId="{3D6E5688-F436-324F-895C-489A21185BB1}" type="presOf" srcId="{85104108-6177-3B48-8E42-B397FEBC7D58}" destId="{4D2C0F9C-FC92-6A42-A2D9-D4877E622C4D}" srcOrd="1" destOrd="0" presId="urn:microsoft.com/office/officeart/2005/8/layout/process1"/>
    <dgm:cxn modelId="{5BEEF4A1-EDB9-EC48-9423-A3BD5305680F}" srcId="{4645CB77-902C-8C42-AA66-825AFB2AADDB}" destId="{1DBBA179-D819-DF46-A059-48BB412548C3}" srcOrd="0" destOrd="0" parTransId="{516ED40C-40EE-FF44-B3F3-9D5AE1B73D69}" sibTransId="{D51E8780-E703-464E-ADA4-BA1C3A4610FB}"/>
    <dgm:cxn modelId="{824444AC-6BE9-174C-B88B-D48367A9703D}" type="presOf" srcId="{4645CB77-902C-8C42-AA66-825AFB2AADDB}" destId="{3230C80D-9DA8-B341-85D4-BD89762DEA8F}" srcOrd="0" destOrd="0" presId="urn:microsoft.com/office/officeart/2005/8/layout/process1"/>
    <dgm:cxn modelId="{A371F0C2-345F-C54B-B98E-BBDE49D96D72}" srcId="{0AEE446B-ADD3-374B-8002-8890CE1897F3}" destId="{8F730C07-DB26-7F42-9B79-2FB123598A88}" srcOrd="0" destOrd="0" parTransId="{97C240C3-4E9C-734C-BDB0-C5028376606A}" sibTransId="{69776C54-42EB-A74C-8AF9-6637584E8307}"/>
    <dgm:cxn modelId="{516D72D3-D1E9-2A4D-B8A5-0C2CDED6A7AC}" type="presOf" srcId="{04547937-2EC8-EC48-BFB3-997916C7419E}" destId="{E9FCA159-46AF-A24E-BCC6-781C0AB7704B}" srcOrd="0" destOrd="0" presId="urn:microsoft.com/office/officeart/2005/8/layout/process1"/>
    <dgm:cxn modelId="{CD0AB1DA-8E3B-6E44-8130-DE727313F144}" srcId="{04547937-2EC8-EC48-BFB3-997916C7419E}" destId="{4645CB77-902C-8C42-AA66-825AFB2AADDB}" srcOrd="0" destOrd="0" parTransId="{2613C22F-97D2-A145-9080-8CC7696435EA}" sibTransId="{85104108-6177-3B48-8E42-B397FEBC7D58}"/>
    <dgm:cxn modelId="{3FE614E3-D0B4-264D-9B72-AE08EFB2C8CE}" srcId="{04547937-2EC8-EC48-BFB3-997916C7419E}" destId="{0AEE446B-ADD3-374B-8002-8890CE1897F3}" srcOrd="1" destOrd="0" parTransId="{8524C544-F309-A445-9E94-06F68411D910}" sibTransId="{5FD83BEF-7F35-1A42-BDBB-A80B7F819ACE}"/>
    <dgm:cxn modelId="{737065D9-4532-FC4B-9706-54A86E581D3B}" type="presParOf" srcId="{E9FCA159-46AF-A24E-BCC6-781C0AB7704B}" destId="{3230C80D-9DA8-B341-85D4-BD89762DEA8F}" srcOrd="0" destOrd="0" presId="urn:microsoft.com/office/officeart/2005/8/layout/process1"/>
    <dgm:cxn modelId="{99BD4507-B5D8-4640-9588-D64D7754F38C}" type="presParOf" srcId="{E9FCA159-46AF-A24E-BCC6-781C0AB7704B}" destId="{A1BE9344-747C-904A-BD6D-9A049105B765}" srcOrd="1" destOrd="0" presId="urn:microsoft.com/office/officeart/2005/8/layout/process1"/>
    <dgm:cxn modelId="{2716A6DB-8928-7A42-B0F0-282B63D158F5}" type="presParOf" srcId="{A1BE9344-747C-904A-BD6D-9A049105B765}" destId="{4D2C0F9C-FC92-6A42-A2D9-D4877E622C4D}" srcOrd="0" destOrd="0" presId="urn:microsoft.com/office/officeart/2005/8/layout/process1"/>
    <dgm:cxn modelId="{9FBEBE80-E4AF-F544-A44D-3B0C3ACC914F}" type="presParOf" srcId="{E9FCA159-46AF-A24E-BCC6-781C0AB7704B}" destId="{876E5F8D-C10E-D245-A372-66382C7DA0EC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A78F7-DC8C-364C-9008-EB1B997777D2}">
      <dsp:nvSpPr>
        <dsp:cNvPr id="0" name=""/>
        <dsp:cNvSpPr/>
      </dsp:nvSpPr>
      <dsp:spPr>
        <a:xfrm>
          <a:off x="1905" y="1039044"/>
          <a:ext cx="1857374" cy="592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Unconditional Positive Regard</a:t>
          </a:r>
        </a:p>
      </dsp:txBody>
      <dsp:txXfrm>
        <a:off x="1905" y="1039044"/>
        <a:ext cx="1857374" cy="592523"/>
      </dsp:txXfrm>
    </dsp:sp>
    <dsp:sp modelId="{17963D32-2D20-C747-84DF-9EF1C828E40B}">
      <dsp:nvSpPr>
        <dsp:cNvPr id="0" name=""/>
        <dsp:cNvSpPr/>
      </dsp:nvSpPr>
      <dsp:spPr>
        <a:xfrm>
          <a:off x="1905" y="1631567"/>
          <a:ext cx="1857374" cy="13933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Feeling unconditionally accepted &amp; valued</a:t>
          </a:r>
        </a:p>
      </dsp:txBody>
      <dsp:txXfrm>
        <a:off x="1905" y="1631567"/>
        <a:ext cx="1857374" cy="1393387"/>
      </dsp:txXfrm>
    </dsp:sp>
    <dsp:sp modelId="{16408CE2-2E1B-4F4B-9F1E-9B6BC6082DF2}">
      <dsp:nvSpPr>
        <dsp:cNvPr id="0" name=""/>
        <dsp:cNvSpPr/>
      </dsp:nvSpPr>
      <dsp:spPr>
        <a:xfrm>
          <a:off x="2119312" y="1039044"/>
          <a:ext cx="1857374" cy="592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Empathy</a:t>
          </a:r>
        </a:p>
      </dsp:txBody>
      <dsp:txXfrm>
        <a:off x="2119312" y="1039044"/>
        <a:ext cx="1857374" cy="592523"/>
      </dsp:txXfrm>
    </dsp:sp>
    <dsp:sp modelId="{4C170554-8B7A-004C-928E-AF9ED525EF87}">
      <dsp:nvSpPr>
        <dsp:cNvPr id="0" name=""/>
        <dsp:cNvSpPr/>
      </dsp:nvSpPr>
      <dsp:spPr>
        <a:xfrm>
          <a:off x="2119312" y="1631567"/>
          <a:ext cx="1857374" cy="13933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Interacting with people who are empathetic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Good listener; understanding</a:t>
          </a:r>
        </a:p>
      </dsp:txBody>
      <dsp:txXfrm>
        <a:off x="2119312" y="1631567"/>
        <a:ext cx="1857374" cy="1393387"/>
      </dsp:txXfrm>
    </dsp:sp>
    <dsp:sp modelId="{5730FE48-BA55-8F42-B302-78C27ACD81B4}">
      <dsp:nvSpPr>
        <dsp:cNvPr id="0" name=""/>
        <dsp:cNvSpPr/>
      </dsp:nvSpPr>
      <dsp:spPr>
        <a:xfrm>
          <a:off x="4236719" y="1039044"/>
          <a:ext cx="1857374" cy="592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Genuineness</a:t>
          </a:r>
        </a:p>
      </dsp:txBody>
      <dsp:txXfrm>
        <a:off x="4236719" y="1039044"/>
        <a:ext cx="1857374" cy="592523"/>
      </dsp:txXfrm>
    </dsp:sp>
    <dsp:sp modelId="{2F57AC73-8EB8-B241-9A47-9BC5AD145DC3}">
      <dsp:nvSpPr>
        <dsp:cNvPr id="0" name=""/>
        <dsp:cNvSpPr/>
      </dsp:nvSpPr>
      <dsp:spPr>
        <a:xfrm>
          <a:off x="4236719" y="1631567"/>
          <a:ext cx="1857374" cy="13933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Being our authentic selves</a:t>
          </a:r>
        </a:p>
      </dsp:txBody>
      <dsp:txXfrm>
        <a:off x="4236719" y="1631567"/>
        <a:ext cx="1857374" cy="13933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30C80D-9DA8-B341-85D4-BD89762DEA8F}">
      <dsp:nvSpPr>
        <dsp:cNvPr id="0" name=""/>
        <dsp:cNvSpPr/>
      </dsp:nvSpPr>
      <dsp:spPr>
        <a:xfrm>
          <a:off x="1548" y="551542"/>
          <a:ext cx="3302969" cy="1981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i="1" kern="1200">
              <a:solidFill>
                <a:schemeClr val="tx1"/>
              </a:solidFill>
            </a:rPr>
            <a:t>Lexical approach</a:t>
          </a:r>
          <a:endParaRPr lang="en-US" sz="2100" kern="1200" dirty="0">
            <a:solidFill>
              <a:schemeClr val="tx1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600" kern="1200">
              <a:solidFill>
                <a:schemeClr val="tx2"/>
              </a:solidFill>
            </a:rPr>
            <a:t>If something is important to us, it should be reflected in our language</a:t>
          </a:r>
          <a:endParaRPr lang="en-US" sz="1600" kern="1200" dirty="0">
            <a:solidFill>
              <a:schemeClr val="tx2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1600" kern="1200">
              <a:solidFill>
                <a:schemeClr val="tx2"/>
              </a:solidFill>
            </a:rPr>
            <a:t>The more important a trait is, the more likely it will be represented by one word </a:t>
          </a:r>
          <a:endParaRPr lang="en-US" sz="1600" kern="1200" dirty="0">
            <a:solidFill>
              <a:schemeClr val="tx2"/>
            </a:solidFill>
          </a:endParaRPr>
        </a:p>
      </dsp:txBody>
      <dsp:txXfrm>
        <a:off x="59592" y="609586"/>
        <a:ext cx="3186881" cy="1865693"/>
      </dsp:txXfrm>
    </dsp:sp>
    <dsp:sp modelId="{A1BE9344-747C-904A-BD6D-9A049105B765}">
      <dsp:nvSpPr>
        <dsp:cNvPr id="0" name=""/>
        <dsp:cNvSpPr/>
      </dsp:nvSpPr>
      <dsp:spPr>
        <a:xfrm>
          <a:off x="3634815" y="1132864"/>
          <a:ext cx="700229" cy="819136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3634815" y="1296691"/>
        <a:ext cx="490160" cy="491482"/>
      </dsp:txXfrm>
    </dsp:sp>
    <dsp:sp modelId="{876E5F8D-C10E-D245-A372-66382C7DA0EC}">
      <dsp:nvSpPr>
        <dsp:cNvPr id="0" name=""/>
        <dsp:cNvSpPr/>
      </dsp:nvSpPr>
      <dsp:spPr>
        <a:xfrm>
          <a:off x="4625705" y="551542"/>
          <a:ext cx="3302969" cy="1981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1" kern="1200">
              <a:solidFill>
                <a:schemeClr val="tx1"/>
              </a:solidFill>
            </a:rPr>
            <a:t>Factor Analysis</a:t>
          </a:r>
          <a:endParaRPr lang="en-US" sz="2100" b="0" i="1" kern="1200" dirty="0">
            <a:solidFill>
              <a:schemeClr val="tx1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2"/>
              </a:solidFill>
            </a:rPr>
            <a:t>Identify related items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2"/>
              </a:solidFill>
            </a:rPr>
            <a:t>If someone were to score a 5 on outgoing, they would probably score a 5 on talkative and a 1 on shy </a:t>
          </a:r>
          <a:endParaRPr lang="en-US" sz="1600" kern="1200" dirty="0">
            <a:solidFill>
              <a:schemeClr val="tx2"/>
            </a:solidFill>
          </a:endParaRPr>
        </a:p>
      </dsp:txBody>
      <dsp:txXfrm>
        <a:off x="4683749" y="609586"/>
        <a:ext cx="3186881" cy="18656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5929f965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25929f965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59c7bd12a5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59c7bd12a5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259c7bd12a5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259c7bd12a5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259c7bd12a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259c7bd12a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259c7bd12a5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" name="Google Shape;1448;g259c7bd12a5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25329" y="992600"/>
            <a:ext cx="4860900" cy="240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25249" y="3401900"/>
            <a:ext cx="4860900" cy="4758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349287"/>
            <a:ext cx="9649237" cy="6143540"/>
            <a:chOff x="0" y="-349287"/>
            <a:chExt cx="9649237" cy="6143540"/>
          </a:xfrm>
        </p:grpSpPr>
        <p:sp>
          <p:nvSpPr>
            <p:cNvPr id="12" name="Google Shape;12;p2"/>
            <p:cNvSpPr/>
            <p:nvPr/>
          </p:nvSpPr>
          <p:spPr>
            <a:xfrm>
              <a:off x="0" y="43889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0" y="0"/>
              <a:ext cx="2273750" cy="1646300"/>
            </a:xfrm>
            <a:custGeom>
              <a:avLst/>
              <a:gdLst/>
              <a:ahLst/>
              <a:cxnLst/>
              <a:rect l="l" t="t" r="r" b="b"/>
              <a:pathLst>
                <a:path w="90950" h="65852" extrusionOk="0">
                  <a:moveTo>
                    <a:pt x="90103" y="0"/>
                  </a:moveTo>
                  <a:cubicBezTo>
                    <a:pt x="83522" y="2714"/>
                    <a:pt x="76387" y="4173"/>
                    <a:pt x="69470" y="5574"/>
                  </a:cubicBezTo>
                  <a:cubicBezTo>
                    <a:pt x="68697" y="5735"/>
                    <a:pt x="67924" y="5895"/>
                    <a:pt x="67150" y="6056"/>
                  </a:cubicBezTo>
                  <a:cubicBezTo>
                    <a:pt x="58425" y="7850"/>
                    <a:pt x="49246" y="10024"/>
                    <a:pt x="41542" y="14956"/>
                  </a:cubicBezTo>
                  <a:cubicBezTo>
                    <a:pt x="31561" y="21348"/>
                    <a:pt x="25010" y="31708"/>
                    <a:pt x="18692" y="41717"/>
                  </a:cubicBezTo>
                  <a:cubicBezTo>
                    <a:pt x="13278" y="50268"/>
                    <a:pt x="7719" y="59067"/>
                    <a:pt x="0" y="65429"/>
                  </a:cubicBezTo>
                  <a:lnTo>
                    <a:pt x="0" y="65852"/>
                  </a:lnTo>
                  <a:cubicBezTo>
                    <a:pt x="7865" y="59446"/>
                    <a:pt x="13497" y="50545"/>
                    <a:pt x="18969" y="41892"/>
                  </a:cubicBezTo>
                  <a:cubicBezTo>
                    <a:pt x="25273" y="31912"/>
                    <a:pt x="31795" y="21596"/>
                    <a:pt x="41717" y="15234"/>
                  </a:cubicBezTo>
                  <a:cubicBezTo>
                    <a:pt x="49378" y="10331"/>
                    <a:pt x="58512" y="8171"/>
                    <a:pt x="67223" y="6377"/>
                  </a:cubicBezTo>
                  <a:cubicBezTo>
                    <a:pt x="67982" y="6216"/>
                    <a:pt x="68755" y="6056"/>
                    <a:pt x="69529" y="5895"/>
                  </a:cubicBezTo>
                  <a:cubicBezTo>
                    <a:pt x="76722" y="4436"/>
                    <a:pt x="84135" y="2933"/>
                    <a:pt x="9094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0" y="0"/>
              <a:ext cx="427900" cy="624900"/>
            </a:xfrm>
            <a:custGeom>
              <a:avLst/>
              <a:gdLst/>
              <a:ahLst/>
              <a:cxnLst/>
              <a:rect l="l" t="t" r="r" b="b"/>
              <a:pathLst>
                <a:path w="17116" h="24996" extrusionOk="0">
                  <a:moveTo>
                    <a:pt x="16707" y="0"/>
                  </a:moveTo>
                  <a:cubicBezTo>
                    <a:pt x="16138" y="1780"/>
                    <a:pt x="15759" y="3633"/>
                    <a:pt x="15379" y="5428"/>
                  </a:cubicBezTo>
                  <a:cubicBezTo>
                    <a:pt x="14956" y="7500"/>
                    <a:pt x="14533" y="9630"/>
                    <a:pt x="13789" y="11630"/>
                  </a:cubicBezTo>
                  <a:cubicBezTo>
                    <a:pt x="11513" y="17816"/>
                    <a:pt x="6260" y="22675"/>
                    <a:pt x="0" y="24587"/>
                  </a:cubicBezTo>
                  <a:lnTo>
                    <a:pt x="0" y="24995"/>
                  </a:lnTo>
                  <a:cubicBezTo>
                    <a:pt x="6420" y="23069"/>
                    <a:pt x="11834" y="18094"/>
                    <a:pt x="14154" y="11761"/>
                  </a:cubicBezTo>
                  <a:cubicBezTo>
                    <a:pt x="14898" y="9733"/>
                    <a:pt x="15336" y="7588"/>
                    <a:pt x="15773" y="5516"/>
                  </a:cubicBezTo>
                  <a:cubicBezTo>
                    <a:pt x="16138" y="3677"/>
                    <a:pt x="16532" y="1795"/>
                    <a:pt x="1711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 flipH="1">
              <a:off x="8360400" y="-15"/>
              <a:ext cx="783600" cy="356075"/>
            </a:xfrm>
            <a:custGeom>
              <a:avLst/>
              <a:gdLst/>
              <a:ahLst/>
              <a:cxnLst/>
              <a:rect l="l" t="t" r="r" b="b"/>
              <a:pathLst>
                <a:path w="31344" h="14243" extrusionOk="0">
                  <a:moveTo>
                    <a:pt x="24538" y="1"/>
                  </a:moveTo>
                  <a:cubicBezTo>
                    <a:pt x="17525" y="1"/>
                    <a:pt x="10422" y="2758"/>
                    <a:pt x="5283" y="7516"/>
                  </a:cubicBezTo>
                  <a:cubicBezTo>
                    <a:pt x="3197" y="9457"/>
                    <a:pt x="1416" y="11748"/>
                    <a:pt x="1" y="14243"/>
                  </a:cubicBezTo>
                  <a:lnTo>
                    <a:pt x="395" y="14243"/>
                  </a:lnTo>
                  <a:cubicBezTo>
                    <a:pt x="1767" y="11835"/>
                    <a:pt x="3488" y="9632"/>
                    <a:pt x="5517" y="7764"/>
                  </a:cubicBezTo>
                  <a:cubicBezTo>
                    <a:pt x="10583" y="3051"/>
                    <a:pt x="17583" y="336"/>
                    <a:pt x="24518" y="336"/>
                  </a:cubicBezTo>
                  <a:cubicBezTo>
                    <a:pt x="25033" y="336"/>
                    <a:pt x="25548" y="350"/>
                    <a:pt x="26061" y="381"/>
                  </a:cubicBezTo>
                  <a:cubicBezTo>
                    <a:pt x="27827" y="483"/>
                    <a:pt x="29593" y="760"/>
                    <a:pt x="31344" y="1096"/>
                  </a:cubicBezTo>
                  <a:lnTo>
                    <a:pt x="31344" y="760"/>
                  </a:lnTo>
                  <a:cubicBezTo>
                    <a:pt x="29607" y="425"/>
                    <a:pt x="27842" y="147"/>
                    <a:pt x="26076" y="45"/>
                  </a:cubicBezTo>
                  <a:cubicBezTo>
                    <a:pt x="25564" y="15"/>
                    <a:pt x="25051" y="1"/>
                    <a:pt x="2453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9354502" flipH="1">
              <a:off x="5856916" y="361056"/>
              <a:ext cx="3722700" cy="1135508"/>
            </a:xfrm>
            <a:custGeom>
              <a:avLst/>
              <a:gdLst/>
              <a:ahLst/>
              <a:cxnLst/>
              <a:rect l="l" t="t" r="r" b="b"/>
              <a:pathLst>
                <a:path w="148907" h="45420" extrusionOk="0">
                  <a:moveTo>
                    <a:pt x="148907" y="1"/>
                  </a:moveTo>
                  <a:cubicBezTo>
                    <a:pt x="143552" y="5224"/>
                    <a:pt x="138897" y="11236"/>
                    <a:pt x="134549" y="16854"/>
                  </a:cubicBezTo>
                  <a:cubicBezTo>
                    <a:pt x="133877" y="17715"/>
                    <a:pt x="133206" y="18605"/>
                    <a:pt x="132520" y="19495"/>
                  </a:cubicBezTo>
                  <a:cubicBezTo>
                    <a:pt x="127880" y="25580"/>
                    <a:pt x="122627" y="32481"/>
                    <a:pt x="116134" y="36480"/>
                  </a:cubicBezTo>
                  <a:cubicBezTo>
                    <a:pt x="108313" y="41280"/>
                    <a:pt x="100667" y="43994"/>
                    <a:pt x="92758" y="44797"/>
                  </a:cubicBezTo>
                  <a:cubicBezTo>
                    <a:pt x="90782" y="44992"/>
                    <a:pt x="88753" y="45090"/>
                    <a:pt x="86661" y="45090"/>
                  </a:cubicBezTo>
                  <a:cubicBezTo>
                    <a:pt x="80937" y="45090"/>
                    <a:pt x="74748" y="44356"/>
                    <a:pt x="67909" y="42871"/>
                  </a:cubicBezTo>
                  <a:cubicBezTo>
                    <a:pt x="59869" y="41120"/>
                    <a:pt x="51216" y="38420"/>
                    <a:pt x="40681" y="34378"/>
                  </a:cubicBezTo>
                  <a:cubicBezTo>
                    <a:pt x="31535" y="30884"/>
                    <a:pt x="23360" y="28524"/>
                    <a:pt x="14222" y="28524"/>
                  </a:cubicBezTo>
                  <a:cubicBezTo>
                    <a:pt x="12791" y="28524"/>
                    <a:pt x="11335" y="28582"/>
                    <a:pt x="9849" y="28702"/>
                  </a:cubicBezTo>
                  <a:cubicBezTo>
                    <a:pt x="6537" y="28965"/>
                    <a:pt x="3239" y="29490"/>
                    <a:pt x="0" y="30249"/>
                  </a:cubicBezTo>
                  <a:lnTo>
                    <a:pt x="0" y="30599"/>
                  </a:lnTo>
                  <a:cubicBezTo>
                    <a:pt x="3239" y="29826"/>
                    <a:pt x="6552" y="29300"/>
                    <a:pt x="9878" y="29023"/>
                  </a:cubicBezTo>
                  <a:cubicBezTo>
                    <a:pt x="11344" y="28906"/>
                    <a:pt x="12779" y="28849"/>
                    <a:pt x="14191" y="28849"/>
                  </a:cubicBezTo>
                  <a:cubicBezTo>
                    <a:pt x="23296" y="28849"/>
                    <a:pt x="31444" y="31200"/>
                    <a:pt x="40564" y="34699"/>
                  </a:cubicBezTo>
                  <a:cubicBezTo>
                    <a:pt x="51114" y="38741"/>
                    <a:pt x="59782" y="41441"/>
                    <a:pt x="67836" y="43192"/>
                  </a:cubicBezTo>
                  <a:cubicBezTo>
                    <a:pt x="74673" y="44683"/>
                    <a:pt x="80873" y="45420"/>
                    <a:pt x="86606" y="45420"/>
                  </a:cubicBezTo>
                  <a:cubicBezTo>
                    <a:pt x="88728" y="45420"/>
                    <a:pt x="90785" y="45319"/>
                    <a:pt x="92788" y="45118"/>
                  </a:cubicBezTo>
                  <a:cubicBezTo>
                    <a:pt x="100755" y="44330"/>
                    <a:pt x="108444" y="41587"/>
                    <a:pt x="116295" y="36757"/>
                  </a:cubicBezTo>
                  <a:cubicBezTo>
                    <a:pt x="122861" y="32730"/>
                    <a:pt x="128128" y="25813"/>
                    <a:pt x="132783" y="19699"/>
                  </a:cubicBezTo>
                  <a:cubicBezTo>
                    <a:pt x="133469" y="18809"/>
                    <a:pt x="134140" y="17919"/>
                    <a:pt x="134811" y="17044"/>
                  </a:cubicBezTo>
                  <a:cubicBezTo>
                    <a:pt x="139086" y="11528"/>
                    <a:pt x="143668" y="5618"/>
                    <a:pt x="148907" y="467"/>
                  </a:cubicBezTo>
                  <a:lnTo>
                    <a:pt x="14890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640904" y="33819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8866404" y="69594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78329" y="999018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8678520" y="4093870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8557607" y="11815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-5400000">
              <a:off x="70932" y="414560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-5400000">
              <a:off x="319607" y="585183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16" y="4388950"/>
            <a:ext cx="9143697" cy="1405302"/>
          </a:xfrm>
          <a:custGeom>
            <a:avLst/>
            <a:gdLst/>
            <a:ahLst/>
            <a:cxnLst/>
            <a:rect l="l" t="t" r="r" b="b"/>
            <a:pathLst>
              <a:path w="285317" h="78268" extrusionOk="0">
                <a:moveTo>
                  <a:pt x="285316" y="0"/>
                </a:moveTo>
                <a:cubicBezTo>
                  <a:pt x="278377" y="2054"/>
                  <a:pt x="267832" y="5387"/>
                  <a:pt x="255301" y="10249"/>
                </a:cubicBezTo>
                <a:cubicBezTo>
                  <a:pt x="217731" y="24857"/>
                  <a:pt x="212846" y="33713"/>
                  <a:pt x="194449" y="40264"/>
                </a:cubicBezTo>
                <a:cubicBezTo>
                  <a:pt x="183224" y="44269"/>
                  <a:pt x="171168" y="45924"/>
                  <a:pt x="159017" y="45924"/>
                </a:cubicBezTo>
                <a:cubicBezTo>
                  <a:pt x="123184" y="45924"/>
                  <a:pt x="86525" y="31532"/>
                  <a:pt x="67928" y="20588"/>
                </a:cubicBezTo>
                <a:cubicBezTo>
                  <a:pt x="62359" y="17302"/>
                  <a:pt x="47317" y="7806"/>
                  <a:pt x="25519" y="4816"/>
                </a:cubicBezTo>
                <a:cubicBezTo>
                  <a:pt x="20617" y="4149"/>
                  <a:pt x="16063" y="3905"/>
                  <a:pt x="11991" y="3905"/>
                </a:cubicBezTo>
                <a:cubicBezTo>
                  <a:pt x="7283" y="3905"/>
                  <a:pt x="3219" y="4231"/>
                  <a:pt x="0" y="4611"/>
                </a:cubicBezTo>
                <a:lnTo>
                  <a:pt x="0" y="78268"/>
                </a:lnTo>
                <a:lnTo>
                  <a:pt x="285316" y="78268"/>
                </a:lnTo>
                <a:lnTo>
                  <a:pt x="285316" y="0"/>
                </a:lnTo>
                <a:close/>
              </a:path>
            </a:pathLst>
          </a:custGeom>
          <a:solidFill>
            <a:srgbClr val="C4BFFA">
              <a:alpha val="512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0" y="0"/>
            <a:ext cx="427900" cy="624900"/>
          </a:xfrm>
          <a:custGeom>
            <a:avLst/>
            <a:gdLst/>
            <a:ahLst/>
            <a:cxnLst/>
            <a:rect l="l" t="t" r="r" b="b"/>
            <a:pathLst>
              <a:path w="17116" h="24996" extrusionOk="0">
                <a:moveTo>
                  <a:pt x="16707" y="0"/>
                </a:moveTo>
                <a:cubicBezTo>
                  <a:pt x="16138" y="1780"/>
                  <a:pt x="15759" y="3633"/>
                  <a:pt x="15379" y="5428"/>
                </a:cubicBezTo>
                <a:cubicBezTo>
                  <a:pt x="14956" y="7500"/>
                  <a:pt x="14533" y="9630"/>
                  <a:pt x="13789" y="11630"/>
                </a:cubicBezTo>
                <a:cubicBezTo>
                  <a:pt x="11513" y="17816"/>
                  <a:pt x="6260" y="22675"/>
                  <a:pt x="0" y="24587"/>
                </a:cubicBezTo>
                <a:lnTo>
                  <a:pt x="0" y="24995"/>
                </a:lnTo>
                <a:cubicBezTo>
                  <a:pt x="6420" y="23069"/>
                  <a:pt x="11834" y="18094"/>
                  <a:pt x="14154" y="11761"/>
                </a:cubicBezTo>
                <a:cubicBezTo>
                  <a:pt x="14898" y="9733"/>
                  <a:pt x="15336" y="7588"/>
                  <a:pt x="15773" y="5516"/>
                </a:cubicBezTo>
                <a:cubicBezTo>
                  <a:pt x="16138" y="3677"/>
                  <a:pt x="16532" y="1795"/>
                  <a:pt x="17116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 rot="-9354502" flipH="1">
            <a:off x="5856916" y="361056"/>
            <a:ext cx="3722700" cy="1135508"/>
          </a:xfrm>
          <a:custGeom>
            <a:avLst/>
            <a:gdLst/>
            <a:ahLst/>
            <a:cxnLst/>
            <a:rect l="l" t="t" r="r" b="b"/>
            <a:pathLst>
              <a:path w="148907" h="45420" extrusionOk="0">
                <a:moveTo>
                  <a:pt x="148907" y="1"/>
                </a:moveTo>
                <a:cubicBezTo>
                  <a:pt x="143552" y="5224"/>
                  <a:pt x="138897" y="11236"/>
                  <a:pt x="134549" y="16854"/>
                </a:cubicBezTo>
                <a:cubicBezTo>
                  <a:pt x="133877" y="17715"/>
                  <a:pt x="133206" y="18605"/>
                  <a:pt x="132520" y="19495"/>
                </a:cubicBezTo>
                <a:cubicBezTo>
                  <a:pt x="127880" y="25580"/>
                  <a:pt x="122627" y="32481"/>
                  <a:pt x="116134" y="36480"/>
                </a:cubicBezTo>
                <a:cubicBezTo>
                  <a:pt x="108313" y="41280"/>
                  <a:pt x="100667" y="43994"/>
                  <a:pt x="92758" y="44797"/>
                </a:cubicBezTo>
                <a:cubicBezTo>
                  <a:pt x="90782" y="44992"/>
                  <a:pt x="88753" y="45090"/>
                  <a:pt x="86661" y="45090"/>
                </a:cubicBezTo>
                <a:cubicBezTo>
                  <a:pt x="80937" y="45090"/>
                  <a:pt x="74748" y="44356"/>
                  <a:pt x="67909" y="42871"/>
                </a:cubicBezTo>
                <a:cubicBezTo>
                  <a:pt x="59869" y="41120"/>
                  <a:pt x="51216" y="38420"/>
                  <a:pt x="40681" y="34378"/>
                </a:cubicBezTo>
                <a:cubicBezTo>
                  <a:pt x="31535" y="30884"/>
                  <a:pt x="23360" y="28524"/>
                  <a:pt x="14222" y="28524"/>
                </a:cubicBezTo>
                <a:cubicBezTo>
                  <a:pt x="12791" y="28524"/>
                  <a:pt x="11335" y="28582"/>
                  <a:pt x="9849" y="28702"/>
                </a:cubicBezTo>
                <a:cubicBezTo>
                  <a:pt x="6537" y="28965"/>
                  <a:pt x="3239" y="29490"/>
                  <a:pt x="0" y="30249"/>
                </a:cubicBezTo>
                <a:lnTo>
                  <a:pt x="0" y="30599"/>
                </a:lnTo>
                <a:cubicBezTo>
                  <a:pt x="3239" y="29826"/>
                  <a:pt x="6552" y="29300"/>
                  <a:pt x="9878" y="29023"/>
                </a:cubicBezTo>
                <a:cubicBezTo>
                  <a:pt x="11344" y="28906"/>
                  <a:pt x="12779" y="28849"/>
                  <a:pt x="14191" y="28849"/>
                </a:cubicBezTo>
                <a:cubicBezTo>
                  <a:pt x="23296" y="28849"/>
                  <a:pt x="31444" y="31200"/>
                  <a:pt x="40564" y="34699"/>
                </a:cubicBezTo>
                <a:cubicBezTo>
                  <a:pt x="51114" y="38741"/>
                  <a:pt x="59782" y="41441"/>
                  <a:pt x="67836" y="43192"/>
                </a:cubicBezTo>
                <a:cubicBezTo>
                  <a:pt x="74673" y="44683"/>
                  <a:pt x="80873" y="45420"/>
                  <a:pt x="86606" y="45420"/>
                </a:cubicBezTo>
                <a:cubicBezTo>
                  <a:pt x="88728" y="45420"/>
                  <a:pt x="90785" y="45319"/>
                  <a:pt x="92788" y="45118"/>
                </a:cubicBezTo>
                <a:cubicBezTo>
                  <a:pt x="100755" y="44330"/>
                  <a:pt x="108444" y="41587"/>
                  <a:pt x="116295" y="36757"/>
                </a:cubicBezTo>
                <a:cubicBezTo>
                  <a:pt x="122861" y="32730"/>
                  <a:pt x="128128" y="25813"/>
                  <a:pt x="132783" y="19699"/>
                </a:cubicBezTo>
                <a:cubicBezTo>
                  <a:pt x="133469" y="18809"/>
                  <a:pt x="134140" y="17919"/>
                  <a:pt x="134811" y="17044"/>
                </a:cubicBezTo>
                <a:cubicBezTo>
                  <a:pt x="139086" y="11528"/>
                  <a:pt x="143668" y="5618"/>
                  <a:pt x="148907" y="467"/>
                </a:cubicBezTo>
                <a:lnTo>
                  <a:pt x="148907" y="1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 rot="-5400000">
            <a:off x="640904" y="338193"/>
            <a:ext cx="68551" cy="55700"/>
          </a:xfrm>
          <a:custGeom>
            <a:avLst/>
            <a:gdLst/>
            <a:ahLst/>
            <a:cxnLst/>
            <a:rect l="l" t="t" r="r" b="b"/>
            <a:pathLst>
              <a:path w="2538" h="2062" extrusionOk="0">
                <a:moveTo>
                  <a:pt x="1154" y="369"/>
                </a:moveTo>
                <a:cubicBezTo>
                  <a:pt x="1279" y="369"/>
                  <a:pt x="1390" y="387"/>
                  <a:pt x="1449" y="399"/>
                </a:cubicBezTo>
                <a:cubicBezTo>
                  <a:pt x="1528" y="413"/>
                  <a:pt x="1635" y="442"/>
                  <a:pt x="1738" y="499"/>
                </a:cubicBezTo>
                <a:cubicBezTo>
                  <a:pt x="1860" y="560"/>
                  <a:pt x="1977" y="659"/>
                  <a:pt x="2034" y="809"/>
                </a:cubicBezTo>
                <a:cubicBezTo>
                  <a:pt x="2134" y="1063"/>
                  <a:pt x="2038" y="1384"/>
                  <a:pt x="1813" y="1562"/>
                </a:cubicBezTo>
                <a:cubicBezTo>
                  <a:pt x="1698" y="1652"/>
                  <a:pt x="1561" y="1690"/>
                  <a:pt x="1421" y="1690"/>
                </a:cubicBezTo>
                <a:cubicBezTo>
                  <a:pt x="1217" y="1690"/>
                  <a:pt x="1009" y="1609"/>
                  <a:pt x="860" y="1491"/>
                </a:cubicBezTo>
                <a:cubicBezTo>
                  <a:pt x="650" y="1323"/>
                  <a:pt x="414" y="938"/>
                  <a:pt x="568" y="642"/>
                </a:cubicBezTo>
                <a:cubicBezTo>
                  <a:pt x="685" y="421"/>
                  <a:pt x="941" y="369"/>
                  <a:pt x="1154" y="369"/>
                </a:cubicBezTo>
                <a:close/>
                <a:moveTo>
                  <a:pt x="1160" y="0"/>
                </a:moveTo>
                <a:cubicBezTo>
                  <a:pt x="848" y="0"/>
                  <a:pt x="446" y="84"/>
                  <a:pt x="243" y="470"/>
                </a:cubicBezTo>
                <a:cubicBezTo>
                  <a:pt x="0" y="927"/>
                  <a:pt x="261" y="1484"/>
                  <a:pt x="628" y="1780"/>
                </a:cubicBezTo>
                <a:cubicBezTo>
                  <a:pt x="693" y="1830"/>
                  <a:pt x="760" y="1876"/>
                  <a:pt x="835" y="1916"/>
                </a:cubicBezTo>
                <a:cubicBezTo>
                  <a:pt x="1011" y="2007"/>
                  <a:pt x="1214" y="2062"/>
                  <a:pt x="1418" y="2062"/>
                </a:cubicBezTo>
                <a:cubicBezTo>
                  <a:pt x="1636" y="2062"/>
                  <a:pt x="1855" y="1999"/>
                  <a:pt x="2042" y="1851"/>
                </a:cubicBezTo>
                <a:cubicBezTo>
                  <a:pt x="2395" y="1573"/>
                  <a:pt x="2537" y="1081"/>
                  <a:pt x="2380" y="677"/>
                </a:cubicBezTo>
                <a:cubicBezTo>
                  <a:pt x="2252" y="349"/>
                  <a:pt x="1949" y="121"/>
                  <a:pt x="1521" y="35"/>
                </a:cubicBezTo>
                <a:cubicBezTo>
                  <a:pt x="1446" y="21"/>
                  <a:pt x="1314" y="0"/>
                  <a:pt x="1160" y="0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 rot="-5400000">
            <a:off x="8866404" y="695943"/>
            <a:ext cx="68551" cy="55700"/>
          </a:xfrm>
          <a:custGeom>
            <a:avLst/>
            <a:gdLst/>
            <a:ahLst/>
            <a:cxnLst/>
            <a:rect l="l" t="t" r="r" b="b"/>
            <a:pathLst>
              <a:path w="2538" h="2062" extrusionOk="0">
                <a:moveTo>
                  <a:pt x="1154" y="369"/>
                </a:moveTo>
                <a:cubicBezTo>
                  <a:pt x="1279" y="369"/>
                  <a:pt x="1390" y="387"/>
                  <a:pt x="1449" y="399"/>
                </a:cubicBezTo>
                <a:cubicBezTo>
                  <a:pt x="1528" y="413"/>
                  <a:pt x="1635" y="442"/>
                  <a:pt x="1738" y="499"/>
                </a:cubicBezTo>
                <a:cubicBezTo>
                  <a:pt x="1860" y="560"/>
                  <a:pt x="1977" y="659"/>
                  <a:pt x="2034" y="809"/>
                </a:cubicBezTo>
                <a:cubicBezTo>
                  <a:pt x="2134" y="1063"/>
                  <a:pt x="2038" y="1384"/>
                  <a:pt x="1813" y="1562"/>
                </a:cubicBezTo>
                <a:cubicBezTo>
                  <a:pt x="1698" y="1652"/>
                  <a:pt x="1561" y="1690"/>
                  <a:pt x="1421" y="1690"/>
                </a:cubicBezTo>
                <a:cubicBezTo>
                  <a:pt x="1217" y="1690"/>
                  <a:pt x="1009" y="1609"/>
                  <a:pt x="860" y="1491"/>
                </a:cubicBezTo>
                <a:cubicBezTo>
                  <a:pt x="650" y="1323"/>
                  <a:pt x="414" y="938"/>
                  <a:pt x="568" y="642"/>
                </a:cubicBezTo>
                <a:cubicBezTo>
                  <a:pt x="685" y="421"/>
                  <a:pt x="941" y="369"/>
                  <a:pt x="1154" y="369"/>
                </a:cubicBezTo>
                <a:close/>
                <a:moveTo>
                  <a:pt x="1160" y="0"/>
                </a:moveTo>
                <a:cubicBezTo>
                  <a:pt x="848" y="0"/>
                  <a:pt x="446" y="84"/>
                  <a:pt x="243" y="470"/>
                </a:cubicBezTo>
                <a:cubicBezTo>
                  <a:pt x="0" y="927"/>
                  <a:pt x="261" y="1484"/>
                  <a:pt x="628" y="1780"/>
                </a:cubicBezTo>
                <a:cubicBezTo>
                  <a:pt x="693" y="1830"/>
                  <a:pt x="760" y="1876"/>
                  <a:pt x="835" y="1916"/>
                </a:cubicBezTo>
                <a:cubicBezTo>
                  <a:pt x="1011" y="2007"/>
                  <a:pt x="1214" y="2062"/>
                  <a:pt x="1418" y="2062"/>
                </a:cubicBezTo>
                <a:cubicBezTo>
                  <a:pt x="1636" y="2062"/>
                  <a:pt x="1855" y="1999"/>
                  <a:pt x="2042" y="1851"/>
                </a:cubicBezTo>
                <a:cubicBezTo>
                  <a:pt x="2395" y="1573"/>
                  <a:pt x="2537" y="1081"/>
                  <a:pt x="2380" y="677"/>
                </a:cubicBezTo>
                <a:cubicBezTo>
                  <a:pt x="2252" y="349"/>
                  <a:pt x="1949" y="121"/>
                  <a:pt x="1521" y="35"/>
                </a:cubicBezTo>
                <a:cubicBezTo>
                  <a:pt x="1446" y="21"/>
                  <a:pt x="1314" y="0"/>
                  <a:pt x="1160" y="0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 rot="-5400000">
            <a:off x="8678520" y="2870270"/>
            <a:ext cx="147350" cy="119725"/>
          </a:xfrm>
          <a:custGeom>
            <a:avLst/>
            <a:gdLst/>
            <a:ahLst/>
            <a:cxnLst/>
            <a:rect l="l" t="t" r="r" b="b"/>
            <a:pathLst>
              <a:path w="2538" h="2062" extrusionOk="0">
                <a:moveTo>
                  <a:pt x="1154" y="369"/>
                </a:moveTo>
                <a:cubicBezTo>
                  <a:pt x="1279" y="369"/>
                  <a:pt x="1390" y="387"/>
                  <a:pt x="1449" y="399"/>
                </a:cubicBezTo>
                <a:cubicBezTo>
                  <a:pt x="1528" y="413"/>
                  <a:pt x="1635" y="442"/>
                  <a:pt x="1738" y="499"/>
                </a:cubicBezTo>
                <a:cubicBezTo>
                  <a:pt x="1860" y="560"/>
                  <a:pt x="1977" y="659"/>
                  <a:pt x="2034" y="809"/>
                </a:cubicBezTo>
                <a:cubicBezTo>
                  <a:pt x="2134" y="1063"/>
                  <a:pt x="2038" y="1384"/>
                  <a:pt x="1813" y="1562"/>
                </a:cubicBezTo>
                <a:cubicBezTo>
                  <a:pt x="1698" y="1652"/>
                  <a:pt x="1561" y="1690"/>
                  <a:pt x="1421" y="1690"/>
                </a:cubicBezTo>
                <a:cubicBezTo>
                  <a:pt x="1217" y="1690"/>
                  <a:pt x="1009" y="1609"/>
                  <a:pt x="860" y="1491"/>
                </a:cubicBezTo>
                <a:cubicBezTo>
                  <a:pt x="650" y="1323"/>
                  <a:pt x="414" y="938"/>
                  <a:pt x="568" y="642"/>
                </a:cubicBezTo>
                <a:cubicBezTo>
                  <a:pt x="685" y="421"/>
                  <a:pt x="941" y="369"/>
                  <a:pt x="1154" y="369"/>
                </a:cubicBezTo>
                <a:close/>
                <a:moveTo>
                  <a:pt x="1160" y="0"/>
                </a:moveTo>
                <a:cubicBezTo>
                  <a:pt x="848" y="0"/>
                  <a:pt x="446" y="84"/>
                  <a:pt x="243" y="470"/>
                </a:cubicBezTo>
                <a:cubicBezTo>
                  <a:pt x="0" y="927"/>
                  <a:pt x="261" y="1484"/>
                  <a:pt x="628" y="1780"/>
                </a:cubicBezTo>
                <a:cubicBezTo>
                  <a:pt x="693" y="1830"/>
                  <a:pt x="760" y="1876"/>
                  <a:pt x="835" y="1916"/>
                </a:cubicBezTo>
                <a:cubicBezTo>
                  <a:pt x="1011" y="2007"/>
                  <a:pt x="1214" y="2062"/>
                  <a:pt x="1418" y="2062"/>
                </a:cubicBezTo>
                <a:cubicBezTo>
                  <a:pt x="1636" y="2062"/>
                  <a:pt x="1855" y="1999"/>
                  <a:pt x="2042" y="1851"/>
                </a:cubicBezTo>
                <a:cubicBezTo>
                  <a:pt x="2395" y="1573"/>
                  <a:pt x="2537" y="1081"/>
                  <a:pt x="2380" y="677"/>
                </a:cubicBezTo>
                <a:cubicBezTo>
                  <a:pt x="2252" y="349"/>
                  <a:pt x="1949" y="121"/>
                  <a:pt x="1521" y="35"/>
                </a:cubicBezTo>
                <a:cubicBezTo>
                  <a:pt x="1446" y="21"/>
                  <a:pt x="1314" y="0"/>
                  <a:pt x="1160" y="0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 rot="-5400000">
            <a:off x="70932" y="4145608"/>
            <a:ext cx="147350" cy="119725"/>
          </a:xfrm>
          <a:custGeom>
            <a:avLst/>
            <a:gdLst/>
            <a:ahLst/>
            <a:cxnLst/>
            <a:rect l="l" t="t" r="r" b="b"/>
            <a:pathLst>
              <a:path w="2538" h="2062" extrusionOk="0">
                <a:moveTo>
                  <a:pt x="1154" y="369"/>
                </a:moveTo>
                <a:cubicBezTo>
                  <a:pt x="1279" y="369"/>
                  <a:pt x="1390" y="387"/>
                  <a:pt x="1449" y="399"/>
                </a:cubicBezTo>
                <a:cubicBezTo>
                  <a:pt x="1528" y="413"/>
                  <a:pt x="1635" y="442"/>
                  <a:pt x="1738" y="499"/>
                </a:cubicBezTo>
                <a:cubicBezTo>
                  <a:pt x="1860" y="560"/>
                  <a:pt x="1977" y="659"/>
                  <a:pt x="2034" y="809"/>
                </a:cubicBezTo>
                <a:cubicBezTo>
                  <a:pt x="2134" y="1063"/>
                  <a:pt x="2038" y="1384"/>
                  <a:pt x="1813" y="1562"/>
                </a:cubicBezTo>
                <a:cubicBezTo>
                  <a:pt x="1698" y="1652"/>
                  <a:pt x="1561" y="1690"/>
                  <a:pt x="1421" y="1690"/>
                </a:cubicBezTo>
                <a:cubicBezTo>
                  <a:pt x="1217" y="1690"/>
                  <a:pt x="1009" y="1609"/>
                  <a:pt x="860" y="1491"/>
                </a:cubicBezTo>
                <a:cubicBezTo>
                  <a:pt x="650" y="1323"/>
                  <a:pt x="414" y="938"/>
                  <a:pt x="568" y="642"/>
                </a:cubicBezTo>
                <a:cubicBezTo>
                  <a:pt x="685" y="421"/>
                  <a:pt x="941" y="369"/>
                  <a:pt x="1154" y="369"/>
                </a:cubicBezTo>
                <a:close/>
                <a:moveTo>
                  <a:pt x="1160" y="0"/>
                </a:moveTo>
                <a:cubicBezTo>
                  <a:pt x="848" y="0"/>
                  <a:pt x="446" y="84"/>
                  <a:pt x="243" y="470"/>
                </a:cubicBezTo>
                <a:cubicBezTo>
                  <a:pt x="0" y="927"/>
                  <a:pt x="261" y="1484"/>
                  <a:pt x="628" y="1780"/>
                </a:cubicBezTo>
                <a:cubicBezTo>
                  <a:pt x="693" y="1830"/>
                  <a:pt x="760" y="1876"/>
                  <a:pt x="835" y="1916"/>
                </a:cubicBezTo>
                <a:cubicBezTo>
                  <a:pt x="1011" y="2007"/>
                  <a:pt x="1214" y="2062"/>
                  <a:pt x="1418" y="2062"/>
                </a:cubicBezTo>
                <a:cubicBezTo>
                  <a:pt x="1636" y="2062"/>
                  <a:pt x="1855" y="1999"/>
                  <a:pt x="2042" y="1851"/>
                </a:cubicBezTo>
                <a:cubicBezTo>
                  <a:pt x="2395" y="1573"/>
                  <a:pt x="2537" y="1081"/>
                  <a:pt x="2380" y="677"/>
                </a:cubicBezTo>
                <a:cubicBezTo>
                  <a:pt x="2252" y="349"/>
                  <a:pt x="1949" y="121"/>
                  <a:pt x="1521" y="35"/>
                </a:cubicBezTo>
                <a:cubicBezTo>
                  <a:pt x="1446" y="21"/>
                  <a:pt x="1314" y="0"/>
                  <a:pt x="1160" y="0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 rot="-5400000">
            <a:off x="319607" y="585183"/>
            <a:ext cx="147350" cy="119725"/>
          </a:xfrm>
          <a:custGeom>
            <a:avLst/>
            <a:gdLst/>
            <a:ahLst/>
            <a:cxnLst/>
            <a:rect l="l" t="t" r="r" b="b"/>
            <a:pathLst>
              <a:path w="2538" h="2062" extrusionOk="0">
                <a:moveTo>
                  <a:pt x="1154" y="369"/>
                </a:moveTo>
                <a:cubicBezTo>
                  <a:pt x="1279" y="369"/>
                  <a:pt x="1390" y="387"/>
                  <a:pt x="1449" y="399"/>
                </a:cubicBezTo>
                <a:cubicBezTo>
                  <a:pt x="1528" y="413"/>
                  <a:pt x="1635" y="442"/>
                  <a:pt x="1738" y="499"/>
                </a:cubicBezTo>
                <a:cubicBezTo>
                  <a:pt x="1860" y="560"/>
                  <a:pt x="1977" y="659"/>
                  <a:pt x="2034" y="809"/>
                </a:cubicBezTo>
                <a:cubicBezTo>
                  <a:pt x="2134" y="1063"/>
                  <a:pt x="2038" y="1384"/>
                  <a:pt x="1813" y="1562"/>
                </a:cubicBezTo>
                <a:cubicBezTo>
                  <a:pt x="1698" y="1652"/>
                  <a:pt x="1561" y="1690"/>
                  <a:pt x="1421" y="1690"/>
                </a:cubicBezTo>
                <a:cubicBezTo>
                  <a:pt x="1217" y="1690"/>
                  <a:pt x="1009" y="1609"/>
                  <a:pt x="860" y="1491"/>
                </a:cubicBezTo>
                <a:cubicBezTo>
                  <a:pt x="650" y="1323"/>
                  <a:pt x="414" y="938"/>
                  <a:pt x="568" y="642"/>
                </a:cubicBezTo>
                <a:cubicBezTo>
                  <a:pt x="685" y="421"/>
                  <a:pt x="941" y="369"/>
                  <a:pt x="1154" y="369"/>
                </a:cubicBezTo>
                <a:close/>
                <a:moveTo>
                  <a:pt x="1160" y="0"/>
                </a:moveTo>
                <a:cubicBezTo>
                  <a:pt x="848" y="0"/>
                  <a:pt x="446" y="84"/>
                  <a:pt x="243" y="470"/>
                </a:cubicBezTo>
                <a:cubicBezTo>
                  <a:pt x="0" y="927"/>
                  <a:pt x="261" y="1484"/>
                  <a:pt x="628" y="1780"/>
                </a:cubicBezTo>
                <a:cubicBezTo>
                  <a:pt x="693" y="1830"/>
                  <a:pt x="760" y="1876"/>
                  <a:pt x="835" y="1916"/>
                </a:cubicBezTo>
                <a:cubicBezTo>
                  <a:pt x="1011" y="2007"/>
                  <a:pt x="1214" y="2062"/>
                  <a:pt x="1418" y="2062"/>
                </a:cubicBezTo>
                <a:cubicBezTo>
                  <a:pt x="1636" y="2062"/>
                  <a:pt x="1855" y="1999"/>
                  <a:pt x="2042" y="1851"/>
                </a:cubicBezTo>
                <a:cubicBezTo>
                  <a:pt x="2395" y="1573"/>
                  <a:pt x="2537" y="1081"/>
                  <a:pt x="2380" y="677"/>
                </a:cubicBezTo>
                <a:cubicBezTo>
                  <a:pt x="2252" y="349"/>
                  <a:pt x="1949" y="121"/>
                  <a:pt x="1521" y="35"/>
                </a:cubicBezTo>
                <a:cubicBezTo>
                  <a:pt x="1446" y="21"/>
                  <a:pt x="1314" y="0"/>
                  <a:pt x="1160" y="0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 rot="-5400000">
            <a:off x="8567045" y="2671834"/>
            <a:ext cx="43152" cy="35075"/>
          </a:xfrm>
          <a:custGeom>
            <a:avLst/>
            <a:gdLst/>
            <a:ahLst/>
            <a:cxnLst/>
            <a:rect l="l" t="t" r="r" b="b"/>
            <a:pathLst>
              <a:path w="2538" h="2062" extrusionOk="0">
                <a:moveTo>
                  <a:pt x="1154" y="369"/>
                </a:moveTo>
                <a:cubicBezTo>
                  <a:pt x="1279" y="369"/>
                  <a:pt x="1390" y="387"/>
                  <a:pt x="1449" y="399"/>
                </a:cubicBezTo>
                <a:cubicBezTo>
                  <a:pt x="1528" y="413"/>
                  <a:pt x="1635" y="442"/>
                  <a:pt x="1738" y="499"/>
                </a:cubicBezTo>
                <a:cubicBezTo>
                  <a:pt x="1860" y="560"/>
                  <a:pt x="1977" y="659"/>
                  <a:pt x="2034" y="809"/>
                </a:cubicBezTo>
                <a:cubicBezTo>
                  <a:pt x="2134" y="1063"/>
                  <a:pt x="2038" y="1384"/>
                  <a:pt x="1813" y="1562"/>
                </a:cubicBezTo>
                <a:cubicBezTo>
                  <a:pt x="1698" y="1652"/>
                  <a:pt x="1561" y="1690"/>
                  <a:pt x="1421" y="1690"/>
                </a:cubicBezTo>
                <a:cubicBezTo>
                  <a:pt x="1217" y="1690"/>
                  <a:pt x="1009" y="1609"/>
                  <a:pt x="860" y="1491"/>
                </a:cubicBezTo>
                <a:cubicBezTo>
                  <a:pt x="650" y="1323"/>
                  <a:pt x="414" y="938"/>
                  <a:pt x="568" y="642"/>
                </a:cubicBezTo>
                <a:cubicBezTo>
                  <a:pt x="685" y="421"/>
                  <a:pt x="941" y="369"/>
                  <a:pt x="1154" y="369"/>
                </a:cubicBezTo>
                <a:close/>
                <a:moveTo>
                  <a:pt x="1160" y="0"/>
                </a:moveTo>
                <a:cubicBezTo>
                  <a:pt x="848" y="0"/>
                  <a:pt x="446" y="84"/>
                  <a:pt x="243" y="470"/>
                </a:cubicBezTo>
                <a:cubicBezTo>
                  <a:pt x="0" y="927"/>
                  <a:pt x="261" y="1484"/>
                  <a:pt x="628" y="1780"/>
                </a:cubicBezTo>
                <a:cubicBezTo>
                  <a:pt x="693" y="1830"/>
                  <a:pt x="760" y="1876"/>
                  <a:pt x="835" y="1916"/>
                </a:cubicBezTo>
                <a:cubicBezTo>
                  <a:pt x="1011" y="2007"/>
                  <a:pt x="1214" y="2062"/>
                  <a:pt x="1418" y="2062"/>
                </a:cubicBezTo>
                <a:cubicBezTo>
                  <a:pt x="1636" y="2062"/>
                  <a:pt x="1855" y="1999"/>
                  <a:pt x="2042" y="1851"/>
                </a:cubicBezTo>
                <a:cubicBezTo>
                  <a:pt x="2395" y="1573"/>
                  <a:pt x="2537" y="1081"/>
                  <a:pt x="2380" y="677"/>
                </a:cubicBezTo>
                <a:cubicBezTo>
                  <a:pt x="2252" y="349"/>
                  <a:pt x="1949" y="121"/>
                  <a:pt x="1521" y="35"/>
                </a:cubicBezTo>
                <a:cubicBezTo>
                  <a:pt x="1446" y="21"/>
                  <a:pt x="1314" y="0"/>
                  <a:pt x="1160" y="0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1"/>
          </p:nvPr>
        </p:nvSpPr>
        <p:spPr>
          <a:xfrm>
            <a:off x="4965947" y="2996300"/>
            <a:ext cx="2962200" cy="11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2"/>
          </p:nvPr>
        </p:nvSpPr>
        <p:spPr>
          <a:xfrm>
            <a:off x="1215850" y="2996300"/>
            <a:ext cx="2962200" cy="11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3"/>
          </p:nvPr>
        </p:nvSpPr>
        <p:spPr>
          <a:xfrm>
            <a:off x="1215855" y="2589800"/>
            <a:ext cx="29622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4"/>
          </p:nvPr>
        </p:nvSpPr>
        <p:spPr>
          <a:xfrm>
            <a:off x="4965945" y="2589800"/>
            <a:ext cx="29622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55" name="Google Shape;55;p5"/>
          <p:cNvGrpSpPr/>
          <p:nvPr/>
        </p:nvGrpSpPr>
        <p:grpSpPr>
          <a:xfrm>
            <a:off x="0" y="-349287"/>
            <a:ext cx="9649237" cy="6143540"/>
            <a:chOff x="0" y="-349287"/>
            <a:chExt cx="9649237" cy="6143540"/>
          </a:xfrm>
        </p:grpSpPr>
        <p:sp>
          <p:nvSpPr>
            <p:cNvPr id="56" name="Google Shape;56;p5"/>
            <p:cNvSpPr/>
            <p:nvPr/>
          </p:nvSpPr>
          <p:spPr>
            <a:xfrm>
              <a:off x="0" y="0"/>
              <a:ext cx="427900" cy="624900"/>
            </a:xfrm>
            <a:custGeom>
              <a:avLst/>
              <a:gdLst/>
              <a:ahLst/>
              <a:cxnLst/>
              <a:rect l="l" t="t" r="r" b="b"/>
              <a:pathLst>
                <a:path w="17116" h="24996" extrusionOk="0">
                  <a:moveTo>
                    <a:pt x="16707" y="0"/>
                  </a:moveTo>
                  <a:cubicBezTo>
                    <a:pt x="16138" y="1780"/>
                    <a:pt x="15759" y="3633"/>
                    <a:pt x="15379" y="5428"/>
                  </a:cubicBezTo>
                  <a:cubicBezTo>
                    <a:pt x="14956" y="7500"/>
                    <a:pt x="14533" y="9630"/>
                    <a:pt x="13789" y="11630"/>
                  </a:cubicBezTo>
                  <a:cubicBezTo>
                    <a:pt x="11513" y="17816"/>
                    <a:pt x="6260" y="22675"/>
                    <a:pt x="0" y="24587"/>
                  </a:cubicBezTo>
                  <a:lnTo>
                    <a:pt x="0" y="24995"/>
                  </a:lnTo>
                  <a:cubicBezTo>
                    <a:pt x="6420" y="23069"/>
                    <a:pt x="11834" y="18094"/>
                    <a:pt x="14154" y="11761"/>
                  </a:cubicBezTo>
                  <a:cubicBezTo>
                    <a:pt x="14898" y="9733"/>
                    <a:pt x="15336" y="7588"/>
                    <a:pt x="15773" y="5516"/>
                  </a:cubicBezTo>
                  <a:cubicBezTo>
                    <a:pt x="16138" y="3677"/>
                    <a:pt x="16532" y="1795"/>
                    <a:pt x="1711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 rot="-9354502" flipH="1">
              <a:off x="5856916" y="361056"/>
              <a:ext cx="3722700" cy="1135508"/>
            </a:xfrm>
            <a:custGeom>
              <a:avLst/>
              <a:gdLst/>
              <a:ahLst/>
              <a:cxnLst/>
              <a:rect l="l" t="t" r="r" b="b"/>
              <a:pathLst>
                <a:path w="148907" h="45420" extrusionOk="0">
                  <a:moveTo>
                    <a:pt x="148907" y="1"/>
                  </a:moveTo>
                  <a:cubicBezTo>
                    <a:pt x="143552" y="5224"/>
                    <a:pt x="138897" y="11236"/>
                    <a:pt x="134549" y="16854"/>
                  </a:cubicBezTo>
                  <a:cubicBezTo>
                    <a:pt x="133877" y="17715"/>
                    <a:pt x="133206" y="18605"/>
                    <a:pt x="132520" y="19495"/>
                  </a:cubicBezTo>
                  <a:cubicBezTo>
                    <a:pt x="127880" y="25580"/>
                    <a:pt x="122627" y="32481"/>
                    <a:pt x="116134" y="36480"/>
                  </a:cubicBezTo>
                  <a:cubicBezTo>
                    <a:pt x="108313" y="41280"/>
                    <a:pt x="100667" y="43994"/>
                    <a:pt x="92758" y="44797"/>
                  </a:cubicBezTo>
                  <a:cubicBezTo>
                    <a:pt x="90782" y="44992"/>
                    <a:pt x="88753" y="45090"/>
                    <a:pt x="86661" y="45090"/>
                  </a:cubicBezTo>
                  <a:cubicBezTo>
                    <a:pt x="80937" y="45090"/>
                    <a:pt x="74748" y="44356"/>
                    <a:pt x="67909" y="42871"/>
                  </a:cubicBezTo>
                  <a:cubicBezTo>
                    <a:pt x="59869" y="41120"/>
                    <a:pt x="51216" y="38420"/>
                    <a:pt x="40681" y="34378"/>
                  </a:cubicBezTo>
                  <a:cubicBezTo>
                    <a:pt x="31535" y="30884"/>
                    <a:pt x="23360" y="28524"/>
                    <a:pt x="14222" y="28524"/>
                  </a:cubicBezTo>
                  <a:cubicBezTo>
                    <a:pt x="12791" y="28524"/>
                    <a:pt x="11335" y="28582"/>
                    <a:pt x="9849" y="28702"/>
                  </a:cubicBezTo>
                  <a:cubicBezTo>
                    <a:pt x="6537" y="28965"/>
                    <a:pt x="3239" y="29490"/>
                    <a:pt x="0" y="30249"/>
                  </a:cubicBezTo>
                  <a:lnTo>
                    <a:pt x="0" y="30599"/>
                  </a:lnTo>
                  <a:cubicBezTo>
                    <a:pt x="3239" y="29826"/>
                    <a:pt x="6552" y="29300"/>
                    <a:pt x="9878" y="29023"/>
                  </a:cubicBezTo>
                  <a:cubicBezTo>
                    <a:pt x="11344" y="28906"/>
                    <a:pt x="12779" y="28849"/>
                    <a:pt x="14191" y="28849"/>
                  </a:cubicBezTo>
                  <a:cubicBezTo>
                    <a:pt x="23296" y="28849"/>
                    <a:pt x="31444" y="31200"/>
                    <a:pt x="40564" y="34699"/>
                  </a:cubicBezTo>
                  <a:cubicBezTo>
                    <a:pt x="51114" y="38741"/>
                    <a:pt x="59782" y="41441"/>
                    <a:pt x="67836" y="43192"/>
                  </a:cubicBezTo>
                  <a:cubicBezTo>
                    <a:pt x="74673" y="44683"/>
                    <a:pt x="80873" y="45420"/>
                    <a:pt x="86606" y="45420"/>
                  </a:cubicBezTo>
                  <a:cubicBezTo>
                    <a:pt x="88728" y="45420"/>
                    <a:pt x="90785" y="45319"/>
                    <a:pt x="92788" y="45118"/>
                  </a:cubicBezTo>
                  <a:cubicBezTo>
                    <a:pt x="100755" y="44330"/>
                    <a:pt x="108444" y="41587"/>
                    <a:pt x="116295" y="36757"/>
                  </a:cubicBezTo>
                  <a:cubicBezTo>
                    <a:pt x="122861" y="32730"/>
                    <a:pt x="128128" y="25813"/>
                    <a:pt x="132783" y="19699"/>
                  </a:cubicBezTo>
                  <a:cubicBezTo>
                    <a:pt x="133469" y="18809"/>
                    <a:pt x="134140" y="17919"/>
                    <a:pt x="134811" y="17044"/>
                  </a:cubicBezTo>
                  <a:cubicBezTo>
                    <a:pt x="139086" y="11528"/>
                    <a:pt x="143668" y="5618"/>
                    <a:pt x="148907" y="467"/>
                  </a:cubicBezTo>
                  <a:lnTo>
                    <a:pt x="14890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 rot="-5400000">
              <a:off x="8866404" y="69594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 rot="-5400000">
              <a:off x="78329" y="999018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 rot="-5400000">
              <a:off x="8557607" y="11815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 rot="-5400000">
              <a:off x="70932" y="414560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 rot="-5400000">
              <a:off x="8678520" y="3027070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0" y="43889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6"/>
          <p:cNvGrpSpPr/>
          <p:nvPr/>
        </p:nvGrpSpPr>
        <p:grpSpPr>
          <a:xfrm>
            <a:off x="-505225" y="-349287"/>
            <a:ext cx="9649237" cy="6219740"/>
            <a:chOff x="-505225" y="-349287"/>
            <a:chExt cx="9649237" cy="6219740"/>
          </a:xfrm>
        </p:grpSpPr>
        <p:sp>
          <p:nvSpPr>
            <p:cNvPr id="67" name="Google Shape;67;p6"/>
            <p:cNvSpPr/>
            <p:nvPr/>
          </p:nvSpPr>
          <p:spPr>
            <a:xfrm>
              <a:off x="0" y="44651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 flipH="1">
              <a:off x="6870262" y="0"/>
              <a:ext cx="2273750" cy="1646300"/>
            </a:xfrm>
            <a:custGeom>
              <a:avLst/>
              <a:gdLst/>
              <a:ahLst/>
              <a:cxnLst/>
              <a:rect l="l" t="t" r="r" b="b"/>
              <a:pathLst>
                <a:path w="90950" h="65852" extrusionOk="0">
                  <a:moveTo>
                    <a:pt x="90103" y="0"/>
                  </a:moveTo>
                  <a:cubicBezTo>
                    <a:pt x="83522" y="2714"/>
                    <a:pt x="76387" y="4173"/>
                    <a:pt x="69470" y="5574"/>
                  </a:cubicBezTo>
                  <a:cubicBezTo>
                    <a:pt x="68697" y="5735"/>
                    <a:pt x="67924" y="5895"/>
                    <a:pt x="67150" y="6056"/>
                  </a:cubicBezTo>
                  <a:cubicBezTo>
                    <a:pt x="58425" y="7850"/>
                    <a:pt x="49246" y="10024"/>
                    <a:pt x="41542" y="14956"/>
                  </a:cubicBezTo>
                  <a:cubicBezTo>
                    <a:pt x="31561" y="21348"/>
                    <a:pt x="25010" y="31708"/>
                    <a:pt x="18692" y="41717"/>
                  </a:cubicBezTo>
                  <a:cubicBezTo>
                    <a:pt x="13278" y="50268"/>
                    <a:pt x="7719" y="59067"/>
                    <a:pt x="0" y="65429"/>
                  </a:cubicBezTo>
                  <a:lnTo>
                    <a:pt x="0" y="65852"/>
                  </a:lnTo>
                  <a:cubicBezTo>
                    <a:pt x="7865" y="59446"/>
                    <a:pt x="13497" y="50545"/>
                    <a:pt x="18969" y="41892"/>
                  </a:cubicBezTo>
                  <a:cubicBezTo>
                    <a:pt x="25273" y="31912"/>
                    <a:pt x="31795" y="21596"/>
                    <a:pt x="41717" y="15234"/>
                  </a:cubicBezTo>
                  <a:cubicBezTo>
                    <a:pt x="49378" y="10331"/>
                    <a:pt x="58512" y="8171"/>
                    <a:pt x="67223" y="6377"/>
                  </a:cubicBezTo>
                  <a:cubicBezTo>
                    <a:pt x="67982" y="6216"/>
                    <a:pt x="68755" y="6056"/>
                    <a:pt x="69529" y="5895"/>
                  </a:cubicBezTo>
                  <a:cubicBezTo>
                    <a:pt x="76722" y="4436"/>
                    <a:pt x="84135" y="2933"/>
                    <a:pt x="9094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 flipH="1">
              <a:off x="8716112" y="0"/>
              <a:ext cx="427900" cy="624900"/>
            </a:xfrm>
            <a:custGeom>
              <a:avLst/>
              <a:gdLst/>
              <a:ahLst/>
              <a:cxnLst/>
              <a:rect l="l" t="t" r="r" b="b"/>
              <a:pathLst>
                <a:path w="17116" h="24996" extrusionOk="0">
                  <a:moveTo>
                    <a:pt x="16707" y="0"/>
                  </a:moveTo>
                  <a:cubicBezTo>
                    <a:pt x="16138" y="1780"/>
                    <a:pt x="15759" y="3633"/>
                    <a:pt x="15379" y="5428"/>
                  </a:cubicBezTo>
                  <a:cubicBezTo>
                    <a:pt x="14956" y="7500"/>
                    <a:pt x="14533" y="9630"/>
                    <a:pt x="13789" y="11630"/>
                  </a:cubicBezTo>
                  <a:cubicBezTo>
                    <a:pt x="11513" y="17816"/>
                    <a:pt x="6260" y="22675"/>
                    <a:pt x="0" y="24587"/>
                  </a:cubicBezTo>
                  <a:lnTo>
                    <a:pt x="0" y="24995"/>
                  </a:lnTo>
                  <a:cubicBezTo>
                    <a:pt x="6420" y="23069"/>
                    <a:pt x="11834" y="18094"/>
                    <a:pt x="14154" y="11761"/>
                  </a:cubicBezTo>
                  <a:cubicBezTo>
                    <a:pt x="14898" y="9733"/>
                    <a:pt x="15336" y="7588"/>
                    <a:pt x="15773" y="5516"/>
                  </a:cubicBezTo>
                  <a:cubicBezTo>
                    <a:pt x="16138" y="3677"/>
                    <a:pt x="16532" y="1795"/>
                    <a:pt x="1711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 rot="10800000">
              <a:off x="12" y="-15"/>
              <a:ext cx="783600" cy="356075"/>
            </a:xfrm>
            <a:custGeom>
              <a:avLst/>
              <a:gdLst/>
              <a:ahLst/>
              <a:cxnLst/>
              <a:rect l="l" t="t" r="r" b="b"/>
              <a:pathLst>
                <a:path w="31344" h="14243" extrusionOk="0">
                  <a:moveTo>
                    <a:pt x="24538" y="1"/>
                  </a:moveTo>
                  <a:cubicBezTo>
                    <a:pt x="17525" y="1"/>
                    <a:pt x="10422" y="2758"/>
                    <a:pt x="5283" y="7516"/>
                  </a:cubicBezTo>
                  <a:cubicBezTo>
                    <a:pt x="3197" y="9457"/>
                    <a:pt x="1416" y="11748"/>
                    <a:pt x="1" y="14243"/>
                  </a:cubicBezTo>
                  <a:lnTo>
                    <a:pt x="395" y="14243"/>
                  </a:lnTo>
                  <a:cubicBezTo>
                    <a:pt x="1767" y="11835"/>
                    <a:pt x="3488" y="9632"/>
                    <a:pt x="5517" y="7764"/>
                  </a:cubicBezTo>
                  <a:cubicBezTo>
                    <a:pt x="10583" y="3051"/>
                    <a:pt x="17583" y="336"/>
                    <a:pt x="24518" y="336"/>
                  </a:cubicBezTo>
                  <a:cubicBezTo>
                    <a:pt x="25033" y="336"/>
                    <a:pt x="25548" y="350"/>
                    <a:pt x="26061" y="381"/>
                  </a:cubicBezTo>
                  <a:cubicBezTo>
                    <a:pt x="27827" y="483"/>
                    <a:pt x="29593" y="760"/>
                    <a:pt x="31344" y="1096"/>
                  </a:cubicBezTo>
                  <a:lnTo>
                    <a:pt x="31344" y="760"/>
                  </a:lnTo>
                  <a:cubicBezTo>
                    <a:pt x="29607" y="425"/>
                    <a:pt x="27842" y="147"/>
                    <a:pt x="26076" y="45"/>
                  </a:cubicBezTo>
                  <a:cubicBezTo>
                    <a:pt x="25564" y="15"/>
                    <a:pt x="25051" y="1"/>
                    <a:pt x="2453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 rot="9354502">
              <a:off x="-435605" y="361056"/>
              <a:ext cx="3722700" cy="1135508"/>
            </a:xfrm>
            <a:custGeom>
              <a:avLst/>
              <a:gdLst/>
              <a:ahLst/>
              <a:cxnLst/>
              <a:rect l="l" t="t" r="r" b="b"/>
              <a:pathLst>
                <a:path w="148907" h="45420" extrusionOk="0">
                  <a:moveTo>
                    <a:pt x="148907" y="1"/>
                  </a:moveTo>
                  <a:cubicBezTo>
                    <a:pt x="143552" y="5224"/>
                    <a:pt x="138897" y="11236"/>
                    <a:pt x="134549" y="16854"/>
                  </a:cubicBezTo>
                  <a:cubicBezTo>
                    <a:pt x="133877" y="17715"/>
                    <a:pt x="133206" y="18605"/>
                    <a:pt x="132520" y="19495"/>
                  </a:cubicBezTo>
                  <a:cubicBezTo>
                    <a:pt x="127880" y="25580"/>
                    <a:pt x="122627" y="32481"/>
                    <a:pt x="116134" y="36480"/>
                  </a:cubicBezTo>
                  <a:cubicBezTo>
                    <a:pt x="108313" y="41280"/>
                    <a:pt x="100667" y="43994"/>
                    <a:pt x="92758" y="44797"/>
                  </a:cubicBezTo>
                  <a:cubicBezTo>
                    <a:pt x="90782" y="44992"/>
                    <a:pt x="88753" y="45090"/>
                    <a:pt x="86661" y="45090"/>
                  </a:cubicBezTo>
                  <a:cubicBezTo>
                    <a:pt x="80937" y="45090"/>
                    <a:pt x="74748" y="44356"/>
                    <a:pt x="67909" y="42871"/>
                  </a:cubicBezTo>
                  <a:cubicBezTo>
                    <a:pt x="59869" y="41120"/>
                    <a:pt x="51216" y="38420"/>
                    <a:pt x="40681" y="34378"/>
                  </a:cubicBezTo>
                  <a:cubicBezTo>
                    <a:pt x="31535" y="30884"/>
                    <a:pt x="23360" y="28524"/>
                    <a:pt x="14222" y="28524"/>
                  </a:cubicBezTo>
                  <a:cubicBezTo>
                    <a:pt x="12791" y="28524"/>
                    <a:pt x="11335" y="28582"/>
                    <a:pt x="9849" y="28702"/>
                  </a:cubicBezTo>
                  <a:cubicBezTo>
                    <a:pt x="6537" y="28965"/>
                    <a:pt x="3239" y="29490"/>
                    <a:pt x="0" y="30249"/>
                  </a:cubicBezTo>
                  <a:lnTo>
                    <a:pt x="0" y="30599"/>
                  </a:lnTo>
                  <a:cubicBezTo>
                    <a:pt x="3239" y="29826"/>
                    <a:pt x="6552" y="29300"/>
                    <a:pt x="9878" y="29023"/>
                  </a:cubicBezTo>
                  <a:cubicBezTo>
                    <a:pt x="11344" y="28906"/>
                    <a:pt x="12779" y="28849"/>
                    <a:pt x="14191" y="28849"/>
                  </a:cubicBezTo>
                  <a:cubicBezTo>
                    <a:pt x="23296" y="28849"/>
                    <a:pt x="31444" y="31200"/>
                    <a:pt x="40564" y="34699"/>
                  </a:cubicBezTo>
                  <a:cubicBezTo>
                    <a:pt x="51114" y="38741"/>
                    <a:pt x="59782" y="41441"/>
                    <a:pt x="67836" y="43192"/>
                  </a:cubicBezTo>
                  <a:cubicBezTo>
                    <a:pt x="74673" y="44683"/>
                    <a:pt x="80873" y="45420"/>
                    <a:pt x="86606" y="45420"/>
                  </a:cubicBezTo>
                  <a:cubicBezTo>
                    <a:pt x="88728" y="45420"/>
                    <a:pt x="90785" y="45319"/>
                    <a:pt x="92788" y="45118"/>
                  </a:cubicBezTo>
                  <a:cubicBezTo>
                    <a:pt x="100755" y="44330"/>
                    <a:pt x="108444" y="41587"/>
                    <a:pt x="116295" y="36757"/>
                  </a:cubicBezTo>
                  <a:cubicBezTo>
                    <a:pt x="122861" y="32730"/>
                    <a:pt x="128128" y="25813"/>
                    <a:pt x="132783" y="19699"/>
                  </a:cubicBezTo>
                  <a:cubicBezTo>
                    <a:pt x="133469" y="18809"/>
                    <a:pt x="134140" y="17919"/>
                    <a:pt x="134811" y="17044"/>
                  </a:cubicBezTo>
                  <a:cubicBezTo>
                    <a:pt x="139086" y="11528"/>
                    <a:pt x="143668" y="5618"/>
                    <a:pt x="148907" y="467"/>
                  </a:cubicBezTo>
                  <a:lnTo>
                    <a:pt x="14890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 rot="5400000" flipH="1">
              <a:off x="8434557" y="33819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 rot="5400000" flipH="1">
              <a:off x="209057" y="69594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 rot="5400000" flipH="1">
              <a:off x="8997132" y="999018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6"/>
            <p:cNvSpPr/>
            <p:nvPr/>
          </p:nvSpPr>
          <p:spPr>
            <a:xfrm rot="5400000" flipH="1">
              <a:off x="318142" y="4093870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 rot="5400000" flipH="1">
              <a:off x="439055" y="11815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6"/>
            <p:cNvSpPr/>
            <p:nvPr/>
          </p:nvSpPr>
          <p:spPr>
            <a:xfrm rot="5400000" flipH="1">
              <a:off x="8925730" y="414560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6"/>
            <p:cNvSpPr/>
            <p:nvPr/>
          </p:nvSpPr>
          <p:spPr>
            <a:xfrm rot="5400000" flipH="1">
              <a:off x="8677055" y="585183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82" name="Google Shape;82;p7"/>
          <p:cNvGrpSpPr/>
          <p:nvPr/>
        </p:nvGrpSpPr>
        <p:grpSpPr>
          <a:xfrm>
            <a:off x="0" y="-349287"/>
            <a:ext cx="9649237" cy="6219740"/>
            <a:chOff x="0" y="-349287"/>
            <a:chExt cx="9649237" cy="6219740"/>
          </a:xfrm>
        </p:grpSpPr>
        <p:grpSp>
          <p:nvGrpSpPr>
            <p:cNvPr id="83" name="Google Shape;83;p7"/>
            <p:cNvGrpSpPr/>
            <p:nvPr/>
          </p:nvGrpSpPr>
          <p:grpSpPr>
            <a:xfrm>
              <a:off x="0" y="-349287"/>
              <a:ext cx="9649237" cy="5379338"/>
              <a:chOff x="0" y="-349287"/>
              <a:chExt cx="9649237" cy="5379338"/>
            </a:xfrm>
          </p:grpSpPr>
          <p:sp>
            <p:nvSpPr>
              <p:cNvPr id="84" name="Google Shape;84;p7"/>
              <p:cNvSpPr/>
              <p:nvPr/>
            </p:nvSpPr>
            <p:spPr>
              <a:xfrm rot="5400000" flipH="1">
                <a:off x="4671704" y="4731777"/>
                <a:ext cx="142718" cy="115951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7"/>
              <p:cNvSpPr/>
              <p:nvPr/>
            </p:nvSpPr>
            <p:spPr>
              <a:xfrm rot="5400000" flipH="1">
                <a:off x="4260585" y="4825593"/>
                <a:ext cx="225603" cy="183312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7"/>
              <p:cNvSpPr/>
              <p:nvPr/>
            </p:nvSpPr>
            <p:spPr>
              <a:xfrm>
                <a:off x="0" y="0"/>
                <a:ext cx="2273750" cy="1646300"/>
              </a:xfrm>
              <a:custGeom>
                <a:avLst/>
                <a:gdLst/>
                <a:ahLst/>
                <a:cxnLst/>
                <a:rect l="l" t="t" r="r" b="b"/>
                <a:pathLst>
                  <a:path w="90950" h="65852" extrusionOk="0">
                    <a:moveTo>
                      <a:pt x="90103" y="0"/>
                    </a:moveTo>
                    <a:cubicBezTo>
                      <a:pt x="83522" y="2714"/>
                      <a:pt x="76387" y="4173"/>
                      <a:pt x="69470" y="5574"/>
                    </a:cubicBezTo>
                    <a:cubicBezTo>
                      <a:pt x="68697" y="5735"/>
                      <a:pt x="67924" y="5895"/>
                      <a:pt x="67150" y="6056"/>
                    </a:cubicBezTo>
                    <a:cubicBezTo>
                      <a:pt x="58425" y="7850"/>
                      <a:pt x="49246" y="10024"/>
                      <a:pt x="41542" y="14956"/>
                    </a:cubicBezTo>
                    <a:cubicBezTo>
                      <a:pt x="31561" y="21348"/>
                      <a:pt x="25010" y="31708"/>
                      <a:pt x="18692" y="41717"/>
                    </a:cubicBezTo>
                    <a:cubicBezTo>
                      <a:pt x="13278" y="50268"/>
                      <a:pt x="7719" y="59067"/>
                      <a:pt x="0" y="65429"/>
                    </a:cubicBezTo>
                    <a:lnTo>
                      <a:pt x="0" y="65852"/>
                    </a:lnTo>
                    <a:cubicBezTo>
                      <a:pt x="7865" y="59446"/>
                      <a:pt x="13497" y="50545"/>
                      <a:pt x="18969" y="41892"/>
                    </a:cubicBezTo>
                    <a:cubicBezTo>
                      <a:pt x="25273" y="31912"/>
                      <a:pt x="31795" y="21596"/>
                      <a:pt x="41717" y="15234"/>
                    </a:cubicBezTo>
                    <a:cubicBezTo>
                      <a:pt x="49378" y="10331"/>
                      <a:pt x="58512" y="8171"/>
                      <a:pt x="67223" y="6377"/>
                    </a:cubicBezTo>
                    <a:cubicBezTo>
                      <a:pt x="67982" y="6216"/>
                      <a:pt x="68755" y="6056"/>
                      <a:pt x="69529" y="5895"/>
                    </a:cubicBezTo>
                    <a:cubicBezTo>
                      <a:pt x="76722" y="4436"/>
                      <a:pt x="84135" y="2933"/>
                      <a:pt x="909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7"/>
              <p:cNvSpPr/>
              <p:nvPr/>
            </p:nvSpPr>
            <p:spPr>
              <a:xfrm>
                <a:off x="0" y="0"/>
                <a:ext cx="427900" cy="624900"/>
              </a:xfrm>
              <a:custGeom>
                <a:avLst/>
                <a:gdLst/>
                <a:ahLst/>
                <a:cxnLst/>
                <a:rect l="l" t="t" r="r" b="b"/>
                <a:pathLst>
                  <a:path w="17116" h="24996" extrusionOk="0">
                    <a:moveTo>
                      <a:pt x="16707" y="0"/>
                    </a:moveTo>
                    <a:cubicBezTo>
                      <a:pt x="16138" y="1780"/>
                      <a:pt x="15759" y="3633"/>
                      <a:pt x="15379" y="5428"/>
                    </a:cubicBezTo>
                    <a:cubicBezTo>
                      <a:pt x="14956" y="7500"/>
                      <a:pt x="14533" y="9630"/>
                      <a:pt x="13789" y="11630"/>
                    </a:cubicBezTo>
                    <a:cubicBezTo>
                      <a:pt x="11513" y="17816"/>
                      <a:pt x="6260" y="22675"/>
                      <a:pt x="0" y="24587"/>
                    </a:cubicBezTo>
                    <a:lnTo>
                      <a:pt x="0" y="24995"/>
                    </a:lnTo>
                    <a:cubicBezTo>
                      <a:pt x="6420" y="23069"/>
                      <a:pt x="11834" y="18094"/>
                      <a:pt x="14154" y="11761"/>
                    </a:cubicBezTo>
                    <a:cubicBezTo>
                      <a:pt x="14898" y="9733"/>
                      <a:pt x="15336" y="7588"/>
                      <a:pt x="15773" y="5516"/>
                    </a:cubicBezTo>
                    <a:cubicBezTo>
                      <a:pt x="16138" y="3677"/>
                      <a:pt x="16532" y="1795"/>
                      <a:pt x="171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7"/>
              <p:cNvSpPr/>
              <p:nvPr/>
            </p:nvSpPr>
            <p:spPr>
              <a:xfrm rot="10800000" flipH="1">
                <a:off x="8360400" y="-15"/>
                <a:ext cx="783600" cy="356075"/>
              </a:xfrm>
              <a:custGeom>
                <a:avLst/>
                <a:gdLst/>
                <a:ahLst/>
                <a:cxnLst/>
                <a:rect l="l" t="t" r="r" b="b"/>
                <a:pathLst>
                  <a:path w="31344" h="14243" extrusionOk="0">
                    <a:moveTo>
                      <a:pt x="24538" y="1"/>
                    </a:moveTo>
                    <a:cubicBezTo>
                      <a:pt x="17525" y="1"/>
                      <a:pt x="10422" y="2758"/>
                      <a:pt x="5283" y="7516"/>
                    </a:cubicBezTo>
                    <a:cubicBezTo>
                      <a:pt x="3197" y="9457"/>
                      <a:pt x="1416" y="11748"/>
                      <a:pt x="1" y="14243"/>
                    </a:cubicBezTo>
                    <a:lnTo>
                      <a:pt x="395" y="14243"/>
                    </a:lnTo>
                    <a:cubicBezTo>
                      <a:pt x="1767" y="11835"/>
                      <a:pt x="3488" y="9632"/>
                      <a:pt x="5517" y="7764"/>
                    </a:cubicBezTo>
                    <a:cubicBezTo>
                      <a:pt x="10583" y="3051"/>
                      <a:pt x="17583" y="336"/>
                      <a:pt x="24518" y="336"/>
                    </a:cubicBezTo>
                    <a:cubicBezTo>
                      <a:pt x="25033" y="336"/>
                      <a:pt x="25548" y="350"/>
                      <a:pt x="26061" y="381"/>
                    </a:cubicBezTo>
                    <a:cubicBezTo>
                      <a:pt x="27827" y="483"/>
                      <a:pt x="29593" y="760"/>
                      <a:pt x="31344" y="1096"/>
                    </a:cubicBezTo>
                    <a:lnTo>
                      <a:pt x="31344" y="760"/>
                    </a:lnTo>
                    <a:cubicBezTo>
                      <a:pt x="29607" y="425"/>
                      <a:pt x="27842" y="147"/>
                      <a:pt x="26076" y="45"/>
                    </a:cubicBezTo>
                    <a:cubicBezTo>
                      <a:pt x="25564" y="15"/>
                      <a:pt x="25051" y="1"/>
                      <a:pt x="245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7"/>
              <p:cNvSpPr/>
              <p:nvPr/>
            </p:nvSpPr>
            <p:spPr>
              <a:xfrm rot="-9354502" flipH="1">
                <a:off x="5856916" y="361056"/>
                <a:ext cx="3722700" cy="1135508"/>
              </a:xfrm>
              <a:custGeom>
                <a:avLst/>
                <a:gdLst/>
                <a:ahLst/>
                <a:cxnLst/>
                <a:rect l="l" t="t" r="r" b="b"/>
                <a:pathLst>
                  <a:path w="148907" h="45420" extrusionOk="0">
                    <a:moveTo>
                      <a:pt x="148907" y="1"/>
                    </a:moveTo>
                    <a:cubicBezTo>
                      <a:pt x="143552" y="5224"/>
                      <a:pt x="138897" y="11236"/>
                      <a:pt x="134549" y="16854"/>
                    </a:cubicBezTo>
                    <a:cubicBezTo>
                      <a:pt x="133877" y="17715"/>
                      <a:pt x="133206" y="18605"/>
                      <a:pt x="132520" y="19495"/>
                    </a:cubicBezTo>
                    <a:cubicBezTo>
                      <a:pt x="127880" y="25580"/>
                      <a:pt x="122627" y="32481"/>
                      <a:pt x="116134" y="36480"/>
                    </a:cubicBezTo>
                    <a:cubicBezTo>
                      <a:pt x="108313" y="41280"/>
                      <a:pt x="100667" y="43994"/>
                      <a:pt x="92758" y="44797"/>
                    </a:cubicBezTo>
                    <a:cubicBezTo>
                      <a:pt x="90782" y="44992"/>
                      <a:pt x="88753" y="45090"/>
                      <a:pt x="86661" y="45090"/>
                    </a:cubicBezTo>
                    <a:cubicBezTo>
                      <a:pt x="80937" y="45090"/>
                      <a:pt x="74748" y="44356"/>
                      <a:pt x="67909" y="42871"/>
                    </a:cubicBezTo>
                    <a:cubicBezTo>
                      <a:pt x="59869" y="41120"/>
                      <a:pt x="51216" y="38420"/>
                      <a:pt x="40681" y="34378"/>
                    </a:cubicBezTo>
                    <a:cubicBezTo>
                      <a:pt x="31535" y="30884"/>
                      <a:pt x="23360" y="28524"/>
                      <a:pt x="14222" y="28524"/>
                    </a:cubicBezTo>
                    <a:cubicBezTo>
                      <a:pt x="12791" y="28524"/>
                      <a:pt x="11335" y="28582"/>
                      <a:pt x="9849" y="28702"/>
                    </a:cubicBezTo>
                    <a:cubicBezTo>
                      <a:pt x="6537" y="28965"/>
                      <a:pt x="3239" y="29490"/>
                      <a:pt x="0" y="30249"/>
                    </a:cubicBezTo>
                    <a:lnTo>
                      <a:pt x="0" y="30599"/>
                    </a:lnTo>
                    <a:cubicBezTo>
                      <a:pt x="3239" y="29826"/>
                      <a:pt x="6552" y="29300"/>
                      <a:pt x="9878" y="29023"/>
                    </a:cubicBezTo>
                    <a:cubicBezTo>
                      <a:pt x="11344" y="28906"/>
                      <a:pt x="12779" y="28849"/>
                      <a:pt x="14191" y="28849"/>
                    </a:cubicBezTo>
                    <a:cubicBezTo>
                      <a:pt x="23296" y="28849"/>
                      <a:pt x="31444" y="31200"/>
                      <a:pt x="40564" y="34699"/>
                    </a:cubicBezTo>
                    <a:cubicBezTo>
                      <a:pt x="51114" y="38741"/>
                      <a:pt x="59782" y="41441"/>
                      <a:pt x="67836" y="43192"/>
                    </a:cubicBezTo>
                    <a:cubicBezTo>
                      <a:pt x="74673" y="44683"/>
                      <a:pt x="80873" y="45420"/>
                      <a:pt x="86606" y="45420"/>
                    </a:cubicBezTo>
                    <a:cubicBezTo>
                      <a:pt x="88728" y="45420"/>
                      <a:pt x="90785" y="45319"/>
                      <a:pt x="92788" y="45118"/>
                    </a:cubicBezTo>
                    <a:cubicBezTo>
                      <a:pt x="100755" y="44330"/>
                      <a:pt x="108444" y="41587"/>
                      <a:pt x="116295" y="36757"/>
                    </a:cubicBezTo>
                    <a:cubicBezTo>
                      <a:pt x="122861" y="32730"/>
                      <a:pt x="128128" y="25813"/>
                      <a:pt x="132783" y="19699"/>
                    </a:cubicBezTo>
                    <a:cubicBezTo>
                      <a:pt x="133469" y="18809"/>
                      <a:pt x="134140" y="17919"/>
                      <a:pt x="134811" y="17044"/>
                    </a:cubicBezTo>
                    <a:cubicBezTo>
                      <a:pt x="139086" y="11528"/>
                      <a:pt x="143668" y="5618"/>
                      <a:pt x="148907" y="467"/>
                    </a:cubicBezTo>
                    <a:lnTo>
                      <a:pt x="14890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7"/>
              <p:cNvSpPr/>
              <p:nvPr/>
            </p:nvSpPr>
            <p:spPr>
              <a:xfrm rot="-5400000">
                <a:off x="640904" y="338193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7"/>
              <p:cNvSpPr/>
              <p:nvPr/>
            </p:nvSpPr>
            <p:spPr>
              <a:xfrm rot="-5400000">
                <a:off x="8866404" y="695943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7"/>
              <p:cNvSpPr/>
              <p:nvPr/>
            </p:nvSpPr>
            <p:spPr>
              <a:xfrm rot="-5400000">
                <a:off x="78329" y="999018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7"/>
              <p:cNvSpPr/>
              <p:nvPr/>
            </p:nvSpPr>
            <p:spPr>
              <a:xfrm rot="-5400000">
                <a:off x="8678520" y="4093870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7"/>
              <p:cNvSpPr/>
              <p:nvPr/>
            </p:nvSpPr>
            <p:spPr>
              <a:xfrm rot="-5400000">
                <a:off x="8557607" y="118158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7"/>
              <p:cNvSpPr/>
              <p:nvPr/>
            </p:nvSpPr>
            <p:spPr>
              <a:xfrm rot="-5400000">
                <a:off x="70932" y="4145608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 rot="-5400000">
                <a:off x="319607" y="585183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7" name="Google Shape;97;p7"/>
            <p:cNvSpPr/>
            <p:nvPr/>
          </p:nvSpPr>
          <p:spPr>
            <a:xfrm flipH="1">
              <a:off x="0" y="44651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1768550" y="752775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00" name="Google Shape;100;p8"/>
          <p:cNvGrpSpPr/>
          <p:nvPr/>
        </p:nvGrpSpPr>
        <p:grpSpPr>
          <a:xfrm>
            <a:off x="0" y="-349287"/>
            <a:ext cx="9649237" cy="6143540"/>
            <a:chOff x="0" y="-349287"/>
            <a:chExt cx="9649237" cy="6143540"/>
          </a:xfrm>
        </p:grpSpPr>
        <p:sp>
          <p:nvSpPr>
            <p:cNvPr id="101" name="Google Shape;101;p8"/>
            <p:cNvSpPr/>
            <p:nvPr/>
          </p:nvSpPr>
          <p:spPr>
            <a:xfrm>
              <a:off x="0" y="43889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0" y="0"/>
              <a:ext cx="2273750" cy="1646300"/>
            </a:xfrm>
            <a:custGeom>
              <a:avLst/>
              <a:gdLst/>
              <a:ahLst/>
              <a:cxnLst/>
              <a:rect l="l" t="t" r="r" b="b"/>
              <a:pathLst>
                <a:path w="90950" h="65852" extrusionOk="0">
                  <a:moveTo>
                    <a:pt x="90103" y="0"/>
                  </a:moveTo>
                  <a:cubicBezTo>
                    <a:pt x="83522" y="2714"/>
                    <a:pt x="76387" y="4173"/>
                    <a:pt x="69470" y="5574"/>
                  </a:cubicBezTo>
                  <a:cubicBezTo>
                    <a:pt x="68697" y="5735"/>
                    <a:pt x="67924" y="5895"/>
                    <a:pt x="67150" y="6056"/>
                  </a:cubicBezTo>
                  <a:cubicBezTo>
                    <a:pt x="58425" y="7850"/>
                    <a:pt x="49246" y="10024"/>
                    <a:pt x="41542" y="14956"/>
                  </a:cubicBezTo>
                  <a:cubicBezTo>
                    <a:pt x="31561" y="21348"/>
                    <a:pt x="25010" y="31708"/>
                    <a:pt x="18692" y="41717"/>
                  </a:cubicBezTo>
                  <a:cubicBezTo>
                    <a:pt x="13278" y="50268"/>
                    <a:pt x="7719" y="59067"/>
                    <a:pt x="0" y="65429"/>
                  </a:cubicBezTo>
                  <a:lnTo>
                    <a:pt x="0" y="65852"/>
                  </a:lnTo>
                  <a:cubicBezTo>
                    <a:pt x="7865" y="59446"/>
                    <a:pt x="13497" y="50545"/>
                    <a:pt x="18969" y="41892"/>
                  </a:cubicBezTo>
                  <a:cubicBezTo>
                    <a:pt x="25273" y="31912"/>
                    <a:pt x="31795" y="21596"/>
                    <a:pt x="41717" y="15234"/>
                  </a:cubicBezTo>
                  <a:cubicBezTo>
                    <a:pt x="49378" y="10331"/>
                    <a:pt x="58512" y="8171"/>
                    <a:pt x="67223" y="6377"/>
                  </a:cubicBezTo>
                  <a:cubicBezTo>
                    <a:pt x="67982" y="6216"/>
                    <a:pt x="68755" y="6056"/>
                    <a:pt x="69529" y="5895"/>
                  </a:cubicBezTo>
                  <a:cubicBezTo>
                    <a:pt x="76722" y="4436"/>
                    <a:pt x="84135" y="2933"/>
                    <a:pt x="9094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0" y="0"/>
              <a:ext cx="427900" cy="624900"/>
            </a:xfrm>
            <a:custGeom>
              <a:avLst/>
              <a:gdLst/>
              <a:ahLst/>
              <a:cxnLst/>
              <a:rect l="l" t="t" r="r" b="b"/>
              <a:pathLst>
                <a:path w="17116" h="24996" extrusionOk="0">
                  <a:moveTo>
                    <a:pt x="16707" y="0"/>
                  </a:moveTo>
                  <a:cubicBezTo>
                    <a:pt x="16138" y="1780"/>
                    <a:pt x="15759" y="3633"/>
                    <a:pt x="15379" y="5428"/>
                  </a:cubicBezTo>
                  <a:cubicBezTo>
                    <a:pt x="14956" y="7500"/>
                    <a:pt x="14533" y="9630"/>
                    <a:pt x="13789" y="11630"/>
                  </a:cubicBezTo>
                  <a:cubicBezTo>
                    <a:pt x="11513" y="17816"/>
                    <a:pt x="6260" y="22675"/>
                    <a:pt x="0" y="24587"/>
                  </a:cubicBezTo>
                  <a:lnTo>
                    <a:pt x="0" y="24995"/>
                  </a:lnTo>
                  <a:cubicBezTo>
                    <a:pt x="6420" y="23069"/>
                    <a:pt x="11834" y="18094"/>
                    <a:pt x="14154" y="11761"/>
                  </a:cubicBezTo>
                  <a:cubicBezTo>
                    <a:pt x="14898" y="9733"/>
                    <a:pt x="15336" y="7588"/>
                    <a:pt x="15773" y="5516"/>
                  </a:cubicBezTo>
                  <a:cubicBezTo>
                    <a:pt x="16138" y="3677"/>
                    <a:pt x="16532" y="1795"/>
                    <a:pt x="1711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 rot="10800000" flipH="1">
              <a:off x="8360400" y="-15"/>
              <a:ext cx="783600" cy="356075"/>
            </a:xfrm>
            <a:custGeom>
              <a:avLst/>
              <a:gdLst/>
              <a:ahLst/>
              <a:cxnLst/>
              <a:rect l="l" t="t" r="r" b="b"/>
              <a:pathLst>
                <a:path w="31344" h="14243" extrusionOk="0">
                  <a:moveTo>
                    <a:pt x="24538" y="1"/>
                  </a:moveTo>
                  <a:cubicBezTo>
                    <a:pt x="17525" y="1"/>
                    <a:pt x="10422" y="2758"/>
                    <a:pt x="5283" y="7516"/>
                  </a:cubicBezTo>
                  <a:cubicBezTo>
                    <a:pt x="3197" y="9457"/>
                    <a:pt x="1416" y="11748"/>
                    <a:pt x="1" y="14243"/>
                  </a:cubicBezTo>
                  <a:lnTo>
                    <a:pt x="395" y="14243"/>
                  </a:lnTo>
                  <a:cubicBezTo>
                    <a:pt x="1767" y="11835"/>
                    <a:pt x="3488" y="9632"/>
                    <a:pt x="5517" y="7764"/>
                  </a:cubicBezTo>
                  <a:cubicBezTo>
                    <a:pt x="10583" y="3051"/>
                    <a:pt x="17583" y="336"/>
                    <a:pt x="24518" y="336"/>
                  </a:cubicBezTo>
                  <a:cubicBezTo>
                    <a:pt x="25033" y="336"/>
                    <a:pt x="25548" y="350"/>
                    <a:pt x="26061" y="381"/>
                  </a:cubicBezTo>
                  <a:cubicBezTo>
                    <a:pt x="27827" y="483"/>
                    <a:pt x="29593" y="760"/>
                    <a:pt x="31344" y="1096"/>
                  </a:cubicBezTo>
                  <a:lnTo>
                    <a:pt x="31344" y="760"/>
                  </a:lnTo>
                  <a:cubicBezTo>
                    <a:pt x="29607" y="425"/>
                    <a:pt x="27842" y="147"/>
                    <a:pt x="26076" y="45"/>
                  </a:cubicBezTo>
                  <a:cubicBezTo>
                    <a:pt x="25564" y="15"/>
                    <a:pt x="25051" y="1"/>
                    <a:pt x="2453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8"/>
            <p:cNvSpPr/>
            <p:nvPr/>
          </p:nvSpPr>
          <p:spPr>
            <a:xfrm rot="-9354502" flipH="1">
              <a:off x="5856916" y="361056"/>
              <a:ext cx="3722700" cy="1135508"/>
            </a:xfrm>
            <a:custGeom>
              <a:avLst/>
              <a:gdLst/>
              <a:ahLst/>
              <a:cxnLst/>
              <a:rect l="l" t="t" r="r" b="b"/>
              <a:pathLst>
                <a:path w="148907" h="45420" extrusionOk="0">
                  <a:moveTo>
                    <a:pt x="148907" y="1"/>
                  </a:moveTo>
                  <a:cubicBezTo>
                    <a:pt x="143552" y="5224"/>
                    <a:pt x="138897" y="11236"/>
                    <a:pt x="134549" y="16854"/>
                  </a:cubicBezTo>
                  <a:cubicBezTo>
                    <a:pt x="133877" y="17715"/>
                    <a:pt x="133206" y="18605"/>
                    <a:pt x="132520" y="19495"/>
                  </a:cubicBezTo>
                  <a:cubicBezTo>
                    <a:pt x="127880" y="25580"/>
                    <a:pt x="122627" y="32481"/>
                    <a:pt x="116134" y="36480"/>
                  </a:cubicBezTo>
                  <a:cubicBezTo>
                    <a:pt x="108313" y="41280"/>
                    <a:pt x="100667" y="43994"/>
                    <a:pt x="92758" y="44797"/>
                  </a:cubicBezTo>
                  <a:cubicBezTo>
                    <a:pt x="90782" y="44992"/>
                    <a:pt x="88753" y="45090"/>
                    <a:pt x="86661" y="45090"/>
                  </a:cubicBezTo>
                  <a:cubicBezTo>
                    <a:pt x="80937" y="45090"/>
                    <a:pt x="74748" y="44356"/>
                    <a:pt x="67909" y="42871"/>
                  </a:cubicBezTo>
                  <a:cubicBezTo>
                    <a:pt x="59869" y="41120"/>
                    <a:pt x="51216" y="38420"/>
                    <a:pt x="40681" y="34378"/>
                  </a:cubicBezTo>
                  <a:cubicBezTo>
                    <a:pt x="31535" y="30884"/>
                    <a:pt x="23360" y="28524"/>
                    <a:pt x="14222" y="28524"/>
                  </a:cubicBezTo>
                  <a:cubicBezTo>
                    <a:pt x="12791" y="28524"/>
                    <a:pt x="11335" y="28582"/>
                    <a:pt x="9849" y="28702"/>
                  </a:cubicBezTo>
                  <a:cubicBezTo>
                    <a:pt x="6537" y="28965"/>
                    <a:pt x="3239" y="29490"/>
                    <a:pt x="0" y="30249"/>
                  </a:cubicBezTo>
                  <a:lnTo>
                    <a:pt x="0" y="30599"/>
                  </a:lnTo>
                  <a:cubicBezTo>
                    <a:pt x="3239" y="29826"/>
                    <a:pt x="6552" y="29300"/>
                    <a:pt x="9878" y="29023"/>
                  </a:cubicBezTo>
                  <a:cubicBezTo>
                    <a:pt x="11344" y="28906"/>
                    <a:pt x="12779" y="28849"/>
                    <a:pt x="14191" y="28849"/>
                  </a:cubicBezTo>
                  <a:cubicBezTo>
                    <a:pt x="23296" y="28849"/>
                    <a:pt x="31444" y="31200"/>
                    <a:pt x="40564" y="34699"/>
                  </a:cubicBezTo>
                  <a:cubicBezTo>
                    <a:pt x="51114" y="38741"/>
                    <a:pt x="59782" y="41441"/>
                    <a:pt x="67836" y="43192"/>
                  </a:cubicBezTo>
                  <a:cubicBezTo>
                    <a:pt x="74673" y="44683"/>
                    <a:pt x="80873" y="45420"/>
                    <a:pt x="86606" y="45420"/>
                  </a:cubicBezTo>
                  <a:cubicBezTo>
                    <a:pt x="88728" y="45420"/>
                    <a:pt x="90785" y="45319"/>
                    <a:pt x="92788" y="45118"/>
                  </a:cubicBezTo>
                  <a:cubicBezTo>
                    <a:pt x="100755" y="44330"/>
                    <a:pt x="108444" y="41587"/>
                    <a:pt x="116295" y="36757"/>
                  </a:cubicBezTo>
                  <a:cubicBezTo>
                    <a:pt x="122861" y="32730"/>
                    <a:pt x="128128" y="25813"/>
                    <a:pt x="132783" y="19699"/>
                  </a:cubicBezTo>
                  <a:cubicBezTo>
                    <a:pt x="133469" y="18809"/>
                    <a:pt x="134140" y="17919"/>
                    <a:pt x="134811" y="17044"/>
                  </a:cubicBezTo>
                  <a:cubicBezTo>
                    <a:pt x="139086" y="11528"/>
                    <a:pt x="143668" y="5618"/>
                    <a:pt x="148907" y="467"/>
                  </a:cubicBezTo>
                  <a:lnTo>
                    <a:pt x="14890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8"/>
            <p:cNvSpPr/>
            <p:nvPr/>
          </p:nvSpPr>
          <p:spPr>
            <a:xfrm rot="-5400000">
              <a:off x="640904" y="33819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 rot="-5400000">
              <a:off x="8866404" y="69594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 rot="-5400000">
              <a:off x="78329" y="999018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rot="-5400000">
              <a:off x="8678520" y="4093870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 rot="-5400000">
              <a:off x="8557607" y="11815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 rot="-5400000">
              <a:off x="70932" y="414560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 rot="-5400000">
              <a:off x="319607" y="585183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 txBox="1">
            <a:spLocks noGrp="1"/>
          </p:cNvSpPr>
          <p:nvPr>
            <p:ph type="title"/>
          </p:nvPr>
        </p:nvSpPr>
        <p:spPr>
          <a:xfrm>
            <a:off x="2426400" y="1655550"/>
            <a:ext cx="42912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9"/>
          <p:cNvSpPr txBox="1">
            <a:spLocks noGrp="1"/>
          </p:cNvSpPr>
          <p:nvPr>
            <p:ph type="subTitle" idx="1"/>
          </p:nvPr>
        </p:nvSpPr>
        <p:spPr>
          <a:xfrm>
            <a:off x="2426400" y="2816850"/>
            <a:ext cx="42912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9"/>
          <p:cNvGrpSpPr/>
          <p:nvPr/>
        </p:nvGrpSpPr>
        <p:grpSpPr>
          <a:xfrm>
            <a:off x="0" y="-349287"/>
            <a:ext cx="9649237" cy="6143540"/>
            <a:chOff x="0" y="-349287"/>
            <a:chExt cx="9649237" cy="6143540"/>
          </a:xfrm>
        </p:grpSpPr>
        <p:sp>
          <p:nvSpPr>
            <p:cNvPr id="117" name="Google Shape;117;p9"/>
            <p:cNvSpPr/>
            <p:nvPr/>
          </p:nvSpPr>
          <p:spPr>
            <a:xfrm>
              <a:off x="0" y="43889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9"/>
            <p:cNvSpPr/>
            <p:nvPr/>
          </p:nvSpPr>
          <p:spPr>
            <a:xfrm>
              <a:off x="0" y="0"/>
              <a:ext cx="2273750" cy="1646300"/>
            </a:xfrm>
            <a:custGeom>
              <a:avLst/>
              <a:gdLst/>
              <a:ahLst/>
              <a:cxnLst/>
              <a:rect l="l" t="t" r="r" b="b"/>
              <a:pathLst>
                <a:path w="90950" h="65852" extrusionOk="0">
                  <a:moveTo>
                    <a:pt x="90103" y="0"/>
                  </a:moveTo>
                  <a:cubicBezTo>
                    <a:pt x="83522" y="2714"/>
                    <a:pt x="76387" y="4173"/>
                    <a:pt x="69470" y="5574"/>
                  </a:cubicBezTo>
                  <a:cubicBezTo>
                    <a:pt x="68697" y="5735"/>
                    <a:pt x="67924" y="5895"/>
                    <a:pt x="67150" y="6056"/>
                  </a:cubicBezTo>
                  <a:cubicBezTo>
                    <a:pt x="58425" y="7850"/>
                    <a:pt x="49246" y="10024"/>
                    <a:pt x="41542" y="14956"/>
                  </a:cubicBezTo>
                  <a:cubicBezTo>
                    <a:pt x="31561" y="21348"/>
                    <a:pt x="25010" y="31708"/>
                    <a:pt x="18692" y="41717"/>
                  </a:cubicBezTo>
                  <a:cubicBezTo>
                    <a:pt x="13278" y="50268"/>
                    <a:pt x="7719" y="59067"/>
                    <a:pt x="0" y="65429"/>
                  </a:cubicBezTo>
                  <a:lnTo>
                    <a:pt x="0" y="65852"/>
                  </a:lnTo>
                  <a:cubicBezTo>
                    <a:pt x="7865" y="59446"/>
                    <a:pt x="13497" y="50545"/>
                    <a:pt x="18969" y="41892"/>
                  </a:cubicBezTo>
                  <a:cubicBezTo>
                    <a:pt x="25273" y="31912"/>
                    <a:pt x="31795" y="21596"/>
                    <a:pt x="41717" y="15234"/>
                  </a:cubicBezTo>
                  <a:cubicBezTo>
                    <a:pt x="49378" y="10331"/>
                    <a:pt x="58512" y="8171"/>
                    <a:pt x="67223" y="6377"/>
                  </a:cubicBezTo>
                  <a:cubicBezTo>
                    <a:pt x="67982" y="6216"/>
                    <a:pt x="68755" y="6056"/>
                    <a:pt x="69529" y="5895"/>
                  </a:cubicBezTo>
                  <a:cubicBezTo>
                    <a:pt x="76722" y="4436"/>
                    <a:pt x="84135" y="2933"/>
                    <a:pt x="9094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9"/>
            <p:cNvSpPr/>
            <p:nvPr/>
          </p:nvSpPr>
          <p:spPr>
            <a:xfrm rot="10800000" flipH="1">
              <a:off x="8360400" y="-15"/>
              <a:ext cx="783600" cy="356075"/>
            </a:xfrm>
            <a:custGeom>
              <a:avLst/>
              <a:gdLst/>
              <a:ahLst/>
              <a:cxnLst/>
              <a:rect l="l" t="t" r="r" b="b"/>
              <a:pathLst>
                <a:path w="31344" h="14243" extrusionOk="0">
                  <a:moveTo>
                    <a:pt x="24538" y="1"/>
                  </a:moveTo>
                  <a:cubicBezTo>
                    <a:pt x="17525" y="1"/>
                    <a:pt x="10422" y="2758"/>
                    <a:pt x="5283" y="7516"/>
                  </a:cubicBezTo>
                  <a:cubicBezTo>
                    <a:pt x="3197" y="9457"/>
                    <a:pt x="1416" y="11748"/>
                    <a:pt x="1" y="14243"/>
                  </a:cubicBezTo>
                  <a:lnTo>
                    <a:pt x="395" y="14243"/>
                  </a:lnTo>
                  <a:cubicBezTo>
                    <a:pt x="1767" y="11835"/>
                    <a:pt x="3488" y="9632"/>
                    <a:pt x="5517" y="7764"/>
                  </a:cubicBezTo>
                  <a:cubicBezTo>
                    <a:pt x="10583" y="3051"/>
                    <a:pt x="17583" y="336"/>
                    <a:pt x="24518" y="336"/>
                  </a:cubicBezTo>
                  <a:cubicBezTo>
                    <a:pt x="25033" y="336"/>
                    <a:pt x="25548" y="350"/>
                    <a:pt x="26061" y="381"/>
                  </a:cubicBezTo>
                  <a:cubicBezTo>
                    <a:pt x="27827" y="483"/>
                    <a:pt x="29593" y="760"/>
                    <a:pt x="31344" y="1096"/>
                  </a:cubicBezTo>
                  <a:lnTo>
                    <a:pt x="31344" y="760"/>
                  </a:lnTo>
                  <a:cubicBezTo>
                    <a:pt x="29607" y="425"/>
                    <a:pt x="27842" y="147"/>
                    <a:pt x="26076" y="45"/>
                  </a:cubicBezTo>
                  <a:cubicBezTo>
                    <a:pt x="25564" y="15"/>
                    <a:pt x="25051" y="1"/>
                    <a:pt x="2453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9"/>
            <p:cNvSpPr/>
            <p:nvPr/>
          </p:nvSpPr>
          <p:spPr>
            <a:xfrm rot="-5400000">
              <a:off x="809004" y="189568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rot="-5400000">
              <a:off x="8866404" y="69594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9"/>
            <p:cNvSpPr/>
            <p:nvPr/>
          </p:nvSpPr>
          <p:spPr>
            <a:xfrm rot="-5400000">
              <a:off x="8557607" y="11815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9"/>
            <p:cNvSpPr/>
            <p:nvPr/>
          </p:nvSpPr>
          <p:spPr>
            <a:xfrm rot="-5400000">
              <a:off x="70932" y="414560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 rot="5400000" flipH="1">
              <a:off x="198057" y="204064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 rot="5400000" flipH="1">
              <a:off x="428055" y="146285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9"/>
            <p:cNvSpPr/>
            <p:nvPr/>
          </p:nvSpPr>
          <p:spPr>
            <a:xfrm rot="-5400000">
              <a:off x="8602320" y="3484270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9"/>
            <p:cNvSpPr/>
            <p:nvPr/>
          </p:nvSpPr>
          <p:spPr>
            <a:xfrm rot="-9354502" flipH="1">
              <a:off x="5856916" y="361056"/>
              <a:ext cx="3722700" cy="1135508"/>
            </a:xfrm>
            <a:custGeom>
              <a:avLst/>
              <a:gdLst/>
              <a:ahLst/>
              <a:cxnLst/>
              <a:rect l="l" t="t" r="r" b="b"/>
              <a:pathLst>
                <a:path w="148907" h="45420" extrusionOk="0">
                  <a:moveTo>
                    <a:pt x="148907" y="1"/>
                  </a:moveTo>
                  <a:cubicBezTo>
                    <a:pt x="143552" y="5224"/>
                    <a:pt x="138897" y="11236"/>
                    <a:pt x="134549" y="16854"/>
                  </a:cubicBezTo>
                  <a:cubicBezTo>
                    <a:pt x="133877" y="17715"/>
                    <a:pt x="133206" y="18605"/>
                    <a:pt x="132520" y="19495"/>
                  </a:cubicBezTo>
                  <a:cubicBezTo>
                    <a:pt x="127880" y="25580"/>
                    <a:pt x="122627" y="32481"/>
                    <a:pt x="116134" y="36480"/>
                  </a:cubicBezTo>
                  <a:cubicBezTo>
                    <a:pt x="108313" y="41280"/>
                    <a:pt x="100667" y="43994"/>
                    <a:pt x="92758" y="44797"/>
                  </a:cubicBezTo>
                  <a:cubicBezTo>
                    <a:pt x="90782" y="44992"/>
                    <a:pt x="88753" y="45090"/>
                    <a:pt x="86661" y="45090"/>
                  </a:cubicBezTo>
                  <a:cubicBezTo>
                    <a:pt x="80937" y="45090"/>
                    <a:pt x="74748" y="44356"/>
                    <a:pt x="67909" y="42871"/>
                  </a:cubicBezTo>
                  <a:cubicBezTo>
                    <a:pt x="59869" y="41120"/>
                    <a:pt x="51216" y="38420"/>
                    <a:pt x="40681" y="34378"/>
                  </a:cubicBezTo>
                  <a:cubicBezTo>
                    <a:pt x="31535" y="30884"/>
                    <a:pt x="23360" y="28524"/>
                    <a:pt x="14222" y="28524"/>
                  </a:cubicBezTo>
                  <a:cubicBezTo>
                    <a:pt x="12791" y="28524"/>
                    <a:pt x="11335" y="28582"/>
                    <a:pt x="9849" y="28702"/>
                  </a:cubicBezTo>
                  <a:cubicBezTo>
                    <a:pt x="6537" y="28965"/>
                    <a:pt x="3239" y="29490"/>
                    <a:pt x="0" y="30249"/>
                  </a:cubicBezTo>
                  <a:lnTo>
                    <a:pt x="0" y="30599"/>
                  </a:lnTo>
                  <a:cubicBezTo>
                    <a:pt x="3239" y="29826"/>
                    <a:pt x="6552" y="29300"/>
                    <a:pt x="9878" y="29023"/>
                  </a:cubicBezTo>
                  <a:cubicBezTo>
                    <a:pt x="11344" y="28906"/>
                    <a:pt x="12779" y="28849"/>
                    <a:pt x="14191" y="28849"/>
                  </a:cubicBezTo>
                  <a:cubicBezTo>
                    <a:pt x="23296" y="28849"/>
                    <a:pt x="31444" y="31200"/>
                    <a:pt x="40564" y="34699"/>
                  </a:cubicBezTo>
                  <a:cubicBezTo>
                    <a:pt x="51114" y="38741"/>
                    <a:pt x="59782" y="41441"/>
                    <a:pt x="67836" y="43192"/>
                  </a:cubicBezTo>
                  <a:cubicBezTo>
                    <a:pt x="74673" y="44683"/>
                    <a:pt x="80873" y="45420"/>
                    <a:pt x="86606" y="45420"/>
                  </a:cubicBezTo>
                  <a:cubicBezTo>
                    <a:pt x="88728" y="45420"/>
                    <a:pt x="90785" y="45319"/>
                    <a:pt x="92788" y="45118"/>
                  </a:cubicBezTo>
                  <a:cubicBezTo>
                    <a:pt x="100755" y="44330"/>
                    <a:pt x="108444" y="41587"/>
                    <a:pt x="116295" y="36757"/>
                  </a:cubicBezTo>
                  <a:cubicBezTo>
                    <a:pt x="122861" y="32730"/>
                    <a:pt x="128128" y="25813"/>
                    <a:pt x="132783" y="19699"/>
                  </a:cubicBezTo>
                  <a:cubicBezTo>
                    <a:pt x="133469" y="18809"/>
                    <a:pt x="134140" y="17919"/>
                    <a:pt x="134811" y="17044"/>
                  </a:cubicBezTo>
                  <a:cubicBezTo>
                    <a:pt x="139086" y="11528"/>
                    <a:pt x="143668" y="5618"/>
                    <a:pt x="148907" y="467"/>
                  </a:cubicBezTo>
                  <a:lnTo>
                    <a:pt x="14890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9"/>
            <p:cNvSpPr/>
            <p:nvPr/>
          </p:nvSpPr>
          <p:spPr>
            <a:xfrm rot="10800000" flipH="1">
              <a:off x="4370451" y="4576152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9"/>
            <p:cNvSpPr/>
            <p:nvPr/>
          </p:nvSpPr>
          <p:spPr>
            <a:xfrm rot="10800000" flipH="1">
              <a:off x="4671374" y="4808012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"/>
          <p:cNvSpPr txBox="1">
            <a:spLocks noGrp="1"/>
          </p:cNvSpPr>
          <p:nvPr>
            <p:ph type="title"/>
          </p:nvPr>
        </p:nvSpPr>
        <p:spPr>
          <a:xfrm>
            <a:off x="720000" y="5212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subTitle" idx="1"/>
          </p:nvPr>
        </p:nvSpPr>
        <p:spPr>
          <a:xfrm>
            <a:off x="1762850" y="2123381"/>
            <a:ext cx="254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subTitle" idx="2"/>
          </p:nvPr>
        </p:nvSpPr>
        <p:spPr>
          <a:xfrm>
            <a:off x="5502493" y="2123406"/>
            <a:ext cx="254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subTitle" idx="3"/>
          </p:nvPr>
        </p:nvSpPr>
        <p:spPr>
          <a:xfrm>
            <a:off x="1762850" y="3522685"/>
            <a:ext cx="254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3"/>
          <p:cNvSpPr txBox="1">
            <a:spLocks noGrp="1"/>
          </p:cNvSpPr>
          <p:nvPr>
            <p:ph type="subTitle" idx="4"/>
          </p:nvPr>
        </p:nvSpPr>
        <p:spPr>
          <a:xfrm>
            <a:off x="5502493" y="3522710"/>
            <a:ext cx="254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3"/>
          <p:cNvSpPr txBox="1">
            <a:spLocks noGrp="1"/>
          </p:cNvSpPr>
          <p:nvPr>
            <p:ph type="title" idx="5" hasCustomPrompt="1"/>
          </p:nvPr>
        </p:nvSpPr>
        <p:spPr>
          <a:xfrm>
            <a:off x="1001750" y="1926825"/>
            <a:ext cx="710100" cy="703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7" name="Google Shape;157;p13"/>
          <p:cNvSpPr txBox="1">
            <a:spLocks noGrp="1"/>
          </p:cNvSpPr>
          <p:nvPr>
            <p:ph type="title" idx="6" hasCustomPrompt="1"/>
          </p:nvPr>
        </p:nvSpPr>
        <p:spPr>
          <a:xfrm>
            <a:off x="1001750" y="3324902"/>
            <a:ext cx="710100" cy="703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8" name="Google Shape;158;p13"/>
          <p:cNvSpPr txBox="1">
            <a:spLocks noGrp="1"/>
          </p:cNvSpPr>
          <p:nvPr>
            <p:ph type="title" idx="7" hasCustomPrompt="1"/>
          </p:nvPr>
        </p:nvSpPr>
        <p:spPr>
          <a:xfrm>
            <a:off x="4741400" y="1926825"/>
            <a:ext cx="710100" cy="697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9" name="Google Shape;159;p13"/>
          <p:cNvSpPr txBox="1">
            <a:spLocks noGrp="1"/>
          </p:cNvSpPr>
          <p:nvPr>
            <p:ph type="title" idx="8" hasCustomPrompt="1"/>
          </p:nvPr>
        </p:nvSpPr>
        <p:spPr>
          <a:xfrm>
            <a:off x="4741400" y="3327901"/>
            <a:ext cx="710100" cy="697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0" name="Google Shape;160;p13"/>
          <p:cNvSpPr txBox="1">
            <a:spLocks noGrp="1"/>
          </p:cNvSpPr>
          <p:nvPr>
            <p:ph type="subTitle" idx="9"/>
          </p:nvPr>
        </p:nvSpPr>
        <p:spPr>
          <a:xfrm>
            <a:off x="1762850" y="1801116"/>
            <a:ext cx="254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13"/>
          </p:nvPr>
        </p:nvSpPr>
        <p:spPr>
          <a:xfrm>
            <a:off x="5502493" y="1801141"/>
            <a:ext cx="254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subTitle" idx="14"/>
          </p:nvPr>
        </p:nvSpPr>
        <p:spPr>
          <a:xfrm>
            <a:off x="1762850" y="3199901"/>
            <a:ext cx="254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15"/>
          </p:nvPr>
        </p:nvSpPr>
        <p:spPr>
          <a:xfrm>
            <a:off x="5502493" y="3199926"/>
            <a:ext cx="254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64" name="Google Shape;164;p13"/>
          <p:cNvGrpSpPr/>
          <p:nvPr/>
        </p:nvGrpSpPr>
        <p:grpSpPr>
          <a:xfrm>
            <a:off x="0" y="-349287"/>
            <a:ext cx="9649237" cy="6219740"/>
            <a:chOff x="0" y="-349287"/>
            <a:chExt cx="9649237" cy="6219740"/>
          </a:xfrm>
        </p:grpSpPr>
        <p:grpSp>
          <p:nvGrpSpPr>
            <p:cNvPr id="165" name="Google Shape;165;p13"/>
            <p:cNvGrpSpPr/>
            <p:nvPr/>
          </p:nvGrpSpPr>
          <p:grpSpPr>
            <a:xfrm>
              <a:off x="0" y="-349287"/>
              <a:ext cx="9649237" cy="5379338"/>
              <a:chOff x="0" y="-349287"/>
              <a:chExt cx="9649237" cy="5379338"/>
            </a:xfrm>
          </p:grpSpPr>
          <p:sp>
            <p:nvSpPr>
              <p:cNvPr id="166" name="Google Shape;166;p13"/>
              <p:cNvSpPr/>
              <p:nvPr/>
            </p:nvSpPr>
            <p:spPr>
              <a:xfrm rot="5400000" flipH="1">
                <a:off x="4671704" y="4731777"/>
                <a:ext cx="142718" cy="115951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3"/>
              <p:cNvSpPr/>
              <p:nvPr/>
            </p:nvSpPr>
            <p:spPr>
              <a:xfrm rot="5400000" flipH="1">
                <a:off x="4260585" y="4825593"/>
                <a:ext cx="225603" cy="183312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3"/>
              <p:cNvSpPr/>
              <p:nvPr/>
            </p:nvSpPr>
            <p:spPr>
              <a:xfrm>
                <a:off x="0" y="0"/>
                <a:ext cx="2273750" cy="1646300"/>
              </a:xfrm>
              <a:custGeom>
                <a:avLst/>
                <a:gdLst/>
                <a:ahLst/>
                <a:cxnLst/>
                <a:rect l="l" t="t" r="r" b="b"/>
                <a:pathLst>
                  <a:path w="90950" h="65852" extrusionOk="0">
                    <a:moveTo>
                      <a:pt x="90103" y="0"/>
                    </a:moveTo>
                    <a:cubicBezTo>
                      <a:pt x="83522" y="2714"/>
                      <a:pt x="76387" y="4173"/>
                      <a:pt x="69470" y="5574"/>
                    </a:cubicBezTo>
                    <a:cubicBezTo>
                      <a:pt x="68697" y="5735"/>
                      <a:pt x="67924" y="5895"/>
                      <a:pt x="67150" y="6056"/>
                    </a:cubicBezTo>
                    <a:cubicBezTo>
                      <a:pt x="58425" y="7850"/>
                      <a:pt x="49246" y="10024"/>
                      <a:pt x="41542" y="14956"/>
                    </a:cubicBezTo>
                    <a:cubicBezTo>
                      <a:pt x="31561" y="21348"/>
                      <a:pt x="25010" y="31708"/>
                      <a:pt x="18692" y="41717"/>
                    </a:cubicBezTo>
                    <a:cubicBezTo>
                      <a:pt x="13278" y="50268"/>
                      <a:pt x="7719" y="59067"/>
                      <a:pt x="0" y="65429"/>
                    </a:cubicBezTo>
                    <a:lnTo>
                      <a:pt x="0" y="65852"/>
                    </a:lnTo>
                    <a:cubicBezTo>
                      <a:pt x="7865" y="59446"/>
                      <a:pt x="13497" y="50545"/>
                      <a:pt x="18969" y="41892"/>
                    </a:cubicBezTo>
                    <a:cubicBezTo>
                      <a:pt x="25273" y="31912"/>
                      <a:pt x="31795" y="21596"/>
                      <a:pt x="41717" y="15234"/>
                    </a:cubicBezTo>
                    <a:cubicBezTo>
                      <a:pt x="49378" y="10331"/>
                      <a:pt x="58512" y="8171"/>
                      <a:pt x="67223" y="6377"/>
                    </a:cubicBezTo>
                    <a:cubicBezTo>
                      <a:pt x="67982" y="6216"/>
                      <a:pt x="68755" y="6056"/>
                      <a:pt x="69529" y="5895"/>
                    </a:cubicBezTo>
                    <a:cubicBezTo>
                      <a:pt x="76722" y="4436"/>
                      <a:pt x="84135" y="2933"/>
                      <a:pt x="909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3"/>
              <p:cNvSpPr/>
              <p:nvPr/>
            </p:nvSpPr>
            <p:spPr>
              <a:xfrm>
                <a:off x="0" y="0"/>
                <a:ext cx="427900" cy="624900"/>
              </a:xfrm>
              <a:custGeom>
                <a:avLst/>
                <a:gdLst/>
                <a:ahLst/>
                <a:cxnLst/>
                <a:rect l="l" t="t" r="r" b="b"/>
                <a:pathLst>
                  <a:path w="17116" h="24996" extrusionOk="0">
                    <a:moveTo>
                      <a:pt x="16707" y="0"/>
                    </a:moveTo>
                    <a:cubicBezTo>
                      <a:pt x="16138" y="1780"/>
                      <a:pt x="15759" y="3633"/>
                      <a:pt x="15379" y="5428"/>
                    </a:cubicBezTo>
                    <a:cubicBezTo>
                      <a:pt x="14956" y="7500"/>
                      <a:pt x="14533" y="9630"/>
                      <a:pt x="13789" y="11630"/>
                    </a:cubicBezTo>
                    <a:cubicBezTo>
                      <a:pt x="11513" y="17816"/>
                      <a:pt x="6260" y="22675"/>
                      <a:pt x="0" y="24587"/>
                    </a:cubicBezTo>
                    <a:lnTo>
                      <a:pt x="0" y="24995"/>
                    </a:lnTo>
                    <a:cubicBezTo>
                      <a:pt x="6420" y="23069"/>
                      <a:pt x="11834" y="18094"/>
                      <a:pt x="14154" y="11761"/>
                    </a:cubicBezTo>
                    <a:cubicBezTo>
                      <a:pt x="14898" y="9733"/>
                      <a:pt x="15336" y="7588"/>
                      <a:pt x="15773" y="5516"/>
                    </a:cubicBezTo>
                    <a:cubicBezTo>
                      <a:pt x="16138" y="3677"/>
                      <a:pt x="16532" y="1795"/>
                      <a:pt x="171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3"/>
              <p:cNvSpPr/>
              <p:nvPr/>
            </p:nvSpPr>
            <p:spPr>
              <a:xfrm rot="10800000" flipH="1">
                <a:off x="8360400" y="-15"/>
                <a:ext cx="783600" cy="356075"/>
              </a:xfrm>
              <a:custGeom>
                <a:avLst/>
                <a:gdLst/>
                <a:ahLst/>
                <a:cxnLst/>
                <a:rect l="l" t="t" r="r" b="b"/>
                <a:pathLst>
                  <a:path w="31344" h="14243" extrusionOk="0">
                    <a:moveTo>
                      <a:pt x="24538" y="1"/>
                    </a:moveTo>
                    <a:cubicBezTo>
                      <a:pt x="17525" y="1"/>
                      <a:pt x="10422" y="2758"/>
                      <a:pt x="5283" y="7516"/>
                    </a:cubicBezTo>
                    <a:cubicBezTo>
                      <a:pt x="3197" y="9457"/>
                      <a:pt x="1416" y="11748"/>
                      <a:pt x="1" y="14243"/>
                    </a:cubicBezTo>
                    <a:lnTo>
                      <a:pt x="395" y="14243"/>
                    </a:lnTo>
                    <a:cubicBezTo>
                      <a:pt x="1767" y="11835"/>
                      <a:pt x="3488" y="9632"/>
                      <a:pt x="5517" y="7764"/>
                    </a:cubicBezTo>
                    <a:cubicBezTo>
                      <a:pt x="10583" y="3051"/>
                      <a:pt x="17583" y="336"/>
                      <a:pt x="24518" y="336"/>
                    </a:cubicBezTo>
                    <a:cubicBezTo>
                      <a:pt x="25033" y="336"/>
                      <a:pt x="25548" y="350"/>
                      <a:pt x="26061" y="381"/>
                    </a:cubicBezTo>
                    <a:cubicBezTo>
                      <a:pt x="27827" y="483"/>
                      <a:pt x="29593" y="760"/>
                      <a:pt x="31344" y="1096"/>
                    </a:cubicBezTo>
                    <a:lnTo>
                      <a:pt x="31344" y="760"/>
                    </a:lnTo>
                    <a:cubicBezTo>
                      <a:pt x="29607" y="425"/>
                      <a:pt x="27842" y="147"/>
                      <a:pt x="26076" y="45"/>
                    </a:cubicBezTo>
                    <a:cubicBezTo>
                      <a:pt x="25564" y="15"/>
                      <a:pt x="25051" y="1"/>
                      <a:pt x="245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3"/>
              <p:cNvSpPr/>
              <p:nvPr/>
            </p:nvSpPr>
            <p:spPr>
              <a:xfrm rot="-9354502" flipH="1">
                <a:off x="5856916" y="361056"/>
                <a:ext cx="3722700" cy="1135508"/>
              </a:xfrm>
              <a:custGeom>
                <a:avLst/>
                <a:gdLst/>
                <a:ahLst/>
                <a:cxnLst/>
                <a:rect l="l" t="t" r="r" b="b"/>
                <a:pathLst>
                  <a:path w="148907" h="45420" extrusionOk="0">
                    <a:moveTo>
                      <a:pt x="148907" y="1"/>
                    </a:moveTo>
                    <a:cubicBezTo>
                      <a:pt x="143552" y="5224"/>
                      <a:pt x="138897" y="11236"/>
                      <a:pt x="134549" y="16854"/>
                    </a:cubicBezTo>
                    <a:cubicBezTo>
                      <a:pt x="133877" y="17715"/>
                      <a:pt x="133206" y="18605"/>
                      <a:pt x="132520" y="19495"/>
                    </a:cubicBezTo>
                    <a:cubicBezTo>
                      <a:pt x="127880" y="25580"/>
                      <a:pt x="122627" y="32481"/>
                      <a:pt x="116134" y="36480"/>
                    </a:cubicBezTo>
                    <a:cubicBezTo>
                      <a:pt x="108313" y="41280"/>
                      <a:pt x="100667" y="43994"/>
                      <a:pt x="92758" y="44797"/>
                    </a:cubicBezTo>
                    <a:cubicBezTo>
                      <a:pt x="90782" y="44992"/>
                      <a:pt x="88753" y="45090"/>
                      <a:pt x="86661" y="45090"/>
                    </a:cubicBezTo>
                    <a:cubicBezTo>
                      <a:pt x="80937" y="45090"/>
                      <a:pt x="74748" y="44356"/>
                      <a:pt x="67909" y="42871"/>
                    </a:cubicBezTo>
                    <a:cubicBezTo>
                      <a:pt x="59869" y="41120"/>
                      <a:pt x="51216" y="38420"/>
                      <a:pt x="40681" y="34378"/>
                    </a:cubicBezTo>
                    <a:cubicBezTo>
                      <a:pt x="31535" y="30884"/>
                      <a:pt x="23360" y="28524"/>
                      <a:pt x="14222" y="28524"/>
                    </a:cubicBezTo>
                    <a:cubicBezTo>
                      <a:pt x="12791" y="28524"/>
                      <a:pt x="11335" y="28582"/>
                      <a:pt x="9849" y="28702"/>
                    </a:cubicBezTo>
                    <a:cubicBezTo>
                      <a:pt x="6537" y="28965"/>
                      <a:pt x="3239" y="29490"/>
                      <a:pt x="0" y="30249"/>
                    </a:cubicBezTo>
                    <a:lnTo>
                      <a:pt x="0" y="30599"/>
                    </a:lnTo>
                    <a:cubicBezTo>
                      <a:pt x="3239" y="29826"/>
                      <a:pt x="6552" y="29300"/>
                      <a:pt x="9878" y="29023"/>
                    </a:cubicBezTo>
                    <a:cubicBezTo>
                      <a:pt x="11344" y="28906"/>
                      <a:pt x="12779" y="28849"/>
                      <a:pt x="14191" y="28849"/>
                    </a:cubicBezTo>
                    <a:cubicBezTo>
                      <a:pt x="23296" y="28849"/>
                      <a:pt x="31444" y="31200"/>
                      <a:pt x="40564" y="34699"/>
                    </a:cubicBezTo>
                    <a:cubicBezTo>
                      <a:pt x="51114" y="38741"/>
                      <a:pt x="59782" y="41441"/>
                      <a:pt x="67836" y="43192"/>
                    </a:cubicBezTo>
                    <a:cubicBezTo>
                      <a:pt x="74673" y="44683"/>
                      <a:pt x="80873" y="45420"/>
                      <a:pt x="86606" y="45420"/>
                    </a:cubicBezTo>
                    <a:cubicBezTo>
                      <a:pt x="88728" y="45420"/>
                      <a:pt x="90785" y="45319"/>
                      <a:pt x="92788" y="45118"/>
                    </a:cubicBezTo>
                    <a:cubicBezTo>
                      <a:pt x="100755" y="44330"/>
                      <a:pt x="108444" y="41587"/>
                      <a:pt x="116295" y="36757"/>
                    </a:cubicBezTo>
                    <a:cubicBezTo>
                      <a:pt x="122861" y="32730"/>
                      <a:pt x="128128" y="25813"/>
                      <a:pt x="132783" y="19699"/>
                    </a:cubicBezTo>
                    <a:cubicBezTo>
                      <a:pt x="133469" y="18809"/>
                      <a:pt x="134140" y="17919"/>
                      <a:pt x="134811" y="17044"/>
                    </a:cubicBezTo>
                    <a:cubicBezTo>
                      <a:pt x="139086" y="11528"/>
                      <a:pt x="143668" y="5618"/>
                      <a:pt x="148907" y="467"/>
                    </a:cubicBezTo>
                    <a:lnTo>
                      <a:pt x="14890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3"/>
              <p:cNvSpPr/>
              <p:nvPr/>
            </p:nvSpPr>
            <p:spPr>
              <a:xfrm rot="-5400000">
                <a:off x="640904" y="338193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3"/>
              <p:cNvSpPr/>
              <p:nvPr/>
            </p:nvSpPr>
            <p:spPr>
              <a:xfrm rot="-5400000">
                <a:off x="8866404" y="695943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3"/>
              <p:cNvSpPr/>
              <p:nvPr/>
            </p:nvSpPr>
            <p:spPr>
              <a:xfrm rot="-5400000">
                <a:off x="78329" y="999018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3"/>
              <p:cNvSpPr/>
              <p:nvPr/>
            </p:nvSpPr>
            <p:spPr>
              <a:xfrm rot="-5400000">
                <a:off x="8678520" y="4093870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 rot="-5400000">
                <a:off x="8557607" y="118158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 rot="-5400000">
                <a:off x="70932" y="4145608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3"/>
              <p:cNvSpPr/>
              <p:nvPr/>
            </p:nvSpPr>
            <p:spPr>
              <a:xfrm rot="-5400000">
                <a:off x="319607" y="585183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9" name="Google Shape;179;p13"/>
            <p:cNvSpPr/>
            <p:nvPr/>
          </p:nvSpPr>
          <p:spPr>
            <a:xfrm flipH="1">
              <a:off x="0" y="44651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1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>
            <a:spLocks noGrp="1"/>
          </p:cNvSpPr>
          <p:nvPr>
            <p:ph type="title"/>
          </p:nvPr>
        </p:nvSpPr>
        <p:spPr>
          <a:xfrm>
            <a:off x="3898075" y="2417250"/>
            <a:ext cx="4532700" cy="84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9" name="Google Shape;199;p15"/>
          <p:cNvSpPr txBox="1">
            <a:spLocks noGrp="1"/>
          </p:cNvSpPr>
          <p:nvPr>
            <p:ph type="title" idx="2" hasCustomPrompt="1"/>
          </p:nvPr>
        </p:nvSpPr>
        <p:spPr>
          <a:xfrm>
            <a:off x="7424863" y="1376911"/>
            <a:ext cx="1005900" cy="10059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0" name="Google Shape;200;p15"/>
          <p:cNvSpPr txBox="1">
            <a:spLocks noGrp="1"/>
          </p:cNvSpPr>
          <p:nvPr>
            <p:ph type="subTitle" idx="1"/>
          </p:nvPr>
        </p:nvSpPr>
        <p:spPr>
          <a:xfrm>
            <a:off x="3898075" y="3296800"/>
            <a:ext cx="4532700" cy="475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1" name="Google Shape;201;p15"/>
          <p:cNvGrpSpPr/>
          <p:nvPr/>
        </p:nvGrpSpPr>
        <p:grpSpPr>
          <a:xfrm>
            <a:off x="0" y="-349287"/>
            <a:ext cx="9649237" cy="6143540"/>
            <a:chOff x="0" y="-349287"/>
            <a:chExt cx="9649237" cy="6143540"/>
          </a:xfrm>
        </p:grpSpPr>
        <p:sp>
          <p:nvSpPr>
            <p:cNvPr id="202" name="Google Shape;202;p15"/>
            <p:cNvSpPr/>
            <p:nvPr/>
          </p:nvSpPr>
          <p:spPr>
            <a:xfrm>
              <a:off x="0" y="43889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0" y="0"/>
              <a:ext cx="2273750" cy="1646300"/>
            </a:xfrm>
            <a:custGeom>
              <a:avLst/>
              <a:gdLst/>
              <a:ahLst/>
              <a:cxnLst/>
              <a:rect l="l" t="t" r="r" b="b"/>
              <a:pathLst>
                <a:path w="90950" h="65852" extrusionOk="0">
                  <a:moveTo>
                    <a:pt x="90103" y="0"/>
                  </a:moveTo>
                  <a:cubicBezTo>
                    <a:pt x="83522" y="2714"/>
                    <a:pt x="76387" y="4173"/>
                    <a:pt x="69470" y="5574"/>
                  </a:cubicBezTo>
                  <a:cubicBezTo>
                    <a:pt x="68697" y="5735"/>
                    <a:pt x="67924" y="5895"/>
                    <a:pt x="67150" y="6056"/>
                  </a:cubicBezTo>
                  <a:cubicBezTo>
                    <a:pt x="58425" y="7850"/>
                    <a:pt x="49246" y="10024"/>
                    <a:pt x="41542" y="14956"/>
                  </a:cubicBezTo>
                  <a:cubicBezTo>
                    <a:pt x="31561" y="21348"/>
                    <a:pt x="25010" y="31708"/>
                    <a:pt x="18692" y="41717"/>
                  </a:cubicBezTo>
                  <a:cubicBezTo>
                    <a:pt x="13278" y="50268"/>
                    <a:pt x="7719" y="59067"/>
                    <a:pt x="0" y="65429"/>
                  </a:cubicBezTo>
                  <a:lnTo>
                    <a:pt x="0" y="65852"/>
                  </a:lnTo>
                  <a:cubicBezTo>
                    <a:pt x="7865" y="59446"/>
                    <a:pt x="13497" y="50545"/>
                    <a:pt x="18969" y="41892"/>
                  </a:cubicBezTo>
                  <a:cubicBezTo>
                    <a:pt x="25273" y="31912"/>
                    <a:pt x="31795" y="21596"/>
                    <a:pt x="41717" y="15234"/>
                  </a:cubicBezTo>
                  <a:cubicBezTo>
                    <a:pt x="49378" y="10331"/>
                    <a:pt x="58512" y="8171"/>
                    <a:pt x="67223" y="6377"/>
                  </a:cubicBezTo>
                  <a:cubicBezTo>
                    <a:pt x="67982" y="6216"/>
                    <a:pt x="68755" y="6056"/>
                    <a:pt x="69529" y="5895"/>
                  </a:cubicBezTo>
                  <a:cubicBezTo>
                    <a:pt x="76722" y="4436"/>
                    <a:pt x="84135" y="2933"/>
                    <a:pt x="9094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0" y="0"/>
              <a:ext cx="427900" cy="624900"/>
            </a:xfrm>
            <a:custGeom>
              <a:avLst/>
              <a:gdLst/>
              <a:ahLst/>
              <a:cxnLst/>
              <a:rect l="l" t="t" r="r" b="b"/>
              <a:pathLst>
                <a:path w="17116" h="24996" extrusionOk="0">
                  <a:moveTo>
                    <a:pt x="16707" y="0"/>
                  </a:moveTo>
                  <a:cubicBezTo>
                    <a:pt x="16138" y="1780"/>
                    <a:pt x="15759" y="3633"/>
                    <a:pt x="15379" y="5428"/>
                  </a:cubicBezTo>
                  <a:cubicBezTo>
                    <a:pt x="14956" y="7500"/>
                    <a:pt x="14533" y="9630"/>
                    <a:pt x="13789" y="11630"/>
                  </a:cubicBezTo>
                  <a:cubicBezTo>
                    <a:pt x="11513" y="17816"/>
                    <a:pt x="6260" y="22675"/>
                    <a:pt x="0" y="24587"/>
                  </a:cubicBezTo>
                  <a:lnTo>
                    <a:pt x="0" y="24995"/>
                  </a:lnTo>
                  <a:cubicBezTo>
                    <a:pt x="6420" y="23069"/>
                    <a:pt x="11834" y="18094"/>
                    <a:pt x="14154" y="11761"/>
                  </a:cubicBezTo>
                  <a:cubicBezTo>
                    <a:pt x="14898" y="9733"/>
                    <a:pt x="15336" y="7588"/>
                    <a:pt x="15773" y="5516"/>
                  </a:cubicBezTo>
                  <a:cubicBezTo>
                    <a:pt x="16138" y="3677"/>
                    <a:pt x="16532" y="1795"/>
                    <a:pt x="1711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5"/>
            <p:cNvSpPr/>
            <p:nvPr/>
          </p:nvSpPr>
          <p:spPr>
            <a:xfrm rot="10800000" flipH="1">
              <a:off x="8360400" y="-15"/>
              <a:ext cx="783600" cy="356075"/>
            </a:xfrm>
            <a:custGeom>
              <a:avLst/>
              <a:gdLst/>
              <a:ahLst/>
              <a:cxnLst/>
              <a:rect l="l" t="t" r="r" b="b"/>
              <a:pathLst>
                <a:path w="31344" h="14243" extrusionOk="0">
                  <a:moveTo>
                    <a:pt x="24538" y="1"/>
                  </a:moveTo>
                  <a:cubicBezTo>
                    <a:pt x="17525" y="1"/>
                    <a:pt x="10422" y="2758"/>
                    <a:pt x="5283" y="7516"/>
                  </a:cubicBezTo>
                  <a:cubicBezTo>
                    <a:pt x="3197" y="9457"/>
                    <a:pt x="1416" y="11748"/>
                    <a:pt x="1" y="14243"/>
                  </a:cubicBezTo>
                  <a:lnTo>
                    <a:pt x="395" y="14243"/>
                  </a:lnTo>
                  <a:cubicBezTo>
                    <a:pt x="1767" y="11835"/>
                    <a:pt x="3488" y="9632"/>
                    <a:pt x="5517" y="7764"/>
                  </a:cubicBezTo>
                  <a:cubicBezTo>
                    <a:pt x="10583" y="3051"/>
                    <a:pt x="17583" y="336"/>
                    <a:pt x="24518" y="336"/>
                  </a:cubicBezTo>
                  <a:cubicBezTo>
                    <a:pt x="25033" y="336"/>
                    <a:pt x="25548" y="350"/>
                    <a:pt x="26061" y="381"/>
                  </a:cubicBezTo>
                  <a:cubicBezTo>
                    <a:pt x="27827" y="483"/>
                    <a:pt x="29593" y="760"/>
                    <a:pt x="31344" y="1096"/>
                  </a:cubicBezTo>
                  <a:lnTo>
                    <a:pt x="31344" y="760"/>
                  </a:lnTo>
                  <a:cubicBezTo>
                    <a:pt x="29607" y="425"/>
                    <a:pt x="27842" y="147"/>
                    <a:pt x="26076" y="45"/>
                  </a:cubicBezTo>
                  <a:cubicBezTo>
                    <a:pt x="25564" y="15"/>
                    <a:pt x="25051" y="1"/>
                    <a:pt x="2453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5"/>
            <p:cNvSpPr/>
            <p:nvPr/>
          </p:nvSpPr>
          <p:spPr>
            <a:xfrm rot="-9354502" flipH="1">
              <a:off x="5856916" y="361056"/>
              <a:ext cx="3722700" cy="1135508"/>
            </a:xfrm>
            <a:custGeom>
              <a:avLst/>
              <a:gdLst/>
              <a:ahLst/>
              <a:cxnLst/>
              <a:rect l="l" t="t" r="r" b="b"/>
              <a:pathLst>
                <a:path w="148907" h="45420" extrusionOk="0">
                  <a:moveTo>
                    <a:pt x="148907" y="1"/>
                  </a:moveTo>
                  <a:cubicBezTo>
                    <a:pt x="143552" y="5224"/>
                    <a:pt x="138897" y="11236"/>
                    <a:pt x="134549" y="16854"/>
                  </a:cubicBezTo>
                  <a:cubicBezTo>
                    <a:pt x="133877" y="17715"/>
                    <a:pt x="133206" y="18605"/>
                    <a:pt x="132520" y="19495"/>
                  </a:cubicBezTo>
                  <a:cubicBezTo>
                    <a:pt x="127880" y="25580"/>
                    <a:pt x="122627" y="32481"/>
                    <a:pt x="116134" y="36480"/>
                  </a:cubicBezTo>
                  <a:cubicBezTo>
                    <a:pt x="108313" y="41280"/>
                    <a:pt x="100667" y="43994"/>
                    <a:pt x="92758" y="44797"/>
                  </a:cubicBezTo>
                  <a:cubicBezTo>
                    <a:pt x="90782" y="44992"/>
                    <a:pt x="88753" y="45090"/>
                    <a:pt x="86661" y="45090"/>
                  </a:cubicBezTo>
                  <a:cubicBezTo>
                    <a:pt x="80937" y="45090"/>
                    <a:pt x="74748" y="44356"/>
                    <a:pt x="67909" y="42871"/>
                  </a:cubicBezTo>
                  <a:cubicBezTo>
                    <a:pt x="59869" y="41120"/>
                    <a:pt x="51216" y="38420"/>
                    <a:pt x="40681" y="34378"/>
                  </a:cubicBezTo>
                  <a:cubicBezTo>
                    <a:pt x="31535" y="30884"/>
                    <a:pt x="23360" y="28524"/>
                    <a:pt x="14222" y="28524"/>
                  </a:cubicBezTo>
                  <a:cubicBezTo>
                    <a:pt x="12791" y="28524"/>
                    <a:pt x="11335" y="28582"/>
                    <a:pt x="9849" y="28702"/>
                  </a:cubicBezTo>
                  <a:cubicBezTo>
                    <a:pt x="6537" y="28965"/>
                    <a:pt x="3239" y="29490"/>
                    <a:pt x="0" y="30249"/>
                  </a:cubicBezTo>
                  <a:lnTo>
                    <a:pt x="0" y="30599"/>
                  </a:lnTo>
                  <a:cubicBezTo>
                    <a:pt x="3239" y="29826"/>
                    <a:pt x="6552" y="29300"/>
                    <a:pt x="9878" y="29023"/>
                  </a:cubicBezTo>
                  <a:cubicBezTo>
                    <a:pt x="11344" y="28906"/>
                    <a:pt x="12779" y="28849"/>
                    <a:pt x="14191" y="28849"/>
                  </a:cubicBezTo>
                  <a:cubicBezTo>
                    <a:pt x="23296" y="28849"/>
                    <a:pt x="31444" y="31200"/>
                    <a:pt x="40564" y="34699"/>
                  </a:cubicBezTo>
                  <a:cubicBezTo>
                    <a:pt x="51114" y="38741"/>
                    <a:pt x="59782" y="41441"/>
                    <a:pt x="67836" y="43192"/>
                  </a:cubicBezTo>
                  <a:cubicBezTo>
                    <a:pt x="74673" y="44683"/>
                    <a:pt x="80873" y="45420"/>
                    <a:pt x="86606" y="45420"/>
                  </a:cubicBezTo>
                  <a:cubicBezTo>
                    <a:pt x="88728" y="45420"/>
                    <a:pt x="90785" y="45319"/>
                    <a:pt x="92788" y="45118"/>
                  </a:cubicBezTo>
                  <a:cubicBezTo>
                    <a:pt x="100755" y="44330"/>
                    <a:pt x="108444" y="41587"/>
                    <a:pt x="116295" y="36757"/>
                  </a:cubicBezTo>
                  <a:cubicBezTo>
                    <a:pt x="122861" y="32730"/>
                    <a:pt x="128128" y="25813"/>
                    <a:pt x="132783" y="19699"/>
                  </a:cubicBezTo>
                  <a:cubicBezTo>
                    <a:pt x="133469" y="18809"/>
                    <a:pt x="134140" y="17919"/>
                    <a:pt x="134811" y="17044"/>
                  </a:cubicBezTo>
                  <a:cubicBezTo>
                    <a:pt x="139086" y="11528"/>
                    <a:pt x="143668" y="5618"/>
                    <a:pt x="148907" y="467"/>
                  </a:cubicBezTo>
                  <a:lnTo>
                    <a:pt x="14890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5"/>
            <p:cNvSpPr/>
            <p:nvPr/>
          </p:nvSpPr>
          <p:spPr>
            <a:xfrm rot="-5400000">
              <a:off x="640904" y="33819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5"/>
            <p:cNvSpPr/>
            <p:nvPr/>
          </p:nvSpPr>
          <p:spPr>
            <a:xfrm rot="-5400000">
              <a:off x="8866404" y="69594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5"/>
            <p:cNvSpPr/>
            <p:nvPr/>
          </p:nvSpPr>
          <p:spPr>
            <a:xfrm rot="-5400000">
              <a:off x="78329" y="999018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5"/>
            <p:cNvSpPr/>
            <p:nvPr/>
          </p:nvSpPr>
          <p:spPr>
            <a:xfrm rot="-5400000">
              <a:off x="8678520" y="4093870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5"/>
            <p:cNvSpPr/>
            <p:nvPr/>
          </p:nvSpPr>
          <p:spPr>
            <a:xfrm rot="-5400000">
              <a:off x="8557607" y="11815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5"/>
            <p:cNvSpPr/>
            <p:nvPr/>
          </p:nvSpPr>
          <p:spPr>
            <a:xfrm rot="-5400000">
              <a:off x="70932" y="414560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5"/>
            <p:cNvSpPr/>
            <p:nvPr/>
          </p:nvSpPr>
          <p:spPr>
            <a:xfrm rot="-5400000">
              <a:off x="319607" y="585183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"/>
          <p:cNvSpPr txBox="1">
            <a:spLocks noGrp="1"/>
          </p:cNvSpPr>
          <p:nvPr>
            <p:ph type="title"/>
          </p:nvPr>
        </p:nvSpPr>
        <p:spPr>
          <a:xfrm>
            <a:off x="2265638" y="1591588"/>
            <a:ext cx="4612500" cy="9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20"/>
          <p:cNvSpPr txBox="1">
            <a:spLocks noGrp="1"/>
          </p:cNvSpPr>
          <p:nvPr>
            <p:ph type="subTitle" idx="1"/>
          </p:nvPr>
        </p:nvSpPr>
        <p:spPr>
          <a:xfrm>
            <a:off x="2265862" y="2433213"/>
            <a:ext cx="4612500" cy="111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9" name="Google Shape;279;p20"/>
          <p:cNvGrpSpPr/>
          <p:nvPr/>
        </p:nvGrpSpPr>
        <p:grpSpPr>
          <a:xfrm>
            <a:off x="0" y="-349287"/>
            <a:ext cx="9649237" cy="6143565"/>
            <a:chOff x="0" y="-349287"/>
            <a:chExt cx="9649237" cy="6143565"/>
          </a:xfrm>
        </p:grpSpPr>
        <p:sp>
          <p:nvSpPr>
            <p:cNvPr id="280" name="Google Shape;280;p20"/>
            <p:cNvSpPr/>
            <p:nvPr/>
          </p:nvSpPr>
          <p:spPr>
            <a:xfrm rot="5400000" flipH="1">
              <a:off x="4671704" y="4731777"/>
              <a:ext cx="142718" cy="115951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 rot="5400000" flipH="1">
              <a:off x="4260585" y="4825593"/>
              <a:ext cx="225603" cy="183312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0" y="4388975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0" y="0"/>
              <a:ext cx="2273750" cy="1646300"/>
            </a:xfrm>
            <a:custGeom>
              <a:avLst/>
              <a:gdLst/>
              <a:ahLst/>
              <a:cxnLst/>
              <a:rect l="l" t="t" r="r" b="b"/>
              <a:pathLst>
                <a:path w="90950" h="65852" extrusionOk="0">
                  <a:moveTo>
                    <a:pt x="90103" y="0"/>
                  </a:moveTo>
                  <a:cubicBezTo>
                    <a:pt x="83522" y="2714"/>
                    <a:pt x="76387" y="4173"/>
                    <a:pt x="69470" y="5574"/>
                  </a:cubicBezTo>
                  <a:cubicBezTo>
                    <a:pt x="68697" y="5735"/>
                    <a:pt x="67924" y="5895"/>
                    <a:pt x="67150" y="6056"/>
                  </a:cubicBezTo>
                  <a:cubicBezTo>
                    <a:pt x="58425" y="7850"/>
                    <a:pt x="49246" y="10024"/>
                    <a:pt x="41542" y="14956"/>
                  </a:cubicBezTo>
                  <a:cubicBezTo>
                    <a:pt x="31561" y="21348"/>
                    <a:pt x="25010" y="31708"/>
                    <a:pt x="18692" y="41717"/>
                  </a:cubicBezTo>
                  <a:cubicBezTo>
                    <a:pt x="13278" y="50268"/>
                    <a:pt x="7719" y="59067"/>
                    <a:pt x="0" y="65429"/>
                  </a:cubicBezTo>
                  <a:lnTo>
                    <a:pt x="0" y="65852"/>
                  </a:lnTo>
                  <a:cubicBezTo>
                    <a:pt x="7865" y="59446"/>
                    <a:pt x="13497" y="50545"/>
                    <a:pt x="18969" y="41892"/>
                  </a:cubicBezTo>
                  <a:cubicBezTo>
                    <a:pt x="25273" y="31912"/>
                    <a:pt x="31795" y="21596"/>
                    <a:pt x="41717" y="15234"/>
                  </a:cubicBezTo>
                  <a:cubicBezTo>
                    <a:pt x="49378" y="10331"/>
                    <a:pt x="58512" y="8171"/>
                    <a:pt x="67223" y="6377"/>
                  </a:cubicBezTo>
                  <a:cubicBezTo>
                    <a:pt x="67982" y="6216"/>
                    <a:pt x="68755" y="6056"/>
                    <a:pt x="69529" y="5895"/>
                  </a:cubicBezTo>
                  <a:cubicBezTo>
                    <a:pt x="76722" y="4436"/>
                    <a:pt x="84135" y="2933"/>
                    <a:pt x="9094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0" y="0"/>
              <a:ext cx="427900" cy="624900"/>
            </a:xfrm>
            <a:custGeom>
              <a:avLst/>
              <a:gdLst/>
              <a:ahLst/>
              <a:cxnLst/>
              <a:rect l="l" t="t" r="r" b="b"/>
              <a:pathLst>
                <a:path w="17116" h="24996" extrusionOk="0">
                  <a:moveTo>
                    <a:pt x="16707" y="0"/>
                  </a:moveTo>
                  <a:cubicBezTo>
                    <a:pt x="16138" y="1780"/>
                    <a:pt x="15759" y="3633"/>
                    <a:pt x="15379" y="5428"/>
                  </a:cubicBezTo>
                  <a:cubicBezTo>
                    <a:pt x="14956" y="7500"/>
                    <a:pt x="14533" y="9630"/>
                    <a:pt x="13789" y="11630"/>
                  </a:cubicBezTo>
                  <a:cubicBezTo>
                    <a:pt x="11513" y="17816"/>
                    <a:pt x="6260" y="22675"/>
                    <a:pt x="0" y="24587"/>
                  </a:cubicBezTo>
                  <a:lnTo>
                    <a:pt x="0" y="24995"/>
                  </a:lnTo>
                  <a:cubicBezTo>
                    <a:pt x="6420" y="23069"/>
                    <a:pt x="11834" y="18094"/>
                    <a:pt x="14154" y="11761"/>
                  </a:cubicBezTo>
                  <a:cubicBezTo>
                    <a:pt x="14898" y="9733"/>
                    <a:pt x="15336" y="7588"/>
                    <a:pt x="15773" y="5516"/>
                  </a:cubicBezTo>
                  <a:cubicBezTo>
                    <a:pt x="16138" y="3677"/>
                    <a:pt x="16532" y="1795"/>
                    <a:pt x="1711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 rot="10800000" flipH="1">
              <a:off x="8360400" y="-15"/>
              <a:ext cx="783600" cy="356075"/>
            </a:xfrm>
            <a:custGeom>
              <a:avLst/>
              <a:gdLst/>
              <a:ahLst/>
              <a:cxnLst/>
              <a:rect l="l" t="t" r="r" b="b"/>
              <a:pathLst>
                <a:path w="31344" h="14243" extrusionOk="0">
                  <a:moveTo>
                    <a:pt x="24538" y="1"/>
                  </a:moveTo>
                  <a:cubicBezTo>
                    <a:pt x="17525" y="1"/>
                    <a:pt x="10422" y="2758"/>
                    <a:pt x="5283" y="7516"/>
                  </a:cubicBezTo>
                  <a:cubicBezTo>
                    <a:pt x="3197" y="9457"/>
                    <a:pt x="1416" y="11748"/>
                    <a:pt x="1" y="14243"/>
                  </a:cubicBezTo>
                  <a:lnTo>
                    <a:pt x="395" y="14243"/>
                  </a:lnTo>
                  <a:cubicBezTo>
                    <a:pt x="1767" y="11835"/>
                    <a:pt x="3488" y="9632"/>
                    <a:pt x="5517" y="7764"/>
                  </a:cubicBezTo>
                  <a:cubicBezTo>
                    <a:pt x="10583" y="3051"/>
                    <a:pt x="17583" y="336"/>
                    <a:pt x="24518" y="336"/>
                  </a:cubicBezTo>
                  <a:cubicBezTo>
                    <a:pt x="25033" y="336"/>
                    <a:pt x="25548" y="350"/>
                    <a:pt x="26061" y="381"/>
                  </a:cubicBezTo>
                  <a:cubicBezTo>
                    <a:pt x="27827" y="483"/>
                    <a:pt x="29593" y="760"/>
                    <a:pt x="31344" y="1096"/>
                  </a:cubicBezTo>
                  <a:lnTo>
                    <a:pt x="31344" y="760"/>
                  </a:lnTo>
                  <a:cubicBezTo>
                    <a:pt x="29607" y="425"/>
                    <a:pt x="27842" y="147"/>
                    <a:pt x="26076" y="45"/>
                  </a:cubicBezTo>
                  <a:cubicBezTo>
                    <a:pt x="25564" y="15"/>
                    <a:pt x="25051" y="1"/>
                    <a:pt x="2453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 rot="-9354502" flipH="1">
              <a:off x="5856916" y="361056"/>
              <a:ext cx="3722700" cy="1135508"/>
            </a:xfrm>
            <a:custGeom>
              <a:avLst/>
              <a:gdLst/>
              <a:ahLst/>
              <a:cxnLst/>
              <a:rect l="l" t="t" r="r" b="b"/>
              <a:pathLst>
                <a:path w="148907" h="45420" extrusionOk="0">
                  <a:moveTo>
                    <a:pt x="148907" y="1"/>
                  </a:moveTo>
                  <a:cubicBezTo>
                    <a:pt x="143552" y="5224"/>
                    <a:pt x="138897" y="11236"/>
                    <a:pt x="134549" y="16854"/>
                  </a:cubicBezTo>
                  <a:cubicBezTo>
                    <a:pt x="133877" y="17715"/>
                    <a:pt x="133206" y="18605"/>
                    <a:pt x="132520" y="19495"/>
                  </a:cubicBezTo>
                  <a:cubicBezTo>
                    <a:pt x="127880" y="25580"/>
                    <a:pt x="122627" y="32481"/>
                    <a:pt x="116134" y="36480"/>
                  </a:cubicBezTo>
                  <a:cubicBezTo>
                    <a:pt x="108313" y="41280"/>
                    <a:pt x="100667" y="43994"/>
                    <a:pt x="92758" y="44797"/>
                  </a:cubicBezTo>
                  <a:cubicBezTo>
                    <a:pt x="90782" y="44992"/>
                    <a:pt x="88753" y="45090"/>
                    <a:pt x="86661" y="45090"/>
                  </a:cubicBezTo>
                  <a:cubicBezTo>
                    <a:pt x="80937" y="45090"/>
                    <a:pt x="74748" y="44356"/>
                    <a:pt x="67909" y="42871"/>
                  </a:cubicBezTo>
                  <a:cubicBezTo>
                    <a:pt x="59869" y="41120"/>
                    <a:pt x="51216" y="38420"/>
                    <a:pt x="40681" y="34378"/>
                  </a:cubicBezTo>
                  <a:cubicBezTo>
                    <a:pt x="31535" y="30884"/>
                    <a:pt x="23360" y="28524"/>
                    <a:pt x="14222" y="28524"/>
                  </a:cubicBezTo>
                  <a:cubicBezTo>
                    <a:pt x="12791" y="28524"/>
                    <a:pt x="11335" y="28582"/>
                    <a:pt x="9849" y="28702"/>
                  </a:cubicBezTo>
                  <a:cubicBezTo>
                    <a:pt x="6537" y="28965"/>
                    <a:pt x="3239" y="29490"/>
                    <a:pt x="0" y="30249"/>
                  </a:cubicBezTo>
                  <a:lnTo>
                    <a:pt x="0" y="30599"/>
                  </a:lnTo>
                  <a:cubicBezTo>
                    <a:pt x="3239" y="29826"/>
                    <a:pt x="6552" y="29300"/>
                    <a:pt x="9878" y="29023"/>
                  </a:cubicBezTo>
                  <a:cubicBezTo>
                    <a:pt x="11344" y="28906"/>
                    <a:pt x="12779" y="28849"/>
                    <a:pt x="14191" y="28849"/>
                  </a:cubicBezTo>
                  <a:cubicBezTo>
                    <a:pt x="23296" y="28849"/>
                    <a:pt x="31444" y="31200"/>
                    <a:pt x="40564" y="34699"/>
                  </a:cubicBezTo>
                  <a:cubicBezTo>
                    <a:pt x="51114" y="38741"/>
                    <a:pt x="59782" y="41441"/>
                    <a:pt x="67836" y="43192"/>
                  </a:cubicBezTo>
                  <a:cubicBezTo>
                    <a:pt x="74673" y="44683"/>
                    <a:pt x="80873" y="45420"/>
                    <a:pt x="86606" y="45420"/>
                  </a:cubicBezTo>
                  <a:cubicBezTo>
                    <a:pt x="88728" y="45420"/>
                    <a:pt x="90785" y="45319"/>
                    <a:pt x="92788" y="45118"/>
                  </a:cubicBezTo>
                  <a:cubicBezTo>
                    <a:pt x="100755" y="44330"/>
                    <a:pt x="108444" y="41587"/>
                    <a:pt x="116295" y="36757"/>
                  </a:cubicBezTo>
                  <a:cubicBezTo>
                    <a:pt x="122861" y="32730"/>
                    <a:pt x="128128" y="25813"/>
                    <a:pt x="132783" y="19699"/>
                  </a:cubicBezTo>
                  <a:cubicBezTo>
                    <a:pt x="133469" y="18809"/>
                    <a:pt x="134140" y="17919"/>
                    <a:pt x="134811" y="17044"/>
                  </a:cubicBezTo>
                  <a:cubicBezTo>
                    <a:pt x="139086" y="11528"/>
                    <a:pt x="143668" y="5618"/>
                    <a:pt x="148907" y="467"/>
                  </a:cubicBezTo>
                  <a:lnTo>
                    <a:pt x="14890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 rot="-5400000">
              <a:off x="640904" y="33819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0"/>
            <p:cNvSpPr/>
            <p:nvPr/>
          </p:nvSpPr>
          <p:spPr>
            <a:xfrm rot="-5400000">
              <a:off x="8866404" y="69594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 rot="-5400000">
              <a:off x="78329" y="999018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0"/>
            <p:cNvSpPr/>
            <p:nvPr/>
          </p:nvSpPr>
          <p:spPr>
            <a:xfrm rot="-5400000">
              <a:off x="8678520" y="4093870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0"/>
            <p:cNvSpPr/>
            <p:nvPr/>
          </p:nvSpPr>
          <p:spPr>
            <a:xfrm rot="-5400000">
              <a:off x="8557607" y="11815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0"/>
            <p:cNvSpPr/>
            <p:nvPr/>
          </p:nvSpPr>
          <p:spPr>
            <a:xfrm rot="-5400000">
              <a:off x="70932" y="414560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 rot="-5400000">
              <a:off x="319607" y="585183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"/>
          <p:cNvSpPr txBox="1">
            <a:spLocks noGrp="1"/>
          </p:cNvSpPr>
          <p:nvPr>
            <p:ph type="title"/>
          </p:nvPr>
        </p:nvSpPr>
        <p:spPr>
          <a:xfrm flipH="1">
            <a:off x="720012" y="5212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96" name="Google Shape;296;p21"/>
          <p:cNvGrpSpPr/>
          <p:nvPr/>
        </p:nvGrpSpPr>
        <p:grpSpPr>
          <a:xfrm>
            <a:off x="0" y="-349287"/>
            <a:ext cx="9649237" cy="6219740"/>
            <a:chOff x="0" y="-349287"/>
            <a:chExt cx="9649237" cy="6219740"/>
          </a:xfrm>
        </p:grpSpPr>
        <p:sp>
          <p:nvSpPr>
            <p:cNvPr id="297" name="Google Shape;297;p21"/>
            <p:cNvSpPr/>
            <p:nvPr/>
          </p:nvSpPr>
          <p:spPr>
            <a:xfrm flipH="1">
              <a:off x="0" y="44651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1"/>
            <p:cNvSpPr/>
            <p:nvPr/>
          </p:nvSpPr>
          <p:spPr>
            <a:xfrm>
              <a:off x="0" y="0"/>
              <a:ext cx="2273750" cy="1646300"/>
            </a:xfrm>
            <a:custGeom>
              <a:avLst/>
              <a:gdLst/>
              <a:ahLst/>
              <a:cxnLst/>
              <a:rect l="l" t="t" r="r" b="b"/>
              <a:pathLst>
                <a:path w="90950" h="65852" extrusionOk="0">
                  <a:moveTo>
                    <a:pt x="90103" y="0"/>
                  </a:moveTo>
                  <a:cubicBezTo>
                    <a:pt x="83522" y="2714"/>
                    <a:pt x="76387" y="4173"/>
                    <a:pt x="69470" y="5574"/>
                  </a:cubicBezTo>
                  <a:cubicBezTo>
                    <a:pt x="68697" y="5735"/>
                    <a:pt x="67924" y="5895"/>
                    <a:pt x="67150" y="6056"/>
                  </a:cubicBezTo>
                  <a:cubicBezTo>
                    <a:pt x="58425" y="7850"/>
                    <a:pt x="49246" y="10024"/>
                    <a:pt x="41542" y="14956"/>
                  </a:cubicBezTo>
                  <a:cubicBezTo>
                    <a:pt x="31561" y="21348"/>
                    <a:pt x="25010" y="31708"/>
                    <a:pt x="18692" y="41717"/>
                  </a:cubicBezTo>
                  <a:cubicBezTo>
                    <a:pt x="13278" y="50268"/>
                    <a:pt x="7719" y="59067"/>
                    <a:pt x="0" y="65429"/>
                  </a:cubicBezTo>
                  <a:lnTo>
                    <a:pt x="0" y="65852"/>
                  </a:lnTo>
                  <a:cubicBezTo>
                    <a:pt x="7865" y="59446"/>
                    <a:pt x="13497" y="50545"/>
                    <a:pt x="18969" y="41892"/>
                  </a:cubicBezTo>
                  <a:cubicBezTo>
                    <a:pt x="25273" y="31912"/>
                    <a:pt x="31795" y="21596"/>
                    <a:pt x="41717" y="15234"/>
                  </a:cubicBezTo>
                  <a:cubicBezTo>
                    <a:pt x="49378" y="10331"/>
                    <a:pt x="58512" y="8171"/>
                    <a:pt x="67223" y="6377"/>
                  </a:cubicBezTo>
                  <a:cubicBezTo>
                    <a:pt x="67982" y="6216"/>
                    <a:pt x="68755" y="6056"/>
                    <a:pt x="69529" y="5895"/>
                  </a:cubicBezTo>
                  <a:cubicBezTo>
                    <a:pt x="76722" y="4436"/>
                    <a:pt x="84135" y="2933"/>
                    <a:pt x="9094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0" y="0"/>
              <a:ext cx="427900" cy="624900"/>
            </a:xfrm>
            <a:custGeom>
              <a:avLst/>
              <a:gdLst/>
              <a:ahLst/>
              <a:cxnLst/>
              <a:rect l="l" t="t" r="r" b="b"/>
              <a:pathLst>
                <a:path w="17116" h="24996" extrusionOk="0">
                  <a:moveTo>
                    <a:pt x="16707" y="0"/>
                  </a:moveTo>
                  <a:cubicBezTo>
                    <a:pt x="16138" y="1780"/>
                    <a:pt x="15759" y="3633"/>
                    <a:pt x="15379" y="5428"/>
                  </a:cubicBezTo>
                  <a:cubicBezTo>
                    <a:pt x="14956" y="7500"/>
                    <a:pt x="14533" y="9630"/>
                    <a:pt x="13789" y="11630"/>
                  </a:cubicBezTo>
                  <a:cubicBezTo>
                    <a:pt x="11513" y="17816"/>
                    <a:pt x="6260" y="22675"/>
                    <a:pt x="0" y="24587"/>
                  </a:cubicBezTo>
                  <a:lnTo>
                    <a:pt x="0" y="24995"/>
                  </a:lnTo>
                  <a:cubicBezTo>
                    <a:pt x="6420" y="23069"/>
                    <a:pt x="11834" y="18094"/>
                    <a:pt x="14154" y="11761"/>
                  </a:cubicBezTo>
                  <a:cubicBezTo>
                    <a:pt x="14898" y="9733"/>
                    <a:pt x="15336" y="7588"/>
                    <a:pt x="15773" y="5516"/>
                  </a:cubicBezTo>
                  <a:cubicBezTo>
                    <a:pt x="16138" y="3677"/>
                    <a:pt x="16532" y="1795"/>
                    <a:pt x="1711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1"/>
            <p:cNvSpPr/>
            <p:nvPr/>
          </p:nvSpPr>
          <p:spPr>
            <a:xfrm rot="10800000" flipH="1">
              <a:off x="8360400" y="-15"/>
              <a:ext cx="783600" cy="356075"/>
            </a:xfrm>
            <a:custGeom>
              <a:avLst/>
              <a:gdLst/>
              <a:ahLst/>
              <a:cxnLst/>
              <a:rect l="l" t="t" r="r" b="b"/>
              <a:pathLst>
                <a:path w="31344" h="14243" extrusionOk="0">
                  <a:moveTo>
                    <a:pt x="24538" y="1"/>
                  </a:moveTo>
                  <a:cubicBezTo>
                    <a:pt x="17525" y="1"/>
                    <a:pt x="10422" y="2758"/>
                    <a:pt x="5283" y="7516"/>
                  </a:cubicBezTo>
                  <a:cubicBezTo>
                    <a:pt x="3197" y="9457"/>
                    <a:pt x="1416" y="11748"/>
                    <a:pt x="1" y="14243"/>
                  </a:cubicBezTo>
                  <a:lnTo>
                    <a:pt x="395" y="14243"/>
                  </a:lnTo>
                  <a:cubicBezTo>
                    <a:pt x="1767" y="11835"/>
                    <a:pt x="3488" y="9632"/>
                    <a:pt x="5517" y="7764"/>
                  </a:cubicBezTo>
                  <a:cubicBezTo>
                    <a:pt x="10583" y="3051"/>
                    <a:pt x="17583" y="336"/>
                    <a:pt x="24518" y="336"/>
                  </a:cubicBezTo>
                  <a:cubicBezTo>
                    <a:pt x="25033" y="336"/>
                    <a:pt x="25548" y="350"/>
                    <a:pt x="26061" y="381"/>
                  </a:cubicBezTo>
                  <a:cubicBezTo>
                    <a:pt x="27827" y="483"/>
                    <a:pt x="29593" y="760"/>
                    <a:pt x="31344" y="1096"/>
                  </a:cubicBezTo>
                  <a:lnTo>
                    <a:pt x="31344" y="760"/>
                  </a:lnTo>
                  <a:cubicBezTo>
                    <a:pt x="29607" y="425"/>
                    <a:pt x="27842" y="147"/>
                    <a:pt x="26076" y="45"/>
                  </a:cubicBezTo>
                  <a:cubicBezTo>
                    <a:pt x="25564" y="15"/>
                    <a:pt x="25051" y="1"/>
                    <a:pt x="2453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1"/>
            <p:cNvSpPr/>
            <p:nvPr/>
          </p:nvSpPr>
          <p:spPr>
            <a:xfrm rot="-9354502" flipH="1">
              <a:off x="5856916" y="361056"/>
              <a:ext cx="3722700" cy="1135508"/>
            </a:xfrm>
            <a:custGeom>
              <a:avLst/>
              <a:gdLst/>
              <a:ahLst/>
              <a:cxnLst/>
              <a:rect l="l" t="t" r="r" b="b"/>
              <a:pathLst>
                <a:path w="148907" h="45420" extrusionOk="0">
                  <a:moveTo>
                    <a:pt x="148907" y="1"/>
                  </a:moveTo>
                  <a:cubicBezTo>
                    <a:pt x="143552" y="5224"/>
                    <a:pt x="138897" y="11236"/>
                    <a:pt x="134549" y="16854"/>
                  </a:cubicBezTo>
                  <a:cubicBezTo>
                    <a:pt x="133877" y="17715"/>
                    <a:pt x="133206" y="18605"/>
                    <a:pt x="132520" y="19495"/>
                  </a:cubicBezTo>
                  <a:cubicBezTo>
                    <a:pt x="127880" y="25580"/>
                    <a:pt x="122627" y="32481"/>
                    <a:pt x="116134" y="36480"/>
                  </a:cubicBezTo>
                  <a:cubicBezTo>
                    <a:pt x="108313" y="41280"/>
                    <a:pt x="100667" y="43994"/>
                    <a:pt x="92758" y="44797"/>
                  </a:cubicBezTo>
                  <a:cubicBezTo>
                    <a:pt x="90782" y="44992"/>
                    <a:pt x="88753" y="45090"/>
                    <a:pt x="86661" y="45090"/>
                  </a:cubicBezTo>
                  <a:cubicBezTo>
                    <a:pt x="80937" y="45090"/>
                    <a:pt x="74748" y="44356"/>
                    <a:pt x="67909" y="42871"/>
                  </a:cubicBezTo>
                  <a:cubicBezTo>
                    <a:pt x="59869" y="41120"/>
                    <a:pt x="51216" y="38420"/>
                    <a:pt x="40681" y="34378"/>
                  </a:cubicBezTo>
                  <a:cubicBezTo>
                    <a:pt x="31535" y="30884"/>
                    <a:pt x="23360" y="28524"/>
                    <a:pt x="14222" y="28524"/>
                  </a:cubicBezTo>
                  <a:cubicBezTo>
                    <a:pt x="12791" y="28524"/>
                    <a:pt x="11335" y="28582"/>
                    <a:pt x="9849" y="28702"/>
                  </a:cubicBezTo>
                  <a:cubicBezTo>
                    <a:pt x="6537" y="28965"/>
                    <a:pt x="3239" y="29490"/>
                    <a:pt x="0" y="30249"/>
                  </a:cubicBezTo>
                  <a:lnTo>
                    <a:pt x="0" y="30599"/>
                  </a:lnTo>
                  <a:cubicBezTo>
                    <a:pt x="3239" y="29826"/>
                    <a:pt x="6552" y="29300"/>
                    <a:pt x="9878" y="29023"/>
                  </a:cubicBezTo>
                  <a:cubicBezTo>
                    <a:pt x="11344" y="28906"/>
                    <a:pt x="12779" y="28849"/>
                    <a:pt x="14191" y="28849"/>
                  </a:cubicBezTo>
                  <a:cubicBezTo>
                    <a:pt x="23296" y="28849"/>
                    <a:pt x="31444" y="31200"/>
                    <a:pt x="40564" y="34699"/>
                  </a:cubicBezTo>
                  <a:cubicBezTo>
                    <a:pt x="51114" y="38741"/>
                    <a:pt x="59782" y="41441"/>
                    <a:pt x="67836" y="43192"/>
                  </a:cubicBezTo>
                  <a:cubicBezTo>
                    <a:pt x="74673" y="44683"/>
                    <a:pt x="80873" y="45420"/>
                    <a:pt x="86606" y="45420"/>
                  </a:cubicBezTo>
                  <a:cubicBezTo>
                    <a:pt x="88728" y="45420"/>
                    <a:pt x="90785" y="45319"/>
                    <a:pt x="92788" y="45118"/>
                  </a:cubicBezTo>
                  <a:cubicBezTo>
                    <a:pt x="100755" y="44330"/>
                    <a:pt x="108444" y="41587"/>
                    <a:pt x="116295" y="36757"/>
                  </a:cubicBezTo>
                  <a:cubicBezTo>
                    <a:pt x="122861" y="32730"/>
                    <a:pt x="128128" y="25813"/>
                    <a:pt x="132783" y="19699"/>
                  </a:cubicBezTo>
                  <a:cubicBezTo>
                    <a:pt x="133469" y="18809"/>
                    <a:pt x="134140" y="17919"/>
                    <a:pt x="134811" y="17044"/>
                  </a:cubicBezTo>
                  <a:cubicBezTo>
                    <a:pt x="139086" y="11528"/>
                    <a:pt x="143668" y="5618"/>
                    <a:pt x="148907" y="467"/>
                  </a:cubicBezTo>
                  <a:lnTo>
                    <a:pt x="14890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1"/>
            <p:cNvSpPr/>
            <p:nvPr/>
          </p:nvSpPr>
          <p:spPr>
            <a:xfrm rot="-5400000">
              <a:off x="640904" y="33819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1"/>
            <p:cNvSpPr/>
            <p:nvPr/>
          </p:nvSpPr>
          <p:spPr>
            <a:xfrm rot="-5400000">
              <a:off x="8866404" y="69594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1"/>
            <p:cNvSpPr/>
            <p:nvPr/>
          </p:nvSpPr>
          <p:spPr>
            <a:xfrm rot="-5400000">
              <a:off x="78329" y="999018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1"/>
            <p:cNvSpPr/>
            <p:nvPr/>
          </p:nvSpPr>
          <p:spPr>
            <a:xfrm rot="-5400000">
              <a:off x="8678520" y="4093870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1"/>
            <p:cNvSpPr/>
            <p:nvPr/>
          </p:nvSpPr>
          <p:spPr>
            <a:xfrm rot="-5400000">
              <a:off x="8557607" y="11815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 rot="-5400000">
              <a:off x="70932" y="414560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 rot="-5400000">
              <a:off x="319607" y="585183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2"/>
          <p:cNvSpPr txBox="1">
            <a:spLocks noGrp="1"/>
          </p:cNvSpPr>
          <p:nvPr>
            <p:ph type="title"/>
          </p:nvPr>
        </p:nvSpPr>
        <p:spPr>
          <a:xfrm flipH="1">
            <a:off x="720012" y="5212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11" name="Google Shape;311;p22"/>
          <p:cNvGrpSpPr/>
          <p:nvPr/>
        </p:nvGrpSpPr>
        <p:grpSpPr>
          <a:xfrm>
            <a:off x="-505225" y="-349287"/>
            <a:ext cx="9649237" cy="6219740"/>
            <a:chOff x="-505225" y="-349287"/>
            <a:chExt cx="9649237" cy="6219740"/>
          </a:xfrm>
        </p:grpSpPr>
        <p:sp>
          <p:nvSpPr>
            <p:cNvPr id="312" name="Google Shape;312;p22"/>
            <p:cNvSpPr/>
            <p:nvPr/>
          </p:nvSpPr>
          <p:spPr>
            <a:xfrm>
              <a:off x="0" y="44651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 flipH="1">
              <a:off x="8716112" y="0"/>
              <a:ext cx="427900" cy="624900"/>
            </a:xfrm>
            <a:custGeom>
              <a:avLst/>
              <a:gdLst/>
              <a:ahLst/>
              <a:cxnLst/>
              <a:rect l="l" t="t" r="r" b="b"/>
              <a:pathLst>
                <a:path w="17116" h="24996" extrusionOk="0">
                  <a:moveTo>
                    <a:pt x="16707" y="0"/>
                  </a:moveTo>
                  <a:cubicBezTo>
                    <a:pt x="16138" y="1780"/>
                    <a:pt x="15759" y="3633"/>
                    <a:pt x="15379" y="5428"/>
                  </a:cubicBezTo>
                  <a:cubicBezTo>
                    <a:pt x="14956" y="7500"/>
                    <a:pt x="14533" y="9630"/>
                    <a:pt x="13789" y="11630"/>
                  </a:cubicBezTo>
                  <a:cubicBezTo>
                    <a:pt x="11513" y="17816"/>
                    <a:pt x="6260" y="22675"/>
                    <a:pt x="0" y="24587"/>
                  </a:cubicBezTo>
                  <a:lnTo>
                    <a:pt x="0" y="24995"/>
                  </a:lnTo>
                  <a:cubicBezTo>
                    <a:pt x="6420" y="23069"/>
                    <a:pt x="11834" y="18094"/>
                    <a:pt x="14154" y="11761"/>
                  </a:cubicBezTo>
                  <a:cubicBezTo>
                    <a:pt x="14898" y="9733"/>
                    <a:pt x="15336" y="7588"/>
                    <a:pt x="15773" y="5516"/>
                  </a:cubicBezTo>
                  <a:cubicBezTo>
                    <a:pt x="16138" y="3677"/>
                    <a:pt x="16532" y="1795"/>
                    <a:pt x="1711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 rot="9354502">
              <a:off x="-435605" y="361056"/>
              <a:ext cx="3722700" cy="1135508"/>
            </a:xfrm>
            <a:custGeom>
              <a:avLst/>
              <a:gdLst/>
              <a:ahLst/>
              <a:cxnLst/>
              <a:rect l="l" t="t" r="r" b="b"/>
              <a:pathLst>
                <a:path w="148907" h="45420" extrusionOk="0">
                  <a:moveTo>
                    <a:pt x="148907" y="1"/>
                  </a:moveTo>
                  <a:cubicBezTo>
                    <a:pt x="143552" y="5224"/>
                    <a:pt x="138897" y="11236"/>
                    <a:pt x="134549" y="16854"/>
                  </a:cubicBezTo>
                  <a:cubicBezTo>
                    <a:pt x="133877" y="17715"/>
                    <a:pt x="133206" y="18605"/>
                    <a:pt x="132520" y="19495"/>
                  </a:cubicBezTo>
                  <a:cubicBezTo>
                    <a:pt x="127880" y="25580"/>
                    <a:pt x="122627" y="32481"/>
                    <a:pt x="116134" y="36480"/>
                  </a:cubicBezTo>
                  <a:cubicBezTo>
                    <a:pt x="108313" y="41280"/>
                    <a:pt x="100667" y="43994"/>
                    <a:pt x="92758" y="44797"/>
                  </a:cubicBezTo>
                  <a:cubicBezTo>
                    <a:pt x="90782" y="44992"/>
                    <a:pt x="88753" y="45090"/>
                    <a:pt x="86661" y="45090"/>
                  </a:cubicBezTo>
                  <a:cubicBezTo>
                    <a:pt x="80937" y="45090"/>
                    <a:pt x="74748" y="44356"/>
                    <a:pt x="67909" y="42871"/>
                  </a:cubicBezTo>
                  <a:cubicBezTo>
                    <a:pt x="59869" y="41120"/>
                    <a:pt x="51216" y="38420"/>
                    <a:pt x="40681" y="34378"/>
                  </a:cubicBezTo>
                  <a:cubicBezTo>
                    <a:pt x="31535" y="30884"/>
                    <a:pt x="23360" y="28524"/>
                    <a:pt x="14222" y="28524"/>
                  </a:cubicBezTo>
                  <a:cubicBezTo>
                    <a:pt x="12791" y="28524"/>
                    <a:pt x="11335" y="28582"/>
                    <a:pt x="9849" y="28702"/>
                  </a:cubicBezTo>
                  <a:cubicBezTo>
                    <a:pt x="6537" y="28965"/>
                    <a:pt x="3239" y="29490"/>
                    <a:pt x="0" y="30249"/>
                  </a:cubicBezTo>
                  <a:lnTo>
                    <a:pt x="0" y="30599"/>
                  </a:lnTo>
                  <a:cubicBezTo>
                    <a:pt x="3239" y="29826"/>
                    <a:pt x="6552" y="29300"/>
                    <a:pt x="9878" y="29023"/>
                  </a:cubicBezTo>
                  <a:cubicBezTo>
                    <a:pt x="11344" y="28906"/>
                    <a:pt x="12779" y="28849"/>
                    <a:pt x="14191" y="28849"/>
                  </a:cubicBezTo>
                  <a:cubicBezTo>
                    <a:pt x="23296" y="28849"/>
                    <a:pt x="31444" y="31200"/>
                    <a:pt x="40564" y="34699"/>
                  </a:cubicBezTo>
                  <a:cubicBezTo>
                    <a:pt x="51114" y="38741"/>
                    <a:pt x="59782" y="41441"/>
                    <a:pt x="67836" y="43192"/>
                  </a:cubicBezTo>
                  <a:cubicBezTo>
                    <a:pt x="74673" y="44683"/>
                    <a:pt x="80873" y="45420"/>
                    <a:pt x="86606" y="45420"/>
                  </a:cubicBezTo>
                  <a:cubicBezTo>
                    <a:pt x="88728" y="45420"/>
                    <a:pt x="90785" y="45319"/>
                    <a:pt x="92788" y="45118"/>
                  </a:cubicBezTo>
                  <a:cubicBezTo>
                    <a:pt x="100755" y="44330"/>
                    <a:pt x="108444" y="41587"/>
                    <a:pt x="116295" y="36757"/>
                  </a:cubicBezTo>
                  <a:cubicBezTo>
                    <a:pt x="122861" y="32730"/>
                    <a:pt x="128128" y="25813"/>
                    <a:pt x="132783" y="19699"/>
                  </a:cubicBezTo>
                  <a:cubicBezTo>
                    <a:pt x="133469" y="18809"/>
                    <a:pt x="134140" y="17919"/>
                    <a:pt x="134811" y="17044"/>
                  </a:cubicBezTo>
                  <a:cubicBezTo>
                    <a:pt x="139086" y="11528"/>
                    <a:pt x="143668" y="5618"/>
                    <a:pt x="148907" y="467"/>
                  </a:cubicBezTo>
                  <a:lnTo>
                    <a:pt x="14890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/>
            <p:nvPr/>
          </p:nvSpPr>
          <p:spPr>
            <a:xfrm rot="5400000" flipH="1">
              <a:off x="8434557" y="33819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2"/>
            <p:cNvSpPr/>
            <p:nvPr/>
          </p:nvSpPr>
          <p:spPr>
            <a:xfrm rot="5400000" flipH="1">
              <a:off x="209057" y="69594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2"/>
            <p:cNvSpPr/>
            <p:nvPr/>
          </p:nvSpPr>
          <p:spPr>
            <a:xfrm rot="5400000" flipH="1">
              <a:off x="318142" y="2870270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 rot="5400000" flipH="1">
              <a:off x="8925730" y="414560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2"/>
            <p:cNvSpPr/>
            <p:nvPr/>
          </p:nvSpPr>
          <p:spPr>
            <a:xfrm rot="5400000" flipH="1">
              <a:off x="8677055" y="585183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2"/>
            <p:cNvSpPr/>
            <p:nvPr/>
          </p:nvSpPr>
          <p:spPr>
            <a:xfrm rot="5400000" flipH="1">
              <a:off x="533814" y="2671834"/>
              <a:ext cx="43152" cy="3507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_1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23"/>
          <p:cNvGrpSpPr/>
          <p:nvPr/>
        </p:nvGrpSpPr>
        <p:grpSpPr>
          <a:xfrm>
            <a:off x="0" y="-349287"/>
            <a:ext cx="9649237" cy="6219740"/>
            <a:chOff x="0" y="-349287"/>
            <a:chExt cx="9649237" cy="6219740"/>
          </a:xfrm>
        </p:grpSpPr>
        <p:grpSp>
          <p:nvGrpSpPr>
            <p:cNvPr id="323" name="Google Shape;323;p23"/>
            <p:cNvGrpSpPr/>
            <p:nvPr/>
          </p:nvGrpSpPr>
          <p:grpSpPr>
            <a:xfrm>
              <a:off x="0" y="-349287"/>
              <a:ext cx="9649237" cy="4628432"/>
              <a:chOff x="0" y="-349287"/>
              <a:chExt cx="9649237" cy="4628432"/>
            </a:xfrm>
          </p:grpSpPr>
          <p:sp>
            <p:nvSpPr>
              <p:cNvPr id="324" name="Google Shape;324;p23"/>
              <p:cNvSpPr/>
              <p:nvPr/>
            </p:nvSpPr>
            <p:spPr>
              <a:xfrm>
                <a:off x="0" y="0"/>
                <a:ext cx="427900" cy="624900"/>
              </a:xfrm>
              <a:custGeom>
                <a:avLst/>
                <a:gdLst/>
                <a:ahLst/>
                <a:cxnLst/>
                <a:rect l="l" t="t" r="r" b="b"/>
                <a:pathLst>
                  <a:path w="17116" h="24996" extrusionOk="0">
                    <a:moveTo>
                      <a:pt x="16707" y="0"/>
                    </a:moveTo>
                    <a:cubicBezTo>
                      <a:pt x="16138" y="1780"/>
                      <a:pt x="15759" y="3633"/>
                      <a:pt x="15379" y="5428"/>
                    </a:cubicBezTo>
                    <a:cubicBezTo>
                      <a:pt x="14956" y="7500"/>
                      <a:pt x="14533" y="9630"/>
                      <a:pt x="13789" y="11630"/>
                    </a:cubicBezTo>
                    <a:cubicBezTo>
                      <a:pt x="11513" y="17816"/>
                      <a:pt x="6260" y="22675"/>
                      <a:pt x="0" y="24587"/>
                    </a:cubicBezTo>
                    <a:lnTo>
                      <a:pt x="0" y="24995"/>
                    </a:lnTo>
                    <a:cubicBezTo>
                      <a:pt x="6420" y="23069"/>
                      <a:pt x="11834" y="18094"/>
                      <a:pt x="14154" y="11761"/>
                    </a:cubicBezTo>
                    <a:cubicBezTo>
                      <a:pt x="14898" y="9733"/>
                      <a:pt x="15336" y="7588"/>
                      <a:pt x="15773" y="5516"/>
                    </a:cubicBezTo>
                    <a:cubicBezTo>
                      <a:pt x="16138" y="3677"/>
                      <a:pt x="16532" y="1795"/>
                      <a:pt x="171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3"/>
              <p:cNvSpPr/>
              <p:nvPr/>
            </p:nvSpPr>
            <p:spPr>
              <a:xfrm rot="-9354502" flipH="1">
                <a:off x="5856916" y="361056"/>
                <a:ext cx="3722700" cy="1135508"/>
              </a:xfrm>
              <a:custGeom>
                <a:avLst/>
                <a:gdLst/>
                <a:ahLst/>
                <a:cxnLst/>
                <a:rect l="l" t="t" r="r" b="b"/>
                <a:pathLst>
                  <a:path w="148907" h="45420" extrusionOk="0">
                    <a:moveTo>
                      <a:pt x="148907" y="1"/>
                    </a:moveTo>
                    <a:cubicBezTo>
                      <a:pt x="143552" y="5224"/>
                      <a:pt x="138897" y="11236"/>
                      <a:pt x="134549" y="16854"/>
                    </a:cubicBezTo>
                    <a:cubicBezTo>
                      <a:pt x="133877" y="17715"/>
                      <a:pt x="133206" y="18605"/>
                      <a:pt x="132520" y="19495"/>
                    </a:cubicBezTo>
                    <a:cubicBezTo>
                      <a:pt x="127880" y="25580"/>
                      <a:pt x="122627" y="32481"/>
                      <a:pt x="116134" y="36480"/>
                    </a:cubicBezTo>
                    <a:cubicBezTo>
                      <a:pt x="108313" y="41280"/>
                      <a:pt x="100667" y="43994"/>
                      <a:pt x="92758" y="44797"/>
                    </a:cubicBezTo>
                    <a:cubicBezTo>
                      <a:pt x="90782" y="44992"/>
                      <a:pt x="88753" y="45090"/>
                      <a:pt x="86661" y="45090"/>
                    </a:cubicBezTo>
                    <a:cubicBezTo>
                      <a:pt x="80937" y="45090"/>
                      <a:pt x="74748" y="44356"/>
                      <a:pt x="67909" y="42871"/>
                    </a:cubicBezTo>
                    <a:cubicBezTo>
                      <a:pt x="59869" y="41120"/>
                      <a:pt x="51216" y="38420"/>
                      <a:pt x="40681" y="34378"/>
                    </a:cubicBezTo>
                    <a:cubicBezTo>
                      <a:pt x="31535" y="30884"/>
                      <a:pt x="23360" y="28524"/>
                      <a:pt x="14222" y="28524"/>
                    </a:cubicBezTo>
                    <a:cubicBezTo>
                      <a:pt x="12791" y="28524"/>
                      <a:pt x="11335" y="28582"/>
                      <a:pt x="9849" y="28702"/>
                    </a:cubicBezTo>
                    <a:cubicBezTo>
                      <a:pt x="6537" y="28965"/>
                      <a:pt x="3239" y="29490"/>
                      <a:pt x="0" y="30249"/>
                    </a:cubicBezTo>
                    <a:lnTo>
                      <a:pt x="0" y="30599"/>
                    </a:lnTo>
                    <a:cubicBezTo>
                      <a:pt x="3239" y="29826"/>
                      <a:pt x="6552" y="29300"/>
                      <a:pt x="9878" y="29023"/>
                    </a:cubicBezTo>
                    <a:cubicBezTo>
                      <a:pt x="11344" y="28906"/>
                      <a:pt x="12779" y="28849"/>
                      <a:pt x="14191" y="28849"/>
                    </a:cubicBezTo>
                    <a:cubicBezTo>
                      <a:pt x="23296" y="28849"/>
                      <a:pt x="31444" y="31200"/>
                      <a:pt x="40564" y="34699"/>
                    </a:cubicBezTo>
                    <a:cubicBezTo>
                      <a:pt x="51114" y="38741"/>
                      <a:pt x="59782" y="41441"/>
                      <a:pt x="67836" y="43192"/>
                    </a:cubicBezTo>
                    <a:cubicBezTo>
                      <a:pt x="74673" y="44683"/>
                      <a:pt x="80873" y="45420"/>
                      <a:pt x="86606" y="45420"/>
                    </a:cubicBezTo>
                    <a:cubicBezTo>
                      <a:pt x="88728" y="45420"/>
                      <a:pt x="90785" y="45319"/>
                      <a:pt x="92788" y="45118"/>
                    </a:cubicBezTo>
                    <a:cubicBezTo>
                      <a:pt x="100755" y="44330"/>
                      <a:pt x="108444" y="41587"/>
                      <a:pt x="116295" y="36757"/>
                    </a:cubicBezTo>
                    <a:cubicBezTo>
                      <a:pt x="122861" y="32730"/>
                      <a:pt x="128128" y="25813"/>
                      <a:pt x="132783" y="19699"/>
                    </a:cubicBezTo>
                    <a:cubicBezTo>
                      <a:pt x="133469" y="18809"/>
                      <a:pt x="134140" y="17919"/>
                      <a:pt x="134811" y="17044"/>
                    </a:cubicBezTo>
                    <a:cubicBezTo>
                      <a:pt x="139086" y="11528"/>
                      <a:pt x="143668" y="5618"/>
                      <a:pt x="148907" y="467"/>
                    </a:cubicBezTo>
                    <a:lnTo>
                      <a:pt x="14890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3"/>
              <p:cNvSpPr/>
              <p:nvPr/>
            </p:nvSpPr>
            <p:spPr>
              <a:xfrm rot="-5400000">
                <a:off x="8866404" y="695943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3"/>
              <p:cNvSpPr/>
              <p:nvPr/>
            </p:nvSpPr>
            <p:spPr>
              <a:xfrm rot="-5400000">
                <a:off x="78329" y="999018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3"/>
              <p:cNvSpPr/>
              <p:nvPr/>
            </p:nvSpPr>
            <p:spPr>
              <a:xfrm rot="-5400000">
                <a:off x="8557607" y="118158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3"/>
              <p:cNvSpPr/>
              <p:nvPr/>
            </p:nvSpPr>
            <p:spPr>
              <a:xfrm rot="-5400000">
                <a:off x="70932" y="4145608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3"/>
              <p:cNvSpPr/>
              <p:nvPr/>
            </p:nvSpPr>
            <p:spPr>
              <a:xfrm rot="-5400000">
                <a:off x="8678520" y="3027070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1" name="Google Shape;331;p23"/>
            <p:cNvSpPr/>
            <p:nvPr/>
          </p:nvSpPr>
          <p:spPr>
            <a:xfrm flipH="1">
              <a:off x="0" y="44651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" name="Google Shape;332;p23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23"/>
          <p:cNvSpPr txBox="1">
            <a:spLocks noGrp="1"/>
          </p:cNvSpPr>
          <p:nvPr>
            <p:ph type="subTitle" idx="1"/>
          </p:nvPr>
        </p:nvSpPr>
        <p:spPr>
          <a:xfrm>
            <a:off x="4832078" y="1717275"/>
            <a:ext cx="3254100" cy="215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3"/>
          <p:cNvSpPr txBox="1">
            <a:spLocks noGrp="1"/>
          </p:cNvSpPr>
          <p:nvPr>
            <p:ph type="subTitle" idx="2"/>
          </p:nvPr>
        </p:nvSpPr>
        <p:spPr>
          <a:xfrm>
            <a:off x="1057900" y="1717275"/>
            <a:ext cx="3254100" cy="215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"/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5"/>
          <p:cNvSpPr txBox="1">
            <a:spLocks noGrp="1"/>
          </p:cNvSpPr>
          <p:nvPr>
            <p:ph type="subTitle" idx="1"/>
          </p:nvPr>
        </p:nvSpPr>
        <p:spPr>
          <a:xfrm>
            <a:off x="720000" y="2996301"/>
            <a:ext cx="247290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25"/>
          <p:cNvSpPr txBox="1">
            <a:spLocks noGrp="1"/>
          </p:cNvSpPr>
          <p:nvPr>
            <p:ph type="subTitle" idx="2"/>
          </p:nvPr>
        </p:nvSpPr>
        <p:spPr>
          <a:xfrm>
            <a:off x="3335575" y="2996301"/>
            <a:ext cx="247290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25"/>
          <p:cNvSpPr txBox="1">
            <a:spLocks noGrp="1"/>
          </p:cNvSpPr>
          <p:nvPr>
            <p:ph type="subTitle" idx="3"/>
          </p:nvPr>
        </p:nvSpPr>
        <p:spPr>
          <a:xfrm>
            <a:off x="5951050" y="2996301"/>
            <a:ext cx="247290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25"/>
          <p:cNvSpPr txBox="1">
            <a:spLocks noGrp="1"/>
          </p:cNvSpPr>
          <p:nvPr>
            <p:ph type="subTitle" idx="4"/>
          </p:nvPr>
        </p:nvSpPr>
        <p:spPr>
          <a:xfrm>
            <a:off x="720000" y="2571750"/>
            <a:ext cx="2472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62" name="Google Shape;362;p25"/>
          <p:cNvSpPr txBox="1">
            <a:spLocks noGrp="1"/>
          </p:cNvSpPr>
          <p:nvPr>
            <p:ph type="subTitle" idx="5"/>
          </p:nvPr>
        </p:nvSpPr>
        <p:spPr>
          <a:xfrm>
            <a:off x="3335579" y="2571750"/>
            <a:ext cx="2472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63" name="Google Shape;363;p25"/>
          <p:cNvSpPr txBox="1">
            <a:spLocks noGrp="1"/>
          </p:cNvSpPr>
          <p:nvPr>
            <p:ph type="subTitle" idx="6"/>
          </p:nvPr>
        </p:nvSpPr>
        <p:spPr>
          <a:xfrm>
            <a:off x="5951050" y="2571750"/>
            <a:ext cx="2472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364" name="Google Shape;364;p25"/>
          <p:cNvGrpSpPr/>
          <p:nvPr/>
        </p:nvGrpSpPr>
        <p:grpSpPr>
          <a:xfrm>
            <a:off x="-505225" y="-349287"/>
            <a:ext cx="10154462" cy="6219740"/>
            <a:chOff x="-505225" y="-349287"/>
            <a:chExt cx="10154462" cy="6219740"/>
          </a:xfrm>
        </p:grpSpPr>
        <p:grpSp>
          <p:nvGrpSpPr>
            <p:cNvPr id="365" name="Google Shape;365;p25"/>
            <p:cNvGrpSpPr/>
            <p:nvPr/>
          </p:nvGrpSpPr>
          <p:grpSpPr>
            <a:xfrm>
              <a:off x="-505225" y="-349287"/>
              <a:ext cx="10154462" cy="4628432"/>
              <a:chOff x="-505225" y="-349287"/>
              <a:chExt cx="10154462" cy="4628432"/>
            </a:xfrm>
          </p:grpSpPr>
          <p:sp>
            <p:nvSpPr>
              <p:cNvPr id="366" name="Google Shape;366;p25"/>
              <p:cNvSpPr/>
              <p:nvPr/>
            </p:nvSpPr>
            <p:spPr>
              <a:xfrm rot="9354502">
                <a:off x="-435605" y="361056"/>
                <a:ext cx="3722700" cy="1135508"/>
              </a:xfrm>
              <a:custGeom>
                <a:avLst/>
                <a:gdLst/>
                <a:ahLst/>
                <a:cxnLst/>
                <a:rect l="l" t="t" r="r" b="b"/>
                <a:pathLst>
                  <a:path w="148907" h="45420" extrusionOk="0">
                    <a:moveTo>
                      <a:pt x="148907" y="1"/>
                    </a:moveTo>
                    <a:cubicBezTo>
                      <a:pt x="143552" y="5224"/>
                      <a:pt x="138897" y="11236"/>
                      <a:pt x="134549" y="16854"/>
                    </a:cubicBezTo>
                    <a:cubicBezTo>
                      <a:pt x="133877" y="17715"/>
                      <a:pt x="133206" y="18605"/>
                      <a:pt x="132520" y="19495"/>
                    </a:cubicBezTo>
                    <a:cubicBezTo>
                      <a:pt x="127880" y="25580"/>
                      <a:pt x="122627" y="32481"/>
                      <a:pt x="116134" y="36480"/>
                    </a:cubicBezTo>
                    <a:cubicBezTo>
                      <a:pt x="108313" y="41280"/>
                      <a:pt x="100667" y="43994"/>
                      <a:pt x="92758" y="44797"/>
                    </a:cubicBezTo>
                    <a:cubicBezTo>
                      <a:pt x="90782" y="44992"/>
                      <a:pt x="88753" y="45090"/>
                      <a:pt x="86661" y="45090"/>
                    </a:cubicBezTo>
                    <a:cubicBezTo>
                      <a:pt x="80937" y="45090"/>
                      <a:pt x="74748" y="44356"/>
                      <a:pt x="67909" y="42871"/>
                    </a:cubicBezTo>
                    <a:cubicBezTo>
                      <a:pt x="59869" y="41120"/>
                      <a:pt x="51216" y="38420"/>
                      <a:pt x="40681" y="34378"/>
                    </a:cubicBezTo>
                    <a:cubicBezTo>
                      <a:pt x="31535" y="30884"/>
                      <a:pt x="23360" y="28524"/>
                      <a:pt x="14222" y="28524"/>
                    </a:cubicBezTo>
                    <a:cubicBezTo>
                      <a:pt x="12791" y="28524"/>
                      <a:pt x="11335" y="28582"/>
                      <a:pt x="9849" y="28702"/>
                    </a:cubicBezTo>
                    <a:cubicBezTo>
                      <a:pt x="6537" y="28965"/>
                      <a:pt x="3239" y="29490"/>
                      <a:pt x="0" y="30249"/>
                    </a:cubicBezTo>
                    <a:lnTo>
                      <a:pt x="0" y="30599"/>
                    </a:lnTo>
                    <a:cubicBezTo>
                      <a:pt x="3239" y="29826"/>
                      <a:pt x="6552" y="29300"/>
                      <a:pt x="9878" y="29023"/>
                    </a:cubicBezTo>
                    <a:cubicBezTo>
                      <a:pt x="11344" y="28906"/>
                      <a:pt x="12779" y="28849"/>
                      <a:pt x="14191" y="28849"/>
                    </a:cubicBezTo>
                    <a:cubicBezTo>
                      <a:pt x="23296" y="28849"/>
                      <a:pt x="31444" y="31200"/>
                      <a:pt x="40564" y="34699"/>
                    </a:cubicBezTo>
                    <a:cubicBezTo>
                      <a:pt x="51114" y="38741"/>
                      <a:pt x="59782" y="41441"/>
                      <a:pt x="67836" y="43192"/>
                    </a:cubicBezTo>
                    <a:cubicBezTo>
                      <a:pt x="74673" y="44683"/>
                      <a:pt x="80873" y="45420"/>
                      <a:pt x="86606" y="45420"/>
                    </a:cubicBezTo>
                    <a:cubicBezTo>
                      <a:pt x="88728" y="45420"/>
                      <a:pt x="90785" y="45319"/>
                      <a:pt x="92788" y="45118"/>
                    </a:cubicBezTo>
                    <a:cubicBezTo>
                      <a:pt x="100755" y="44330"/>
                      <a:pt x="108444" y="41587"/>
                      <a:pt x="116295" y="36757"/>
                    </a:cubicBezTo>
                    <a:cubicBezTo>
                      <a:pt x="122861" y="32730"/>
                      <a:pt x="128128" y="25813"/>
                      <a:pt x="132783" y="19699"/>
                    </a:cubicBezTo>
                    <a:cubicBezTo>
                      <a:pt x="133469" y="18809"/>
                      <a:pt x="134140" y="17919"/>
                      <a:pt x="134811" y="17044"/>
                    </a:cubicBezTo>
                    <a:cubicBezTo>
                      <a:pt x="139086" y="11528"/>
                      <a:pt x="143668" y="5618"/>
                      <a:pt x="148907" y="467"/>
                    </a:cubicBezTo>
                    <a:lnTo>
                      <a:pt x="14890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25"/>
              <p:cNvSpPr/>
              <p:nvPr/>
            </p:nvSpPr>
            <p:spPr>
              <a:xfrm rot="5400000" flipH="1">
                <a:off x="209057" y="695943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25"/>
              <p:cNvSpPr/>
              <p:nvPr/>
            </p:nvSpPr>
            <p:spPr>
              <a:xfrm rot="5400000" flipH="1">
                <a:off x="8997132" y="999018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5"/>
              <p:cNvSpPr/>
              <p:nvPr/>
            </p:nvSpPr>
            <p:spPr>
              <a:xfrm rot="5400000" flipH="1">
                <a:off x="439055" y="118158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25"/>
              <p:cNvSpPr/>
              <p:nvPr/>
            </p:nvSpPr>
            <p:spPr>
              <a:xfrm rot="5400000" flipH="1">
                <a:off x="8925730" y="4145608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25"/>
              <p:cNvSpPr/>
              <p:nvPr/>
            </p:nvSpPr>
            <p:spPr>
              <a:xfrm rot="-9354502" flipH="1">
                <a:off x="5856916" y="361056"/>
                <a:ext cx="3722700" cy="1135508"/>
              </a:xfrm>
              <a:custGeom>
                <a:avLst/>
                <a:gdLst/>
                <a:ahLst/>
                <a:cxnLst/>
                <a:rect l="l" t="t" r="r" b="b"/>
                <a:pathLst>
                  <a:path w="148907" h="45420" extrusionOk="0">
                    <a:moveTo>
                      <a:pt x="148907" y="1"/>
                    </a:moveTo>
                    <a:cubicBezTo>
                      <a:pt x="143552" y="5224"/>
                      <a:pt x="138897" y="11236"/>
                      <a:pt x="134549" y="16854"/>
                    </a:cubicBezTo>
                    <a:cubicBezTo>
                      <a:pt x="133877" y="17715"/>
                      <a:pt x="133206" y="18605"/>
                      <a:pt x="132520" y="19495"/>
                    </a:cubicBezTo>
                    <a:cubicBezTo>
                      <a:pt x="127880" y="25580"/>
                      <a:pt x="122627" y="32481"/>
                      <a:pt x="116134" y="36480"/>
                    </a:cubicBezTo>
                    <a:cubicBezTo>
                      <a:pt x="108313" y="41280"/>
                      <a:pt x="100667" y="43994"/>
                      <a:pt x="92758" y="44797"/>
                    </a:cubicBezTo>
                    <a:cubicBezTo>
                      <a:pt x="90782" y="44992"/>
                      <a:pt x="88753" y="45090"/>
                      <a:pt x="86661" y="45090"/>
                    </a:cubicBezTo>
                    <a:cubicBezTo>
                      <a:pt x="80937" y="45090"/>
                      <a:pt x="74748" y="44356"/>
                      <a:pt x="67909" y="42871"/>
                    </a:cubicBezTo>
                    <a:cubicBezTo>
                      <a:pt x="59869" y="41120"/>
                      <a:pt x="51216" y="38420"/>
                      <a:pt x="40681" y="34378"/>
                    </a:cubicBezTo>
                    <a:cubicBezTo>
                      <a:pt x="31535" y="30884"/>
                      <a:pt x="23360" y="28524"/>
                      <a:pt x="14222" y="28524"/>
                    </a:cubicBezTo>
                    <a:cubicBezTo>
                      <a:pt x="12791" y="28524"/>
                      <a:pt x="11335" y="28582"/>
                      <a:pt x="9849" y="28702"/>
                    </a:cubicBezTo>
                    <a:cubicBezTo>
                      <a:pt x="6537" y="28965"/>
                      <a:pt x="3239" y="29490"/>
                      <a:pt x="0" y="30249"/>
                    </a:cubicBezTo>
                    <a:lnTo>
                      <a:pt x="0" y="30599"/>
                    </a:lnTo>
                    <a:cubicBezTo>
                      <a:pt x="3239" y="29826"/>
                      <a:pt x="6552" y="29300"/>
                      <a:pt x="9878" y="29023"/>
                    </a:cubicBezTo>
                    <a:cubicBezTo>
                      <a:pt x="11344" y="28906"/>
                      <a:pt x="12779" y="28849"/>
                      <a:pt x="14191" y="28849"/>
                    </a:cubicBezTo>
                    <a:cubicBezTo>
                      <a:pt x="23296" y="28849"/>
                      <a:pt x="31444" y="31200"/>
                      <a:pt x="40564" y="34699"/>
                    </a:cubicBezTo>
                    <a:cubicBezTo>
                      <a:pt x="51114" y="38741"/>
                      <a:pt x="59782" y="41441"/>
                      <a:pt x="67836" y="43192"/>
                    </a:cubicBezTo>
                    <a:cubicBezTo>
                      <a:pt x="74673" y="44683"/>
                      <a:pt x="80873" y="45420"/>
                      <a:pt x="86606" y="45420"/>
                    </a:cubicBezTo>
                    <a:cubicBezTo>
                      <a:pt x="88728" y="45420"/>
                      <a:pt x="90785" y="45319"/>
                      <a:pt x="92788" y="45118"/>
                    </a:cubicBezTo>
                    <a:cubicBezTo>
                      <a:pt x="100755" y="44330"/>
                      <a:pt x="108444" y="41587"/>
                      <a:pt x="116295" y="36757"/>
                    </a:cubicBezTo>
                    <a:cubicBezTo>
                      <a:pt x="122861" y="32730"/>
                      <a:pt x="128128" y="25813"/>
                      <a:pt x="132783" y="19699"/>
                    </a:cubicBezTo>
                    <a:cubicBezTo>
                      <a:pt x="133469" y="18809"/>
                      <a:pt x="134140" y="17919"/>
                      <a:pt x="134811" y="17044"/>
                    </a:cubicBezTo>
                    <a:cubicBezTo>
                      <a:pt x="139086" y="11528"/>
                      <a:pt x="143668" y="5618"/>
                      <a:pt x="148907" y="467"/>
                    </a:cubicBezTo>
                    <a:lnTo>
                      <a:pt x="14890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2" name="Google Shape;372;p25"/>
            <p:cNvSpPr/>
            <p:nvPr/>
          </p:nvSpPr>
          <p:spPr>
            <a:xfrm flipH="1">
              <a:off x="0" y="44651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0"/>
          <p:cNvSpPr txBox="1">
            <a:spLocks noGrp="1"/>
          </p:cNvSpPr>
          <p:nvPr>
            <p:ph type="title"/>
          </p:nvPr>
        </p:nvSpPr>
        <p:spPr>
          <a:xfrm>
            <a:off x="2569800" y="539500"/>
            <a:ext cx="4004400" cy="8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30"/>
          <p:cNvSpPr txBox="1">
            <a:spLocks noGrp="1"/>
          </p:cNvSpPr>
          <p:nvPr>
            <p:ph type="subTitle" idx="1"/>
          </p:nvPr>
        </p:nvSpPr>
        <p:spPr>
          <a:xfrm>
            <a:off x="2569800" y="2553125"/>
            <a:ext cx="40044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30"/>
          <p:cNvSpPr txBox="1"/>
          <p:nvPr/>
        </p:nvSpPr>
        <p:spPr>
          <a:xfrm>
            <a:off x="2569800" y="3611950"/>
            <a:ext cx="4004400" cy="7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1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61" name="Google Shape;461;p30"/>
          <p:cNvGrpSpPr/>
          <p:nvPr/>
        </p:nvGrpSpPr>
        <p:grpSpPr>
          <a:xfrm>
            <a:off x="0" y="-349287"/>
            <a:ext cx="9649237" cy="6143540"/>
            <a:chOff x="0" y="-349287"/>
            <a:chExt cx="9649237" cy="6143540"/>
          </a:xfrm>
        </p:grpSpPr>
        <p:sp>
          <p:nvSpPr>
            <p:cNvPr id="462" name="Google Shape;462;p30"/>
            <p:cNvSpPr/>
            <p:nvPr/>
          </p:nvSpPr>
          <p:spPr>
            <a:xfrm flipH="1">
              <a:off x="0" y="43889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3" name="Google Shape;463;p30"/>
            <p:cNvGrpSpPr/>
            <p:nvPr/>
          </p:nvGrpSpPr>
          <p:grpSpPr>
            <a:xfrm>
              <a:off x="0" y="-349287"/>
              <a:ext cx="9649237" cy="4628432"/>
              <a:chOff x="0" y="-349287"/>
              <a:chExt cx="9649237" cy="4628432"/>
            </a:xfrm>
          </p:grpSpPr>
          <p:sp>
            <p:nvSpPr>
              <p:cNvPr id="464" name="Google Shape;464;p30"/>
              <p:cNvSpPr/>
              <p:nvPr/>
            </p:nvSpPr>
            <p:spPr>
              <a:xfrm>
                <a:off x="0" y="0"/>
                <a:ext cx="2273750" cy="1646300"/>
              </a:xfrm>
              <a:custGeom>
                <a:avLst/>
                <a:gdLst/>
                <a:ahLst/>
                <a:cxnLst/>
                <a:rect l="l" t="t" r="r" b="b"/>
                <a:pathLst>
                  <a:path w="90950" h="65852" extrusionOk="0">
                    <a:moveTo>
                      <a:pt x="90103" y="0"/>
                    </a:moveTo>
                    <a:cubicBezTo>
                      <a:pt x="83522" y="2714"/>
                      <a:pt x="76387" y="4173"/>
                      <a:pt x="69470" y="5574"/>
                    </a:cubicBezTo>
                    <a:cubicBezTo>
                      <a:pt x="68697" y="5735"/>
                      <a:pt x="67924" y="5895"/>
                      <a:pt x="67150" y="6056"/>
                    </a:cubicBezTo>
                    <a:cubicBezTo>
                      <a:pt x="58425" y="7850"/>
                      <a:pt x="49246" y="10024"/>
                      <a:pt x="41542" y="14956"/>
                    </a:cubicBezTo>
                    <a:cubicBezTo>
                      <a:pt x="31561" y="21348"/>
                      <a:pt x="25010" y="31708"/>
                      <a:pt x="18692" y="41717"/>
                    </a:cubicBezTo>
                    <a:cubicBezTo>
                      <a:pt x="13278" y="50268"/>
                      <a:pt x="7719" y="59067"/>
                      <a:pt x="0" y="65429"/>
                    </a:cubicBezTo>
                    <a:lnTo>
                      <a:pt x="0" y="65852"/>
                    </a:lnTo>
                    <a:cubicBezTo>
                      <a:pt x="7865" y="59446"/>
                      <a:pt x="13497" y="50545"/>
                      <a:pt x="18969" y="41892"/>
                    </a:cubicBezTo>
                    <a:cubicBezTo>
                      <a:pt x="25273" y="31912"/>
                      <a:pt x="31795" y="21596"/>
                      <a:pt x="41717" y="15234"/>
                    </a:cubicBezTo>
                    <a:cubicBezTo>
                      <a:pt x="49378" y="10331"/>
                      <a:pt x="58512" y="8171"/>
                      <a:pt x="67223" y="6377"/>
                    </a:cubicBezTo>
                    <a:cubicBezTo>
                      <a:pt x="67982" y="6216"/>
                      <a:pt x="68755" y="6056"/>
                      <a:pt x="69529" y="5895"/>
                    </a:cubicBezTo>
                    <a:cubicBezTo>
                      <a:pt x="76722" y="4436"/>
                      <a:pt x="84135" y="2933"/>
                      <a:pt x="909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30"/>
              <p:cNvSpPr/>
              <p:nvPr/>
            </p:nvSpPr>
            <p:spPr>
              <a:xfrm>
                <a:off x="0" y="0"/>
                <a:ext cx="427900" cy="624900"/>
              </a:xfrm>
              <a:custGeom>
                <a:avLst/>
                <a:gdLst/>
                <a:ahLst/>
                <a:cxnLst/>
                <a:rect l="l" t="t" r="r" b="b"/>
                <a:pathLst>
                  <a:path w="17116" h="24996" extrusionOk="0">
                    <a:moveTo>
                      <a:pt x="16707" y="0"/>
                    </a:moveTo>
                    <a:cubicBezTo>
                      <a:pt x="16138" y="1780"/>
                      <a:pt x="15759" y="3633"/>
                      <a:pt x="15379" y="5428"/>
                    </a:cubicBezTo>
                    <a:cubicBezTo>
                      <a:pt x="14956" y="7500"/>
                      <a:pt x="14533" y="9630"/>
                      <a:pt x="13789" y="11630"/>
                    </a:cubicBezTo>
                    <a:cubicBezTo>
                      <a:pt x="11513" y="17816"/>
                      <a:pt x="6260" y="22675"/>
                      <a:pt x="0" y="24587"/>
                    </a:cubicBezTo>
                    <a:lnTo>
                      <a:pt x="0" y="24995"/>
                    </a:lnTo>
                    <a:cubicBezTo>
                      <a:pt x="6420" y="23069"/>
                      <a:pt x="11834" y="18094"/>
                      <a:pt x="14154" y="11761"/>
                    </a:cubicBezTo>
                    <a:cubicBezTo>
                      <a:pt x="14898" y="9733"/>
                      <a:pt x="15336" y="7588"/>
                      <a:pt x="15773" y="5516"/>
                    </a:cubicBezTo>
                    <a:cubicBezTo>
                      <a:pt x="16138" y="3677"/>
                      <a:pt x="16532" y="1795"/>
                      <a:pt x="171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30"/>
              <p:cNvSpPr/>
              <p:nvPr/>
            </p:nvSpPr>
            <p:spPr>
              <a:xfrm rot="10800000" flipH="1">
                <a:off x="8360400" y="-15"/>
                <a:ext cx="783600" cy="356075"/>
              </a:xfrm>
              <a:custGeom>
                <a:avLst/>
                <a:gdLst/>
                <a:ahLst/>
                <a:cxnLst/>
                <a:rect l="l" t="t" r="r" b="b"/>
                <a:pathLst>
                  <a:path w="31344" h="14243" extrusionOk="0">
                    <a:moveTo>
                      <a:pt x="24538" y="1"/>
                    </a:moveTo>
                    <a:cubicBezTo>
                      <a:pt x="17525" y="1"/>
                      <a:pt x="10422" y="2758"/>
                      <a:pt x="5283" y="7516"/>
                    </a:cubicBezTo>
                    <a:cubicBezTo>
                      <a:pt x="3197" y="9457"/>
                      <a:pt x="1416" y="11748"/>
                      <a:pt x="1" y="14243"/>
                    </a:cubicBezTo>
                    <a:lnTo>
                      <a:pt x="395" y="14243"/>
                    </a:lnTo>
                    <a:cubicBezTo>
                      <a:pt x="1767" y="11835"/>
                      <a:pt x="3488" y="9632"/>
                      <a:pt x="5517" y="7764"/>
                    </a:cubicBezTo>
                    <a:cubicBezTo>
                      <a:pt x="10583" y="3051"/>
                      <a:pt x="17583" y="336"/>
                      <a:pt x="24518" y="336"/>
                    </a:cubicBezTo>
                    <a:cubicBezTo>
                      <a:pt x="25033" y="336"/>
                      <a:pt x="25548" y="350"/>
                      <a:pt x="26061" y="381"/>
                    </a:cubicBezTo>
                    <a:cubicBezTo>
                      <a:pt x="27827" y="483"/>
                      <a:pt x="29593" y="760"/>
                      <a:pt x="31344" y="1096"/>
                    </a:cubicBezTo>
                    <a:lnTo>
                      <a:pt x="31344" y="760"/>
                    </a:lnTo>
                    <a:cubicBezTo>
                      <a:pt x="29607" y="425"/>
                      <a:pt x="27842" y="147"/>
                      <a:pt x="26076" y="45"/>
                    </a:cubicBezTo>
                    <a:cubicBezTo>
                      <a:pt x="25564" y="15"/>
                      <a:pt x="25051" y="1"/>
                      <a:pt x="245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30"/>
              <p:cNvSpPr/>
              <p:nvPr/>
            </p:nvSpPr>
            <p:spPr>
              <a:xfrm rot="-9354502" flipH="1">
                <a:off x="5856916" y="361056"/>
                <a:ext cx="3722700" cy="1135508"/>
              </a:xfrm>
              <a:custGeom>
                <a:avLst/>
                <a:gdLst/>
                <a:ahLst/>
                <a:cxnLst/>
                <a:rect l="l" t="t" r="r" b="b"/>
                <a:pathLst>
                  <a:path w="148907" h="45420" extrusionOk="0">
                    <a:moveTo>
                      <a:pt x="148907" y="1"/>
                    </a:moveTo>
                    <a:cubicBezTo>
                      <a:pt x="143552" y="5224"/>
                      <a:pt x="138897" y="11236"/>
                      <a:pt x="134549" y="16854"/>
                    </a:cubicBezTo>
                    <a:cubicBezTo>
                      <a:pt x="133877" y="17715"/>
                      <a:pt x="133206" y="18605"/>
                      <a:pt x="132520" y="19495"/>
                    </a:cubicBezTo>
                    <a:cubicBezTo>
                      <a:pt x="127880" y="25580"/>
                      <a:pt x="122627" y="32481"/>
                      <a:pt x="116134" y="36480"/>
                    </a:cubicBezTo>
                    <a:cubicBezTo>
                      <a:pt x="108313" y="41280"/>
                      <a:pt x="100667" y="43994"/>
                      <a:pt x="92758" y="44797"/>
                    </a:cubicBezTo>
                    <a:cubicBezTo>
                      <a:pt x="90782" y="44992"/>
                      <a:pt x="88753" y="45090"/>
                      <a:pt x="86661" y="45090"/>
                    </a:cubicBezTo>
                    <a:cubicBezTo>
                      <a:pt x="80937" y="45090"/>
                      <a:pt x="74748" y="44356"/>
                      <a:pt x="67909" y="42871"/>
                    </a:cubicBezTo>
                    <a:cubicBezTo>
                      <a:pt x="59869" y="41120"/>
                      <a:pt x="51216" y="38420"/>
                      <a:pt x="40681" y="34378"/>
                    </a:cubicBezTo>
                    <a:cubicBezTo>
                      <a:pt x="31535" y="30884"/>
                      <a:pt x="23360" y="28524"/>
                      <a:pt x="14222" y="28524"/>
                    </a:cubicBezTo>
                    <a:cubicBezTo>
                      <a:pt x="12791" y="28524"/>
                      <a:pt x="11335" y="28582"/>
                      <a:pt x="9849" y="28702"/>
                    </a:cubicBezTo>
                    <a:cubicBezTo>
                      <a:pt x="6537" y="28965"/>
                      <a:pt x="3239" y="29490"/>
                      <a:pt x="0" y="30249"/>
                    </a:cubicBezTo>
                    <a:lnTo>
                      <a:pt x="0" y="30599"/>
                    </a:lnTo>
                    <a:cubicBezTo>
                      <a:pt x="3239" y="29826"/>
                      <a:pt x="6552" y="29300"/>
                      <a:pt x="9878" y="29023"/>
                    </a:cubicBezTo>
                    <a:cubicBezTo>
                      <a:pt x="11344" y="28906"/>
                      <a:pt x="12779" y="28849"/>
                      <a:pt x="14191" y="28849"/>
                    </a:cubicBezTo>
                    <a:cubicBezTo>
                      <a:pt x="23296" y="28849"/>
                      <a:pt x="31444" y="31200"/>
                      <a:pt x="40564" y="34699"/>
                    </a:cubicBezTo>
                    <a:cubicBezTo>
                      <a:pt x="51114" y="38741"/>
                      <a:pt x="59782" y="41441"/>
                      <a:pt x="67836" y="43192"/>
                    </a:cubicBezTo>
                    <a:cubicBezTo>
                      <a:pt x="74673" y="44683"/>
                      <a:pt x="80873" y="45420"/>
                      <a:pt x="86606" y="45420"/>
                    </a:cubicBezTo>
                    <a:cubicBezTo>
                      <a:pt x="88728" y="45420"/>
                      <a:pt x="90785" y="45319"/>
                      <a:pt x="92788" y="45118"/>
                    </a:cubicBezTo>
                    <a:cubicBezTo>
                      <a:pt x="100755" y="44330"/>
                      <a:pt x="108444" y="41587"/>
                      <a:pt x="116295" y="36757"/>
                    </a:cubicBezTo>
                    <a:cubicBezTo>
                      <a:pt x="122861" y="32730"/>
                      <a:pt x="128128" y="25813"/>
                      <a:pt x="132783" y="19699"/>
                    </a:cubicBezTo>
                    <a:cubicBezTo>
                      <a:pt x="133469" y="18809"/>
                      <a:pt x="134140" y="17919"/>
                      <a:pt x="134811" y="17044"/>
                    </a:cubicBezTo>
                    <a:cubicBezTo>
                      <a:pt x="139086" y="11528"/>
                      <a:pt x="143668" y="5618"/>
                      <a:pt x="148907" y="467"/>
                    </a:cubicBezTo>
                    <a:lnTo>
                      <a:pt x="14890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30"/>
              <p:cNvSpPr/>
              <p:nvPr/>
            </p:nvSpPr>
            <p:spPr>
              <a:xfrm rot="-5400000">
                <a:off x="640904" y="338193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30"/>
              <p:cNvSpPr/>
              <p:nvPr/>
            </p:nvSpPr>
            <p:spPr>
              <a:xfrm rot="-5400000">
                <a:off x="8866404" y="695943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30"/>
              <p:cNvSpPr/>
              <p:nvPr/>
            </p:nvSpPr>
            <p:spPr>
              <a:xfrm rot="-5400000">
                <a:off x="78329" y="999018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30"/>
              <p:cNvSpPr/>
              <p:nvPr/>
            </p:nvSpPr>
            <p:spPr>
              <a:xfrm rot="-5400000">
                <a:off x="8678520" y="4093870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30"/>
              <p:cNvSpPr/>
              <p:nvPr/>
            </p:nvSpPr>
            <p:spPr>
              <a:xfrm rot="-5400000">
                <a:off x="8557607" y="118158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30"/>
              <p:cNvSpPr/>
              <p:nvPr/>
            </p:nvSpPr>
            <p:spPr>
              <a:xfrm rot="-5400000">
                <a:off x="70932" y="4145608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30"/>
              <p:cNvSpPr/>
              <p:nvPr/>
            </p:nvSpPr>
            <p:spPr>
              <a:xfrm rot="-5400000">
                <a:off x="319607" y="585183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31"/>
          <p:cNvGrpSpPr/>
          <p:nvPr/>
        </p:nvGrpSpPr>
        <p:grpSpPr>
          <a:xfrm>
            <a:off x="0" y="-349287"/>
            <a:ext cx="9649237" cy="6219740"/>
            <a:chOff x="0" y="-349287"/>
            <a:chExt cx="9649237" cy="6219740"/>
          </a:xfrm>
        </p:grpSpPr>
        <p:grpSp>
          <p:nvGrpSpPr>
            <p:cNvPr id="477" name="Google Shape;477;p31"/>
            <p:cNvGrpSpPr/>
            <p:nvPr/>
          </p:nvGrpSpPr>
          <p:grpSpPr>
            <a:xfrm>
              <a:off x="0" y="-349287"/>
              <a:ext cx="9649237" cy="5379338"/>
              <a:chOff x="0" y="-349287"/>
              <a:chExt cx="9649237" cy="5379338"/>
            </a:xfrm>
          </p:grpSpPr>
          <p:sp>
            <p:nvSpPr>
              <p:cNvPr id="478" name="Google Shape;478;p31"/>
              <p:cNvSpPr/>
              <p:nvPr/>
            </p:nvSpPr>
            <p:spPr>
              <a:xfrm rot="5400000" flipH="1">
                <a:off x="4671704" y="4731777"/>
                <a:ext cx="142718" cy="115951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31"/>
              <p:cNvSpPr/>
              <p:nvPr/>
            </p:nvSpPr>
            <p:spPr>
              <a:xfrm rot="5400000" flipH="1">
                <a:off x="4260585" y="4825593"/>
                <a:ext cx="225603" cy="183312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31"/>
              <p:cNvSpPr/>
              <p:nvPr/>
            </p:nvSpPr>
            <p:spPr>
              <a:xfrm>
                <a:off x="0" y="0"/>
                <a:ext cx="427900" cy="624900"/>
              </a:xfrm>
              <a:custGeom>
                <a:avLst/>
                <a:gdLst/>
                <a:ahLst/>
                <a:cxnLst/>
                <a:rect l="l" t="t" r="r" b="b"/>
                <a:pathLst>
                  <a:path w="17116" h="24996" extrusionOk="0">
                    <a:moveTo>
                      <a:pt x="16707" y="0"/>
                    </a:moveTo>
                    <a:cubicBezTo>
                      <a:pt x="16138" y="1780"/>
                      <a:pt x="15759" y="3633"/>
                      <a:pt x="15379" y="5428"/>
                    </a:cubicBezTo>
                    <a:cubicBezTo>
                      <a:pt x="14956" y="7500"/>
                      <a:pt x="14533" y="9630"/>
                      <a:pt x="13789" y="11630"/>
                    </a:cubicBezTo>
                    <a:cubicBezTo>
                      <a:pt x="11513" y="17816"/>
                      <a:pt x="6260" y="22675"/>
                      <a:pt x="0" y="24587"/>
                    </a:cubicBezTo>
                    <a:lnTo>
                      <a:pt x="0" y="24995"/>
                    </a:lnTo>
                    <a:cubicBezTo>
                      <a:pt x="6420" y="23069"/>
                      <a:pt x="11834" y="18094"/>
                      <a:pt x="14154" y="11761"/>
                    </a:cubicBezTo>
                    <a:cubicBezTo>
                      <a:pt x="14898" y="9733"/>
                      <a:pt x="15336" y="7588"/>
                      <a:pt x="15773" y="5516"/>
                    </a:cubicBezTo>
                    <a:cubicBezTo>
                      <a:pt x="16138" y="3677"/>
                      <a:pt x="16532" y="1795"/>
                      <a:pt x="171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31"/>
              <p:cNvSpPr/>
              <p:nvPr/>
            </p:nvSpPr>
            <p:spPr>
              <a:xfrm rot="10800000" flipH="1">
                <a:off x="8360400" y="-15"/>
                <a:ext cx="783600" cy="356075"/>
              </a:xfrm>
              <a:custGeom>
                <a:avLst/>
                <a:gdLst/>
                <a:ahLst/>
                <a:cxnLst/>
                <a:rect l="l" t="t" r="r" b="b"/>
                <a:pathLst>
                  <a:path w="31344" h="14243" extrusionOk="0">
                    <a:moveTo>
                      <a:pt x="24538" y="1"/>
                    </a:moveTo>
                    <a:cubicBezTo>
                      <a:pt x="17525" y="1"/>
                      <a:pt x="10422" y="2758"/>
                      <a:pt x="5283" y="7516"/>
                    </a:cubicBezTo>
                    <a:cubicBezTo>
                      <a:pt x="3197" y="9457"/>
                      <a:pt x="1416" y="11748"/>
                      <a:pt x="1" y="14243"/>
                    </a:cubicBezTo>
                    <a:lnTo>
                      <a:pt x="395" y="14243"/>
                    </a:lnTo>
                    <a:cubicBezTo>
                      <a:pt x="1767" y="11835"/>
                      <a:pt x="3488" y="9632"/>
                      <a:pt x="5517" y="7764"/>
                    </a:cubicBezTo>
                    <a:cubicBezTo>
                      <a:pt x="10583" y="3051"/>
                      <a:pt x="17583" y="336"/>
                      <a:pt x="24518" y="336"/>
                    </a:cubicBezTo>
                    <a:cubicBezTo>
                      <a:pt x="25033" y="336"/>
                      <a:pt x="25548" y="350"/>
                      <a:pt x="26061" y="381"/>
                    </a:cubicBezTo>
                    <a:cubicBezTo>
                      <a:pt x="27827" y="483"/>
                      <a:pt x="29593" y="760"/>
                      <a:pt x="31344" y="1096"/>
                    </a:cubicBezTo>
                    <a:lnTo>
                      <a:pt x="31344" y="760"/>
                    </a:lnTo>
                    <a:cubicBezTo>
                      <a:pt x="29607" y="425"/>
                      <a:pt x="27842" y="147"/>
                      <a:pt x="26076" y="45"/>
                    </a:cubicBezTo>
                    <a:cubicBezTo>
                      <a:pt x="25564" y="15"/>
                      <a:pt x="25051" y="1"/>
                      <a:pt x="245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31"/>
              <p:cNvSpPr/>
              <p:nvPr/>
            </p:nvSpPr>
            <p:spPr>
              <a:xfrm rot="-9354502" flipH="1">
                <a:off x="5856916" y="361056"/>
                <a:ext cx="3722700" cy="1135508"/>
              </a:xfrm>
              <a:custGeom>
                <a:avLst/>
                <a:gdLst/>
                <a:ahLst/>
                <a:cxnLst/>
                <a:rect l="l" t="t" r="r" b="b"/>
                <a:pathLst>
                  <a:path w="148907" h="45420" extrusionOk="0">
                    <a:moveTo>
                      <a:pt x="148907" y="1"/>
                    </a:moveTo>
                    <a:cubicBezTo>
                      <a:pt x="143552" y="5224"/>
                      <a:pt x="138897" y="11236"/>
                      <a:pt x="134549" y="16854"/>
                    </a:cubicBezTo>
                    <a:cubicBezTo>
                      <a:pt x="133877" y="17715"/>
                      <a:pt x="133206" y="18605"/>
                      <a:pt x="132520" y="19495"/>
                    </a:cubicBezTo>
                    <a:cubicBezTo>
                      <a:pt x="127880" y="25580"/>
                      <a:pt x="122627" y="32481"/>
                      <a:pt x="116134" y="36480"/>
                    </a:cubicBezTo>
                    <a:cubicBezTo>
                      <a:pt x="108313" y="41280"/>
                      <a:pt x="100667" y="43994"/>
                      <a:pt x="92758" y="44797"/>
                    </a:cubicBezTo>
                    <a:cubicBezTo>
                      <a:pt x="90782" y="44992"/>
                      <a:pt x="88753" y="45090"/>
                      <a:pt x="86661" y="45090"/>
                    </a:cubicBezTo>
                    <a:cubicBezTo>
                      <a:pt x="80937" y="45090"/>
                      <a:pt x="74748" y="44356"/>
                      <a:pt x="67909" y="42871"/>
                    </a:cubicBezTo>
                    <a:cubicBezTo>
                      <a:pt x="59869" y="41120"/>
                      <a:pt x="51216" y="38420"/>
                      <a:pt x="40681" y="34378"/>
                    </a:cubicBezTo>
                    <a:cubicBezTo>
                      <a:pt x="31535" y="30884"/>
                      <a:pt x="23360" y="28524"/>
                      <a:pt x="14222" y="28524"/>
                    </a:cubicBezTo>
                    <a:cubicBezTo>
                      <a:pt x="12791" y="28524"/>
                      <a:pt x="11335" y="28582"/>
                      <a:pt x="9849" y="28702"/>
                    </a:cubicBezTo>
                    <a:cubicBezTo>
                      <a:pt x="6537" y="28965"/>
                      <a:pt x="3239" y="29490"/>
                      <a:pt x="0" y="30249"/>
                    </a:cubicBezTo>
                    <a:lnTo>
                      <a:pt x="0" y="30599"/>
                    </a:lnTo>
                    <a:cubicBezTo>
                      <a:pt x="3239" y="29826"/>
                      <a:pt x="6552" y="29300"/>
                      <a:pt x="9878" y="29023"/>
                    </a:cubicBezTo>
                    <a:cubicBezTo>
                      <a:pt x="11344" y="28906"/>
                      <a:pt x="12779" y="28849"/>
                      <a:pt x="14191" y="28849"/>
                    </a:cubicBezTo>
                    <a:cubicBezTo>
                      <a:pt x="23296" y="28849"/>
                      <a:pt x="31444" y="31200"/>
                      <a:pt x="40564" y="34699"/>
                    </a:cubicBezTo>
                    <a:cubicBezTo>
                      <a:pt x="51114" y="38741"/>
                      <a:pt x="59782" y="41441"/>
                      <a:pt x="67836" y="43192"/>
                    </a:cubicBezTo>
                    <a:cubicBezTo>
                      <a:pt x="74673" y="44683"/>
                      <a:pt x="80873" y="45420"/>
                      <a:pt x="86606" y="45420"/>
                    </a:cubicBezTo>
                    <a:cubicBezTo>
                      <a:pt x="88728" y="45420"/>
                      <a:pt x="90785" y="45319"/>
                      <a:pt x="92788" y="45118"/>
                    </a:cubicBezTo>
                    <a:cubicBezTo>
                      <a:pt x="100755" y="44330"/>
                      <a:pt x="108444" y="41587"/>
                      <a:pt x="116295" y="36757"/>
                    </a:cubicBezTo>
                    <a:cubicBezTo>
                      <a:pt x="122861" y="32730"/>
                      <a:pt x="128128" y="25813"/>
                      <a:pt x="132783" y="19699"/>
                    </a:cubicBezTo>
                    <a:cubicBezTo>
                      <a:pt x="133469" y="18809"/>
                      <a:pt x="134140" y="17919"/>
                      <a:pt x="134811" y="17044"/>
                    </a:cubicBezTo>
                    <a:cubicBezTo>
                      <a:pt x="139086" y="11528"/>
                      <a:pt x="143668" y="5618"/>
                      <a:pt x="148907" y="467"/>
                    </a:cubicBezTo>
                    <a:lnTo>
                      <a:pt x="14890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31"/>
              <p:cNvSpPr/>
              <p:nvPr/>
            </p:nvSpPr>
            <p:spPr>
              <a:xfrm rot="-5400000">
                <a:off x="640904" y="338193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31"/>
              <p:cNvSpPr/>
              <p:nvPr/>
            </p:nvSpPr>
            <p:spPr>
              <a:xfrm rot="-5400000">
                <a:off x="8866404" y="695943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1"/>
              <p:cNvSpPr/>
              <p:nvPr/>
            </p:nvSpPr>
            <p:spPr>
              <a:xfrm rot="-5400000">
                <a:off x="78329" y="999018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31"/>
              <p:cNvSpPr/>
              <p:nvPr/>
            </p:nvSpPr>
            <p:spPr>
              <a:xfrm rot="-5400000">
                <a:off x="8678520" y="4093870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31"/>
              <p:cNvSpPr/>
              <p:nvPr/>
            </p:nvSpPr>
            <p:spPr>
              <a:xfrm rot="-5400000">
                <a:off x="8557607" y="118158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31"/>
              <p:cNvSpPr/>
              <p:nvPr/>
            </p:nvSpPr>
            <p:spPr>
              <a:xfrm rot="-5400000">
                <a:off x="70932" y="4145608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31"/>
              <p:cNvSpPr/>
              <p:nvPr/>
            </p:nvSpPr>
            <p:spPr>
              <a:xfrm rot="-5400000">
                <a:off x="319607" y="585183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0" name="Google Shape;490;p31"/>
            <p:cNvSpPr/>
            <p:nvPr/>
          </p:nvSpPr>
          <p:spPr>
            <a:xfrm flipH="1">
              <a:off x="0" y="44651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itter"/>
              <a:buNone/>
              <a:defRPr sz="3500" b="1">
                <a:solidFill>
                  <a:schemeClr val="lt2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  <p:sldLayoutId id="2147483661" r:id="rId10"/>
    <p:sldLayoutId id="2147483666" r:id="rId11"/>
    <p:sldLayoutId id="2147483667" r:id="rId12"/>
    <p:sldLayoutId id="2147483668" r:id="rId13"/>
    <p:sldLayoutId id="2147483669" r:id="rId14"/>
    <p:sldLayoutId id="2147483671" r:id="rId15"/>
    <p:sldLayoutId id="2147483676" r:id="rId16"/>
    <p:sldLayoutId id="2147483677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6"/>
          <p:cNvSpPr txBox="1">
            <a:spLocks noGrp="1"/>
          </p:cNvSpPr>
          <p:nvPr>
            <p:ph type="ctrTitle"/>
          </p:nvPr>
        </p:nvSpPr>
        <p:spPr>
          <a:xfrm>
            <a:off x="625325" y="992600"/>
            <a:ext cx="4971600" cy="240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Personality</a:t>
            </a:r>
            <a:endParaRPr sz="4000" dirty="0">
              <a:solidFill>
                <a:schemeClr val="dk1"/>
              </a:solidFill>
            </a:endParaRPr>
          </a:p>
        </p:txBody>
      </p:sp>
      <p:sp>
        <p:nvSpPr>
          <p:cNvPr id="513" name="Google Shape;513;p36"/>
          <p:cNvSpPr txBox="1">
            <a:spLocks noGrp="1"/>
          </p:cNvSpPr>
          <p:nvPr>
            <p:ph type="subTitle" idx="1"/>
          </p:nvPr>
        </p:nvSpPr>
        <p:spPr>
          <a:xfrm>
            <a:off x="625249" y="3401899"/>
            <a:ext cx="4860900" cy="7123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Renee El-Krab, MS (She/her)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relkrab@ric.edu</a:t>
            </a:r>
            <a:endParaRPr dirty="0"/>
          </a:p>
        </p:txBody>
      </p:sp>
      <p:grpSp>
        <p:nvGrpSpPr>
          <p:cNvPr id="514" name="Google Shape;514;p36"/>
          <p:cNvGrpSpPr/>
          <p:nvPr/>
        </p:nvGrpSpPr>
        <p:grpSpPr>
          <a:xfrm>
            <a:off x="5751466" y="3052192"/>
            <a:ext cx="1930640" cy="1175213"/>
            <a:chOff x="4195200" y="1957875"/>
            <a:chExt cx="1238225" cy="753825"/>
          </a:xfrm>
        </p:grpSpPr>
        <p:sp>
          <p:nvSpPr>
            <p:cNvPr id="515" name="Google Shape;515;p36"/>
            <p:cNvSpPr/>
            <p:nvPr/>
          </p:nvSpPr>
          <p:spPr>
            <a:xfrm>
              <a:off x="4195200" y="1957925"/>
              <a:ext cx="1238225" cy="753725"/>
            </a:xfrm>
            <a:custGeom>
              <a:avLst/>
              <a:gdLst/>
              <a:ahLst/>
              <a:cxnLst/>
              <a:rect l="l" t="t" r="r" b="b"/>
              <a:pathLst>
                <a:path w="49529" h="30149" extrusionOk="0">
                  <a:moveTo>
                    <a:pt x="38244" y="5654"/>
                  </a:moveTo>
                  <a:cubicBezTo>
                    <a:pt x="38818" y="5951"/>
                    <a:pt x="39492" y="6229"/>
                    <a:pt x="40038" y="6462"/>
                  </a:cubicBezTo>
                  <a:cubicBezTo>
                    <a:pt x="39741" y="6420"/>
                    <a:pt x="39463" y="6401"/>
                    <a:pt x="39202" y="6401"/>
                  </a:cubicBezTo>
                  <a:cubicBezTo>
                    <a:pt x="39119" y="6401"/>
                    <a:pt x="39037" y="6403"/>
                    <a:pt x="38957" y="6407"/>
                  </a:cubicBezTo>
                  <a:cubicBezTo>
                    <a:pt x="38735" y="6149"/>
                    <a:pt x="38494" y="5900"/>
                    <a:pt x="38244" y="5654"/>
                  </a:cubicBezTo>
                  <a:close/>
                  <a:moveTo>
                    <a:pt x="23087" y="1"/>
                  </a:moveTo>
                  <a:cubicBezTo>
                    <a:pt x="20570" y="1"/>
                    <a:pt x="18062" y="426"/>
                    <a:pt x="15758" y="1373"/>
                  </a:cubicBezTo>
                  <a:cubicBezTo>
                    <a:pt x="13817" y="2169"/>
                    <a:pt x="8272" y="4878"/>
                    <a:pt x="5935" y="10851"/>
                  </a:cubicBezTo>
                  <a:cubicBezTo>
                    <a:pt x="5147" y="12871"/>
                    <a:pt x="4949" y="14693"/>
                    <a:pt x="4905" y="15925"/>
                  </a:cubicBezTo>
                  <a:cubicBezTo>
                    <a:pt x="4838" y="16135"/>
                    <a:pt x="4783" y="16349"/>
                    <a:pt x="4739" y="16558"/>
                  </a:cubicBezTo>
                  <a:cubicBezTo>
                    <a:pt x="4669" y="16544"/>
                    <a:pt x="4600" y="16538"/>
                    <a:pt x="4534" y="16538"/>
                  </a:cubicBezTo>
                  <a:cubicBezTo>
                    <a:pt x="3552" y="16538"/>
                    <a:pt x="3027" y="18025"/>
                    <a:pt x="4890" y="19672"/>
                  </a:cubicBezTo>
                  <a:cubicBezTo>
                    <a:pt x="4354" y="19239"/>
                    <a:pt x="3132" y="18354"/>
                    <a:pt x="2125" y="18354"/>
                  </a:cubicBezTo>
                  <a:cubicBezTo>
                    <a:pt x="1897" y="18354"/>
                    <a:pt x="1679" y="18400"/>
                    <a:pt x="1483" y="18507"/>
                  </a:cubicBezTo>
                  <a:cubicBezTo>
                    <a:pt x="164" y="19371"/>
                    <a:pt x="2616" y="20305"/>
                    <a:pt x="4097" y="20947"/>
                  </a:cubicBezTo>
                  <a:cubicBezTo>
                    <a:pt x="3793" y="20903"/>
                    <a:pt x="3509" y="20883"/>
                    <a:pt x="3246" y="20883"/>
                  </a:cubicBezTo>
                  <a:cubicBezTo>
                    <a:pt x="367" y="20883"/>
                    <a:pt x="0" y="23292"/>
                    <a:pt x="2852" y="23292"/>
                  </a:cubicBezTo>
                  <a:cubicBezTo>
                    <a:pt x="3293" y="23292"/>
                    <a:pt x="3810" y="23234"/>
                    <a:pt x="4406" y="23102"/>
                  </a:cubicBezTo>
                  <a:lnTo>
                    <a:pt x="4406" y="23102"/>
                  </a:lnTo>
                  <a:cubicBezTo>
                    <a:pt x="1516" y="24204"/>
                    <a:pt x="2105" y="26712"/>
                    <a:pt x="3557" y="26712"/>
                  </a:cubicBezTo>
                  <a:cubicBezTo>
                    <a:pt x="4186" y="26712"/>
                    <a:pt x="4977" y="26241"/>
                    <a:pt x="5717" y="24979"/>
                  </a:cubicBezTo>
                  <a:lnTo>
                    <a:pt x="5717" y="24979"/>
                  </a:lnTo>
                  <a:cubicBezTo>
                    <a:pt x="5248" y="26546"/>
                    <a:pt x="5530" y="27185"/>
                    <a:pt x="5984" y="27185"/>
                  </a:cubicBezTo>
                  <a:cubicBezTo>
                    <a:pt x="6469" y="27185"/>
                    <a:pt x="7150" y="26456"/>
                    <a:pt x="7322" y="25352"/>
                  </a:cubicBezTo>
                  <a:cubicBezTo>
                    <a:pt x="7446" y="26554"/>
                    <a:pt x="8207" y="27246"/>
                    <a:pt x="8838" y="27246"/>
                  </a:cubicBezTo>
                  <a:cubicBezTo>
                    <a:pt x="9513" y="27246"/>
                    <a:pt x="10041" y="26454"/>
                    <a:pt x="9484" y="24647"/>
                  </a:cubicBezTo>
                  <a:lnTo>
                    <a:pt x="9484" y="24647"/>
                  </a:lnTo>
                  <a:cubicBezTo>
                    <a:pt x="9619" y="24849"/>
                    <a:pt x="9904" y="25229"/>
                    <a:pt x="10352" y="25526"/>
                  </a:cubicBezTo>
                  <a:cubicBezTo>
                    <a:pt x="12094" y="27178"/>
                    <a:pt x="15049" y="27502"/>
                    <a:pt x="15734" y="27554"/>
                  </a:cubicBezTo>
                  <a:lnTo>
                    <a:pt x="15453" y="27997"/>
                  </a:lnTo>
                  <a:lnTo>
                    <a:pt x="15580" y="28037"/>
                  </a:lnTo>
                  <a:lnTo>
                    <a:pt x="14843" y="29213"/>
                  </a:lnTo>
                  <a:lnTo>
                    <a:pt x="17905" y="30148"/>
                  </a:lnTo>
                  <a:lnTo>
                    <a:pt x="21359" y="26785"/>
                  </a:lnTo>
                  <a:cubicBezTo>
                    <a:pt x="23260" y="26714"/>
                    <a:pt x="24714" y="25538"/>
                    <a:pt x="24714" y="25538"/>
                  </a:cubicBezTo>
                  <a:cubicBezTo>
                    <a:pt x="25877" y="25953"/>
                    <a:pt x="27026" y="26148"/>
                    <a:pt x="28099" y="26148"/>
                  </a:cubicBezTo>
                  <a:cubicBezTo>
                    <a:pt x="31898" y="26148"/>
                    <a:pt x="34754" y="23711"/>
                    <a:pt x="33966" y="20008"/>
                  </a:cubicBezTo>
                  <a:lnTo>
                    <a:pt x="33966" y="20008"/>
                  </a:lnTo>
                  <a:cubicBezTo>
                    <a:pt x="33966" y="20008"/>
                    <a:pt x="33995" y="20009"/>
                    <a:pt x="34048" y="20009"/>
                  </a:cubicBezTo>
                  <a:cubicBezTo>
                    <a:pt x="34617" y="20009"/>
                    <a:pt x="38020" y="19903"/>
                    <a:pt x="39979" y="17430"/>
                  </a:cubicBezTo>
                  <a:cubicBezTo>
                    <a:pt x="41690" y="15271"/>
                    <a:pt x="41548" y="12558"/>
                    <a:pt x="41286" y="11061"/>
                  </a:cubicBezTo>
                  <a:cubicBezTo>
                    <a:pt x="41413" y="10894"/>
                    <a:pt x="41536" y="10708"/>
                    <a:pt x="41658" y="10498"/>
                  </a:cubicBezTo>
                  <a:lnTo>
                    <a:pt x="41658" y="10498"/>
                  </a:lnTo>
                  <a:cubicBezTo>
                    <a:pt x="41189" y="12064"/>
                    <a:pt x="41471" y="12702"/>
                    <a:pt x="41924" y="12702"/>
                  </a:cubicBezTo>
                  <a:cubicBezTo>
                    <a:pt x="42409" y="12702"/>
                    <a:pt x="43091" y="11974"/>
                    <a:pt x="43263" y="10871"/>
                  </a:cubicBezTo>
                  <a:cubicBezTo>
                    <a:pt x="43387" y="12073"/>
                    <a:pt x="44148" y="12765"/>
                    <a:pt x="44779" y="12765"/>
                  </a:cubicBezTo>
                  <a:cubicBezTo>
                    <a:pt x="45454" y="12765"/>
                    <a:pt x="45982" y="11973"/>
                    <a:pt x="45425" y="10166"/>
                  </a:cubicBezTo>
                  <a:lnTo>
                    <a:pt x="45425" y="10166"/>
                  </a:lnTo>
                  <a:cubicBezTo>
                    <a:pt x="45627" y="10467"/>
                    <a:pt x="46166" y="11176"/>
                    <a:pt x="47089" y="11390"/>
                  </a:cubicBezTo>
                  <a:cubicBezTo>
                    <a:pt x="47291" y="11454"/>
                    <a:pt x="47491" y="11487"/>
                    <a:pt x="47677" y="11487"/>
                  </a:cubicBezTo>
                  <a:cubicBezTo>
                    <a:pt x="48389" y="11487"/>
                    <a:pt x="48897" y="11009"/>
                    <a:pt x="48570" y="10035"/>
                  </a:cubicBezTo>
                  <a:cubicBezTo>
                    <a:pt x="48091" y="8609"/>
                    <a:pt x="45615" y="8300"/>
                    <a:pt x="45651" y="8181"/>
                  </a:cubicBezTo>
                  <a:cubicBezTo>
                    <a:pt x="45654" y="8170"/>
                    <a:pt x="45678" y="8165"/>
                    <a:pt x="45720" y="8165"/>
                  </a:cubicBezTo>
                  <a:cubicBezTo>
                    <a:pt x="45891" y="8165"/>
                    <a:pt x="46357" y="8248"/>
                    <a:pt x="46879" y="8344"/>
                  </a:cubicBezTo>
                  <a:cubicBezTo>
                    <a:pt x="47428" y="8442"/>
                    <a:pt x="47712" y="8504"/>
                    <a:pt x="47966" y="8504"/>
                  </a:cubicBezTo>
                  <a:cubicBezTo>
                    <a:pt x="48070" y="8504"/>
                    <a:pt x="48170" y="8494"/>
                    <a:pt x="48281" y="8470"/>
                  </a:cubicBezTo>
                  <a:cubicBezTo>
                    <a:pt x="48471" y="8431"/>
                    <a:pt x="48784" y="8363"/>
                    <a:pt x="49065" y="8098"/>
                  </a:cubicBezTo>
                  <a:cubicBezTo>
                    <a:pt x="49081" y="8082"/>
                    <a:pt x="49097" y="8066"/>
                    <a:pt x="49113" y="8051"/>
                  </a:cubicBezTo>
                  <a:cubicBezTo>
                    <a:pt x="49529" y="7619"/>
                    <a:pt x="49529" y="6938"/>
                    <a:pt x="49137" y="6482"/>
                  </a:cubicBezTo>
                  <a:cubicBezTo>
                    <a:pt x="48903" y="6205"/>
                    <a:pt x="48673" y="6070"/>
                    <a:pt x="48531" y="6003"/>
                  </a:cubicBezTo>
                  <a:cubicBezTo>
                    <a:pt x="48515" y="5995"/>
                    <a:pt x="48499" y="5987"/>
                    <a:pt x="48479" y="5979"/>
                  </a:cubicBezTo>
                  <a:cubicBezTo>
                    <a:pt x="48335" y="5918"/>
                    <a:pt x="47945" y="5793"/>
                    <a:pt x="47434" y="5793"/>
                  </a:cubicBezTo>
                  <a:cubicBezTo>
                    <a:pt x="47215" y="5793"/>
                    <a:pt x="46974" y="5816"/>
                    <a:pt x="46720" y="5876"/>
                  </a:cubicBezTo>
                  <a:cubicBezTo>
                    <a:pt x="46431" y="5947"/>
                    <a:pt x="46182" y="6050"/>
                    <a:pt x="45972" y="6165"/>
                  </a:cubicBezTo>
                  <a:cubicBezTo>
                    <a:pt x="47267" y="5191"/>
                    <a:pt x="47929" y="4268"/>
                    <a:pt x="47699" y="3713"/>
                  </a:cubicBezTo>
                  <a:cubicBezTo>
                    <a:pt x="47525" y="3290"/>
                    <a:pt x="46879" y="3206"/>
                    <a:pt x="46808" y="3195"/>
                  </a:cubicBezTo>
                  <a:cubicBezTo>
                    <a:pt x="46745" y="3186"/>
                    <a:pt x="46682" y="3182"/>
                    <a:pt x="46619" y="3182"/>
                  </a:cubicBezTo>
                  <a:cubicBezTo>
                    <a:pt x="45759" y="3182"/>
                    <a:pt x="44836" y="3927"/>
                    <a:pt x="44364" y="5167"/>
                  </a:cubicBezTo>
                  <a:cubicBezTo>
                    <a:pt x="45208" y="2844"/>
                    <a:pt x="44678" y="1889"/>
                    <a:pt x="43968" y="1889"/>
                  </a:cubicBezTo>
                  <a:cubicBezTo>
                    <a:pt x="43225" y="1889"/>
                    <a:pt x="42285" y="2933"/>
                    <a:pt x="42514" y="4549"/>
                  </a:cubicBezTo>
                  <a:cubicBezTo>
                    <a:pt x="42027" y="2746"/>
                    <a:pt x="41144" y="2054"/>
                    <a:pt x="40473" y="2054"/>
                  </a:cubicBezTo>
                  <a:cubicBezTo>
                    <a:pt x="39491" y="2054"/>
                    <a:pt x="38968" y="3541"/>
                    <a:pt x="40831" y="5187"/>
                  </a:cubicBezTo>
                  <a:cubicBezTo>
                    <a:pt x="40294" y="4754"/>
                    <a:pt x="39071" y="3871"/>
                    <a:pt x="38064" y="3871"/>
                  </a:cubicBezTo>
                  <a:cubicBezTo>
                    <a:pt x="37836" y="3871"/>
                    <a:pt x="37620" y="3916"/>
                    <a:pt x="37424" y="4022"/>
                  </a:cubicBezTo>
                  <a:cubicBezTo>
                    <a:pt x="37131" y="4216"/>
                    <a:pt x="37024" y="4415"/>
                    <a:pt x="37052" y="4609"/>
                  </a:cubicBezTo>
                  <a:cubicBezTo>
                    <a:pt x="33525" y="1819"/>
                    <a:pt x="28289" y="1"/>
                    <a:pt x="23087" y="1"/>
                  </a:cubicBezTo>
                  <a:close/>
                </a:path>
              </a:pathLst>
            </a:custGeom>
            <a:solidFill>
              <a:schemeClr val="lt1"/>
            </a:solidFill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5725" dist="28575" dir="4500000" algn="bl" rotWithShape="0">
                <a:schemeClr val="dk1">
                  <a:alpha val="3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6" name="Google Shape;516;p36"/>
            <p:cNvGrpSpPr/>
            <p:nvPr/>
          </p:nvGrpSpPr>
          <p:grpSpPr>
            <a:xfrm>
              <a:off x="4195200" y="1957875"/>
              <a:ext cx="1238225" cy="753825"/>
              <a:chOff x="4195200" y="3356100"/>
              <a:chExt cx="1238225" cy="753825"/>
            </a:xfrm>
          </p:grpSpPr>
          <p:sp>
            <p:nvSpPr>
              <p:cNvPr id="517" name="Google Shape;517;p36"/>
              <p:cNvSpPr/>
              <p:nvPr/>
            </p:nvSpPr>
            <p:spPr>
              <a:xfrm>
                <a:off x="4302375" y="3356100"/>
                <a:ext cx="950050" cy="753825"/>
              </a:xfrm>
              <a:custGeom>
                <a:avLst/>
                <a:gdLst/>
                <a:ahLst/>
                <a:cxnLst/>
                <a:rect l="l" t="t" r="r" b="b"/>
                <a:pathLst>
                  <a:path w="38002" h="30153" extrusionOk="0">
                    <a:moveTo>
                      <a:pt x="18798" y="1"/>
                    </a:moveTo>
                    <a:cubicBezTo>
                      <a:pt x="16282" y="1"/>
                      <a:pt x="13774" y="426"/>
                      <a:pt x="11471" y="1373"/>
                    </a:cubicBezTo>
                    <a:cubicBezTo>
                      <a:pt x="9530" y="2173"/>
                      <a:pt x="3985" y="4878"/>
                      <a:pt x="1648" y="10855"/>
                    </a:cubicBezTo>
                    <a:cubicBezTo>
                      <a:pt x="860" y="12871"/>
                      <a:pt x="662" y="14693"/>
                      <a:pt x="618" y="15925"/>
                    </a:cubicBezTo>
                    <a:cubicBezTo>
                      <a:pt x="0" y="17806"/>
                      <a:pt x="460" y="19850"/>
                      <a:pt x="1795" y="21225"/>
                    </a:cubicBezTo>
                    <a:cubicBezTo>
                      <a:pt x="2440" y="21890"/>
                      <a:pt x="3387" y="22405"/>
                      <a:pt x="4769" y="22603"/>
                    </a:cubicBezTo>
                    <a:lnTo>
                      <a:pt x="4765" y="22603"/>
                    </a:lnTo>
                    <a:cubicBezTo>
                      <a:pt x="4876" y="27257"/>
                      <a:pt x="11590" y="27566"/>
                      <a:pt x="11590" y="27566"/>
                    </a:cubicBezTo>
                    <a:lnTo>
                      <a:pt x="10556" y="29218"/>
                    </a:lnTo>
                    <a:lnTo>
                      <a:pt x="13618" y="30152"/>
                    </a:lnTo>
                    <a:lnTo>
                      <a:pt x="17072" y="26790"/>
                    </a:lnTo>
                    <a:cubicBezTo>
                      <a:pt x="18973" y="26714"/>
                      <a:pt x="20427" y="25538"/>
                      <a:pt x="20427" y="25538"/>
                    </a:cubicBezTo>
                    <a:cubicBezTo>
                      <a:pt x="21590" y="25953"/>
                      <a:pt x="22739" y="26148"/>
                      <a:pt x="23812" y="26148"/>
                    </a:cubicBezTo>
                    <a:cubicBezTo>
                      <a:pt x="27611" y="26148"/>
                      <a:pt x="30467" y="23712"/>
                      <a:pt x="29679" y="20013"/>
                    </a:cubicBezTo>
                    <a:lnTo>
                      <a:pt x="29679" y="20013"/>
                    </a:lnTo>
                    <a:cubicBezTo>
                      <a:pt x="29679" y="20013"/>
                      <a:pt x="29708" y="20014"/>
                      <a:pt x="29761" y="20014"/>
                    </a:cubicBezTo>
                    <a:cubicBezTo>
                      <a:pt x="30329" y="20014"/>
                      <a:pt x="33733" y="19908"/>
                      <a:pt x="35692" y="17430"/>
                    </a:cubicBezTo>
                    <a:cubicBezTo>
                      <a:pt x="38001" y="14515"/>
                      <a:pt x="36932" y="10590"/>
                      <a:pt x="36757" y="10015"/>
                    </a:cubicBezTo>
                    <a:cubicBezTo>
                      <a:pt x="35071" y="4404"/>
                      <a:pt x="26894" y="1"/>
                      <a:pt x="187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6"/>
              <p:cNvSpPr/>
              <p:nvPr/>
            </p:nvSpPr>
            <p:spPr>
              <a:xfrm>
                <a:off x="4447450" y="3883925"/>
                <a:ext cx="362825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3" h="7753" extrusionOk="0">
                    <a:moveTo>
                      <a:pt x="4662" y="0"/>
                    </a:moveTo>
                    <a:cubicBezTo>
                      <a:pt x="2181" y="0"/>
                      <a:pt x="0" y="757"/>
                      <a:pt x="0" y="757"/>
                    </a:cubicBezTo>
                    <a:cubicBezTo>
                      <a:pt x="99" y="5071"/>
                      <a:pt x="6322" y="5356"/>
                      <a:pt x="6322" y="5356"/>
                    </a:cubicBezTo>
                    <a:lnTo>
                      <a:pt x="5363" y="6889"/>
                    </a:lnTo>
                    <a:lnTo>
                      <a:pt x="8199" y="7752"/>
                    </a:lnTo>
                    <a:lnTo>
                      <a:pt x="11400" y="4639"/>
                    </a:lnTo>
                    <a:cubicBezTo>
                      <a:pt x="13166" y="4568"/>
                      <a:pt x="14513" y="3478"/>
                      <a:pt x="14513" y="3478"/>
                    </a:cubicBezTo>
                    <a:cubicBezTo>
                      <a:pt x="13436" y="1304"/>
                      <a:pt x="8088" y="627"/>
                      <a:pt x="8088" y="627"/>
                    </a:cubicBezTo>
                    <a:cubicBezTo>
                      <a:pt x="7005" y="160"/>
                      <a:pt x="5802" y="0"/>
                      <a:pt x="46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36"/>
              <p:cNvSpPr/>
              <p:nvPr/>
            </p:nvSpPr>
            <p:spPr>
              <a:xfrm>
                <a:off x="4624900" y="3891350"/>
                <a:ext cx="107750" cy="110250"/>
              </a:xfrm>
              <a:custGeom>
                <a:avLst/>
                <a:gdLst/>
                <a:ahLst/>
                <a:cxnLst/>
                <a:rect l="l" t="t" r="r" b="b"/>
                <a:pathLst>
                  <a:path w="4310" h="4410" extrusionOk="0">
                    <a:moveTo>
                      <a:pt x="131" y="1"/>
                    </a:moveTo>
                    <a:lnTo>
                      <a:pt x="0" y="17"/>
                    </a:lnTo>
                    <a:cubicBezTo>
                      <a:pt x="293" y="2421"/>
                      <a:pt x="1446" y="3486"/>
                      <a:pt x="2365" y="3958"/>
                    </a:cubicBezTo>
                    <a:cubicBezTo>
                      <a:pt x="3157" y="4366"/>
                      <a:pt x="3898" y="4409"/>
                      <a:pt x="4183" y="4409"/>
                    </a:cubicBezTo>
                    <a:cubicBezTo>
                      <a:pt x="4258" y="4409"/>
                      <a:pt x="4302" y="4405"/>
                      <a:pt x="4310" y="4405"/>
                    </a:cubicBezTo>
                    <a:lnTo>
                      <a:pt x="4298" y="4275"/>
                    </a:lnTo>
                    <a:cubicBezTo>
                      <a:pt x="4296" y="4275"/>
                      <a:pt x="4261" y="4277"/>
                      <a:pt x="4199" y="4277"/>
                    </a:cubicBezTo>
                    <a:cubicBezTo>
                      <a:pt x="3937" y="4277"/>
                      <a:pt x="3194" y="4238"/>
                      <a:pt x="2416" y="3835"/>
                    </a:cubicBezTo>
                    <a:cubicBezTo>
                      <a:pt x="1145" y="3181"/>
                      <a:pt x="357" y="1854"/>
                      <a:pt x="13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36"/>
              <p:cNvSpPr/>
              <p:nvPr/>
            </p:nvSpPr>
            <p:spPr>
              <a:xfrm>
                <a:off x="4336925" y="3379225"/>
                <a:ext cx="880450" cy="605775"/>
              </a:xfrm>
              <a:custGeom>
                <a:avLst/>
                <a:gdLst/>
                <a:ahLst/>
                <a:cxnLst/>
                <a:rect l="l" t="t" r="r" b="b"/>
                <a:pathLst>
                  <a:path w="35218" h="24231" extrusionOk="0">
                    <a:moveTo>
                      <a:pt x="17421" y="1"/>
                    </a:moveTo>
                    <a:cubicBezTo>
                      <a:pt x="15090" y="1"/>
                      <a:pt x="12766" y="395"/>
                      <a:pt x="10632" y="1272"/>
                    </a:cubicBezTo>
                    <a:cubicBezTo>
                      <a:pt x="8834" y="2012"/>
                      <a:pt x="3696" y="4524"/>
                      <a:pt x="1530" y="10057"/>
                    </a:cubicBezTo>
                    <a:cubicBezTo>
                      <a:pt x="801" y="11926"/>
                      <a:pt x="615" y="13618"/>
                      <a:pt x="575" y="14758"/>
                    </a:cubicBezTo>
                    <a:cubicBezTo>
                      <a:pt x="1" y="16501"/>
                      <a:pt x="429" y="18394"/>
                      <a:pt x="1664" y="19666"/>
                    </a:cubicBezTo>
                    <a:cubicBezTo>
                      <a:pt x="2432" y="20456"/>
                      <a:pt x="3658" y="21025"/>
                      <a:pt x="5597" y="21025"/>
                    </a:cubicBezTo>
                    <a:cubicBezTo>
                      <a:pt x="5630" y="21025"/>
                      <a:pt x="5663" y="21025"/>
                      <a:pt x="5697" y="21024"/>
                    </a:cubicBezTo>
                    <a:cubicBezTo>
                      <a:pt x="5697" y="21024"/>
                      <a:pt x="6686" y="20875"/>
                      <a:pt x="8216" y="20875"/>
                    </a:cubicBezTo>
                    <a:cubicBezTo>
                      <a:pt x="10553" y="20875"/>
                      <a:pt x="14151" y="21224"/>
                      <a:pt x="17413" y="22985"/>
                    </a:cubicBezTo>
                    <a:cubicBezTo>
                      <a:pt x="18996" y="23842"/>
                      <a:pt x="20608" y="24231"/>
                      <a:pt x="22069" y="24231"/>
                    </a:cubicBezTo>
                    <a:cubicBezTo>
                      <a:pt x="25589" y="24231"/>
                      <a:pt x="28237" y="21973"/>
                      <a:pt x="27509" y="18545"/>
                    </a:cubicBezTo>
                    <a:lnTo>
                      <a:pt x="27509" y="18545"/>
                    </a:lnTo>
                    <a:cubicBezTo>
                      <a:pt x="27509" y="18545"/>
                      <a:pt x="27534" y="18546"/>
                      <a:pt x="27582" y="18546"/>
                    </a:cubicBezTo>
                    <a:cubicBezTo>
                      <a:pt x="28099" y="18546"/>
                      <a:pt x="31257" y="18449"/>
                      <a:pt x="33078" y="16153"/>
                    </a:cubicBezTo>
                    <a:cubicBezTo>
                      <a:pt x="35217" y="13451"/>
                      <a:pt x="34227" y="9811"/>
                      <a:pt x="34064" y="9281"/>
                    </a:cubicBezTo>
                    <a:cubicBezTo>
                      <a:pt x="32502" y="4083"/>
                      <a:pt x="24924" y="1"/>
                      <a:pt x="1742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36"/>
              <p:cNvSpPr/>
              <p:nvPr/>
            </p:nvSpPr>
            <p:spPr>
              <a:xfrm>
                <a:off x="5024650" y="3842825"/>
                <a:ext cx="2500" cy="425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7" extrusionOk="0">
                    <a:moveTo>
                      <a:pt x="0" y="1"/>
                    </a:moveTo>
                    <a:lnTo>
                      <a:pt x="95" y="17"/>
                    </a:lnTo>
                    <a:cubicBezTo>
                      <a:pt x="95" y="17"/>
                      <a:pt x="99" y="9"/>
                      <a:pt x="99" y="1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36"/>
              <p:cNvSpPr/>
              <p:nvPr/>
            </p:nvSpPr>
            <p:spPr>
              <a:xfrm>
                <a:off x="4640050" y="3638150"/>
                <a:ext cx="392625" cy="204700"/>
              </a:xfrm>
              <a:custGeom>
                <a:avLst/>
                <a:gdLst/>
                <a:ahLst/>
                <a:cxnLst/>
                <a:rect l="l" t="t" r="r" b="b"/>
                <a:pathLst>
                  <a:path w="15705" h="8188" extrusionOk="0">
                    <a:moveTo>
                      <a:pt x="2420" y="1"/>
                    </a:moveTo>
                    <a:cubicBezTo>
                      <a:pt x="2087" y="1"/>
                      <a:pt x="1775" y="44"/>
                      <a:pt x="1505" y="116"/>
                    </a:cubicBezTo>
                    <a:cubicBezTo>
                      <a:pt x="713" y="326"/>
                      <a:pt x="151" y="781"/>
                      <a:pt x="0" y="1340"/>
                    </a:cubicBezTo>
                    <a:lnTo>
                      <a:pt x="190" y="1391"/>
                    </a:lnTo>
                    <a:cubicBezTo>
                      <a:pt x="325" y="904"/>
                      <a:pt x="836" y="500"/>
                      <a:pt x="1557" y="306"/>
                    </a:cubicBezTo>
                    <a:cubicBezTo>
                      <a:pt x="1810" y="239"/>
                      <a:pt x="2107" y="195"/>
                      <a:pt x="2420" y="195"/>
                    </a:cubicBezTo>
                    <a:cubicBezTo>
                      <a:pt x="3157" y="195"/>
                      <a:pt x="3993" y="421"/>
                      <a:pt x="4638" y="1066"/>
                    </a:cubicBezTo>
                    <a:cubicBezTo>
                      <a:pt x="6104" y="2528"/>
                      <a:pt x="7316" y="3459"/>
                      <a:pt x="11748" y="4049"/>
                    </a:cubicBezTo>
                    <a:cubicBezTo>
                      <a:pt x="13095" y="4231"/>
                      <a:pt x="14081" y="4738"/>
                      <a:pt x="14679" y="5558"/>
                    </a:cubicBezTo>
                    <a:cubicBezTo>
                      <a:pt x="15535" y="6726"/>
                      <a:pt x="15289" y="8156"/>
                      <a:pt x="15285" y="8168"/>
                    </a:cubicBezTo>
                    <a:lnTo>
                      <a:pt x="15384" y="8188"/>
                    </a:lnTo>
                    <a:lnTo>
                      <a:pt x="15483" y="8188"/>
                    </a:lnTo>
                    <a:cubicBezTo>
                      <a:pt x="15511" y="8010"/>
                      <a:pt x="15705" y="6627"/>
                      <a:pt x="14842" y="5443"/>
                    </a:cubicBezTo>
                    <a:cubicBezTo>
                      <a:pt x="14212" y="4576"/>
                      <a:pt x="13178" y="4041"/>
                      <a:pt x="11772" y="3855"/>
                    </a:cubicBezTo>
                    <a:cubicBezTo>
                      <a:pt x="10061" y="3625"/>
                      <a:pt x="8837" y="3348"/>
                      <a:pt x="7894" y="3007"/>
                    </a:cubicBezTo>
                    <a:lnTo>
                      <a:pt x="7894" y="3007"/>
                    </a:lnTo>
                    <a:cubicBezTo>
                      <a:pt x="7902" y="3015"/>
                      <a:pt x="7910" y="3023"/>
                      <a:pt x="7914" y="3035"/>
                    </a:cubicBezTo>
                    <a:lnTo>
                      <a:pt x="7752" y="3150"/>
                    </a:lnTo>
                    <a:cubicBezTo>
                      <a:pt x="7692" y="3063"/>
                      <a:pt x="7633" y="2975"/>
                      <a:pt x="7581" y="2884"/>
                    </a:cubicBezTo>
                    <a:cubicBezTo>
                      <a:pt x="6318" y="2373"/>
                      <a:pt x="5589" y="1732"/>
                      <a:pt x="4781" y="928"/>
                    </a:cubicBezTo>
                    <a:cubicBezTo>
                      <a:pt x="4175" y="326"/>
                      <a:pt x="3418" y="64"/>
                      <a:pt x="2713" y="9"/>
                    </a:cubicBezTo>
                    <a:cubicBezTo>
                      <a:pt x="2705" y="68"/>
                      <a:pt x="2701" y="108"/>
                      <a:pt x="2701" y="116"/>
                    </a:cubicBezTo>
                    <a:lnTo>
                      <a:pt x="2503" y="84"/>
                    </a:lnTo>
                    <a:cubicBezTo>
                      <a:pt x="2503" y="84"/>
                      <a:pt x="2507" y="52"/>
                      <a:pt x="251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36"/>
              <p:cNvSpPr/>
              <p:nvPr/>
            </p:nvSpPr>
            <p:spPr>
              <a:xfrm>
                <a:off x="5196250" y="3648550"/>
                <a:ext cx="5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5" h="381" extrusionOk="0">
                    <a:moveTo>
                      <a:pt x="44" y="1"/>
                    </a:moveTo>
                    <a:cubicBezTo>
                      <a:pt x="44" y="1"/>
                      <a:pt x="28" y="25"/>
                      <a:pt x="0" y="68"/>
                    </a:cubicBezTo>
                    <a:cubicBezTo>
                      <a:pt x="12" y="171"/>
                      <a:pt x="20" y="274"/>
                      <a:pt x="32" y="381"/>
                    </a:cubicBezTo>
                    <a:cubicBezTo>
                      <a:pt x="139" y="223"/>
                      <a:pt x="202" y="120"/>
                      <a:pt x="214" y="100"/>
                    </a:cubicBezTo>
                    <a:lnTo>
                      <a:pt x="44" y="1"/>
                    </a:ln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36"/>
              <p:cNvSpPr/>
              <p:nvPr/>
            </p:nvSpPr>
            <p:spPr>
              <a:xfrm>
                <a:off x="4899775" y="3546475"/>
                <a:ext cx="297300" cy="174200"/>
              </a:xfrm>
              <a:custGeom>
                <a:avLst/>
                <a:gdLst/>
                <a:ahLst/>
                <a:cxnLst/>
                <a:rect l="l" t="t" r="r" b="b"/>
                <a:pathLst>
                  <a:path w="11892" h="6968" extrusionOk="0">
                    <a:moveTo>
                      <a:pt x="143" y="0"/>
                    </a:moveTo>
                    <a:lnTo>
                      <a:pt x="143" y="0"/>
                    </a:lnTo>
                    <a:cubicBezTo>
                      <a:pt x="1" y="1470"/>
                      <a:pt x="654" y="2713"/>
                      <a:pt x="2028" y="3593"/>
                    </a:cubicBezTo>
                    <a:cubicBezTo>
                      <a:pt x="2500" y="3894"/>
                      <a:pt x="2979" y="4104"/>
                      <a:pt x="3363" y="4242"/>
                    </a:cubicBezTo>
                    <a:cubicBezTo>
                      <a:pt x="3407" y="4187"/>
                      <a:pt x="3454" y="4135"/>
                      <a:pt x="3502" y="4080"/>
                    </a:cubicBezTo>
                    <a:cubicBezTo>
                      <a:pt x="3114" y="3945"/>
                      <a:pt x="2615" y="3731"/>
                      <a:pt x="2131" y="3422"/>
                    </a:cubicBezTo>
                    <a:cubicBezTo>
                      <a:pt x="805" y="2575"/>
                      <a:pt x="203" y="1430"/>
                      <a:pt x="341" y="16"/>
                    </a:cubicBezTo>
                    <a:lnTo>
                      <a:pt x="143" y="0"/>
                    </a:lnTo>
                    <a:close/>
                    <a:moveTo>
                      <a:pt x="11859" y="4151"/>
                    </a:moveTo>
                    <a:cubicBezTo>
                      <a:pt x="11606" y="4547"/>
                      <a:pt x="10247" y="6528"/>
                      <a:pt x="8358" y="6753"/>
                    </a:cubicBezTo>
                    <a:cubicBezTo>
                      <a:pt x="8318" y="6825"/>
                      <a:pt x="8279" y="6896"/>
                      <a:pt x="8231" y="6967"/>
                    </a:cubicBezTo>
                    <a:cubicBezTo>
                      <a:pt x="10077" y="6833"/>
                      <a:pt x="11420" y="5149"/>
                      <a:pt x="11891" y="4464"/>
                    </a:cubicBezTo>
                    <a:cubicBezTo>
                      <a:pt x="11879" y="4357"/>
                      <a:pt x="11871" y="4254"/>
                      <a:pt x="11859" y="41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36"/>
              <p:cNvSpPr/>
              <p:nvPr/>
            </p:nvSpPr>
            <p:spPr>
              <a:xfrm>
                <a:off x="4441200" y="3518150"/>
                <a:ext cx="5375" cy="4675"/>
              </a:xfrm>
              <a:custGeom>
                <a:avLst/>
                <a:gdLst/>
                <a:ahLst/>
                <a:cxnLst/>
                <a:rect l="l" t="t" r="r" b="b"/>
                <a:pathLst>
                  <a:path w="215" h="187" extrusionOk="0">
                    <a:moveTo>
                      <a:pt x="215" y="0"/>
                    </a:moveTo>
                    <a:lnTo>
                      <a:pt x="215" y="0"/>
                    </a:lnTo>
                    <a:cubicBezTo>
                      <a:pt x="92" y="52"/>
                      <a:pt x="13" y="91"/>
                      <a:pt x="1" y="99"/>
                    </a:cubicBezTo>
                    <a:lnTo>
                      <a:pt x="44" y="186"/>
                    </a:lnTo>
                    <a:cubicBezTo>
                      <a:pt x="100" y="123"/>
                      <a:pt x="159" y="60"/>
                      <a:pt x="215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36"/>
              <p:cNvSpPr/>
              <p:nvPr/>
            </p:nvSpPr>
            <p:spPr>
              <a:xfrm>
                <a:off x="4442300" y="3506750"/>
                <a:ext cx="169050" cy="224225"/>
              </a:xfrm>
              <a:custGeom>
                <a:avLst/>
                <a:gdLst/>
                <a:ahLst/>
                <a:cxnLst/>
                <a:rect l="l" t="t" r="r" b="b"/>
                <a:pathLst>
                  <a:path w="6762" h="8969" extrusionOk="0">
                    <a:moveTo>
                      <a:pt x="2123" y="1"/>
                    </a:moveTo>
                    <a:cubicBezTo>
                      <a:pt x="1335" y="1"/>
                      <a:pt x="543" y="294"/>
                      <a:pt x="171" y="456"/>
                    </a:cubicBezTo>
                    <a:cubicBezTo>
                      <a:pt x="115" y="516"/>
                      <a:pt x="56" y="579"/>
                      <a:pt x="0" y="642"/>
                    </a:cubicBezTo>
                    <a:lnTo>
                      <a:pt x="44" y="734"/>
                    </a:lnTo>
                    <a:cubicBezTo>
                      <a:pt x="60" y="726"/>
                      <a:pt x="1117" y="199"/>
                      <a:pt x="2131" y="199"/>
                    </a:cubicBezTo>
                    <a:cubicBezTo>
                      <a:pt x="2432" y="199"/>
                      <a:pt x="2725" y="246"/>
                      <a:pt x="2991" y="365"/>
                    </a:cubicBezTo>
                    <a:cubicBezTo>
                      <a:pt x="3434" y="563"/>
                      <a:pt x="3735" y="951"/>
                      <a:pt x="3886" y="1514"/>
                    </a:cubicBezTo>
                    <a:cubicBezTo>
                      <a:pt x="4092" y="2278"/>
                      <a:pt x="3981" y="3090"/>
                      <a:pt x="3874" y="3878"/>
                    </a:cubicBezTo>
                    <a:cubicBezTo>
                      <a:pt x="3632" y="5677"/>
                      <a:pt x="3379" y="7534"/>
                      <a:pt x="6686" y="8968"/>
                    </a:cubicBezTo>
                    <a:lnTo>
                      <a:pt x="6761" y="8786"/>
                    </a:lnTo>
                    <a:cubicBezTo>
                      <a:pt x="3597" y="7412"/>
                      <a:pt x="3826" y="5708"/>
                      <a:pt x="4072" y="3906"/>
                    </a:cubicBezTo>
                    <a:cubicBezTo>
                      <a:pt x="4179" y="3098"/>
                      <a:pt x="4294" y="2262"/>
                      <a:pt x="4080" y="1462"/>
                    </a:cubicBezTo>
                    <a:cubicBezTo>
                      <a:pt x="3914" y="841"/>
                      <a:pt x="3573" y="409"/>
                      <a:pt x="3070" y="183"/>
                    </a:cubicBezTo>
                    <a:cubicBezTo>
                      <a:pt x="2777" y="52"/>
                      <a:pt x="2448" y="1"/>
                      <a:pt x="212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36"/>
              <p:cNvSpPr/>
              <p:nvPr/>
            </p:nvSpPr>
            <p:spPr>
              <a:xfrm>
                <a:off x="4349400" y="3744025"/>
                <a:ext cx="2125" cy="417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7" extrusionOk="0">
                    <a:moveTo>
                      <a:pt x="84" y="0"/>
                    </a:moveTo>
                    <a:lnTo>
                      <a:pt x="84" y="0"/>
                    </a:lnTo>
                    <a:cubicBezTo>
                      <a:pt x="56" y="36"/>
                      <a:pt x="29" y="71"/>
                      <a:pt x="1" y="107"/>
                    </a:cubicBezTo>
                    <a:lnTo>
                      <a:pt x="76" y="166"/>
                    </a:lnTo>
                    <a:cubicBezTo>
                      <a:pt x="80" y="115"/>
                      <a:pt x="80" y="59"/>
                      <a:pt x="84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6"/>
              <p:cNvSpPr/>
              <p:nvPr/>
            </p:nvSpPr>
            <p:spPr>
              <a:xfrm>
                <a:off x="4351300" y="3710950"/>
                <a:ext cx="130325" cy="38825"/>
              </a:xfrm>
              <a:custGeom>
                <a:avLst/>
                <a:gdLst/>
                <a:ahLst/>
                <a:cxnLst/>
                <a:rect l="l" t="t" r="r" b="b"/>
                <a:pathLst>
                  <a:path w="5213" h="1553" extrusionOk="0">
                    <a:moveTo>
                      <a:pt x="3125" y="0"/>
                    </a:moveTo>
                    <a:cubicBezTo>
                      <a:pt x="2705" y="0"/>
                      <a:pt x="2309" y="48"/>
                      <a:pt x="1941" y="139"/>
                    </a:cubicBezTo>
                    <a:cubicBezTo>
                      <a:pt x="1937" y="182"/>
                      <a:pt x="1933" y="230"/>
                      <a:pt x="1929" y="277"/>
                    </a:cubicBezTo>
                    <a:lnTo>
                      <a:pt x="1731" y="262"/>
                    </a:lnTo>
                    <a:lnTo>
                      <a:pt x="1735" y="194"/>
                    </a:lnTo>
                    <a:lnTo>
                      <a:pt x="1735" y="194"/>
                    </a:lnTo>
                    <a:cubicBezTo>
                      <a:pt x="1046" y="404"/>
                      <a:pt x="460" y="784"/>
                      <a:pt x="8" y="1323"/>
                    </a:cubicBezTo>
                    <a:cubicBezTo>
                      <a:pt x="4" y="1382"/>
                      <a:pt x="4" y="1438"/>
                      <a:pt x="0" y="1489"/>
                    </a:cubicBezTo>
                    <a:lnTo>
                      <a:pt x="79" y="1553"/>
                    </a:lnTo>
                    <a:cubicBezTo>
                      <a:pt x="915" y="483"/>
                      <a:pt x="2107" y="202"/>
                      <a:pt x="3129" y="202"/>
                    </a:cubicBezTo>
                    <a:cubicBezTo>
                      <a:pt x="4230" y="202"/>
                      <a:pt x="5126" y="527"/>
                      <a:pt x="5141" y="535"/>
                    </a:cubicBezTo>
                    <a:lnTo>
                      <a:pt x="5213" y="349"/>
                    </a:lnTo>
                    <a:cubicBezTo>
                      <a:pt x="5177" y="337"/>
                      <a:pt x="4341" y="28"/>
                      <a:pt x="32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6"/>
              <p:cNvSpPr/>
              <p:nvPr/>
            </p:nvSpPr>
            <p:spPr>
              <a:xfrm>
                <a:off x="4394575" y="3659050"/>
                <a:ext cx="40900" cy="58850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2354" extrusionOk="0">
                    <a:moveTo>
                      <a:pt x="1561" y="1"/>
                    </a:moveTo>
                    <a:cubicBezTo>
                      <a:pt x="1426" y="1"/>
                      <a:pt x="1133" y="32"/>
                      <a:pt x="828" y="274"/>
                    </a:cubicBezTo>
                    <a:cubicBezTo>
                      <a:pt x="372" y="638"/>
                      <a:pt x="99" y="1308"/>
                      <a:pt x="4" y="2270"/>
                    </a:cubicBezTo>
                    <a:lnTo>
                      <a:pt x="0" y="2338"/>
                    </a:lnTo>
                    <a:lnTo>
                      <a:pt x="198" y="2353"/>
                    </a:lnTo>
                    <a:cubicBezTo>
                      <a:pt x="202" y="2306"/>
                      <a:pt x="206" y="2258"/>
                      <a:pt x="210" y="2215"/>
                    </a:cubicBezTo>
                    <a:cubicBezTo>
                      <a:pt x="301" y="1363"/>
                      <a:pt x="559" y="749"/>
                      <a:pt x="947" y="432"/>
                    </a:cubicBezTo>
                    <a:cubicBezTo>
                      <a:pt x="1208" y="222"/>
                      <a:pt x="1454" y="199"/>
                      <a:pt x="1557" y="199"/>
                    </a:cubicBezTo>
                    <a:lnTo>
                      <a:pt x="1608" y="199"/>
                    </a:lnTo>
                    <a:lnTo>
                      <a:pt x="1636" y="5"/>
                    </a:lnTo>
                    <a:cubicBezTo>
                      <a:pt x="1632" y="5"/>
                      <a:pt x="1604" y="1"/>
                      <a:pt x="15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36"/>
              <p:cNvSpPr/>
              <p:nvPr/>
            </p:nvSpPr>
            <p:spPr>
              <a:xfrm>
                <a:off x="4974625" y="3960275"/>
                <a:ext cx="4500" cy="270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08" extrusionOk="0">
                    <a:moveTo>
                      <a:pt x="171" y="1"/>
                    </a:moveTo>
                    <a:cubicBezTo>
                      <a:pt x="116" y="36"/>
                      <a:pt x="56" y="72"/>
                      <a:pt x="1" y="107"/>
                    </a:cubicBezTo>
                    <a:cubicBezTo>
                      <a:pt x="104" y="104"/>
                      <a:pt x="167" y="100"/>
                      <a:pt x="179" y="96"/>
                    </a:cubicBezTo>
                    <a:lnTo>
                      <a:pt x="171" y="1"/>
                    </a:ln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6"/>
              <p:cNvSpPr/>
              <p:nvPr/>
            </p:nvSpPr>
            <p:spPr>
              <a:xfrm>
                <a:off x="4780350" y="3768975"/>
                <a:ext cx="198575" cy="194000"/>
              </a:xfrm>
              <a:custGeom>
                <a:avLst/>
                <a:gdLst/>
                <a:ahLst/>
                <a:cxnLst/>
                <a:rect l="l" t="t" r="r" b="b"/>
                <a:pathLst>
                  <a:path w="7943" h="7760" extrusionOk="0">
                    <a:moveTo>
                      <a:pt x="1367" y="0"/>
                    </a:moveTo>
                    <a:cubicBezTo>
                      <a:pt x="959" y="0"/>
                      <a:pt x="504" y="95"/>
                      <a:pt x="1" y="281"/>
                    </a:cubicBezTo>
                    <a:lnTo>
                      <a:pt x="72" y="468"/>
                    </a:lnTo>
                    <a:cubicBezTo>
                      <a:pt x="551" y="289"/>
                      <a:pt x="983" y="198"/>
                      <a:pt x="1367" y="198"/>
                    </a:cubicBezTo>
                    <a:cubicBezTo>
                      <a:pt x="1771" y="198"/>
                      <a:pt x="2120" y="297"/>
                      <a:pt x="2409" y="499"/>
                    </a:cubicBezTo>
                    <a:cubicBezTo>
                      <a:pt x="3344" y="1137"/>
                      <a:pt x="3367" y="2618"/>
                      <a:pt x="3367" y="2626"/>
                    </a:cubicBezTo>
                    <a:cubicBezTo>
                      <a:pt x="3276" y="4417"/>
                      <a:pt x="3700" y="5771"/>
                      <a:pt x="4631" y="6654"/>
                    </a:cubicBezTo>
                    <a:cubicBezTo>
                      <a:pt x="5665" y="7641"/>
                      <a:pt x="7027" y="7759"/>
                      <a:pt x="7637" y="7759"/>
                    </a:cubicBezTo>
                    <a:lnTo>
                      <a:pt x="7772" y="7759"/>
                    </a:lnTo>
                    <a:cubicBezTo>
                      <a:pt x="7827" y="7724"/>
                      <a:pt x="7887" y="7688"/>
                      <a:pt x="7942" y="7653"/>
                    </a:cubicBezTo>
                    <a:lnTo>
                      <a:pt x="7930" y="7550"/>
                    </a:lnTo>
                    <a:cubicBezTo>
                      <a:pt x="7926" y="7554"/>
                      <a:pt x="7831" y="7561"/>
                      <a:pt x="7665" y="7561"/>
                    </a:cubicBezTo>
                    <a:cubicBezTo>
                      <a:pt x="7103" y="7561"/>
                      <a:pt x="5756" y="7454"/>
                      <a:pt x="4766" y="6512"/>
                    </a:cubicBezTo>
                    <a:cubicBezTo>
                      <a:pt x="3942" y="5724"/>
                      <a:pt x="3534" y="4539"/>
                      <a:pt x="3554" y="2983"/>
                    </a:cubicBezTo>
                    <a:lnTo>
                      <a:pt x="3554" y="2983"/>
                    </a:lnTo>
                    <a:cubicBezTo>
                      <a:pt x="3550" y="2987"/>
                      <a:pt x="3546" y="2995"/>
                      <a:pt x="3542" y="3002"/>
                    </a:cubicBezTo>
                    <a:lnTo>
                      <a:pt x="3371" y="2903"/>
                    </a:lnTo>
                    <a:cubicBezTo>
                      <a:pt x="3427" y="2804"/>
                      <a:pt x="3494" y="2717"/>
                      <a:pt x="3565" y="2642"/>
                    </a:cubicBezTo>
                    <a:cubicBezTo>
                      <a:pt x="3565" y="2638"/>
                      <a:pt x="3565" y="2634"/>
                      <a:pt x="3565" y="2630"/>
                    </a:cubicBezTo>
                    <a:cubicBezTo>
                      <a:pt x="3565" y="2563"/>
                      <a:pt x="3542" y="1034"/>
                      <a:pt x="2524" y="333"/>
                    </a:cubicBezTo>
                    <a:cubicBezTo>
                      <a:pt x="2199" y="111"/>
                      <a:pt x="1811" y="0"/>
                      <a:pt x="136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36"/>
              <p:cNvSpPr/>
              <p:nvPr/>
            </p:nvSpPr>
            <p:spPr>
              <a:xfrm>
                <a:off x="4864625" y="3822825"/>
                <a:ext cx="89350" cy="21225"/>
              </a:xfrm>
              <a:custGeom>
                <a:avLst/>
                <a:gdLst/>
                <a:ahLst/>
                <a:cxnLst/>
                <a:rect l="l" t="t" r="r" b="b"/>
                <a:pathLst>
                  <a:path w="3574" h="849" extrusionOk="0">
                    <a:moveTo>
                      <a:pt x="1478" y="1"/>
                    </a:moveTo>
                    <a:cubicBezTo>
                      <a:pt x="999" y="1"/>
                      <a:pt x="531" y="124"/>
                      <a:pt x="194" y="488"/>
                    </a:cubicBezTo>
                    <a:cubicBezTo>
                      <a:pt x="123" y="563"/>
                      <a:pt x="56" y="650"/>
                      <a:pt x="0" y="749"/>
                    </a:cubicBezTo>
                    <a:lnTo>
                      <a:pt x="171" y="848"/>
                    </a:lnTo>
                    <a:cubicBezTo>
                      <a:pt x="175" y="841"/>
                      <a:pt x="179" y="833"/>
                      <a:pt x="183" y="829"/>
                    </a:cubicBezTo>
                    <a:cubicBezTo>
                      <a:pt x="476" y="357"/>
                      <a:pt x="963" y="207"/>
                      <a:pt x="1478" y="207"/>
                    </a:cubicBezTo>
                    <a:cubicBezTo>
                      <a:pt x="2428" y="207"/>
                      <a:pt x="3466" y="734"/>
                      <a:pt x="3482" y="742"/>
                    </a:cubicBezTo>
                    <a:lnTo>
                      <a:pt x="3573" y="563"/>
                    </a:lnTo>
                    <a:cubicBezTo>
                      <a:pt x="3506" y="528"/>
                      <a:pt x="2464" y="1"/>
                      <a:pt x="14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6"/>
              <p:cNvSpPr/>
              <p:nvPr/>
            </p:nvSpPr>
            <p:spPr>
              <a:xfrm>
                <a:off x="4761050" y="3501025"/>
                <a:ext cx="76850" cy="215875"/>
              </a:xfrm>
              <a:custGeom>
                <a:avLst/>
                <a:gdLst/>
                <a:ahLst/>
                <a:cxnLst/>
                <a:rect l="l" t="t" r="r" b="b"/>
                <a:pathLst>
                  <a:path w="3074" h="8635" extrusionOk="0">
                    <a:moveTo>
                      <a:pt x="76" y="0"/>
                    </a:moveTo>
                    <a:lnTo>
                      <a:pt x="0" y="182"/>
                    </a:lnTo>
                    <a:cubicBezTo>
                      <a:pt x="1577" y="840"/>
                      <a:pt x="2484" y="1644"/>
                      <a:pt x="2698" y="2575"/>
                    </a:cubicBezTo>
                    <a:cubicBezTo>
                      <a:pt x="2836" y="3189"/>
                      <a:pt x="2662" y="3739"/>
                      <a:pt x="2456" y="4369"/>
                    </a:cubicBezTo>
                    <a:cubicBezTo>
                      <a:pt x="2226" y="5086"/>
                      <a:pt x="1965" y="5898"/>
                      <a:pt x="2175" y="6943"/>
                    </a:cubicBezTo>
                    <a:cubicBezTo>
                      <a:pt x="2274" y="7439"/>
                      <a:pt x="2464" y="7918"/>
                      <a:pt x="2741" y="8369"/>
                    </a:cubicBezTo>
                    <a:cubicBezTo>
                      <a:pt x="2793" y="8460"/>
                      <a:pt x="2852" y="8548"/>
                      <a:pt x="2912" y="8635"/>
                    </a:cubicBezTo>
                    <a:lnTo>
                      <a:pt x="3074" y="8520"/>
                    </a:lnTo>
                    <a:cubicBezTo>
                      <a:pt x="3070" y="8508"/>
                      <a:pt x="3062" y="8500"/>
                      <a:pt x="3054" y="8492"/>
                    </a:cubicBezTo>
                    <a:cubicBezTo>
                      <a:pt x="2710" y="7993"/>
                      <a:pt x="2480" y="7458"/>
                      <a:pt x="2369" y="6904"/>
                    </a:cubicBezTo>
                    <a:cubicBezTo>
                      <a:pt x="2167" y="5910"/>
                      <a:pt x="2412" y="5157"/>
                      <a:pt x="2646" y="4432"/>
                    </a:cubicBezTo>
                    <a:cubicBezTo>
                      <a:pt x="2848" y="3799"/>
                      <a:pt x="3042" y="3200"/>
                      <a:pt x="2888" y="2531"/>
                    </a:cubicBezTo>
                    <a:cubicBezTo>
                      <a:pt x="2662" y="1533"/>
                      <a:pt x="1715" y="681"/>
                      <a:pt x="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6"/>
              <p:cNvSpPr/>
              <p:nvPr/>
            </p:nvSpPr>
            <p:spPr>
              <a:xfrm>
                <a:off x="4526650" y="3901150"/>
                <a:ext cx="2900" cy="1425"/>
              </a:xfrm>
              <a:custGeom>
                <a:avLst/>
                <a:gdLst/>
                <a:ahLst/>
                <a:cxnLst/>
                <a:rect l="l" t="t" r="r" b="b"/>
                <a:pathLst>
                  <a:path w="116" h="57" extrusionOk="0">
                    <a:moveTo>
                      <a:pt x="116" y="1"/>
                    </a:moveTo>
                    <a:lnTo>
                      <a:pt x="116" y="1"/>
                    </a:lnTo>
                    <a:cubicBezTo>
                      <a:pt x="76" y="5"/>
                      <a:pt x="37" y="5"/>
                      <a:pt x="1" y="5"/>
                    </a:cubicBezTo>
                    <a:cubicBezTo>
                      <a:pt x="17" y="37"/>
                      <a:pt x="29" y="52"/>
                      <a:pt x="29" y="56"/>
                    </a:cubicBez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36"/>
              <p:cNvSpPr/>
              <p:nvPr/>
            </p:nvSpPr>
            <p:spPr>
              <a:xfrm>
                <a:off x="4492600" y="3795700"/>
                <a:ext cx="39025" cy="10557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4223" extrusionOk="0">
                    <a:moveTo>
                      <a:pt x="1212" y="1"/>
                    </a:moveTo>
                    <a:lnTo>
                      <a:pt x="1212" y="1"/>
                    </a:lnTo>
                    <a:cubicBezTo>
                      <a:pt x="0" y="1664"/>
                      <a:pt x="1161" y="3866"/>
                      <a:pt x="1363" y="4223"/>
                    </a:cubicBezTo>
                    <a:cubicBezTo>
                      <a:pt x="1399" y="4223"/>
                      <a:pt x="1438" y="4223"/>
                      <a:pt x="1478" y="4219"/>
                    </a:cubicBezTo>
                    <a:lnTo>
                      <a:pt x="1561" y="4167"/>
                    </a:lnTo>
                    <a:cubicBezTo>
                      <a:pt x="1545" y="4144"/>
                      <a:pt x="135" y="1815"/>
                      <a:pt x="1371" y="115"/>
                    </a:cubicBezTo>
                    <a:lnTo>
                      <a:pt x="121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36"/>
              <p:cNvSpPr/>
              <p:nvPr/>
            </p:nvSpPr>
            <p:spPr>
              <a:xfrm>
                <a:off x="4690650" y="3920975"/>
                <a:ext cx="6250" cy="25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00" extrusionOk="0">
                    <a:moveTo>
                      <a:pt x="0" y="0"/>
                    </a:moveTo>
                    <a:lnTo>
                      <a:pt x="4" y="99"/>
                    </a:lnTo>
                    <a:cubicBezTo>
                      <a:pt x="8" y="99"/>
                      <a:pt x="99" y="95"/>
                      <a:pt x="250" y="71"/>
                    </a:cubicBezTo>
                    <a:cubicBezTo>
                      <a:pt x="166" y="48"/>
                      <a:pt x="83" y="24"/>
                      <a:pt x="0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6"/>
              <p:cNvSpPr/>
              <p:nvPr/>
            </p:nvSpPr>
            <p:spPr>
              <a:xfrm>
                <a:off x="4690650" y="3870275"/>
                <a:ext cx="75875" cy="5250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2100" extrusionOk="0">
                    <a:moveTo>
                      <a:pt x="2860" y="0"/>
                    </a:moveTo>
                    <a:cubicBezTo>
                      <a:pt x="1810" y="1870"/>
                      <a:pt x="16" y="1929"/>
                      <a:pt x="0" y="1929"/>
                    </a:cubicBezTo>
                    <a:lnTo>
                      <a:pt x="0" y="2028"/>
                    </a:lnTo>
                    <a:cubicBezTo>
                      <a:pt x="83" y="2052"/>
                      <a:pt x="166" y="2076"/>
                      <a:pt x="250" y="2099"/>
                    </a:cubicBezTo>
                    <a:cubicBezTo>
                      <a:pt x="800" y="2012"/>
                      <a:pt x="2163" y="1644"/>
                      <a:pt x="3034" y="95"/>
                    </a:cubicBezTo>
                    <a:lnTo>
                      <a:pt x="286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36"/>
              <p:cNvSpPr/>
              <p:nvPr/>
            </p:nvSpPr>
            <p:spPr>
              <a:xfrm>
                <a:off x="5084950" y="3476750"/>
                <a:ext cx="3200" cy="320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128" extrusionOk="0">
                    <a:moveTo>
                      <a:pt x="91" y="1"/>
                    </a:moveTo>
                    <a:lnTo>
                      <a:pt x="0" y="32"/>
                    </a:lnTo>
                    <a:cubicBezTo>
                      <a:pt x="44" y="64"/>
                      <a:pt x="87" y="96"/>
                      <a:pt x="127" y="127"/>
                    </a:cubicBezTo>
                    <a:cubicBezTo>
                      <a:pt x="107" y="48"/>
                      <a:pt x="95" y="5"/>
                      <a:pt x="91" y="1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6"/>
              <p:cNvSpPr/>
              <p:nvPr/>
            </p:nvSpPr>
            <p:spPr>
              <a:xfrm>
                <a:off x="5061475" y="3477550"/>
                <a:ext cx="37950" cy="87150"/>
              </a:xfrm>
              <a:custGeom>
                <a:avLst/>
                <a:gdLst/>
                <a:ahLst/>
                <a:cxnLst/>
                <a:rect l="l" t="t" r="r" b="b"/>
                <a:pathLst>
                  <a:path w="1518" h="3486" extrusionOk="0">
                    <a:moveTo>
                      <a:pt x="939" y="0"/>
                    </a:moveTo>
                    <a:lnTo>
                      <a:pt x="844" y="32"/>
                    </a:lnTo>
                    <a:cubicBezTo>
                      <a:pt x="852" y="52"/>
                      <a:pt x="1514" y="2112"/>
                      <a:pt x="1" y="3331"/>
                    </a:cubicBezTo>
                    <a:lnTo>
                      <a:pt x="123" y="3486"/>
                    </a:lnTo>
                    <a:cubicBezTo>
                      <a:pt x="1518" y="2361"/>
                      <a:pt x="1193" y="583"/>
                      <a:pt x="1066" y="95"/>
                    </a:cubicBezTo>
                    <a:cubicBezTo>
                      <a:pt x="1026" y="64"/>
                      <a:pt x="983" y="32"/>
                      <a:pt x="9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6"/>
              <p:cNvSpPr/>
              <p:nvPr/>
            </p:nvSpPr>
            <p:spPr>
              <a:xfrm>
                <a:off x="4851650" y="3440900"/>
                <a:ext cx="120925" cy="61225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2449" extrusionOk="0">
                    <a:moveTo>
                      <a:pt x="535" y="1"/>
                    </a:moveTo>
                    <a:cubicBezTo>
                      <a:pt x="361" y="1"/>
                      <a:pt x="183" y="5"/>
                      <a:pt x="1" y="13"/>
                    </a:cubicBezTo>
                    <a:cubicBezTo>
                      <a:pt x="4" y="76"/>
                      <a:pt x="8" y="143"/>
                      <a:pt x="8" y="211"/>
                    </a:cubicBezTo>
                    <a:cubicBezTo>
                      <a:pt x="187" y="203"/>
                      <a:pt x="357" y="199"/>
                      <a:pt x="519" y="199"/>
                    </a:cubicBezTo>
                    <a:cubicBezTo>
                      <a:pt x="2500" y="199"/>
                      <a:pt x="3506" y="757"/>
                      <a:pt x="4009" y="1249"/>
                    </a:cubicBezTo>
                    <a:cubicBezTo>
                      <a:pt x="4599" y="1827"/>
                      <a:pt x="4639" y="2441"/>
                      <a:pt x="4639" y="2449"/>
                    </a:cubicBezTo>
                    <a:lnTo>
                      <a:pt x="4714" y="2445"/>
                    </a:lnTo>
                    <a:lnTo>
                      <a:pt x="4837" y="2437"/>
                    </a:lnTo>
                    <a:cubicBezTo>
                      <a:pt x="4837" y="2409"/>
                      <a:pt x="4793" y="1688"/>
                      <a:pt x="4068" y="1031"/>
                    </a:cubicBezTo>
                    <a:cubicBezTo>
                      <a:pt x="3312" y="345"/>
                      <a:pt x="2124" y="1"/>
                      <a:pt x="53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6"/>
              <p:cNvSpPr/>
              <p:nvPr/>
            </p:nvSpPr>
            <p:spPr>
              <a:xfrm>
                <a:off x="4838175" y="3381400"/>
                <a:ext cx="5475" cy="270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108" extrusionOk="0">
                    <a:moveTo>
                      <a:pt x="191" y="0"/>
                    </a:moveTo>
                    <a:lnTo>
                      <a:pt x="1" y="56"/>
                    </a:lnTo>
                    <a:cubicBezTo>
                      <a:pt x="1" y="56"/>
                      <a:pt x="1" y="64"/>
                      <a:pt x="5" y="80"/>
                    </a:cubicBezTo>
                    <a:cubicBezTo>
                      <a:pt x="76" y="88"/>
                      <a:pt x="147" y="95"/>
                      <a:pt x="219" y="107"/>
                    </a:cubicBezTo>
                    <a:cubicBezTo>
                      <a:pt x="203" y="40"/>
                      <a:pt x="191" y="0"/>
                      <a:pt x="191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6"/>
              <p:cNvSpPr/>
              <p:nvPr/>
            </p:nvSpPr>
            <p:spPr>
              <a:xfrm>
                <a:off x="4838275" y="3383375"/>
                <a:ext cx="13800" cy="94600"/>
              </a:xfrm>
              <a:custGeom>
                <a:avLst/>
                <a:gdLst/>
                <a:ahLst/>
                <a:cxnLst/>
                <a:rect l="l" t="t" r="r" b="b"/>
                <a:pathLst>
                  <a:path w="552" h="3784" extrusionOk="0">
                    <a:moveTo>
                      <a:pt x="1" y="1"/>
                    </a:moveTo>
                    <a:cubicBezTo>
                      <a:pt x="60" y="214"/>
                      <a:pt x="496" y="1866"/>
                      <a:pt x="294" y="3763"/>
                    </a:cubicBezTo>
                    <a:lnTo>
                      <a:pt x="492" y="3783"/>
                    </a:lnTo>
                    <a:cubicBezTo>
                      <a:pt x="539" y="3340"/>
                      <a:pt x="551" y="2912"/>
                      <a:pt x="543" y="2512"/>
                    </a:cubicBezTo>
                    <a:cubicBezTo>
                      <a:pt x="543" y="2444"/>
                      <a:pt x="539" y="2377"/>
                      <a:pt x="536" y="2314"/>
                    </a:cubicBezTo>
                    <a:cubicBezTo>
                      <a:pt x="492" y="1197"/>
                      <a:pt x="290" y="321"/>
                      <a:pt x="215" y="28"/>
                    </a:cubicBezTo>
                    <a:cubicBezTo>
                      <a:pt x="143" y="16"/>
                      <a:pt x="72" y="9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6"/>
              <p:cNvSpPr/>
              <p:nvPr/>
            </p:nvSpPr>
            <p:spPr>
              <a:xfrm>
                <a:off x="5125250" y="3814225"/>
                <a:ext cx="3775" cy="250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00" extrusionOk="0">
                    <a:moveTo>
                      <a:pt x="151" y="0"/>
                    </a:moveTo>
                    <a:lnTo>
                      <a:pt x="151" y="0"/>
                    </a:lnTo>
                    <a:cubicBezTo>
                      <a:pt x="99" y="32"/>
                      <a:pt x="52" y="60"/>
                      <a:pt x="0" y="91"/>
                    </a:cubicBezTo>
                    <a:cubicBezTo>
                      <a:pt x="92" y="95"/>
                      <a:pt x="147" y="99"/>
                      <a:pt x="147" y="99"/>
                    </a:cubicBez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6"/>
              <p:cNvSpPr/>
              <p:nvPr/>
            </p:nvSpPr>
            <p:spPr>
              <a:xfrm>
                <a:off x="5050200" y="3764125"/>
                <a:ext cx="78825" cy="52400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2096" extrusionOk="0">
                    <a:moveTo>
                      <a:pt x="194" y="0"/>
                    </a:moveTo>
                    <a:lnTo>
                      <a:pt x="0" y="52"/>
                    </a:lnTo>
                    <a:cubicBezTo>
                      <a:pt x="475" y="1786"/>
                      <a:pt x="2444" y="2052"/>
                      <a:pt x="3002" y="2095"/>
                    </a:cubicBezTo>
                    <a:cubicBezTo>
                      <a:pt x="3054" y="2064"/>
                      <a:pt x="3101" y="2036"/>
                      <a:pt x="3153" y="2004"/>
                    </a:cubicBezTo>
                    <a:lnTo>
                      <a:pt x="3153" y="1905"/>
                    </a:lnTo>
                    <a:cubicBezTo>
                      <a:pt x="3129" y="1905"/>
                      <a:pt x="705" y="1874"/>
                      <a:pt x="19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6"/>
              <p:cNvSpPr/>
              <p:nvPr/>
            </p:nvSpPr>
            <p:spPr>
              <a:xfrm>
                <a:off x="4693800" y="3582400"/>
                <a:ext cx="17275" cy="58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2346" extrusionOk="0">
                    <a:moveTo>
                      <a:pt x="163" y="1"/>
                    </a:moveTo>
                    <a:lnTo>
                      <a:pt x="1" y="116"/>
                    </a:lnTo>
                    <a:cubicBezTo>
                      <a:pt x="488" y="793"/>
                      <a:pt x="401" y="1914"/>
                      <a:pt x="365" y="2231"/>
                    </a:cubicBezTo>
                    <a:cubicBezTo>
                      <a:pt x="357" y="2282"/>
                      <a:pt x="353" y="2314"/>
                      <a:pt x="353" y="2314"/>
                    </a:cubicBezTo>
                    <a:lnTo>
                      <a:pt x="551" y="2346"/>
                    </a:lnTo>
                    <a:cubicBezTo>
                      <a:pt x="551" y="2338"/>
                      <a:pt x="555" y="2298"/>
                      <a:pt x="563" y="2239"/>
                    </a:cubicBezTo>
                    <a:cubicBezTo>
                      <a:pt x="603" y="1886"/>
                      <a:pt x="690" y="734"/>
                      <a:pt x="16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6"/>
              <p:cNvSpPr/>
              <p:nvPr/>
            </p:nvSpPr>
            <p:spPr>
              <a:xfrm>
                <a:off x="4677875" y="3387050"/>
                <a:ext cx="2700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56" extrusionOk="0">
                    <a:moveTo>
                      <a:pt x="79" y="0"/>
                    </a:moveTo>
                    <a:lnTo>
                      <a:pt x="0" y="56"/>
                    </a:lnTo>
                    <a:cubicBezTo>
                      <a:pt x="36" y="48"/>
                      <a:pt x="71" y="44"/>
                      <a:pt x="107" y="36"/>
                    </a:cubicBezTo>
                    <a:cubicBezTo>
                      <a:pt x="91" y="12"/>
                      <a:pt x="83" y="0"/>
                      <a:pt x="79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6"/>
              <p:cNvSpPr/>
              <p:nvPr/>
            </p:nvSpPr>
            <p:spPr>
              <a:xfrm>
                <a:off x="4675875" y="3387925"/>
                <a:ext cx="75400" cy="74500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980" extrusionOk="0">
                    <a:moveTo>
                      <a:pt x="187" y="1"/>
                    </a:moveTo>
                    <a:cubicBezTo>
                      <a:pt x="151" y="9"/>
                      <a:pt x="116" y="13"/>
                      <a:pt x="80" y="21"/>
                    </a:cubicBezTo>
                    <a:lnTo>
                      <a:pt x="1" y="80"/>
                    </a:lnTo>
                    <a:cubicBezTo>
                      <a:pt x="13" y="100"/>
                      <a:pt x="1352" y="1930"/>
                      <a:pt x="2904" y="2979"/>
                    </a:cubicBezTo>
                    <a:lnTo>
                      <a:pt x="3015" y="2813"/>
                    </a:lnTo>
                    <a:cubicBezTo>
                      <a:pt x="1613" y="1866"/>
                      <a:pt x="385" y="262"/>
                      <a:pt x="1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6"/>
              <p:cNvSpPr/>
              <p:nvPr/>
            </p:nvSpPr>
            <p:spPr>
              <a:xfrm>
                <a:off x="4641225" y="3677775"/>
                <a:ext cx="151625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6065" h="5178" extrusionOk="0">
                    <a:moveTo>
                      <a:pt x="3102" y="0"/>
                    </a:moveTo>
                    <a:cubicBezTo>
                      <a:pt x="2999" y="0"/>
                      <a:pt x="2892" y="4"/>
                      <a:pt x="2789" y="16"/>
                    </a:cubicBezTo>
                    <a:cubicBezTo>
                      <a:pt x="1189" y="167"/>
                      <a:pt x="1" y="1442"/>
                      <a:pt x="135" y="2864"/>
                    </a:cubicBezTo>
                    <a:cubicBezTo>
                      <a:pt x="262" y="4195"/>
                      <a:pt x="1498" y="5177"/>
                      <a:pt x="2963" y="5177"/>
                    </a:cubicBezTo>
                    <a:cubicBezTo>
                      <a:pt x="3066" y="5177"/>
                      <a:pt x="3173" y="5173"/>
                      <a:pt x="3276" y="5165"/>
                    </a:cubicBezTo>
                    <a:cubicBezTo>
                      <a:pt x="4876" y="5011"/>
                      <a:pt x="6065" y="3735"/>
                      <a:pt x="5930" y="2313"/>
                    </a:cubicBezTo>
                    <a:cubicBezTo>
                      <a:pt x="5803" y="986"/>
                      <a:pt x="4568" y="0"/>
                      <a:pt x="31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6"/>
              <p:cNvSpPr/>
              <p:nvPr/>
            </p:nvSpPr>
            <p:spPr>
              <a:xfrm>
                <a:off x="4969200" y="3624100"/>
                <a:ext cx="1474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898" h="5178" extrusionOk="0">
                    <a:moveTo>
                      <a:pt x="3022" y="0"/>
                    </a:moveTo>
                    <a:cubicBezTo>
                      <a:pt x="2919" y="0"/>
                      <a:pt x="2816" y="4"/>
                      <a:pt x="2713" y="16"/>
                    </a:cubicBezTo>
                    <a:cubicBezTo>
                      <a:pt x="1905" y="92"/>
                      <a:pt x="1204" y="452"/>
                      <a:pt x="725" y="975"/>
                    </a:cubicBezTo>
                    <a:cubicBezTo>
                      <a:pt x="1133" y="1121"/>
                      <a:pt x="1414" y="1181"/>
                      <a:pt x="1422" y="1181"/>
                    </a:cubicBezTo>
                    <a:lnTo>
                      <a:pt x="1458" y="1189"/>
                    </a:lnTo>
                    <a:lnTo>
                      <a:pt x="1481" y="1216"/>
                    </a:lnTo>
                    <a:cubicBezTo>
                      <a:pt x="2690" y="2848"/>
                      <a:pt x="3949" y="3672"/>
                      <a:pt x="5224" y="3672"/>
                    </a:cubicBezTo>
                    <a:cubicBezTo>
                      <a:pt x="5276" y="3672"/>
                      <a:pt x="5327" y="3668"/>
                      <a:pt x="5379" y="3668"/>
                    </a:cubicBezTo>
                    <a:cubicBezTo>
                      <a:pt x="5446" y="3664"/>
                      <a:pt x="5514" y="3656"/>
                      <a:pt x="5581" y="3648"/>
                    </a:cubicBezTo>
                    <a:cubicBezTo>
                      <a:pt x="5795" y="3244"/>
                      <a:pt x="5898" y="2789"/>
                      <a:pt x="5850" y="2314"/>
                    </a:cubicBezTo>
                    <a:cubicBezTo>
                      <a:pt x="5724" y="987"/>
                      <a:pt x="4492" y="0"/>
                      <a:pt x="3022" y="0"/>
                    </a:cubicBezTo>
                    <a:close/>
                    <a:moveTo>
                      <a:pt x="586" y="1137"/>
                    </a:moveTo>
                    <a:cubicBezTo>
                      <a:pt x="202" y="1628"/>
                      <a:pt x="0" y="2230"/>
                      <a:pt x="60" y="2864"/>
                    </a:cubicBezTo>
                    <a:cubicBezTo>
                      <a:pt x="186" y="4191"/>
                      <a:pt x="1422" y="5177"/>
                      <a:pt x="2888" y="5177"/>
                    </a:cubicBezTo>
                    <a:cubicBezTo>
                      <a:pt x="2991" y="5177"/>
                      <a:pt x="3094" y="5173"/>
                      <a:pt x="3200" y="5161"/>
                    </a:cubicBezTo>
                    <a:cubicBezTo>
                      <a:pt x="4171" y="5070"/>
                      <a:pt x="4991" y="4563"/>
                      <a:pt x="5454" y="3862"/>
                    </a:cubicBezTo>
                    <a:cubicBezTo>
                      <a:pt x="5434" y="3862"/>
                      <a:pt x="5411" y="3862"/>
                      <a:pt x="5387" y="3866"/>
                    </a:cubicBezTo>
                    <a:cubicBezTo>
                      <a:pt x="5331" y="3866"/>
                      <a:pt x="5276" y="3870"/>
                      <a:pt x="5221" y="3870"/>
                    </a:cubicBezTo>
                    <a:cubicBezTo>
                      <a:pt x="3890" y="3870"/>
                      <a:pt x="2583" y="3027"/>
                      <a:pt x="1343" y="1367"/>
                    </a:cubicBezTo>
                    <a:cubicBezTo>
                      <a:pt x="1244" y="1343"/>
                      <a:pt x="959" y="1276"/>
                      <a:pt x="586" y="1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6"/>
              <p:cNvSpPr/>
              <p:nvPr/>
            </p:nvSpPr>
            <p:spPr>
              <a:xfrm>
                <a:off x="4983850" y="3648450"/>
                <a:ext cx="124875" cy="72425"/>
              </a:xfrm>
              <a:custGeom>
                <a:avLst/>
                <a:gdLst/>
                <a:ahLst/>
                <a:cxnLst/>
                <a:rect l="l" t="t" r="r" b="b"/>
                <a:pathLst>
                  <a:path w="4995" h="2897" extrusionOk="0">
                    <a:moveTo>
                      <a:pt x="139" y="1"/>
                    </a:moveTo>
                    <a:cubicBezTo>
                      <a:pt x="91" y="56"/>
                      <a:pt x="44" y="108"/>
                      <a:pt x="0" y="163"/>
                    </a:cubicBezTo>
                    <a:cubicBezTo>
                      <a:pt x="373" y="302"/>
                      <a:pt x="658" y="369"/>
                      <a:pt x="757" y="393"/>
                    </a:cubicBezTo>
                    <a:cubicBezTo>
                      <a:pt x="1997" y="2053"/>
                      <a:pt x="3304" y="2896"/>
                      <a:pt x="4635" y="2896"/>
                    </a:cubicBezTo>
                    <a:cubicBezTo>
                      <a:pt x="4690" y="2896"/>
                      <a:pt x="4745" y="2892"/>
                      <a:pt x="4801" y="2892"/>
                    </a:cubicBezTo>
                    <a:cubicBezTo>
                      <a:pt x="4825" y="2888"/>
                      <a:pt x="4848" y="2888"/>
                      <a:pt x="4868" y="2888"/>
                    </a:cubicBezTo>
                    <a:cubicBezTo>
                      <a:pt x="4916" y="2817"/>
                      <a:pt x="4955" y="2746"/>
                      <a:pt x="4995" y="2674"/>
                    </a:cubicBezTo>
                    <a:lnTo>
                      <a:pt x="4995" y="2674"/>
                    </a:lnTo>
                    <a:cubicBezTo>
                      <a:pt x="4928" y="2682"/>
                      <a:pt x="4860" y="2690"/>
                      <a:pt x="4793" y="2694"/>
                    </a:cubicBezTo>
                    <a:cubicBezTo>
                      <a:pt x="4741" y="2694"/>
                      <a:pt x="4690" y="2698"/>
                      <a:pt x="4638" y="2698"/>
                    </a:cubicBezTo>
                    <a:cubicBezTo>
                      <a:pt x="3363" y="2698"/>
                      <a:pt x="2104" y="1874"/>
                      <a:pt x="895" y="242"/>
                    </a:cubicBezTo>
                    <a:lnTo>
                      <a:pt x="872" y="215"/>
                    </a:lnTo>
                    <a:lnTo>
                      <a:pt x="836" y="207"/>
                    </a:lnTo>
                    <a:cubicBezTo>
                      <a:pt x="828" y="207"/>
                      <a:pt x="547" y="147"/>
                      <a:pt x="13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6"/>
              <p:cNvSpPr/>
              <p:nvPr/>
            </p:nvSpPr>
            <p:spPr>
              <a:xfrm>
                <a:off x="4705600" y="3629600"/>
                <a:ext cx="65075" cy="62200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88" extrusionOk="0">
                    <a:moveTo>
                      <a:pt x="1301" y="1"/>
                    </a:moveTo>
                    <a:cubicBezTo>
                      <a:pt x="1263" y="1"/>
                      <a:pt x="1224" y="3"/>
                      <a:pt x="1185" y="6"/>
                    </a:cubicBezTo>
                    <a:cubicBezTo>
                      <a:pt x="499" y="74"/>
                      <a:pt x="0" y="680"/>
                      <a:pt x="64" y="1361"/>
                    </a:cubicBezTo>
                    <a:cubicBezTo>
                      <a:pt x="127" y="2007"/>
                      <a:pt x="669" y="2487"/>
                      <a:pt x="1302" y="2487"/>
                    </a:cubicBezTo>
                    <a:cubicBezTo>
                      <a:pt x="1340" y="2487"/>
                      <a:pt x="1379" y="2485"/>
                      <a:pt x="1418" y="2482"/>
                    </a:cubicBezTo>
                    <a:cubicBezTo>
                      <a:pt x="2103" y="2414"/>
                      <a:pt x="2603" y="1808"/>
                      <a:pt x="2539" y="1127"/>
                    </a:cubicBezTo>
                    <a:cubicBezTo>
                      <a:pt x="2476" y="481"/>
                      <a:pt x="1934" y="1"/>
                      <a:pt x="13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6"/>
              <p:cNvSpPr/>
              <p:nvPr/>
            </p:nvSpPr>
            <p:spPr>
              <a:xfrm>
                <a:off x="4961675" y="3591000"/>
                <a:ext cx="65075" cy="62100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84" extrusionOk="0">
                    <a:moveTo>
                      <a:pt x="1301" y="0"/>
                    </a:moveTo>
                    <a:cubicBezTo>
                      <a:pt x="1262" y="0"/>
                      <a:pt x="1223" y="2"/>
                      <a:pt x="1184" y="5"/>
                    </a:cubicBezTo>
                    <a:cubicBezTo>
                      <a:pt x="499" y="69"/>
                      <a:pt x="0" y="675"/>
                      <a:pt x="63" y="1360"/>
                    </a:cubicBezTo>
                    <a:cubicBezTo>
                      <a:pt x="123" y="2000"/>
                      <a:pt x="665" y="2483"/>
                      <a:pt x="1296" y="2483"/>
                    </a:cubicBezTo>
                    <a:cubicBezTo>
                      <a:pt x="1336" y="2483"/>
                      <a:pt x="1377" y="2481"/>
                      <a:pt x="1418" y="2477"/>
                    </a:cubicBezTo>
                    <a:cubicBezTo>
                      <a:pt x="2099" y="2414"/>
                      <a:pt x="2602" y="1808"/>
                      <a:pt x="2539" y="1126"/>
                    </a:cubicBezTo>
                    <a:cubicBezTo>
                      <a:pt x="2476" y="481"/>
                      <a:pt x="1933" y="0"/>
                      <a:pt x="13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6"/>
              <p:cNvSpPr/>
              <p:nvPr/>
            </p:nvSpPr>
            <p:spPr>
              <a:xfrm>
                <a:off x="4756200" y="3659600"/>
                <a:ext cx="264400" cy="143325"/>
              </a:xfrm>
              <a:custGeom>
                <a:avLst/>
                <a:gdLst/>
                <a:ahLst/>
                <a:cxnLst/>
                <a:rect l="l" t="t" r="r" b="b"/>
                <a:pathLst>
                  <a:path w="10576" h="5733" extrusionOk="0">
                    <a:moveTo>
                      <a:pt x="9602" y="0"/>
                    </a:moveTo>
                    <a:cubicBezTo>
                      <a:pt x="8977" y="0"/>
                      <a:pt x="8273" y="554"/>
                      <a:pt x="7807" y="834"/>
                    </a:cubicBezTo>
                    <a:cubicBezTo>
                      <a:pt x="7775" y="854"/>
                      <a:pt x="7744" y="874"/>
                      <a:pt x="7712" y="890"/>
                    </a:cubicBezTo>
                    <a:cubicBezTo>
                      <a:pt x="7661" y="921"/>
                      <a:pt x="7609" y="945"/>
                      <a:pt x="7558" y="977"/>
                    </a:cubicBezTo>
                    <a:cubicBezTo>
                      <a:pt x="6686" y="1448"/>
                      <a:pt x="5716" y="1741"/>
                      <a:pt x="4730" y="1832"/>
                    </a:cubicBezTo>
                    <a:cubicBezTo>
                      <a:pt x="4666" y="1840"/>
                      <a:pt x="4607" y="1848"/>
                      <a:pt x="4547" y="1852"/>
                    </a:cubicBezTo>
                    <a:cubicBezTo>
                      <a:pt x="4369" y="1864"/>
                      <a:pt x="4190" y="1871"/>
                      <a:pt x="4012" y="1871"/>
                    </a:cubicBezTo>
                    <a:cubicBezTo>
                      <a:pt x="3560" y="1871"/>
                      <a:pt x="3109" y="1830"/>
                      <a:pt x="2666" y="1745"/>
                    </a:cubicBezTo>
                    <a:cubicBezTo>
                      <a:pt x="2472" y="1710"/>
                      <a:pt x="2274" y="1666"/>
                      <a:pt x="2068" y="1622"/>
                    </a:cubicBezTo>
                    <a:cubicBezTo>
                      <a:pt x="2008" y="1610"/>
                      <a:pt x="1953" y="1603"/>
                      <a:pt x="1894" y="1591"/>
                    </a:cubicBezTo>
                    <a:cubicBezTo>
                      <a:pt x="1688" y="1553"/>
                      <a:pt x="1484" y="1526"/>
                      <a:pt x="1290" y="1526"/>
                    </a:cubicBezTo>
                    <a:cubicBezTo>
                      <a:pt x="803" y="1526"/>
                      <a:pt x="384" y="1696"/>
                      <a:pt x="182" y="2300"/>
                    </a:cubicBezTo>
                    <a:cubicBezTo>
                      <a:pt x="0" y="2842"/>
                      <a:pt x="155" y="3448"/>
                      <a:pt x="448" y="3936"/>
                    </a:cubicBezTo>
                    <a:cubicBezTo>
                      <a:pt x="670" y="4308"/>
                      <a:pt x="943" y="4609"/>
                      <a:pt x="1256" y="4854"/>
                    </a:cubicBezTo>
                    <a:cubicBezTo>
                      <a:pt x="1307" y="4898"/>
                      <a:pt x="1359" y="4934"/>
                      <a:pt x="1414" y="4973"/>
                    </a:cubicBezTo>
                    <a:cubicBezTo>
                      <a:pt x="2184" y="5512"/>
                      <a:pt x="3166" y="5733"/>
                      <a:pt x="4176" y="5733"/>
                    </a:cubicBezTo>
                    <a:cubicBezTo>
                      <a:pt x="4568" y="5733"/>
                      <a:pt x="4965" y="5700"/>
                      <a:pt x="5355" y="5639"/>
                    </a:cubicBezTo>
                    <a:cubicBezTo>
                      <a:pt x="5415" y="5631"/>
                      <a:pt x="5474" y="5619"/>
                      <a:pt x="5534" y="5611"/>
                    </a:cubicBezTo>
                    <a:cubicBezTo>
                      <a:pt x="6421" y="5453"/>
                      <a:pt x="7268" y="5151"/>
                      <a:pt x="7946" y="4779"/>
                    </a:cubicBezTo>
                    <a:cubicBezTo>
                      <a:pt x="8342" y="4557"/>
                      <a:pt x="8726" y="4312"/>
                      <a:pt x="9075" y="4031"/>
                    </a:cubicBezTo>
                    <a:cubicBezTo>
                      <a:pt x="9122" y="3995"/>
                      <a:pt x="9170" y="3959"/>
                      <a:pt x="9213" y="3916"/>
                    </a:cubicBezTo>
                    <a:cubicBezTo>
                      <a:pt x="10013" y="3234"/>
                      <a:pt x="10576" y="2363"/>
                      <a:pt x="10564" y="1203"/>
                    </a:cubicBezTo>
                    <a:cubicBezTo>
                      <a:pt x="10560" y="985"/>
                      <a:pt x="10528" y="767"/>
                      <a:pt x="10445" y="577"/>
                    </a:cubicBezTo>
                    <a:cubicBezTo>
                      <a:pt x="10350" y="355"/>
                      <a:pt x="10196" y="169"/>
                      <a:pt x="9946" y="66"/>
                    </a:cubicBezTo>
                    <a:cubicBezTo>
                      <a:pt x="9836" y="20"/>
                      <a:pt x="9720" y="0"/>
                      <a:pt x="96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6"/>
              <p:cNvSpPr/>
              <p:nvPr/>
            </p:nvSpPr>
            <p:spPr>
              <a:xfrm>
                <a:off x="4869875" y="3705400"/>
                <a:ext cx="24675" cy="95175"/>
              </a:xfrm>
              <a:custGeom>
                <a:avLst/>
                <a:gdLst/>
                <a:ahLst/>
                <a:cxnLst/>
                <a:rect l="l" t="t" r="r" b="b"/>
                <a:pathLst>
                  <a:path w="987" h="3807" extrusionOk="0">
                    <a:moveTo>
                      <a:pt x="183" y="0"/>
                    </a:moveTo>
                    <a:cubicBezTo>
                      <a:pt x="119" y="8"/>
                      <a:pt x="60" y="16"/>
                      <a:pt x="0" y="20"/>
                    </a:cubicBezTo>
                    <a:cubicBezTo>
                      <a:pt x="238" y="1149"/>
                      <a:pt x="650" y="3102"/>
                      <a:pt x="808" y="3807"/>
                    </a:cubicBezTo>
                    <a:cubicBezTo>
                      <a:pt x="868" y="3799"/>
                      <a:pt x="927" y="3787"/>
                      <a:pt x="987" y="3779"/>
                    </a:cubicBezTo>
                    <a:cubicBezTo>
                      <a:pt x="844" y="3157"/>
                      <a:pt x="480" y="1426"/>
                      <a:pt x="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6"/>
              <p:cNvSpPr/>
              <p:nvPr/>
            </p:nvSpPr>
            <p:spPr>
              <a:xfrm>
                <a:off x="4945125" y="3681825"/>
                <a:ext cx="41425" cy="78550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3142" extrusionOk="0">
                    <a:moveTo>
                      <a:pt x="155" y="1"/>
                    </a:moveTo>
                    <a:cubicBezTo>
                      <a:pt x="104" y="32"/>
                      <a:pt x="52" y="56"/>
                      <a:pt x="1" y="88"/>
                    </a:cubicBezTo>
                    <a:lnTo>
                      <a:pt x="1518" y="3142"/>
                    </a:lnTo>
                    <a:cubicBezTo>
                      <a:pt x="1565" y="3106"/>
                      <a:pt x="1613" y="3070"/>
                      <a:pt x="1656" y="3027"/>
                    </a:cubicBezTo>
                    <a:lnTo>
                      <a:pt x="1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6"/>
              <p:cNvSpPr/>
              <p:nvPr/>
            </p:nvSpPr>
            <p:spPr>
              <a:xfrm>
                <a:off x="4787575" y="3699350"/>
                <a:ext cx="20325" cy="8460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3384" extrusionOk="0">
                    <a:moveTo>
                      <a:pt x="639" y="1"/>
                    </a:moveTo>
                    <a:lnTo>
                      <a:pt x="1" y="3264"/>
                    </a:lnTo>
                    <a:cubicBezTo>
                      <a:pt x="52" y="3308"/>
                      <a:pt x="104" y="3344"/>
                      <a:pt x="159" y="3383"/>
                    </a:cubicBezTo>
                    <a:lnTo>
                      <a:pt x="813" y="32"/>
                    </a:lnTo>
                    <a:cubicBezTo>
                      <a:pt x="753" y="20"/>
                      <a:pt x="698" y="13"/>
                      <a:pt x="6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6"/>
              <p:cNvSpPr/>
              <p:nvPr/>
            </p:nvSpPr>
            <p:spPr>
              <a:xfrm>
                <a:off x="5093750" y="3403325"/>
                <a:ext cx="339675" cy="271900"/>
              </a:xfrm>
              <a:custGeom>
                <a:avLst/>
                <a:gdLst/>
                <a:ahLst/>
                <a:cxnLst/>
                <a:rect l="l" t="t" r="r" b="b"/>
                <a:pathLst>
                  <a:path w="13587" h="10876" extrusionOk="0">
                    <a:moveTo>
                      <a:pt x="8026" y="0"/>
                    </a:moveTo>
                    <a:cubicBezTo>
                      <a:pt x="7283" y="0"/>
                      <a:pt x="6343" y="1045"/>
                      <a:pt x="6572" y="2660"/>
                    </a:cubicBezTo>
                    <a:cubicBezTo>
                      <a:pt x="6084" y="858"/>
                      <a:pt x="5201" y="168"/>
                      <a:pt x="4531" y="168"/>
                    </a:cubicBezTo>
                    <a:cubicBezTo>
                      <a:pt x="3547" y="168"/>
                      <a:pt x="3025" y="1659"/>
                      <a:pt x="4898" y="3307"/>
                    </a:cubicBezTo>
                    <a:lnTo>
                      <a:pt x="4898" y="3307"/>
                    </a:lnTo>
                    <a:cubicBezTo>
                      <a:pt x="4364" y="2879"/>
                      <a:pt x="3133" y="1986"/>
                      <a:pt x="2122" y="1986"/>
                    </a:cubicBezTo>
                    <a:cubicBezTo>
                      <a:pt x="1894" y="1986"/>
                      <a:pt x="1677" y="2031"/>
                      <a:pt x="1482" y="2138"/>
                    </a:cubicBezTo>
                    <a:cubicBezTo>
                      <a:pt x="163" y="3001"/>
                      <a:pt x="2615" y="3936"/>
                      <a:pt x="4096" y="4574"/>
                    </a:cubicBezTo>
                    <a:cubicBezTo>
                      <a:pt x="3794" y="4530"/>
                      <a:pt x="3511" y="4510"/>
                      <a:pt x="3249" y="4510"/>
                    </a:cubicBezTo>
                    <a:cubicBezTo>
                      <a:pt x="366" y="4510"/>
                      <a:pt x="0" y="6921"/>
                      <a:pt x="2856" y="6921"/>
                    </a:cubicBezTo>
                    <a:cubicBezTo>
                      <a:pt x="3295" y="6921"/>
                      <a:pt x="3811" y="6864"/>
                      <a:pt x="4405" y="6732"/>
                    </a:cubicBezTo>
                    <a:lnTo>
                      <a:pt x="4405" y="6732"/>
                    </a:lnTo>
                    <a:cubicBezTo>
                      <a:pt x="1515" y="7835"/>
                      <a:pt x="2104" y="10342"/>
                      <a:pt x="3556" y="10342"/>
                    </a:cubicBezTo>
                    <a:cubicBezTo>
                      <a:pt x="4185" y="10342"/>
                      <a:pt x="4976" y="9871"/>
                      <a:pt x="5716" y="8610"/>
                    </a:cubicBezTo>
                    <a:lnTo>
                      <a:pt x="5716" y="8610"/>
                    </a:lnTo>
                    <a:cubicBezTo>
                      <a:pt x="5247" y="10176"/>
                      <a:pt x="5528" y="10814"/>
                      <a:pt x="5982" y="10814"/>
                    </a:cubicBezTo>
                    <a:cubicBezTo>
                      <a:pt x="6466" y="10814"/>
                      <a:pt x="7147" y="10087"/>
                      <a:pt x="7321" y="8985"/>
                    </a:cubicBezTo>
                    <a:lnTo>
                      <a:pt x="7321" y="8985"/>
                    </a:lnTo>
                    <a:cubicBezTo>
                      <a:pt x="7445" y="10184"/>
                      <a:pt x="8205" y="10875"/>
                      <a:pt x="8836" y="10875"/>
                    </a:cubicBezTo>
                    <a:cubicBezTo>
                      <a:pt x="9512" y="10875"/>
                      <a:pt x="10040" y="10084"/>
                      <a:pt x="9483" y="8277"/>
                    </a:cubicBezTo>
                    <a:lnTo>
                      <a:pt x="9483" y="8277"/>
                    </a:lnTo>
                    <a:cubicBezTo>
                      <a:pt x="9685" y="8578"/>
                      <a:pt x="10224" y="9287"/>
                      <a:pt x="11147" y="9505"/>
                    </a:cubicBezTo>
                    <a:cubicBezTo>
                      <a:pt x="11348" y="9568"/>
                      <a:pt x="11546" y="9600"/>
                      <a:pt x="11730" y="9600"/>
                    </a:cubicBezTo>
                    <a:cubicBezTo>
                      <a:pt x="12445" y="9600"/>
                      <a:pt x="12956" y="9122"/>
                      <a:pt x="12628" y="8146"/>
                    </a:cubicBezTo>
                    <a:cubicBezTo>
                      <a:pt x="12149" y="6720"/>
                      <a:pt x="9673" y="6411"/>
                      <a:pt x="9709" y="6293"/>
                    </a:cubicBezTo>
                    <a:cubicBezTo>
                      <a:pt x="9712" y="6282"/>
                      <a:pt x="9736" y="6277"/>
                      <a:pt x="9778" y="6277"/>
                    </a:cubicBezTo>
                    <a:cubicBezTo>
                      <a:pt x="9949" y="6277"/>
                      <a:pt x="10415" y="6359"/>
                      <a:pt x="10937" y="6455"/>
                    </a:cubicBezTo>
                    <a:cubicBezTo>
                      <a:pt x="11486" y="6553"/>
                      <a:pt x="11770" y="6615"/>
                      <a:pt x="12024" y="6615"/>
                    </a:cubicBezTo>
                    <a:cubicBezTo>
                      <a:pt x="12128" y="6615"/>
                      <a:pt x="12228" y="6605"/>
                      <a:pt x="12339" y="6582"/>
                    </a:cubicBezTo>
                    <a:cubicBezTo>
                      <a:pt x="12529" y="6542"/>
                      <a:pt x="12842" y="6475"/>
                      <a:pt x="13123" y="6213"/>
                    </a:cubicBezTo>
                    <a:cubicBezTo>
                      <a:pt x="13139" y="6197"/>
                      <a:pt x="13155" y="6182"/>
                      <a:pt x="13171" y="6166"/>
                    </a:cubicBezTo>
                    <a:cubicBezTo>
                      <a:pt x="13587" y="5734"/>
                      <a:pt x="13587" y="5049"/>
                      <a:pt x="13195" y="4593"/>
                    </a:cubicBezTo>
                    <a:cubicBezTo>
                      <a:pt x="12961" y="4320"/>
                      <a:pt x="12731" y="4181"/>
                      <a:pt x="12589" y="4114"/>
                    </a:cubicBezTo>
                    <a:cubicBezTo>
                      <a:pt x="12573" y="4106"/>
                      <a:pt x="12557" y="4098"/>
                      <a:pt x="12537" y="4090"/>
                    </a:cubicBezTo>
                    <a:cubicBezTo>
                      <a:pt x="12394" y="4030"/>
                      <a:pt x="12008" y="3905"/>
                      <a:pt x="11500" y="3905"/>
                    </a:cubicBezTo>
                    <a:cubicBezTo>
                      <a:pt x="11279" y="3905"/>
                      <a:pt x="11035" y="3929"/>
                      <a:pt x="10778" y="3991"/>
                    </a:cubicBezTo>
                    <a:cubicBezTo>
                      <a:pt x="10485" y="4061"/>
                      <a:pt x="10231" y="4168"/>
                      <a:pt x="10019" y="4283"/>
                    </a:cubicBezTo>
                    <a:lnTo>
                      <a:pt x="10019" y="4283"/>
                    </a:lnTo>
                    <a:cubicBezTo>
                      <a:pt x="11322" y="3306"/>
                      <a:pt x="11988" y="2379"/>
                      <a:pt x="11757" y="1825"/>
                    </a:cubicBezTo>
                    <a:cubicBezTo>
                      <a:pt x="11583" y="1405"/>
                      <a:pt x="10937" y="1318"/>
                      <a:pt x="10866" y="1306"/>
                    </a:cubicBezTo>
                    <a:cubicBezTo>
                      <a:pt x="10803" y="1298"/>
                      <a:pt x="10740" y="1294"/>
                      <a:pt x="10677" y="1294"/>
                    </a:cubicBezTo>
                    <a:cubicBezTo>
                      <a:pt x="9817" y="1294"/>
                      <a:pt x="8894" y="2038"/>
                      <a:pt x="8422" y="3278"/>
                    </a:cubicBezTo>
                    <a:cubicBezTo>
                      <a:pt x="9266" y="955"/>
                      <a:pt x="8736" y="0"/>
                      <a:pt x="80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6"/>
              <p:cNvSpPr/>
              <p:nvPr/>
            </p:nvSpPr>
            <p:spPr>
              <a:xfrm>
                <a:off x="4447450" y="3883925"/>
                <a:ext cx="362825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3" h="7753" extrusionOk="0">
                    <a:moveTo>
                      <a:pt x="4662" y="0"/>
                    </a:moveTo>
                    <a:cubicBezTo>
                      <a:pt x="2181" y="0"/>
                      <a:pt x="0" y="757"/>
                      <a:pt x="0" y="757"/>
                    </a:cubicBezTo>
                    <a:cubicBezTo>
                      <a:pt x="99" y="5071"/>
                      <a:pt x="6322" y="5356"/>
                      <a:pt x="6322" y="5356"/>
                    </a:cubicBezTo>
                    <a:lnTo>
                      <a:pt x="5363" y="6889"/>
                    </a:lnTo>
                    <a:lnTo>
                      <a:pt x="8199" y="7752"/>
                    </a:lnTo>
                    <a:lnTo>
                      <a:pt x="11400" y="4639"/>
                    </a:lnTo>
                    <a:cubicBezTo>
                      <a:pt x="13166" y="4568"/>
                      <a:pt x="14513" y="3478"/>
                      <a:pt x="14513" y="3478"/>
                    </a:cubicBezTo>
                    <a:cubicBezTo>
                      <a:pt x="13436" y="1304"/>
                      <a:pt x="8088" y="627"/>
                      <a:pt x="8088" y="627"/>
                    </a:cubicBezTo>
                    <a:cubicBezTo>
                      <a:pt x="7005" y="160"/>
                      <a:pt x="5802" y="0"/>
                      <a:pt x="4662" y="0"/>
                    </a:cubicBezTo>
                    <a:close/>
                  </a:path>
                </a:pathLst>
              </a:custGeom>
              <a:solidFill>
                <a:srgbClr val="6E61F4">
                  <a:alpha val="487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6"/>
              <p:cNvSpPr/>
              <p:nvPr/>
            </p:nvSpPr>
            <p:spPr>
              <a:xfrm>
                <a:off x="4195200" y="3765375"/>
                <a:ext cx="339700" cy="271975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10879" extrusionOk="0">
                    <a:moveTo>
                      <a:pt x="8028" y="1"/>
                    </a:moveTo>
                    <a:cubicBezTo>
                      <a:pt x="7285" y="1"/>
                      <a:pt x="6344" y="1047"/>
                      <a:pt x="6573" y="2663"/>
                    </a:cubicBezTo>
                    <a:cubicBezTo>
                      <a:pt x="6085" y="859"/>
                      <a:pt x="5201" y="168"/>
                      <a:pt x="4532" y="168"/>
                    </a:cubicBezTo>
                    <a:cubicBezTo>
                      <a:pt x="3551" y="168"/>
                      <a:pt x="3030" y="1649"/>
                      <a:pt x="4880" y="3293"/>
                    </a:cubicBezTo>
                    <a:lnTo>
                      <a:pt x="4880" y="3293"/>
                    </a:lnTo>
                    <a:cubicBezTo>
                      <a:pt x="4337" y="2857"/>
                      <a:pt x="3122" y="1985"/>
                      <a:pt x="2123" y="1985"/>
                    </a:cubicBezTo>
                    <a:cubicBezTo>
                      <a:pt x="1895" y="1985"/>
                      <a:pt x="1678" y="2030"/>
                      <a:pt x="1483" y="2136"/>
                    </a:cubicBezTo>
                    <a:cubicBezTo>
                      <a:pt x="164" y="3000"/>
                      <a:pt x="2616" y="3935"/>
                      <a:pt x="4097" y="4576"/>
                    </a:cubicBezTo>
                    <a:cubicBezTo>
                      <a:pt x="3793" y="4533"/>
                      <a:pt x="3509" y="4512"/>
                      <a:pt x="3246" y="4512"/>
                    </a:cubicBezTo>
                    <a:cubicBezTo>
                      <a:pt x="367" y="4512"/>
                      <a:pt x="0" y="6921"/>
                      <a:pt x="2852" y="6921"/>
                    </a:cubicBezTo>
                    <a:cubicBezTo>
                      <a:pt x="3293" y="6921"/>
                      <a:pt x="3810" y="6864"/>
                      <a:pt x="4406" y="6731"/>
                    </a:cubicBezTo>
                    <a:lnTo>
                      <a:pt x="4406" y="6731"/>
                    </a:lnTo>
                    <a:cubicBezTo>
                      <a:pt x="1516" y="7834"/>
                      <a:pt x="2105" y="10341"/>
                      <a:pt x="3557" y="10341"/>
                    </a:cubicBezTo>
                    <a:cubicBezTo>
                      <a:pt x="4186" y="10341"/>
                      <a:pt x="4977" y="9870"/>
                      <a:pt x="5717" y="8609"/>
                    </a:cubicBezTo>
                    <a:lnTo>
                      <a:pt x="5717" y="8609"/>
                    </a:lnTo>
                    <a:cubicBezTo>
                      <a:pt x="5248" y="10175"/>
                      <a:pt x="5529" y="10813"/>
                      <a:pt x="5983" y="10813"/>
                    </a:cubicBezTo>
                    <a:cubicBezTo>
                      <a:pt x="6467" y="10813"/>
                      <a:pt x="7147" y="10087"/>
                      <a:pt x="7322" y="8987"/>
                    </a:cubicBezTo>
                    <a:lnTo>
                      <a:pt x="7322" y="8987"/>
                    </a:lnTo>
                    <a:cubicBezTo>
                      <a:pt x="7446" y="10187"/>
                      <a:pt x="8206" y="10878"/>
                      <a:pt x="8837" y="10878"/>
                    </a:cubicBezTo>
                    <a:cubicBezTo>
                      <a:pt x="9513" y="10878"/>
                      <a:pt x="10041" y="10087"/>
                      <a:pt x="9484" y="8280"/>
                    </a:cubicBezTo>
                    <a:lnTo>
                      <a:pt x="9484" y="8280"/>
                    </a:lnTo>
                    <a:cubicBezTo>
                      <a:pt x="9686" y="8581"/>
                      <a:pt x="10225" y="9286"/>
                      <a:pt x="11148" y="9504"/>
                    </a:cubicBezTo>
                    <a:cubicBezTo>
                      <a:pt x="11350" y="9568"/>
                      <a:pt x="11550" y="9601"/>
                      <a:pt x="11735" y="9601"/>
                    </a:cubicBezTo>
                    <a:cubicBezTo>
                      <a:pt x="12448" y="9601"/>
                      <a:pt x="12956" y="9122"/>
                      <a:pt x="12629" y="8145"/>
                    </a:cubicBezTo>
                    <a:cubicBezTo>
                      <a:pt x="12150" y="6723"/>
                      <a:pt x="9674" y="6410"/>
                      <a:pt x="9710" y="6295"/>
                    </a:cubicBezTo>
                    <a:cubicBezTo>
                      <a:pt x="9713" y="6284"/>
                      <a:pt x="9737" y="6280"/>
                      <a:pt x="9779" y="6280"/>
                    </a:cubicBezTo>
                    <a:cubicBezTo>
                      <a:pt x="9951" y="6280"/>
                      <a:pt x="10416" y="6362"/>
                      <a:pt x="10938" y="6454"/>
                    </a:cubicBezTo>
                    <a:cubicBezTo>
                      <a:pt x="11488" y="6555"/>
                      <a:pt x="11772" y="6618"/>
                      <a:pt x="12026" y="6618"/>
                    </a:cubicBezTo>
                    <a:cubicBezTo>
                      <a:pt x="12130" y="6618"/>
                      <a:pt x="12229" y="6608"/>
                      <a:pt x="12340" y="6585"/>
                    </a:cubicBezTo>
                    <a:cubicBezTo>
                      <a:pt x="12530" y="6545"/>
                      <a:pt x="12843" y="6474"/>
                      <a:pt x="13124" y="6212"/>
                    </a:cubicBezTo>
                    <a:cubicBezTo>
                      <a:pt x="13140" y="6196"/>
                      <a:pt x="13156" y="6180"/>
                      <a:pt x="13172" y="6165"/>
                    </a:cubicBezTo>
                    <a:cubicBezTo>
                      <a:pt x="13588" y="5733"/>
                      <a:pt x="13588" y="5052"/>
                      <a:pt x="13196" y="4596"/>
                    </a:cubicBezTo>
                    <a:cubicBezTo>
                      <a:pt x="12962" y="4319"/>
                      <a:pt x="12732" y="4184"/>
                      <a:pt x="12590" y="4113"/>
                    </a:cubicBezTo>
                    <a:cubicBezTo>
                      <a:pt x="12574" y="4105"/>
                      <a:pt x="12558" y="4097"/>
                      <a:pt x="12538" y="4089"/>
                    </a:cubicBezTo>
                    <a:cubicBezTo>
                      <a:pt x="12394" y="4031"/>
                      <a:pt x="12005" y="3907"/>
                      <a:pt x="11494" y="3907"/>
                    </a:cubicBezTo>
                    <a:cubicBezTo>
                      <a:pt x="11275" y="3907"/>
                      <a:pt x="11034" y="3930"/>
                      <a:pt x="10779" y="3990"/>
                    </a:cubicBezTo>
                    <a:cubicBezTo>
                      <a:pt x="10491" y="4059"/>
                      <a:pt x="10242" y="4163"/>
                      <a:pt x="10031" y="4276"/>
                    </a:cubicBezTo>
                    <a:lnTo>
                      <a:pt x="10031" y="4276"/>
                    </a:lnTo>
                    <a:cubicBezTo>
                      <a:pt x="11327" y="3300"/>
                      <a:pt x="11988" y="2381"/>
                      <a:pt x="11758" y="1828"/>
                    </a:cubicBezTo>
                    <a:cubicBezTo>
                      <a:pt x="11583" y="1404"/>
                      <a:pt x="10938" y="1317"/>
                      <a:pt x="10863" y="1309"/>
                    </a:cubicBezTo>
                    <a:cubicBezTo>
                      <a:pt x="10799" y="1300"/>
                      <a:pt x="10734" y="1296"/>
                      <a:pt x="10669" y="1296"/>
                    </a:cubicBezTo>
                    <a:cubicBezTo>
                      <a:pt x="9814" y="1296"/>
                      <a:pt x="8894" y="2040"/>
                      <a:pt x="8423" y="3277"/>
                    </a:cubicBezTo>
                    <a:cubicBezTo>
                      <a:pt x="9266" y="955"/>
                      <a:pt x="8737" y="1"/>
                      <a:pt x="80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0" name="Google Shape;560;p36"/>
          <p:cNvGrpSpPr/>
          <p:nvPr/>
        </p:nvGrpSpPr>
        <p:grpSpPr>
          <a:xfrm>
            <a:off x="6840404" y="1111156"/>
            <a:ext cx="1678347" cy="1779498"/>
            <a:chOff x="2243025" y="2928722"/>
            <a:chExt cx="1078075" cy="1142975"/>
          </a:xfrm>
        </p:grpSpPr>
        <p:grpSp>
          <p:nvGrpSpPr>
            <p:cNvPr id="561" name="Google Shape;561;p36"/>
            <p:cNvGrpSpPr/>
            <p:nvPr/>
          </p:nvGrpSpPr>
          <p:grpSpPr>
            <a:xfrm>
              <a:off x="2243275" y="2928738"/>
              <a:ext cx="1077575" cy="1142900"/>
              <a:chOff x="2243275" y="2928738"/>
              <a:chExt cx="1077575" cy="1142900"/>
            </a:xfrm>
          </p:grpSpPr>
          <p:grpSp>
            <p:nvGrpSpPr>
              <p:cNvPr id="562" name="Google Shape;562;p36"/>
              <p:cNvGrpSpPr/>
              <p:nvPr/>
            </p:nvGrpSpPr>
            <p:grpSpPr>
              <a:xfrm>
                <a:off x="2243275" y="2928738"/>
                <a:ext cx="1077575" cy="1142900"/>
                <a:chOff x="2218725" y="2711700"/>
                <a:chExt cx="1077575" cy="1142900"/>
              </a:xfrm>
            </p:grpSpPr>
            <p:sp>
              <p:nvSpPr>
                <p:cNvPr id="563" name="Google Shape;563;p36"/>
                <p:cNvSpPr/>
                <p:nvPr/>
              </p:nvSpPr>
              <p:spPr>
                <a:xfrm>
                  <a:off x="2218725" y="2881875"/>
                  <a:ext cx="950025" cy="97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01" h="38909" extrusionOk="0">
                      <a:moveTo>
                        <a:pt x="24059" y="1"/>
                      </a:moveTo>
                      <a:lnTo>
                        <a:pt x="21044" y="5269"/>
                      </a:lnTo>
                      <a:lnTo>
                        <a:pt x="23306" y="5269"/>
                      </a:lnTo>
                      <a:lnTo>
                        <a:pt x="21745" y="8909"/>
                      </a:lnTo>
                      <a:cubicBezTo>
                        <a:pt x="20904" y="8808"/>
                        <a:pt x="20054" y="8759"/>
                        <a:pt x="19203" y="8759"/>
                      </a:cubicBezTo>
                      <a:cubicBezTo>
                        <a:pt x="11107" y="8759"/>
                        <a:pt x="2932" y="13162"/>
                        <a:pt x="1244" y="18771"/>
                      </a:cubicBezTo>
                      <a:cubicBezTo>
                        <a:pt x="1070" y="19349"/>
                        <a:pt x="0" y="23275"/>
                        <a:pt x="2309" y="26190"/>
                      </a:cubicBezTo>
                      <a:cubicBezTo>
                        <a:pt x="4269" y="28663"/>
                        <a:pt x="7672" y="28769"/>
                        <a:pt x="8240" y="28769"/>
                      </a:cubicBezTo>
                      <a:cubicBezTo>
                        <a:pt x="8294" y="28769"/>
                        <a:pt x="8322" y="28768"/>
                        <a:pt x="8322" y="28768"/>
                      </a:cubicBezTo>
                      <a:lnTo>
                        <a:pt x="8322" y="28768"/>
                      </a:lnTo>
                      <a:cubicBezTo>
                        <a:pt x="7534" y="32471"/>
                        <a:pt x="10390" y="34908"/>
                        <a:pt x="14189" y="34908"/>
                      </a:cubicBezTo>
                      <a:cubicBezTo>
                        <a:pt x="15263" y="34908"/>
                        <a:pt x="16411" y="34713"/>
                        <a:pt x="17575" y="34298"/>
                      </a:cubicBezTo>
                      <a:cubicBezTo>
                        <a:pt x="17575" y="34298"/>
                        <a:pt x="19028" y="35474"/>
                        <a:pt x="20929" y="35545"/>
                      </a:cubicBezTo>
                      <a:lnTo>
                        <a:pt x="24383" y="38908"/>
                      </a:lnTo>
                      <a:lnTo>
                        <a:pt x="27445" y="37973"/>
                      </a:lnTo>
                      <a:lnTo>
                        <a:pt x="26708" y="36797"/>
                      </a:lnTo>
                      <a:lnTo>
                        <a:pt x="26835" y="36757"/>
                      </a:lnTo>
                      <a:lnTo>
                        <a:pt x="26554" y="36314"/>
                      </a:lnTo>
                      <a:cubicBezTo>
                        <a:pt x="27532" y="36239"/>
                        <a:pt x="33137" y="35609"/>
                        <a:pt x="33232" y="31363"/>
                      </a:cubicBezTo>
                      <a:lnTo>
                        <a:pt x="33232" y="31359"/>
                      </a:lnTo>
                      <a:cubicBezTo>
                        <a:pt x="34610" y="31165"/>
                        <a:pt x="35561" y="30646"/>
                        <a:pt x="36207" y="29980"/>
                      </a:cubicBezTo>
                      <a:cubicBezTo>
                        <a:pt x="37541" y="28610"/>
                        <a:pt x="38001" y="26566"/>
                        <a:pt x="37383" y="24685"/>
                      </a:cubicBezTo>
                      <a:cubicBezTo>
                        <a:pt x="37339" y="23453"/>
                        <a:pt x="37141" y="21631"/>
                        <a:pt x="36353" y="19611"/>
                      </a:cubicBezTo>
                      <a:cubicBezTo>
                        <a:pt x="34016" y="13638"/>
                        <a:pt x="28471" y="10929"/>
                        <a:pt x="26530" y="10133"/>
                      </a:cubicBezTo>
                      <a:cubicBezTo>
                        <a:pt x="25259" y="9610"/>
                        <a:pt x="23924" y="9245"/>
                        <a:pt x="22561" y="9027"/>
                      </a:cubicBezTo>
                      <a:lnTo>
                        <a:pt x="27821" y="3764"/>
                      </a:lnTo>
                      <a:lnTo>
                        <a:pt x="25564" y="3764"/>
                      </a:lnTo>
                      <a:lnTo>
                        <a:pt x="278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4" name="Google Shape;564;p36"/>
                <p:cNvSpPr/>
                <p:nvPr/>
              </p:nvSpPr>
              <p:spPr>
                <a:xfrm>
                  <a:off x="2342200" y="2974850"/>
                  <a:ext cx="109150" cy="15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" h="6263" extrusionOk="0">
                      <a:moveTo>
                        <a:pt x="2278" y="1"/>
                      </a:moveTo>
                      <a:cubicBezTo>
                        <a:pt x="503" y="2579"/>
                        <a:pt x="0" y="4952"/>
                        <a:pt x="816" y="5724"/>
                      </a:cubicBezTo>
                      <a:cubicBezTo>
                        <a:pt x="1043" y="5936"/>
                        <a:pt x="1611" y="6262"/>
                        <a:pt x="2290" y="6262"/>
                      </a:cubicBezTo>
                      <a:cubicBezTo>
                        <a:pt x="2360" y="6262"/>
                        <a:pt x="2431" y="6259"/>
                        <a:pt x="2504" y="6251"/>
                      </a:cubicBezTo>
                      <a:cubicBezTo>
                        <a:pt x="2983" y="6204"/>
                        <a:pt x="3387" y="5994"/>
                        <a:pt x="3561" y="5843"/>
                      </a:cubicBezTo>
                      <a:cubicBezTo>
                        <a:pt x="4365" y="5150"/>
                        <a:pt x="3827" y="2758"/>
                        <a:pt x="227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5" name="Google Shape;565;p36"/>
                <p:cNvSpPr/>
                <p:nvPr/>
              </p:nvSpPr>
              <p:spPr>
                <a:xfrm>
                  <a:off x="2253175" y="2711700"/>
                  <a:ext cx="503950" cy="35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8" h="14028" extrusionOk="0">
                      <a:moveTo>
                        <a:pt x="10733" y="1"/>
                      </a:moveTo>
                      <a:cubicBezTo>
                        <a:pt x="9106" y="1"/>
                        <a:pt x="7300" y="1259"/>
                        <a:pt x="6742" y="3413"/>
                      </a:cubicBezTo>
                      <a:cubicBezTo>
                        <a:pt x="6678" y="3377"/>
                        <a:pt x="6166" y="3093"/>
                        <a:pt x="5533" y="3093"/>
                      </a:cubicBezTo>
                      <a:cubicBezTo>
                        <a:pt x="5268" y="3093"/>
                        <a:pt x="4982" y="3143"/>
                        <a:pt x="4698" y="3283"/>
                      </a:cubicBezTo>
                      <a:cubicBezTo>
                        <a:pt x="3799" y="3726"/>
                        <a:pt x="3312" y="4883"/>
                        <a:pt x="3648" y="6031"/>
                      </a:cubicBezTo>
                      <a:cubicBezTo>
                        <a:pt x="3275" y="5823"/>
                        <a:pt x="2862" y="5718"/>
                        <a:pt x="2454" y="5718"/>
                      </a:cubicBezTo>
                      <a:cubicBezTo>
                        <a:pt x="2048" y="5718"/>
                        <a:pt x="1647" y="5822"/>
                        <a:pt x="1296" y="6031"/>
                      </a:cubicBezTo>
                      <a:cubicBezTo>
                        <a:pt x="436" y="6546"/>
                        <a:pt x="1" y="7612"/>
                        <a:pt x="246" y="8650"/>
                      </a:cubicBezTo>
                      <a:lnTo>
                        <a:pt x="2967" y="8650"/>
                      </a:lnTo>
                      <a:lnTo>
                        <a:pt x="3031" y="8669"/>
                      </a:lnTo>
                      <a:cubicBezTo>
                        <a:pt x="3031" y="8669"/>
                        <a:pt x="3031" y="8661"/>
                        <a:pt x="3035" y="8650"/>
                      </a:cubicBezTo>
                      <a:lnTo>
                        <a:pt x="13147" y="8650"/>
                      </a:lnTo>
                      <a:cubicBezTo>
                        <a:pt x="11840" y="10872"/>
                        <a:pt x="11527" y="12804"/>
                        <a:pt x="12252" y="13490"/>
                      </a:cubicBezTo>
                      <a:cubicBezTo>
                        <a:pt x="12474" y="13702"/>
                        <a:pt x="13042" y="14027"/>
                        <a:pt x="13721" y="14027"/>
                      </a:cubicBezTo>
                      <a:cubicBezTo>
                        <a:pt x="13792" y="14027"/>
                        <a:pt x="13863" y="14024"/>
                        <a:pt x="13935" y="14016"/>
                      </a:cubicBezTo>
                      <a:cubicBezTo>
                        <a:pt x="14418" y="13969"/>
                        <a:pt x="14818" y="13759"/>
                        <a:pt x="14996" y="13608"/>
                      </a:cubicBezTo>
                      <a:cubicBezTo>
                        <a:pt x="15709" y="12991"/>
                        <a:pt x="15357" y="11022"/>
                        <a:pt x="14177" y="8650"/>
                      </a:cubicBezTo>
                      <a:lnTo>
                        <a:pt x="17947" y="8650"/>
                      </a:lnTo>
                      <a:lnTo>
                        <a:pt x="17951" y="8661"/>
                      </a:lnTo>
                      <a:lnTo>
                        <a:pt x="18015" y="8650"/>
                      </a:lnTo>
                      <a:lnTo>
                        <a:pt x="19124" y="8650"/>
                      </a:lnTo>
                      <a:cubicBezTo>
                        <a:pt x="20157" y="6721"/>
                        <a:pt x="19595" y="4439"/>
                        <a:pt x="18054" y="3413"/>
                      </a:cubicBezTo>
                      <a:cubicBezTo>
                        <a:pt x="17480" y="3031"/>
                        <a:pt x="16798" y="2841"/>
                        <a:pt x="16095" y="2841"/>
                      </a:cubicBezTo>
                      <a:cubicBezTo>
                        <a:pt x="15386" y="2841"/>
                        <a:pt x="14656" y="3034"/>
                        <a:pt x="13994" y="3413"/>
                      </a:cubicBezTo>
                      <a:cubicBezTo>
                        <a:pt x="13804" y="1861"/>
                        <a:pt x="12885" y="550"/>
                        <a:pt x="11638" y="142"/>
                      </a:cubicBezTo>
                      <a:cubicBezTo>
                        <a:pt x="11349" y="47"/>
                        <a:pt x="11044" y="1"/>
                        <a:pt x="107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6" name="Google Shape;566;p36"/>
                <p:cNvSpPr/>
                <p:nvPr/>
              </p:nvSpPr>
              <p:spPr>
                <a:xfrm>
                  <a:off x="2898800" y="2960125"/>
                  <a:ext cx="397500" cy="27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00" h="11189" extrusionOk="0">
                      <a:moveTo>
                        <a:pt x="8442" y="0"/>
                      </a:moveTo>
                      <a:cubicBezTo>
                        <a:pt x="6949" y="0"/>
                        <a:pt x="5435" y="1061"/>
                        <a:pt x="4936" y="2764"/>
                      </a:cubicBezTo>
                      <a:cubicBezTo>
                        <a:pt x="4526" y="2628"/>
                        <a:pt x="4111" y="2564"/>
                        <a:pt x="3707" y="2564"/>
                      </a:cubicBezTo>
                      <a:cubicBezTo>
                        <a:pt x="2501" y="2564"/>
                        <a:pt x="1397" y="3139"/>
                        <a:pt x="824" y="4091"/>
                      </a:cubicBezTo>
                      <a:cubicBezTo>
                        <a:pt x="0" y="5466"/>
                        <a:pt x="658" y="6995"/>
                        <a:pt x="729" y="7145"/>
                      </a:cubicBezTo>
                      <a:lnTo>
                        <a:pt x="2468" y="7145"/>
                      </a:lnTo>
                      <a:lnTo>
                        <a:pt x="2468" y="7157"/>
                      </a:lnTo>
                      <a:lnTo>
                        <a:pt x="2535" y="7145"/>
                      </a:lnTo>
                      <a:lnTo>
                        <a:pt x="7435" y="7145"/>
                      </a:lnTo>
                      <a:cubicBezTo>
                        <a:pt x="6306" y="8813"/>
                        <a:pt x="5989" y="10338"/>
                        <a:pt x="6516" y="10837"/>
                      </a:cubicBezTo>
                      <a:cubicBezTo>
                        <a:pt x="6663" y="10977"/>
                        <a:pt x="7035" y="11188"/>
                        <a:pt x="7481" y="11188"/>
                      </a:cubicBezTo>
                      <a:cubicBezTo>
                        <a:pt x="7527" y="11188"/>
                        <a:pt x="7574" y="11186"/>
                        <a:pt x="7621" y="11181"/>
                      </a:cubicBezTo>
                      <a:cubicBezTo>
                        <a:pt x="7938" y="11150"/>
                        <a:pt x="8199" y="11015"/>
                        <a:pt x="8314" y="10916"/>
                      </a:cubicBezTo>
                      <a:cubicBezTo>
                        <a:pt x="8837" y="10464"/>
                        <a:pt x="8493" y="8928"/>
                        <a:pt x="7506" y="7145"/>
                      </a:cubicBezTo>
                      <a:lnTo>
                        <a:pt x="14660" y="7145"/>
                      </a:lnTo>
                      <a:lnTo>
                        <a:pt x="14727" y="7161"/>
                      </a:lnTo>
                      <a:cubicBezTo>
                        <a:pt x="14731" y="7133"/>
                        <a:pt x="14735" y="7106"/>
                        <a:pt x="14739" y="7082"/>
                      </a:cubicBezTo>
                      <a:cubicBezTo>
                        <a:pt x="15804" y="6151"/>
                        <a:pt x="15899" y="4539"/>
                        <a:pt x="15032" y="3561"/>
                      </a:cubicBezTo>
                      <a:cubicBezTo>
                        <a:pt x="14574" y="3048"/>
                        <a:pt x="13906" y="2773"/>
                        <a:pt x="13220" y="2773"/>
                      </a:cubicBezTo>
                      <a:cubicBezTo>
                        <a:pt x="12709" y="2773"/>
                        <a:pt x="12186" y="2926"/>
                        <a:pt x="11733" y="3248"/>
                      </a:cubicBezTo>
                      <a:cubicBezTo>
                        <a:pt x="11574" y="1711"/>
                        <a:pt x="10544" y="447"/>
                        <a:pt x="9213" y="99"/>
                      </a:cubicBezTo>
                      <a:cubicBezTo>
                        <a:pt x="8961" y="33"/>
                        <a:pt x="8702" y="0"/>
                        <a:pt x="844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67" name="Google Shape;567;p36"/>
              <p:cNvGrpSpPr/>
              <p:nvPr/>
            </p:nvGrpSpPr>
            <p:grpSpPr>
              <a:xfrm>
                <a:off x="2243275" y="2928738"/>
                <a:ext cx="1077575" cy="1142900"/>
                <a:chOff x="2218725" y="2711700"/>
                <a:chExt cx="1077575" cy="1142900"/>
              </a:xfrm>
            </p:grpSpPr>
            <p:sp>
              <p:nvSpPr>
                <p:cNvPr id="568" name="Google Shape;568;p36"/>
                <p:cNvSpPr/>
                <p:nvPr/>
              </p:nvSpPr>
              <p:spPr>
                <a:xfrm>
                  <a:off x="2218725" y="2881875"/>
                  <a:ext cx="950025" cy="97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01" h="38909" extrusionOk="0">
                      <a:moveTo>
                        <a:pt x="24059" y="1"/>
                      </a:moveTo>
                      <a:lnTo>
                        <a:pt x="21044" y="5269"/>
                      </a:lnTo>
                      <a:lnTo>
                        <a:pt x="23306" y="5269"/>
                      </a:lnTo>
                      <a:lnTo>
                        <a:pt x="21745" y="8909"/>
                      </a:lnTo>
                      <a:cubicBezTo>
                        <a:pt x="20904" y="8808"/>
                        <a:pt x="20054" y="8759"/>
                        <a:pt x="19203" y="8759"/>
                      </a:cubicBezTo>
                      <a:cubicBezTo>
                        <a:pt x="11107" y="8759"/>
                        <a:pt x="2932" y="13162"/>
                        <a:pt x="1244" y="18771"/>
                      </a:cubicBezTo>
                      <a:cubicBezTo>
                        <a:pt x="1070" y="19349"/>
                        <a:pt x="0" y="23275"/>
                        <a:pt x="2309" y="26190"/>
                      </a:cubicBezTo>
                      <a:cubicBezTo>
                        <a:pt x="4269" y="28663"/>
                        <a:pt x="7672" y="28769"/>
                        <a:pt x="8240" y="28769"/>
                      </a:cubicBezTo>
                      <a:cubicBezTo>
                        <a:pt x="8294" y="28769"/>
                        <a:pt x="8322" y="28768"/>
                        <a:pt x="8322" y="28768"/>
                      </a:cubicBezTo>
                      <a:lnTo>
                        <a:pt x="8322" y="28768"/>
                      </a:lnTo>
                      <a:cubicBezTo>
                        <a:pt x="7534" y="32471"/>
                        <a:pt x="10390" y="34908"/>
                        <a:pt x="14189" y="34908"/>
                      </a:cubicBezTo>
                      <a:cubicBezTo>
                        <a:pt x="15263" y="34908"/>
                        <a:pt x="16411" y="34713"/>
                        <a:pt x="17575" y="34298"/>
                      </a:cubicBezTo>
                      <a:cubicBezTo>
                        <a:pt x="17575" y="34298"/>
                        <a:pt x="19028" y="35474"/>
                        <a:pt x="20929" y="35545"/>
                      </a:cubicBezTo>
                      <a:lnTo>
                        <a:pt x="24383" y="38908"/>
                      </a:lnTo>
                      <a:lnTo>
                        <a:pt x="27445" y="37973"/>
                      </a:lnTo>
                      <a:lnTo>
                        <a:pt x="26708" y="36797"/>
                      </a:lnTo>
                      <a:lnTo>
                        <a:pt x="26835" y="36757"/>
                      </a:lnTo>
                      <a:lnTo>
                        <a:pt x="26554" y="36314"/>
                      </a:lnTo>
                      <a:cubicBezTo>
                        <a:pt x="27532" y="36239"/>
                        <a:pt x="33137" y="35609"/>
                        <a:pt x="33232" y="31363"/>
                      </a:cubicBezTo>
                      <a:lnTo>
                        <a:pt x="33232" y="31359"/>
                      </a:lnTo>
                      <a:cubicBezTo>
                        <a:pt x="34610" y="31165"/>
                        <a:pt x="35561" y="30646"/>
                        <a:pt x="36207" y="29980"/>
                      </a:cubicBezTo>
                      <a:cubicBezTo>
                        <a:pt x="37541" y="28610"/>
                        <a:pt x="38001" y="26566"/>
                        <a:pt x="37383" y="24685"/>
                      </a:cubicBezTo>
                      <a:cubicBezTo>
                        <a:pt x="37339" y="23453"/>
                        <a:pt x="37141" y="21631"/>
                        <a:pt x="36353" y="19611"/>
                      </a:cubicBezTo>
                      <a:cubicBezTo>
                        <a:pt x="34016" y="13638"/>
                        <a:pt x="28471" y="10929"/>
                        <a:pt x="26530" y="10133"/>
                      </a:cubicBezTo>
                      <a:cubicBezTo>
                        <a:pt x="25259" y="9610"/>
                        <a:pt x="23924" y="9245"/>
                        <a:pt x="22561" y="9027"/>
                      </a:cubicBezTo>
                      <a:lnTo>
                        <a:pt x="27821" y="3764"/>
                      </a:lnTo>
                      <a:lnTo>
                        <a:pt x="25564" y="3764"/>
                      </a:lnTo>
                      <a:lnTo>
                        <a:pt x="278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" name="Google Shape;569;p36"/>
                <p:cNvSpPr/>
                <p:nvPr/>
              </p:nvSpPr>
              <p:spPr>
                <a:xfrm>
                  <a:off x="2342200" y="2974850"/>
                  <a:ext cx="109150" cy="15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" h="6263" extrusionOk="0">
                      <a:moveTo>
                        <a:pt x="2278" y="1"/>
                      </a:moveTo>
                      <a:cubicBezTo>
                        <a:pt x="503" y="2579"/>
                        <a:pt x="0" y="4952"/>
                        <a:pt x="816" y="5724"/>
                      </a:cubicBezTo>
                      <a:cubicBezTo>
                        <a:pt x="1043" y="5936"/>
                        <a:pt x="1611" y="6262"/>
                        <a:pt x="2290" y="6262"/>
                      </a:cubicBezTo>
                      <a:cubicBezTo>
                        <a:pt x="2360" y="6262"/>
                        <a:pt x="2431" y="6259"/>
                        <a:pt x="2504" y="6251"/>
                      </a:cubicBezTo>
                      <a:cubicBezTo>
                        <a:pt x="2983" y="6204"/>
                        <a:pt x="3387" y="5994"/>
                        <a:pt x="3561" y="5843"/>
                      </a:cubicBezTo>
                      <a:cubicBezTo>
                        <a:pt x="4365" y="5150"/>
                        <a:pt x="3827" y="2758"/>
                        <a:pt x="227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0" name="Google Shape;570;p36"/>
                <p:cNvSpPr/>
                <p:nvPr/>
              </p:nvSpPr>
              <p:spPr>
                <a:xfrm>
                  <a:off x="2253175" y="2711700"/>
                  <a:ext cx="503950" cy="35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8" h="14028" extrusionOk="0">
                      <a:moveTo>
                        <a:pt x="10733" y="1"/>
                      </a:moveTo>
                      <a:cubicBezTo>
                        <a:pt x="9106" y="1"/>
                        <a:pt x="7300" y="1259"/>
                        <a:pt x="6742" y="3413"/>
                      </a:cubicBezTo>
                      <a:cubicBezTo>
                        <a:pt x="6678" y="3377"/>
                        <a:pt x="6166" y="3093"/>
                        <a:pt x="5533" y="3093"/>
                      </a:cubicBezTo>
                      <a:cubicBezTo>
                        <a:pt x="5268" y="3093"/>
                        <a:pt x="4982" y="3143"/>
                        <a:pt x="4698" y="3283"/>
                      </a:cubicBezTo>
                      <a:cubicBezTo>
                        <a:pt x="3799" y="3726"/>
                        <a:pt x="3312" y="4883"/>
                        <a:pt x="3648" y="6031"/>
                      </a:cubicBezTo>
                      <a:cubicBezTo>
                        <a:pt x="3275" y="5823"/>
                        <a:pt x="2862" y="5718"/>
                        <a:pt x="2454" y="5718"/>
                      </a:cubicBezTo>
                      <a:cubicBezTo>
                        <a:pt x="2048" y="5718"/>
                        <a:pt x="1647" y="5822"/>
                        <a:pt x="1296" y="6031"/>
                      </a:cubicBezTo>
                      <a:cubicBezTo>
                        <a:pt x="436" y="6546"/>
                        <a:pt x="1" y="7612"/>
                        <a:pt x="246" y="8650"/>
                      </a:cubicBezTo>
                      <a:lnTo>
                        <a:pt x="2967" y="8650"/>
                      </a:lnTo>
                      <a:lnTo>
                        <a:pt x="3031" y="8669"/>
                      </a:lnTo>
                      <a:cubicBezTo>
                        <a:pt x="3031" y="8669"/>
                        <a:pt x="3031" y="8661"/>
                        <a:pt x="3035" y="8650"/>
                      </a:cubicBezTo>
                      <a:lnTo>
                        <a:pt x="13147" y="8650"/>
                      </a:lnTo>
                      <a:cubicBezTo>
                        <a:pt x="11840" y="10872"/>
                        <a:pt x="11527" y="12804"/>
                        <a:pt x="12252" y="13490"/>
                      </a:cubicBezTo>
                      <a:cubicBezTo>
                        <a:pt x="12474" y="13702"/>
                        <a:pt x="13042" y="14027"/>
                        <a:pt x="13721" y="14027"/>
                      </a:cubicBezTo>
                      <a:cubicBezTo>
                        <a:pt x="13792" y="14027"/>
                        <a:pt x="13863" y="14024"/>
                        <a:pt x="13935" y="14016"/>
                      </a:cubicBezTo>
                      <a:cubicBezTo>
                        <a:pt x="14418" y="13969"/>
                        <a:pt x="14818" y="13759"/>
                        <a:pt x="14996" y="13608"/>
                      </a:cubicBezTo>
                      <a:cubicBezTo>
                        <a:pt x="15709" y="12991"/>
                        <a:pt x="15357" y="11022"/>
                        <a:pt x="14177" y="8650"/>
                      </a:cubicBezTo>
                      <a:lnTo>
                        <a:pt x="17947" y="8650"/>
                      </a:lnTo>
                      <a:lnTo>
                        <a:pt x="17951" y="8661"/>
                      </a:lnTo>
                      <a:lnTo>
                        <a:pt x="18015" y="8650"/>
                      </a:lnTo>
                      <a:lnTo>
                        <a:pt x="19124" y="8650"/>
                      </a:lnTo>
                      <a:cubicBezTo>
                        <a:pt x="20157" y="6721"/>
                        <a:pt x="19595" y="4439"/>
                        <a:pt x="18054" y="3413"/>
                      </a:cubicBezTo>
                      <a:cubicBezTo>
                        <a:pt x="17480" y="3031"/>
                        <a:pt x="16798" y="2841"/>
                        <a:pt x="16095" y="2841"/>
                      </a:cubicBezTo>
                      <a:cubicBezTo>
                        <a:pt x="15386" y="2841"/>
                        <a:pt x="14656" y="3034"/>
                        <a:pt x="13994" y="3413"/>
                      </a:cubicBezTo>
                      <a:cubicBezTo>
                        <a:pt x="13804" y="1861"/>
                        <a:pt x="12885" y="550"/>
                        <a:pt x="11638" y="142"/>
                      </a:cubicBezTo>
                      <a:cubicBezTo>
                        <a:pt x="11349" y="47"/>
                        <a:pt x="11044" y="1"/>
                        <a:pt x="107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1" name="Google Shape;571;p36"/>
                <p:cNvSpPr/>
                <p:nvPr/>
              </p:nvSpPr>
              <p:spPr>
                <a:xfrm>
                  <a:off x="2898800" y="2960125"/>
                  <a:ext cx="397500" cy="27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00" h="11189" extrusionOk="0">
                      <a:moveTo>
                        <a:pt x="8442" y="0"/>
                      </a:moveTo>
                      <a:cubicBezTo>
                        <a:pt x="6949" y="0"/>
                        <a:pt x="5435" y="1061"/>
                        <a:pt x="4936" y="2764"/>
                      </a:cubicBezTo>
                      <a:cubicBezTo>
                        <a:pt x="4526" y="2628"/>
                        <a:pt x="4111" y="2564"/>
                        <a:pt x="3707" y="2564"/>
                      </a:cubicBezTo>
                      <a:cubicBezTo>
                        <a:pt x="2501" y="2564"/>
                        <a:pt x="1397" y="3139"/>
                        <a:pt x="824" y="4091"/>
                      </a:cubicBezTo>
                      <a:cubicBezTo>
                        <a:pt x="0" y="5466"/>
                        <a:pt x="658" y="6995"/>
                        <a:pt x="729" y="7145"/>
                      </a:cubicBezTo>
                      <a:lnTo>
                        <a:pt x="2468" y="7145"/>
                      </a:lnTo>
                      <a:lnTo>
                        <a:pt x="2468" y="7157"/>
                      </a:lnTo>
                      <a:lnTo>
                        <a:pt x="2535" y="7145"/>
                      </a:lnTo>
                      <a:lnTo>
                        <a:pt x="7435" y="7145"/>
                      </a:lnTo>
                      <a:cubicBezTo>
                        <a:pt x="6306" y="8813"/>
                        <a:pt x="5989" y="10338"/>
                        <a:pt x="6516" y="10837"/>
                      </a:cubicBezTo>
                      <a:cubicBezTo>
                        <a:pt x="6663" y="10977"/>
                        <a:pt x="7035" y="11188"/>
                        <a:pt x="7481" y="11188"/>
                      </a:cubicBezTo>
                      <a:cubicBezTo>
                        <a:pt x="7527" y="11188"/>
                        <a:pt x="7574" y="11186"/>
                        <a:pt x="7621" y="11181"/>
                      </a:cubicBezTo>
                      <a:cubicBezTo>
                        <a:pt x="7938" y="11150"/>
                        <a:pt x="8199" y="11015"/>
                        <a:pt x="8314" y="10916"/>
                      </a:cubicBezTo>
                      <a:cubicBezTo>
                        <a:pt x="8837" y="10464"/>
                        <a:pt x="8493" y="8928"/>
                        <a:pt x="7506" y="7145"/>
                      </a:cubicBezTo>
                      <a:lnTo>
                        <a:pt x="14660" y="7145"/>
                      </a:lnTo>
                      <a:lnTo>
                        <a:pt x="14727" y="7161"/>
                      </a:lnTo>
                      <a:cubicBezTo>
                        <a:pt x="14731" y="7133"/>
                        <a:pt x="14735" y="7106"/>
                        <a:pt x="14739" y="7082"/>
                      </a:cubicBezTo>
                      <a:cubicBezTo>
                        <a:pt x="15804" y="6151"/>
                        <a:pt x="15899" y="4539"/>
                        <a:pt x="15032" y="3561"/>
                      </a:cubicBezTo>
                      <a:cubicBezTo>
                        <a:pt x="14574" y="3048"/>
                        <a:pt x="13906" y="2773"/>
                        <a:pt x="13220" y="2773"/>
                      </a:cubicBezTo>
                      <a:cubicBezTo>
                        <a:pt x="12709" y="2773"/>
                        <a:pt x="12186" y="2926"/>
                        <a:pt x="11733" y="3248"/>
                      </a:cubicBezTo>
                      <a:cubicBezTo>
                        <a:pt x="11574" y="1711"/>
                        <a:pt x="10544" y="447"/>
                        <a:pt x="9213" y="99"/>
                      </a:cubicBezTo>
                      <a:cubicBezTo>
                        <a:pt x="8961" y="33"/>
                        <a:pt x="8702" y="0"/>
                        <a:pt x="844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72" name="Google Shape;572;p36"/>
            <p:cNvGrpSpPr/>
            <p:nvPr/>
          </p:nvGrpSpPr>
          <p:grpSpPr>
            <a:xfrm>
              <a:off x="2243025" y="2928722"/>
              <a:ext cx="1078075" cy="1142975"/>
              <a:chOff x="2341450" y="2966950"/>
              <a:chExt cx="1078075" cy="1142975"/>
            </a:xfrm>
          </p:grpSpPr>
          <p:sp>
            <p:nvSpPr>
              <p:cNvPr id="573" name="Google Shape;573;p36"/>
              <p:cNvSpPr/>
              <p:nvPr/>
            </p:nvSpPr>
            <p:spPr>
              <a:xfrm>
                <a:off x="2341450" y="3356100"/>
                <a:ext cx="950025" cy="753825"/>
              </a:xfrm>
              <a:custGeom>
                <a:avLst/>
                <a:gdLst/>
                <a:ahLst/>
                <a:cxnLst/>
                <a:rect l="l" t="t" r="r" b="b"/>
                <a:pathLst>
                  <a:path w="38001" h="30153" extrusionOk="0">
                    <a:moveTo>
                      <a:pt x="19203" y="1"/>
                    </a:moveTo>
                    <a:cubicBezTo>
                      <a:pt x="11108" y="1"/>
                      <a:pt x="2930" y="4404"/>
                      <a:pt x="1244" y="10015"/>
                    </a:cubicBezTo>
                    <a:cubicBezTo>
                      <a:pt x="1070" y="10590"/>
                      <a:pt x="0" y="14515"/>
                      <a:pt x="2309" y="17430"/>
                    </a:cubicBezTo>
                    <a:cubicBezTo>
                      <a:pt x="4269" y="19908"/>
                      <a:pt x="7672" y="20014"/>
                      <a:pt x="8240" y="20014"/>
                    </a:cubicBezTo>
                    <a:cubicBezTo>
                      <a:pt x="8294" y="20014"/>
                      <a:pt x="8322" y="20013"/>
                      <a:pt x="8322" y="20013"/>
                    </a:cubicBezTo>
                    <a:lnTo>
                      <a:pt x="8322" y="20013"/>
                    </a:lnTo>
                    <a:cubicBezTo>
                      <a:pt x="7534" y="23712"/>
                      <a:pt x="10390" y="26148"/>
                      <a:pt x="14189" y="26148"/>
                    </a:cubicBezTo>
                    <a:cubicBezTo>
                      <a:pt x="15262" y="26148"/>
                      <a:pt x="16411" y="25953"/>
                      <a:pt x="17575" y="25538"/>
                    </a:cubicBezTo>
                    <a:cubicBezTo>
                      <a:pt x="17575" y="25538"/>
                      <a:pt x="19028" y="26714"/>
                      <a:pt x="20929" y="26790"/>
                    </a:cubicBezTo>
                    <a:lnTo>
                      <a:pt x="24383" y="30152"/>
                    </a:lnTo>
                    <a:lnTo>
                      <a:pt x="27445" y="29218"/>
                    </a:lnTo>
                    <a:lnTo>
                      <a:pt x="26411" y="27566"/>
                    </a:lnTo>
                    <a:cubicBezTo>
                      <a:pt x="26411" y="27566"/>
                      <a:pt x="33125" y="27257"/>
                      <a:pt x="33232" y="22603"/>
                    </a:cubicBezTo>
                    <a:cubicBezTo>
                      <a:pt x="34610" y="22405"/>
                      <a:pt x="35561" y="21890"/>
                      <a:pt x="36207" y="21225"/>
                    </a:cubicBezTo>
                    <a:cubicBezTo>
                      <a:pt x="37541" y="19850"/>
                      <a:pt x="38001" y="17806"/>
                      <a:pt x="37383" y="15925"/>
                    </a:cubicBezTo>
                    <a:cubicBezTo>
                      <a:pt x="37339" y="14693"/>
                      <a:pt x="37141" y="12871"/>
                      <a:pt x="36353" y="10855"/>
                    </a:cubicBezTo>
                    <a:cubicBezTo>
                      <a:pt x="34016" y="4878"/>
                      <a:pt x="28471" y="2173"/>
                      <a:pt x="26530" y="1373"/>
                    </a:cubicBezTo>
                    <a:cubicBezTo>
                      <a:pt x="24227" y="426"/>
                      <a:pt x="21719" y="1"/>
                      <a:pt x="1920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6"/>
              <p:cNvSpPr/>
              <p:nvPr/>
            </p:nvSpPr>
            <p:spPr>
              <a:xfrm>
                <a:off x="2783575" y="3883925"/>
                <a:ext cx="362850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4" h="7753" extrusionOk="0">
                    <a:moveTo>
                      <a:pt x="9851" y="0"/>
                    </a:moveTo>
                    <a:cubicBezTo>
                      <a:pt x="8712" y="0"/>
                      <a:pt x="7509" y="160"/>
                      <a:pt x="6425" y="627"/>
                    </a:cubicBezTo>
                    <a:cubicBezTo>
                      <a:pt x="6425" y="627"/>
                      <a:pt x="1078" y="1304"/>
                      <a:pt x="0" y="3478"/>
                    </a:cubicBezTo>
                    <a:cubicBezTo>
                      <a:pt x="0" y="3478"/>
                      <a:pt x="1347" y="4568"/>
                      <a:pt x="3114" y="4639"/>
                    </a:cubicBezTo>
                    <a:lnTo>
                      <a:pt x="6314" y="7752"/>
                    </a:lnTo>
                    <a:lnTo>
                      <a:pt x="9150" y="6889"/>
                    </a:lnTo>
                    <a:lnTo>
                      <a:pt x="8192" y="5356"/>
                    </a:lnTo>
                    <a:cubicBezTo>
                      <a:pt x="8192" y="5356"/>
                      <a:pt x="14414" y="5071"/>
                      <a:pt x="14513" y="757"/>
                    </a:cubicBezTo>
                    <a:cubicBezTo>
                      <a:pt x="14513" y="757"/>
                      <a:pt x="12332" y="0"/>
                      <a:pt x="9851" y="0"/>
                    </a:cubicBezTo>
                    <a:close/>
                  </a:path>
                </a:pathLst>
              </a:custGeom>
              <a:solidFill>
                <a:srgbClr val="C4BFFA">
                  <a:alpha val="36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6"/>
              <p:cNvSpPr/>
              <p:nvPr/>
            </p:nvSpPr>
            <p:spPr>
              <a:xfrm>
                <a:off x="2861200" y="3891350"/>
                <a:ext cx="107775" cy="110250"/>
              </a:xfrm>
              <a:custGeom>
                <a:avLst/>
                <a:gdLst/>
                <a:ahLst/>
                <a:cxnLst/>
                <a:rect l="l" t="t" r="r" b="b"/>
                <a:pathLst>
                  <a:path w="4311" h="4410" extrusionOk="0">
                    <a:moveTo>
                      <a:pt x="4180" y="1"/>
                    </a:moveTo>
                    <a:cubicBezTo>
                      <a:pt x="3954" y="1854"/>
                      <a:pt x="3162" y="3181"/>
                      <a:pt x="1890" y="3835"/>
                    </a:cubicBezTo>
                    <a:cubicBezTo>
                      <a:pt x="1116" y="4238"/>
                      <a:pt x="373" y="4277"/>
                      <a:pt x="111" y="4277"/>
                    </a:cubicBezTo>
                    <a:cubicBezTo>
                      <a:pt x="49" y="4277"/>
                      <a:pt x="14" y="4275"/>
                      <a:pt x="13" y="4275"/>
                    </a:cubicBezTo>
                    <a:lnTo>
                      <a:pt x="1" y="4405"/>
                    </a:lnTo>
                    <a:cubicBezTo>
                      <a:pt x="9" y="4405"/>
                      <a:pt x="52" y="4409"/>
                      <a:pt x="128" y="4409"/>
                    </a:cubicBezTo>
                    <a:cubicBezTo>
                      <a:pt x="413" y="4409"/>
                      <a:pt x="1153" y="4366"/>
                      <a:pt x="1946" y="3958"/>
                    </a:cubicBezTo>
                    <a:cubicBezTo>
                      <a:pt x="2865" y="3486"/>
                      <a:pt x="4017" y="2421"/>
                      <a:pt x="4310" y="17"/>
                    </a:cubicBezTo>
                    <a:lnTo>
                      <a:pt x="41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6"/>
              <p:cNvSpPr/>
              <p:nvPr/>
            </p:nvSpPr>
            <p:spPr>
              <a:xfrm>
                <a:off x="2376500" y="3379225"/>
                <a:ext cx="880425" cy="605775"/>
              </a:xfrm>
              <a:custGeom>
                <a:avLst/>
                <a:gdLst/>
                <a:ahLst/>
                <a:cxnLst/>
                <a:rect l="l" t="t" r="r" b="b"/>
                <a:pathLst>
                  <a:path w="35217" h="24231" extrusionOk="0">
                    <a:moveTo>
                      <a:pt x="17796" y="1"/>
                    </a:moveTo>
                    <a:cubicBezTo>
                      <a:pt x="10293" y="1"/>
                      <a:pt x="2715" y="4083"/>
                      <a:pt x="1153" y="9281"/>
                    </a:cubicBezTo>
                    <a:cubicBezTo>
                      <a:pt x="990" y="9811"/>
                      <a:pt x="0" y="13451"/>
                      <a:pt x="2139" y="16153"/>
                    </a:cubicBezTo>
                    <a:cubicBezTo>
                      <a:pt x="3961" y="18449"/>
                      <a:pt x="7118" y="18546"/>
                      <a:pt x="7636" y="18546"/>
                    </a:cubicBezTo>
                    <a:cubicBezTo>
                      <a:pt x="7683" y="18546"/>
                      <a:pt x="7708" y="18545"/>
                      <a:pt x="7708" y="18545"/>
                    </a:cubicBezTo>
                    <a:lnTo>
                      <a:pt x="7708" y="18545"/>
                    </a:lnTo>
                    <a:cubicBezTo>
                      <a:pt x="6981" y="21973"/>
                      <a:pt x="9628" y="24231"/>
                      <a:pt x="13148" y="24231"/>
                    </a:cubicBezTo>
                    <a:cubicBezTo>
                      <a:pt x="14610" y="24231"/>
                      <a:pt x="16222" y="23842"/>
                      <a:pt x="17804" y="22985"/>
                    </a:cubicBezTo>
                    <a:cubicBezTo>
                      <a:pt x="21067" y="21224"/>
                      <a:pt x="24665" y="20875"/>
                      <a:pt x="27001" y="20875"/>
                    </a:cubicBezTo>
                    <a:cubicBezTo>
                      <a:pt x="28531" y="20875"/>
                      <a:pt x="29521" y="21024"/>
                      <a:pt x="29521" y="21024"/>
                    </a:cubicBezTo>
                    <a:cubicBezTo>
                      <a:pt x="29554" y="21025"/>
                      <a:pt x="29587" y="21025"/>
                      <a:pt x="29620" y="21025"/>
                    </a:cubicBezTo>
                    <a:cubicBezTo>
                      <a:pt x="31559" y="21025"/>
                      <a:pt x="32786" y="20456"/>
                      <a:pt x="33553" y="19666"/>
                    </a:cubicBezTo>
                    <a:cubicBezTo>
                      <a:pt x="34789" y="18394"/>
                      <a:pt x="35216" y="16501"/>
                      <a:pt x="34642" y="14758"/>
                    </a:cubicBezTo>
                    <a:cubicBezTo>
                      <a:pt x="34603" y="13618"/>
                      <a:pt x="34416" y="11926"/>
                      <a:pt x="33684" y="10057"/>
                    </a:cubicBezTo>
                    <a:cubicBezTo>
                      <a:pt x="31521" y="4524"/>
                      <a:pt x="26384" y="2012"/>
                      <a:pt x="24585" y="1272"/>
                    </a:cubicBezTo>
                    <a:cubicBezTo>
                      <a:pt x="22451" y="395"/>
                      <a:pt x="20128" y="1"/>
                      <a:pt x="177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6"/>
              <p:cNvSpPr/>
              <p:nvPr/>
            </p:nvSpPr>
            <p:spPr>
              <a:xfrm>
                <a:off x="2561075" y="3638950"/>
                <a:ext cx="392150" cy="205600"/>
              </a:xfrm>
              <a:custGeom>
                <a:avLst/>
                <a:gdLst/>
                <a:ahLst/>
                <a:cxnLst/>
                <a:rect l="l" t="t" r="r" b="b"/>
                <a:pathLst>
                  <a:path w="15686" h="8224" extrusionOk="0">
                    <a:moveTo>
                      <a:pt x="13287" y="0"/>
                    </a:moveTo>
                    <a:cubicBezTo>
                      <a:pt x="12515" y="0"/>
                      <a:pt x="11634" y="238"/>
                      <a:pt x="10952" y="919"/>
                    </a:cubicBezTo>
                    <a:cubicBezTo>
                      <a:pt x="9510" y="2357"/>
                      <a:pt x="8322" y="3272"/>
                      <a:pt x="3941" y="3854"/>
                    </a:cubicBezTo>
                    <a:cubicBezTo>
                      <a:pt x="2543" y="4041"/>
                      <a:pt x="1521" y="4571"/>
                      <a:pt x="896" y="5427"/>
                    </a:cubicBezTo>
                    <a:cubicBezTo>
                      <a:pt x="0" y="6659"/>
                      <a:pt x="258" y="8152"/>
                      <a:pt x="262" y="8168"/>
                    </a:cubicBezTo>
                    <a:cubicBezTo>
                      <a:pt x="266" y="8200"/>
                      <a:pt x="293" y="8223"/>
                      <a:pt x="325" y="8223"/>
                    </a:cubicBezTo>
                    <a:lnTo>
                      <a:pt x="337" y="8219"/>
                    </a:lnTo>
                    <a:cubicBezTo>
                      <a:pt x="373" y="8215"/>
                      <a:pt x="396" y="8180"/>
                      <a:pt x="392" y="8144"/>
                    </a:cubicBezTo>
                    <a:cubicBezTo>
                      <a:pt x="389" y="8128"/>
                      <a:pt x="139" y="6690"/>
                      <a:pt x="1002" y="5506"/>
                    </a:cubicBezTo>
                    <a:cubicBezTo>
                      <a:pt x="1605" y="4678"/>
                      <a:pt x="2599" y="4167"/>
                      <a:pt x="3957" y="3985"/>
                    </a:cubicBezTo>
                    <a:cubicBezTo>
                      <a:pt x="8382" y="3395"/>
                      <a:pt x="9586" y="2468"/>
                      <a:pt x="11047" y="1011"/>
                    </a:cubicBezTo>
                    <a:cubicBezTo>
                      <a:pt x="11701" y="360"/>
                      <a:pt x="12547" y="131"/>
                      <a:pt x="13287" y="131"/>
                    </a:cubicBezTo>
                    <a:cubicBezTo>
                      <a:pt x="13606" y="131"/>
                      <a:pt x="13905" y="173"/>
                      <a:pt x="14161" y="242"/>
                    </a:cubicBezTo>
                    <a:cubicBezTo>
                      <a:pt x="14893" y="436"/>
                      <a:pt x="15412" y="852"/>
                      <a:pt x="15551" y="1351"/>
                    </a:cubicBezTo>
                    <a:cubicBezTo>
                      <a:pt x="15557" y="1380"/>
                      <a:pt x="15581" y="1398"/>
                      <a:pt x="15609" y="1398"/>
                    </a:cubicBezTo>
                    <a:cubicBezTo>
                      <a:pt x="15616" y="1398"/>
                      <a:pt x="15623" y="1397"/>
                      <a:pt x="15630" y="1395"/>
                    </a:cubicBezTo>
                    <a:cubicBezTo>
                      <a:pt x="15666" y="1387"/>
                      <a:pt x="15685" y="1351"/>
                      <a:pt x="15678" y="1316"/>
                    </a:cubicBezTo>
                    <a:cubicBezTo>
                      <a:pt x="15527" y="773"/>
                      <a:pt x="14976" y="321"/>
                      <a:pt x="14196" y="115"/>
                    </a:cubicBezTo>
                    <a:cubicBezTo>
                      <a:pt x="13930" y="44"/>
                      <a:pt x="13618" y="0"/>
                      <a:pt x="1328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6"/>
              <p:cNvSpPr/>
              <p:nvPr/>
            </p:nvSpPr>
            <p:spPr>
              <a:xfrm>
                <a:off x="2392525" y="3544975"/>
                <a:ext cx="300675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12027" h="7000" extrusionOk="0">
                    <a:moveTo>
                      <a:pt x="11820" y="0"/>
                    </a:moveTo>
                    <a:cubicBezTo>
                      <a:pt x="11817" y="0"/>
                      <a:pt x="11815" y="0"/>
                      <a:pt x="11812" y="1"/>
                    </a:cubicBezTo>
                    <a:cubicBezTo>
                      <a:pt x="11777" y="5"/>
                      <a:pt x="11753" y="36"/>
                      <a:pt x="11753" y="76"/>
                    </a:cubicBezTo>
                    <a:cubicBezTo>
                      <a:pt x="11892" y="1498"/>
                      <a:pt x="11285" y="2654"/>
                      <a:pt x="9947" y="3510"/>
                    </a:cubicBezTo>
                    <a:cubicBezTo>
                      <a:pt x="8945" y="4152"/>
                      <a:pt x="7883" y="4373"/>
                      <a:pt x="7871" y="4377"/>
                    </a:cubicBezTo>
                    <a:cubicBezTo>
                      <a:pt x="7855" y="4381"/>
                      <a:pt x="7840" y="4389"/>
                      <a:pt x="7832" y="4401"/>
                    </a:cubicBezTo>
                    <a:cubicBezTo>
                      <a:pt x="6618" y="6041"/>
                      <a:pt x="5350" y="6869"/>
                      <a:pt x="4066" y="6869"/>
                    </a:cubicBezTo>
                    <a:cubicBezTo>
                      <a:pt x="4013" y="6869"/>
                      <a:pt x="3959" y="6868"/>
                      <a:pt x="3906" y="6865"/>
                    </a:cubicBezTo>
                    <a:cubicBezTo>
                      <a:pt x="1688" y="6750"/>
                      <a:pt x="147" y="4183"/>
                      <a:pt x="132" y="4160"/>
                    </a:cubicBezTo>
                    <a:cubicBezTo>
                      <a:pt x="118" y="4138"/>
                      <a:pt x="96" y="4126"/>
                      <a:pt x="74" y="4126"/>
                    </a:cubicBezTo>
                    <a:cubicBezTo>
                      <a:pt x="63" y="4126"/>
                      <a:pt x="51" y="4129"/>
                      <a:pt x="41" y="4136"/>
                    </a:cubicBezTo>
                    <a:cubicBezTo>
                      <a:pt x="9" y="4156"/>
                      <a:pt x="1" y="4195"/>
                      <a:pt x="17" y="4227"/>
                    </a:cubicBezTo>
                    <a:cubicBezTo>
                      <a:pt x="33" y="4255"/>
                      <a:pt x="1609" y="6877"/>
                      <a:pt x="3898" y="6996"/>
                    </a:cubicBezTo>
                    <a:cubicBezTo>
                      <a:pt x="3954" y="7000"/>
                      <a:pt x="4009" y="7000"/>
                      <a:pt x="4061" y="7000"/>
                    </a:cubicBezTo>
                    <a:cubicBezTo>
                      <a:pt x="5388" y="7000"/>
                      <a:pt x="6687" y="6160"/>
                      <a:pt x="7923" y="4500"/>
                    </a:cubicBezTo>
                    <a:cubicBezTo>
                      <a:pt x="8093" y="4465"/>
                      <a:pt x="9079" y="4223"/>
                      <a:pt x="10014" y="3625"/>
                    </a:cubicBezTo>
                    <a:cubicBezTo>
                      <a:pt x="11381" y="2754"/>
                      <a:pt x="12026" y="1522"/>
                      <a:pt x="11888" y="60"/>
                    </a:cubicBezTo>
                    <a:cubicBezTo>
                      <a:pt x="11884" y="27"/>
                      <a:pt x="11856" y="0"/>
                      <a:pt x="118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6"/>
              <p:cNvSpPr/>
              <p:nvPr/>
            </p:nvSpPr>
            <p:spPr>
              <a:xfrm>
                <a:off x="2981525" y="3507550"/>
                <a:ext cx="171925" cy="222725"/>
              </a:xfrm>
              <a:custGeom>
                <a:avLst/>
                <a:gdLst/>
                <a:ahLst/>
                <a:cxnLst/>
                <a:rect l="l" t="t" r="r" b="b"/>
                <a:pathLst>
                  <a:path w="6877" h="8909" extrusionOk="0">
                    <a:moveTo>
                      <a:pt x="4682" y="1"/>
                    </a:moveTo>
                    <a:cubicBezTo>
                      <a:pt x="4358" y="1"/>
                      <a:pt x="4035" y="51"/>
                      <a:pt x="3743" y="183"/>
                    </a:cubicBezTo>
                    <a:cubicBezTo>
                      <a:pt x="3252" y="401"/>
                      <a:pt x="2919" y="824"/>
                      <a:pt x="2753" y="1438"/>
                    </a:cubicBezTo>
                    <a:cubicBezTo>
                      <a:pt x="2543" y="2234"/>
                      <a:pt x="2654" y="3066"/>
                      <a:pt x="2765" y="3870"/>
                    </a:cubicBezTo>
                    <a:cubicBezTo>
                      <a:pt x="3011" y="5684"/>
                      <a:pt x="3240" y="7399"/>
                      <a:pt x="52" y="8782"/>
                    </a:cubicBezTo>
                    <a:cubicBezTo>
                      <a:pt x="16" y="8798"/>
                      <a:pt x="0" y="8837"/>
                      <a:pt x="16" y="8869"/>
                    </a:cubicBezTo>
                    <a:cubicBezTo>
                      <a:pt x="28" y="8897"/>
                      <a:pt x="52" y="8908"/>
                      <a:pt x="76" y="8908"/>
                    </a:cubicBezTo>
                    <a:cubicBezTo>
                      <a:pt x="87" y="8908"/>
                      <a:pt x="95" y="8908"/>
                      <a:pt x="103" y="8905"/>
                    </a:cubicBezTo>
                    <a:cubicBezTo>
                      <a:pt x="3387" y="7483"/>
                      <a:pt x="3137" y="5637"/>
                      <a:pt x="2896" y="3850"/>
                    </a:cubicBezTo>
                    <a:cubicBezTo>
                      <a:pt x="2789" y="3062"/>
                      <a:pt x="2678" y="2242"/>
                      <a:pt x="2880" y="1474"/>
                    </a:cubicBezTo>
                    <a:cubicBezTo>
                      <a:pt x="3034" y="900"/>
                      <a:pt x="3343" y="507"/>
                      <a:pt x="3799" y="302"/>
                    </a:cubicBezTo>
                    <a:cubicBezTo>
                      <a:pt x="4067" y="181"/>
                      <a:pt x="4367" y="135"/>
                      <a:pt x="4670" y="135"/>
                    </a:cubicBezTo>
                    <a:cubicBezTo>
                      <a:pt x="5694" y="135"/>
                      <a:pt x="6758" y="664"/>
                      <a:pt x="6773" y="670"/>
                    </a:cubicBezTo>
                    <a:cubicBezTo>
                      <a:pt x="6783" y="675"/>
                      <a:pt x="6793" y="677"/>
                      <a:pt x="6803" y="677"/>
                    </a:cubicBezTo>
                    <a:cubicBezTo>
                      <a:pt x="6827" y="677"/>
                      <a:pt x="6849" y="664"/>
                      <a:pt x="6861" y="642"/>
                    </a:cubicBezTo>
                    <a:cubicBezTo>
                      <a:pt x="6876" y="610"/>
                      <a:pt x="6864" y="567"/>
                      <a:pt x="6833" y="551"/>
                    </a:cubicBezTo>
                    <a:cubicBezTo>
                      <a:pt x="6775" y="524"/>
                      <a:pt x="5724" y="1"/>
                      <a:pt x="468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6"/>
              <p:cNvSpPr/>
              <p:nvPr/>
            </p:nvSpPr>
            <p:spPr>
              <a:xfrm>
                <a:off x="3111250" y="3711925"/>
                <a:ext cx="133100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18" extrusionOk="0">
                    <a:moveTo>
                      <a:pt x="2127" y="0"/>
                    </a:moveTo>
                    <a:cubicBezTo>
                      <a:pt x="992" y="0"/>
                      <a:pt x="70" y="335"/>
                      <a:pt x="52" y="341"/>
                    </a:cubicBezTo>
                    <a:cubicBezTo>
                      <a:pt x="20" y="353"/>
                      <a:pt x="0" y="393"/>
                      <a:pt x="12" y="425"/>
                    </a:cubicBezTo>
                    <a:cubicBezTo>
                      <a:pt x="24" y="452"/>
                      <a:pt x="49" y="468"/>
                      <a:pt x="76" y="468"/>
                    </a:cubicBezTo>
                    <a:cubicBezTo>
                      <a:pt x="83" y="468"/>
                      <a:pt x="91" y="467"/>
                      <a:pt x="99" y="464"/>
                    </a:cubicBezTo>
                    <a:cubicBezTo>
                      <a:pt x="115" y="458"/>
                      <a:pt x="1018" y="131"/>
                      <a:pt x="2126" y="131"/>
                    </a:cubicBezTo>
                    <a:cubicBezTo>
                      <a:pt x="3153" y="131"/>
                      <a:pt x="4357" y="412"/>
                      <a:pt x="5197" y="1490"/>
                    </a:cubicBezTo>
                    <a:cubicBezTo>
                      <a:pt x="5213" y="1510"/>
                      <a:pt x="5232" y="1518"/>
                      <a:pt x="5252" y="1518"/>
                    </a:cubicBezTo>
                    <a:cubicBezTo>
                      <a:pt x="5264" y="1518"/>
                      <a:pt x="5280" y="1514"/>
                      <a:pt x="5292" y="1502"/>
                    </a:cubicBezTo>
                    <a:cubicBezTo>
                      <a:pt x="5319" y="1482"/>
                      <a:pt x="5323" y="1438"/>
                      <a:pt x="5304" y="1411"/>
                    </a:cubicBezTo>
                    <a:cubicBezTo>
                      <a:pt x="4430" y="291"/>
                      <a:pt x="3186" y="0"/>
                      <a:pt x="212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6"/>
              <p:cNvSpPr/>
              <p:nvPr/>
            </p:nvSpPr>
            <p:spPr>
              <a:xfrm>
                <a:off x="3156875" y="3659875"/>
                <a:ext cx="41725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2380" extrusionOk="0">
                    <a:moveTo>
                      <a:pt x="131" y="1"/>
                    </a:moveTo>
                    <a:cubicBezTo>
                      <a:pt x="92" y="1"/>
                      <a:pt x="68" y="3"/>
                      <a:pt x="64" y="3"/>
                    </a:cubicBezTo>
                    <a:cubicBezTo>
                      <a:pt x="29" y="7"/>
                      <a:pt x="1" y="43"/>
                      <a:pt x="9" y="79"/>
                    </a:cubicBezTo>
                    <a:cubicBezTo>
                      <a:pt x="13" y="112"/>
                      <a:pt x="40" y="134"/>
                      <a:pt x="72" y="134"/>
                    </a:cubicBezTo>
                    <a:cubicBezTo>
                      <a:pt x="75" y="134"/>
                      <a:pt x="78" y="134"/>
                      <a:pt x="80" y="134"/>
                    </a:cubicBezTo>
                    <a:cubicBezTo>
                      <a:pt x="81" y="134"/>
                      <a:pt x="101" y="131"/>
                      <a:pt x="135" y="131"/>
                    </a:cubicBezTo>
                    <a:cubicBezTo>
                      <a:pt x="244" y="131"/>
                      <a:pt x="500" y="157"/>
                      <a:pt x="765" y="368"/>
                    </a:cubicBezTo>
                    <a:cubicBezTo>
                      <a:pt x="1185" y="708"/>
                      <a:pt x="1451" y="1382"/>
                      <a:pt x="1534" y="2316"/>
                    </a:cubicBezTo>
                    <a:cubicBezTo>
                      <a:pt x="1534" y="2352"/>
                      <a:pt x="1566" y="2380"/>
                      <a:pt x="1597" y="2380"/>
                    </a:cubicBezTo>
                    <a:lnTo>
                      <a:pt x="1605" y="2380"/>
                    </a:lnTo>
                    <a:cubicBezTo>
                      <a:pt x="1641" y="2376"/>
                      <a:pt x="1669" y="2344"/>
                      <a:pt x="1665" y="2308"/>
                    </a:cubicBezTo>
                    <a:cubicBezTo>
                      <a:pt x="1581" y="1318"/>
                      <a:pt x="1304" y="633"/>
                      <a:pt x="845" y="265"/>
                    </a:cubicBezTo>
                    <a:cubicBezTo>
                      <a:pt x="548" y="28"/>
                      <a:pt x="258" y="1"/>
                      <a:pt x="13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6"/>
              <p:cNvSpPr/>
              <p:nvPr/>
            </p:nvSpPr>
            <p:spPr>
              <a:xfrm>
                <a:off x="2613250" y="3769800"/>
                <a:ext cx="201250" cy="192275"/>
              </a:xfrm>
              <a:custGeom>
                <a:avLst/>
                <a:gdLst/>
                <a:ahLst/>
                <a:cxnLst/>
                <a:rect l="l" t="t" r="r" b="b"/>
                <a:pathLst>
                  <a:path w="8050" h="7691" extrusionOk="0">
                    <a:moveTo>
                      <a:pt x="6639" y="0"/>
                    </a:moveTo>
                    <a:cubicBezTo>
                      <a:pt x="6202" y="0"/>
                      <a:pt x="5823" y="109"/>
                      <a:pt x="5506" y="328"/>
                    </a:cubicBezTo>
                    <a:cubicBezTo>
                      <a:pt x="4504" y="1021"/>
                      <a:pt x="4481" y="2534"/>
                      <a:pt x="4477" y="2601"/>
                    </a:cubicBezTo>
                    <a:cubicBezTo>
                      <a:pt x="4568" y="4340"/>
                      <a:pt x="4160" y="5651"/>
                      <a:pt x="3268" y="6503"/>
                    </a:cubicBezTo>
                    <a:cubicBezTo>
                      <a:pt x="2268" y="7454"/>
                      <a:pt x="910" y="7561"/>
                      <a:pt x="343" y="7561"/>
                    </a:cubicBezTo>
                    <a:cubicBezTo>
                      <a:pt x="178" y="7561"/>
                      <a:pt x="80" y="7552"/>
                      <a:pt x="76" y="7552"/>
                    </a:cubicBezTo>
                    <a:cubicBezTo>
                      <a:pt x="73" y="7552"/>
                      <a:pt x="71" y="7552"/>
                      <a:pt x="68" y="7552"/>
                    </a:cubicBezTo>
                    <a:cubicBezTo>
                      <a:pt x="35" y="7552"/>
                      <a:pt x="4" y="7575"/>
                      <a:pt x="1" y="7612"/>
                    </a:cubicBezTo>
                    <a:cubicBezTo>
                      <a:pt x="1" y="7647"/>
                      <a:pt x="25" y="7679"/>
                      <a:pt x="60" y="7683"/>
                    </a:cubicBezTo>
                    <a:cubicBezTo>
                      <a:pt x="64" y="7683"/>
                      <a:pt x="167" y="7691"/>
                      <a:pt x="341" y="7691"/>
                    </a:cubicBezTo>
                    <a:cubicBezTo>
                      <a:pt x="932" y="7691"/>
                      <a:pt x="2326" y="7580"/>
                      <a:pt x="3356" y="6598"/>
                    </a:cubicBezTo>
                    <a:cubicBezTo>
                      <a:pt x="4279" y="5722"/>
                      <a:pt x="4702" y="4372"/>
                      <a:pt x="4611" y="2597"/>
                    </a:cubicBezTo>
                    <a:cubicBezTo>
                      <a:pt x="4611" y="2581"/>
                      <a:pt x="4635" y="1088"/>
                      <a:pt x="5582" y="438"/>
                    </a:cubicBezTo>
                    <a:cubicBezTo>
                      <a:pt x="5878" y="234"/>
                      <a:pt x="6233" y="132"/>
                      <a:pt x="6644" y="132"/>
                    </a:cubicBezTo>
                    <a:cubicBezTo>
                      <a:pt x="7030" y="132"/>
                      <a:pt x="7467" y="222"/>
                      <a:pt x="7950" y="403"/>
                    </a:cubicBezTo>
                    <a:cubicBezTo>
                      <a:pt x="7958" y="405"/>
                      <a:pt x="7966" y="407"/>
                      <a:pt x="7974" y="407"/>
                    </a:cubicBezTo>
                    <a:cubicBezTo>
                      <a:pt x="8002" y="407"/>
                      <a:pt x="8028" y="391"/>
                      <a:pt x="8037" y="363"/>
                    </a:cubicBezTo>
                    <a:cubicBezTo>
                      <a:pt x="8049" y="328"/>
                      <a:pt x="8033" y="292"/>
                      <a:pt x="7998" y="280"/>
                    </a:cubicBezTo>
                    <a:cubicBezTo>
                      <a:pt x="7497" y="94"/>
                      <a:pt x="7044" y="0"/>
                      <a:pt x="66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6"/>
              <p:cNvSpPr/>
              <p:nvPr/>
            </p:nvSpPr>
            <p:spPr>
              <a:xfrm>
                <a:off x="2639200" y="3823650"/>
                <a:ext cx="89850" cy="20800"/>
              </a:xfrm>
              <a:custGeom>
                <a:avLst/>
                <a:gdLst/>
                <a:ahLst/>
                <a:cxnLst/>
                <a:rect l="l" t="t" r="r" b="b"/>
                <a:pathLst>
                  <a:path w="3594" h="832" extrusionOk="0">
                    <a:moveTo>
                      <a:pt x="2123" y="0"/>
                    </a:moveTo>
                    <a:cubicBezTo>
                      <a:pt x="1145" y="0"/>
                      <a:pt x="112" y="527"/>
                      <a:pt x="44" y="562"/>
                    </a:cubicBezTo>
                    <a:cubicBezTo>
                      <a:pt x="12" y="578"/>
                      <a:pt x="1" y="617"/>
                      <a:pt x="16" y="649"/>
                    </a:cubicBezTo>
                    <a:cubicBezTo>
                      <a:pt x="27" y="671"/>
                      <a:pt x="50" y="686"/>
                      <a:pt x="73" y="686"/>
                    </a:cubicBezTo>
                    <a:cubicBezTo>
                      <a:pt x="84" y="686"/>
                      <a:pt x="94" y="683"/>
                      <a:pt x="103" y="677"/>
                    </a:cubicBezTo>
                    <a:cubicBezTo>
                      <a:pt x="121" y="669"/>
                      <a:pt x="1161" y="140"/>
                      <a:pt x="2122" y="140"/>
                    </a:cubicBezTo>
                    <a:cubicBezTo>
                      <a:pt x="2653" y="140"/>
                      <a:pt x="3160" y="301"/>
                      <a:pt x="3458" y="800"/>
                    </a:cubicBezTo>
                    <a:cubicBezTo>
                      <a:pt x="3474" y="819"/>
                      <a:pt x="3494" y="831"/>
                      <a:pt x="3518" y="831"/>
                    </a:cubicBezTo>
                    <a:cubicBezTo>
                      <a:pt x="3530" y="831"/>
                      <a:pt x="3542" y="827"/>
                      <a:pt x="3549" y="823"/>
                    </a:cubicBezTo>
                    <a:cubicBezTo>
                      <a:pt x="3581" y="804"/>
                      <a:pt x="3593" y="764"/>
                      <a:pt x="3573" y="732"/>
                    </a:cubicBezTo>
                    <a:cubicBezTo>
                      <a:pt x="3241" y="178"/>
                      <a:pt x="2692" y="0"/>
                      <a:pt x="212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6"/>
              <p:cNvSpPr/>
              <p:nvPr/>
            </p:nvSpPr>
            <p:spPr>
              <a:xfrm>
                <a:off x="2756050" y="3501600"/>
                <a:ext cx="77650" cy="215500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8620" extrusionOk="0">
                    <a:moveTo>
                      <a:pt x="3029" y="1"/>
                    </a:moveTo>
                    <a:cubicBezTo>
                      <a:pt x="3021" y="1"/>
                      <a:pt x="3014" y="2"/>
                      <a:pt x="3007" y="5"/>
                    </a:cubicBezTo>
                    <a:cubicBezTo>
                      <a:pt x="1379" y="686"/>
                      <a:pt x="436" y="1530"/>
                      <a:pt x="214" y="2516"/>
                    </a:cubicBezTo>
                    <a:cubicBezTo>
                      <a:pt x="64" y="3173"/>
                      <a:pt x="254" y="3768"/>
                      <a:pt x="456" y="4397"/>
                    </a:cubicBezTo>
                    <a:cubicBezTo>
                      <a:pt x="693" y="5130"/>
                      <a:pt x="935" y="5887"/>
                      <a:pt x="733" y="6889"/>
                    </a:cubicBezTo>
                    <a:cubicBezTo>
                      <a:pt x="618" y="7459"/>
                      <a:pt x="381" y="8006"/>
                      <a:pt x="20" y="8517"/>
                    </a:cubicBezTo>
                    <a:cubicBezTo>
                      <a:pt x="0" y="8544"/>
                      <a:pt x="8" y="8588"/>
                      <a:pt x="40" y="8608"/>
                    </a:cubicBezTo>
                    <a:cubicBezTo>
                      <a:pt x="48" y="8616"/>
                      <a:pt x="64" y="8620"/>
                      <a:pt x="76" y="8620"/>
                    </a:cubicBezTo>
                    <a:cubicBezTo>
                      <a:pt x="95" y="8620"/>
                      <a:pt x="119" y="8608"/>
                      <a:pt x="131" y="8592"/>
                    </a:cubicBezTo>
                    <a:cubicBezTo>
                      <a:pt x="499" y="8065"/>
                      <a:pt x="745" y="7503"/>
                      <a:pt x="864" y="6917"/>
                    </a:cubicBezTo>
                    <a:cubicBezTo>
                      <a:pt x="1070" y="5879"/>
                      <a:pt x="812" y="5071"/>
                      <a:pt x="583" y="4358"/>
                    </a:cubicBezTo>
                    <a:cubicBezTo>
                      <a:pt x="385" y="3748"/>
                      <a:pt x="198" y="3170"/>
                      <a:pt x="341" y="2544"/>
                    </a:cubicBezTo>
                    <a:cubicBezTo>
                      <a:pt x="555" y="1601"/>
                      <a:pt x="1470" y="789"/>
                      <a:pt x="3058" y="128"/>
                    </a:cubicBezTo>
                    <a:cubicBezTo>
                      <a:pt x="3090" y="112"/>
                      <a:pt x="3106" y="76"/>
                      <a:pt x="3094" y="40"/>
                    </a:cubicBezTo>
                    <a:cubicBezTo>
                      <a:pt x="3082" y="16"/>
                      <a:pt x="3055" y="1"/>
                      <a:pt x="302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6"/>
              <p:cNvSpPr/>
              <p:nvPr/>
            </p:nvSpPr>
            <p:spPr>
              <a:xfrm>
                <a:off x="3062425" y="3795450"/>
                <a:ext cx="40525" cy="107425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4297" extrusionOk="0">
                    <a:moveTo>
                      <a:pt x="262" y="1"/>
                    </a:moveTo>
                    <a:cubicBezTo>
                      <a:pt x="248" y="1"/>
                      <a:pt x="235" y="5"/>
                      <a:pt x="222" y="15"/>
                    </a:cubicBezTo>
                    <a:cubicBezTo>
                      <a:pt x="194" y="34"/>
                      <a:pt x="186" y="78"/>
                      <a:pt x="210" y="106"/>
                    </a:cubicBezTo>
                    <a:cubicBezTo>
                      <a:pt x="1458" y="1825"/>
                      <a:pt x="36" y="4173"/>
                      <a:pt x="20" y="4197"/>
                    </a:cubicBezTo>
                    <a:cubicBezTo>
                      <a:pt x="0" y="4229"/>
                      <a:pt x="12" y="4269"/>
                      <a:pt x="44" y="4288"/>
                    </a:cubicBezTo>
                    <a:cubicBezTo>
                      <a:pt x="52" y="4292"/>
                      <a:pt x="64" y="4296"/>
                      <a:pt x="76" y="4296"/>
                    </a:cubicBezTo>
                    <a:cubicBezTo>
                      <a:pt x="99" y="4296"/>
                      <a:pt x="119" y="4284"/>
                      <a:pt x="135" y="4265"/>
                    </a:cubicBezTo>
                    <a:cubicBezTo>
                      <a:pt x="147" y="4241"/>
                      <a:pt x="1620" y="1817"/>
                      <a:pt x="317" y="30"/>
                    </a:cubicBezTo>
                    <a:cubicBezTo>
                      <a:pt x="303" y="11"/>
                      <a:pt x="283" y="1"/>
                      <a:pt x="2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6"/>
              <p:cNvSpPr/>
              <p:nvPr/>
            </p:nvSpPr>
            <p:spPr>
              <a:xfrm>
                <a:off x="2827650" y="3869800"/>
                <a:ext cx="77150" cy="52875"/>
              </a:xfrm>
              <a:custGeom>
                <a:avLst/>
                <a:gdLst/>
                <a:ahLst/>
                <a:cxnLst/>
                <a:rect l="l" t="t" r="r" b="b"/>
                <a:pathLst>
                  <a:path w="3086" h="2115" extrusionOk="0">
                    <a:moveTo>
                      <a:pt x="73" y="0"/>
                    </a:moveTo>
                    <a:cubicBezTo>
                      <a:pt x="63" y="0"/>
                      <a:pt x="53" y="3"/>
                      <a:pt x="44" y="7"/>
                    </a:cubicBezTo>
                    <a:cubicBezTo>
                      <a:pt x="12" y="27"/>
                      <a:pt x="0" y="67"/>
                      <a:pt x="20" y="98"/>
                    </a:cubicBezTo>
                    <a:cubicBezTo>
                      <a:pt x="1117" y="2055"/>
                      <a:pt x="2998" y="2114"/>
                      <a:pt x="3018" y="2114"/>
                    </a:cubicBezTo>
                    <a:lnTo>
                      <a:pt x="3022" y="2114"/>
                    </a:lnTo>
                    <a:cubicBezTo>
                      <a:pt x="3058" y="2114"/>
                      <a:pt x="3086" y="2087"/>
                      <a:pt x="3086" y="2047"/>
                    </a:cubicBezTo>
                    <a:cubicBezTo>
                      <a:pt x="3086" y="2011"/>
                      <a:pt x="3058" y="1984"/>
                      <a:pt x="3022" y="1980"/>
                    </a:cubicBezTo>
                    <a:cubicBezTo>
                      <a:pt x="3002" y="1980"/>
                      <a:pt x="1192" y="1924"/>
                      <a:pt x="135" y="35"/>
                    </a:cubicBezTo>
                    <a:cubicBezTo>
                      <a:pt x="121" y="13"/>
                      <a:pt x="97" y="0"/>
                      <a:pt x="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6"/>
              <p:cNvSpPr/>
              <p:nvPr/>
            </p:nvSpPr>
            <p:spPr>
              <a:xfrm>
                <a:off x="2489675" y="3475875"/>
                <a:ext cx="43000" cy="88550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3542" extrusionOk="0">
                    <a:moveTo>
                      <a:pt x="769" y="1"/>
                    </a:moveTo>
                    <a:cubicBezTo>
                      <a:pt x="743" y="1"/>
                      <a:pt x="715" y="19"/>
                      <a:pt x="706" y="48"/>
                    </a:cubicBezTo>
                    <a:cubicBezTo>
                      <a:pt x="702" y="67"/>
                      <a:pt x="1" y="2234"/>
                      <a:pt x="1605" y="3525"/>
                    </a:cubicBezTo>
                    <a:cubicBezTo>
                      <a:pt x="1617" y="3537"/>
                      <a:pt x="1632" y="3541"/>
                      <a:pt x="1644" y="3541"/>
                    </a:cubicBezTo>
                    <a:cubicBezTo>
                      <a:pt x="1664" y="3541"/>
                      <a:pt x="1684" y="3533"/>
                      <a:pt x="1696" y="3517"/>
                    </a:cubicBezTo>
                    <a:cubicBezTo>
                      <a:pt x="1720" y="3490"/>
                      <a:pt x="1716" y="3446"/>
                      <a:pt x="1688" y="3422"/>
                    </a:cubicBezTo>
                    <a:cubicBezTo>
                      <a:pt x="155" y="2190"/>
                      <a:pt x="824" y="111"/>
                      <a:pt x="832" y="87"/>
                    </a:cubicBezTo>
                    <a:cubicBezTo>
                      <a:pt x="844" y="55"/>
                      <a:pt x="824" y="16"/>
                      <a:pt x="789" y="4"/>
                    </a:cubicBezTo>
                    <a:cubicBezTo>
                      <a:pt x="783" y="2"/>
                      <a:pt x="776" y="1"/>
                      <a:pt x="7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6"/>
              <p:cNvSpPr/>
              <p:nvPr/>
            </p:nvSpPr>
            <p:spPr>
              <a:xfrm>
                <a:off x="2621975" y="3441700"/>
                <a:ext cx="123700" cy="61925"/>
              </a:xfrm>
              <a:custGeom>
                <a:avLst/>
                <a:gdLst/>
                <a:ahLst/>
                <a:cxnLst/>
                <a:rect l="l" t="t" r="r" b="b"/>
                <a:pathLst>
                  <a:path w="4948" h="2477" extrusionOk="0">
                    <a:moveTo>
                      <a:pt x="4278" y="1"/>
                    </a:moveTo>
                    <a:cubicBezTo>
                      <a:pt x="2696" y="1"/>
                      <a:pt x="1516" y="343"/>
                      <a:pt x="765" y="1026"/>
                    </a:cubicBezTo>
                    <a:cubicBezTo>
                      <a:pt x="48" y="1672"/>
                      <a:pt x="4" y="2377"/>
                      <a:pt x="4" y="2409"/>
                    </a:cubicBezTo>
                    <a:cubicBezTo>
                      <a:pt x="0" y="2444"/>
                      <a:pt x="32" y="2476"/>
                      <a:pt x="68" y="2476"/>
                    </a:cubicBezTo>
                    <a:lnTo>
                      <a:pt x="72" y="2476"/>
                    </a:lnTo>
                    <a:cubicBezTo>
                      <a:pt x="103" y="2476"/>
                      <a:pt x="135" y="2448"/>
                      <a:pt x="135" y="2413"/>
                    </a:cubicBezTo>
                    <a:cubicBezTo>
                      <a:pt x="135" y="2409"/>
                      <a:pt x="179" y="1731"/>
                      <a:pt x="852" y="1121"/>
                    </a:cubicBezTo>
                    <a:cubicBezTo>
                      <a:pt x="1582" y="462"/>
                      <a:pt x="2736" y="132"/>
                      <a:pt x="4286" y="132"/>
                    </a:cubicBezTo>
                    <a:cubicBezTo>
                      <a:pt x="4477" y="132"/>
                      <a:pt x="4674" y="137"/>
                      <a:pt x="4876" y="147"/>
                    </a:cubicBezTo>
                    <a:cubicBezTo>
                      <a:pt x="4878" y="147"/>
                      <a:pt x="4881" y="147"/>
                      <a:pt x="4883" y="147"/>
                    </a:cubicBezTo>
                    <a:cubicBezTo>
                      <a:pt x="4916" y="147"/>
                      <a:pt x="4944" y="121"/>
                      <a:pt x="4947" y="88"/>
                    </a:cubicBezTo>
                    <a:cubicBezTo>
                      <a:pt x="4947" y="48"/>
                      <a:pt x="4920" y="20"/>
                      <a:pt x="4884" y="16"/>
                    </a:cubicBezTo>
                    <a:cubicBezTo>
                      <a:pt x="4676" y="6"/>
                      <a:pt x="4474" y="1"/>
                      <a:pt x="42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6"/>
              <p:cNvSpPr/>
              <p:nvPr/>
            </p:nvSpPr>
            <p:spPr>
              <a:xfrm>
                <a:off x="2738725" y="3380425"/>
                <a:ext cx="16450" cy="98925"/>
              </a:xfrm>
              <a:custGeom>
                <a:avLst/>
                <a:gdLst/>
                <a:ahLst/>
                <a:cxnLst/>
                <a:rect l="l" t="t" r="r" b="b"/>
                <a:pathLst>
                  <a:path w="658" h="3957" extrusionOk="0">
                    <a:moveTo>
                      <a:pt x="581" y="0"/>
                    </a:moveTo>
                    <a:cubicBezTo>
                      <a:pt x="553" y="0"/>
                      <a:pt x="529" y="19"/>
                      <a:pt x="519" y="47"/>
                    </a:cubicBezTo>
                    <a:cubicBezTo>
                      <a:pt x="515" y="63"/>
                      <a:pt x="0" y="1838"/>
                      <a:pt x="214" y="3897"/>
                    </a:cubicBezTo>
                    <a:cubicBezTo>
                      <a:pt x="218" y="3933"/>
                      <a:pt x="246" y="3957"/>
                      <a:pt x="281" y="3957"/>
                    </a:cubicBezTo>
                    <a:lnTo>
                      <a:pt x="285" y="3957"/>
                    </a:lnTo>
                    <a:cubicBezTo>
                      <a:pt x="325" y="3953"/>
                      <a:pt x="349" y="3921"/>
                      <a:pt x="345" y="3885"/>
                    </a:cubicBezTo>
                    <a:cubicBezTo>
                      <a:pt x="131" y="1853"/>
                      <a:pt x="642" y="103"/>
                      <a:pt x="646" y="87"/>
                    </a:cubicBezTo>
                    <a:cubicBezTo>
                      <a:pt x="658" y="51"/>
                      <a:pt x="638" y="12"/>
                      <a:pt x="602" y="4"/>
                    </a:cubicBezTo>
                    <a:cubicBezTo>
                      <a:pt x="595" y="1"/>
                      <a:pt x="588" y="0"/>
                      <a:pt x="58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6"/>
              <p:cNvSpPr/>
              <p:nvPr/>
            </p:nvSpPr>
            <p:spPr>
              <a:xfrm>
                <a:off x="2463250" y="3763075"/>
                <a:ext cx="79825" cy="52750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2110" extrusionOk="0">
                    <a:moveTo>
                      <a:pt x="3121" y="1"/>
                    </a:moveTo>
                    <a:cubicBezTo>
                      <a:pt x="3091" y="1"/>
                      <a:pt x="3064" y="20"/>
                      <a:pt x="3054" y="50"/>
                    </a:cubicBezTo>
                    <a:cubicBezTo>
                      <a:pt x="2535" y="1947"/>
                      <a:pt x="91" y="1979"/>
                      <a:pt x="63" y="1979"/>
                    </a:cubicBezTo>
                    <a:cubicBezTo>
                      <a:pt x="28" y="1979"/>
                      <a:pt x="0" y="2011"/>
                      <a:pt x="0" y="2046"/>
                    </a:cubicBezTo>
                    <a:cubicBezTo>
                      <a:pt x="0" y="2082"/>
                      <a:pt x="28" y="2110"/>
                      <a:pt x="63" y="2110"/>
                    </a:cubicBezTo>
                    <a:cubicBezTo>
                      <a:pt x="91" y="2110"/>
                      <a:pt x="2638" y="2078"/>
                      <a:pt x="3181" y="86"/>
                    </a:cubicBezTo>
                    <a:cubicBezTo>
                      <a:pt x="3192" y="50"/>
                      <a:pt x="3173" y="14"/>
                      <a:pt x="3137" y="2"/>
                    </a:cubicBezTo>
                    <a:cubicBezTo>
                      <a:pt x="3132" y="1"/>
                      <a:pt x="3127" y="1"/>
                      <a:pt x="312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6"/>
              <p:cNvSpPr/>
              <p:nvPr/>
            </p:nvSpPr>
            <p:spPr>
              <a:xfrm>
                <a:off x="2881500" y="3582225"/>
                <a:ext cx="18350" cy="601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2405" extrusionOk="0">
                    <a:moveTo>
                      <a:pt x="662" y="1"/>
                    </a:moveTo>
                    <a:cubicBezTo>
                      <a:pt x="641" y="1"/>
                      <a:pt x="619" y="10"/>
                      <a:pt x="607" y="28"/>
                    </a:cubicBezTo>
                    <a:cubicBezTo>
                      <a:pt x="1" y="871"/>
                      <a:pt x="215" y="2285"/>
                      <a:pt x="227" y="2349"/>
                    </a:cubicBezTo>
                    <a:cubicBezTo>
                      <a:pt x="231" y="2380"/>
                      <a:pt x="258" y="2404"/>
                      <a:pt x="290" y="2404"/>
                    </a:cubicBezTo>
                    <a:lnTo>
                      <a:pt x="302" y="2400"/>
                    </a:lnTo>
                    <a:cubicBezTo>
                      <a:pt x="337" y="2396"/>
                      <a:pt x="361" y="2361"/>
                      <a:pt x="353" y="2325"/>
                    </a:cubicBezTo>
                    <a:cubicBezTo>
                      <a:pt x="353" y="2313"/>
                      <a:pt x="139" y="903"/>
                      <a:pt x="714" y="103"/>
                    </a:cubicBezTo>
                    <a:cubicBezTo>
                      <a:pt x="734" y="75"/>
                      <a:pt x="730" y="36"/>
                      <a:pt x="698" y="12"/>
                    </a:cubicBezTo>
                    <a:cubicBezTo>
                      <a:pt x="687" y="4"/>
                      <a:pt x="675" y="1"/>
                      <a:pt x="6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6"/>
              <p:cNvSpPr/>
              <p:nvPr/>
            </p:nvSpPr>
            <p:spPr>
              <a:xfrm>
                <a:off x="2842000" y="3386800"/>
                <a:ext cx="75875" cy="75225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09" extrusionOk="0">
                    <a:moveTo>
                      <a:pt x="2957" y="0"/>
                    </a:moveTo>
                    <a:cubicBezTo>
                      <a:pt x="2938" y="0"/>
                      <a:pt x="2918" y="10"/>
                      <a:pt x="2904" y="26"/>
                    </a:cubicBezTo>
                    <a:cubicBezTo>
                      <a:pt x="2892" y="46"/>
                      <a:pt x="1573" y="1852"/>
                      <a:pt x="40" y="2886"/>
                    </a:cubicBezTo>
                    <a:cubicBezTo>
                      <a:pt x="12" y="2906"/>
                      <a:pt x="0" y="2949"/>
                      <a:pt x="24" y="2977"/>
                    </a:cubicBezTo>
                    <a:cubicBezTo>
                      <a:pt x="36" y="2997"/>
                      <a:pt x="56" y="3009"/>
                      <a:pt x="76" y="3009"/>
                    </a:cubicBezTo>
                    <a:cubicBezTo>
                      <a:pt x="91" y="3009"/>
                      <a:pt x="103" y="3005"/>
                      <a:pt x="115" y="2997"/>
                    </a:cubicBezTo>
                    <a:cubicBezTo>
                      <a:pt x="1664" y="1947"/>
                      <a:pt x="2999" y="125"/>
                      <a:pt x="3011" y="105"/>
                    </a:cubicBezTo>
                    <a:cubicBezTo>
                      <a:pt x="3034" y="77"/>
                      <a:pt x="3027" y="34"/>
                      <a:pt x="2995" y="14"/>
                    </a:cubicBezTo>
                    <a:cubicBezTo>
                      <a:pt x="2984" y="4"/>
                      <a:pt x="2970" y="0"/>
                      <a:pt x="2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6"/>
              <p:cNvSpPr/>
              <p:nvPr/>
            </p:nvSpPr>
            <p:spPr>
              <a:xfrm>
                <a:off x="2783775" y="3684100"/>
                <a:ext cx="1491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178" extrusionOk="0">
                    <a:moveTo>
                      <a:pt x="2868" y="1"/>
                    </a:moveTo>
                    <a:cubicBezTo>
                      <a:pt x="1399" y="1"/>
                      <a:pt x="167" y="987"/>
                      <a:pt x="40" y="2314"/>
                    </a:cubicBezTo>
                    <a:cubicBezTo>
                      <a:pt x="0" y="2714"/>
                      <a:pt x="68" y="3102"/>
                      <a:pt x="218" y="3455"/>
                    </a:cubicBezTo>
                    <a:cubicBezTo>
                      <a:pt x="515" y="3494"/>
                      <a:pt x="836" y="3581"/>
                      <a:pt x="1177" y="3708"/>
                    </a:cubicBezTo>
                    <a:cubicBezTo>
                      <a:pt x="1212" y="3720"/>
                      <a:pt x="1228" y="3756"/>
                      <a:pt x="1216" y="3791"/>
                    </a:cubicBezTo>
                    <a:cubicBezTo>
                      <a:pt x="1204" y="3819"/>
                      <a:pt x="1181" y="3835"/>
                      <a:pt x="1153" y="3835"/>
                    </a:cubicBezTo>
                    <a:cubicBezTo>
                      <a:pt x="1145" y="3835"/>
                      <a:pt x="1137" y="3835"/>
                      <a:pt x="1129" y="3831"/>
                    </a:cubicBezTo>
                    <a:cubicBezTo>
                      <a:pt x="828" y="3720"/>
                      <a:pt x="547" y="3641"/>
                      <a:pt x="286" y="3597"/>
                    </a:cubicBezTo>
                    <a:lnTo>
                      <a:pt x="286" y="3597"/>
                    </a:lnTo>
                    <a:cubicBezTo>
                      <a:pt x="701" y="4437"/>
                      <a:pt x="1601" y="5059"/>
                      <a:pt x="2690" y="5166"/>
                    </a:cubicBezTo>
                    <a:cubicBezTo>
                      <a:pt x="2797" y="5174"/>
                      <a:pt x="2900" y="5178"/>
                      <a:pt x="3003" y="5178"/>
                    </a:cubicBezTo>
                    <a:cubicBezTo>
                      <a:pt x="4468" y="5178"/>
                      <a:pt x="5704" y="4191"/>
                      <a:pt x="5831" y="2864"/>
                    </a:cubicBezTo>
                    <a:cubicBezTo>
                      <a:pt x="5965" y="1442"/>
                      <a:pt x="4777" y="167"/>
                      <a:pt x="3181" y="17"/>
                    </a:cubicBezTo>
                    <a:cubicBezTo>
                      <a:pt x="3074" y="5"/>
                      <a:pt x="2971" y="1"/>
                      <a:pt x="28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6"/>
              <p:cNvSpPr/>
              <p:nvPr/>
            </p:nvSpPr>
            <p:spPr>
              <a:xfrm>
                <a:off x="2789225" y="3770450"/>
                <a:ext cx="25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1" h="38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0" y="52"/>
                      <a:pt x="44" y="100"/>
                      <a:pt x="68" y="143"/>
                    </a:cubicBezTo>
                    <a:cubicBezTo>
                      <a:pt x="329" y="187"/>
                      <a:pt x="610" y="266"/>
                      <a:pt x="911" y="377"/>
                    </a:cubicBezTo>
                    <a:cubicBezTo>
                      <a:pt x="919" y="381"/>
                      <a:pt x="927" y="381"/>
                      <a:pt x="935" y="381"/>
                    </a:cubicBezTo>
                    <a:cubicBezTo>
                      <a:pt x="963" y="381"/>
                      <a:pt x="986" y="365"/>
                      <a:pt x="998" y="337"/>
                    </a:cubicBezTo>
                    <a:cubicBezTo>
                      <a:pt x="1010" y="302"/>
                      <a:pt x="994" y="266"/>
                      <a:pt x="959" y="254"/>
                    </a:cubicBezTo>
                    <a:cubicBezTo>
                      <a:pt x="618" y="127"/>
                      <a:pt x="297" y="40"/>
                      <a:pt x="0" y="1"/>
                    </a:cubicBezTo>
                    <a:close/>
                  </a:path>
                </a:pathLst>
              </a:custGeom>
              <a:solidFill>
                <a:srgbClr val="9484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6"/>
              <p:cNvSpPr/>
              <p:nvPr/>
            </p:nvSpPr>
            <p:spPr>
              <a:xfrm>
                <a:off x="2458000" y="3630425"/>
                <a:ext cx="1470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882" h="5178" extrusionOk="0">
                    <a:moveTo>
                      <a:pt x="2856" y="1"/>
                    </a:moveTo>
                    <a:cubicBezTo>
                      <a:pt x="1390" y="1"/>
                      <a:pt x="155" y="987"/>
                      <a:pt x="28" y="2314"/>
                    </a:cubicBezTo>
                    <a:cubicBezTo>
                      <a:pt x="0" y="2603"/>
                      <a:pt x="28" y="2880"/>
                      <a:pt x="99" y="3150"/>
                    </a:cubicBezTo>
                    <a:cubicBezTo>
                      <a:pt x="467" y="3316"/>
                      <a:pt x="864" y="3423"/>
                      <a:pt x="1287" y="3447"/>
                    </a:cubicBezTo>
                    <a:cubicBezTo>
                      <a:pt x="1339" y="3451"/>
                      <a:pt x="1390" y="3451"/>
                      <a:pt x="1446" y="3451"/>
                    </a:cubicBezTo>
                    <a:cubicBezTo>
                      <a:pt x="2725" y="3451"/>
                      <a:pt x="3985" y="2631"/>
                      <a:pt x="5189" y="1015"/>
                    </a:cubicBezTo>
                    <a:cubicBezTo>
                      <a:pt x="4710" y="472"/>
                      <a:pt x="3993" y="92"/>
                      <a:pt x="3169" y="17"/>
                    </a:cubicBezTo>
                    <a:cubicBezTo>
                      <a:pt x="3062" y="5"/>
                      <a:pt x="2959" y="1"/>
                      <a:pt x="2856" y="1"/>
                    </a:cubicBezTo>
                    <a:close/>
                    <a:moveTo>
                      <a:pt x="5276" y="1118"/>
                    </a:moveTo>
                    <a:cubicBezTo>
                      <a:pt x="4048" y="2754"/>
                      <a:pt x="2761" y="3582"/>
                      <a:pt x="1442" y="3582"/>
                    </a:cubicBezTo>
                    <a:cubicBezTo>
                      <a:pt x="1390" y="3582"/>
                      <a:pt x="1335" y="3582"/>
                      <a:pt x="1279" y="3578"/>
                    </a:cubicBezTo>
                    <a:cubicBezTo>
                      <a:pt x="879" y="3558"/>
                      <a:pt x="503" y="3463"/>
                      <a:pt x="151" y="3316"/>
                    </a:cubicBezTo>
                    <a:lnTo>
                      <a:pt x="151" y="3316"/>
                    </a:lnTo>
                    <a:cubicBezTo>
                      <a:pt x="495" y="4291"/>
                      <a:pt x="1470" y="5047"/>
                      <a:pt x="2678" y="5162"/>
                    </a:cubicBezTo>
                    <a:cubicBezTo>
                      <a:pt x="2785" y="5174"/>
                      <a:pt x="2888" y="5178"/>
                      <a:pt x="2991" y="5178"/>
                    </a:cubicBezTo>
                    <a:cubicBezTo>
                      <a:pt x="4456" y="5178"/>
                      <a:pt x="5692" y="4192"/>
                      <a:pt x="5819" y="2865"/>
                    </a:cubicBezTo>
                    <a:cubicBezTo>
                      <a:pt x="5882" y="2223"/>
                      <a:pt x="5672" y="1609"/>
                      <a:pt x="5276" y="11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6"/>
              <p:cNvSpPr/>
              <p:nvPr/>
            </p:nvSpPr>
            <p:spPr>
              <a:xfrm>
                <a:off x="2460475" y="3655775"/>
                <a:ext cx="129425" cy="64200"/>
              </a:xfrm>
              <a:custGeom>
                <a:avLst/>
                <a:gdLst/>
                <a:ahLst/>
                <a:cxnLst/>
                <a:rect l="l" t="t" r="r" b="b"/>
                <a:pathLst>
                  <a:path w="5177" h="2568" extrusionOk="0">
                    <a:moveTo>
                      <a:pt x="5090" y="1"/>
                    </a:moveTo>
                    <a:cubicBezTo>
                      <a:pt x="3886" y="1617"/>
                      <a:pt x="2626" y="2437"/>
                      <a:pt x="1347" y="2437"/>
                    </a:cubicBezTo>
                    <a:cubicBezTo>
                      <a:pt x="1291" y="2437"/>
                      <a:pt x="1240" y="2437"/>
                      <a:pt x="1188" y="2433"/>
                    </a:cubicBezTo>
                    <a:cubicBezTo>
                      <a:pt x="765" y="2409"/>
                      <a:pt x="368" y="2302"/>
                      <a:pt x="0" y="2136"/>
                    </a:cubicBezTo>
                    <a:lnTo>
                      <a:pt x="0" y="2136"/>
                    </a:lnTo>
                    <a:cubicBezTo>
                      <a:pt x="16" y="2191"/>
                      <a:pt x="36" y="2247"/>
                      <a:pt x="52" y="2302"/>
                    </a:cubicBezTo>
                    <a:cubicBezTo>
                      <a:pt x="404" y="2449"/>
                      <a:pt x="780" y="2544"/>
                      <a:pt x="1180" y="2564"/>
                    </a:cubicBezTo>
                    <a:cubicBezTo>
                      <a:pt x="1236" y="2568"/>
                      <a:pt x="1291" y="2568"/>
                      <a:pt x="1343" y="2568"/>
                    </a:cubicBezTo>
                    <a:cubicBezTo>
                      <a:pt x="2662" y="2568"/>
                      <a:pt x="3949" y="1740"/>
                      <a:pt x="5177" y="104"/>
                    </a:cubicBezTo>
                    <a:cubicBezTo>
                      <a:pt x="5149" y="68"/>
                      <a:pt x="5122" y="33"/>
                      <a:pt x="509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6"/>
              <p:cNvSpPr/>
              <p:nvPr/>
            </p:nvSpPr>
            <p:spPr>
              <a:xfrm>
                <a:off x="2803475" y="3635950"/>
                <a:ext cx="65075" cy="62175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87" extrusionOk="0">
                    <a:moveTo>
                      <a:pt x="1302" y="0"/>
                    </a:moveTo>
                    <a:cubicBezTo>
                      <a:pt x="669" y="0"/>
                      <a:pt x="128" y="481"/>
                      <a:pt x="68" y="1127"/>
                    </a:cubicBezTo>
                    <a:cubicBezTo>
                      <a:pt x="1" y="1808"/>
                      <a:pt x="504" y="2414"/>
                      <a:pt x="1185" y="2481"/>
                    </a:cubicBezTo>
                    <a:cubicBezTo>
                      <a:pt x="1224" y="2485"/>
                      <a:pt x="1263" y="2487"/>
                      <a:pt x="1301" y="2487"/>
                    </a:cubicBezTo>
                    <a:cubicBezTo>
                      <a:pt x="1938" y="2487"/>
                      <a:pt x="2480" y="2003"/>
                      <a:pt x="2540" y="1360"/>
                    </a:cubicBezTo>
                    <a:cubicBezTo>
                      <a:pt x="2603" y="679"/>
                      <a:pt x="2104" y="69"/>
                      <a:pt x="1419" y="6"/>
                    </a:cubicBezTo>
                    <a:cubicBezTo>
                      <a:pt x="1379" y="2"/>
                      <a:pt x="1341" y="0"/>
                      <a:pt x="13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6"/>
              <p:cNvSpPr/>
              <p:nvPr/>
            </p:nvSpPr>
            <p:spPr>
              <a:xfrm>
                <a:off x="2547400" y="3597300"/>
                <a:ext cx="65200" cy="6212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485" extrusionOk="0">
                    <a:moveTo>
                      <a:pt x="1300" y="1"/>
                    </a:moveTo>
                    <a:cubicBezTo>
                      <a:pt x="666" y="1"/>
                      <a:pt x="128" y="484"/>
                      <a:pt x="68" y="1124"/>
                    </a:cubicBezTo>
                    <a:cubicBezTo>
                      <a:pt x="1" y="1809"/>
                      <a:pt x="504" y="2415"/>
                      <a:pt x="1185" y="2479"/>
                    </a:cubicBezTo>
                    <a:cubicBezTo>
                      <a:pt x="1226" y="2483"/>
                      <a:pt x="1267" y="2485"/>
                      <a:pt x="1308" y="2485"/>
                    </a:cubicBezTo>
                    <a:cubicBezTo>
                      <a:pt x="1941" y="2485"/>
                      <a:pt x="2480" y="2002"/>
                      <a:pt x="2540" y="1362"/>
                    </a:cubicBezTo>
                    <a:cubicBezTo>
                      <a:pt x="2607" y="676"/>
                      <a:pt x="2104" y="70"/>
                      <a:pt x="1423" y="7"/>
                    </a:cubicBezTo>
                    <a:cubicBezTo>
                      <a:pt x="1381" y="3"/>
                      <a:pt x="1340" y="1"/>
                      <a:pt x="13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6"/>
              <p:cNvSpPr/>
              <p:nvPr/>
            </p:nvSpPr>
            <p:spPr>
              <a:xfrm>
                <a:off x="2596025" y="3668900"/>
                <a:ext cx="192025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7681" h="2811" extrusionOk="0">
                    <a:moveTo>
                      <a:pt x="3469" y="0"/>
                    </a:moveTo>
                    <a:cubicBezTo>
                      <a:pt x="1617" y="0"/>
                      <a:pt x="359" y="1117"/>
                      <a:pt x="107" y="1357"/>
                    </a:cubicBezTo>
                    <a:cubicBezTo>
                      <a:pt x="5" y="1460"/>
                      <a:pt x="1" y="1627"/>
                      <a:pt x="104" y="1734"/>
                    </a:cubicBezTo>
                    <a:cubicBezTo>
                      <a:pt x="154" y="1786"/>
                      <a:pt x="223" y="1813"/>
                      <a:pt x="292" y="1813"/>
                    </a:cubicBezTo>
                    <a:cubicBezTo>
                      <a:pt x="359" y="1813"/>
                      <a:pt x="425" y="1788"/>
                      <a:pt x="476" y="1738"/>
                    </a:cubicBezTo>
                    <a:cubicBezTo>
                      <a:pt x="698" y="1523"/>
                      <a:pt x="1819" y="530"/>
                      <a:pt x="3465" y="530"/>
                    </a:cubicBezTo>
                    <a:cubicBezTo>
                      <a:pt x="3608" y="530"/>
                      <a:pt x="3755" y="537"/>
                      <a:pt x="3906" y="553"/>
                    </a:cubicBezTo>
                    <a:cubicBezTo>
                      <a:pt x="5993" y="779"/>
                      <a:pt x="7039" y="2486"/>
                      <a:pt x="7154" y="2680"/>
                    </a:cubicBezTo>
                    <a:cubicBezTo>
                      <a:pt x="7201" y="2763"/>
                      <a:pt x="7289" y="2811"/>
                      <a:pt x="7380" y="2811"/>
                    </a:cubicBezTo>
                    <a:cubicBezTo>
                      <a:pt x="7427" y="2811"/>
                      <a:pt x="7471" y="2799"/>
                      <a:pt x="7514" y="2775"/>
                    </a:cubicBezTo>
                    <a:cubicBezTo>
                      <a:pt x="7641" y="2700"/>
                      <a:pt x="7681" y="2542"/>
                      <a:pt x="7609" y="2415"/>
                    </a:cubicBezTo>
                    <a:cubicBezTo>
                      <a:pt x="7483" y="2197"/>
                      <a:pt x="6310" y="280"/>
                      <a:pt x="3961" y="26"/>
                    </a:cubicBezTo>
                    <a:cubicBezTo>
                      <a:pt x="3793" y="9"/>
                      <a:pt x="3629" y="0"/>
                      <a:pt x="34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6"/>
              <p:cNvSpPr/>
              <p:nvPr/>
            </p:nvSpPr>
            <p:spPr>
              <a:xfrm>
                <a:off x="2464925" y="3230200"/>
                <a:ext cx="109150" cy="156450"/>
              </a:xfrm>
              <a:custGeom>
                <a:avLst/>
                <a:gdLst/>
                <a:ahLst/>
                <a:cxnLst/>
                <a:rect l="l" t="t" r="r" b="b"/>
                <a:pathLst>
                  <a:path w="4366" h="6258" extrusionOk="0">
                    <a:moveTo>
                      <a:pt x="2278" y="0"/>
                    </a:moveTo>
                    <a:cubicBezTo>
                      <a:pt x="503" y="2575"/>
                      <a:pt x="0" y="4947"/>
                      <a:pt x="816" y="5720"/>
                    </a:cubicBezTo>
                    <a:cubicBezTo>
                      <a:pt x="1043" y="5931"/>
                      <a:pt x="1611" y="6257"/>
                      <a:pt x="2290" y="6257"/>
                    </a:cubicBezTo>
                    <a:cubicBezTo>
                      <a:pt x="2360" y="6257"/>
                      <a:pt x="2431" y="6254"/>
                      <a:pt x="2504" y="6246"/>
                    </a:cubicBezTo>
                    <a:cubicBezTo>
                      <a:pt x="2983" y="6199"/>
                      <a:pt x="3387" y="5989"/>
                      <a:pt x="3561" y="5838"/>
                    </a:cubicBezTo>
                    <a:cubicBezTo>
                      <a:pt x="4365" y="5145"/>
                      <a:pt x="3827" y="2757"/>
                      <a:pt x="22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6"/>
              <p:cNvSpPr/>
              <p:nvPr/>
            </p:nvSpPr>
            <p:spPr>
              <a:xfrm>
                <a:off x="2661675" y="3161175"/>
                <a:ext cx="109150" cy="156450"/>
              </a:xfrm>
              <a:custGeom>
                <a:avLst/>
                <a:gdLst/>
                <a:ahLst/>
                <a:cxnLst/>
                <a:rect l="l" t="t" r="r" b="b"/>
                <a:pathLst>
                  <a:path w="4366" h="6258" extrusionOk="0">
                    <a:moveTo>
                      <a:pt x="2278" y="0"/>
                    </a:moveTo>
                    <a:cubicBezTo>
                      <a:pt x="504" y="2575"/>
                      <a:pt x="1" y="4948"/>
                      <a:pt x="821" y="5720"/>
                    </a:cubicBezTo>
                    <a:cubicBezTo>
                      <a:pt x="1043" y="5932"/>
                      <a:pt x="1611" y="6258"/>
                      <a:pt x="2290" y="6258"/>
                    </a:cubicBezTo>
                    <a:cubicBezTo>
                      <a:pt x="2361" y="6258"/>
                      <a:pt x="2432" y="6254"/>
                      <a:pt x="2504" y="6247"/>
                    </a:cubicBezTo>
                    <a:cubicBezTo>
                      <a:pt x="2987" y="6199"/>
                      <a:pt x="3387" y="5989"/>
                      <a:pt x="3565" y="5839"/>
                    </a:cubicBezTo>
                    <a:cubicBezTo>
                      <a:pt x="4366" y="5146"/>
                      <a:pt x="3827" y="2757"/>
                      <a:pt x="22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36"/>
              <p:cNvSpPr/>
              <p:nvPr/>
            </p:nvSpPr>
            <p:spPr>
              <a:xfrm>
                <a:off x="3171050" y="3392575"/>
                <a:ext cx="71525" cy="102575"/>
              </a:xfrm>
              <a:custGeom>
                <a:avLst/>
                <a:gdLst/>
                <a:ahLst/>
                <a:cxnLst/>
                <a:rect l="l" t="t" r="r" b="b"/>
                <a:pathLst>
                  <a:path w="2861" h="4103" extrusionOk="0">
                    <a:moveTo>
                      <a:pt x="1494" y="1"/>
                    </a:moveTo>
                    <a:cubicBezTo>
                      <a:pt x="329" y="1688"/>
                      <a:pt x="0" y="3245"/>
                      <a:pt x="535" y="3748"/>
                    </a:cubicBezTo>
                    <a:cubicBezTo>
                      <a:pt x="683" y="3889"/>
                      <a:pt x="1059" y="4103"/>
                      <a:pt x="1509" y="4103"/>
                    </a:cubicBezTo>
                    <a:cubicBezTo>
                      <a:pt x="1552" y="4103"/>
                      <a:pt x="1596" y="4101"/>
                      <a:pt x="1640" y="4096"/>
                    </a:cubicBezTo>
                    <a:cubicBezTo>
                      <a:pt x="1957" y="4061"/>
                      <a:pt x="2218" y="3926"/>
                      <a:pt x="2333" y="3827"/>
                    </a:cubicBezTo>
                    <a:cubicBezTo>
                      <a:pt x="2860" y="3372"/>
                      <a:pt x="2508" y="1807"/>
                      <a:pt x="14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6"/>
              <p:cNvSpPr/>
              <p:nvPr/>
            </p:nvSpPr>
            <p:spPr>
              <a:xfrm>
                <a:off x="2375900" y="2966950"/>
                <a:ext cx="503950" cy="216325"/>
              </a:xfrm>
              <a:custGeom>
                <a:avLst/>
                <a:gdLst/>
                <a:ahLst/>
                <a:cxnLst/>
                <a:rect l="l" t="t" r="r" b="b"/>
                <a:pathLst>
                  <a:path w="20158" h="8653" extrusionOk="0">
                    <a:moveTo>
                      <a:pt x="10734" y="0"/>
                    </a:moveTo>
                    <a:cubicBezTo>
                      <a:pt x="9107" y="0"/>
                      <a:pt x="7301" y="1261"/>
                      <a:pt x="6742" y="3413"/>
                    </a:cubicBezTo>
                    <a:cubicBezTo>
                      <a:pt x="6678" y="3376"/>
                      <a:pt x="6166" y="3092"/>
                      <a:pt x="5533" y="3092"/>
                    </a:cubicBezTo>
                    <a:cubicBezTo>
                      <a:pt x="5268" y="3092"/>
                      <a:pt x="4982" y="3142"/>
                      <a:pt x="4698" y="3282"/>
                    </a:cubicBezTo>
                    <a:cubicBezTo>
                      <a:pt x="3799" y="3725"/>
                      <a:pt x="3312" y="4886"/>
                      <a:pt x="3648" y="6031"/>
                    </a:cubicBezTo>
                    <a:cubicBezTo>
                      <a:pt x="3275" y="5822"/>
                      <a:pt x="2862" y="5717"/>
                      <a:pt x="2454" y="5717"/>
                    </a:cubicBezTo>
                    <a:cubicBezTo>
                      <a:pt x="2048" y="5717"/>
                      <a:pt x="1647" y="5821"/>
                      <a:pt x="1296" y="6031"/>
                    </a:cubicBezTo>
                    <a:cubicBezTo>
                      <a:pt x="436" y="6546"/>
                      <a:pt x="1" y="7611"/>
                      <a:pt x="246" y="8653"/>
                    </a:cubicBezTo>
                    <a:lnTo>
                      <a:pt x="19124" y="8653"/>
                    </a:lnTo>
                    <a:cubicBezTo>
                      <a:pt x="20157" y="6720"/>
                      <a:pt x="19595" y="4438"/>
                      <a:pt x="18054" y="3413"/>
                    </a:cubicBezTo>
                    <a:cubicBezTo>
                      <a:pt x="17480" y="3030"/>
                      <a:pt x="16798" y="2841"/>
                      <a:pt x="16095" y="2841"/>
                    </a:cubicBezTo>
                    <a:cubicBezTo>
                      <a:pt x="15386" y="2841"/>
                      <a:pt x="14656" y="3033"/>
                      <a:pt x="13994" y="3413"/>
                    </a:cubicBezTo>
                    <a:cubicBezTo>
                      <a:pt x="13804" y="1864"/>
                      <a:pt x="12885" y="549"/>
                      <a:pt x="11638" y="141"/>
                    </a:cubicBezTo>
                    <a:cubicBezTo>
                      <a:pt x="11350" y="46"/>
                      <a:pt x="11045" y="0"/>
                      <a:pt x="107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6"/>
              <p:cNvSpPr/>
              <p:nvPr/>
            </p:nvSpPr>
            <p:spPr>
              <a:xfrm>
                <a:off x="2448375" y="3092850"/>
                <a:ext cx="379575" cy="90825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3633" extrusionOk="0">
                    <a:moveTo>
                      <a:pt x="7948" y="0"/>
                    </a:moveTo>
                    <a:cubicBezTo>
                      <a:pt x="7611" y="0"/>
                      <a:pt x="7258" y="46"/>
                      <a:pt x="6897" y="155"/>
                    </a:cubicBezTo>
                    <a:cubicBezTo>
                      <a:pt x="5982" y="428"/>
                      <a:pt x="5356" y="1003"/>
                      <a:pt x="4988" y="1446"/>
                    </a:cubicBezTo>
                    <a:cubicBezTo>
                      <a:pt x="4458" y="1331"/>
                      <a:pt x="3983" y="1282"/>
                      <a:pt x="3558" y="1282"/>
                    </a:cubicBezTo>
                    <a:cubicBezTo>
                      <a:pt x="2275" y="1282"/>
                      <a:pt x="1451" y="1732"/>
                      <a:pt x="951" y="2175"/>
                    </a:cubicBezTo>
                    <a:cubicBezTo>
                      <a:pt x="223" y="2817"/>
                      <a:pt x="13" y="3565"/>
                      <a:pt x="1" y="3597"/>
                    </a:cubicBezTo>
                    <a:lnTo>
                      <a:pt x="132" y="3633"/>
                    </a:lnTo>
                    <a:cubicBezTo>
                      <a:pt x="132" y="3625"/>
                      <a:pt x="342" y="2888"/>
                      <a:pt x="1043" y="2270"/>
                    </a:cubicBezTo>
                    <a:cubicBezTo>
                      <a:pt x="1685" y="1702"/>
                      <a:pt x="2538" y="1415"/>
                      <a:pt x="3555" y="1415"/>
                    </a:cubicBezTo>
                    <a:cubicBezTo>
                      <a:pt x="4006" y="1415"/>
                      <a:pt x="4489" y="1472"/>
                      <a:pt x="5000" y="1585"/>
                    </a:cubicBezTo>
                    <a:lnTo>
                      <a:pt x="5039" y="1593"/>
                    </a:lnTo>
                    <a:lnTo>
                      <a:pt x="5063" y="1561"/>
                    </a:lnTo>
                    <a:cubicBezTo>
                      <a:pt x="5419" y="1125"/>
                      <a:pt x="6029" y="551"/>
                      <a:pt x="6936" y="282"/>
                    </a:cubicBezTo>
                    <a:cubicBezTo>
                      <a:pt x="7284" y="177"/>
                      <a:pt x="7624" y="133"/>
                      <a:pt x="7949" y="133"/>
                    </a:cubicBezTo>
                    <a:cubicBezTo>
                      <a:pt x="9646" y="133"/>
                      <a:pt x="10953" y="1331"/>
                      <a:pt x="11016" y="1391"/>
                    </a:cubicBezTo>
                    <a:lnTo>
                      <a:pt x="11048" y="1418"/>
                    </a:lnTo>
                    <a:lnTo>
                      <a:pt x="11087" y="1403"/>
                    </a:lnTo>
                    <a:cubicBezTo>
                      <a:pt x="11300" y="1311"/>
                      <a:pt x="11738" y="1156"/>
                      <a:pt x="12281" y="1156"/>
                    </a:cubicBezTo>
                    <a:cubicBezTo>
                      <a:pt x="12578" y="1156"/>
                      <a:pt x="12907" y="1202"/>
                      <a:pt x="13246" y="1331"/>
                    </a:cubicBezTo>
                    <a:cubicBezTo>
                      <a:pt x="14755" y="1906"/>
                      <a:pt x="15040" y="3557"/>
                      <a:pt x="15052" y="3625"/>
                    </a:cubicBezTo>
                    <a:lnTo>
                      <a:pt x="15183" y="3605"/>
                    </a:lnTo>
                    <a:cubicBezTo>
                      <a:pt x="15171" y="3530"/>
                      <a:pt x="14870" y="1807"/>
                      <a:pt x="13290" y="1205"/>
                    </a:cubicBezTo>
                    <a:cubicBezTo>
                      <a:pt x="12935" y="1071"/>
                      <a:pt x="12592" y="1022"/>
                      <a:pt x="12282" y="1022"/>
                    </a:cubicBezTo>
                    <a:cubicBezTo>
                      <a:pt x="11746" y="1022"/>
                      <a:pt x="11309" y="1166"/>
                      <a:pt x="11076" y="1264"/>
                    </a:cubicBezTo>
                    <a:cubicBezTo>
                      <a:pt x="10852" y="1067"/>
                      <a:pt x="9577" y="0"/>
                      <a:pt x="79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36"/>
              <p:cNvSpPr/>
              <p:nvPr/>
            </p:nvSpPr>
            <p:spPr>
              <a:xfrm>
                <a:off x="3021525" y="3215350"/>
                <a:ext cx="398000" cy="178750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7150" extrusionOk="0">
                    <a:moveTo>
                      <a:pt x="8442" y="1"/>
                    </a:moveTo>
                    <a:cubicBezTo>
                      <a:pt x="6949" y="1"/>
                      <a:pt x="5435" y="1061"/>
                      <a:pt x="4936" y="2765"/>
                    </a:cubicBezTo>
                    <a:cubicBezTo>
                      <a:pt x="4526" y="2629"/>
                      <a:pt x="4111" y="2564"/>
                      <a:pt x="3708" y="2564"/>
                    </a:cubicBezTo>
                    <a:cubicBezTo>
                      <a:pt x="2502" y="2564"/>
                      <a:pt x="1397" y="3140"/>
                      <a:pt x="824" y="4096"/>
                    </a:cubicBezTo>
                    <a:cubicBezTo>
                      <a:pt x="0" y="5466"/>
                      <a:pt x="658" y="6995"/>
                      <a:pt x="729" y="7149"/>
                    </a:cubicBezTo>
                    <a:lnTo>
                      <a:pt x="14660" y="7149"/>
                    </a:lnTo>
                    <a:cubicBezTo>
                      <a:pt x="15800" y="6230"/>
                      <a:pt x="15919" y="4563"/>
                      <a:pt x="15032" y="3565"/>
                    </a:cubicBezTo>
                    <a:cubicBezTo>
                      <a:pt x="14574" y="3050"/>
                      <a:pt x="13907" y="2774"/>
                      <a:pt x="13222" y="2774"/>
                    </a:cubicBezTo>
                    <a:cubicBezTo>
                      <a:pt x="12709" y="2774"/>
                      <a:pt x="12187" y="2928"/>
                      <a:pt x="11733" y="3252"/>
                    </a:cubicBezTo>
                    <a:cubicBezTo>
                      <a:pt x="11574" y="1711"/>
                      <a:pt x="10544" y="448"/>
                      <a:pt x="9213" y="99"/>
                    </a:cubicBezTo>
                    <a:cubicBezTo>
                      <a:pt x="8961" y="33"/>
                      <a:pt x="8702" y="1"/>
                      <a:pt x="84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6"/>
              <p:cNvSpPr/>
              <p:nvPr/>
            </p:nvSpPr>
            <p:spPr>
              <a:xfrm>
                <a:off x="3079950" y="3306975"/>
                <a:ext cx="314900" cy="87425"/>
              </a:xfrm>
              <a:custGeom>
                <a:avLst/>
                <a:gdLst/>
                <a:ahLst/>
                <a:cxnLst/>
                <a:rect l="l" t="t" r="r" b="b"/>
                <a:pathLst>
                  <a:path w="12596" h="3497" extrusionOk="0">
                    <a:moveTo>
                      <a:pt x="5871" y="0"/>
                    </a:moveTo>
                    <a:cubicBezTo>
                      <a:pt x="4770" y="0"/>
                      <a:pt x="3684" y="687"/>
                      <a:pt x="3129" y="1789"/>
                    </a:cubicBezTo>
                    <a:cubicBezTo>
                      <a:pt x="2782" y="1496"/>
                      <a:pt x="2354" y="1343"/>
                      <a:pt x="1925" y="1343"/>
                    </a:cubicBezTo>
                    <a:cubicBezTo>
                      <a:pt x="1670" y="1343"/>
                      <a:pt x="1414" y="1397"/>
                      <a:pt x="1173" y="1508"/>
                    </a:cubicBezTo>
                    <a:cubicBezTo>
                      <a:pt x="428" y="1849"/>
                      <a:pt x="0" y="2664"/>
                      <a:pt x="131" y="3492"/>
                    </a:cubicBezTo>
                    <a:lnTo>
                      <a:pt x="262" y="3472"/>
                    </a:lnTo>
                    <a:cubicBezTo>
                      <a:pt x="143" y="2700"/>
                      <a:pt x="539" y="1944"/>
                      <a:pt x="1228" y="1627"/>
                    </a:cubicBezTo>
                    <a:cubicBezTo>
                      <a:pt x="1450" y="1525"/>
                      <a:pt x="1685" y="1476"/>
                      <a:pt x="1921" y="1476"/>
                    </a:cubicBezTo>
                    <a:cubicBezTo>
                      <a:pt x="2347" y="1476"/>
                      <a:pt x="2772" y="1637"/>
                      <a:pt x="3106" y="1944"/>
                    </a:cubicBezTo>
                    <a:lnTo>
                      <a:pt x="3173" y="2007"/>
                    </a:lnTo>
                    <a:lnTo>
                      <a:pt x="3209" y="1924"/>
                    </a:lnTo>
                    <a:cubicBezTo>
                      <a:pt x="3728" y="823"/>
                      <a:pt x="4793" y="130"/>
                      <a:pt x="5873" y="130"/>
                    </a:cubicBezTo>
                    <a:cubicBezTo>
                      <a:pt x="6052" y="130"/>
                      <a:pt x="6232" y="149"/>
                      <a:pt x="6409" y="189"/>
                    </a:cubicBezTo>
                    <a:cubicBezTo>
                      <a:pt x="7728" y="482"/>
                      <a:pt x="8287" y="1773"/>
                      <a:pt x="8346" y="1920"/>
                    </a:cubicBezTo>
                    <a:lnTo>
                      <a:pt x="8390" y="2039"/>
                    </a:lnTo>
                    <a:lnTo>
                      <a:pt x="8461" y="1932"/>
                    </a:lnTo>
                    <a:cubicBezTo>
                      <a:pt x="8898" y="1271"/>
                      <a:pt x="9628" y="900"/>
                      <a:pt x="10345" y="900"/>
                    </a:cubicBezTo>
                    <a:cubicBezTo>
                      <a:pt x="10693" y="900"/>
                      <a:pt x="11038" y="987"/>
                      <a:pt x="11344" y="1171"/>
                    </a:cubicBezTo>
                    <a:cubicBezTo>
                      <a:pt x="12077" y="1615"/>
                      <a:pt x="12453" y="2558"/>
                      <a:pt x="12259" y="3469"/>
                    </a:cubicBezTo>
                    <a:lnTo>
                      <a:pt x="12390" y="3496"/>
                    </a:lnTo>
                    <a:cubicBezTo>
                      <a:pt x="12596" y="2530"/>
                      <a:pt x="12192" y="1528"/>
                      <a:pt x="11412" y="1060"/>
                    </a:cubicBezTo>
                    <a:cubicBezTo>
                      <a:pt x="11084" y="863"/>
                      <a:pt x="10716" y="769"/>
                      <a:pt x="10345" y="769"/>
                    </a:cubicBezTo>
                    <a:cubicBezTo>
                      <a:pt x="9621" y="769"/>
                      <a:pt x="8886" y="1125"/>
                      <a:pt x="8417" y="1761"/>
                    </a:cubicBezTo>
                    <a:cubicBezTo>
                      <a:pt x="8247" y="1397"/>
                      <a:pt x="7649" y="332"/>
                      <a:pt x="6437" y="62"/>
                    </a:cubicBezTo>
                    <a:cubicBezTo>
                      <a:pt x="6250" y="20"/>
                      <a:pt x="6060" y="0"/>
                      <a:pt x="58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6"/>
              <p:cNvSpPr/>
              <p:nvPr/>
            </p:nvSpPr>
            <p:spPr>
              <a:xfrm>
                <a:off x="2867550" y="3137100"/>
                <a:ext cx="16945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6778" h="10541" extrusionOk="0">
                    <a:moveTo>
                      <a:pt x="3015" y="1"/>
                    </a:moveTo>
                    <a:lnTo>
                      <a:pt x="0" y="5273"/>
                    </a:lnTo>
                    <a:lnTo>
                      <a:pt x="2262" y="5273"/>
                    </a:lnTo>
                    <a:lnTo>
                      <a:pt x="0" y="10541"/>
                    </a:lnTo>
                    <a:lnTo>
                      <a:pt x="6777" y="3764"/>
                    </a:lnTo>
                    <a:lnTo>
                      <a:pt x="4520" y="3764"/>
                    </a:lnTo>
                    <a:lnTo>
                      <a:pt x="677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1"/>
          <p:cNvSpPr txBox="1">
            <a:spLocks noGrp="1"/>
          </p:cNvSpPr>
          <p:nvPr>
            <p:ph type="title"/>
          </p:nvPr>
        </p:nvSpPr>
        <p:spPr>
          <a:xfrm>
            <a:off x="2265638" y="1591588"/>
            <a:ext cx="4612500" cy="9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Personality</a:t>
            </a:r>
            <a:endParaRPr dirty="0"/>
          </a:p>
        </p:txBody>
      </p:sp>
      <p:sp>
        <p:nvSpPr>
          <p:cNvPr id="862" name="Google Shape;862;p41"/>
          <p:cNvSpPr txBox="1">
            <a:spLocks noGrp="1"/>
          </p:cNvSpPr>
          <p:nvPr>
            <p:ph type="subTitle" idx="1"/>
          </p:nvPr>
        </p:nvSpPr>
        <p:spPr>
          <a:xfrm>
            <a:off x="2265862" y="2433213"/>
            <a:ext cx="4612500" cy="111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1" indent="0" eaLnBrk="1" hangingPunct="1">
              <a:buFont typeface="Wingdings" pitchFamily="2" charset="2"/>
              <a:buNone/>
            </a:pPr>
            <a:r>
              <a:rPr lang="en-US" altLang="en-US" sz="1600" dirty="0"/>
              <a:t>a pattern of </a:t>
            </a:r>
            <a:r>
              <a:rPr lang="en-US" altLang="en-US" sz="1600" i="1" dirty="0"/>
              <a:t>enduring</a:t>
            </a:r>
            <a:r>
              <a:rPr lang="en-US" altLang="en-US" sz="1600" dirty="0"/>
              <a:t> distinctive thoughts, emotions, and behaviors that characterize the way an individual adapts to the world</a:t>
            </a:r>
          </a:p>
        </p:txBody>
      </p:sp>
      <p:grpSp>
        <p:nvGrpSpPr>
          <p:cNvPr id="863" name="Google Shape;863;p41"/>
          <p:cNvGrpSpPr/>
          <p:nvPr/>
        </p:nvGrpSpPr>
        <p:grpSpPr>
          <a:xfrm rot="403965" flipH="1">
            <a:off x="7026428" y="3570256"/>
            <a:ext cx="1595760" cy="1270444"/>
            <a:chOff x="229400" y="1987313"/>
            <a:chExt cx="950150" cy="756450"/>
          </a:xfrm>
        </p:grpSpPr>
        <p:sp>
          <p:nvSpPr>
            <p:cNvPr id="864" name="Google Shape;864;p41"/>
            <p:cNvSpPr/>
            <p:nvPr/>
          </p:nvSpPr>
          <p:spPr>
            <a:xfrm>
              <a:off x="229400" y="1987350"/>
              <a:ext cx="950150" cy="756375"/>
            </a:xfrm>
            <a:custGeom>
              <a:avLst/>
              <a:gdLst/>
              <a:ahLst/>
              <a:cxnLst/>
              <a:rect l="l" t="t" r="r" b="b"/>
              <a:pathLst>
                <a:path w="38006" h="30255" extrusionOk="0">
                  <a:moveTo>
                    <a:pt x="30844" y="20039"/>
                  </a:moveTo>
                  <a:lnTo>
                    <a:pt x="30844" y="20039"/>
                  </a:lnTo>
                  <a:cubicBezTo>
                    <a:pt x="30602" y="20566"/>
                    <a:pt x="30483" y="21212"/>
                    <a:pt x="30543" y="21917"/>
                  </a:cubicBezTo>
                  <a:cubicBezTo>
                    <a:pt x="30404" y="21683"/>
                    <a:pt x="30163" y="21331"/>
                    <a:pt x="29802" y="20986"/>
                  </a:cubicBezTo>
                  <a:cubicBezTo>
                    <a:pt x="29786" y="20705"/>
                    <a:pt x="29747" y="20416"/>
                    <a:pt x="29683" y="20115"/>
                  </a:cubicBezTo>
                  <a:lnTo>
                    <a:pt x="29683" y="20115"/>
                  </a:lnTo>
                  <a:cubicBezTo>
                    <a:pt x="29683" y="20115"/>
                    <a:pt x="29714" y="20116"/>
                    <a:pt x="29772" y="20116"/>
                  </a:cubicBezTo>
                  <a:cubicBezTo>
                    <a:pt x="29938" y="20116"/>
                    <a:pt x="30327" y="20107"/>
                    <a:pt x="30844" y="20039"/>
                  </a:cubicBezTo>
                  <a:close/>
                  <a:moveTo>
                    <a:pt x="3826" y="1"/>
                  </a:moveTo>
                  <a:cubicBezTo>
                    <a:pt x="3563" y="1"/>
                    <a:pt x="3325" y="63"/>
                    <a:pt x="3134" y="207"/>
                  </a:cubicBezTo>
                  <a:cubicBezTo>
                    <a:pt x="2310" y="825"/>
                    <a:pt x="2777" y="2616"/>
                    <a:pt x="2825" y="2798"/>
                  </a:cubicBezTo>
                  <a:cubicBezTo>
                    <a:pt x="3050" y="3661"/>
                    <a:pt x="3526" y="4255"/>
                    <a:pt x="3823" y="4568"/>
                  </a:cubicBezTo>
                  <a:cubicBezTo>
                    <a:pt x="3779" y="4550"/>
                    <a:pt x="3420" y="4406"/>
                    <a:pt x="2950" y="4406"/>
                  </a:cubicBezTo>
                  <a:cubicBezTo>
                    <a:pt x="2602" y="4406"/>
                    <a:pt x="2194" y="4485"/>
                    <a:pt x="1807" y="4751"/>
                  </a:cubicBezTo>
                  <a:cubicBezTo>
                    <a:pt x="999" y="5309"/>
                    <a:pt x="682" y="6414"/>
                    <a:pt x="1007" y="7000"/>
                  </a:cubicBezTo>
                  <a:cubicBezTo>
                    <a:pt x="1234" y="7419"/>
                    <a:pt x="1833" y="7675"/>
                    <a:pt x="2646" y="7675"/>
                  </a:cubicBezTo>
                  <a:cubicBezTo>
                    <a:pt x="2911" y="7675"/>
                    <a:pt x="3198" y="7648"/>
                    <a:pt x="3502" y="7590"/>
                  </a:cubicBezTo>
                  <a:lnTo>
                    <a:pt x="3502" y="7590"/>
                  </a:lnTo>
                  <a:cubicBezTo>
                    <a:pt x="2785" y="8577"/>
                    <a:pt x="2147" y="9694"/>
                    <a:pt x="1652" y="10957"/>
                  </a:cubicBezTo>
                  <a:cubicBezTo>
                    <a:pt x="864" y="12977"/>
                    <a:pt x="662" y="14795"/>
                    <a:pt x="622" y="16031"/>
                  </a:cubicBezTo>
                  <a:cubicBezTo>
                    <a:pt x="0" y="17912"/>
                    <a:pt x="460" y="19952"/>
                    <a:pt x="1795" y="21327"/>
                  </a:cubicBezTo>
                  <a:cubicBezTo>
                    <a:pt x="2440" y="21992"/>
                    <a:pt x="3391" y="22511"/>
                    <a:pt x="4769" y="22705"/>
                  </a:cubicBezTo>
                  <a:cubicBezTo>
                    <a:pt x="4868" y="26955"/>
                    <a:pt x="10469" y="27581"/>
                    <a:pt x="11447" y="27660"/>
                  </a:cubicBezTo>
                  <a:lnTo>
                    <a:pt x="11170" y="28104"/>
                  </a:lnTo>
                  <a:lnTo>
                    <a:pt x="11297" y="28143"/>
                  </a:lnTo>
                  <a:lnTo>
                    <a:pt x="10556" y="29320"/>
                  </a:lnTo>
                  <a:lnTo>
                    <a:pt x="13618" y="30254"/>
                  </a:lnTo>
                  <a:lnTo>
                    <a:pt x="17072" y="26892"/>
                  </a:lnTo>
                  <a:cubicBezTo>
                    <a:pt x="18977" y="26816"/>
                    <a:pt x="20431" y="25644"/>
                    <a:pt x="20431" y="25644"/>
                  </a:cubicBezTo>
                  <a:cubicBezTo>
                    <a:pt x="21592" y="26058"/>
                    <a:pt x="22737" y="26252"/>
                    <a:pt x="23808" y="26252"/>
                  </a:cubicBezTo>
                  <a:cubicBezTo>
                    <a:pt x="24356" y="26252"/>
                    <a:pt x="24885" y="26201"/>
                    <a:pt x="25386" y="26104"/>
                  </a:cubicBezTo>
                  <a:lnTo>
                    <a:pt x="25386" y="26104"/>
                  </a:lnTo>
                  <a:cubicBezTo>
                    <a:pt x="25314" y="26686"/>
                    <a:pt x="25469" y="27248"/>
                    <a:pt x="25794" y="27525"/>
                  </a:cubicBezTo>
                  <a:cubicBezTo>
                    <a:pt x="25985" y="27690"/>
                    <a:pt x="26260" y="27775"/>
                    <a:pt x="26589" y="27775"/>
                  </a:cubicBezTo>
                  <a:cubicBezTo>
                    <a:pt x="27413" y="27775"/>
                    <a:pt x="28580" y="27246"/>
                    <a:pt x="29663" y="26104"/>
                  </a:cubicBezTo>
                  <a:lnTo>
                    <a:pt x="29663" y="26104"/>
                  </a:lnTo>
                  <a:cubicBezTo>
                    <a:pt x="28923" y="27902"/>
                    <a:pt x="29438" y="29518"/>
                    <a:pt x="30345" y="29910"/>
                  </a:cubicBezTo>
                  <a:cubicBezTo>
                    <a:pt x="30506" y="29980"/>
                    <a:pt x="30679" y="30012"/>
                    <a:pt x="30856" y="30012"/>
                  </a:cubicBezTo>
                  <a:cubicBezTo>
                    <a:pt x="31433" y="30012"/>
                    <a:pt x="32050" y="29679"/>
                    <a:pt x="32432" y="29300"/>
                  </a:cubicBezTo>
                  <a:cubicBezTo>
                    <a:pt x="33284" y="28460"/>
                    <a:pt x="33430" y="26963"/>
                    <a:pt x="32690" y="25612"/>
                  </a:cubicBezTo>
                  <a:lnTo>
                    <a:pt x="32690" y="25612"/>
                  </a:lnTo>
                  <a:cubicBezTo>
                    <a:pt x="33304" y="26034"/>
                    <a:pt x="33955" y="26221"/>
                    <a:pt x="34539" y="26221"/>
                  </a:cubicBezTo>
                  <a:cubicBezTo>
                    <a:pt x="35224" y="26221"/>
                    <a:pt x="35816" y="25963"/>
                    <a:pt x="36147" y="25525"/>
                  </a:cubicBezTo>
                  <a:cubicBezTo>
                    <a:pt x="36512" y="25042"/>
                    <a:pt x="36571" y="24321"/>
                    <a:pt x="36310" y="23790"/>
                  </a:cubicBezTo>
                  <a:cubicBezTo>
                    <a:pt x="36002" y="23156"/>
                    <a:pt x="35212" y="22729"/>
                    <a:pt x="34250" y="22729"/>
                  </a:cubicBezTo>
                  <a:cubicBezTo>
                    <a:pt x="33802" y="22729"/>
                    <a:pt x="33316" y="22822"/>
                    <a:pt x="32824" y="23030"/>
                  </a:cubicBezTo>
                  <a:cubicBezTo>
                    <a:pt x="34504" y="21921"/>
                    <a:pt x="34975" y="20202"/>
                    <a:pt x="34389" y="19299"/>
                  </a:cubicBezTo>
                  <a:cubicBezTo>
                    <a:pt x="34302" y="19168"/>
                    <a:pt x="34195" y="19053"/>
                    <a:pt x="34068" y="18954"/>
                  </a:cubicBezTo>
                  <a:cubicBezTo>
                    <a:pt x="34654" y="18598"/>
                    <a:pt x="35217" y="18138"/>
                    <a:pt x="35692" y="17536"/>
                  </a:cubicBezTo>
                  <a:cubicBezTo>
                    <a:pt x="38005" y="14617"/>
                    <a:pt x="36932" y="10692"/>
                    <a:pt x="36757" y="10118"/>
                  </a:cubicBezTo>
                  <a:cubicBezTo>
                    <a:pt x="35071" y="4509"/>
                    <a:pt x="26896" y="107"/>
                    <a:pt x="18800" y="107"/>
                  </a:cubicBezTo>
                  <a:cubicBezTo>
                    <a:pt x="16284" y="107"/>
                    <a:pt x="13775" y="532"/>
                    <a:pt x="11471" y="1479"/>
                  </a:cubicBezTo>
                  <a:cubicBezTo>
                    <a:pt x="11459" y="1483"/>
                    <a:pt x="11443" y="1491"/>
                    <a:pt x="11428" y="1495"/>
                  </a:cubicBezTo>
                  <a:cubicBezTo>
                    <a:pt x="11154" y="1253"/>
                    <a:pt x="10818" y="1083"/>
                    <a:pt x="10477" y="1015"/>
                  </a:cubicBezTo>
                  <a:cubicBezTo>
                    <a:pt x="10363" y="993"/>
                    <a:pt x="10247" y="982"/>
                    <a:pt x="10130" y="982"/>
                  </a:cubicBezTo>
                  <a:cubicBezTo>
                    <a:pt x="9059" y="982"/>
                    <a:pt x="7874" y="1894"/>
                    <a:pt x="7431" y="3436"/>
                  </a:cubicBezTo>
                  <a:cubicBezTo>
                    <a:pt x="7348" y="2968"/>
                    <a:pt x="7106" y="2045"/>
                    <a:pt x="6342" y="1261"/>
                  </a:cubicBezTo>
                  <a:cubicBezTo>
                    <a:pt x="5706" y="613"/>
                    <a:pt x="4646" y="1"/>
                    <a:pt x="3826" y="1"/>
                  </a:cubicBezTo>
                  <a:close/>
                </a:path>
              </a:pathLst>
            </a:custGeom>
            <a:solidFill>
              <a:schemeClr val="lt1"/>
            </a:solidFill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5725" dist="28575" dir="4500000" algn="bl" rotWithShape="0">
                <a:schemeClr val="dk1">
                  <a:alpha val="3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5" name="Google Shape;865;p41"/>
            <p:cNvGrpSpPr/>
            <p:nvPr/>
          </p:nvGrpSpPr>
          <p:grpSpPr>
            <a:xfrm>
              <a:off x="229400" y="1987313"/>
              <a:ext cx="950150" cy="756450"/>
              <a:chOff x="229400" y="3385550"/>
              <a:chExt cx="950150" cy="756450"/>
            </a:xfrm>
          </p:grpSpPr>
          <p:sp>
            <p:nvSpPr>
              <p:cNvPr id="866" name="Google Shape;866;p41"/>
              <p:cNvSpPr/>
              <p:nvPr/>
            </p:nvSpPr>
            <p:spPr>
              <a:xfrm>
                <a:off x="229400" y="3388200"/>
                <a:ext cx="950150" cy="753800"/>
              </a:xfrm>
              <a:custGeom>
                <a:avLst/>
                <a:gdLst/>
                <a:ahLst/>
                <a:cxnLst/>
                <a:rect l="l" t="t" r="r" b="b"/>
                <a:pathLst>
                  <a:path w="38006" h="30152" extrusionOk="0">
                    <a:moveTo>
                      <a:pt x="18800" y="0"/>
                    </a:moveTo>
                    <a:cubicBezTo>
                      <a:pt x="16284" y="0"/>
                      <a:pt x="13775" y="425"/>
                      <a:pt x="11471" y="1372"/>
                    </a:cubicBezTo>
                    <a:cubicBezTo>
                      <a:pt x="9530" y="2168"/>
                      <a:pt x="3985" y="4877"/>
                      <a:pt x="1652" y="10854"/>
                    </a:cubicBezTo>
                    <a:cubicBezTo>
                      <a:pt x="864" y="12870"/>
                      <a:pt x="662" y="14692"/>
                      <a:pt x="622" y="15924"/>
                    </a:cubicBezTo>
                    <a:cubicBezTo>
                      <a:pt x="0" y="17806"/>
                      <a:pt x="460" y="19850"/>
                      <a:pt x="1795" y="21220"/>
                    </a:cubicBezTo>
                    <a:cubicBezTo>
                      <a:pt x="2440" y="21889"/>
                      <a:pt x="3391" y="22404"/>
                      <a:pt x="4769" y="22602"/>
                    </a:cubicBezTo>
                    <a:cubicBezTo>
                      <a:pt x="4876" y="27256"/>
                      <a:pt x="11594" y="27565"/>
                      <a:pt x="11594" y="27565"/>
                    </a:cubicBezTo>
                    <a:lnTo>
                      <a:pt x="10556" y="29217"/>
                    </a:lnTo>
                    <a:lnTo>
                      <a:pt x="13618" y="30152"/>
                    </a:lnTo>
                    <a:lnTo>
                      <a:pt x="17072" y="26789"/>
                    </a:lnTo>
                    <a:cubicBezTo>
                      <a:pt x="18977" y="26714"/>
                      <a:pt x="20431" y="25537"/>
                      <a:pt x="20431" y="25537"/>
                    </a:cubicBezTo>
                    <a:cubicBezTo>
                      <a:pt x="21593" y="25953"/>
                      <a:pt x="22741" y="26147"/>
                      <a:pt x="23814" y="26147"/>
                    </a:cubicBezTo>
                    <a:cubicBezTo>
                      <a:pt x="27611" y="26147"/>
                      <a:pt x="30468" y="23711"/>
                      <a:pt x="29683" y="20008"/>
                    </a:cubicBezTo>
                    <a:lnTo>
                      <a:pt x="29683" y="20008"/>
                    </a:lnTo>
                    <a:cubicBezTo>
                      <a:pt x="29683" y="20008"/>
                      <a:pt x="29712" y="20009"/>
                      <a:pt x="29765" y="20009"/>
                    </a:cubicBezTo>
                    <a:cubicBezTo>
                      <a:pt x="30333" y="20009"/>
                      <a:pt x="33733" y="19903"/>
                      <a:pt x="35692" y="17429"/>
                    </a:cubicBezTo>
                    <a:cubicBezTo>
                      <a:pt x="38005" y="14514"/>
                      <a:pt x="36932" y="10589"/>
                      <a:pt x="36757" y="10011"/>
                    </a:cubicBezTo>
                    <a:cubicBezTo>
                      <a:pt x="35071" y="4403"/>
                      <a:pt x="26896" y="0"/>
                      <a:pt x="188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41"/>
              <p:cNvSpPr/>
              <p:nvPr/>
            </p:nvSpPr>
            <p:spPr>
              <a:xfrm>
                <a:off x="374475" y="3916000"/>
                <a:ext cx="362825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3" h="7753" extrusionOk="0">
                    <a:moveTo>
                      <a:pt x="4662" y="1"/>
                    </a:moveTo>
                    <a:cubicBezTo>
                      <a:pt x="2181" y="1"/>
                      <a:pt x="0" y="758"/>
                      <a:pt x="0" y="758"/>
                    </a:cubicBezTo>
                    <a:cubicBezTo>
                      <a:pt x="99" y="5071"/>
                      <a:pt x="6326" y="5356"/>
                      <a:pt x="6326" y="5356"/>
                    </a:cubicBezTo>
                    <a:lnTo>
                      <a:pt x="5367" y="6885"/>
                    </a:lnTo>
                    <a:lnTo>
                      <a:pt x="8203" y="7752"/>
                    </a:lnTo>
                    <a:lnTo>
                      <a:pt x="11404" y="4635"/>
                    </a:lnTo>
                    <a:cubicBezTo>
                      <a:pt x="13166" y="4568"/>
                      <a:pt x="14513" y="3479"/>
                      <a:pt x="14513" y="3479"/>
                    </a:cubicBezTo>
                    <a:cubicBezTo>
                      <a:pt x="13435" y="1304"/>
                      <a:pt x="8088" y="627"/>
                      <a:pt x="8088" y="627"/>
                    </a:cubicBezTo>
                    <a:cubicBezTo>
                      <a:pt x="7005" y="160"/>
                      <a:pt x="5802" y="1"/>
                      <a:pt x="46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41"/>
              <p:cNvSpPr/>
              <p:nvPr/>
            </p:nvSpPr>
            <p:spPr>
              <a:xfrm>
                <a:off x="552025" y="3923450"/>
                <a:ext cx="107650" cy="110225"/>
              </a:xfrm>
              <a:custGeom>
                <a:avLst/>
                <a:gdLst/>
                <a:ahLst/>
                <a:cxnLst/>
                <a:rect l="l" t="t" r="r" b="b"/>
                <a:pathLst>
                  <a:path w="4306" h="4409" extrusionOk="0">
                    <a:moveTo>
                      <a:pt x="131" y="0"/>
                    </a:moveTo>
                    <a:lnTo>
                      <a:pt x="0" y="16"/>
                    </a:lnTo>
                    <a:cubicBezTo>
                      <a:pt x="289" y="2420"/>
                      <a:pt x="1442" y="3486"/>
                      <a:pt x="2361" y="3957"/>
                    </a:cubicBezTo>
                    <a:cubicBezTo>
                      <a:pt x="3153" y="4365"/>
                      <a:pt x="3898" y="4409"/>
                      <a:pt x="4183" y="4409"/>
                    </a:cubicBezTo>
                    <a:cubicBezTo>
                      <a:pt x="4254" y="4409"/>
                      <a:pt x="4298" y="4405"/>
                      <a:pt x="4305" y="4405"/>
                    </a:cubicBezTo>
                    <a:lnTo>
                      <a:pt x="4298" y="4274"/>
                    </a:lnTo>
                    <a:cubicBezTo>
                      <a:pt x="4295" y="4274"/>
                      <a:pt x="4260" y="4276"/>
                      <a:pt x="4197" y="4276"/>
                    </a:cubicBezTo>
                    <a:cubicBezTo>
                      <a:pt x="3934" y="4276"/>
                      <a:pt x="3196" y="4237"/>
                      <a:pt x="2420" y="3838"/>
                    </a:cubicBezTo>
                    <a:cubicBezTo>
                      <a:pt x="1145" y="3185"/>
                      <a:pt x="353" y="1858"/>
                      <a:pt x="1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41"/>
              <p:cNvSpPr/>
              <p:nvPr/>
            </p:nvSpPr>
            <p:spPr>
              <a:xfrm>
                <a:off x="264050" y="3411300"/>
                <a:ext cx="880425" cy="605800"/>
              </a:xfrm>
              <a:custGeom>
                <a:avLst/>
                <a:gdLst/>
                <a:ahLst/>
                <a:cxnLst/>
                <a:rect l="l" t="t" r="r" b="b"/>
                <a:pathLst>
                  <a:path w="35217" h="24232" extrusionOk="0">
                    <a:moveTo>
                      <a:pt x="17419" y="1"/>
                    </a:moveTo>
                    <a:cubicBezTo>
                      <a:pt x="15087" y="1"/>
                      <a:pt x="12763" y="395"/>
                      <a:pt x="10628" y="1272"/>
                    </a:cubicBezTo>
                    <a:cubicBezTo>
                      <a:pt x="8834" y="2013"/>
                      <a:pt x="3692" y="4524"/>
                      <a:pt x="1530" y="10057"/>
                    </a:cubicBezTo>
                    <a:cubicBezTo>
                      <a:pt x="797" y="11927"/>
                      <a:pt x="611" y="13614"/>
                      <a:pt x="575" y="14759"/>
                    </a:cubicBezTo>
                    <a:cubicBezTo>
                      <a:pt x="1" y="16501"/>
                      <a:pt x="429" y="18395"/>
                      <a:pt x="1664" y="19666"/>
                    </a:cubicBezTo>
                    <a:cubicBezTo>
                      <a:pt x="2434" y="20459"/>
                      <a:pt x="3666" y="21025"/>
                      <a:pt x="5612" y="21025"/>
                    </a:cubicBezTo>
                    <a:cubicBezTo>
                      <a:pt x="5639" y="21025"/>
                      <a:pt x="5666" y="21025"/>
                      <a:pt x="5693" y="21025"/>
                    </a:cubicBezTo>
                    <a:cubicBezTo>
                      <a:pt x="5693" y="21025"/>
                      <a:pt x="6686" y="20874"/>
                      <a:pt x="8221" y="20874"/>
                    </a:cubicBezTo>
                    <a:cubicBezTo>
                      <a:pt x="10559" y="20874"/>
                      <a:pt x="14153" y="21223"/>
                      <a:pt x="17409" y="22985"/>
                    </a:cubicBezTo>
                    <a:cubicBezTo>
                      <a:pt x="18993" y="23842"/>
                      <a:pt x="20605" y="24231"/>
                      <a:pt x="22067" y="24231"/>
                    </a:cubicBezTo>
                    <a:cubicBezTo>
                      <a:pt x="25587" y="24231"/>
                      <a:pt x="28233" y="21974"/>
                      <a:pt x="27505" y="18545"/>
                    </a:cubicBezTo>
                    <a:lnTo>
                      <a:pt x="27505" y="18545"/>
                    </a:lnTo>
                    <a:cubicBezTo>
                      <a:pt x="27505" y="18545"/>
                      <a:pt x="27530" y="18546"/>
                      <a:pt x="27578" y="18546"/>
                    </a:cubicBezTo>
                    <a:cubicBezTo>
                      <a:pt x="28096" y="18546"/>
                      <a:pt x="31256" y="18450"/>
                      <a:pt x="33074" y="16153"/>
                    </a:cubicBezTo>
                    <a:cubicBezTo>
                      <a:pt x="35217" y="13448"/>
                      <a:pt x="34223" y="9812"/>
                      <a:pt x="34064" y="9281"/>
                    </a:cubicBezTo>
                    <a:cubicBezTo>
                      <a:pt x="32499" y="4081"/>
                      <a:pt x="24922" y="1"/>
                      <a:pt x="1741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41"/>
              <p:cNvSpPr/>
              <p:nvPr/>
            </p:nvSpPr>
            <p:spPr>
              <a:xfrm>
                <a:off x="246425" y="3385550"/>
                <a:ext cx="288475" cy="280825"/>
              </a:xfrm>
              <a:custGeom>
                <a:avLst/>
                <a:gdLst/>
                <a:ahLst/>
                <a:cxnLst/>
                <a:rect l="l" t="t" r="r" b="b"/>
                <a:pathLst>
                  <a:path w="11539" h="11233" extrusionOk="0">
                    <a:moveTo>
                      <a:pt x="3145" y="0"/>
                    </a:moveTo>
                    <a:cubicBezTo>
                      <a:pt x="2882" y="0"/>
                      <a:pt x="2644" y="63"/>
                      <a:pt x="2453" y="207"/>
                    </a:cubicBezTo>
                    <a:cubicBezTo>
                      <a:pt x="1629" y="829"/>
                      <a:pt x="2096" y="2619"/>
                      <a:pt x="2144" y="2801"/>
                    </a:cubicBezTo>
                    <a:cubicBezTo>
                      <a:pt x="2369" y="3665"/>
                      <a:pt x="2845" y="4255"/>
                      <a:pt x="3142" y="4568"/>
                    </a:cubicBezTo>
                    <a:cubicBezTo>
                      <a:pt x="3099" y="4549"/>
                      <a:pt x="2741" y="4406"/>
                      <a:pt x="2272" y="4406"/>
                    </a:cubicBezTo>
                    <a:cubicBezTo>
                      <a:pt x="1924" y="4406"/>
                      <a:pt x="1514" y="4485"/>
                      <a:pt x="1126" y="4754"/>
                    </a:cubicBezTo>
                    <a:cubicBezTo>
                      <a:pt x="318" y="5308"/>
                      <a:pt x="1" y="6413"/>
                      <a:pt x="326" y="7004"/>
                    </a:cubicBezTo>
                    <a:cubicBezTo>
                      <a:pt x="551" y="7419"/>
                      <a:pt x="1152" y="7676"/>
                      <a:pt x="1967" y="7676"/>
                    </a:cubicBezTo>
                    <a:cubicBezTo>
                      <a:pt x="2668" y="7676"/>
                      <a:pt x="3528" y="7486"/>
                      <a:pt x="4445" y="7043"/>
                    </a:cubicBezTo>
                    <a:lnTo>
                      <a:pt x="4445" y="7043"/>
                    </a:lnTo>
                    <a:cubicBezTo>
                      <a:pt x="3118" y="8461"/>
                      <a:pt x="3027" y="10152"/>
                      <a:pt x="3736" y="10846"/>
                    </a:cubicBezTo>
                    <a:cubicBezTo>
                      <a:pt x="4021" y="11123"/>
                      <a:pt x="4432" y="11233"/>
                      <a:pt x="4851" y="11233"/>
                    </a:cubicBezTo>
                    <a:cubicBezTo>
                      <a:pt x="5223" y="11233"/>
                      <a:pt x="5601" y="11146"/>
                      <a:pt x="5902" y="11012"/>
                    </a:cubicBezTo>
                    <a:cubicBezTo>
                      <a:pt x="6996" y="10529"/>
                      <a:pt x="7665" y="9182"/>
                      <a:pt x="7451" y="7653"/>
                    </a:cubicBezTo>
                    <a:lnTo>
                      <a:pt x="7451" y="7653"/>
                    </a:lnTo>
                    <a:cubicBezTo>
                      <a:pt x="8099" y="8587"/>
                      <a:pt x="9022" y="9041"/>
                      <a:pt x="9812" y="9041"/>
                    </a:cubicBezTo>
                    <a:cubicBezTo>
                      <a:pt x="10147" y="9041"/>
                      <a:pt x="10459" y="8960"/>
                      <a:pt x="10715" y="8798"/>
                    </a:cubicBezTo>
                    <a:cubicBezTo>
                      <a:pt x="11226" y="8473"/>
                      <a:pt x="11539" y="7823"/>
                      <a:pt x="11483" y="7233"/>
                    </a:cubicBezTo>
                    <a:cubicBezTo>
                      <a:pt x="11391" y="6233"/>
                      <a:pt x="10247" y="5285"/>
                      <a:pt x="8652" y="5285"/>
                    </a:cubicBezTo>
                    <a:cubicBezTo>
                      <a:pt x="8598" y="5285"/>
                      <a:pt x="8544" y="5286"/>
                      <a:pt x="8489" y="5288"/>
                    </a:cubicBezTo>
                    <a:cubicBezTo>
                      <a:pt x="10453" y="4845"/>
                      <a:pt x="11503" y="3403"/>
                      <a:pt x="11277" y="2353"/>
                    </a:cubicBezTo>
                    <a:cubicBezTo>
                      <a:pt x="11131" y="1680"/>
                      <a:pt x="10457" y="1145"/>
                      <a:pt x="9796" y="1015"/>
                    </a:cubicBezTo>
                    <a:cubicBezTo>
                      <a:pt x="9683" y="992"/>
                      <a:pt x="9567" y="982"/>
                      <a:pt x="9450" y="982"/>
                    </a:cubicBezTo>
                    <a:cubicBezTo>
                      <a:pt x="8379" y="982"/>
                      <a:pt x="7193" y="1896"/>
                      <a:pt x="6750" y="3439"/>
                    </a:cubicBezTo>
                    <a:cubicBezTo>
                      <a:pt x="6667" y="2967"/>
                      <a:pt x="6425" y="2045"/>
                      <a:pt x="5661" y="1260"/>
                    </a:cubicBezTo>
                    <a:cubicBezTo>
                      <a:pt x="5025" y="612"/>
                      <a:pt x="3965" y="0"/>
                      <a:pt x="314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41"/>
              <p:cNvSpPr/>
              <p:nvPr/>
            </p:nvSpPr>
            <p:spPr>
              <a:xfrm>
                <a:off x="850075" y="3849250"/>
                <a:ext cx="293625" cy="286625"/>
              </a:xfrm>
              <a:custGeom>
                <a:avLst/>
                <a:gdLst/>
                <a:ahLst/>
                <a:cxnLst/>
                <a:rect l="l" t="t" r="r" b="b"/>
                <a:pathLst>
                  <a:path w="11745" h="11465" extrusionOk="0">
                    <a:moveTo>
                      <a:pt x="8016" y="0"/>
                    </a:moveTo>
                    <a:cubicBezTo>
                      <a:pt x="7911" y="0"/>
                      <a:pt x="7808" y="8"/>
                      <a:pt x="7708" y="25"/>
                    </a:cubicBezTo>
                    <a:cubicBezTo>
                      <a:pt x="6552" y="219"/>
                      <a:pt x="5565" y="1594"/>
                      <a:pt x="5716" y="3368"/>
                    </a:cubicBezTo>
                    <a:cubicBezTo>
                      <a:pt x="5470" y="2960"/>
                      <a:pt x="4920" y="2180"/>
                      <a:pt x="3925" y="1720"/>
                    </a:cubicBezTo>
                    <a:cubicBezTo>
                      <a:pt x="3374" y="1466"/>
                      <a:pt x="2651" y="1292"/>
                      <a:pt x="2003" y="1292"/>
                    </a:cubicBezTo>
                    <a:cubicBezTo>
                      <a:pt x="1372" y="1292"/>
                      <a:pt x="813" y="1457"/>
                      <a:pt x="551" y="1871"/>
                    </a:cubicBezTo>
                    <a:cubicBezTo>
                      <a:pt x="0" y="2742"/>
                      <a:pt x="1074" y="4251"/>
                      <a:pt x="1181" y="4402"/>
                    </a:cubicBezTo>
                    <a:cubicBezTo>
                      <a:pt x="1699" y="5131"/>
                      <a:pt x="2349" y="5519"/>
                      <a:pt x="2741" y="5705"/>
                    </a:cubicBezTo>
                    <a:cubicBezTo>
                      <a:pt x="2737" y="5705"/>
                      <a:pt x="2730" y="5705"/>
                      <a:pt x="2721" y="5705"/>
                    </a:cubicBezTo>
                    <a:cubicBezTo>
                      <a:pt x="2549" y="5705"/>
                      <a:pt x="1518" y="5726"/>
                      <a:pt x="919" y="6588"/>
                    </a:cubicBezTo>
                    <a:cubicBezTo>
                      <a:pt x="361" y="7396"/>
                      <a:pt x="456" y="8541"/>
                      <a:pt x="967" y="8977"/>
                    </a:cubicBezTo>
                    <a:cubicBezTo>
                      <a:pt x="1158" y="9141"/>
                      <a:pt x="1433" y="9226"/>
                      <a:pt x="1763" y="9226"/>
                    </a:cubicBezTo>
                    <a:cubicBezTo>
                      <a:pt x="2586" y="9226"/>
                      <a:pt x="3754" y="8698"/>
                      <a:pt x="4836" y="7559"/>
                    </a:cubicBezTo>
                    <a:lnTo>
                      <a:pt x="4836" y="7559"/>
                    </a:lnTo>
                    <a:cubicBezTo>
                      <a:pt x="4096" y="9353"/>
                      <a:pt x="4611" y="10969"/>
                      <a:pt x="5518" y="11365"/>
                    </a:cubicBezTo>
                    <a:cubicBezTo>
                      <a:pt x="5678" y="11434"/>
                      <a:pt x="5850" y="11465"/>
                      <a:pt x="6025" y="11465"/>
                    </a:cubicBezTo>
                    <a:cubicBezTo>
                      <a:pt x="6603" y="11465"/>
                      <a:pt x="7222" y="11132"/>
                      <a:pt x="7605" y="10755"/>
                    </a:cubicBezTo>
                    <a:cubicBezTo>
                      <a:pt x="8457" y="9915"/>
                      <a:pt x="8603" y="8418"/>
                      <a:pt x="7863" y="7064"/>
                    </a:cubicBezTo>
                    <a:lnTo>
                      <a:pt x="7863" y="7064"/>
                    </a:lnTo>
                    <a:cubicBezTo>
                      <a:pt x="8477" y="7485"/>
                      <a:pt x="9128" y="7672"/>
                      <a:pt x="9712" y="7672"/>
                    </a:cubicBezTo>
                    <a:cubicBezTo>
                      <a:pt x="10397" y="7672"/>
                      <a:pt x="10989" y="7415"/>
                      <a:pt x="11320" y="6976"/>
                    </a:cubicBezTo>
                    <a:cubicBezTo>
                      <a:pt x="11685" y="6497"/>
                      <a:pt x="11744" y="5776"/>
                      <a:pt x="11483" y="5242"/>
                    </a:cubicBezTo>
                    <a:cubicBezTo>
                      <a:pt x="11175" y="4608"/>
                      <a:pt x="10387" y="4182"/>
                      <a:pt x="9427" y="4182"/>
                    </a:cubicBezTo>
                    <a:cubicBezTo>
                      <a:pt x="8978" y="4182"/>
                      <a:pt x="8490" y="4275"/>
                      <a:pt x="7997" y="4485"/>
                    </a:cubicBezTo>
                    <a:cubicBezTo>
                      <a:pt x="9677" y="3372"/>
                      <a:pt x="10148" y="1653"/>
                      <a:pt x="9562" y="750"/>
                    </a:cubicBezTo>
                    <a:cubicBezTo>
                      <a:pt x="9246" y="262"/>
                      <a:pt x="8607" y="0"/>
                      <a:pt x="80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41"/>
              <p:cNvSpPr/>
              <p:nvPr/>
            </p:nvSpPr>
            <p:spPr>
              <a:xfrm>
                <a:off x="566775" y="3670150"/>
                <a:ext cx="393925" cy="207275"/>
              </a:xfrm>
              <a:custGeom>
                <a:avLst/>
                <a:gdLst/>
                <a:ahLst/>
                <a:cxnLst/>
                <a:rect l="l" t="t" r="r" b="b"/>
                <a:pathLst>
                  <a:path w="15757" h="8291" extrusionOk="0">
                    <a:moveTo>
                      <a:pt x="2427" y="1"/>
                    </a:moveTo>
                    <a:cubicBezTo>
                      <a:pt x="2095" y="1"/>
                      <a:pt x="1784" y="44"/>
                      <a:pt x="1517" y="115"/>
                    </a:cubicBezTo>
                    <a:cubicBezTo>
                      <a:pt x="729" y="329"/>
                      <a:pt x="167" y="784"/>
                      <a:pt x="16" y="1343"/>
                    </a:cubicBezTo>
                    <a:cubicBezTo>
                      <a:pt x="0" y="1394"/>
                      <a:pt x="32" y="1450"/>
                      <a:pt x="83" y="1462"/>
                    </a:cubicBezTo>
                    <a:cubicBezTo>
                      <a:pt x="92" y="1465"/>
                      <a:pt x="102" y="1466"/>
                      <a:pt x="111" y="1466"/>
                    </a:cubicBezTo>
                    <a:cubicBezTo>
                      <a:pt x="153" y="1466"/>
                      <a:pt x="193" y="1437"/>
                      <a:pt x="206" y="1394"/>
                    </a:cubicBezTo>
                    <a:cubicBezTo>
                      <a:pt x="337" y="907"/>
                      <a:pt x="848" y="499"/>
                      <a:pt x="1569" y="309"/>
                    </a:cubicBezTo>
                    <a:cubicBezTo>
                      <a:pt x="1823" y="241"/>
                      <a:pt x="2119" y="199"/>
                      <a:pt x="2435" y="199"/>
                    </a:cubicBezTo>
                    <a:cubicBezTo>
                      <a:pt x="3169" y="199"/>
                      <a:pt x="4006" y="425"/>
                      <a:pt x="4654" y="1070"/>
                    </a:cubicBezTo>
                    <a:cubicBezTo>
                      <a:pt x="6120" y="2531"/>
                      <a:pt x="7328" y="3462"/>
                      <a:pt x="11760" y="4052"/>
                    </a:cubicBezTo>
                    <a:cubicBezTo>
                      <a:pt x="13111" y="4230"/>
                      <a:pt x="14097" y="4737"/>
                      <a:pt x="14691" y="5557"/>
                    </a:cubicBezTo>
                    <a:cubicBezTo>
                      <a:pt x="15547" y="6730"/>
                      <a:pt x="15301" y="8160"/>
                      <a:pt x="15297" y="8171"/>
                    </a:cubicBezTo>
                    <a:cubicBezTo>
                      <a:pt x="15289" y="8227"/>
                      <a:pt x="15325" y="8278"/>
                      <a:pt x="15380" y="8286"/>
                    </a:cubicBezTo>
                    <a:cubicBezTo>
                      <a:pt x="15384" y="8290"/>
                      <a:pt x="15392" y="8290"/>
                      <a:pt x="15396" y="8290"/>
                    </a:cubicBezTo>
                    <a:cubicBezTo>
                      <a:pt x="15444" y="8290"/>
                      <a:pt x="15483" y="8255"/>
                      <a:pt x="15495" y="8207"/>
                    </a:cubicBezTo>
                    <a:cubicBezTo>
                      <a:pt x="15503" y="8148"/>
                      <a:pt x="15757" y="6686"/>
                      <a:pt x="14853" y="5442"/>
                    </a:cubicBezTo>
                    <a:cubicBezTo>
                      <a:pt x="14224" y="4579"/>
                      <a:pt x="13190" y="4044"/>
                      <a:pt x="11788" y="3854"/>
                    </a:cubicBezTo>
                    <a:cubicBezTo>
                      <a:pt x="7415" y="3272"/>
                      <a:pt x="6231" y="2361"/>
                      <a:pt x="4793" y="931"/>
                    </a:cubicBezTo>
                    <a:cubicBezTo>
                      <a:pt x="4103" y="242"/>
                      <a:pt x="3209" y="1"/>
                      <a:pt x="24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41"/>
              <p:cNvSpPr/>
              <p:nvPr/>
            </p:nvSpPr>
            <p:spPr>
              <a:xfrm>
                <a:off x="826800" y="3576275"/>
                <a:ext cx="302525" cy="176675"/>
              </a:xfrm>
              <a:custGeom>
                <a:avLst/>
                <a:gdLst/>
                <a:ahLst/>
                <a:cxnLst/>
                <a:rect l="l" t="t" r="r" b="b"/>
                <a:pathLst>
                  <a:path w="12101" h="7067" extrusionOk="0">
                    <a:moveTo>
                      <a:pt x="246" y="0"/>
                    </a:moveTo>
                    <a:cubicBezTo>
                      <a:pt x="194" y="0"/>
                      <a:pt x="151" y="38"/>
                      <a:pt x="143" y="87"/>
                    </a:cubicBezTo>
                    <a:cubicBezTo>
                      <a:pt x="0" y="1561"/>
                      <a:pt x="654" y="2805"/>
                      <a:pt x="2028" y="3684"/>
                    </a:cubicBezTo>
                    <a:cubicBezTo>
                      <a:pt x="2963" y="4278"/>
                      <a:pt x="3922" y="4516"/>
                      <a:pt x="4124" y="4563"/>
                    </a:cubicBezTo>
                    <a:cubicBezTo>
                      <a:pt x="5363" y="6223"/>
                      <a:pt x="6667" y="7067"/>
                      <a:pt x="8001" y="7067"/>
                    </a:cubicBezTo>
                    <a:cubicBezTo>
                      <a:pt x="8057" y="7067"/>
                      <a:pt x="8112" y="7063"/>
                      <a:pt x="8168" y="7059"/>
                    </a:cubicBezTo>
                    <a:cubicBezTo>
                      <a:pt x="10473" y="6940"/>
                      <a:pt x="12010" y="4381"/>
                      <a:pt x="12073" y="4274"/>
                    </a:cubicBezTo>
                    <a:cubicBezTo>
                      <a:pt x="12101" y="4227"/>
                      <a:pt x="12085" y="4167"/>
                      <a:pt x="12042" y="4139"/>
                    </a:cubicBezTo>
                    <a:cubicBezTo>
                      <a:pt x="12025" y="4130"/>
                      <a:pt x="12007" y="4126"/>
                      <a:pt x="11990" y="4126"/>
                    </a:cubicBezTo>
                    <a:cubicBezTo>
                      <a:pt x="11955" y="4126"/>
                      <a:pt x="11921" y="4142"/>
                      <a:pt x="11903" y="4171"/>
                    </a:cubicBezTo>
                    <a:cubicBezTo>
                      <a:pt x="11887" y="4199"/>
                      <a:pt x="10354" y="6750"/>
                      <a:pt x="8156" y="6861"/>
                    </a:cubicBezTo>
                    <a:cubicBezTo>
                      <a:pt x="8103" y="6863"/>
                      <a:pt x="8050" y="6865"/>
                      <a:pt x="7997" y="6865"/>
                    </a:cubicBezTo>
                    <a:cubicBezTo>
                      <a:pt x="6724" y="6865"/>
                      <a:pt x="5464" y="6040"/>
                      <a:pt x="4258" y="4413"/>
                    </a:cubicBezTo>
                    <a:cubicBezTo>
                      <a:pt x="4243" y="4393"/>
                      <a:pt x="4223" y="4381"/>
                      <a:pt x="4199" y="4377"/>
                    </a:cubicBezTo>
                    <a:cubicBezTo>
                      <a:pt x="4187" y="4373"/>
                      <a:pt x="3137" y="4155"/>
                      <a:pt x="2135" y="3518"/>
                    </a:cubicBezTo>
                    <a:cubicBezTo>
                      <a:pt x="808" y="2666"/>
                      <a:pt x="206" y="1521"/>
                      <a:pt x="341" y="107"/>
                    </a:cubicBezTo>
                    <a:cubicBezTo>
                      <a:pt x="349" y="52"/>
                      <a:pt x="305" y="4"/>
                      <a:pt x="254" y="0"/>
                    </a:cubicBezTo>
                    <a:cubicBezTo>
                      <a:pt x="251" y="0"/>
                      <a:pt x="249" y="0"/>
                      <a:pt x="24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41"/>
              <p:cNvSpPr/>
              <p:nvPr/>
            </p:nvSpPr>
            <p:spPr>
              <a:xfrm>
                <a:off x="366550" y="3538800"/>
                <a:ext cx="173700" cy="224450"/>
              </a:xfrm>
              <a:custGeom>
                <a:avLst/>
                <a:gdLst/>
                <a:ahLst/>
                <a:cxnLst/>
                <a:rect l="l" t="t" r="r" b="b"/>
                <a:pathLst>
                  <a:path w="6948" h="8978" extrusionOk="0">
                    <a:moveTo>
                      <a:pt x="2236" y="1"/>
                    </a:moveTo>
                    <a:cubicBezTo>
                      <a:pt x="1185" y="1"/>
                      <a:pt x="125" y="526"/>
                      <a:pt x="68" y="557"/>
                    </a:cubicBezTo>
                    <a:cubicBezTo>
                      <a:pt x="20" y="580"/>
                      <a:pt x="0" y="640"/>
                      <a:pt x="24" y="687"/>
                    </a:cubicBezTo>
                    <a:cubicBezTo>
                      <a:pt x="40" y="723"/>
                      <a:pt x="74" y="743"/>
                      <a:pt x="109" y="743"/>
                    </a:cubicBezTo>
                    <a:cubicBezTo>
                      <a:pt x="124" y="743"/>
                      <a:pt x="140" y="739"/>
                      <a:pt x="155" y="731"/>
                    </a:cubicBezTo>
                    <a:cubicBezTo>
                      <a:pt x="170" y="725"/>
                      <a:pt x="1230" y="199"/>
                      <a:pt x="2244" y="199"/>
                    </a:cubicBezTo>
                    <a:cubicBezTo>
                      <a:pt x="2543" y="199"/>
                      <a:pt x="2838" y="244"/>
                      <a:pt x="3102" y="363"/>
                    </a:cubicBezTo>
                    <a:cubicBezTo>
                      <a:pt x="3549" y="565"/>
                      <a:pt x="3850" y="953"/>
                      <a:pt x="4001" y="1515"/>
                    </a:cubicBezTo>
                    <a:cubicBezTo>
                      <a:pt x="4203" y="2276"/>
                      <a:pt x="4092" y="3092"/>
                      <a:pt x="3985" y="3880"/>
                    </a:cubicBezTo>
                    <a:cubicBezTo>
                      <a:pt x="3743" y="5678"/>
                      <a:pt x="3494" y="7536"/>
                      <a:pt x="6797" y="8970"/>
                    </a:cubicBezTo>
                    <a:cubicBezTo>
                      <a:pt x="6809" y="8973"/>
                      <a:pt x="6825" y="8977"/>
                      <a:pt x="6837" y="8977"/>
                    </a:cubicBezTo>
                    <a:cubicBezTo>
                      <a:pt x="6876" y="8977"/>
                      <a:pt x="6912" y="8954"/>
                      <a:pt x="6928" y="8918"/>
                    </a:cubicBezTo>
                    <a:cubicBezTo>
                      <a:pt x="6948" y="8867"/>
                      <a:pt x="6928" y="8807"/>
                      <a:pt x="6876" y="8787"/>
                    </a:cubicBezTo>
                    <a:cubicBezTo>
                      <a:pt x="3708" y="7413"/>
                      <a:pt x="3937" y="5710"/>
                      <a:pt x="4183" y="3908"/>
                    </a:cubicBezTo>
                    <a:cubicBezTo>
                      <a:pt x="4294" y="3100"/>
                      <a:pt x="4405" y="2264"/>
                      <a:pt x="4191" y="1464"/>
                    </a:cubicBezTo>
                    <a:cubicBezTo>
                      <a:pt x="4025" y="838"/>
                      <a:pt x="3688" y="410"/>
                      <a:pt x="3185" y="184"/>
                    </a:cubicBezTo>
                    <a:cubicBezTo>
                      <a:pt x="2890" y="52"/>
                      <a:pt x="2563" y="1"/>
                      <a:pt x="22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41"/>
              <p:cNvSpPr/>
              <p:nvPr/>
            </p:nvSpPr>
            <p:spPr>
              <a:xfrm>
                <a:off x="275650" y="3742975"/>
                <a:ext cx="134975" cy="39775"/>
              </a:xfrm>
              <a:custGeom>
                <a:avLst/>
                <a:gdLst/>
                <a:ahLst/>
                <a:cxnLst/>
                <a:rect l="l" t="t" r="r" b="b"/>
                <a:pathLst>
                  <a:path w="5399" h="1591" extrusionOk="0">
                    <a:moveTo>
                      <a:pt x="3245" y="1"/>
                    </a:moveTo>
                    <a:cubicBezTo>
                      <a:pt x="1875" y="1"/>
                      <a:pt x="765" y="491"/>
                      <a:pt x="32" y="1432"/>
                    </a:cubicBezTo>
                    <a:cubicBezTo>
                      <a:pt x="0" y="1476"/>
                      <a:pt x="8" y="1535"/>
                      <a:pt x="48" y="1571"/>
                    </a:cubicBezTo>
                    <a:cubicBezTo>
                      <a:pt x="68" y="1583"/>
                      <a:pt x="87" y="1591"/>
                      <a:pt x="111" y="1591"/>
                    </a:cubicBezTo>
                    <a:cubicBezTo>
                      <a:pt x="139" y="1591"/>
                      <a:pt x="170" y="1579"/>
                      <a:pt x="190" y="1551"/>
                    </a:cubicBezTo>
                    <a:cubicBezTo>
                      <a:pt x="1022" y="484"/>
                      <a:pt x="2214" y="205"/>
                      <a:pt x="3233" y="205"/>
                    </a:cubicBezTo>
                    <a:cubicBezTo>
                      <a:pt x="4335" y="205"/>
                      <a:pt x="5234" y="531"/>
                      <a:pt x="5252" y="537"/>
                    </a:cubicBezTo>
                    <a:cubicBezTo>
                      <a:pt x="5263" y="540"/>
                      <a:pt x="5274" y="542"/>
                      <a:pt x="5284" y="542"/>
                    </a:cubicBezTo>
                    <a:cubicBezTo>
                      <a:pt x="5325" y="542"/>
                      <a:pt x="5363" y="519"/>
                      <a:pt x="5379" y="478"/>
                    </a:cubicBezTo>
                    <a:cubicBezTo>
                      <a:pt x="5399" y="426"/>
                      <a:pt x="5371" y="371"/>
                      <a:pt x="5320" y="351"/>
                    </a:cubicBezTo>
                    <a:cubicBezTo>
                      <a:pt x="5284" y="339"/>
                      <a:pt x="4448" y="30"/>
                      <a:pt x="3375" y="2"/>
                    </a:cubicBezTo>
                    <a:cubicBezTo>
                      <a:pt x="3331" y="1"/>
                      <a:pt x="3288" y="1"/>
                      <a:pt x="324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41"/>
              <p:cNvSpPr/>
              <p:nvPr/>
            </p:nvSpPr>
            <p:spPr>
              <a:xfrm>
                <a:off x="321500" y="3691125"/>
                <a:ext cx="43375" cy="61125"/>
              </a:xfrm>
              <a:custGeom>
                <a:avLst/>
                <a:gdLst/>
                <a:ahLst/>
                <a:cxnLst/>
                <a:rect l="l" t="t" r="r" b="b"/>
                <a:pathLst>
                  <a:path w="1735" h="2445" extrusionOk="0">
                    <a:moveTo>
                      <a:pt x="1565" y="0"/>
                    </a:moveTo>
                    <a:cubicBezTo>
                      <a:pt x="1429" y="0"/>
                      <a:pt x="1136" y="34"/>
                      <a:pt x="836" y="274"/>
                    </a:cubicBezTo>
                    <a:cubicBezTo>
                      <a:pt x="368" y="647"/>
                      <a:pt x="91" y="1340"/>
                      <a:pt x="4" y="2338"/>
                    </a:cubicBezTo>
                    <a:cubicBezTo>
                      <a:pt x="0" y="2389"/>
                      <a:pt x="40" y="2437"/>
                      <a:pt x="95" y="2445"/>
                    </a:cubicBezTo>
                    <a:lnTo>
                      <a:pt x="103" y="2445"/>
                    </a:lnTo>
                    <a:cubicBezTo>
                      <a:pt x="155" y="2445"/>
                      <a:pt x="198" y="2405"/>
                      <a:pt x="202" y="2354"/>
                    </a:cubicBezTo>
                    <a:cubicBezTo>
                      <a:pt x="281" y="1431"/>
                      <a:pt x="543" y="765"/>
                      <a:pt x="955" y="433"/>
                    </a:cubicBezTo>
                    <a:cubicBezTo>
                      <a:pt x="1218" y="220"/>
                      <a:pt x="1468" y="197"/>
                      <a:pt x="1570" y="197"/>
                    </a:cubicBezTo>
                    <a:cubicBezTo>
                      <a:pt x="1596" y="197"/>
                      <a:pt x="1613" y="199"/>
                      <a:pt x="1616" y="199"/>
                    </a:cubicBezTo>
                    <a:cubicBezTo>
                      <a:pt x="1621" y="200"/>
                      <a:pt x="1625" y="200"/>
                      <a:pt x="1629" y="200"/>
                    </a:cubicBezTo>
                    <a:cubicBezTo>
                      <a:pt x="1676" y="200"/>
                      <a:pt x="1720" y="163"/>
                      <a:pt x="1727" y="116"/>
                    </a:cubicBezTo>
                    <a:cubicBezTo>
                      <a:pt x="1735" y="60"/>
                      <a:pt x="1695" y="13"/>
                      <a:pt x="1644" y="5"/>
                    </a:cubicBezTo>
                    <a:cubicBezTo>
                      <a:pt x="1639" y="4"/>
                      <a:pt x="1611" y="0"/>
                      <a:pt x="15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41"/>
              <p:cNvSpPr/>
              <p:nvPr/>
            </p:nvSpPr>
            <p:spPr>
              <a:xfrm>
                <a:off x="705500" y="3801025"/>
                <a:ext cx="203125" cy="194025"/>
              </a:xfrm>
              <a:custGeom>
                <a:avLst/>
                <a:gdLst/>
                <a:ahLst/>
                <a:cxnLst/>
                <a:rect l="l" t="t" r="r" b="b"/>
                <a:pathLst>
                  <a:path w="8125" h="7761" extrusionOk="0">
                    <a:moveTo>
                      <a:pt x="1447" y="0"/>
                    </a:moveTo>
                    <a:cubicBezTo>
                      <a:pt x="1040" y="0"/>
                      <a:pt x="583" y="95"/>
                      <a:pt x="80" y="283"/>
                    </a:cubicBezTo>
                    <a:cubicBezTo>
                      <a:pt x="28" y="299"/>
                      <a:pt x="0" y="358"/>
                      <a:pt x="20" y="409"/>
                    </a:cubicBezTo>
                    <a:cubicBezTo>
                      <a:pt x="35" y="449"/>
                      <a:pt x="71" y="472"/>
                      <a:pt x="110" y="472"/>
                    </a:cubicBezTo>
                    <a:cubicBezTo>
                      <a:pt x="122" y="472"/>
                      <a:pt x="135" y="470"/>
                      <a:pt x="147" y="465"/>
                    </a:cubicBezTo>
                    <a:cubicBezTo>
                      <a:pt x="627" y="287"/>
                      <a:pt x="1060" y="198"/>
                      <a:pt x="1444" y="198"/>
                    </a:cubicBezTo>
                    <a:cubicBezTo>
                      <a:pt x="1848" y="198"/>
                      <a:pt x="2197" y="297"/>
                      <a:pt x="2488" y="497"/>
                    </a:cubicBezTo>
                    <a:cubicBezTo>
                      <a:pt x="3419" y="1138"/>
                      <a:pt x="3442" y="2616"/>
                      <a:pt x="3442" y="2628"/>
                    </a:cubicBezTo>
                    <a:cubicBezTo>
                      <a:pt x="3351" y="4414"/>
                      <a:pt x="3775" y="5772"/>
                      <a:pt x="4706" y="6656"/>
                    </a:cubicBezTo>
                    <a:cubicBezTo>
                      <a:pt x="5744" y="7642"/>
                      <a:pt x="7102" y="7761"/>
                      <a:pt x="7712" y="7761"/>
                    </a:cubicBezTo>
                    <a:cubicBezTo>
                      <a:pt x="7894" y="7761"/>
                      <a:pt x="8009" y="7753"/>
                      <a:pt x="8029" y="7749"/>
                    </a:cubicBezTo>
                    <a:cubicBezTo>
                      <a:pt x="8085" y="7745"/>
                      <a:pt x="8124" y="7693"/>
                      <a:pt x="8116" y="7642"/>
                    </a:cubicBezTo>
                    <a:cubicBezTo>
                      <a:pt x="8112" y="7589"/>
                      <a:pt x="8069" y="7551"/>
                      <a:pt x="8017" y="7551"/>
                    </a:cubicBezTo>
                    <a:cubicBezTo>
                      <a:pt x="8014" y="7551"/>
                      <a:pt x="8012" y="7551"/>
                      <a:pt x="8009" y="7551"/>
                    </a:cubicBezTo>
                    <a:cubicBezTo>
                      <a:pt x="8005" y="7552"/>
                      <a:pt x="7903" y="7562"/>
                      <a:pt x="7734" y="7562"/>
                    </a:cubicBezTo>
                    <a:cubicBezTo>
                      <a:pt x="7165" y="7562"/>
                      <a:pt x="5827" y="7450"/>
                      <a:pt x="4841" y="6509"/>
                    </a:cubicBezTo>
                    <a:cubicBezTo>
                      <a:pt x="3957" y="5669"/>
                      <a:pt x="3553" y="4366"/>
                      <a:pt x="3640" y="2631"/>
                    </a:cubicBezTo>
                    <a:cubicBezTo>
                      <a:pt x="3640" y="2564"/>
                      <a:pt x="3617" y="1035"/>
                      <a:pt x="2599" y="334"/>
                    </a:cubicBezTo>
                    <a:cubicBezTo>
                      <a:pt x="2275" y="112"/>
                      <a:pt x="1890" y="0"/>
                      <a:pt x="144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41"/>
              <p:cNvSpPr/>
              <p:nvPr/>
            </p:nvSpPr>
            <p:spPr>
              <a:xfrm>
                <a:off x="790950" y="3854875"/>
                <a:ext cx="91725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3669" h="898" extrusionOk="0">
                    <a:moveTo>
                      <a:pt x="1506" y="1"/>
                    </a:moveTo>
                    <a:cubicBezTo>
                      <a:pt x="928" y="1"/>
                      <a:pt x="367" y="181"/>
                      <a:pt x="28" y="747"/>
                    </a:cubicBezTo>
                    <a:cubicBezTo>
                      <a:pt x="1" y="794"/>
                      <a:pt x="16" y="858"/>
                      <a:pt x="64" y="885"/>
                    </a:cubicBezTo>
                    <a:cubicBezTo>
                      <a:pt x="80" y="893"/>
                      <a:pt x="96" y="897"/>
                      <a:pt x="115" y="897"/>
                    </a:cubicBezTo>
                    <a:cubicBezTo>
                      <a:pt x="147" y="897"/>
                      <a:pt x="179" y="881"/>
                      <a:pt x="199" y="850"/>
                    </a:cubicBezTo>
                    <a:cubicBezTo>
                      <a:pt x="490" y="364"/>
                      <a:pt x="986" y="206"/>
                      <a:pt x="1508" y="206"/>
                    </a:cubicBezTo>
                    <a:cubicBezTo>
                      <a:pt x="2460" y="206"/>
                      <a:pt x="3495" y="733"/>
                      <a:pt x="3510" y="743"/>
                    </a:cubicBezTo>
                    <a:cubicBezTo>
                      <a:pt x="3524" y="750"/>
                      <a:pt x="3538" y="753"/>
                      <a:pt x="3553" y="753"/>
                    </a:cubicBezTo>
                    <a:cubicBezTo>
                      <a:pt x="3589" y="753"/>
                      <a:pt x="3625" y="733"/>
                      <a:pt x="3645" y="699"/>
                    </a:cubicBezTo>
                    <a:cubicBezTo>
                      <a:pt x="3668" y="652"/>
                      <a:pt x="3649" y="592"/>
                      <a:pt x="3601" y="565"/>
                    </a:cubicBezTo>
                    <a:cubicBezTo>
                      <a:pt x="3534" y="530"/>
                      <a:pt x="2494" y="1"/>
                      <a:pt x="150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41"/>
              <p:cNvSpPr/>
              <p:nvPr/>
            </p:nvSpPr>
            <p:spPr>
              <a:xfrm>
                <a:off x="686275" y="3532825"/>
                <a:ext cx="79550" cy="217150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8686" extrusionOk="0">
                    <a:moveTo>
                      <a:pt x="114" y="0"/>
                    </a:moveTo>
                    <a:cubicBezTo>
                      <a:pt x="74" y="0"/>
                      <a:pt x="36" y="24"/>
                      <a:pt x="21" y="63"/>
                    </a:cubicBezTo>
                    <a:cubicBezTo>
                      <a:pt x="1" y="114"/>
                      <a:pt x="25" y="170"/>
                      <a:pt x="72" y="194"/>
                    </a:cubicBezTo>
                    <a:cubicBezTo>
                      <a:pt x="1653" y="851"/>
                      <a:pt x="2560" y="1655"/>
                      <a:pt x="2770" y="2586"/>
                    </a:cubicBezTo>
                    <a:cubicBezTo>
                      <a:pt x="2908" y="3200"/>
                      <a:pt x="2734" y="3746"/>
                      <a:pt x="2532" y="4380"/>
                    </a:cubicBezTo>
                    <a:cubicBezTo>
                      <a:pt x="2298" y="5097"/>
                      <a:pt x="2037" y="5909"/>
                      <a:pt x="2247" y="6955"/>
                    </a:cubicBezTo>
                    <a:cubicBezTo>
                      <a:pt x="2366" y="7545"/>
                      <a:pt x="2615" y="8115"/>
                      <a:pt x="2987" y="8642"/>
                    </a:cubicBezTo>
                    <a:cubicBezTo>
                      <a:pt x="3007" y="8670"/>
                      <a:pt x="3035" y="8686"/>
                      <a:pt x="3067" y="8686"/>
                    </a:cubicBezTo>
                    <a:cubicBezTo>
                      <a:pt x="3086" y="8686"/>
                      <a:pt x="3106" y="8682"/>
                      <a:pt x="3126" y="8670"/>
                    </a:cubicBezTo>
                    <a:cubicBezTo>
                      <a:pt x="3170" y="8638"/>
                      <a:pt x="3182" y="8575"/>
                      <a:pt x="3150" y="8531"/>
                    </a:cubicBezTo>
                    <a:cubicBezTo>
                      <a:pt x="2793" y="8024"/>
                      <a:pt x="2556" y="7482"/>
                      <a:pt x="2441" y="6915"/>
                    </a:cubicBezTo>
                    <a:cubicBezTo>
                      <a:pt x="2243" y="5921"/>
                      <a:pt x="2484" y="5168"/>
                      <a:pt x="2718" y="4440"/>
                    </a:cubicBezTo>
                    <a:cubicBezTo>
                      <a:pt x="2924" y="3810"/>
                      <a:pt x="3114" y="3212"/>
                      <a:pt x="2964" y="2542"/>
                    </a:cubicBezTo>
                    <a:cubicBezTo>
                      <a:pt x="2738" y="1544"/>
                      <a:pt x="1791" y="693"/>
                      <a:pt x="151" y="7"/>
                    </a:cubicBezTo>
                    <a:cubicBezTo>
                      <a:pt x="139" y="3"/>
                      <a:pt x="127" y="0"/>
                      <a:pt x="11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41"/>
              <p:cNvSpPr/>
              <p:nvPr/>
            </p:nvSpPr>
            <p:spPr>
              <a:xfrm>
                <a:off x="417050" y="3826700"/>
                <a:ext cx="42300" cy="10905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4362" extrusionOk="0">
                    <a:moveTo>
                      <a:pt x="1394" y="1"/>
                    </a:moveTo>
                    <a:cubicBezTo>
                      <a:pt x="1364" y="1"/>
                      <a:pt x="1334" y="14"/>
                      <a:pt x="1315" y="40"/>
                    </a:cubicBezTo>
                    <a:cubicBezTo>
                      <a:pt x="0" y="1850"/>
                      <a:pt x="1482" y="4290"/>
                      <a:pt x="1498" y="4314"/>
                    </a:cubicBezTo>
                    <a:cubicBezTo>
                      <a:pt x="1513" y="4345"/>
                      <a:pt x="1549" y="4361"/>
                      <a:pt x="1581" y="4361"/>
                    </a:cubicBezTo>
                    <a:cubicBezTo>
                      <a:pt x="1597" y="4361"/>
                      <a:pt x="1616" y="4357"/>
                      <a:pt x="1632" y="4349"/>
                    </a:cubicBezTo>
                    <a:cubicBezTo>
                      <a:pt x="1680" y="4318"/>
                      <a:pt x="1692" y="4258"/>
                      <a:pt x="1664" y="4211"/>
                    </a:cubicBezTo>
                    <a:cubicBezTo>
                      <a:pt x="1652" y="4187"/>
                      <a:pt x="238" y="1858"/>
                      <a:pt x="1474" y="159"/>
                    </a:cubicBezTo>
                    <a:cubicBezTo>
                      <a:pt x="1505" y="115"/>
                      <a:pt x="1498" y="52"/>
                      <a:pt x="1454" y="20"/>
                    </a:cubicBezTo>
                    <a:cubicBezTo>
                      <a:pt x="1436" y="7"/>
                      <a:pt x="1415" y="1"/>
                      <a:pt x="13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41"/>
              <p:cNvSpPr/>
              <p:nvPr/>
            </p:nvSpPr>
            <p:spPr>
              <a:xfrm>
                <a:off x="615300" y="3901025"/>
                <a:ext cx="78925" cy="54525"/>
              </a:xfrm>
              <a:custGeom>
                <a:avLst/>
                <a:gdLst/>
                <a:ahLst/>
                <a:cxnLst/>
                <a:rect l="l" t="t" r="r" b="b"/>
                <a:pathLst>
                  <a:path w="3157" h="2181" extrusionOk="0">
                    <a:moveTo>
                      <a:pt x="3040" y="0"/>
                    </a:moveTo>
                    <a:cubicBezTo>
                      <a:pt x="3006" y="0"/>
                      <a:pt x="2973" y="19"/>
                      <a:pt x="2955" y="53"/>
                    </a:cubicBezTo>
                    <a:cubicBezTo>
                      <a:pt x="1909" y="1919"/>
                      <a:pt x="115" y="1982"/>
                      <a:pt x="95" y="1982"/>
                    </a:cubicBezTo>
                    <a:cubicBezTo>
                      <a:pt x="40" y="1982"/>
                      <a:pt x="0" y="2030"/>
                      <a:pt x="0" y="2081"/>
                    </a:cubicBezTo>
                    <a:cubicBezTo>
                      <a:pt x="0" y="2137"/>
                      <a:pt x="44" y="2180"/>
                      <a:pt x="99" y="2180"/>
                    </a:cubicBezTo>
                    <a:cubicBezTo>
                      <a:pt x="119" y="2180"/>
                      <a:pt x="2024" y="2121"/>
                      <a:pt x="3129" y="148"/>
                    </a:cubicBezTo>
                    <a:cubicBezTo>
                      <a:pt x="3157" y="101"/>
                      <a:pt x="3141" y="42"/>
                      <a:pt x="3089" y="14"/>
                    </a:cubicBezTo>
                    <a:cubicBezTo>
                      <a:pt x="3074" y="5"/>
                      <a:pt x="3057" y="0"/>
                      <a:pt x="304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41"/>
              <p:cNvSpPr/>
              <p:nvPr/>
            </p:nvSpPr>
            <p:spPr>
              <a:xfrm>
                <a:off x="987325" y="3507150"/>
                <a:ext cx="44875" cy="90150"/>
              </a:xfrm>
              <a:custGeom>
                <a:avLst/>
                <a:gdLst/>
                <a:ahLst/>
                <a:cxnLst/>
                <a:rect l="l" t="t" r="r" b="b"/>
                <a:pathLst>
                  <a:path w="1795" h="3606" extrusionOk="0">
                    <a:moveTo>
                      <a:pt x="984" y="0"/>
                    </a:moveTo>
                    <a:cubicBezTo>
                      <a:pt x="974" y="0"/>
                      <a:pt x="964" y="2"/>
                      <a:pt x="955" y="5"/>
                    </a:cubicBezTo>
                    <a:cubicBezTo>
                      <a:pt x="903" y="20"/>
                      <a:pt x="875" y="80"/>
                      <a:pt x="891" y="131"/>
                    </a:cubicBezTo>
                    <a:cubicBezTo>
                      <a:pt x="899" y="151"/>
                      <a:pt x="1561" y="2211"/>
                      <a:pt x="48" y="3431"/>
                    </a:cubicBezTo>
                    <a:cubicBezTo>
                      <a:pt x="4" y="3462"/>
                      <a:pt x="0" y="3526"/>
                      <a:pt x="32" y="3569"/>
                    </a:cubicBezTo>
                    <a:cubicBezTo>
                      <a:pt x="52" y="3593"/>
                      <a:pt x="83" y="3605"/>
                      <a:pt x="111" y="3605"/>
                    </a:cubicBezTo>
                    <a:cubicBezTo>
                      <a:pt x="131" y="3605"/>
                      <a:pt x="155" y="3597"/>
                      <a:pt x="174" y="3585"/>
                    </a:cubicBezTo>
                    <a:cubicBezTo>
                      <a:pt x="1794" y="2278"/>
                      <a:pt x="1089" y="88"/>
                      <a:pt x="1081" y="68"/>
                    </a:cubicBezTo>
                    <a:cubicBezTo>
                      <a:pt x="1069" y="26"/>
                      <a:pt x="1027" y="0"/>
                      <a:pt x="9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41"/>
              <p:cNvSpPr/>
              <p:nvPr/>
            </p:nvSpPr>
            <p:spPr>
              <a:xfrm>
                <a:off x="774425" y="3472975"/>
                <a:ext cx="125275" cy="63525"/>
              </a:xfrm>
              <a:custGeom>
                <a:avLst/>
                <a:gdLst/>
                <a:ahLst/>
                <a:cxnLst/>
                <a:rect l="l" t="t" r="r" b="b"/>
                <a:pathLst>
                  <a:path w="5011" h="2541" extrusionOk="0">
                    <a:moveTo>
                      <a:pt x="718" y="0"/>
                    </a:moveTo>
                    <a:cubicBezTo>
                      <a:pt x="517" y="0"/>
                      <a:pt x="309" y="6"/>
                      <a:pt x="95" y="17"/>
                    </a:cubicBezTo>
                    <a:cubicBezTo>
                      <a:pt x="40" y="17"/>
                      <a:pt x="0" y="65"/>
                      <a:pt x="0" y="120"/>
                    </a:cubicBezTo>
                    <a:cubicBezTo>
                      <a:pt x="4" y="175"/>
                      <a:pt x="52" y="215"/>
                      <a:pt x="107" y="215"/>
                    </a:cubicBezTo>
                    <a:cubicBezTo>
                      <a:pt x="313" y="204"/>
                      <a:pt x="510" y="199"/>
                      <a:pt x="699" y="199"/>
                    </a:cubicBezTo>
                    <a:cubicBezTo>
                      <a:pt x="2673" y="199"/>
                      <a:pt x="3680" y="757"/>
                      <a:pt x="4183" y="1249"/>
                    </a:cubicBezTo>
                    <a:cubicBezTo>
                      <a:pt x="4769" y="1823"/>
                      <a:pt x="4813" y="2437"/>
                      <a:pt x="4813" y="2449"/>
                    </a:cubicBezTo>
                    <a:cubicBezTo>
                      <a:pt x="4813" y="2500"/>
                      <a:pt x="4860" y="2540"/>
                      <a:pt x="4912" y="2540"/>
                    </a:cubicBezTo>
                    <a:lnTo>
                      <a:pt x="4916" y="2540"/>
                    </a:lnTo>
                    <a:cubicBezTo>
                      <a:pt x="4971" y="2540"/>
                      <a:pt x="5011" y="2493"/>
                      <a:pt x="5011" y="2437"/>
                    </a:cubicBezTo>
                    <a:cubicBezTo>
                      <a:pt x="5007" y="2405"/>
                      <a:pt x="4963" y="1688"/>
                      <a:pt x="4238" y="1031"/>
                    </a:cubicBezTo>
                    <a:cubicBezTo>
                      <a:pt x="3483" y="346"/>
                      <a:pt x="2300" y="0"/>
                      <a:pt x="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41"/>
              <p:cNvSpPr/>
              <p:nvPr/>
            </p:nvSpPr>
            <p:spPr>
              <a:xfrm>
                <a:off x="764800" y="3411675"/>
                <a:ext cx="18250" cy="10055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4022" extrusionOk="0">
                    <a:moveTo>
                      <a:pt x="114" y="1"/>
                    </a:moveTo>
                    <a:cubicBezTo>
                      <a:pt x="104" y="1"/>
                      <a:pt x="94" y="2"/>
                      <a:pt x="84" y="5"/>
                    </a:cubicBezTo>
                    <a:cubicBezTo>
                      <a:pt x="33" y="21"/>
                      <a:pt x="1" y="73"/>
                      <a:pt x="17" y="128"/>
                    </a:cubicBezTo>
                    <a:cubicBezTo>
                      <a:pt x="21" y="144"/>
                      <a:pt x="528" y="1887"/>
                      <a:pt x="318" y="3915"/>
                    </a:cubicBezTo>
                    <a:cubicBezTo>
                      <a:pt x="310" y="3966"/>
                      <a:pt x="349" y="4018"/>
                      <a:pt x="405" y="4022"/>
                    </a:cubicBezTo>
                    <a:lnTo>
                      <a:pt x="417" y="4022"/>
                    </a:lnTo>
                    <a:cubicBezTo>
                      <a:pt x="464" y="4022"/>
                      <a:pt x="508" y="3986"/>
                      <a:pt x="516" y="3935"/>
                    </a:cubicBezTo>
                    <a:cubicBezTo>
                      <a:pt x="730" y="1867"/>
                      <a:pt x="211" y="89"/>
                      <a:pt x="207" y="69"/>
                    </a:cubicBezTo>
                    <a:cubicBezTo>
                      <a:pt x="194" y="27"/>
                      <a:pt x="155" y="1"/>
                      <a:pt x="11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41"/>
              <p:cNvSpPr/>
              <p:nvPr/>
            </p:nvSpPr>
            <p:spPr>
              <a:xfrm>
                <a:off x="976925" y="3794350"/>
                <a:ext cx="81600" cy="54350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2174" extrusionOk="0">
                    <a:moveTo>
                      <a:pt x="108" y="0"/>
                    </a:moveTo>
                    <a:cubicBezTo>
                      <a:pt x="100" y="0"/>
                      <a:pt x="92" y="1"/>
                      <a:pt x="83" y="3"/>
                    </a:cubicBezTo>
                    <a:cubicBezTo>
                      <a:pt x="32" y="19"/>
                      <a:pt x="0" y="74"/>
                      <a:pt x="16" y="126"/>
                    </a:cubicBezTo>
                    <a:cubicBezTo>
                      <a:pt x="567" y="2142"/>
                      <a:pt x="3137" y="2174"/>
                      <a:pt x="3165" y="2174"/>
                    </a:cubicBezTo>
                    <a:cubicBezTo>
                      <a:pt x="3220" y="2174"/>
                      <a:pt x="3264" y="2130"/>
                      <a:pt x="3264" y="2079"/>
                    </a:cubicBezTo>
                    <a:cubicBezTo>
                      <a:pt x="3264" y="2023"/>
                      <a:pt x="3220" y="1980"/>
                      <a:pt x="3165" y="1976"/>
                    </a:cubicBezTo>
                    <a:cubicBezTo>
                      <a:pt x="3141" y="1976"/>
                      <a:pt x="717" y="1944"/>
                      <a:pt x="206" y="74"/>
                    </a:cubicBezTo>
                    <a:cubicBezTo>
                      <a:pt x="193" y="27"/>
                      <a:pt x="154" y="0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41"/>
              <p:cNvSpPr/>
              <p:nvPr/>
            </p:nvSpPr>
            <p:spPr>
              <a:xfrm>
                <a:off x="620150" y="3613450"/>
                <a:ext cx="20125" cy="6177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2471" extrusionOk="0">
                    <a:moveTo>
                      <a:pt x="109" y="1"/>
                    </a:moveTo>
                    <a:cubicBezTo>
                      <a:pt x="90" y="1"/>
                      <a:pt x="70" y="6"/>
                      <a:pt x="52" y="18"/>
                    </a:cubicBezTo>
                    <a:cubicBezTo>
                      <a:pt x="8" y="50"/>
                      <a:pt x="0" y="114"/>
                      <a:pt x="32" y="157"/>
                    </a:cubicBezTo>
                    <a:cubicBezTo>
                      <a:pt x="598" y="945"/>
                      <a:pt x="384" y="2340"/>
                      <a:pt x="384" y="2355"/>
                    </a:cubicBezTo>
                    <a:cubicBezTo>
                      <a:pt x="376" y="2411"/>
                      <a:pt x="412" y="2458"/>
                      <a:pt x="464" y="2466"/>
                    </a:cubicBezTo>
                    <a:lnTo>
                      <a:pt x="479" y="2470"/>
                    </a:lnTo>
                    <a:cubicBezTo>
                      <a:pt x="527" y="2470"/>
                      <a:pt x="570" y="2435"/>
                      <a:pt x="578" y="2387"/>
                    </a:cubicBezTo>
                    <a:cubicBezTo>
                      <a:pt x="586" y="2324"/>
                      <a:pt x="804" y="898"/>
                      <a:pt x="190" y="42"/>
                    </a:cubicBezTo>
                    <a:cubicBezTo>
                      <a:pt x="171" y="15"/>
                      <a:pt x="141" y="1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41"/>
              <p:cNvSpPr/>
              <p:nvPr/>
            </p:nvSpPr>
            <p:spPr>
              <a:xfrm>
                <a:off x="602125" y="3418050"/>
                <a:ext cx="77650" cy="76850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3074" extrusionOk="0">
                    <a:moveTo>
                      <a:pt x="115" y="0"/>
                    </a:moveTo>
                    <a:cubicBezTo>
                      <a:pt x="95" y="0"/>
                      <a:pt x="73" y="7"/>
                      <a:pt x="56" y="20"/>
                    </a:cubicBezTo>
                    <a:cubicBezTo>
                      <a:pt x="12" y="51"/>
                      <a:pt x="0" y="115"/>
                      <a:pt x="32" y="158"/>
                    </a:cubicBezTo>
                    <a:cubicBezTo>
                      <a:pt x="48" y="174"/>
                      <a:pt x="1383" y="2004"/>
                      <a:pt x="2939" y="3058"/>
                    </a:cubicBezTo>
                    <a:cubicBezTo>
                      <a:pt x="2955" y="3066"/>
                      <a:pt x="2975" y="3074"/>
                      <a:pt x="2995" y="3074"/>
                    </a:cubicBezTo>
                    <a:cubicBezTo>
                      <a:pt x="3026" y="3074"/>
                      <a:pt x="3058" y="3058"/>
                      <a:pt x="3078" y="3030"/>
                    </a:cubicBezTo>
                    <a:cubicBezTo>
                      <a:pt x="3106" y="2982"/>
                      <a:pt x="3094" y="2923"/>
                      <a:pt x="3050" y="2891"/>
                    </a:cubicBezTo>
                    <a:cubicBezTo>
                      <a:pt x="1525" y="1861"/>
                      <a:pt x="206" y="59"/>
                      <a:pt x="194" y="40"/>
                    </a:cubicBezTo>
                    <a:cubicBezTo>
                      <a:pt x="176" y="14"/>
                      <a:pt x="146" y="0"/>
                      <a:pt x="11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41"/>
              <p:cNvSpPr/>
              <p:nvPr/>
            </p:nvSpPr>
            <p:spPr>
              <a:xfrm>
                <a:off x="945250" y="3769392"/>
                <a:ext cx="28019" cy="39706"/>
              </a:xfrm>
              <a:custGeom>
                <a:avLst/>
                <a:gdLst/>
                <a:ahLst/>
                <a:cxnLst/>
                <a:rect l="l" t="t" r="r" b="b"/>
                <a:pathLst>
                  <a:path w="1273" h="180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116"/>
                      <a:pt x="68" y="231"/>
                      <a:pt x="112" y="341"/>
                    </a:cubicBezTo>
                    <a:cubicBezTo>
                      <a:pt x="294" y="500"/>
                      <a:pt x="456" y="674"/>
                      <a:pt x="595" y="864"/>
                    </a:cubicBezTo>
                    <a:cubicBezTo>
                      <a:pt x="765" y="1094"/>
                      <a:pt x="888" y="1336"/>
                      <a:pt x="983" y="1573"/>
                    </a:cubicBezTo>
                    <a:cubicBezTo>
                      <a:pt x="1074" y="1653"/>
                      <a:pt x="1173" y="1732"/>
                      <a:pt x="1272" y="1803"/>
                    </a:cubicBezTo>
                    <a:cubicBezTo>
                      <a:pt x="1173" y="1458"/>
                      <a:pt x="1011" y="1098"/>
                      <a:pt x="757" y="749"/>
                    </a:cubicBezTo>
                    <a:cubicBezTo>
                      <a:pt x="552" y="464"/>
                      <a:pt x="298" y="21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41"/>
              <p:cNvSpPr/>
              <p:nvPr/>
            </p:nvSpPr>
            <p:spPr>
              <a:xfrm>
                <a:off x="943050" y="3703325"/>
                <a:ext cx="156275" cy="49625"/>
              </a:xfrm>
              <a:custGeom>
                <a:avLst/>
                <a:gdLst/>
                <a:ahLst/>
                <a:cxnLst/>
                <a:rect l="l" t="t" r="r" b="b"/>
                <a:pathLst>
                  <a:path w="6251" h="1985" extrusionOk="0">
                    <a:moveTo>
                      <a:pt x="147" y="0"/>
                    </a:moveTo>
                    <a:cubicBezTo>
                      <a:pt x="96" y="44"/>
                      <a:pt x="48" y="87"/>
                      <a:pt x="1" y="135"/>
                    </a:cubicBezTo>
                    <a:cubicBezTo>
                      <a:pt x="1082" y="1363"/>
                      <a:pt x="2207" y="1985"/>
                      <a:pt x="3351" y="1985"/>
                    </a:cubicBezTo>
                    <a:cubicBezTo>
                      <a:pt x="3407" y="1985"/>
                      <a:pt x="3462" y="1981"/>
                      <a:pt x="3518" y="1977"/>
                    </a:cubicBezTo>
                    <a:cubicBezTo>
                      <a:pt x="4635" y="1921"/>
                      <a:pt x="5573" y="1287"/>
                      <a:pt x="6251" y="638"/>
                    </a:cubicBezTo>
                    <a:cubicBezTo>
                      <a:pt x="6215" y="578"/>
                      <a:pt x="6176" y="519"/>
                      <a:pt x="6136" y="464"/>
                    </a:cubicBezTo>
                    <a:cubicBezTo>
                      <a:pt x="5482" y="1097"/>
                      <a:pt x="4571" y="1723"/>
                      <a:pt x="3506" y="1779"/>
                    </a:cubicBezTo>
                    <a:cubicBezTo>
                      <a:pt x="3454" y="1782"/>
                      <a:pt x="3403" y="1786"/>
                      <a:pt x="3351" y="1786"/>
                    </a:cubicBezTo>
                    <a:cubicBezTo>
                      <a:pt x="2262" y="1786"/>
                      <a:pt x="1189" y="1184"/>
                      <a:pt x="14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41"/>
              <p:cNvSpPr/>
              <p:nvPr/>
            </p:nvSpPr>
            <p:spPr>
              <a:xfrm>
                <a:off x="976925" y="3794325"/>
                <a:ext cx="71125" cy="52200"/>
              </a:xfrm>
              <a:custGeom>
                <a:avLst/>
                <a:gdLst/>
                <a:ahLst/>
                <a:cxnLst/>
                <a:rect l="l" t="t" r="r" b="b"/>
                <a:pathLst>
                  <a:path w="2845" h="2088" extrusionOk="0">
                    <a:moveTo>
                      <a:pt x="111" y="0"/>
                    </a:moveTo>
                    <a:cubicBezTo>
                      <a:pt x="103" y="0"/>
                      <a:pt x="95" y="4"/>
                      <a:pt x="83" y="4"/>
                    </a:cubicBezTo>
                    <a:cubicBezTo>
                      <a:pt x="32" y="20"/>
                      <a:pt x="0" y="75"/>
                      <a:pt x="16" y="127"/>
                    </a:cubicBezTo>
                    <a:cubicBezTo>
                      <a:pt x="380" y="1458"/>
                      <a:pt x="1624" y="1925"/>
                      <a:pt x="2436" y="2088"/>
                    </a:cubicBezTo>
                    <a:cubicBezTo>
                      <a:pt x="2575" y="2052"/>
                      <a:pt x="2713" y="2004"/>
                      <a:pt x="2844" y="1953"/>
                    </a:cubicBezTo>
                    <a:cubicBezTo>
                      <a:pt x="2163" y="1874"/>
                      <a:pt x="606" y="1533"/>
                      <a:pt x="206" y="75"/>
                    </a:cubicBezTo>
                    <a:cubicBezTo>
                      <a:pt x="194" y="32"/>
                      <a:pt x="155" y="0"/>
                      <a:pt x="11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41"/>
              <p:cNvSpPr/>
              <p:nvPr/>
            </p:nvSpPr>
            <p:spPr>
              <a:xfrm>
                <a:off x="503400" y="3702725"/>
                <a:ext cx="204600" cy="174100"/>
              </a:xfrm>
              <a:custGeom>
                <a:avLst/>
                <a:gdLst/>
                <a:ahLst/>
                <a:cxnLst/>
                <a:rect l="l" t="t" r="r" b="b"/>
                <a:pathLst>
                  <a:path w="8184" h="6964" extrusionOk="0">
                    <a:moveTo>
                      <a:pt x="4167" y="0"/>
                    </a:moveTo>
                    <a:cubicBezTo>
                      <a:pt x="3870" y="0"/>
                      <a:pt x="3565" y="28"/>
                      <a:pt x="3260" y="95"/>
                    </a:cubicBezTo>
                    <a:cubicBezTo>
                      <a:pt x="2115" y="337"/>
                      <a:pt x="1188" y="1002"/>
                      <a:pt x="638" y="1858"/>
                    </a:cubicBezTo>
                    <a:cubicBezTo>
                      <a:pt x="868" y="1985"/>
                      <a:pt x="1121" y="2108"/>
                      <a:pt x="1402" y="2230"/>
                    </a:cubicBezTo>
                    <a:cubicBezTo>
                      <a:pt x="1454" y="2250"/>
                      <a:pt x="1474" y="2310"/>
                      <a:pt x="1454" y="2361"/>
                    </a:cubicBezTo>
                    <a:cubicBezTo>
                      <a:pt x="1438" y="2397"/>
                      <a:pt x="1402" y="2420"/>
                      <a:pt x="1363" y="2420"/>
                    </a:cubicBezTo>
                    <a:cubicBezTo>
                      <a:pt x="1351" y="2420"/>
                      <a:pt x="1335" y="2416"/>
                      <a:pt x="1323" y="2413"/>
                    </a:cubicBezTo>
                    <a:cubicBezTo>
                      <a:pt x="1034" y="2286"/>
                      <a:pt x="773" y="2159"/>
                      <a:pt x="535" y="2024"/>
                    </a:cubicBezTo>
                    <a:cubicBezTo>
                      <a:pt x="151" y="2710"/>
                      <a:pt x="0" y="3498"/>
                      <a:pt x="167" y="4286"/>
                    </a:cubicBezTo>
                    <a:cubicBezTo>
                      <a:pt x="507" y="5886"/>
                      <a:pt x="2036" y="6964"/>
                      <a:pt x="3787" y="6964"/>
                    </a:cubicBezTo>
                    <a:cubicBezTo>
                      <a:pt x="4088" y="6964"/>
                      <a:pt x="4389" y="6932"/>
                      <a:pt x="4694" y="6868"/>
                    </a:cubicBezTo>
                    <a:cubicBezTo>
                      <a:pt x="6797" y="6421"/>
                      <a:pt x="8183" y="4543"/>
                      <a:pt x="7787" y="2674"/>
                    </a:cubicBezTo>
                    <a:cubicBezTo>
                      <a:pt x="7447" y="1074"/>
                      <a:pt x="5918" y="0"/>
                      <a:pt x="41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41"/>
              <p:cNvSpPr/>
              <p:nvPr/>
            </p:nvSpPr>
            <p:spPr>
              <a:xfrm>
                <a:off x="516750" y="3749150"/>
                <a:ext cx="23500" cy="1410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564" extrusionOk="0">
                    <a:moveTo>
                      <a:pt x="104" y="1"/>
                    </a:moveTo>
                    <a:cubicBezTo>
                      <a:pt x="68" y="56"/>
                      <a:pt x="37" y="112"/>
                      <a:pt x="1" y="167"/>
                    </a:cubicBezTo>
                    <a:cubicBezTo>
                      <a:pt x="239" y="302"/>
                      <a:pt x="500" y="429"/>
                      <a:pt x="789" y="556"/>
                    </a:cubicBezTo>
                    <a:cubicBezTo>
                      <a:pt x="801" y="559"/>
                      <a:pt x="817" y="563"/>
                      <a:pt x="829" y="563"/>
                    </a:cubicBezTo>
                    <a:cubicBezTo>
                      <a:pt x="868" y="563"/>
                      <a:pt x="904" y="540"/>
                      <a:pt x="920" y="504"/>
                    </a:cubicBezTo>
                    <a:cubicBezTo>
                      <a:pt x="940" y="453"/>
                      <a:pt x="920" y="393"/>
                      <a:pt x="868" y="373"/>
                    </a:cubicBezTo>
                    <a:cubicBezTo>
                      <a:pt x="587" y="251"/>
                      <a:pt x="334" y="128"/>
                      <a:pt x="10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41"/>
              <p:cNvSpPr/>
              <p:nvPr/>
            </p:nvSpPr>
            <p:spPr>
              <a:xfrm>
                <a:off x="608250" y="3674400"/>
                <a:ext cx="116375" cy="72250"/>
              </a:xfrm>
              <a:custGeom>
                <a:avLst/>
                <a:gdLst/>
                <a:ahLst/>
                <a:cxnLst/>
                <a:rect l="l" t="t" r="r" b="b"/>
                <a:pathLst>
                  <a:path w="4655" h="2890" extrusionOk="0">
                    <a:moveTo>
                      <a:pt x="4404" y="1"/>
                    </a:moveTo>
                    <a:cubicBezTo>
                      <a:pt x="4207" y="1"/>
                      <a:pt x="3641" y="1158"/>
                      <a:pt x="2464" y="1347"/>
                    </a:cubicBezTo>
                    <a:cubicBezTo>
                      <a:pt x="2355" y="1365"/>
                      <a:pt x="2247" y="1373"/>
                      <a:pt x="2143" y="1373"/>
                    </a:cubicBezTo>
                    <a:cubicBezTo>
                      <a:pt x="1181" y="1373"/>
                      <a:pt x="458" y="695"/>
                      <a:pt x="233" y="695"/>
                    </a:cubicBezTo>
                    <a:cubicBezTo>
                      <a:pt x="209" y="695"/>
                      <a:pt x="191" y="702"/>
                      <a:pt x="179" y="717"/>
                    </a:cubicBezTo>
                    <a:cubicBezTo>
                      <a:pt x="0" y="942"/>
                      <a:pt x="1007" y="2890"/>
                      <a:pt x="2414" y="2890"/>
                    </a:cubicBezTo>
                    <a:cubicBezTo>
                      <a:pt x="2471" y="2890"/>
                      <a:pt x="2529" y="2887"/>
                      <a:pt x="2587" y="2880"/>
                    </a:cubicBezTo>
                    <a:cubicBezTo>
                      <a:pt x="4172" y="2702"/>
                      <a:pt x="4655" y="163"/>
                      <a:pt x="4429" y="8"/>
                    </a:cubicBezTo>
                    <a:cubicBezTo>
                      <a:pt x="4421" y="3"/>
                      <a:pt x="4413" y="1"/>
                      <a:pt x="44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41"/>
              <p:cNvSpPr/>
              <p:nvPr/>
            </p:nvSpPr>
            <p:spPr>
              <a:xfrm>
                <a:off x="733825" y="3727875"/>
                <a:ext cx="189650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7586" h="3098" extrusionOk="0">
                    <a:moveTo>
                      <a:pt x="7284" y="0"/>
                    </a:moveTo>
                    <a:cubicBezTo>
                      <a:pt x="7192" y="0"/>
                      <a:pt x="7103" y="50"/>
                      <a:pt x="7055" y="135"/>
                    </a:cubicBezTo>
                    <a:cubicBezTo>
                      <a:pt x="6211" y="1609"/>
                      <a:pt x="5213" y="2424"/>
                      <a:pt x="4088" y="2551"/>
                    </a:cubicBezTo>
                    <a:cubicBezTo>
                      <a:pt x="3981" y="2563"/>
                      <a:pt x="3875" y="2569"/>
                      <a:pt x="3770" y="2569"/>
                    </a:cubicBezTo>
                    <a:cubicBezTo>
                      <a:pt x="2011" y="2569"/>
                      <a:pt x="514" y="973"/>
                      <a:pt x="491" y="947"/>
                    </a:cubicBezTo>
                    <a:cubicBezTo>
                      <a:pt x="439" y="890"/>
                      <a:pt x="368" y="862"/>
                      <a:pt x="296" y="862"/>
                    </a:cubicBezTo>
                    <a:cubicBezTo>
                      <a:pt x="232" y="862"/>
                      <a:pt x="167" y="885"/>
                      <a:pt x="115" y="931"/>
                    </a:cubicBezTo>
                    <a:cubicBezTo>
                      <a:pt x="8" y="1030"/>
                      <a:pt x="0" y="1197"/>
                      <a:pt x="99" y="1304"/>
                    </a:cubicBezTo>
                    <a:cubicBezTo>
                      <a:pt x="171" y="1383"/>
                      <a:pt x="1771" y="3098"/>
                      <a:pt x="3763" y="3098"/>
                    </a:cubicBezTo>
                    <a:cubicBezTo>
                      <a:pt x="3890" y="3098"/>
                      <a:pt x="4017" y="3090"/>
                      <a:pt x="4143" y="3074"/>
                    </a:cubicBezTo>
                    <a:cubicBezTo>
                      <a:pt x="5446" y="2927"/>
                      <a:pt x="6579" y="2028"/>
                      <a:pt x="7514" y="396"/>
                    </a:cubicBezTo>
                    <a:cubicBezTo>
                      <a:pt x="7585" y="270"/>
                      <a:pt x="7542" y="107"/>
                      <a:pt x="7415" y="36"/>
                    </a:cubicBezTo>
                    <a:cubicBezTo>
                      <a:pt x="7374" y="12"/>
                      <a:pt x="7329" y="0"/>
                      <a:pt x="72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41"/>
              <p:cNvSpPr/>
              <p:nvPr/>
            </p:nvSpPr>
            <p:spPr>
              <a:xfrm>
                <a:off x="957136" y="3636225"/>
                <a:ext cx="180130" cy="153278"/>
              </a:xfrm>
              <a:custGeom>
                <a:avLst/>
                <a:gdLst/>
                <a:ahLst/>
                <a:cxnLst/>
                <a:rect l="l" t="t" r="r" b="b"/>
                <a:pathLst>
                  <a:path w="8184" h="6964" extrusionOk="0">
                    <a:moveTo>
                      <a:pt x="4167" y="0"/>
                    </a:moveTo>
                    <a:cubicBezTo>
                      <a:pt x="3870" y="0"/>
                      <a:pt x="3565" y="28"/>
                      <a:pt x="3260" y="95"/>
                    </a:cubicBezTo>
                    <a:cubicBezTo>
                      <a:pt x="2115" y="337"/>
                      <a:pt x="1188" y="1002"/>
                      <a:pt x="638" y="1858"/>
                    </a:cubicBezTo>
                    <a:cubicBezTo>
                      <a:pt x="868" y="1985"/>
                      <a:pt x="1121" y="2108"/>
                      <a:pt x="1402" y="2230"/>
                    </a:cubicBezTo>
                    <a:cubicBezTo>
                      <a:pt x="1454" y="2250"/>
                      <a:pt x="1474" y="2310"/>
                      <a:pt x="1454" y="2361"/>
                    </a:cubicBezTo>
                    <a:cubicBezTo>
                      <a:pt x="1438" y="2397"/>
                      <a:pt x="1402" y="2420"/>
                      <a:pt x="1363" y="2420"/>
                    </a:cubicBezTo>
                    <a:cubicBezTo>
                      <a:pt x="1351" y="2420"/>
                      <a:pt x="1335" y="2416"/>
                      <a:pt x="1323" y="2413"/>
                    </a:cubicBezTo>
                    <a:cubicBezTo>
                      <a:pt x="1034" y="2286"/>
                      <a:pt x="773" y="2159"/>
                      <a:pt x="535" y="2024"/>
                    </a:cubicBezTo>
                    <a:cubicBezTo>
                      <a:pt x="151" y="2710"/>
                      <a:pt x="0" y="3498"/>
                      <a:pt x="167" y="4286"/>
                    </a:cubicBezTo>
                    <a:cubicBezTo>
                      <a:pt x="507" y="5886"/>
                      <a:pt x="2036" y="6964"/>
                      <a:pt x="3787" y="6964"/>
                    </a:cubicBezTo>
                    <a:cubicBezTo>
                      <a:pt x="4088" y="6964"/>
                      <a:pt x="4389" y="6932"/>
                      <a:pt x="4694" y="6868"/>
                    </a:cubicBezTo>
                    <a:cubicBezTo>
                      <a:pt x="6797" y="6421"/>
                      <a:pt x="8183" y="4543"/>
                      <a:pt x="7787" y="2674"/>
                    </a:cubicBezTo>
                    <a:cubicBezTo>
                      <a:pt x="7447" y="1074"/>
                      <a:pt x="5918" y="0"/>
                      <a:pt x="41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41"/>
              <p:cNvSpPr/>
              <p:nvPr/>
            </p:nvSpPr>
            <p:spPr>
              <a:xfrm>
                <a:off x="915500" y="3642325"/>
                <a:ext cx="116400" cy="72350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2894" extrusionOk="0">
                    <a:moveTo>
                      <a:pt x="4405" y="1"/>
                    </a:moveTo>
                    <a:cubicBezTo>
                      <a:pt x="4209" y="1"/>
                      <a:pt x="3643" y="1158"/>
                      <a:pt x="2465" y="1347"/>
                    </a:cubicBezTo>
                    <a:cubicBezTo>
                      <a:pt x="2355" y="1365"/>
                      <a:pt x="2247" y="1373"/>
                      <a:pt x="2142" y="1373"/>
                    </a:cubicBezTo>
                    <a:cubicBezTo>
                      <a:pt x="1177" y="1373"/>
                      <a:pt x="456" y="695"/>
                      <a:pt x="232" y="695"/>
                    </a:cubicBezTo>
                    <a:cubicBezTo>
                      <a:pt x="209" y="695"/>
                      <a:pt x="192" y="702"/>
                      <a:pt x="180" y="717"/>
                    </a:cubicBezTo>
                    <a:cubicBezTo>
                      <a:pt x="1" y="946"/>
                      <a:pt x="1005" y="2893"/>
                      <a:pt x="2418" y="2893"/>
                    </a:cubicBezTo>
                    <a:cubicBezTo>
                      <a:pt x="2474" y="2893"/>
                      <a:pt x="2531" y="2890"/>
                      <a:pt x="2588" y="2884"/>
                    </a:cubicBezTo>
                    <a:cubicBezTo>
                      <a:pt x="4172" y="2702"/>
                      <a:pt x="4655" y="167"/>
                      <a:pt x="4430" y="8"/>
                    </a:cubicBezTo>
                    <a:cubicBezTo>
                      <a:pt x="4422" y="3"/>
                      <a:pt x="4414" y="1"/>
                      <a:pt x="44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41"/>
              <p:cNvSpPr/>
              <p:nvPr/>
            </p:nvSpPr>
            <p:spPr>
              <a:xfrm>
                <a:off x="374475" y="3916000"/>
                <a:ext cx="362825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3" h="7753" extrusionOk="0">
                    <a:moveTo>
                      <a:pt x="4662" y="1"/>
                    </a:moveTo>
                    <a:cubicBezTo>
                      <a:pt x="2181" y="1"/>
                      <a:pt x="0" y="758"/>
                      <a:pt x="0" y="758"/>
                    </a:cubicBezTo>
                    <a:cubicBezTo>
                      <a:pt x="99" y="5071"/>
                      <a:pt x="6326" y="5356"/>
                      <a:pt x="6326" y="5356"/>
                    </a:cubicBezTo>
                    <a:lnTo>
                      <a:pt x="5367" y="6885"/>
                    </a:lnTo>
                    <a:lnTo>
                      <a:pt x="8203" y="7752"/>
                    </a:lnTo>
                    <a:lnTo>
                      <a:pt x="11404" y="4635"/>
                    </a:lnTo>
                    <a:cubicBezTo>
                      <a:pt x="13166" y="4568"/>
                      <a:pt x="14513" y="3479"/>
                      <a:pt x="14513" y="3479"/>
                    </a:cubicBezTo>
                    <a:cubicBezTo>
                      <a:pt x="13435" y="1304"/>
                      <a:pt x="8088" y="627"/>
                      <a:pt x="8088" y="627"/>
                    </a:cubicBezTo>
                    <a:cubicBezTo>
                      <a:pt x="7005" y="160"/>
                      <a:pt x="5802" y="1"/>
                      <a:pt x="4662" y="1"/>
                    </a:cubicBezTo>
                    <a:close/>
                  </a:path>
                </a:pathLst>
              </a:custGeom>
              <a:solidFill>
                <a:srgbClr val="6E61F4">
                  <a:alpha val="487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8" name="Google Shape;898;p41"/>
          <p:cNvGrpSpPr/>
          <p:nvPr/>
        </p:nvGrpSpPr>
        <p:grpSpPr>
          <a:xfrm>
            <a:off x="793791" y="689517"/>
            <a:ext cx="1930640" cy="1175213"/>
            <a:chOff x="4195200" y="1957875"/>
            <a:chExt cx="1238225" cy="753825"/>
          </a:xfrm>
        </p:grpSpPr>
        <p:sp>
          <p:nvSpPr>
            <p:cNvPr id="899" name="Google Shape;899;p41"/>
            <p:cNvSpPr/>
            <p:nvPr/>
          </p:nvSpPr>
          <p:spPr>
            <a:xfrm>
              <a:off x="4195200" y="1957925"/>
              <a:ext cx="1238225" cy="753725"/>
            </a:xfrm>
            <a:custGeom>
              <a:avLst/>
              <a:gdLst/>
              <a:ahLst/>
              <a:cxnLst/>
              <a:rect l="l" t="t" r="r" b="b"/>
              <a:pathLst>
                <a:path w="49529" h="30149" extrusionOk="0">
                  <a:moveTo>
                    <a:pt x="38244" y="5654"/>
                  </a:moveTo>
                  <a:cubicBezTo>
                    <a:pt x="38818" y="5951"/>
                    <a:pt x="39492" y="6229"/>
                    <a:pt x="40038" y="6462"/>
                  </a:cubicBezTo>
                  <a:cubicBezTo>
                    <a:pt x="39741" y="6420"/>
                    <a:pt x="39463" y="6401"/>
                    <a:pt x="39202" y="6401"/>
                  </a:cubicBezTo>
                  <a:cubicBezTo>
                    <a:pt x="39119" y="6401"/>
                    <a:pt x="39037" y="6403"/>
                    <a:pt x="38957" y="6407"/>
                  </a:cubicBezTo>
                  <a:cubicBezTo>
                    <a:pt x="38735" y="6149"/>
                    <a:pt x="38494" y="5900"/>
                    <a:pt x="38244" y="5654"/>
                  </a:cubicBezTo>
                  <a:close/>
                  <a:moveTo>
                    <a:pt x="23087" y="1"/>
                  </a:moveTo>
                  <a:cubicBezTo>
                    <a:pt x="20570" y="1"/>
                    <a:pt x="18062" y="426"/>
                    <a:pt x="15758" y="1373"/>
                  </a:cubicBezTo>
                  <a:cubicBezTo>
                    <a:pt x="13817" y="2169"/>
                    <a:pt x="8272" y="4878"/>
                    <a:pt x="5935" y="10851"/>
                  </a:cubicBezTo>
                  <a:cubicBezTo>
                    <a:pt x="5147" y="12871"/>
                    <a:pt x="4949" y="14693"/>
                    <a:pt x="4905" y="15925"/>
                  </a:cubicBezTo>
                  <a:cubicBezTo>
                    <a:pt x="4838" y="16135"/>
                    <a:pt x="4783" y="16349"/>
                    <a:pt x="4739" y="16558"/>
                  </a:cubicBezTo>
                  <a:cubicBezTo>
                    <a:pt x="4669" y="16544"/>
                    <a:pt x="4600" y="16538"/>
                    <a:pt x="4534" y="16538"/>
                  </a:cubicBezTo>
                  <a:cubicBezTo>
                    <a:pt x="3552" y="16538"/>
                    <a:pt x="3027" y="18025"/>
                    <a:pt x="4890" y="19672"/>
                  </a:cubicBezTo>
                  <a:cubicBezTo>
                    <a:pt x="4354" y="19239"/>
                    <a:pt x="3132" y="18354"/>
                    <a:pt x="2125" y="18354"/>
                  </a:cubicBezTo>
                  <a:cubicBezTo>
                    <a:pt x="1897" y="18354"/>
                    <a:pt x="1679" y="18400"/>
                    <a:pt x="1483" y="18507"/>
                  </a:cubicBezTo>
                  <a:cubicBezTo>
                    <a:pt x="164" y="19371"/>
                    <a:pt x="2616" y="20305"/>
                    <a:pt x="4097" y="20947"/>
                  </a:cubicBezTo>
                  <a:cubicBezTo>
                    <a:pt x="3793" y="20903"/>
                    <a:pt x="3509" y="20883"/>
                    <a:pt x="3246" y="20883"/>
                  </a:cubicBezTo>
                  <a:cubicBezTo>
                    <a:pt x="367" y="20883"/>
                    <a:pt x="0" y="23292"/>
                    <a:pt x="2852" y="23292"/>
                  </a:cubicBezTo>
                  <a:cubicBezTo>
                    <a:pt x="3293" y="23292"/>
                    <a:pt x="3810" y="23234"/>
                    <a:pt x="4406" y="23102"/>
                  </a:cubicBezTo>
                  <a:lnTo>
                    <a:pt x="4406" y="23102"/>
                  </a:lnTo>
                  <a:cubicBezTo>
                    <a:pt x="1516" y="24204"/>
                    <a:pt x="2105" y="26712"/>
                    <a:pt x="3557" y="26712"/>
                  </a:cubicBezTo>
                  <a:cubicBezTo>
                    <a:pt x="4186" y="26712"/>
                    <a:pt x="4977" y="26241"/>
                    <a:pt x="5717" y="24979"/>
                  </a:cubicBezTo>
                  <a:lnTo>
                    <a:pt x="5717" y="24979"/>
                  </a:lnTo>
                  <a:cubicBezTo>
                    <a:pt x="5248" y="26546"/>
                    <a:pt x="5530" y="27185"/>
                    <a:pt x="5984" y="27185"/>
                  </a:cubicBezTo>
                  <a:cubicBezTo>
                    <a:pt x="6469" y="27185"/>
                    <a:pt x="7150" y="26456"/>
                    <a:pt x="7322" y="25352"/>
                  </a:cubicBezTo>
                  <a:cubicBezTo>
                    <a:pt x="7446" y="26554"/>
                    <a:pt x="8207" y="27246"/>
                    <a:pt x="8838" y="27246"/>
                  </a:cubicBezTo>
                  <a:cubicBezTo>
                    <a:pt x="9513" y="27246"/>
                    <a:pt x="10041" y="26454"/>
                    <a:pt x="9484" y="24647"/>
                  </a:cubicBezTo>
                  <a:lnTo>
                    <a:pt x="9484" y="24647"/>
                  </a:lnTo>
                  <a:cubicBezTo>
                    <a:pt x="9619" y="24849"/>
                    <a:pt x="9904" y="25229"/>
                    <a:pt x="10352" y="25526"/>
                  </a:cubicBezTo>
                  <a:cubicBezTo>
                    <a:pt x="12094" y="27178"/>
                    <a:pt x="15049" y="27502"/>
                    <a:pt x="15734" y="27554"/>
                  </a:cubicBezTo>
                  <a:lnTo>
                    <a:pt x="15453" y="27997"/>
                  </a:lnTo>
                  <a:lnTo>
                    <a:pt x="15580" y="28037"/>
                  </a:lnTo>
                  <a:lnTo>
                    <a:pt x="14843" y="29213"/>
                  </a:lnTo>
                  <a:lnTo>
                    <a:pt x="17905" y="30148"/>
                  </a:lnTo>
                  <a:lnTo>
                    <a:pt x="21359" y="26785"/>
                  </a:lnTo>
                  <a:cubicBezTo>
                    <a:pt x="23260" y="26714"/>
                    <a:pt x="24714" y="25538"/>
                    <a:pt x="24714" y="25538"/>
                  </a:cubicBezTo>
                  <a:cubicBezTo>
                    <a:pt x="25877" y="25953"/>
                    <a:pt x="27026" y="26148"/>
                    <a:pt x="28099" y="26148"/>
                  </a:cubicBezTo>
                  <a:cubicBezTo>
                    <a:pt x="31898" y="26148"/>
                    <a:pt x="34754" y="23711"/>
                    <a:pt x="33966" y="20008"/>
                  </a:cubicBezTo>
                  <a:lnTo>
                    <a:pt x="33966" y="20008"/>
                  </a:lnTo>
                  <a:cubicBezTo>
                    <a:pt x="33966" y="20008"/>
                    <a:pt x="33995" y="20009"/>
                    <a:pt x="34048" y="20009"/>
                  </a:cubicBezTo>
                  <a:cubicBezTo>
                    <a:pt x="34617" y="20009"/>
                    <a:pt x="38020" y="19903"/>
                    <a:pt x="39979" y="17430"/>
                  </a:cubicBezTo>
                  <a:cubicBezTo>
                    <a:pt x="41690" y="15271"/>
                    <a:pt x="41548" y="12558"/>
                    <a:pt x="41286" y="11061"/>
                  </a:cubicBezTo>
                  <a:cubicBezTo>
                    <a:pt x="41413" y="10894"/>
                    <a:pt x="41536" y="10708"/>
                    <a:pt x="41658" y="10498"/>
                  </a:cubicBezTo>
                  <a:lnTo>
                    <a:pt x="41658" y="10498"/>
                  </a:lnTo>
                  <a:cubicBezTo>
                    <a:pt x="41189" y="12064"/>
                    <a:pt x="41471" y="12702"/>
                    <a:pt x="41924" y="12702"/>
                  </a:cubicBezTo>
                  <a:cubicBezTo>
                    <a:pt x="42409" y="12702"/>
                    <a:pt x="43091" y="11974"/>
                    <a:pt x="43263" y="10871"/>
                  </a:cubicBezTo>
                  <a:cubicBezTo>
                    <a:pt x="43387" y="12073"/>
                    <a:pt x="44148" y="12765"/>
                    <a:pt x="44779" y="12765"/>
                  </a:cubicBezTo>
                  <a:cubicBezTo>
                    <a:pt x="45454" y="12765"/>
                    <a:pt x="45982" y="11973"/>
                    <a:pt x="45425" y="10166"/>
                  </a:cubicBezTo>
                  <a:lnTo>
                    <a:pt x="45425" y="10166"/>
                  </a:lnTo>
                  <a:cubicBezTo>
                    <a:pt x="45627" y="10467"/>
                    <a:pt x="46166" y="11176"/>
                    <a:pt x="47089" y="11390"/>
                  </a:cubicBezTo>
                  <a:cubicBezTo>
                    <a:pt x="47291" y="11454"/>
                    <a:pt x="47491" y="11487"/>
                    <a:pt x="47677" y="11487"/>
                  </a:cubicBezTo>
                  <a:cubicBezTo>
                    <a:pt x="48389" y="11487"/>
                    <a:pt x="48897" y="11009"/>
                    <a:pt x="48570" y="10035"/>
                  </a:cubicBezTo>
                  <a:cubicBezTo>
                    <a:pt x="48091" y="8609"/>
                    <a:pt x="45615" y="8300"/>
                    <a:pt x="45651" y="8181"/>
                  </a:cubicBezTo>
                  <a:cubicBezTo>
                    <a:pt x="45654" y="8170"/>
                    <a:pt x="45678" y="8165"/>
                    <a:pt x="45720" y="8165"/>
                  </a:cubicBezTo>
                  <a:cubicBezTo>
                    <a:pt x="45891" y="8165"/>
                    <a:pt x="46357" y="8248"/>
                    <a:pt x="46879" y="8344"/>
                  </a:cubicBezTo>
                  <a:cubicBezTo>
                    <a:pt x="47428" y="8442"/>
                    <a:pt x="47712" y="8504"/>
                    <a:pt x="47966" y="8504"/>
                  </a:cubicBezTo>
                  <a:cubicBezTo>
                    <a:pt x="48070" y="8504"/>
                    <a:pt x="48170" y="8494"/>
                    <a:pt x="48281" y="8470"/>
                  </a:cubicBezTo>
                  <a:cubicBezTo>
                    <a:pt x="48471" y="8431"/>
                    <a:pt x="48784" y="8363"/>
                    <a:pt x="49065" y="8098"/>
                  </a:cubicBezTo>
                  <a:cubicBezTo>
                    <a:pt x="49081" y="8082"/>
                    <a:pt x="49097" y="8066"/>
                    <a:pt x="49113" y="8051"/>
                  </a:cubicBezTo>
                  <a:cubicBezTo>
                    <a:pt x="49529" y="7619"/>
                    <a:pt x="49529" y="6938"/>
                    <a:pt x="49137" y="6482"/>
                  </a:cubicBezTo>
                  <a:cubicBezTo>
                    <a:pt x="48903" y="6205"/>
                    <a:pt x="48673" y="6070"/>
                    <a:pt x="48531" y="6003"/>
                  </a:cubicBezTo>
                  <a:cubicBezTo>
                    <a:pt x="48515" y="5995"/>
                    <a:pt x="48499" y="5987"/>
                    <a:pt x="48479" y="5979"/>
                  </a:cubicBezTo>
                  <a:cubicBezTo>
                    <a:pt x="48335" y="5918"/>
                    <a:pt x="47945" y="5793"/>
                    <a:pt x="47434" y="5793"/>
                  </a:cubicBezTo>
                  <a:cubicBezTo>
                    <a:pt x="47215" y="5793"/>
                    <a:pt x="46974" y="5816"/>
                    <a:pt x="46720" y="5876"/>
                  </a:cubicBezTo>
                  <a:cubicBezTo>
                    <a:pt x="46431" y="5947"/>
                    <a:pt x="46182" y="6050"/>
                    <a:pt x="45972" y="6165"/>
                  </a:cubicBezTo>
                  <a:cubicBezTo>
                    <a:pt x="47267" y="5191"/>
                    <a:pt x="47929" y="4268"/>
                    <a:pt x="47699" y="3713"/>
                  </a:cubicBezTo>
                  <a:cubicBezTo>
                    <a:pt x="47525" y="3290"/>
                    <a:pt x="46879" y="3206"/>
                    <a:pt x="46808" y="3195"/>
                  </a:cubicBezTo>
                  <a:cubicBezTo>
                    <a:pt x="46745" y="3186"/>
                    <a:pt x="46682" y="3182"/>
                    <a:pt x="46619" y="3182"/>
                  </a:cubicBezTo>
                  <a:cubicBezTo>
                    <a:pt x="45759" y="3182"/>
                    <a:pt x="44836" y="3927"/>
                    <a:pt x="44364" y="5167"/>
                  </a:cubicBezTo>
                  <a:cubicBezTo>
                    <a:pt x="45208" y="2844"/>
                    <a:pt x="44678" y="1889"/>
                    <a:pt x="43968" y="1889"/>
                  </a:cubicBezTo>
                  <a:cubicBezTo>
                    <a:pt x="43225" y="1889"/>
                    <a:pt x="42285" y="2933"/>
                    <a:pt x="42514" y="4549"/>
                  </a:cubicBezTo>
                  <a:cubicBezTo>
                    <a:pt x="42027" y="2746"/>
                    <a:pt x="41144" y="2054"/>
                    <a:pt x="40473" y="2054"/>
                  </a:cubicBezTo>
                  <a:cubicBezTo>
                    <a:pt x="39491" y="2054"/>
                    <a:pt x="38968" y="3541"/>
                    <a:pt x="40831" y="5187"/>
                  </a:cubicBezTo>
                  <a:cubicBezTo>
                    <a:pt x="40294" y="4754"/>
                    <a:pt x="39071" y="3871"/>
                    <a:pt x="38064" y="3871"/>
                  </a:cubicBezTo>
                  <a:cubicBezTo>
                    <a:pt x="37836" y="3871"/>
                    <a:pt x="37620" y="3916"/>
                    <a:pt x="37424" y="4022"/>
                  </a:cubicBezTo>
                  <a:cubicBezTo>
                    <a:pt x="37131" y="4216"/>
                    <a:pt x="37024" y="4415"/>
                    <a:pt x="37052" y="4609"/>
                  </a:cubicBezTo>
                  <a:cubicBezTo>
                    <a:pt x="33525" y="1819"/>
                    <a:pt x="28289" y="1"/>
                    <a:pt x="23087" y="1"/>
                  </a:cubicBezTo>
                  <a:close/>
                </a:path>
              </a:pathLst>
            </a:custGeom>
            <a:solidFill>
              <a:schemeClr val="lt1"/>
            </a:solidFill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5725" dist="28575" dir="4500000" algn="bl" rotWithShape="0">
                <a:schemeClr val="dk1">
                  <a:alpha val="3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0" name="Google Shape;900;p41"/>
            <p:cNvGrpSpPr/>
            <p:nvPr/>
          </p:nvGrpSpPr>
          <p:grpSpPr>
            <a:xfrm>
              <a:off x="4195200" y="1957875"/>
              <a:ext cx="1238225" cy="753825"/>
              <a:chOff x="4195200" y="3356100"/>
              <a:chExt cx="1238225" cy="753825"/>
            </a:xfrm>
          </p:grpSpPr>
          <p:sp>
            <p:nvSpPr>
              <p:cNvPr id="901" name="Google Shape;901;p41"/>
              <p:cNvSpPr/>
              <p:nvPr/>
            </p:nvSpPr>
            <p:spPr>
              <a:xfrm>
                <a:off x="4302375" y="3356100"/>
                <a:ext cx="950050" cy="753825"/>
              </a:xfrm>
              <a:custGeom>
                <a:avLst/>
                <a:gdLst/>
                <a:ahLst/>
                <a:cxnLst/>
                <a:rect l="l" t="t" r="r" b="b"/>
                <a:pathLst>
                  <a:path w="38002" h="30153" extrusionOk="0">
                    <a:moveTo>
                      <a:pt x="18798" y="1"/>
                    </a:moveTo>
                    <a:cubicBezTo>
                      <a:pt x="16282" y="1"/>
                      <a:pt x="13774" y="426"/>
                      <a:pt x="11471" y="1373"/>
                    </a:cubicBezTo>
                    <a:cubicBezTo>
                      <a:pt x="9530" y="2173"/>
                      <a:pt x="3985" y="4878"/>
                      <a:pt x="1648" y="10855"/>
                    </a:cubicBezTo>
                    <a:cubicBezTo>
                      <a:pt x="860" y="12871"/>
                      <a:pt x="662" y="14693"/>
                      <a:pt x="618" y="15925"/>
                    </a:cubicBezTo>
                    <a:cubicBezTo>
                      <a:pt x="0" y="17806"/>
                      <a:pt x="460" y="19850"/>
                      <a:pt x="1795" y="21225"/>
                    </a:cubicBezTo>
                    <a:cubicBezTo>
                      <a:pt x="2440" y="21890"/>
                      <a:pt x="3387" y="22405"/>
                      <a:pt x="4769" y="22603"/>
                    </a:cubicBezTo>
                    <a:lnTo>
                      <a:pt x="4765" y="22603"/>
                    </a:lnTo>
                    <a:cubicBezTo>
                      <a:pt x="4876" y="27257"/>
                      <a:pt x="11590" y="27566"/>
                      <a:pt x="11590" y="27566"/>
                    </a:cubicBezTo>
                    <a:lnTo>
                      <a:pt x="10556" y="29218"/>
                    </a:lnTo>
                    <a:lnTo>
                      <a:pt x="13618" y="30152"/>
                    </a:lnTo>
                    <a:lnTo>
                      <a:pt x="17072" y="26790"/>
                    </a:lnTo>
                    <a:cubicBezTo>
                      <a:pt x="18973" y="26714"/>
                      <a:pt x="20427" y="25538"/>
                      <a:pt x="20427" y="25538"/>
                    </a:cubicBezTo>
                    <a:cubicBezTo>
                      <a:pt x="21590" y="25953"/>
                      <a:pt x="22739" y="26148"/>
                      <a:pt x="23812" y="26148"/>
                    </a:cubicBezTo>
                    <a:cubicBezTo>
                      <a:pt x="27611" y="26148"/>
                      <a:pt x="30467" y="23712"/>
                      <a:pt x="29679" y="20013"/>
                    </a:cubicBezTo>
                    <a:lnTo>
                      <a:pt x="29679" y="20013"/>
                    </a:lnTo>
                    <a:cubicBezTo>
                      <a:pt x="29679" y="20013"/>
                      <a:pt x="29708" y="20014"/>
                      <a:pt x="29761" y="20014"/>
                    </a:cubicBezTo>
                    <a:cubicBezTo>
                      <a:pt x="30329" y="20014"/>
                      <a:pt x="33733" y="19908"/>
                      <a:pt x="35692" y="17430"/>
                    </a:cubicBezTo>
                    <a:cubicBezTo>
                      <a:pt x="38001" y="14515"/>
                      <a:pt x="36932" y="10590"/>
                      <a:pt x="36757" y="10015"/>
                    </a:cubicBezTo>
                    <a:cubicBezTo>
                      <a:pt x="35071" y="4404"/>
                      <a:pt x="26894" y="1"/>
                      <a:pt x="187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41"/>
              <p:cNvSpPr/>
              <p:nvPr/>
            </p:nvSpPr>
            <p:spPr>
              <a:xfrm>
                <a:off x="4447450" y="3883925"/>
                <a:ext cx="362825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3" h="7753" extrusionOk="0">
                    <a:moveTo>
                      <a:pt x="4662" y="0"/>
                    </a:moveTo>
                    <a:cubicBezTo>
                      <a:pt x="2181" y="0"/>
                      <a:pt x="0" y="757"/>
                      <a:pt x="0" y="757"/>
                    </a:cubicBezTo>
                    <a:cubicBezTo>
                      <a:pt x="99" y="5071"/>
                      <a:pt x="6322" y="5356"/>
                      <a:pt x="6322" y="5356"/>
                    </a:cubicBezTo>
                    <a:lnTo>
                      <a:pt x="5363" y="6889"/>
                    </a:lnTo>
                    <a:lnTo>
                      <a:pt x="8199" y="7752"/>
                    </a:lnTo>
                    <a:lnTo>
                      <a:pt x="11400" y="4639"/>
                    </a:lnTo>
                    <a:cubicBezTo>
                      <a:pt x="13166" y="4568"/>
                      <a:pt x="14513" y="3478"/>
                      <a:pt x="14513" y="3478"/>
                    </a:cubicBezTo>
                    <a:cubicBezTo>
                      <a:pt x="13436" y="1304"/>
                      <a:pt x="8088" y="627"/>
                      <a:pt x="8088" y="627"/>
                    </a:cubicBezTo>
                    <a:cubicBezTo>
                      <a:pt x="7005" y="160"/>
                      <a:pt x="5802" y="0"/>
                      <a:pt x="46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41"/>
              <p:cNvSpPr/>
              <p:nvPr/>
            </p:nvSpPr>
            <p:spPr>
              <a:xfrm>
                <a:off x="4624900" y="3891350"/>
                <a:ext cx="107750" cy="110250"/>
              </a:xfrm>
              <a:custGeom>
                <a:avLst/>
                <a:gdLst/>
                <a:ahLst/>
                <a:cxnLst/>
                <a:rect l="l" t="t" r="r" b="b"/>
                <a:pathLst>
                  <a:path w="4310" h="4410" extrusionOk="0">
                    <a:moveTo>
                      <a:pt x="131" y="1"/>
                    </a:moveTo>
                    <a:lnTo>
                      <a:pt x="0" y="17"/>
                    </a:lnTo>
                    <a:cubicBezTo>
                      <a:pt x="293" y="2421"/>
                      <a:pt x="1446" y="3486"/>
                      <a:pt x="2365" y="3958"/>
                    </a:cubicBezTo>
                    <a:cubicBezTo>
                      <a:pt x="3157" y="4366"/>
                      <a:pt x="3898" y="4409"/>
                      <a:pt x="4183" y="4409"/>
                    </a:cubicBezTo>
                    <a:cubicBezTo>
                      <a:pt x="4258" y="4409"/>
                      <a:pt x="4302" y="4405"/>
                      <a:pt x="4310" y="4405"/>
                    </a:cubicBezTo>
                    <a:lnTo>
                      <a:pt x="4298" y="4275"/>
                    </a:lnTo>
                    <a:cubicBezTo>
                      <a:pt x="4296" y="4275"/>
                      <a:pt x="4261" y="4277"/>
                      <a:pt x="4199" y="4277"/>
                    </a:cubicBezTo>
                    <a:cubicBezTo>
                      <a:pt x="3937" y="4277"/>
                      <a:pt x="3194" y="4238"/>
                      <a:pt x="2416" y="3835"/>
                    </a:cubicBezTo>
                    <a:cubicBezTo>
                      <a:pt x="1145" y="3181"/>
                      <a:pt x="357" y="1854"/>
                      <a:pt x="13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41"/>
              <p:cNvSpPr/>
              <p:nvPr/>
            </p:nvSpPr>
            <p:spPr>
              <a:xfrm>
                <a:off x="4336925" y="3379225"/>
                <a:ext cx="880450" cy="605775"/>
              </a:xfrm>
              <a:custGeom>
                <a:avLst/>
                <a:gdLst/>
                <a:ahLst/>
                <a:cxnLst/>
                <a:rect l="l" t="t" r="r" b="b"/>
                <a:pathLst>
                  <a:path w="35218" h="24231" extrusionOk="0">
                    <a:moveTo>
                      <a:pt x="17421" y="1"/>
                    </a:moveTo>
                    <a:cubicBezTo>
                      <a:pt x="15090" y="1"/>
                      <a:pt x="12766" y="395"/>
                      <a:pt x="10632" y="1272"/>
                    </a:cubicBezTo>
                    <a:cubicBezTo>
                      <a:pt x="8834" y="2012"/>
                      <a:pt x="3696" y="4524"/>
                      <a:pt x="1530" y="10057"/>
                    </a:cubicBezTo>
                    <a:cubicBezTo>
                      <a:pt x="801" y="11926"/>
                      <a:pt x="615" y="13618"/>
                      <a:pt x="575" y="14758"/>
                    </a:cubicBezTo>
                    <a:cubicBezTo>
                      <a:pt x="1" y="16501"/>
                      <a:pt x="429" y="18394"/>
                      <a:pt x="1664" y="19666"/>
                    </a:cubicBezTo>
                    <a:cubicBezTo>
                      <a:pt x="2432" y="20456"/>
                      <a:pt x="3658" y="21025"/>
                      <a:pt x="5597" y="21025"/>
                    </a:cubicBezTo>
                    <a:cubicBezTo>
                      <a:pt x="5630" y="21025"/>
                      <a:pt x="5663" y="21025"/>
                      <a:pt x="5697" y="21024"/>
                    </a:cubicBezTo>
                    <a:cubicBezTo>
                      <a:pt x="5697" y="21024"/>
                      <a:pt x="6686" y="20875"/>
                      <a:pt x="8216" y="20875"/>
                    </a:cubicBezTo>
                    <a:cubicBezTo>
                      <a:pt x="10553" y="20875"/>
                      <a:pt x="14151" y="21224"/>
                      <a:pt x="17413" y="22985"/>
                    </a:cubicBezTo>
                    <a:cubicBezTo>
                      <a:pt x="18996" y="23842"/>
                      <a:pt x="20608" y="24231"/>
                      <a:pt x="22069" y="24231"/>
                    </a:cubicBezTo>
                    <a:cubicBezTo>
                      <a:pt x="25589" y="24231"/>
                      <a:pt x="28237" y="21973"/>
                      <a:pt x="27509" y="18545"/>
                    </a:cubicBezTo>
                    <a:lnTo>
                      <a:pt x="27509" y="18545"/>
                    </a:lnTo>
                    <a:cubicBezTo>
                      <a:pt x="27509" y="18545"/>
                      <a:pt x="27534" y="18546"/>
                      <a:pt x="27582" y="18546"/>
                    </a:cubicBezTo>
                    <a:cubicBezTo>
                      <a:pt x="28099" y="18546"/>
                      <a:pt x="31257" y="18449"/>
                      <a:pt x="33078" y="16153"/>
                    </a:cubicBezTo>
                    <a:cubicBezTo>
                      <a:pt x="35217" y="13451"/>
                      <a:pt x="34227" y="9811"/>
                      <a:pt x="34064" y="9281"/>
                    </a:cubicBezTo>
                    <a:cubicBezTo>
                      <a:pt x="32502" y="4083"/>
                      <a:pt x="24924" y="1"/>
                      <a:pt x="1742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41"/>
              <p:cNvSpPr/>
              <p:nvPr/>
            </p:nvSpPr>
            <p:spPr>
              <a:xfrm>
                <a:off x="5024650" y="3842825"/>
                <a:ext cx="2500" cy="425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7" extrusionOk="0">
                    <a:moveTo>
                      <a:pt x="0" y="1"/>
                    </a:moveTo>
                    <a:lnTo>
                      <a:pt x="95" y="17"/>
                    </a:lnTo>
                    <a:cubicBezTo>
                      <a:pt x="95" y="17"/>
                      <a:pt x="99" y="9"/>
                      <a:pt x="99" y="1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41"/>
              <p:cNvSpPr/>
              <p:nvPr/>
            </p:nvSpPr>
            <p:spPr>
              <a:xfrm>
                <a:off x="4640050" y="3638150"/>
                <a:ext cx="392625" cy="204700"/>
              </a:xfrm>
              <a:custGeom>
                <a:avLst/>
                <a:gdLst/>
                <a:ahLst/>
                <a:cxnLst/>
                <a:rect l="l" t="t" r="r" b="b"/>
                <a:pathLst>
                  <a:path w="15705" h="8188" extrusionOk="0">
                    <a:moveTo>
                      <a:pt x="2420" y="1"/>
                    </a:moveTo>
                    <a:cubicBezTo>
                      <a:pt x="2087" y="1"/>
                      <a:pt x="1775" y="44"/>
                      <a:pt x="1505" y="116"/>
                    </a:cubicBezTo>
                    <a:cubicBezTo>
                      <a:pt x="713" y="326"/>
                      <a:pt x="151" y="781"/>
                      <a:pt x="0" y="1340"/>
                    </a:cubicBezTo>
                    <a:lnTo>
                      <a:pt x="190" y="1391"/>
                    </a:lnTo>
                    <a:cubicBezTo>
                      <a:pt x="325" y="904"/>
                      <a:pt x="836" y="500"/>
                      <a:pt x="1557" y="306"/>
                    </a:cubicBezTo>
                    <a:cubicBezTo>
                      <a:pt x="1810" y="239"/>
                      <a:pt x="2107" y="195"/>
                      <a:pt x="2420" y="195"/>
                    </a:cubicBezTo>
                    <a:cubicBezTo>
                      <a:pt x="3157" y="195"/>
                      <a:pt x="3993" y="421"/>
                      <a:pt x="4638" y="1066"/>
                    </a:cubicBezTo>
                    <a:cubicBezTo>
                      <a:pt x="6104" y="2528"/>
                      <a:pt x="7316" y="3459"/>
                      <a:pt x="11748" y="4049"/>
                    </a:cubicBezTo>
                    <a:cubicBezTo>
                      <a:pt x="13095" y="4231"/>
                      <a:pt x="14081" y="4738"/>
                      <a:pt x="14679" y="5558"/>
                    </a:cubicBezTo>
                    <a:cubicBezTo>
                      <a:pt x="15535" y="6726"/>
                      <a:pt x="15289" y="8156"/>
                      <a:pt x="15285" y="8168"/>
                    </a:cubicBezTo>
                    <a:lnTo>
                      <a:pt x="15384" y="8188"/>
                    </a:lnTo>
                    <a:lnTo>
                      <a:pt x="15483" y="8188"/>
                    </a:lnTo>
                    <a:cubicBezTo>
                      <a:pt x="15511" y="8010"/>
                      <a:pt x="15705" y="6627"/>
                      <a:pt x="14842" y="5443"/>
                    </a:cubicBezTo>
                    <a:cubicBezTo>
                      <a:pt x="14212" y="4576"/>
                      <a:pt x="13178" y="4041"/>
                      <a:pt x="11772" y="3855"/>
                    </a:cubicBezTo>
                    <a:cubicBezTo>
                      <a:pt x="10061" y="3625"/>
                      <a:pt x="8837" y="3348"/>
                      <a:pt x="7894" y="3007"/>
                    </a:cubicBezTo>
                    <a:lnTo>
                      <a:pt x="7894" y="3007"/>
                    </a:lnTo>
                    <a:cubicBezTo>
                      <a:pt x="7902" y="3015"/>
                      <a:pt x="7910" y="3023"/>
                      <a:pt x="7914" y="3035"/>
                    </a:cubicBezTo>
                    <a:lnTo>
                      <a:pt x="7752" y="3150"/>
                    </a:lnTo>
                    <a:cubicBezTo>
                      <a:pt x="7692" y="3063"/>
                      <a:pt x="7633" y="2975"/>
                      <a:pt x="7581" y="2884"/>
                    </a:cubicBezTo>
                    <a:cubicBezTo>
                      <a:pt x="6318" y="2373"/>
                      <a:pt x="5589" y="1732"/>
                      <a:pt x="4781" y="928"/>
                    </a:cubicBezTo>
                    <a:cubicBezTo>
                      <a:pt x="4175" y="326"/>
                      <a:pt x="3418" y="64"/>
                      <a:pt x="2713" y="9"/>
                    </a:cubicBezTo>
                    <a:cubicBezTo>
                      <a:pt x="2705" y="68"/>
                      <a:pt x="2701" y="108"/>
                      <a:pt x="2701" y="116"/>
                    </a:cubicBezTo>
                    <a:lnTo>
                      <a:pt x="2503" y="84"/>
                    </a:lnTo>
                    <a:cubicBezTo>
                      <a:pt x="2503" y="84"/>
                      <a:pt x="2507" y="52"/>
                      <a:pt x="251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41"/>
              <p:cNvSpPr/>
              <p:nvPr/>
            </p:nvSpPr>
            <p:spPr>
              <a:xfrm>
                <a:off x="5196250" y="3648550"/>
                <a:ext cx="5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5" h="381" extrusionOk="0">
                    <a:moveTo>
                      <a:pt x="44" y="1"/>
                    </a:moveTo>
                    <a:cubicBezTo>
                      <a:pt x="44" y="1"/>
                      <a:pt x="28" y="25"/>
                      <a:pt x="0" y="68"/>
                    </a:cubicBezTo>
                    <a:cubicBezTo>
                      <a:pt x="12" y="171"/>
                      <a:pt x="20" y="274"/>
                      <a:pt x="32" y="381"/>
                    </a:cubicBezTo>
                    <a:cubicBezTo>
                      <a:pt x="139" y="223"/>
                      <a:pt x="202" y="120"/>
                      <a:pt x="214" y="100"/>
                    </a:cubicBezTo>
                    <a:lnTo>
                      <a:pt x="44" y="1"/>
                    </a:ln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41"/>
              <p:cNvSpPr/>
              <p:nvPr/>
            </p:nvSpPr>
            <p:spPr>
              <a:xfrm>
                <a:off x="4899775" y="3546475"/>
                <a:ext cx="297300" cy="174200"/>
              </a:xfrm>
              <a:custGeom>
                <a:avLst/>
                <a:gdLst/>
                <a:ahLst/>
                <a:cxnLst/>
                <a:rect l="l" t="t" r="r" b="b"/>
                <a:pathLst>
                  <a:path w="11892" h="6968" extrusionOk="0">
                    <a:moveTo>
                      <a:pt x="143" y="0"/>
                    </a:moveTo>
                    <a:lnTo>
                      <a:pt x="143" y="0"/>
                    </a:lnTo>
                    <a:cubicBezTo>
                      <a:pt x="1" y="1470"/>
                      <a:pt x="654" y="2713"/>
                      <a:pt x="2028" y="3593"/>
                    </a:cubicBezTo>
                    <a:cubicBezTo>
                      <a:pt x="2500" y="3894"/>
                      <a:pt x="2979" y="4104"/>
                      <a:pt x="3363" y="4242"/>
                    </a:cubicBezTo>
                    <a:cubicBezTo>
                      <a:pt x="3407" y="4187"/>
                      <a:pt x="3454" y="4135"/>
                      <a:pt x="3502" y="4080"/>
                    </a:cubicBezTo>
                    <a:cubicBezTo>
                      <a:pt x="3114" y="3945"/>
                      <a:pt x="2615" y="3731"/>
                      <a:pt x="2131" y="3422"/>
                    </a:cubicBezTo>
                    <a:cubicBezTo>
                      <a:pt x="805" y="2575"/>
                      <a:pt x="203" y="1430"/>
                      <a:pt x="341" y="16"/>
                    </a:cubicBezTo>
                    <a:lnTo>
                      <a:pt x="143" y="0"/>
                    </a:lnTo>
                    <a:close/>
                    <a:moveTo>
                      <a:pt x="11859" y="4151"/>
                    </a:moveTo>
                    <a:cubicBezTo>
                      <a:pt x="11606" y="4547"/>
                      <a:pt x="10247" y="6528"/>
                      <a:pt x="8358" y="6753"/>
                    </a:cubicBezTo>
                    <a:cubicBezTo>
                      <a:pt x="8318" y="6825"/>
                      <a:pt x="8279" y="6896"/>
                      <a:pt x="8231" y="6967"/>
                    </a:cubicBezTo>
                    <a:cubicBezTo>
                      <a:pt x="10077" y="6833"/>
                      <a:pt x="11420" y="5149"/>
                      <a:pt x="11891" y="4464"/>
                    </a:cubicBezTo>
                    <a:cubicBezTo>
                      <a:pt x="11879" y="4357"/>
                      <a:pt x="11871" y="4254"/>
                      <a:pt x="11859" y="41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41"/>
              <p:cNvSpPr/>
              <p:nvPr/>
            </p:nvSpPr>
            <p:spPr>
              <a:xfrm>
                <a:off x="4441200" y="3518150"/>
                <a:ext cx="5375" cy="4675"/>
              </a:xfrm>
              <a:custGeom>
                <a:avLst/>
                <a:gdLst/>
                <a:ahLst/>
                <a:cxnLst/>
                <a:rect l="l" t="t" r="r" b="b"/>
                <a:pathLst>
                  <a:path w="215" h="187" extrusionOk="0">
                    <a:moveTo>
                      <a:pt x="215" y="0"/>
                    </a:moveTo>
                    <a:lnTo>
                      <a:pt x="215" y="0"/>
                    </a:lnTo>
                    <a:cubicBezTo>
                      <a:pt x="92" y="52"/>
                      <a:pt x="13" y="91"/>
                      <a:pt x="1" y="99"/>
                    </a:cubicBezTo>
                    <a:lnTo>
                      <a:pt x="44" y="186"/>
                    </a:lnTo>
                    <a:cubicBezTo>
                      <a:pt x="100" y="123"/>
                      <a:pt x="159" y="60"/>
                      <a:pt x="215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41"/>
              <p:cNvSpPr/>
              <p:nvPr/>
            </p:nvSpPr>
            <p:spPr>
              <a:xfrm>
                <a:off x="4442300" y="3506750"/>
                <a:ext cx="169050" cy="224225"/>
              </a:xfrm>
              <a:custGeom>
                <a:avLst/>
                <a:gdLst/>
                <a:ahLst/>
                <a:cxnLst/>
                <a:rect l="l" t="t" r="r" b="b"/>
                <a:pathLst>
                  <a:path w="6762" h="8969" extrusionOk="0">
                    <a:moveTo>
                      <a:pt x="2123" y="1"/>
                    </a:moveTo>
                    <a:cubicBezTo>
                      <a:pt x="1335" y="1"/>
                      <a:pt x="543" y="294"/>
                      <a:pt x="171" y="456"/>
                    </a:cubicBezTo>
                    <a:cubicBezTo>
                      <a:pt x="115" y="516"/>
                      <a:pt x="56" y="579"/>
                      <a:pt x="0" y="642"/>
                    </a:cubicBezTo>
                    <a:lnTo>
                      <a:pt x="44" y="734"/>
                    </a:lnTo>
                    <a:cubicBezTo>
                      <a:pt x="60" y="726"/>
                      <a:pt x="1117" y="199"/>
                      <a:pt x="2131" y="199"/>
                    </a:cubicBezTo>
                    <a:cubicBezTo>
                      <a:pt x="2432" y="199"/>
                      <a:pt x="2725" y="246"/>
                      <a:pt x="2991" y="365"/>
                    </a:cubicBezTo>
                    <a:cubicBezTo>
                      <a:pt x="3434" y="563"/>
                      <a:pt x="3735" y="951"/>
                      <a:pt x="3886" y="1514"/>
                    </a:cubicBezTo>
                    <a:cubicBezTo>
                      <a:pt x="4092" y="2278"/>
                      <a:pt x="3981" y="3090"/>
                      <a:pt x="3874" y="3878"/>
                    </a:cubicBezTo>
                    <a:cubicBezTo>
                      <a:pt x="3632" y="5677"/>
                      <a:pt x="3379" y="7534"/>
                      <a:pt x="6686" y="8968"/>
                    </a:cubicBezTo>
                    <a:lnTo>
                      <a:pt x="6761" y="8786"/>
                    </a:lnTo>
                    <a:cubicBezTo>
                      <a:pt x="3597" y="7412"/>
                      <a:pt x="3826" y="5708"/>
                      <a:pt x="4072" y="3906"/>
                    </a:cubicBezTo>
                    <a:cubicBezTo>
                      <a:pt x="4179" y="3098"/>
                      <a:pt x="4294" y="2262"/>
                      <a:pt x="4080" y="1462"/>
                    </a:cubicBezTo>
                    <a:cubicBezTo>
                      <a:pt x="3914" y="841"/>
                      <a:pt x="3573" y="409"/>
                      <a:pt x="3070" y="183"/>
                    </a:cubicBezTo>
                    <a:cubicBezTo>
                      <a:pt x="2777" y="52"/>
                      <a:pt x="2448" y="1"/>
                      <a:pt x="212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41"/>
              <p:cNvSpPr/>
              <p:nvPr/>
            </p:nvSpPr>
            <p:spPr>
              <a:xfrm>
                <a:off x="4349400" y="3744025"/>
                <a:ext cx="2125" cy="417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7" extrusionOk="0">
                    <a:moveTo>
                      <a:pt x="84" y="0"/>
                    </a:moveTo>
                    <a:lnTo>
                      <a:pt x="84" y="0"/>
                    </a:lnTo>
                    <a:cubicBezTo>
                      <a:pt x="56" y="36"/>
                      <a:pt x="29" y="71"/>
                      <a:pt x="1" y="107"/>
                    </a:cubicBezTo>
                    <a:lnTo>
                      <a:pt x="76" y="166"/>
                    </a:lnTo>
                    <a:cubicBezTo>
                      <a:pt x="80" y="115"/>
                      <a:pt x="80" y="59"/>
                      <a:pt x="84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41"/>
              <p:cNvSpPr/>
              <p:nvPr/>
            </p:nvSpPr>
            <p:spPr>
              <a:xfrm>
                <a:off x="4351300" y="3710950"/>
                <a:ext cx="130325" cy="38825"/>
              </a:xfrm>
              <a:custGeom>
                <a:avLst/>
                <a:gdLst/>
                <a:ahLst/>
                <a:cxnLst/>
                <a:rect l="l" t="t" r="r" b="b"/>
                <a:pathLst>
                  <a:path w="5213" h="1553" extrusionOk="0">
                    <a:moveTo>
                      <a:pt x="3125" y="0"/>
                    </a:moveTo>
                    <a:cubicBezTo>
                      <a:pt x="2705" y="0"/>
                      <a:pt x="2309" y="48"/>
                      <a:pt x="1941" y="139"/>
                    </a:cubicBezTo>
                    <a:cubicBezTo>
                      <a:pt x="1937" y="182"/>
                      <a:pt x="1933" y="230"/>
                      <a:pt x="1929" y="277"/>
                    </a:cubicBezTo>
                    <a:lnTo>
                      <a:pt x="1731" y="262"/>
                    </a:lnTo>
                    <a:lnTo>
                      <a:pt x="1735" y="194"/>
                    </a:lnTo>
                    <a:lnTo>
                      <a:pt x="1735" y="194"/>
                    </a:lnTo>
                    <a:cubicBezTo>
                      <a:pt x="1046" y="404"/>
                      <a:pt x="460" y="784"/>
                      <a:pt x="8" y="1323"/>
                    </a:cubicBezTo>
                    <a:cubicBezTo>
                      <a:pt x="4" y="1382"/>
                      <a:pt x="4" y="1438"/>
                      <a:pt x="0" y="1489"/>
                    </a:cubicBezTo>
                    <a:lnTo>
                      <a:pt x="79" y="1553"/>
                    </a:lnTo>
                    <a:cubicBezTo>
                      <a:pt x="915" y="483"/>
                      <a:pt x="2107" y="202"/>
                      <a:pt x="3129" y="202"/>
                    </a:cubicBezTo>
                    <a:cubicBezTo>
                      <a:pt x="4230" y="202"/>
                      <a:pt x="5126" y="527"/>
                      <a:pt x="5141" y="535"/>
                    </a:cubicBezTo>
                    <a:lnTo>
                      <a:pt x="5213" y="349"/>
                    </a:lnTo>
                    <a:cubicBezTo>
                      <a:pt x="5177" y="337"/>
                      <a:pt x="4341" y="28"/>
                      <a:pt x="32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41"/>
              <p:cNvSpPr/>
              <p:nvPr/>
            </p:nvSpPr>
            <p:spPr>
              <a:xfrm>
                <a:off x="4394575" y="3659050"/>
                <a:ext cx="40900" cy="58850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2354" extrusionOk="0">
                    <a:moveTo>
                      <a:pt x="1561" y="1"/>
                    </a:moveTo>
                    <a:cubicBezTo>
                      <a:pt x="1426" y="1"/>
                      <a:pt x="1133" y="32"/>
                      <a:pt x="828" y="274"/>
                    </a:cubicBezTo>
                    <a:cubicBezTo>
                      <a:pt x="372" y="638"/>
                      <a:pt x="99" y="1308"/>
                      <a:pt x="4" y="2270"/>
                    </a:cubicBezTo>
                    <a:lnTo>
                      <a:pt x="0" y="2338"/>
                    </a:lnTo>
                    <a:lnTo>
                      <a:pt x="198" y="2353"/>
                    </a:lnTo>
                    <a:cubicBezTo>
                      <a:pt x="202" y="2306"/>
                      <a:pt x="206" y="2258"/>
                      <a:pt x="210" y="2215"/>
                    </a:cubicBezTo>
                    <a:cubicBezTo>
                      <a:pt x="301" y="1363"/>
                      <a:pt x="559" y="749"/>
                      <a:pt x="947" y="432"/>
                    </a:cubicBezTo>
                    <a:cubicBezTo>
                      <a:pt x="1208" y="222"/>
                      <a:pt x="1454" y="199"/>
                      <a:pt x="1557" y="199"/>
                    </a:cubicBezTo>
                    <a:lnTo>
                      <a:pt x="1608" y="199"/>
                    </a:lnTo>
                    <a:lnTo>
                      <a:pt x="1636" y="5"/>
                    </a:lnTo>
                    <a:cubicBezTo>
                      <a:pt x="1632" y="5"/>
                      <a:pt x="1604" y="1"/>
                      <a:pt x="15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41"/>
              <p:cNvSpPr/>
              <p:nvPr/>
            </p:nvSpPr>
            <p:spPr>
              <a:xfrm>
                <a:off x="4974625" y="3960275"/>
                <a:ext cx="4500" cy="270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08" extrusionOk="0">
                    <a:moveTo>
                      <a:pt x="171" y="1"/>
                    </a:moveTo>
                    <a:cubicBezTo>
                      <a:pt x="116" y="36"/>
                      <a:pt x="56" y="72"/>
                      <a:pt x="1" y="107"/>
                    </a:cubicBezTo>
                    <a:cubicBezTo>
                      <a:pt x="104" y="104"/>
                      <a:pt x="167" y="100"/>
                      <a:pt x="179" y="96"/>
                    </a:cubicBezTo>
                    <a:lnTo>
                      <a:pt x="171" y="1"/>
                    </a:ln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41"/>
              <p:cNvSpPr/>
              <p:nvPr/>
            </p:nvSpPr>
            <p:spPr>
              <a:xfrm>
                <a:off x="4780350" y="3768975"/>
                <a:ext cx="198575" cy="194000"/>
              </a:xfrm>
              <a:custGeom>
                <a:avLst/>
                <a:gdLst/>
                <a:ahLst/>
                <a:cxnLst/>
                <a:rect l="l" t="t" r="r" b="b"/>
                <a:pathLst>
                  <a:path w="7943" h="7760" extrusionOk="0">
                    <a:moveTo>
                      <a:pt x="1367" y="0"/>
                    </a:moveTo>
                    <a:cubicBezTo>
                      <a:pt x="959" y="0"/>
                      <a:pt x="504" y="95"/>
                      <a:pt x="1" y="281"/>
                    </a:cubicBezTo>
                    <a:lnTo>
                      <a:pt x="72" y="468"/>
                    </a:lnTo>
                    <a:cubicBezTo>
                      <a:pt x="551" y="289"/>
                      <a:pt x="983" y="198"/>
                      <a:pt x="1367" y="198"/>
                    </a:cubicBezTo>
                    <a:cubicBezTo>
                      <a:pt x="1771" y="198"/>
                      <a:pt x="2120" y="297"/>
                      <a:pt x="2409" y="499"/>
                    </a:cubicBezTo>
                    <a:cubicBezTo>
                      <a:pt x="3344" y="1137"/>
                      <a:pt x="3367" y="2618"/>
                      <a:pt x="3367" y="2626"/>
                    </a:cubicBezTo>
                    <a:cubicBezTo>
                      <a:pt x="3276" y="4417"/>
                      <a:pt x="3700" y="5771"/>
                      <a:pt x="4631" y="6654"/>
                    </a:cubicBezTo>
                    <a:cubicBezTo>
                      <a:pt x="5665" y="7641"/>
                      <a:pt x="7027" y="7759"/>
                      <a:pt x="7637" y="7759"/>
                    </a:cubicBezTo>
                    <a:lnTo>
                      <a:pt x="7772" y="7759"/>
                    </a:lnTo>
                    <a:cubicBezTo>
                      <a:pt x="7827" y="7724"/>
                      <a:pt x="7887" y="7688"/>
                      <a:pt x="7942" y="7653"/>
                    </a:cubicBezTo>
                    <a:lnTo>
                      <a:pt x="7930" y="7550"/>
                    </a:lnTo>
                    <a:cubicBezTo>
                      <a:pt x="7926" y="7554"/>
                      <a:pt x="7831" y="7561"/>
                      <a:pt x="7665" y="7561"/>
                    </a:cubicBezTo>
                    <a:cubicBezTo>
                      <a:pt x="7103" y="7561"/>
                      <a:pt x="5756" y="7454"/>
                      <a:pt x="4766" y="6512"/>
                    </a:cubicBezTo>
                    <a:cubicBezTo>
                      <a:pt x="3942" y="5724"/>
                      <a:pt x="3534" y="4539"/>
                      <a:pt x="3554" y="2983"/>
                    </a:cubicBezTo>
                    <a:lnTo>
                      <a:pt x="3554" y="2983"/>
                    </a:lnTo>
                    <a:cubicBezTo>
                      <a:pt x="3550" y="2987"/>
                      <a:pt x="3546" y="2995"/>
                      <a:pt x="3542" y="3002"/>
                    </a:cubicBezTo>
                    <a:lnTo>
                      <a:pt x="3371" y="2903"/>
                    </a:lnTo>
                    <a:cubicBezTo>
                      <a:pt x="3427" y="2804"/>
                      <a:pt x="3494" y="2717"/>
                      <a:pt x="3565" y="2642"/>
                    </a:cubicBezTo>
                    <a:cubicBezTo>
                      <a:pt x="3565" y="2638"/>
                      <a:pt x="3565" y="2634"/>
                      <a:pt x="3565" y="2630"/>
                    </a:cubicBezTo>
                    <a:cubicBezTo>
                      <a:pt x="3565" y="2563"/>
                      <a:pt x="3542" y="1034"/>
                      <a:pt x="2524" y="333"/>
                    </a:cubicBezTo>
                    <a:cubicBezTo>
                      <a:pt x="2199" y="111"/>
                      <a:pt x="1811" y="0"/>
                      <a:pt x="136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41"/>
              <p:cNvSpPr/>
              <p:nvPr/>
            </p:nvSpPr>
            <p:spPr>
              <a:xfrm>
                <a:off x="4864625" y="3822825"/>
                <a:ext cx="89350" cy="21225"/>
              </a:xfrm>
              <a:custGeom>
                <a:avLst/>
                <a:gdLst/>
                <a:ahLst/>
                <a:cxnLst/>
                <a:rect l="l" t="t" r="r" b="b"/>
                <a:pathLst>
                  <a:path w="3574" h="849" extrusionOk="0">
                    <a:moveTo>
                      <a:pt x="1478" y="1"/>
                    </a:moveTo>
                    <a:cubicBezTo>
                      <a:pt x="999" y="1"/>
                      <a:pt x="531" y="124"/>
                      <a:pt x="194" y="488"/>
                    </a:cubicBezTo>
                    <a:cubicBezTo>
                      <a:pt x="123" y="563"/>
                      <a:pt x="56" y="650"/>
                      <a:pt x="0" y="749"/>
                    </a:cubicBezTo>
                    <a:lnTo>
                      <a:pt x="171" y="848"/>
                    </a:lnTo>
                    <a:cubicBezTo>
                      <a:pt x="175" y="841"/>
                      <a:pt x="179" y="833"/>
                      <a:pt x="183" y="829"/>
                    </a:cubicBezTo>
                    <a:cubicBezTo>
                      <a:pt x="476" y="357"/>
                      <a:pt x="963" y="207"/>
                      <a:pt x="1478" y="207"/>
                    </a:cubicBezTo>
                    <a:cubicBezTo>
                      <a:pt x="2428" y="207"/>
                      <a:pt x="3466" y="734"/>
                      <a:pt x="3482" y="742"/>
                    </a:cubicBezTo>
                    <a:lnTo>
                      <a:pt x="3573" y="563"/>
                    </a:lnTo>
                    <a:cubicBezTo>
                      <a:pt x="3506" y="528"/>
                      <a:pt x="2464" y="1"/>
                      <a:pt x="14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41"/>
              <p:cNvSpPr/>
              <p:nvPr/>
            </p:nvSpPr>
            <p:spPr>
              <a:xfrm>
                <a:off x="4761050" y="3501025"/>
                <a:ext cx="76850" cy="215875"/>
              </a:xfrm>
              <a:custGeom>
                <a:avLst/>
                <a:gdLst/>
                <a:ahLst/>
                <a:cxnLst/>
                <a:rect l="l" t="t" r="r" b="b"/>
                <a:pathLst>
                  <a:path w="3074" h="8635" extrusionOk="0">
                    <a:moveTo>
                      <a:pt x="76" y="0"/>
                    </a:moveTo>
                    <a:lnTo>
                      <a:pt x="0" y="182"/>
                    </a:lnTo>
                    <a:cubicBezTo>
                      <a:pt x="1577" y="840"/>
                      <a:pt x="2484" y="1644"/>
                      <a:pt x="2698" y="2575"/>
                    </a:cubicBezTo>
                    <a:cubicBezTo>
                      <a:pt x="2836" y="3189"/>
                      <a:pt x="2662" y="3739"/>
                      <a:pt x="2456" y="4369"/>
                    </a:cubicBezTo>
                    <a:cubicBezTo>
                      <a:pt x="2226" y="5086"/>
                      <a:pt x="1965" y="5898"/>
                      <a:pt x="2175" y="6943"/>
                    </a:cubicBezTo>
                    <a:cubicBezTo>
                      <a:pt x="2274" y="7439"/>
                      <a:pt x="2464" y="7918"/>
                      <a:pt x="2741" y="8369"/>
                    </a:cubicBezTo>
                    <a:cubicBezTo>
                      <a:pt x="2793" y="8460"/>
                      <a:pt x="2852" y="8548"/>
                      <a:pt x="2912" y="8635"/>
                    </a:cubicBezTo>
                    <a:lnTo>
                      <a:pt x="3074" y="8520"/>
                    </a:lnTo>
                    <a:cubicBezTo>
                      <a:pt x="3070" y="8508"/>
                      <a:pt x="3062" y="8500"/>
                      <a:pt x="3054" y="8492"/>
                    </a:cubicBezTo>
                    <a:cubicBezTo>
                      <a:pt x="2710" y="7993"/>
                      <a:pt x="2480" y="7458"/>
                      <a:pt x="2369" y="6904"/>
                    </a:cubicBezTo>
                    <a:cubicBezTo>
                      <a:pt x="2167" y="5910"/>
                      <a:pt x="2412" y="5157"/>
                      <a:pt x="2646" y="4432"/>
                    </a:cubicBezTo>
                    <a:cubicBezTo>
                      <a:pt x="2848" y="3799"/>
                      <a:pt x="3042" y="3200"/>
                      <a:pt x="2888" y="2531"/>
                    </a:cubicBezTo>
                    <a:cubicBezTo>
                      <a:pt x="2662" y="1533"/>
                      <a:pt x="1715" y="681"/>
                      <a:pt x="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41"/>
              <p:cNvSpPr/>
              <p:nvPr/>
            </p:nvSpPr>
            <p:spPr>
              <a:xfrm>
                <a:off x="4526650" y="3901150"/>
                <a:ext cx="2900" cy="1425"/>
              </a:xfrm>
              <a:custGeom>
                <a:avLst/>
                <a:gdLst/>
                <a:ahLst/>
                <a:cxnLst/>
                <a:rect l="l" t="t" r="r" b="b"/>
                <a:pathLst>
                  <a:path w="116" h="57" extrusionOk="0">
                    <a:moveTo>
                      <a:pt x="116" y="1"/>
                    </a:moveTo>
                    <a:lnTo>
                      <a:pt x="116" y="1"/>
                    </a:lnTo>
                    <a:cubicBezTo>
                      <a:pt x="76" y="5"/>
                      <a:pt x="37" y="5"/>
                      <a:pt x="1" y="5"/>
                    </a:cubicBezTo>
                    <a:cubicBezTo>
                      <a:pt x="17" y="37"/>
                      <a:pt x="29" y="52"/>
                      <a:pt x="29" y="56"/>
                    </a:cubicBez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41"/>
              <p:cNvSpPr/>
              <p:nvPr/>
            </p:nvSpPr>
            <p:spPr>
              <a:xfrm>
                <a:off x="4492600" y="3795700"/>
                <a:ext cx="39025" cy="10557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4223" extrusionOk="0">
                    <a:moveTo>
                      <a:pt x="1212" y="1"/>
                    </a:moveTo>
                    <a:lnTo>
                      <a:pt x="1212" y="1"/>
                    </a:lnTo>
                    <a:cubicBezTo>
                      <a:pt x="0" y="1664"/>
                      <a:pt x="1161" y="3866"/>
                      <a:pt x="1363" y="4223"/>
                    </a:cubicBezTo>
                    <a:cubicBezTo>
                      <a:pt x="1399" y="4223"/>
                      <a:pt x="1438" y="4223"/>
                      <a:pt x="1478" y="4219"/>
                    </a:cubicBezTo>
                    <a:lnTo>
                      <a:pt x="1561" y="4167"/>
                    </a:lnTo>
                    <a:cubicBezTo>
                      <a:pt x="1545" y="4144"/>
                      <a:pt x="135" y="1815"/>
                      <a:pt x="1371" y="115"/>
                    </a:cubicBezTo>
                    <a:lnTo>
                      <a:pt x="121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41"/>
              <p:cNvSpPr/>
              <p:nvPr/>
            </p:nvSpPr>
            <p:spPr>
              <a:xfrm>
                <a:off x="4690650" y="3920975"/>
                <a:ext cx="6250" cy="25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00" extrusionOk="0">
                    <a:moveTo>
                      <a:pt x="0" y="0"/>
                    </a:moveTo>
                    <a:lnTo>
                      <a:pt x="4" y="99"/>
                    </a:lnTo>
                    <a:cubicBezTo>
                      <a:pt x="8" y="99"/>
                      <a:pt x="99" y="95"/>
                      <a:pt x="250" y="71"/>
                    </a:cubicBezTo>
                    <a:cubicBezTo>
                      <a:pt x="166" y="48"/>
                      <a:pt x="83" y="24"/>
                      <a:pt x="0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4690650" y="3870275"/>
                <a:ext cx="75875" cy="5250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2100" extrusionOk="0">
                    <a:moveTo>
                      <a:pt x="2860" y="0"/>
                    </a:moveTo>
                    <a:cubicBezTo>
                      <a:pt x="1810" y="1870"/>
                      <a:pt x="16" y="1929"/>
                      <a:pt x="0" y="1929"/>
                    </a:cubicBezTo>
                    <a:lnTo>
                      <a:pt x="0" y="2028"/>
                    </a:lnTo>
                    <a:cubicBezTo>
                      <a:pt x="83" y="2052"/>
                      <a:pt x="166" y="2076"/>
                      <a:pt x="250" y="2099"/>
                    </a:cubicBezTo>
                    <a:cubicBezTo>
                      <a:pt x="800" y="2012"/>
                      <a:pt x="2163" y="1644"/>
                      <a:pt x="3034" y="95"/>
                    </a:cubicBezTo>
                    <a:lnTo>
                      <a:pt x="286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1"/>
              <p:cNvSpPr/>
              <p:nvPr/>
            </p:nvSpPr>
            <p:spPr>
              <a:xfrm>
                <a:off x="5084950" y="3476750"/>
                <a:ext cx="3200" cy="320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128" extrusionOk="0">
                    <a:moveTo>
                      <a:pt x="91" y="1"/>
                    </a:moveTo>
                    <a:lnTo>
                      <a:pt x="0" y="32"/>
                    </a:lnTo>
                    <a:cubicBezTo>
                      <a:pt x="44" y="64"/>
                      <a:pt x="87" y="96"/>
                      <a:pt x="127" y="127"/>
                    </a:cubicBezTo>
                    <a:cubicBezTo>
                      <a:pt x="107" y="48"/>
                      <a:pt x="95" y="5"/>
                      <a:pt x="91" y="1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1"/>
              <p:cNvSpPr/>
              <p:nvPr/>
            </p:nvSpPr>
            <p:spPr>
              <a:xfrm>
                <a:off x="5061475" y="3477550"/>
                <a:ext cx="37950" cy="87150"/>
              </a:xfrm>
              <a:custGeom>
                <a:avLst/>
                <a:gdLst/>
                <a:ahLst/>
                <a:cxnLst/>
                <a:rect l="l" t="t" r="r" b="b"/>
                <a:pathLst>
                  <a:path w="1518" h="3486" extrusionOk="0">
                    <a:moveTo>
                      <a:pt x="939" y="0"/>
                    </a:moveTo>
                    <a:lnTo>
                      <a:pt x="844" y="32"/>
                    </a:lnTo>
                    <a:cubicBezTo>
                      <a:pt x="852" y="52"/>
                      <a:pt x="1514" y="2112"/>
                      <a:pt x="1" y="3331"/>
                    </a:cubicBezTo>
                    <a:lnTo>
                      <a:pt x="123" y="3486"/>
                    </a:lnTo>
                    <a:cubicBezTo>
                      <a:pt x="1518" y="2361"/>
                      <a:pt x="1193" y="583"/>
                      <a:pt x="1066" y="95"/>
                    </a:cubicBezTo>
                    <a:cubicBezTo>
                      <a:pt x="1026" y="64"/>
                      <a:pt x="983" y="32"/>
                      <a:pt x="9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4851650" y="3440900"/>
                <a:ext cx="120925" cy="61225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2449" extrusionOk="0">
                    <a:moveTo>
                      <a:pt x="535" y="1"/>
                    </a:moveTo>
                    <a:cubicBezTo>
                      <a:pt x="361" y="1"/>
                      <a:pt x="183" y="5"/>
                      <a:pt x="1" y="13"/>
                    </a:cubicBezTo>
                    <a:cubicBezTo>
                      <a:pt x="4" y="76"/>
                      <a:pt x="8" y="143"/>
                      <a:pt x="8" y="211"/>
                    </a:cubicBezTo>
                    <a:cubicBezTo>
                      <a:pt x="187" y="203"/>
                      <a:pt x="357" y="199"/>
                      <a:pt x="519" y="199"/>
                    </a:cubicBezTo>
                    <a:cubicBezTo>
                      <a:pt x="2500" y="199"/>
                      <a:pt x="3506" y="757"/>
                      <a:pt x="4009" y="1249"/>
                    </a:cubicBezTo>
                    <a:cubicBezTo>
                      <a:pt x="4599" y="1827"/>
                      <a:pt x="4639" y="2441"/>
                      <a:pt x="4639" y="2449"/>
                    </a:cubicBezTo>
                    <a:lnTo>
                      <a:pt x="4714" y="2445"/>
                    </a:lnTo>
                    <a:lnTo>
                      <a:pt x="4837" y="2437"/>
                    </a:lnTo>
                    <a:cubicBezTo>
                      <a:pt x="4837" y="2409"/>
                      <a:pt x="4793" y="1688"/>
                      <a:pt x="4068" y="1031"/>
                    </a:cubicBezTo>
                    <a:cubicBezTo>
                      <a:pt x="3312" y="345"/>
                      <a:pt x="2124" y="1"/>
                      <a:pt x="53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1"/>
              <p:cNvSpPr/>
              <p:nvPr/>
            </p:nvSpPr>
            <p:spPr>
              <a:xfrm>
                <a:off x="4838175" y="3381400"/>
                <a:ext cx="5475" cy="270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108" extrusionOk="0">
                    <a:moveTo>
                      <a:pt x="191" y="0"/>
                    </a:moveTo>
                    <a:lnTo>
                      <a:pt x="1" y="56"/>
                    </a:lnTo>
                    <a:cubicBezTo>
                      <a:pt x="1" y="56"/>
                      <a:pt x="1" y="64"/>
                      <a:pt x="5" y="80"/>
                    </a:cubicBezTo>
                    <a:cubicBezTo>
                      <a:pt x="76" y="88"/>
                      <a:pt x="147" y="95"/>
                      <a:pt x="219" y="107"/>
                    </a:cubicBezTo>
                    <a:cubicBezTo>
                      <a:pt x="203" y="40"/>
                      <a:pt x="191" y="0"/>
                      <a:pt x="191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1"/>
              <p:cNvSpPr/>
              <p:nvPr/>
            </p:nvSpPr>
            <p:spPr>
              <a:xfrm>
                <a:off x="4838275" y="3383375"/>
                <a:ext cx="13800" cy="94600"/>
              </a:xfrm>
              <a:custGeom>
                <a:avLst/>
                <a:gdLst/>
                <a:ahLst/>
                <a:cxnLst/>
                <a:rect l="l" t="t" r="r" b="b"/>
                <a:pathLst>
                  <a:path w="552" h="3784" extrusionOk="0">
                    <a:moveTo>
                      <a:pt x="1" y="1"/>
                    </a:moveTo>
                    <a:cubicBezTo>
                      <a:pt x="60" y="214"/>
                      <a:pt x="496" y="1866"/>
                      <a:pt x="294" y="3763"/>
                    </a:cubicBezTo>
                    <a:lnTo>
                      <a:pt x="492" y="3783"/>
                    </a:lnTo>
                    <a:cubicBezTo>
                      <a:pt x="539" y="3340"/>
                      <a:pt x="551" y="2912"/>
                      <a:pt x="543" y="2512"/>
                    </a:cubicBezTo>
                    <a:cubicBezTo>
                      <a:pt x="543" y="2444"/>
                      <a:pt x="539" y="2377"/>
                      <a:pt x="536" y="2314"/>
                    </a:cubicBezTo>
                    <a:cubicBezTo>
                      <a:pt x="492" y="1197"/>
                      <a:pt x="290" y="321"/>
                      <a:pt x="215" y="28"/>
                    </a:cubicBezTo>
                    <a:cubicBezTo>
                      <a:pt x="143" y="16"/>
                      <a:pt x="72" y="9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/>
              <p:cNvSpPr/>
              <p:nvPr/>
            </p:nvSpPr>
            <p:spPr>
              <a:xfrm>
                <a:off x="5125250" y="3814225"/>
                <a:ext cx="3775" cy="250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00" extrusionOk="0">
                    <a:moveTo>
                      <a:pt x="151" y="0"/>
                    </a:moveTo>
                    <a:lnTo>
                      <a:pt x="151" y="0"/>
                    </a:lnTo>
                    <a:cubicBezTo>
                      <a:pt x="99" y="32"/>
                      <a:pt x="52" y="60"/>
                      <a:pt x="0" y="91"/>
                    </a:cubicBezTo>
                    <a:cubicBezTo>
                      <a:pt x="92" y="95"/>
                      <a:pt x="147" y="99"/>
                      <a:pt x="147" y="99"/>
                    </a:cubicBez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/>
              <p:cNvSpPr/>
              <p:nvPr/>
            </p:nvSpPr>
            <p:spPr>
              <a:xfrm>
                <a:off x="5050200" y="3764125"/>
                <a:ext cx="78825" cy="52400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2096" extrusionOk="0">
                    <a:moveTo>
                      <a:pt x="194" y="0"/>
                    </a:moveTo>
                    <a:lnTo>
                      <a:pt x="0" y="52"/>
                    </a:lnTo>
                    <a:cubicBezTo>
                      <a:pt x="475" y="1786"/>
                      <a:pt x="2444" y="2052"/>
                      <a:pt x="3002" y="2095"/>
                    </a:cubicBezTo>
                    <a:cubicBezTo>
                      <a:pt x="3054" y="2064"/>
                      <a:pt x="3101" y="2036"/>
                      <a:pt x="3153" y="2004"/>
                    </a:cubicBezTo>
                    <a:lnTo>
                      <a:pt x="3153" y="1905"/>
                    </a:lnTo>
                    <a:cubicBezTo>
                      <a:pt x="3129" y="1905"/>
                      <a:pt x="705" y="1874"/>
                      <a:pt x="19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1"/>
              <p:cNvSpPr/>
              <p:nvPr/>
            </p:nvSpPr>
            <p:spPr>
              <a:xfrm>
                <a:off x="4693800" y="3582400"/>
                <a:ext cx="17275" cy="58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2346" extrusionOk="0">
                    <a:moveTo>
                      <a:pt x="163" y="1"/>
                    </a:moveTo>
                    <a:lnTo>
                      <a:pt x="1" y="116"/>
                    </a:lnTo>
                    <a:cubicBezTo>
                      <a:pt x="488" y="793"/>
                      <a:pt x="401" y="1914"/>
                      <a:pt x="365" y="2231"/>
                    </a:cubicBezTo>
                    <a:cubicBezTo>
                      <a:pt x="357" y="2282"/>
                      <a:pt x="353" y="2314"/>
                      <a:pt x="353" y="2314"/>
                    </a:cubicBezTo>
                    <a:lnTo>
                      <a:pt x="551" y="2346"/>
                    </a:lnTo>
                    <a:cubicBezTo>
                      <a:pt x="551" y="2338"/>
                      <a:pt x="555" y="2298"/>
                      <a:pt x="563" y="2239"/>
                    </a:cubicBezTo>
                    <a:cubicBezTo>
                      <a:pt x="603" y="1886"/>
                      <a:pt x="690" y="734"/>
                      <a:pt x="16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1"/>
              <p:cNvSpPr/>
              <p:nvPr/>
            </p:nvSpPr>
            <p:spPr>
              <a:xfrm>
                <a:off x="4677875" y="3387050"/>
                <a:ext cx="2700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56" extrusionOk="0">
                    <a:moveTo>
                      <a:pt x="79" y="0"/>
                    </a:moveTo>
                    <a:lnTo>
                      <a:pt x="0" y="56"/>
                    </a:lnTo>
                    <a:cubicBezTo>
                      <a:pt x="36" y="48"/>
                      <a:pt x="71" y="44"/>
                      <a:pt x="107" y="36"/>
                    </a:cubicBezTo>
                    <a:cubicBezTo>
                      <a:pt x="91" y="12"/>
                      <a:pt x="83" y="0"/>
                      <a:pt x="79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4675875" y="3387925"/>
                <a:ext cx="75400" cy="74500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980" extrusionOk="0">
                    <a:moveTo>
                      <a:pt x="187" y="1"/>
                    </a:moveTo>
                    <a:cubicBezTo>
                      <a:pt x="151" y="9"/>
                      <a:pt x="116" y="13"/>
                      <a:pt x="80" y="21"/>
                    </a:cubicBezTo>
                    <a:lnTo>
                      <a:pt x="1" y="80"/>
                    </a:lnTo>
                    <a:cubicBezTo>
                      <a:pt x="13" y="100"/>
                      <a:pt x="1352" y="1930"/>
                      <a:pt x="2904" y="2979"/>
                    </a:cubicBezTo>
                    <a:lnTo>
                      <a:pt x="3015" y="2813"/>
                    </a:lnTo>
                    <a:cubicBezTo>
                      <a:pt x="1613" y="1866"/>
                      <a:pt x="385" y="262"/>
                      <a:pt x="1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4641225" y="3677775"/>
                <a:ext cx="151625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6065" h="5178" extrusionOk="0">
                    <a:moveTo>
                      <a:pt x="3102" y="0"/>
                    </a:moveTo>
                    <a:cubicBezTo>
                      <a:pt x="2999" y="0"/>
                      <a:pt x="2892" y="4"/>
                      <a:pt x="2789" y="16"/>
                    </a:cubicBezTo>
                    <a:cubicBezTo>
                      <a:pt x="1189" y="167"/>
                      <a:pt x="1" y="1442"/>
                      <a:pt x="135" y="2864"/>
                    </a:cubicBezTo>
                    <a:cubicBezTo>
                      <a:pt x="262" y="4195"/>
                      <a:pt x="1498" y="5177"/>
                      <a:pt x="2963" y="5177"/>
                    </a:cubicBezTo>
                    <a:cubicBezTo>
                      <a:pt x="3066" y="5177"/>
                      <a:pt x="3173" y="5173"/>
                      <a:pt x="3276" y="5165"/>
                    </a:cubicBezTo>
                    <a:cubicBezTo>
                      <a:pt x="4876" y="5011"/>
                      <a:pt x="6065" y="3735"/>
                      <a:pt x="5930" y="2313"/>
                    </a:cubicBezTo>
                    <a:cubicBezTo>
                      <a:pt x="5803" y="986"/>
                      <a:pt x="4568" y="0"/>
                      <a:pt x="31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4969200" y="3624100"/>
                <a:ext cx="1474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898" h="5178" extrusionOk="0">
                    <a:moveTo>
                      <a:pt x="3022" y="0"/>
                    </a:moveTo>
                    <a:cubicBezTo>
                      <a:pt x="2919" y="0"/>
                      <a:pt x="2816" y="4"/>
                      <a:pt x="2713" y="16"/>
                    </a:cubicBezTo>
                    <a:cubicBezTo>
                      <a:pt x="1905" y="92"/>
                      <a:pt x="1204" y="452"/>
                      <a:pt x="725" y="975"/>
                    </a:cubicBezTo>
                    <a:cubicBezTo>
                      <a:pt x="1133" y="1121"/>
                      <a:pt x="1414" y="1181"/>
                      <a:pt x="1422" y="1181"/>
                    </a:cubicBezTo>
                    <a:lnTo>
                      <a:pt x="1458" y="1189"/>
                    </a:lnTo>
                    <a:lnTo>
                      <a:pt x="1481" y="1216"/>
                    </a:lnTo>
                    <a:cubicBezTo>
                      <a:pt x="2690" y="2848"/>
                      <a:pt x="3949" y="3672"/>
                      <a:pt x="5224" y="3672"/>
                    </a:cubicBezTo>
                    <a:cubicBezTo>
                      <a:pt x="5276" y="3672"/>
                      <a:pt x="5327" y="3668"/>
                      <a:pt x="5379" y="3668"/>
                    </a:cubicBezTo>
                    <a:cubicBezTo>
                      <a:pt x="5446" y="3664"/>
                      <a:pt x="5514" y="3656"/>
                      <a:pt x="5581" y="3648"/>
                    </a:cubicBezTo>
                    <a:cubicBezTo>
                      <a:pt x="5795" y="3244"/>
                      <a:pt x="5898" y="2789"/>
                      <a:pt x="5850" y="2314"/>
                    </a:cubicBezTo>
                    <a:cubicBezTo>
                      <a:pt x="5724" y="987"/>
                      <a:pt x="4492" y="0"/>
                      <a:pt x="3022" y="0"/>
                    </a:cubicBezTo>
                    <a:close/>
                    <a:moveTo>
                      <a:pt x="586" y="1137"/>
                    </a:moveTo>
                    <a:cubicBezTo>
                      <a:pt x="202" y="1628"/>
                      <a:pt x="0" y="2230"/>
                      <a:pt x="60" y="2864"/>
                    </a:cubicBezTo>
                    <a:cubicBezTo>
                      <a:pt x="186" y="4191"/>
                      <a:pt x="1422" y="5177"/>
                      <a:pt x="2888" y="5177"/>
                    </a:cubicBezTo>
                    <a:cubicBezTo>
                      <a:pt x="2991" y="5177"/>
                      <a:pt x="3094" y="5173"/>
                      <a:pt x="3200" y="5161"/>
                    </a:cubicBezTo>
                    <a:cubicBezTo>
                      <a:pt x="4171" y="5070"/>
                      <a:pt x="4991" y="4563"/>
                      <a:pt x="5454" y="3862"/>
                    </a:cubicBezTo>
                    <a:cubicBezTo>
                      <a:pt x="5434" y="3862"/>
                      <a:pt x="5411" y="3862"/>
                      <a:pt x="5387" y="3866"/>
                    </a:cubicBezTo>
                    <a:cubicBezTo>
                      <a:pt x="5331" y="3866"/>
                      <a:pt x="5276" y="3870"/>
                      <a:pt x="5221" y="3870"/>
                    </a:cubicBezTo>
                    <a:cubicBezTo>
                      <a:pt x="3890" y="3870"/>
                      <a:pt x="2583" y="3027"/>
                      <a:pt x="1343" y="1367"/>
                    </a:cubicBezTo>
                    <a:cubicBezTo>
                      <a:pt x="1244" y="1343"/>
                      <a:pt x="959" y="1276"/>
                      <a:pt x="586" y="1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4983850" y="3648450"/>
                <a:ext cx="124875" cy="72425"/>
              </a:xfrm>
              <a:custGeom>
                <a:avLst/>
                <a:gdLst/>
                <a:ahLst/>
                <a:cxnLst/>
                <a:rect l="l" t="t" r="r" b="b"/>
                <a:pathLst>
                  <a:path w="4995" h="2897" extrusionOk="0">
                    <a:moveTo>
                      <a:pt x="139" y="1"/>
                    </a:moveTo>
                    <a:cubicBezTo>
                      <a:pt x="91" y="56"/>
                      <a:pt x="44" y="108"/>
                      <a:pt x="0" y="163"/>
                    </a:cubicBezTo>
                    <a:cubicBezTo>
                      <a:pt x="373" y="302"/>
                      <a:pt x="658" y="369"/>
                      <a:pt x="757" y="393"/>
                    </a:cubicBezTo>
                    <a:cubicBezTo>
                      <a:pt x="1997" y="2053"/>
                      <a:pt x="3304" y="2896"/>
                      <a:pt x="4635" y="2896"/>
                    </a:cubicBezTo>
                    <a:cubicBezTo>
                      <a:pt x="4690" y="2896"/>
                      <a:pt x="4745" y="2892"/>
                      <a:pt x="4801" y="2892"/>
                    </a:cubicBezTo>
                    <a:cubicBezTo>
                      <a:pt x="4825" y="2888"/>
                      <a:pt x="4848" y="2888"/>
                      <a:pt x="4868" y="2888"/>
                    </a:cubicBezTo>
                    <a:cubicBezTo>
                      <a:pt x="4916" y="2817"/>
                      <a:pt x="4955" y="2746"/>
                      <a:pt x="4995" y="2674"/>
                    </a:cubicBezTo>
                    <a:lnTo>
                      <a:pt x="4995" y="2674"/>
                    </a:lnTo>
                    <a:cubicBezTo>
                      <a:pt x="4928" y="2682"/>
                      <a:pt x="4860" y="2690"/>
                      <a:pt x="4793" y="2694"/>
                    </a:cubicBezTo>
                    <a:cubicBezTo>
                      <a:pt x="4741" y="2694"/>
                      <a:pt x="4690" y="2698"/>
                      <a:pt x="4638" y="2698"/>
                    </a:cubicBezTo>
                    <a:cubicBezTo>
                      <a:pt x="3363" y="2698"/>
                      <a:pt x="2104" y="1874"/>
                      <a:pt x="895" y="242"/>
                    </a:cubicBezTo>
                    <a:lnTo>
                      <a:pt x="872" y="215"/>
                    </a:lnTo>
                    <a:lnTo>
                      <a:pt x="836" y="207"/>
                    </a:lnTo>
                    <a:cubicBezTo>
                      <a:pt x="828" y="207"/>
                      <a:pt x="547" y="147"/>
                      <a:pt x="13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4705600" y="3629600"/>
                <a:ext cx="65075" cy="62200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88" extrusionOk="0">
                    <a:moveTo>
                      <a:pt x="1301" y="1"/>
                    </a:moveTo>
                    <a:cubicBezTo>
                      <a:pt x="1263" y="1"/>
                      <a:pt x="1224" y="3"/>
                      <a:pt x="1185" y="6"/>
                    </a:cubicBezTo>
                    <a:cubicBezTo>
                      <a:pt x="499" y="74"/>
                      <a:pt x="0" y="680"/>
                      <a:pt x="64" y="1361"/>
                    </a:cubicBezTo>
                    <a:cubicBezTo>
                      <a:pt x="127" y="2007"/>
                      <a:pt x="669" y="2487"/>
                      <a:pt x="1302" y="2487"/>
                    </a:cubicBezTo>
                    <a:cubicBezTo>
                      <a:pt x="1340" y="2487"/>
                      <a:pt x="1379" y="2485"/>
                      <a:pt x="1418" y="2482"/>
                    </a:cubicBezTo>
                    <a:cubicBezTo>
                      <a:pt x="2103" y="2414"/>
                      <a:pt x="2603" y="1808"/>
                      <a:pt x="2539" y="1127"/>
                    </a:cubicBezTo>
                    <a:cubicBezTo>
                      <a:pt x="2476" y="481"/>
                      <a:pt x="1934" y="1"/>
                      <a:pt x="13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4961675" y="3591000"/>
                <a:ext cx="65075" cy="62100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84" extrusionOk="0">
                    <a:moveTo>
                      <a:pt x="1301" y="0"/>
                    </a:moveTo>
                    <a:cubicBezTo>
                      <a:pt x="1262" y="0"/>
                      <a:pt x="1223" y="2"/>
                      <a:pt x="1184" y="5"/>
                    </a:cubicBezTo>
                    <a:cubicBezTo>
                      <a:pt x="499" y="69"/>
                      <a:pt x="0" y="675"/>
                      <a:pt x="63" y="1360"/>
                    </a:cubicBezTo>
                    <a:cubicBezTo>
                      <a:pt x="123" y="2000"/>
                      <a:pt x="665" y="2483"/>
                      <a:pt x="1296" y="2483"/>
                    </a:cubicBezTo>
                    <a:cubicBezTo>
                      <a:pt x="1336" y="2483"/>
                      <a:pt x="1377" y="2481"/>
                      <a:pt x="1418" y="2477"/>
                    </a:cubicBezTo>
                    <a:cubicBezTo>
                      <a:pt x="2099" y="2414"/>
                      <a:pt x="2602" y="1808"/>
                      <a:pt x="2539" y="1126"/>
                    </a:cubicBezTo>
                    <a:cubicBezTo>
                      <a:pt x="2476" y="481"/>
                      <a:pt x="1933" y="0"/>
                      <a:pt x="13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4756200" y="3659600"/>
                <a:ext cx="264400" cy="143325"/>
              </a:xfrm>
              <a:custGeom>
                <a:avLst/>
                <a:gdLst/>
                <a:ahLst/>
                <a:cxnLst/>
                <a:rect l="l" t="t" r="r" b="b"/>
                <a:pathLst>
                  <a:path w="10576" h="5733" extrusionOk="0">
                    <a:moveTo>
                      <a:pt x="9602" y="0"/>
                    </a:moveTo>
                    <a:cubicBezTo>
                      <a:pt x="8977" y="0"/>
                      <a:pt x="8273" y="554"/>
                      <a:pt x="7807" y="834"/>
                    </a:cubicBezTo>
                    <a:cubicBezTo>
                      <a:pt x="7775" y="854"/>
                      <a:pt x="7744" y="874"/>
                      <a:pt x="7712" y="890"/>
                    </a:cubicBezTo>
                    <a:cubicBezTo>
                      <a:pt x="7661" y="921"/>
                      <a:pt x="7609" y="945"/>
                      <a:pt x="7558" y="977"/>
                    </a:cubicBezTo>
                    <a:cubicBezTo>
                      <a:pt x="6686" y="1448"/>
                      <a:pt x="5716" y="1741"/>
                      <a:pt x="4730" y="1832"/>
                    </a:cubicBezTo>
                    <a:cubicBezTo>
                      <a:pt x="4666" y="1840"/>
                      <a:pt x="4607" y="1848"/>
                      <a:pt x="4547" y="1852"/>
                    </a:cubicBezTo>
                    <a:cubicBezTo>
                      <a:pt x="4369" y="1864"/>
                      <a:pt x="4190" y="1871"/>
                      <a:pt x="4012" y="1871"/>
                    </a:cubicBezTo>
                    <a:cubicBezTo>
                      <a:pt x="3560" y="1871"/>
                      <a:pt x="3109" y="1830"/>
                      <a:pt x="2666" y="1745"/>
                    </a:cubicBezTo>
                    <a:cubicBezTo>
                      <a:pt x="2472" y="1710"/>
                      <a:pt x="2274" y="1666"/>
                      <a:pt x="2068" y="1622"/>
                    </a:cubicBezTo>
                    <a:cubicBezTo>
                      <a:pt x="2008" y="1610"/>
                      <a:pt x="1953" y="1603"/>
                      <a:pt x="1894" y="1591"/>
                    </a:cubicBezTo>
                    <a:cubicBezTo>
                      <a:pt x="1688" y="1553"/>
                      <a:pt x="1484" y="1526"/>
                      <a:pt x="1290" y="1526"/>
                    </a:cubicBezTo>
                    <a:cubicBezTo>
                      <a:pt x="803" y="1526"/>
                      <a:pt x="384" y="1696"/>
                      <a:pt x="182" y="2300"/>
                    </a:cubicBezTo>
                    <a:cubicBezTo>
                      <a:pt x="0" y="2842"/>
                      <a:pt x="155" y="3448"/>
                      <a:pt x="448" y="3936"/>
                    </a:cubicBezTo>
                    <a:cubicBezTo>
                      <a:pt x="670" y="4308"/>
                      <a:pt x="943" y="4609"/>
                      <a:pt x="1256" y="4854"/>
                    </a:cubicBezTo>
                    <a:cubicBezTo>
                      <a:pt x="1307" y="4898"/>
                      <a:pt x="1359" y="4934"/>
                      <a:pt x="1414" y="4973"/>
                    </a:cubicBezTo>
                    <a:cubicBezTo>
                      <a:pt x="2184" y="5512"/>
                      <a:pt x="3166" y="5733"/>
                      <a:pt x="4176" y="5733"/>
                    </a:cubicBezTo>
                    <a:cubicBezTo>
                      <a:pt x="4568" y="5733"/>
                      <a:pt x="4965" y="5700"/>
                      <a:pt x="5355" y="5639"/>
                    </a:cubicBezTo>
                    <a:cubicBezTo>
                      <a:pt x="5415" y="5631"/>
                      <a:pt x="5474" y="5619"/>
                      <a:pt x="5534" y="5611"/>
                    </a:cubicBezTo>
                    <a:cubicBezTo>
                      <a:pt x="6421" y="5453"/>
                      <a:pt x="7268" y="5151"/>
                      <a:pt x="7946" y="4779"/>
                    </a:cubicBezTo>
                    <a:cubicBezTo>
                      <a:pt x="8342" y="4557"/>
                      <a:pt x="8726" y="4312"/>
                      <a:pt x="9075" y="4031"/>
                    </a:cubicBezTo>
                    <a:cubicBezTo>
                      <a:pt x="9122" y="3995"/>
                      <a:pt x="9170" y="3959"/>
                      <a:pt x="9213" y="3916"/>
                    </a:cubicBezTo>
                    <a:cubicBezTo>
                      <a:pt x="10013" y="3234"/>
                      <a:pt x="10576" y="2363"/>
                      <a:pt x="10564" y="1203"/>
                    </a:cubicBezTo>
                    <a:cubicBezTo>
                      <a:pt x="10560" y="985"/>
                      <a:pt x="10528" y="767"/>
                      <a:pt x="10445" y="577"/>
                    </a:cubicBezTo>
                    <a:cubicBezTo>
                      <a:pt x="10350" y="355"/>
                      <a:pt x="10196" y="169"/>
                      <a:pt x="9946" y="66"/>
                    </a:cubicBezTo>
                    <a:cubicBezTo>
                      <a:pt x="9836" y="20"/>
                      <a:pt x="9720" y="0"/>
                      <a:pt x="96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4869875" y="3705400"/>
                <a:ext cx="24675" cy="95175"/>
              </a:xfrm>
              <a:custGeom>
                <a:avLst/>
                <a:gdLst/>
                <a:ahLst/>
                <a:cxnLst/>
                <a:rect l="l" t="t" r="r" b="b"/>
                <a:pathLst>
                  <a:path w="987" h="3807" extrusionOk="0">
                    <a:moveTo>
                      <a:pt x="183" y="0"/>
                    </a:moveTo>
                    <a:cubicBezTo>
                      <a:pt x="119" y="8"/>
                      <a:pt x="60" y="16"/>
                      <a:pt x="0" y="20"/>
                    </a:cubicBezTo>
                    <a:cubicBezTo>
                      <a:pt x="238" y="1149"/>
                      <a:pt x="650" y="3102"/>
                      <a:pt x="808" y="3807"/>
                    </a:cubicBezTo>
                    <a:cubicBezTo>
                      <a:pt x="868" y="3799"/>
                      <a:pt x="927" y="3787"/>
                      <a:pt x="987" y="3779"/>
                    </a:cubicBezTo>
                    <a:cubicBezTo>
                      <a:pt x="844" y="3157"/>
                      <a:pt x="480" y="1426"/>
                      <a:pt x="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4945125" y="3681825"/>
                <a:ext cx="41425" cy="78550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3142" extrusionOk="0">
                    <a:moveTo>
                      <a:pt x="155" y="1"/>
                    </a:moveTo>
                    <a:cubicBezTo>
                      <a:pt x="104" y="32"/>
                      <a:pt x="52" y="56"/>
                      <a:pt x="1" y="88"/>
                    </a:cubicBezTo>
                    <a:lnTo>
                      <a:pt x="1518" y="3142"/>
                    </a:lnTo>
                    <a:cubicBezTo>
                      <a:pt x="1565" y="3106"/>
                      <a:pt x="1613" y="3070"/>
                      <a:pt x="1656" y="3027"/>
                    </a:cubicBezTo>
                    <a:lnTo>
                      <a:pt x="1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4787575" y="3699350"/>
                <a:ext cx="20325" cy="8460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3384" extrusionOk="0">
                    <a:moveTo>
                      <a:pt x="639" y="1"/>
                    </a:moveTo>
                    <a:lnTo>
                      <a:pt x="1" y="3264"/>
                    </a:lnTo>
                    <a:cubicBezTo>
                      <a:pt x="52" y="3308"/>
                      <a:pt x="104" y="3344"/>
                      <a:pt x="159" y="3383"/>
                    </a:cubicBezTo>
                    <a:lnTo>
                      <a:pt x="813" y="32"/>
                    </a:lnTo>
                    <a:cubicBezTo>
                      <a:pt x="753" y="20"/>
                      <a:pt x="698" y="13"/>
                      <a:pt x="6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5093750" y="3403325"/>
                <a:ext cx="339675" cy="271900"/>
              </a:xfrm>
              <a:custGeom>
                <a:avLst/>
                <a:gdLst/>
                <a:ahLst/>
                <a:cxnLst/>
                <a:rect l="l" t="t" r="r" b="b"/>
                <a:pathLst>
                  <a:path w="13587" h="10876" extrusionOk="0">
                    <a:moveTo>
                      <a:pt x="8026" y="0"/>
                    </a:moveTo>
                    <a:cubicBezTo>
                      <a:pt x="7283" y="0"/>
                      <a:pt x="6343" y="1045"/>
                      <a:pt x="6572" y="2660"/>
                    </a:cubicBezTo>
                    <a:cubicBezTo>
                      <a:pt x="6084" y="858"/>
                      <a:pt x="5201" y="168"/>
                      <a:pt x="4531" y="168"/>
                    </a:cubicBezTo>
                    <a:cubicBezTo>
                      <a:pt x="3547" y="168"/>
                      <a:pt x="3025" y="1659"/>
                      <a:pt x="4898" y="3307"/>
                    </a:cubicBezTo>
                    <a:lnTo>
                      <a:pt x="4898" y="3307"/>
                    </a:lnTo>
                    <a:cubicBezTo>
                      <a:pt x="4364" y="2879"/>
                      <a:pt x="3133" y="1986"/>
                      <a:pt x="2122" y="1986"/>
                    </a:cubicBezTo>
                    <a:cubicBezTo>
                      <a:pt x="1894" y="1986"/>
                      <a:pt x="1677" y="2031"/>
                      <a:pt x="1482" y="2138"/>
                    </a:cubicBezTo>
                    <a:cubicBezTo>
                      <a:pt x="163" y="3001"/>
                      <a:pt x="2615" y="3936"/>
                      <a:pt x="4096" y="4574"/>
                    </a:cubicBezTo>
                    <a:cubicBezTo>
                      <a:pt x="3794" y="4530"/>
                      <a:pt x="3511" y="4510"/>
                      <a:pt x="3249" y="4510"/>
                    </a:cubicBezTo>
                    <a:cubicBezTo>
                      <a:pt x="366" y="4510"/>
                      <a:pt x="0" y="6921"/>
                      <a:pt x="2856" y="6921"/>
                    </a:cubicBezTo>
                    <a:cubicBezTo>
                      <a:pt x="3295" y="6921"/>
                      <a:pt x="3811" y="6864"/>
                      <a:pt x="4405" y="6732"/>
                    </a:cubicBezTo>
                    <a:lnTo>
                      <a:pt x="4405" y="6732"/>
                    </a:lnTo>
                    <a:cubicBezTo>
                      <a:pt x="1515" y="7835"/>
                      <a:pt x="2104" y="10342"/>
                      <a:pt x="3556" y="10342"/>
                    </a:cubicBezTo>
                    <a:cubicBezTo>
                      <a:pt x="4185" y="10342"/>
                      <a:pt x="4976" y="9871"/>
                      <a:pt x="5716" y="8610"/>
                    </a:cubicBezTo>
                    <a:lnTo>
                      <a:pt x="5716" y="8610"/>
                    </a:lnTo>
                    <a:cubicBezTo>
                      <a:pt x="5247" y="10176"/>
                      <a:pt x="5528" y="10814"/>
                      <a:pt x="5982" y="10814"/>
                    </a:cubicBezTo>
                    <a:cubicBezTo>
                      <a:pt x="6466" y="10814"/>
                      <a:pt x="7147" y="10087"/>
                      <a:pt x="7321" y="8985"/>
                    </a:cubicBezTo>
                    <a:lnTo>
                      <a:pt x="7321" y="8985"/>
                    </a:lnTo>
                    <a:cubicBezTo>
                      <a:pt x="7445" y="10184"/>
                      <a:pt x="8205" y="10875"/>
                      <a:pt x="8836" y="10875"/>
                    </a:cubicBezTo>
                    <a:cubicBezTo>
                      <a:pt x="9512" y="10875"/>
                      <a:pt x="10040" y="10084"/>
                      <a:pt x="9483" y="8277"/>
                    </a:cubicBezTo>
                    <a:lnTo>
                      <a:pt x="9483" y="8277"/>
                    </a:lnTo>
                    <a:cubicBezTo>
                      <a:pt x="9685" y="8578"/>
                      <a:pt x="10224" y="9287"/>
                      <a:pt x="11147" y="9505"/>
                    </a:cubicBezTo>
                    <a:cubicBezTo>
                      <a:pt x="11348" y="9568"/>
                      <a:pt x="11546" y="9600"/>
                      <a:pt x="11730" y="9600"/>
                    </a:cubicBezTo>
                    <a:cubicBezTo>
                      <a:pt x="12445" y="9600"/>
                      <a:pt x="12956" y="9122"/>
                      <a:pt x="12628" y="8146"/>
                    </a:cubicBezTo>
                    <a:cubicBezTo>
                      <a:pt x="12149" y="6720"/>
                      <a:pt x="9673" y="6411"/>
                      <a:pt x="9709" y="6293"/>
                    </a:cubicBezTo>
                    <a:cubicBezTo>
                      <a:pt x="9712" y="6282"/>
                      <a:pt x="9736" y="6277"/>
                      <a:pt x="9778" y="6277"/>
                    </a:cubicBezTo>
                    <a:cubicBezTo>
                      <a:pt x="9949" y="6277"/>
                      <a:pt x="10415" y="6359"/>
                      <a:pt x="10937" y="6455"/>
                    </a:cubicBezTo>
                    <a:cubicBezTo>
                      <a:pt x="11486" y="6553"/>
                      <a:pt x="11770" y="6615"/>
                      <a:pt x="12024" y="6615"/>
                    </a:cubicBezTo>
                    <a:cubicBezTo>
                      <a:pt x="12128" y="6615"/>
                      <a:pt x="12228" y="6605"/>
                      <a:pt x="12339" y="6582"/>
                    </a:cubicBezTo>
                    <a:cubicBezTo>
                      <a:pt x="12529" y="6542"/>
                      <a:pt x="12842" y="6475"/>
                      <a:pt x="13123" y="6213"/>
                    </a:cubicBezTo>
                    <a:cubicBezTo>
                      <a:pt x="13139" y="6197"/>
                      <a:pt x="13155" y="6182"/>
                      <a:pt x="13171" y="6166"/>
                    </a:cubicBezTo>
                    <a:cubicBezTo>
                      <a:pt x="13587" y="5734"/>
                      <a:pt x="13587" y="5049"/>
                      <a:pt x="13195" y="4593"/>
                    </a:cubicBezTo>
                    <a:cubicBezTo>
                      <a:pt x="12961" y="4320"/>
                      <a:pt x="12731" y="4181"/>
                      <a:pt x="12589" y="4114"/>
                    </a:cubicBezTo>
                    <a:cubicBezTo>
                      <a:pt x="12573" y="4106"/>
                      <a:pt x="12557" y="4098"/>
                      <a:pt x="12537" y="4090"/>
                    </a:cubicBezTo>
                    <a:cubicBezTo>
                      <a:pt x="12394" y="4030"/>
                      <a:pt x="12008" y="3905"/>
                      <a:pt x="11500" y="3905"/>
                    </a:cubicBezTo>
                    <a:cubicBezTo>
                      <a:pt x="11279" y="3905"/>
                      <a:pt x="11035" y="3929"/>
                      <a:pt x="10778" y="3991"/>
                    </a:cubicBezTo>
                    <a:cubicBezTo>
                      <a:pt x="10485" y="4061"/>
                      <a:pt x="10231" y="4168"/>
                      <a:pt x="10019" y="4283"/>
                    </a:cubicBezTo>
                    <a:lnTo>
                      <a:pt x="10019" y="4283"/>
                    </a:lnTo>
                    <a:cubicBezTo>
                      <a:pt x="11322" y="3306"/>
                      <a:pt x="11988" y="2379"/>
                      <a:pt x="11757" y="1825"/>
                    </a:cubicBezTo>
                    <a:cubicBezTo>
                      <a:pt x="11583" y="1405"/>
                      <a:pt x="10937" y="1318"/>
                      <a:pt x="10866" y="1306"/>
                    </a:cubicBezTo>
                    <a:cubicBezTo>
                      <a:pt x="10803" y="1298"/>
                      <a:pt x="10740" y="1294"/>
                      <a:pt x="10677" y="1294"/>
                    </a:cubicBezTo>
                    <a:cubicBezTo>
                      <a:pt x="9817" y="1294"/>
                      <a:pt x="8894" y="2038"/>
                      <a:pt x="8422" y="3278"/>
                    </a:cubicBezTo>
                    <a:cubicBezTo>
                      <a:pt x="9266" y="955"/>
                      <a:pt x="8736" y="0"/>
                      <a:pt x="80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4447450" y="3883925"/>
                <a:ext cx="362825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3" h="7753" extrusionOk="0">
                    <a:moveTo>
                      <a:pt x="4662" y="0"/>
                    </a:moveTo>
                    <a:cubicBezTo>
                      <a:pt x="2181" y="0"/>
                      <a:pt x="0" y="757"/>
                      <a:pt x="0" y="757"/>
                    </a:cubicBezTo>
                    <a:cubicBezTo>
                      <a:pt x="99" y="5071"/>
                      <a:pt x="6322" y="5356"/>
                      <a:pt x="6322" y="5356"/>
                    </a:cubicBezTo>
                    <a:lnTo>
                      <a:pt x="5363" y="6889"/>
                    </a:lnTo>
                    <a:lnTo>
                      <a:pt x="8199" y="7752"/>
                    </a:lnTo>
                    <a:lnTo>
                      <a:pt x="11400" y="4639"/>
                    </a:lnTo>
                    <a:cubicBezTo>
                      <a:pt x="13166" y="4568"/>
                      <a:pt x="14513" y="3478"/>
                      <a:pt x="14513" y="3478"/>
                    </a:cubicBezTo>
                    <a:cubicBezTo>
                      <a:pt x="13436" y="1304"/>
                      <a:pt x="8088" y="627"/>
                      <a:pt x="8088" y="627"/>
                    </a:cubicBezTo>
                    <a:cubicBezTo>
                      <a:pt x="7005" y="160"/>
                      <a:pt x="5802" y="0"/>
                      <a:pt x="4662" y="0"/>
                    </a:cubicBezTo>
                    <a:close/>
                  </a:path>
                </a:pathLst>
              </a:custGeom>
              <a:solidFill>
                <a:srgbClr val="6E61F4">
                  <a:alpha val="487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/>
              <p:cNvSpPr/>
              <p:nvPr/>
            </p:nvSpPr>
            <p:spPr>
              <a:xfrm>
                <a:off x="4195200" y="3765375"/>
                <a:ext cx="339700" cy="271975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10879" extrusionOk="0">
                    <a:moveTo>
                      <a:pt x="8028" y="1"/>
                    </a:moveTo>
                    <a:cubicBezTo>
                      <a:pt x="7285" y="1"/>
                      <a:pt x="6344" y="1047"/>
                      <a:pt x="6573" y="2663"/>
                    </a:cubicBezTo>
                    <a:cubicBezTo>
                      <a:pt x="6085" y="859"/>
                      <a:pt x="5201" y="168"/>
                      <a:pt x="4532" y="168"/>
                    </a:cubicBezTo>
                    <a:cubicBezTo>
                      <a:pt x="3551" y="168"/>
                      <a:pt x="3030" y="1649"/>
                      <a:pt x="4880" y="3293"/>
                    </a:cubicBezTo>
                    <a:lnTo>
                      <a:pt x="4880" y="3293"/>
                    </a:lnTo>
                    <a:cubicBezTo>
                      <a:pt x="4337" y="2857"/>
                      <a:pt x="3122" y="1985"/>
                      <a:pt x="2123" y="1985"/>
                    </a:cubicBezTo>
                    <a:cubicBezTo>
                      <a:pt x="1895" y="1985"/>
                      <a:pt x="1678" y="2030"/>
                      <a:pt x="1483" y="2136"/>
                    </a:cubicBezTo>
                    <a:cubicBezTo>
                      <a:pt x="164" y="3000"/>
                      <a:pt x="2616" y="3935"/>
                      <a:pt x="4097" y="4576"/>
                    </a:cubicBezTo>
                    <a:cubicBezTo>
                      <a:pt x="3793" y="4533"/>
                      <a:pt x="3509" y="4512"/>
                      <a:pt x="3246" y="4512"/>
                    </a:cubicBezTo>
                    <a:cubicBezTo>
                      <a:pt x="367" y="4512"/>
                      <a:pt x="0" y="6921"/>
                      <a:pt x="2852" y="6921"/>
                    </a:cubicBezTo>
                    <a:cubicBezTo>
                      <a:pt x="3293" y="6921"/>
                      <a:pt x="3810" y="6864"/>
                      <a:pt x="4406" y="6731"/>
                    </a:cubicBezTo>
                    <a:lnTo>
                      <a:pt x="4406" y="6731"/>
                    </a:lnTo>
                    <a:cubicBezTo>
                      <a:pt x="1516" y="7834"/>
                      <a:pt x="2105" y="10341"/>
                      <a:pt x="3557" y="10341"/>
                    </a:cubicBezTo>
                    <a:cubicBezTo>
                      <a:pt x="4186" y="10341"/>
                      <a:pt x="4977" y="9870"/>
                      <a:pt x="5717" y="8609"/>
                    </a:cubicBezTo>
                    <a:lnTo>
                      <a:pt x="5717" y="8609"/>
                    </a:lnTo>
                    <a:cubicBezTo>
                      <a:pt x="5248" y="10175"/>
                      <a:pt x="5529" y="10813"/>
                      <a:pt x="5983" y="10813"/>
                    </a:cubicBezTo>
                    <a:cubicBezTo>
                      <a:pt x="6467" y="10813"/>
                      <a:pt x="7147" y="10087"/>
                      <a:pt x="7322" y="8987"/>
                    </a:cubicBezTo>
                    <a:lnTo>
                      <a:pt x="7322" y="8987"/>
                    </a:lnTo>
                    <a:cubicBezTo>
                      <a:pt x="7446" y="10187"/>
                      <a:pt x="8206" y="10878"/>
                      <a:pt x="8837" y="10878"/>
                    </a:cubicBezTo>
                    <a:cubicBezTo>
                      <a:pt x="9513" y="10878"/>
                      <a:pt x="10041" y="10087"/>
                      <a:pt x="9484" y="8280"/>
                    </a:cubicBezTo>
                    <a:lnTo>
                      <a:pt x="9484" y="8280"/>
                    </a:lnTo>
                    <a:cubicBezTo>
                      <a:pt x="9686" y="8581"/>
                      <a:pt x="10225" y="9286"/>
                      <a:pt x="11148" y="9504"/>
                    </a:cubicBezTo>
                    <a:cubicBezTo>
                      <a:pt x="11350" y="9568"/>
                      <a:pt x="11550" y="9601"/>
                      <a:pt x="11735" y="9601"/>
                    </a:cubicBezTo>
                    <a:cubicBezTo>
                      <a:pt x="12448" y="9601"/>
                      <a:pt x="12956" y="9122"/>
                      <a:pt x="12629" y="8145"/>
                    </a:cubicBezTo>
                    <a:cubicBezTo>
                      <a:pt x="12150" y="6723"/>
                      <a:pt x="9674" y="6410"/>
                      <a:pt x="9710" y="6295"/>
                    </a:cubicBezTo>
                    <a:cubicBezTo>
                      <a:pt x="9713" y="6284"/>
                      <a:pt x="9737" y="6280"/>
                      <a:pt x="9779" y="6280"/>
                    </a:cubicBezTo>
                    <a:cubicBezTo>
                      <a:pt x="9951" y="6280"/>
                      <a:pt x="10416" y="6362"/>
                      <a:pt x="10938" y="6454"/>
                    </a:cubicBezTo>
                    <a:cubicBezTo>
                      <a:pt x="11488" y="6555"/>
                      <a:pt x="11772" y="6618"/>
                      <a:pt x="12026" y="6618"/>
                    </a:cubicBezTo>
                    <a:cubicBezTo>
                      <a:pt x="12130" y="6618"/>
                      <a:pt x="12229" y="6608"/>
                      <a:pt x="12340" y="6585"/>
                    </a:cubicBezTo>
                    <a:cubicBezTo>
                      <a:pt x="12530" y="6545"/>
                      <a:pt x="12843" y="6474"/>
                      <a:pt x="13124" y="6212"/>
                    </a:cubicBezTo>
                    <a:cubicBezTo>
                      <a:pt x="13140" y="6196"/>
                      <a:pt x="13156" y="6180"/>
                      <a:pt x="13172" y="6165"/>
                    </a:cubicBezTo>
                    <a:cubicBezTo>
                      <a:pt x="13588" y="5733"/>
                      <a:pt x="13588" y="5052"/>
                      <a:pt x="13196" y="4596"/>
                    </a:cubicBezTo>
                    <a:cubicBezTo>
                      <a:pt x="12962" y="4319"/>
                      <a:pt x="12732" y="4184"/>
                      <a:pt x="12590" y="4113"/>
                    </a:cubicBezTo>
                    <a:cubicBezTo>
                      <a:pt x="12574" y="4105"/>
                      <a:pt x="12558" y="4097"/>
                      <a:pt x="12538" y="4089"/>
                    </a:cubicBezTo>
                    <a:cubicBezTo>
                      <a:pt x="12394" y="4031"/>
                      <a:pt x="12005" y="3907"/>
                      <a:pt x="11494" y="3907"/>
                    </a:cubicBezTo>
                    <a:cubicBezTo>
                      <a:pt x="11275" y="3907"/>
                      <a:pt x="11034" y="3930"/>
                      <a:pt x="10779" y="3990"/>
                    </a:cubicBezTo>
                    <a:cubicBezTo>
                      <a:pt x="10491" y="4059"/>
                      <a:pt x="10242" y="4163"/>
                      <a:pt x="10031" y="4276"/>
                    </a:cubicBezTo>
                    <a:lnTo>
                      <a:pt x="10031" y="4276"/>
                    </a:lnTo>
                    <a:cubicBezTo>
                      <a:pt x="11327" y="3300"/>
                      <a:pt x="11988" y="2381"/>
                      <a:pt x="11758" y="1828"/>
                    </a:cubicBezTo>
                    <a:cubicBezTo>
                      <a:pt x="11583" y="1404"/>
                      <a:pt x="10938" y="1317"/>
                      <a:pt x="10863" y="1309"/>
                    </a:cubicBezTo>
                    <a:cubicBezTo>
                      <a:pt x="10799" y="1300"/>
                      <a:pt x="10734" y="1296"/>
                      <a:pt x="10669" y="1296"/>
                    </a:cubicBezTo>
                    <a:cubicBezTo>
                      <a:pt x="9814" y="1296"/>
                      <a:pt x="8894" y="2040"/>
                      <a:pt x="8423" y="3277"/>
                    </a:cubicBezTo>
                    <a:cubicBezTo>
                      <a:pt x="9266" y="955"/>
                      <a:pt x="8737" y="1"/>
                      <a:pt x="80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42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Psychodynamic Perspectives</a:t>
            </a:r>
            <a:endParaRPr dirty="0"/>
          </a:p>
        </p:txBody>
      </p:sp>
      <p:sp>
        <p:nvSpPr>
          <p:cNvPr id="949" name="Google Shape;949;p42"/>
          <p:cNvSpPr txBox="1">
            <a:spLocks noGrp="1"/>
          </p:cNvSpPr>
          <p:nvPr>
            <p:ph type="subTitle" idx="1"/>
          </p:nvPr>
        </p:nvSpPr>
        <p:spPr>
          <a:xfrm>
            <a:off x="5277351" y="2571750"/>
            <a:ext cx="3254100" cy="21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eaLnBrk="1" hangingPunct="1">
              <a:buClr>
                <a:schemeClr val="tx1"/>
              </a:buClr>
            </a:pPr>
            <a:r>
              <a:rPr lang="en-US" altLang="en-US" sz="1800" dirty="0">
                <a:solidFill>
                  <a:srgbClr val="7030A0"/>
                </a:solidFill>
              </a:rPr>
              <a:t>Who is the best known psychodynamic theorist? </a:t>
            </a:r>
          </a:p>
        </p:txBody>
      </p:sp>
      <p:sp>
        <p:nvSpPr>
          <p:cNvPr id="950" name="Google Shape;950;p42"/>
          <p:cNvSpPr txBox="1">
            <a:spLocks noGrp="1"/>
          </p:cNvSpPr>
          <p:nvPr>
            <p:ph type="subTitle" idx="2"/>
          </p:nvPr>
        </p:nvSpPr>
        <p:spPr>
          <a:xfrm>
            <a:off x="1057900" y="1717275"/>
            <a:ext cx="4086594" cy="21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Theoretical view emphasizing that personality is primarily </a:t>
            </a:r>
            <a:r>
              <a:rPr lang="en-US" altLang="en-US" i="1" dirty="0"/>
              <a:t>unconscious (beyond awareness)</a:t>
            </a:r>
            <a:r>
              <a:rPr lang="en-US" altLang="en-US" dirty="0"/>
              <a:t>.</a:t>
            </a:r>
          </a:p>
          <a:p>
            <a:pPr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Understanding personality involves exploring the </a:t>
            </a:r>
            <a:r>
              <a:rPr lang="en-US" altLang="en-US" i="1" dirty="0"/>
              <a:t>symbolic</a:t>
            </a:r>
            <a:r>
              <a:rPr lang="en-US" altLang="en-US" dirty="0"/>
              <a:t> meanings of </a:t>
            </a:r>
            <a:br>
              <a:rPr lang="en-US" altLang="en-US" dirty="0"/>
            </a:br>
            <a:r>
              <a:rPr lang="en-US" altLang="en-US" dirty="0"/>
              <a:t>behavior and the unconscious mind</a:t>
            </a:r>
          </a:p>
          <a:p>
            <a:pPr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Early </a:t>
            </a:r>
            <a:r>
              <a:rPr lang="en-US" altLang="en-US" i="1" dirty="0"/>
              <a:t>childhood experiences </a:t>
            </a:r>
            <a:r>
              <a:rPr lang="en-US" altLang="en-US" dirty="0"/>
              <a:t>sculpt the individual’s personality</a:t>
            </a:r>
          </a:p>
          <a:p>
            <a:pPr marL="139700" indent="0" algn="l" eaLnBrk="1" hangingPunct="1">
              <a:buClr>
                <a:schemeClr val="tx1"/>
              </a:buClr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Psychodynamic Perspective</a:t>
            </a:r>
            <a:endParaRPr dirty="0"/>
          </a:p>
        </p:txBody>
      </p:sp>
      <p:sp>
        <p:nvSpPr>
          <p:cNvPr id="1048" name="Google Shape;1048;p44"/>
          <p:cNvSpPr txBox="1">
            <a:spLocks noGrp="1"/>
          </p:cNvSpPr>
          <p:nvPr>
            <p:ph type="subTitle" idx="1"/>
          </p:nvPr>
        </p:nvSpPr>
        <p:spPr>
          <a:xfrm>
            <a:off x="720000" y="1700299"/>
            <a:ext cx="4936238" cy="3070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tx1"/>
              </a:buClr>
            </a:pPr>
            <a:r>
              <a:rPr lang="en-US" altLang="en-US" sz="1600" dirty="0"/>
              <a:t>Freud and Psychoanalysis</a:t>
            </a:r>
          </a:p>
          <a:p>
            <a:pPr lvl="1" algn="l" eaLnBrk="1" hangingPunct="1">
              <a:buClr>
                <a:schemeClr val="tx1"/>
              </a:buClr>
            </a:pPr>
            <a:r>
              <a:rPr lang="en-US" altLang="en-US" sz="1600" i="1" dirty="0"/>
              <a:t>sex drive </a:t>
            </a:r>
            <a:r>
              <a:rPr lang="en-US" altLang="en-US" sz="1600" dirty="0"/>
              <a:t>– main determinant of personality development</a:t>
            </a:r>
          </a:p>
          <a:p>
            <a:pPr marL="457200" lvl="1" indent="0" algn="l">
              <a:buClr>
                <a:schemeClr val="tx1"/>
              </a:buClr>
              <a:buNone/>
            </a:pPr>
            <a:endParaRPr lang="en-US" altLang="en-US" sz="1600" dirty="0"/>
          </a:p>
          <a:p>
            <a:pPr>
              <a:buClr>
                <a:schemeClr val="tx1"/>
              </a:buClr>
            </a:pPr>
            <a:r>
              <a:rPr lang="en-US" altLang="en-US" sz="1600" dirty="0"/>
              <a:t>Hysteria</a:t>
            </a:r>
          </a:p>
          <a:p>
            <a:pPr lvl="1" algn="l" eaLnBrk="1" hangingPunct="1">
              <a:buClr>
                <a:schemeClr val="tx1"/>
              </a:buClr>
            </a:pPr>
            <a:r>
              <a:rPr lang="en-US" altLang="en-US" sz="1600" dirty="0"/>
              <a:t>physical symptoms without physical cause</a:t>
            </a:r>
          </a:p>
          <a:p>
            <a:pPr lvl="1" algn="l" eaLnBrk="1" hangingPunct="1">
              <a:buClr>
                <a:schemeClr val="tx1"/>
              </a:buClr>
            </a:pPr>
            <a:r>
              <a:rPr lang="en-US" altLang="en-US" sz="1600" dirty="0"/>
              <a:t>overdetermined – multiple unconscious causes</a:t>
            </a:r>
          </a:p>
          <a:p>
            <a:pPr lvl="1" algn="l" eaLnBrk="1" hangingPunct="1">
              <a:buClr>
                <a:schemeClr val="tx1"/>
              </a:buClr>
            </a:pPr>
            <a:r>
              <a:rPr lang="en-US" altLang="en-US" sz="1600" dirty="0"/>
              <a:t>Usually diagnosed in women</a:t>
            </a:r>
          </a:p>
          <a:p>
            <a:pPr lvl="2" algn="l">
              <a:buClr>
                <a:schemeClr val="tx1"/>
              </a:buClr>
            </a:pPr>
            <a:r>
              <a:rPr lang="en-US" altLang="en-US" sz="1600" dirty="0"/>
              <a:t>“wandering uterus”</a:t>
            </a:r>
          </a:p>
          <a:p>
            <a:pPr lvl="1" algn="l" eaLnBrk="1" hangingPunct="1">
              <a:buClr>
                <a:schemeClr val="tx1"/>
              </a:buClr>
            </a:pPr>
            <a:r>
              <a:rPr lang="en-US" altLang="en-US" sz="1600" dirty="0"/>
              <a:t>Taken out of the DSM in 1980</a:t>
            </a:r>
          </a:p>
        </p:txBody>
      </p:sp>
      <p:grpSp>
        <p:nvGrpSpPr>
          <p:cNvPr id="1049" name="Google Shape;1049;p44"/>
          <p:cNvGrpSpPr/>
          <p:nvPr/>
        </p:nvGrpSpPr>
        <p:grpSpPr>
          <a:xfrm>
            <a:off x="6575053" y="2571750"/>
            <a:ext cx="1678311" cy="1493576"/>
            <a:chOff x="6352225" y="1788550"/>
            <a:chExt cx="1037275" cy="923100"/>
          </a:xfrm>
        </p:grpSpPr>
        <p:sp>
          <p:nvSpPr>
            <p:cNvPr id="1050" name="Google Shape;1050;p44"/>
            <p:cNvSpPr/>
            <p:nvPr/>
          </p:nvSpPr>
          <p:spPr>
            <a:xfrm>
              <a:off x="6352225" y="1788550"/>
              <a:ext cx="1037275" cy="923100"/>
            </a:xfrm>
            <a:custGeom>
              <a:avLst/>
              <a:gdLst/>
              <a:ahLst/>
              <a:cxnLst/>
              <a:rect l="l" t="t" r="r" b="b"/>
              <a:pathLst>
                <a:path w="41491" h="36924" extrusionOk="0">
                  <a:moveTo>
                    <a:pt x="14438" y="8258"/>
                  </a:moveTo>
                  <a:cubicBezTo>
                    <a:pt x="14201" y="8346"/>
                    <a:pt x="13959" y="8437"/>
                    <a:pt x="13725" y="8532"/>
                  </a:cubicBezTo>
                  <a:lnTo>
                    <a:pt x="13547" y="8286"/>
                  </a:lnTo>
                  <a:lnTo>
                    <a:pt x="14438" y="8258"/>
                  </a:lnTo>
                  <a:close/>
                  <a:moveTo>
                    <a:pt x="9582" y="0"/>
                  </a:moveTo>
                  <a:lnTo>
                    <a:pt x="6584" y="3799"/>
                  </a:lnTo>
                  <a:lnTo>
                    <a:pt x="3134" y="1901"/>
                  </a:lnTo>
                  <a:lnTo>
                    <a:pt x="3134" y="1901"/>
                  </a:lnTo>
                  <a:cubicBezTo>
                    <a:pt x="3324" y="2860"/>
                    <a:pt x="3518" y="3818"/>
                    <a:pt x="3708" y="4777"/>
                  </a:cubicBezTo>
                  <a:lnTo>
                    <a:pt x="1" y="5815"/>
                  </a:lnTo>
                  <a:lnTo>
                    <a:pt x="2801" y="7771"/>
                  </a:lnTo>
                  <a:lnTo>
                    <a:pt x="36" y="10073"/>
                  </a:lnTo>
                  <a:lnTo>
                    <a:pt x="3534" y="10473"/>
                  </a:lnTo>
                  <a:lnTo>
                    <a:pt x="3364" y="13293"/>
                  </a:lnTo>
                  <a:lnTo>
                    <a:pt x="6413" y="11106"/>
                  </a:lnTo>
                  <a:lnTo>
                    <a:pt x="6695" y="13320"/>
                  </a:lnTo>
                  <a:cubicBezTo>
                    <a:pt x="5776" y="14398"/>
                    <a:pt x="5098" y="15562"/>
                    <a:pt x="4734" y="16786"/>
                  </a:cubicBezTo>
                  <a:cubicBezTo>
                    <a:pt x="4560" y="17364"/>
                    <a:pt x="3486" y="21290"/>
                    <a:pt x="5799" y="24205"/>
                  </a:cubicBezTo>
                  <a:cubicBezTo>
                    <a:pt x="7759" y="26678"/>
                    <a:pt x="11158" y="26784"/>
                    <a:pt x="11727" y="26784"/>
                  </a:cubicBezTo>
                  <a:cubicBezTo>
                    <a:pt x="11780" y="26784"/>
                    <a:pt x="11808" y="26783"/>
                    <a:pt x="11808" y="26783"/>
                  </a:cubicBezTo>
                  <a:lnTo>
                    <a:pt x="11808" y="26783"/>
                  </a:lnTo>
                  <a:cubicBezTo>
                    <a:pt x="11024" y="30486"/>
                    <a:pt x="13880" y="32923"/>
                    <a:pt x="17678" y="32923"/>
                  </a:cubicBezTo>
                  <a:cubicBezTo>
                    <a:pt x="18751" y="32923"/>
                    <a:pt x="19899" y="32728"/>
                    <a:pt x="21061" y="32313"/>
                  </a:cubicBezTo>
                  <a:cubicBezTo>
                    <a:pt x="21061" y="32313"/>
                    <a:pt x="22514" y="33489"/>
                    <a:pt x="24420" y="33560"/>
                  </a:cubicBezTo>
                  <a:lnTo>
                    <a:pt x="27873" y="36923"/>
                  </a:lnTo>
                  <a:lnTo>
                    <a:pt x="30931" y="35988"/>
                  </a:lnTo>
                  <a:lnTo>
                    <a:pt x="30195" y="34812"/>
                  </a:lnTo>
                  <a:lnTo>
                    <a:pt x="30321" y="34772"/>
                  </a:lnTo>
                  <a:lnTo>
                    <a:pt x="30044" y="34329"/>
                  </a:lnTo>
                  <a:cubicBezTo>
                    <a:pt x="31022" y="34254"/>
                    <a:pt x="36623" y="33624"/>
                    <a:pt x="36722" y="29378"/>
                  </a:cubicBezTo>
                  <a:lnTo>
                    <a:pt x="36722" y="29374"/>
                  </a:lnTo>
                  <a:cubicBezTo>
                    <a:pt x="38100" y="29180"/>
                    <a:pt x="39051" y="28661"/>
                    <a:pt x="39697" y="27995"/>
                  </a:cubicBezTo>
                  <a:cubicBezTo>
                    <a:pt x="41028" y="26625"/>
                    <a:pt x="41491" y="24581"/>
                    <a:pt x="40869" y="22700"/>
                  </a:cubicBezTo>
                  <a:cubicBezTo>
                    <a:pt x="40830" y="21468"/>
                    <a:pt x="40628" y="19646"/>
                    <a:pt x="39839" y="17626"/>
                  </a:cubicBezTo>
                  <a:cubicBezTo>
                    <a:pt x="37502" y="11653"/>
                    <a:pt x="31957" y="8944"/>
                    <a:pt x="30020" y="8148"/>
                  </a:cubicBezTo>
                  <a:cubicBezTo>
                    <a:pt x="27716" y="7201"/>
                    <a:pt x="25208" y="6775"/>
                    <a:pt x="22692" y="6775"/>
                  </a:cubicBezTo>
                  <a:cubicBezTo>
                    <a:pt x="20546" y="6775"/>
                    <a:pt x="18394" y="7085"/>
                    <a:pt x="16359" y="7645"/>
                  </a:cubicBezTo>
                  <a:lnTo>
                    <a:pt x="14537" y="6274"/>
                  </a:lnTo>
                  <a:lnTo>
                    <a:pt x="16759" y="4547"/>
                  </a:lnTo>
                  <a:lnTo>
                    <a:pt x="13052" y="4373"/>
                  </a:lnTo>
                  <a:lnTo>
                    <a:pt x="13377" y="1901"/>
                  </a:lnTo>
                  <a:lnTo>
                    <a:pt x="9950" y="3684"/>
                  </a:lnTo>
                  <a:lnTo>
                    <a:pt x="9582" y="0"/>
                  </a:lnTo>
                  <a:close/>
                </a:path>
              </a:pathLst>
            </a:custGeom>
            <a:solidFill>
              <a:schemeClr val="lt1"/>
            </a:solidFill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5725" dist="28575" dir="4500000" algn="bl" rotWithShape="0">
                <a:schemeClr val="dk1">
                  <a:alpha val="3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1" name="Google Shape;1051;p44"/>
            <p:cNvGrpSpPr/>
            <p:nvPr/>
          </p:nvGrpSpPr>
          <p:grpSpPr>
            <a:xfrm>
              <a:off x="6352225" y="1788550"/>
              <a:ext cx="1037275" cy="923100"/>
              <a:chOff x="6352225" y="3186825"/>
              <a:chExt cx="1037275" cy="923100"/>
            </a:xfrm>
          </p:grpSpPr>
          <p:sp>
            <p:nvSpPr>
              <p:cNvPr id="1052" name="Google Shape;1052;p44"/>
              <p:cNvSpPr/>
              <p:nvPr/>
            </p:nvSpPr>
            <p:spPr>
              <a:xfrm>
                <a:off x="6439375" y="3356100"/>
                <a:ext cx="950125" cy="753825"/>
              </a:xfrm>
              <a:custGeom>
                <a:avLst/>
                <a:gdLst/>
                <a:ahLst/>
                <a:cxnLst/>
                <a:rect l="l" t="t" r="r" b="b"/>
                <a:pathLst>
                  <a:path w="38005" h="30153" extrusionOk="0">
                    <a:moveTo>
                      <a:pt x="19206" y="1"/>
                    </a:moveTo>
                    <a:cubicBezTo>
                      <a:pt x="11109" y="1"/>
                      <a:pt x="2934" y="4404"/>
                      <a:pt x="1248" y="10015"/>
                    </a:cubicBezTo>
                    <a:cubicBezTo>
                      <a:pt x="1074" y="10590"/>
                      <a:pt x="0" y="14515"/>
                      <a:pt x="2313" y="17430"/>
                    </a:cubicBezTo>
                    <a:cubicBezTo>
                      <a:pt x="4273" y="19908"/>
                      <a:pt x="7673" y="20014"/>
                      <a:pt x="8241" y="20014"/>
                    </a:cubicBezTo>
                    <a:cubicBezTo>
                      <a:pt x="8294" y="20014"/>
                      <a:pt x="8322" y="20013"/>
                      <a:pt x="8322" y="20013"/>
                    </a:cubicBezTo>
                    <a:lnTo>
                      <a:pt x="8322" y="20013"/>
                    </a:lnTo>
                    <a:cubicBezTo>
                      <a:pt x="7538" y="23712"/>
                      <a:pt x="10394" y="26148"/>
                      <a:pt x="14191" y="26148"/>
                    </a:cubicBezTo>
                    <a:cubicBezTo>
                      <a:pt x="15264" y="26148"/>
                      <a:pt x="16412" y="25953"/>
                      <a:pt x="17575" y="25538"/>
                    </a:cubicBezTo>
                    <a:cubicBezTo>
                      <a:pt x="17575" y="25538"/>
                      <a:pt x="19028" y="26714"/>
                      <a:pt x="20934" y="26790"/>
                    </a:cubicBezTo>
                    <a:lnTo>
                      <a:pt x="24387" y="30152"/>
                    </a:lnTo>
                    <a:lnTo>
                      <a:pt x="27445" y="29218"/>
                    </a:lnTo>
                    <a:lnTo>
                      <a:pt x="26411" y="27566"/>
                    </a:lnTo>
                    <a:cubicBezTo>
                      <a:pt x="26411" y="27566"/>
                      <a:pt x="33129" y="27257"/>
                      <a:pt x="33236" y="22603"/>
                    </a:cubicBezTo>
                    <a:cubicBezTo>
                      <a:pt x="34614" y="22405"/>
                      <a:pt x="35565" y="21890"/>
                      <a:pt x="36211" y="21225"/>
                    </a:cubicBezTo>
                    <a:cubicBezTo>
                      <a:pt x="37542" y="19850"/>
                      <a:pt x="38005" y="17806"/>
                      <a:pt x="37383" y="15925"/>
                    </a:cubicBezTo>
                    <a:cubicBezTo>
                      <a:pt x="37344" y="14693"/>
                      <a:pt x="37142" y="12871"/>
                      <a:pt x="36353" y="10855"/>
                    </a:cubicBezTo>
                    <a:cubicBezTo>
                      <a:pt x="34016" y="4878"/>
                      <a:pt x="28471" y="2173"/>
                      <a:pt x="26534" y="1373"/>
                    </a:cubicBezTo>
                    <a:cubicBezTo>
                      <a:pt x="24231" y="426"/>
                      <a:pt x="21722" y="1"/>
                      <a:pt x="192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44"/>
              <p:cNvSpPr/>
              <p:nvPr/>
            </p:nvSpPr>
            <p:spPr>
              <a:xfrm>
                <a:off x="6881600" y="3883925"/>
                <a:ext cx="362850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4" h="7753" extrusionOk="0">
                    <a:moveTo>
                      <a:pt x="9851" y="0"/>
                    </a:moveTo>
                    <a:cubicBezTo>
                      <a:pt x="8712" y="0"/>
                      <a:pt x="7509" y="160"/>
                      <a:pt x="6425" y="627"/>
                    </a:cubicBezTo>
                    <a:cubicBezTo>
                      <a:pt x="6425" y="627"/>
                      <a:pt x="1078" y="1304"/>
                      <a:pt x="1" y="3478"/>
                    </a:cubicBezTo>
                    <a:cubicBezTo>
                      <a:pt x="1" y="3478"/>
                      <a:pt x="1347" y="4568"/>
                      <a:pt x="3110" y="4639"/>
                    </a:cubicBezTo>
                    <a:lnTo>
                      <a:pt x="6310" y="7752"/>
                    </a:lnTo>
                    <a:lnTo>
                      <a:pt x="9146" y="6889"/>
                    </a:lnTo>
                    <a:lnTo>
                      <a:pt x="8188" y="5356"/>
                    </a:lnTo>
                    <a:cubicBezTo>
                      <a:pt x="8188" y="5356"/>
                      <a:pt x="14410" y="5071"/>
                      <a:pt x="14513" y="757"/>
                    </a:cubicBezTo>
                    <a:cubicBezTo>
                      <a:pt x="14513" y="757"/>
                      <a:pt x="12332" y="0"/>
                      <a:pt x="98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44"/>
              <p:cNvSpPr/>
              <p:nvPr/>
            </p:nvSpPr>
            <p:spPr>
              <a:xfrm>
                <a:off x="6959225" y="3891350"/>
                <a:ext cx="107675" cy="110250"/>
              </a:xfrm>
              <a:custGeom>
                <a:avLst/>
                <a:gdLst/>
                <a:ahLst/>
                <a:cxnLst/>
                <a:rect l="l" t="t" r="r" b="b"/>
                <a:pathLst>
                  <a:path w="4307" h="4410" extrusionOk="0">
                    <a:moveTo>
                      <a:pt x="4176" y="1"/>
                    </a:moveTo>
                    <a:cubicBezTo>
                      <a:pt x="3954" y="1854"/>
                      <a:pt x="3162" y="3181"/>
                      <a:pt x="1890" y="3835"/>
                    </a:cubicBezTo>
                    <a:cubicBezTo>
                      <a:pt x="1113" y="4238"/>
                      <a:pt x="372" y="4277"/>
                      <a:pt x="109" y="4277"/>
                    </a:cubicBezTo>
                    <a:cubicBezTo>
                      <a:pt x="47" y="4277"/>
                      <a:pt x="11" y="4275"/>
                      <a:pt x="9" y="4275"/>
                    </a:cubicBezTo>
                    <a:lnTo>
                      <a:pt x="1" y="4405"/>
                    </a:lnTo>
                    <a:cubicBezTo>
                      <a:pt x="9" y="4405"/>
                      <a:pt x="52" y="4409"/>
                      <a:pt x="124" y="4409"/>
                    </a:cubicBezTo>
                    <a:cubicBezTo>
                      <a:pt x="409" y="4409"/>
                      <a:pt x="1150" y="4366"/>
                      <a:pt x="1946" y="3958"/>
                    </a:cubicBezTo>
                    <a:cubicBezTo>
                      <a:pt x="2861" y="3486"/>
                      <a:pt x="4017" y="2421"/>
                      <a:pt x="4306" y="17"/>
                    </a:cubicBezTo>
                    <a:lnTo>
                      <a:pt x="41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44"/>
              <p:cNvSpPr/>
              <p:nvPr/>
            </p:nvSpPr>
            <p:spPr>
              <a:xfrm>
                <a:off x="6474425" y="3379225"/>
                <a:ext cx="880425" cy="605775"/>
              </a:xfrm>
              <a:custGeom>
                <a:avLst/>
                <a:gdLst/>
                <a:ahLst/>
                <a:cxnLst/>
                <a:rect l="l" t="t" r="r" b="b"/>
                <a:pathLst>
                  <a:path w="35217" h="24231" extrusionOk="0">
                    <a:moveTo>
                      <a:pt x="17799" y="1"/>
                    </a:moveTo>
                    <a:cubicBezTo>
                      <a:pt x="10297" y="1"/>
                      <a:pt x="2718" y="4083"/>
                      <a:pt x="1153" y="9281"/>
                    </a:cubicBezTo>
                    <a:cubicBezTo>
                      <a:pt x="995" y="9811"/>
                      <a:pt x="0" y="13451"/>
                      <a:pt x="2143" y="16153"/>
                    </a:cubicBezTo>
                    <a:cubicBezTo>
                      <a:pt x="3961" y="18449"/>
                      <a:pt x="7122" y="18546"/>
                      <a:pt x="7640" y="18546"/>
                    </a:cubicBezTo>
                    <a:cubicBezTo>
                      <a:pt x="7687" y="18546"/>
                      <a:pt x="7712" y="18545"/>
                      <a:pt x="7712" y="18545"/>
                    </a:cubicBezTo>
                    <a:lnTo>
                      <a:pt x="7712" y="18545"/>
                    </a:lnTo>
                    <a:cubicBezTo>
                      <a:pt x="6985" y="21973"/>
                      <a:pt x="9631" y="24231"/>
                      <a:pt x="13150" y="24231"/>
                    </a:cubicBezTo>
                    <a:cubicBezTo>
                      <a:pt x="14612" y="24231"/>
                      <a:pt x="16225" y="23842"/>
                      <a:pt x="17809" y="22985"/>
                    </a:cubicBezTo>
                    <a:cubicBezTo>
                      <a:pt x="21068" y="21224"/>
                      <a:pt x="24667" y="20875"/>
                      <a:pt x="27004" y="20875"/>
                    </a:cubicBezTo>
                    <a:cubicBezTo>
                      <a:pt x="28535" y="20875"/>
                      <a:pt x="29525" y="21024"/>
                      <a:pt x="29525" y="21024"/>
                    </a:cubicBezTo>
                    <a:cubicBezTo>
                      <a:pt x="29558" y="21025"/>
                      <a:pt x="29591" y="21025"/>
                      <a:pt x="29624" y="21025"/>
                    </a:cubicBezTo>
                    <a:cubicBezTo>
                      <a:pt x="31559" y="21025"/>
                      <a:pt x="32786" y="20456"/>
                      <a:pt x="33553" y="19666"/>
                    </a:cubicBezTo>
                    <a:cubicBezTo>
                      <a:pt x="34789" y="18394"/>
                      <a:pt x="35217" y="16501"/>
                      <a:pt x="34642" y="14758"/>
                    </a:cubicBezTo>
                    <a:cubicBezTo>
                      <a:pt x="34603" y="13618"/>
                      <a:pt x="34417" y="11926"/>
                      <a:pt x="33688" y="10057"/>
                    </a:cubicBezTo>
                    <a:cubicBezTo>
                      <a:pt x="31525" y="4524"/>
                      <a:pt x="26384" y="2012"/>
                      <a:pt x="24586" y="1272"/>
                    </a:cubicBezTo>
                    <a:cubicBezTo>
                      <a:pt x="22453" y="395"/>
                      <a:pt x="20129" y="1"/>
                      <a:pt x="1779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44"/>
              <p:cNvSpPr/>
              <p:nvPr/>
            </p:nvSpPr>
            <p:spPr>
              <a:xfrm>
                <a:off x="6659000" y="3638950"/>
                <a:ext cx="392250" cy="205600"/>
              </a:xfrm>
              <a:custGeom>
                <a:avLst/>
                <a:gdLst/>
                <a:ahLst/>
                <a:cxnLst/>
                <a:rect l="l" t="t" r="r" b="b"/>
                <a:pathLst>
                  <a:path w="15690" h="8224" extrusionOk="0">
                    <a:moveTo>
                      <a:pt x="13289" y="0"/>
                    </a:moveTo>
                    <a:cubicBezTo>
                      <a:pt x="12517" y="0"/>
                      <a:pt x="11638" y="238"/>
                      <a:pt x="10956" y="919"/>
                    </a:cubicBezTo>
                    <a:cubicBezTo>
                      <a:pt x="9515" y="2357"/>
                      <a:pt x="8322" y="3272"/>
                      <a:pt x="3942" y="3854"/>
                    </a:cubicBezTo>
                    <a:cubicBezTo>
                      <a:pt x="2547" y="4041"/>
                      <a:pt x="1522" y="4571"/>
                      <a:pt x="896" y="5427"/>
                    </a:cubicBezTo>
                    <a:cubicBezTo>
                      <a:pt x="1" y="6659"/>
                      <a:pt x="262" y="8152"/>
                      <a:pt x="262" y="8168"/>
                    </a:cubicBezTo>
                    <a:cubicBezTo>
                      <a:pt x="270" y="8200"/>
                      <a:pt x="298" y="8223"/>
                      <a:pt x="329" y="8223"/>
                    </a:cubicBezTo>
                    <a:lnTo>
                      <a:pt x="341" y="8219"/>
                    </a:lnTo>
                    <a:cubicBezTo>
                      <a:pt x="377" y="8215"/>
                      <a:pt x="401" y="8180"/>
                      <a:pt x="393" y="8144"/>
                    </a:cubicBezTo>
                    <a:cubicBezTo>
                      <a:pt x="393" y="8128"/>
                      <a:pt x="143" y="6690"/>
                      <a:pt x="1007" y="5506"/>
                    </a:cubicBezTo>
                    <a:cubicBezTo>
                      <a:pt x="1609" y="4678"/>
                      <a:pt x="2603" y="4167"/>
                      <a:pt x="3961" y="3985"/>
                    </a:cubicBezTo>
                    <a:cubicBezTo>
                      <a:pt x="8382" y="3395"/>
                      <a:pt x="9586" y="2468"/>
                      <a:pt x="11047" y="1011"/>
                    </a:cubicBezTo>
                    <a:cubicBezTo>
                      <a:pt x="11701" y="360"/>
                      <a:pt x="12547" y="131"/>
                      <a:pt x="13289" y="131"/>
                    </a:cubicBezTo>
                    <a:cubicBezTo>
                      <a:pt x="13608" y="131"/>
                      <a:pt x="13908" y="173"/>
                      <a:pt x="14165" y="242"/>
                    </a:cubicBezTo>
                    <a:cubicBezTo>
                      <a:pt x="14897" y="436"/>
                      <a:pt x="15416" y="852"/>
                      <a:pt x="15551" y="1351"/>
                    </a:cubicBezTo>
                    <a:cubicBezTo>
                      <a:pt x="15561" y="1380"/>
                      <a:pt x="15585" y="1398"/>
                      <a:pt x="15613" y="1398"/>
                    </a:cubicBezTo>
                    <a:cubicBezTo>
                      <a:pt x="15620" y="1398"/>
                      <a:pt x="15627" y="1397"/>
                      <a:pt x="15634" y="1395"/>
                    </a:cubicBezTo>
                    <a:cubicBezTo>
                      <a:pt x="15666" y="1387"/>
                      <a:pt x="15690" y="1351"/>
                      <a:pt x="15678" y="1316"/>
                    </a:cubicBezTo>
                    <a:cubicBezTo>
                      <a:pt x="15531" y="773"/>
                      <a:pt x="14977" y="321"/>
                      <a:pt x="14200" y="115"/>
                    </a:cubicBezTo>
                    <a:cubicBezTo>
                      <a:pt x="13933" y="44"/>
                      <a:pt x="13621" y="0"/>
                      <a:pt x="132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44"/>
              <p:cNvSpPr/>
              <p:nvPr/>
            </p:nvSpPr>
            <p:spPr>
              <a:xfrm>
                <a:off x="6490475" y="3544975"/>
                <a:ext cx="30075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12030" h="7000" extrusionOk="0">
                    <a:moveTo>
                      <a:pt x="11822" y="0"/>
                    </a:moveTo>
                    <a:cubicBezTo>
                      <a:pt x="11820" y="0"/>
                      <a:pt x="11818" y="0"/>
                      <a:pt x="11815" y="1"/>
                    </a:cubicBezTo>
                    <a:cubicBezTo>
                      <a:pt x="11780" y="5"/>
                      <a:pt x="11752" y="36"/>
                      <a:pt x="11756" y="76"/>
                    </a:cubicBezTo>
                    <a:cubicBezTo>
                      <a:pt x="11895" y="1498"/>
                      <a:pt x="11285" y="2654"/>
                      <a:pt x="9950" y="3510"/>
                    </a:cubicBezTo>
                    <a:cubicBezTo>
                      <a:pt x="8944" y="4152"/>
                      <a:pt x="7882" y="4373"/>
                      <a:pt x="7874" y="4377"/>
                    </a:cubicBezTo>
                    <a:cubicBezTo>
                      <a:pt x="7859" y="4381"/>
                      <a:pt x="7843" y="4389"/>
                      <a:pt x="7831" y="4401"/>
                    </a:cubicBezTo>
                    <a:cubicBezTo>
                      <a:pt x="6617" y="6041"/>
                      <a:pt x="5353" y="6869"/>
                      <a:pt x="4065" y="6869"/>
                    </a:cubicBezTo>
                    <a:cubicBezTo>
                      <a:pt x="4012" y="6869"/>
                      <a:pt x="3959" y="6868"/>
                      <a:pt x="3906" y="6865"/>
                    </a:cubicBezTo>
                    <a:cubicBezTo>
                      <a:pt x="1687" y="6750"/>
                      <a:pt x="147" y="4183"/>
                      <a:pt x="131" y="4160"/>
                    </a:cubicBezTo>
                    <a:cubicBezTo>
                      <a:pt x="120" y="4138"/>
                      <a:pt x="99" y="4126"/>
                      <a:pt x="77" y="4126"/>
                    </a:cubicBezTo>
                    <a:cubicBezTo>
                      <a:pt x="66" y="4126"/>
                      <a:pt x="54" y="4129"/>
                      <a:pt x="44" y="4136"/>
                    </a:cubicBezTo>
                    <a:cubicBezTo>
                      <a:pt x="12" y="4156"/>
                      <a:pt x="0" y="4195"/>
                      <a:pt x="20" y="4227"/>
                    </a:cubicBezTo>
                    <a:cubicBezTo>
                      <a:pt x="36" y="4255"/>
                      <a:pt x="1612" y="6877"/>
                      <a:pt x="3898" y="6996"/>
                    </a:cubicBezTo>
                    <a:cubicBezTo>
                      <a:pt x="3953" y="7000"/>
                      <a:pt x="4009" y="7000"/>
                      <a:pt x="4064" y="7000"/>
                    </a:cubicBezTo>
                    <a:cubicBezTo>
                      <a:pt x="5391" y="7000"/>
                      <a:pt x="6686" y="6160"/>
                      <a:pt x="7926" y="4500"/>
                    </a:cubicBezTo>
                    <a:cubicBezTo>
                      <a:pt x="8092" y="4465"/>
                      <a:pt x="9078" y="4223"/>
                      <a:pt x="10017" y="3625"/>
                    </a:cubicBezTo>
                    <a:cubicBezTo>
                      <a:pt x="11384" y="2754"/>
                      <a:pt x="12029" y="1522"/>
                      <a:pt x="11887" y="60"/>
                    </a:cubicBezTo>
                    <a:cubicBezTo>
                      <a:pt x="11883" y="27"/>
                      <a:pt x="11855" y="0"/>
                      <a:pt x="118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44"/>
              <p:cNvSpPr/>
              <p:nvPr/>
            </p:nvSpPr>
            <p:spPr>
              <a:xfrm>
                <a:off x="7079550" y="3507550"/>
                <a:ext cx="171925" cy="222725"/>
              </a:xfrm>
              <a:custGeom>
                <a:avLst/>
                <a:gdLst/>
                <a:ahLst/>
                <a:cxnLst/>
                <a:rect l="l" t="t" r="r" b="b"/>
                <a:pathLst>
                  <a:path w="6877" h="8909" extrusionOk="0">
                    <a:moveTo>
                      <a:pt x="4680" y="1"/>
                    </a:moveTo>
                    <a:cubicBezTo>
                      <a:pt x="4357" y="1"/>
                      <a:pt x="4034" y="51"/>
                      <a:pt x="3743" y="183"/>
                    </a:cubicBezTo>
                    <a:cubicBezTo>
                      <a:pt x="3248" y="401"/>
                      <a:pt x="2916" y="824"/>
                      <a:pt x="2753" y="1438"/>
                    </a:cubicBezTo>
                    <a:cubicBezTo>
                      <a:pt x="2539" y="2234"/>
                      <a:pt x="2654" y="3066"/>
                      <a:pt x="2761" y="3870"/>
                    </a:cubicBezTo>
                    <a:cubicBezTo>
                      <a:pt x="3007" y="5684"/>
                      <a:pt x="3240" y="7399"/>
                      <a:pt x="48" y="8782"/>
                    </a:cubicBezTo>
                    <a:cubicBezTo>
                      <a:pt x="16" y="8798"/>
                      <a:pt x="0" y="8837"/>
                      <a:pt x="16" y="8869"/>
                    </a:cubicBezTo>
                    <a:cubicBezTo>
                      <a:pt x="24" y="8897"/>
                      <a:pt x="48" y="8908"/>
                      <a:pt x="76" y="8908"/>
                    </a:cubicBezTo>
                    <a:cubicBezTo>
                      <a:pt x="84" y="8908"/>
                      <a:pt x="92" y="8908"/>
                      <a:pt x="103" y="8905"/>
                    </a:cubicBezTo>
                    <a:cubicBezTo>
                      <a:pt x="3383" y="7483"/>
                      <a:pt x="3133" y="5637"/>
                      <a:pt x="2892" y="3850"/>
                    </a:cubicBezTo>
                    <a:cubicBezTo>
                      <a:pt x="2785" y="3062"/>
                      <a:pt x="2674" y="2242"/>
                      <a:pt x="2880" y="1474"/>
                    </a:cubicBezTo>
                    <a:cubicBezTo>
                      <a:pt x="3034" y="900"/>
                      <a:pt x="3339" y="507"/>
                      <a:pt x="3795" y="302"/>
                    </a:cubicBezTo>
                    <a:cubicBezTo>
                      <a:pt x="4063" y="181"/>
                      <a:pt x="4363" y="135"/>
                      <a:pt x="4667" y="135"/>
                    </a:cubicBezTo>
                    <a:cubicBezTo>
                      <a:pt x="5692" y="135"/>
                      <a:pt x="6757" y="664"/>
                      <a:pt x="6770" y="670"/>
                    </a:cubicBezTo>
                    <a:cubicBezTo>
                      <a:pt x="6779" y="675"/>
                      <a:pt x="6789" y="677"/>
                      <a:pt x="6799" y="677"/>
                    </a:cubicBezTo>
                    <a:cubicBezTo>
                      <a:pt x="6823" y="677"/>
                      <a:pt x="6847" y="664"/>
                      <a:pt x="6861" y="642"/>
                    </a:cubicBezTo>
                    <a:cubicBezTo>
                      <a:pt x="6877" y="610"/>
                      <a:pt x="6861" y="567"/>
                      <a:pt x="6829" y="551"/>
                    </a:cubicBezTo>
                    <a:cubicBezTo>
                      <a:pt x="6772" y="524"/>
                      <a:pt x="5720" y="1"/>
                      <a:pt x="46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44"/>
              <p:cNvSpPr/>
              <p:nvPr/>
            </p:nvSpPr>
            <p:spPr>
              <a:xfrm>
                <a:off x="7209275" y="3711925"/>
                <a:ext cx="133100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18" extrusionOk="0">
                    <a:moveTo>
                      <a:pt x="2126" y="0"/>
                    </a:moveTo>
                    <a:cubicBezTo>
                      <a:pt x="990" y="0"/>
                      <a:pt x="68" y="335"/>
                      <a:pt x="52" y="341"/>
                    </a:cubicBezTo>
                    <a:cubicBezTo>
                      <a:pt x="16" y="353"/>
                      <a:pt x="0" y="393"/>
                      <a:pt x="12" y="425"/>
                    </a:cubicBezTo>
                    <a:cubicBezTo>
                      <a:pt x="21" y="452"/>
                      <a:pt x="47" y="468"/>
                      <a:pt x="73" y="468"/>
                    </a:cubicBezTo>
                    <a:cubicBezTo>
                      <a:pt x="81" y="468"/>
                      <a:pt x="88" y="467"/>
                      <a:pt x="95" y="464"/>
                    </a:cubicBezTo>
                    <a:cubicBezTo>
                      <a:pt x="114" y="458"/>
                      <a:pt x="1017" y="131"/>
                      <a:pt x="2125" y="131"/>
                    </a:cubicBezTo>
                    <a:cubicBezTo>
                      <a:pt x="3153" y="131"/>
                      <a:pt x="4357" y="412"/>
                      <a:pt x="5197" y="1490"/>
                    </a:cubicBezTo>
                    <a:cubicBezTo>
                      <a:pt x="5209" y="1510"/>
                      <a:pt x="5229" y="1518"/>
                      <a:pt x="5248" y="1518"/>
                    </a:cubicBezTo>
                    <a:cubicBezTo>
                      <a:pt x="5264" y="1518"/>
                      <a:pt x="5276" y="1514"/>
                      <a:pt x="5288" y="1502"/>
                    </a:cubicBezTo>
                    <a:cubicBezTo>
                      <a:pt x="5320" y="1482"/>
                      <a:pt x="5324" y="1438"/>
                      <a:pt x="5300" y="1411"/>
                    </a:cubicBezTo>
                    <a:cubicBezTo>
                      <a:pt x="4429" y="291"/>
                      <a:pt x="3184" y="0"/>
                      <a:pt x="21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44"/>
              <p:cNvSpPr/>
              <p:nvPr/>
            </p:nvSpPr>
            <p:spPr>
              <a:xfrm>
                <a:off x="7254925" y="3659875"/>
                <a:ext cx="41600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2380" extrusionOk="0">
                    <a:moveTo>
                      <a:pt x="126" y="1"/>
                    </a:moveTo>
                    <a:cubicBezTo>
                      <a:pt x="87" y="1"/>
                      <a:pt x="63" y="3"/>
                      <a:pt x="60" y="3"/>
                    </a:cubicBezTo>
                    <a:cubicBezTo>
                      <a:pt x="24" y="7"/>
                      <a:pt x="0" y="43"/>
                      <a:pt x="4" y="79"/>
                    </a:cubicBezTo>
                    <a:cubicBezTo>
                      <a:pt x="8" y="112"/>
                      <a:pt x="39" y="134"/>
                      <a:pt x="72" y="134"/>
                    </a:cubicBezTo>
                    <a:cubicBezTo>
                      <a:pt x="74" y="134"/>
                      <a:pt x="77" y="134"/>
                      <a:pt x="79" y="134"/>
                    </a:cubicBezTo>
                    <a:cubicBezTo>
                      <a:pt x="80" y="134"/>
                      <a:pt x="98" y="132"/>
                      <a:pt x="128" y="132"/>
                    </a:cubicBezTo>
                    <a:cubicBezTo>
                      <a:pt x="233" y="132"/>
                      <a:pt x="497" y="156"/>
                      <a:pt x="765" y="372"/>
                    </a:cubicBezTo>
                    <a:cubicBezTo>
                      <a:pt x="1184" y="712"/>
                      <a:pt x="1450" y="1382"/>
                      <a:pt x="1529" y="2316"/>
                    </a:cubicBezTo>
                    <a:cubicBezTo>
                      <a:pt x="1533" y="2352"/>
                      <a:pt x="1561" y="2380"/>
                      <a:pt x="1596" y="2380"/>
                    </a:cubicBezTo>
                    <a:lnTo>
                      <a:pt x="1600" y="2380"/>
                    </a:lnTo>
                    <a:cubicBezTo>
                      <a:pt x="1636" y="2376"/>
                      <a:pt x="1664" y="2344"/>
                      <a:pt x="1660" y="2308"/>
                    </a:cubicBezTo>
                    <a:cubicBezTo>
                      <a:pt x="1577" y="1318"/>
                      <a:pt x="1303" y="633"/>
                      <a:pt x="844" y="265"/>
                    </a:cubicBezTo>
                    <a:cubicBezTo>
                      <a:pt x="544" y="28"/>
                      <a:pt x="253" y="1"/>
                      <a:pt x="1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44"/>
              <p:cNvSpPr/>
              <p:nvPr/>
            </p:nvSpPr>
            <p:spPr>
              <a:xfrm>
                <a:off x="6711175" y="3769800"/>
                <a:ext cx="201250" cy="192275"/>
              </a:xfrm>
              <a:custGeom>
                <a:avLst/>
                <a:gdLst/>
                <a:ahLst/>
                <a:cxnLst/>
                <a:rect l="l" t="t" r="r" b="b"/>
                <a:pathLst>
                  <a:path w="8050" h="7691" extrusionOk="0">
                    <a:moveTo>
                      <a:pt x="6643" y="0"/>
                    </a:moveTo>
                    <a:cubicBezTo>
                      <a:pt x="6206" y="0"/>
                      <a:pt x="5827" y="109"/>
                      <a:pt x="5511" y="328"/>
                    </a:cubicBezTo>
                    <a:cubicBezTo>
                      <a:pt x="4504" y="1021"/>
                      <a:pt x="4481" y="2534"/>
                      <a:pt x="4481" y="2601"/>
                    </a:cubicBezTo>
                    <a:cubicBezTo>
                      <a:pt x="4572" y="4340"/>
                      <a:pt x="4164" y="5651"/>
                      <a:pt x="3269" y="6503"/>
                    </a:cubicBezTo>
                    <a:cubicBezTo>
                      <a:pt x="2271" y="7454"/>
                      <a:pt x="914" y="7561"/>
                      <a:pt x="345" y="7561"/>
                    </a:cubicBezTo>
                    <a:cubicBezTo>
                      <a:pt x="180" y="7561"/>
                      <a:pt x="81" y="7552"/>
                      <a:pt x="76" y="7552"/>
                    </a:cubicBezTo>
                    <a:cubicBezTo>
                      <a:pt x="74" y="7552"/>
                      <a:pt x="71" y="7552"/>
                      <a:pt x="69" y="7552"/>
                    </a:cubicBezTo>
                    <a:cubicBezTo>
                      <a:pt x="36" y="7552"/>
                      <a:pt x="9" y="7575"/>
                      <a:pt x="5" y="7612"/>
                    </a:cubicBezTo>
                    <a:cubicBezTo>
                      <a:pt x="1" y="7647"/>
                      <a:pt x="29" y="7679"/>
                      <a:pt x="64" y="7683"/>
                    </a:cubicBezTo>
                    <a:cubicBezTo>
                      <a:pt x="68" y="7683"/>
                      <a:pt x="171" y="7691"/>
                      <a:pt x="346" y="7691"/>
                    </a:cubicBezTo>
                    <a:cubicBezTo>
                      <a:pt x="932" y="7691"/>
                      <a:pt x="2326" y="7580"/>
                      <a:pt x="3360" y="6598"/>
                    </a:cubicBezTo>
                    <a:cubicBezTo>
                      <a:pt x="4283" y="5722"/>
                      <a:pt x="4703" y="4372"/>
                      <a:pt x="4611" y="2597"/>
                    </a:cubicBezTo>
                    <a:cubicBezTo>
                      <a:pt x="4611" y="2581"/>
                      <a:pt x="4639" y="1088"/>
                      <a:pt x="5586" y="438"/>
                    </a:cubicBezTo>
                    <a:cubicBezTo>
                      <a:pt x="5880" y="234"/>
                      <a:pt x="6235" y="132"/>
                      <a:pt x="6647" y="132"/>
                    </a:cubicBezTo>
                    <a:cubicBezTo>
                      <a:pt x="7034" y="132"/>
                      <a:pt x="7471" y="222"/>
                      <a:pt x="7954" y="403"/>
                    </a:cubicBezTo>
                    <a:cubicBezTo>
                      <a:pt x="7961" y="405"/>
                      <a:pt x="7969" y="407"/>
                      <a:pt x="7976" y="407"/>
                    </a:cubicBezTo>
                    <a:cubicBezTo>
                      <a:pt x="8002" y="407"/>
                      <a:pt x="8028" y="391"/>
                      <a:pt x="8038" y="363"/>
                    </a:cubicBezTo>
                    <a:cubicBezTo>
                      <a:pt x="8049" y="328"/>
                      <a:pt x="8034" y="292"/>
                      <a:pt x="7998" y="280"/>
                    </a:cubicBezTo>
                    <a:cubicBezTo>
                      <a:pt x="7499" y="94"/>
                      <a:pt x="7047" y="0"/>
                      <a:pt x="6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44"/>
              <p:cNvSpPr/>
              <p:nvPr/>
            </p:nvSpPr>
            <p:spPr>
              <a:xfrm>
                <a:off x="6737125" y="3823650"/>
                <a:ext cx="89850" cy="20800"/>
              </a:xfrm>
              <a:custGeom>
                <a:avLst/>
                <a:gdLst/>
                <a:ahLst/>
                <a:cxnLst/>
                <a:rect l="l" t="t" r="r" b="b"/>
                <a:pathLst>
                  <a:path w="3594" h="832" extrusionOk="0">
                    <a:moveTo>
                      <a:pt x="2128" y="0"/>
                    </a:moveTo>
                    <a:cubicBezTo>
                      <a:pt x="1149" y="0"/>
                      <a:pt x="116" y="527"/>
                      <a:pt x="48" y="562"/>
                    </a:cubicBezTo>
                    <a:cubicBezTo>
                      <a:pt x="13" y="578"/>
                      <a:pt x="1" y="617"/>
                      <a:pt x="17" y="649"/>
                    </a:cubicBezTo>
                    <a:cubicBezTo>
                      <a:pt x="30" y="671"/>
                      <a:pt x="54" y="686"/>
                      <a:pt x="77" y="686"/>
                    </a:cubicBezTo>
                    <a:cubicBezTo>
                      <a:pt x="88" y="686"/>
                      <a:pt x="98" y="683"/>
                      <a:pt x="108" y="677"/>
                    </a:cubicBezTo>
                    <a:cubicBezTo>
                      <a:pt x="123" y="669"/>
                      <a:pt x="1163" y="140"/>
                      <a:pt x="2126" y="140"/>
                    </a:cubicBezTo>
                    <a:cubicBezTo>
                      <a:pt x="2657" y="140"/>
                      <a:pt x="3164" y="301"/>
                      <a:pt x="3463" y="800"/>
                    </a:cubicBezTo>
                    <a:cubicBezTo>
                      <a:pt x="3474" y="819"/>
                      <a:pt x="3498" y="831"/>
                      <a:pt x="3518" y="831"/>
                    </a:cubicBezTo>
                    <a:cubicBezTo>
                      <a:pt x="3530" y="831"/>
                      <a:pt x="3542" y="827"/>
                      <a:pt x="3554" y="823"/>
                    </a:cubicBezTo>
                    <a:cubicBezTo>
                      <a:pt x="3585" y="804"/>
                      <a:pt x="3593" y="764"/>
                      <a:pt x="3577" y="732"/>
                    </a:cubicBezTo>
                    <a:cubicBezTo>
                      <a:pt x="3246" y="178"/>
                      <a:pt x="2696" y="0"/>
                      <a:pt x="2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44"/>
              <p:cNvSpPr/>
              <p:nvPr/>
            </p:nvSpPr>
            <p:spPr>
              <a:xfrm>
                <a:off x="6854075" y="3501600"/>
                <a:ext cx="77650" cy="215500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8620" extrusionOk="0">
                    <a:moveTo>
                      <a:pt x="3027" y="1"/>
                    </a:moveTo>
                    <a:cubicBezTo>
                      <a:pt x="3019" y="1"/>
                      <a:pt x="3011" y="2"/>
                      <a:pt x="3003" y="5"/>
                    </a:cubicBezTo>
                    <a:cubicBezTo>
                      <a:pt x="1375" y="686"/>
                      <a:pt x="436" y="1530"/>
                      <a:pt x="210" y="2516"/>
                    </a:cubicBezTo>
                    <a:cubicBezTo>
                      <a:pt x="60" y="3173"/>
                      <a:pt x="254" y="3768"/>
                      <a:pt x="456" y="4397"/>
                    </a:cubicBezTo>
                    <a:cubicBezTo>
                      <a:pt x="690" y="5130"/>
                      <a:pt x="935" y="5887"/>
                      <a:pt x="733" y="6889"/>
                    </a:cubicBezTo>
                    <a:cubicBezTo>
                      <a:pt x="618" y="7459"/>
                      <a:pt x="377" y="8006"/>
                      <a:pt x="20" y="8517"/>
                    </a:cubicBezTo>
                    <a:cubicBezTo>
                      <a:pt x="1" y="8544"/>
                      <a:pt x="8" y="8588"/>
                      <a:pt x="36" y="8608"/>
                    </a:cubicBezTo>
                    <a:cubicBezTo>
                      <a:pt x="48" y="8616"/>
                      <a:pt x="60" y="8620"/>
                      <a:pt x="76" y="8620"/>
                    </a:cubicBezTo>
                    <a:cubicBezTo>
                      <a:pt x="96" y="8620"/>
                      <a:pt x="115" y="8608"/>
                      <a:pt x="127" y="8592"/>
                    </a:cubicBezTo>
                    <a:cubicBezTo>
                      <a:pt x="496" y="8065"/>
                      <a:pt x="745" y="7503"/>
                      <a:pt x="860" y="6917"/>
                    </a:cubicBezTo>
                    <a:cubicBezTo>
                      <a:pt x="1070" y="5879"/>
                      <a:pt x="809" y="5071"/>
                      <a:pt x="579" y="4358"/>
                    </a:cubicBezTo>
                    <a:cubicBezTo>
                      <a:pt x="385" y="3748"/>
                      <a:pt x="199" y="3170"/>
                      <a:pt x="341" y="2544"/>
                    </a:cubicBezTo>
                    <a:cubicBezTo>
                      <a:pt x="555" y="1601"/>
                      <a:pt x="1466" y="789"/>
                      <a:pt x="3054" y="128"/>
                    </a:cubicBezTo>
                    <a:cubicBezTo>
                      <a:pt x="3090" y="112"/>
                      <a:pt x="3106" y="76"/>
                      <a:pt x="3090" y="40"/>
                    </a:cubicBezTo>
                    <a:cubicBezTo>
                      <a:pt x="3081" y="16"/>
                      <a:pt x="3055" y="1"/>
                      <a:pt x="30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44"/>
              <p:cNvSpPr/>
              <p:nvPr/>
            </p:nvSpPr>
            <p:spPr>
              <a:xfrm>
                <a:off x="7160450" y="3795450"/>
                <a:ext cx="40425" cy="107425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4297" extrusionOk="0">
                    <a:moveTo>
                      <a:pt x="260" y="1"/>
                    </a:moveTo>
                    <a:cubicBezTo>
                      <a:pt x="247" y="1"/>
                      <a:pt x="233" y="5"/>
                      <a:pt x="222" y="15"/>
                    </a:cubicBezTo>
                    <a:cubicBezTo>
                      <a:pt x="191" y="34"/>
                      <a:pt x="187" y="78"/>
                      <a:pt x="206" y="106"/>
                    </a:cubicBezTo>
                    <a:cubicBezTo>
                      <a:pt x="1458" y="1825"/>
                      <a:pt x="32" y="4173"/>
                      <a:pt x="20" y="4197"/>
                    </a:cubicBezTo>
                    <a:cubicBezTo>
                      <a:pt x="0" y="4229"/>
                      <a:pt x="8" y="4269"/>
                      <a:pt x="40" y="4288"/>
                    </a:cubicBezTo>
                    <a:cubicBezTo>
                      <a:pt x="52" y="4292"/>
                      <a:pt x="64" y="4296"/>
                      <a:pt x="76" y="4296"/>
                    </a:cubicBezTo>
                    <a:cubicBezTo>
                      <a:pt x="96" y="4296"/>
                      <a:pt x="119" y="4284"/>
                      <a:pt x="131" y="4265"/>
                    </a:cubicBezTo>
                    <a:cubicBezTo>
                      <a:pt x="147" y="4241"/>
                      <a:pt x="1617" y="1817"/>
                      <a:pt x="313" y="30"/>
                    </a:cubicBezTo>
                    <a:cubicBezTo>
                      <a:pt x="301" y="11"/>
                      <a:pt x="281" y="1"/>
                      <a:pt x="2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44"/>
              <p:cNvSpPr/>
              <p:nvPr/>
            </p:nvSpPr>
            <p:spPr>
              <a:xfrm>
                <a:off x="6925675" y="3869800"/>
                <a:ext cx="77150" cy="52875"/>
              </a:xfrm>
              <a:custGeom>
                <a:avLst/>
                <a:gdLst/>
                <a:ahLst/>
                <a:cxnLst/>
                <a:rect l="l" t="t" r="r" b="b"/>
                <a:pathLst>
                  <a:path w="3086" h="2115" extrusionOk="0">
                    <a:moveTo>
                      <a:pt x="70" y="0"/>
                    </a:moveTo>
                    <a:cubicBezTo>
                      <a:pt x="60" y="0"/>
                      <a:pt x="49" y="3"/>
                      <a:pt x="40" y="7"/>
                    </a:cubicBezTo>
                    <a:cubicBezTo>
                      <a:pt x="8" y="27"/>
                      <a:pt x="0" y="67"/>
                      <a:pt x="16" y="98"/>
                    </a:cubicBezTo>
                    <a:cubicBezTo>
                      <a:pt x="1113" y="2055"/>
                      <a:pt x="2999" y="2114"/>
                      <a:pt x="3018" y="2114"/>
                    </a:cubicBezTo>
                    <a:cubicBezTo>
                      <a:pt x="3054" y="2114"/>
                      <a:pt x="3086" y="2087"/>
                      <a:pt x="3086" y="2047"/>
                    </a:cubicBezTo>
                    <a:cubicBezTo>
                      <a:pt x="3086" y="2011"/>
                      <a:pt x="3058" y="1984"/>
                      <a:pt x="3018" y="1980"/>
                    </a:cubicBezTo>
                    <a:cubicBezTo>
                      <a:pt x="3003" y="1980"/>
                      <a:pt x="1192" y="1920"/>
                      <a:pt x="131" y="35"/>
                    </a:cubicBezTo>
                    <a:cubicBezTo>
                      <a:pt x="120" y="13"/>
                      <a:pt x="95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44"/>
              <p:cNvSpPr/>
              <p:nvPr/>
            </p:nvSpPr>
            <p:spPr>
              <a:xfrm>
                <a:off x="6587700" y="3475875"/>
                <a:ext cx="43000" cy="88550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3542" extrusionOk="0">
                    <a:moveTo>
                      <a:pt x="768" y="1"/>
                    </a:moveTo>
                    <a:cubicBezTo>
                      <a:pt x="740" y="1"/>
                      <a:pt x="715" y="19"/>
                      <a:pt x="706" y="48"/>
                    </a:cubicBezTo>
                    <a:cubicBezTo>
                      <a:pt x="698" y="67"/>
                      <a:pt x="1" y="2234"/>
                      <a:pt x="1605" y="3525"/>
                    </a:cubicBezTo>
                    <a:cubicBezTo>
                      <a:pt x="1617" y="3537"/>
                      <a:pt x="1629" y="3541"/>
                      <a:pt x="1644" y="3541"/>
                    </a:cubicBezTo>
                    <a:cubicBezTo>
                      <a:pt x="1664" y="3541"/>
                      <a:pt x="1684" y="3533"/>
                      <a:pt x="1696" y="3517"/>
                    </a:cubicBezTo>
                    <a:cubicBezTo>
                      <a:pt x="1720" y="3490"/>
                      <a:pt x="1716" y="3446"/>
                      <a:pt x="1684" y="3422"/>
                    </a:cubicBezTo>
                    <a:cubicBezTo>
                      <a:pt x="155" y="2190"/>
                      <a:pt x="825" y="111"/>
                      <a:pt x="833" y="87"/>
                    </a:cubicBezTo>
                    <a:cubicBezTo>
                      <a:pt x="840" y="55"/>
                      <a:pt x="825" y="16"/>
                      <a:pt x="789" y="4"/>
                    </a:cubicBezTo>
                    <a:cubicBezTo>
                      <a:pt x="782" y="2"/>
                      <a:pt x="775" y="1"/>
                      <a:pt x="7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44"/>
              <p:cNvSpPr/>
              <p:nvPr/>
            </p:nvSpPr>
            <p:spPr>
              <a:xfrm>
                <a:off x="6720000" y="3441700"/>
                <a:ext cx="123700" cy="61925"/>
              </a:xfrm>
              <a:custGeom>
                <a:avLst/>
                <a:gdLst/>
                <a:ahLst/>
                <a:cxnLst/>
                <a:rect l="l" t="t" r="r" b="b"/>
                <a:pathLst>
                  <a:path w="4948" h="2477" extrusionOk="0">
                    <a:moveTo>
                      <a:pt x="4275" y="1"/>
                    </a:moveTo>
                    <a:cubicBezTo>
                      <a:pt x="2692" y="1"/>
                      <a:pt x="1512" y="343"/>
                      <a:pt x="761" y="1026"/>
                    </a:cubicBezTo>
                    <a:cubicBezTo>
                      <a:pt x="48" y="1672"/>
                      <a:pt x="4" y="2377"/>
                      <a:pt x="0" y="2409"/>
                    </a:cubicBezTo>
                    <a:cubicBezTo>
                      <a:pt x="0" y="2444"/>
                      <a:pt x="28" y="2476"/>
                      <a:pt x="64" y="2476"/>
                    </a:cubicBezTo>
                    <a:lnTo>
                      <a:pt x="68" y="2476"/>
                    </a:lnTo>
                    <a:cubicBezTo>
                      <a:pt x="103" y="2476"/>
                      <a:pt x="131" y="2448"/>
                      <a:pt x="135" y="2413"/>
                    </a:cubicBezTo>
                    <a:cubicBezTo>
                      <a:pt x="135" y="2409"/>
                      <a:pt x="175" y="1783"/>
                      <a:pt x="769" y="1197"/>
                    </a:cubicBezTo>
                    <a:cubicBezTo>
                      <a:pt x="1277" y="696"/>
                      <a:pt x="2296" y="132"/>
                      <a:pt x="4299" y="132"/>
                    </a:cubicBezTo>
                    <a:cubicBezTo>
                      <a:pt x="4483" y="132"/>
                      <a:pt x="4675" y="137"/>
                      <a:pt x="4876" y="147"/>
                    </a:cubicBezTo>
                    <a:cubicBezTo>
                      <a:pt x="4878" y="147"/>
                      <a:pt x="4880" y="147"/>
                      <a:pt x="4882" y="147"/>
                    </a:cubicBezTo>
                    <a:cubicBezTo>
                      <a:pt x="4912" y="147"/>
                      <a:pt x="4944" y="121"/>
                      <a:pt x="4944" y="88"/>
                    </a:cubicBezTo>
                    <a:cubicBezTo>
                      <a:pt x="4948" y="48"/>
                      <a:pt x="4920" y="20"/>
                      <a:pt x="4880" y="16"/>
                    </a:cubicBezTo>
                    <a:cubicBezTo>
                      <a:pt x="4672" y="6"/>
                      <a:pt x="4470" y="1"/>
                      <a:pt x="42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44"/>
              <p:cNvSpPr/>
              <p:nvPr/>
            </p:nvSpPr>
            <p:spPr>
              <a:xfrm>
                <a:off x="6836650" y="3380425"/>
                <a:ext cx="16450" cy="98925"/>
              </a:xfrm>
              <a:custGeom>
                <a:avLst/>
                <a:gdLst/>
                <a:ahLst/>
                <a:cxnLst/>
                <a:rect l="l" t="t" r="r" b="b"/>
                <a:pathLst>
                  <a:path w="658" h="3957" extrusionOk="0">
                    <a:moveTo>
                      <a:pt x="585" y="0"/>
                    </a:moveTo>
                    <a:cubicBezTo>
                      <a:pt x="556" y="0"/>
                      <a:pt x="530" y="19"/>
                      <a:pt x="523" y="47"/>
                    </a:cubicBezTo>
                    <a:cubicBezTo>
                      <a:pt x="519" y="63"/>
                      <a:pt x="0" y="1838"/>
                      <a:pt x="218" y="3897"/>
                    </a:cubicBezTo>
                    <a:cubicBezTo>
                      <a:pt x="222" y="3933"/>
                      <a:pt x="250" y="3957"/>
                      <a:pt x="282" y="3957"/>
                    </a:cubicBezTo>
                    <a:lnTo>
                      <a:pt x="290" y="3957"/>
                    </a:lnTo>
                    <a:cubicBezTo>
                      <a:pt x="325" y="3953"/>
                      <a:pt x="353" y="3921"/>
                      <a:pt x="349" y="3885"/>
                    </a:cubicBezTo>
                    <a:cubicBezTo>
                      <a:pt x="135" y="1853"/>
                      <a:pt x="646" y="103"/>
                      <a:pt x="650" y="87"/>
                    </a:cubicBezTo>
                    <a:cubicBezTo>
                      <a:pt x="658" y="51"/>
                      <a:pt x="638" y="12"/>
                      <a:pt x="606" y="4"/>
                    </a:cubicBezTo>
                    <a:cubicBezTo>
                      <a:pt x="599" y="1"/>
                      <a:pt x="592" y="0"/>
                      <a:pt x="5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44"/>
              <p:cNvSpPr/>
              <p:nvPr/>
            </p:nvSpPr>
            <p:spPr>
              <a:xfrm>
                <a:off x="6561175" y="3763075"/>
                <a:ext cx="79825" cy="52750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2110" extrusionOk="0">
                    <a:moveTo>
                      <a:pt x="3123" y="1"/>
                    </a:moveTo>
                    <a:cubicBezTo>
                      <a:pt x="3095" y="1"/>
                      <a:pt x="3065" y="20"/>
                      <a:pt x="3058" y="50"/>
                    </a:cubicBezTo>
                    <a:cubicBezTo>
                      <a:pt x="2539" y="1947"/>
                      <a:pt x="91" y="1979"/>
                      <a:pt x="68" y="1979"/>
                    </a:cubicBezTo>
                    <a:cubicBezTo>
                      <a:pt x="32" y="1979"/>
                      <a:pt x="0" y="2011"/>
                      <a:pt x="0" y="2046"/>
                    </a:cubicBezTo>
                    <a:cubicBezTo>
                      <a:pt x="0" y="2082"/>
                      <a:pt x="32" y="2110"/>
                      <a:pt x="68" y="2110"/>
                    </a:cubicBezTo>
                    <a:cubicBezTo>
                      <a:pt x="91" y="2110"/>
                      <a:pt x="2638" y="2078"/>
                      <a:pt x="3185" y="86"/>
                    </a:cubicBezTo>
                    <a:cubicBezTo>
                      <a:pt x="3193" y="50"/>
                      <a:pt x="3173" y="14"/>
                      <a:pt x="3137" y="2"/>
                    </a:cubicBezTo>
                    <a:cubicBezTo>
                      <a:pt x="3133" y="1"/>
                      <a:pt x="3128" y="1"/>
                      <a:pt x="31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44"/>
              <p:cNvSpPr/>
              <p:nvPr/>
            </p:nvSpPr>
            <p:spPr>
              <a:xfrm>
                <a:off x="6979425" y="3582225"/>
                <a:ext cx="18450" cy="60125"/>
              </a:xfrm>
              <a:custGeom>
                <a:avLst/>
                <a:gdLst/>
                <a:ahLst/>
                <a:cxnLst/>
                <a:rect l="l" t="t" r="r" b="b"/>
                <a:pathLst>
                  <a:path w="738" h="2405" extrusionOk="0">
                    <a:moveTo>
                      <a:pt x="664" y="1"/>
                    </a:moveTo>
                    <a:cubicBezTo>
                      <a:pt x="643" y="1"/>
                      <a:pt x="622" y="10"/>
                      <a:pt x="607" y="28"/>
                    </a:cubicBezTo>
                    <a:cubicBezTo>
                      <a:pt x="1" y="871"/>
                      <a:pt x="219" y="2285"/>
                      <a:pt x="227" y="2349"/>
                    </a:cubicBezTo>
                    <a:cubicBezTo>
                      <a:pt x="231" y="2380"/>
                      <a:pt x="258" y="2404"/>
                      <a:pt x="290" y="2404"/>
                    </a:cubicBezTo>
                    <a:lnTo>
                      <a:pt x="302" y="2400"/>
                    </a:lnTo>
                    <a:cubicBezTo>
                      <a:pt x="338" y="2396"/>
                      <a:pt x="361" y="2361"/>
                      <a:pt x="357" y="2325"/>
                    </a:cubicBezTo>
                    <a:cubicBezTo>
                      <a:pt x="354" y="2313"/>
                      <a:pt x="140" y="903"/>
                      <a:pt x="714" y="103"/>
                    </a:cubicBezTo>
                    <a:cubicBezTo>
                      <a:pt x="738" y="75"/>
                      <a:pt x="730" y="36"/>
                      <a:pt x="702" y="12"/>
                    </a:cubicBezTo>
                    <a:cubicBezTo>
                      <a:pt x="690" y="4"/>
                      <a:pt x="677" y="1"/>
                      <a:pt x="6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44"/>
              <p:cNvSpPr/>
              <p:nvPr/>
            </p:nvSpPr>
            <p:spPr>
              <a:xfrm>
                <a:off x="6940025" y="3386800"/>
                <a:ext cx="75775" cy="75225"/>
              </a:xfrm>
              <a:custGeom>
                <a:avLst/>
                <a:gdLst/>
                <a:ahLst/>
                <a:cxnLst/>
                <a:rect l="l" t="t" r="r" b="b"/>
                <a:pathLst>
                  <a:path w="3031" h="3009" extrusionOk="0">
                    <a:moveTo>
                      <a:pt x="2956" y="0"/>
                    </a:moveTo>
                    <a:cubicBezTo>
                      <a:pt x="2936" y="0"/>
                      <a:pt x="2916" y="10"/>
                      <a:pt x="2904" y="26"/>
                    </a:cubicBezTo>
                    <a:cubicBezTo>
                      <a:pt x="2888" y="46"/>
                      <a:pt x="1569" y="1852"/>
                      <a:pt x="40" y="2886"/>
                    </a:cubicBezTo>
                    <a:cubicBezTo>
                      <a:pt x="8" y="2906"/>
                      <a:pt x="1" y="2949"/>
                      <a:pt x="20" y="2977"/>
                    </a:cubicBezTo>
                    <a:cubicBezTo>
                      <a:pt x="32" y="2997"/>
                      <a:pt x="56" y="3009"/>
                      <a:pt x="76" y="3009"/>
                    </a:cubicBezTo>
                    <a:cubicBezTo>
                      <a:pt x="88" y="3009"/>
                      <a:pt x="100" y="3005"/>
                      <a:pt x="111" y="2997"/>
                    </a:cubicBezTo>
                    <a:cubicBezTo>
                      <a:pt x="1664" y="1947"/>
                      <a:pt x="2995" y="125"/>
                      <a:pt x="3011" y="105"/>
                    </a:cubicBezTo>
                    <a:cubicBezTo>
                      <a:pt x="3031" y="77"/>
                      <a:pt x="3023" y="34"/>
                      <a:pt x="2995" y="14"/>
                    </a:cubicBezTo>
                    <a:cubicBezTo>
                      <a:pt x="2984" y="4"/>
                      <a:pt x="2970" y="0"/>
                      <a:pt x="29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44"/>
              <p:cNvSpPr/>
              <p:nvPr/>
            </p:nvSpPr>
            <p:spPr>
              <a:xfrm>
                <a:off x="6881800" y="3684100"/>
                <a:ext cx="1491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178" extrusionOk="0">
                    <a:moveTo>
                      <a:pt x="2864" y="1"/>
                    </a:moveTo>
                    <a:cubicBezTo>
                      <a:pt x="1399" y="1"/>
                      <a:pt x="163" y="987"/>
                      <a:pt x="36" y="2314"/>
                    </a:cubicBezTo>
                    <a:cubicBezTo>
                      <a:pt x="1" y="2714"/>
                      <a:pt x="64" y="3102"/>
                      <a:pt x="214" y="3455"/>
                    </a:cubicBezTo>
                    <a:cubicBezTo>
                      <a:pt x="512" y="3494"/>
                      <a:pt x="832" y="3581"/>
                      <a:pt x="1173" y="3708"/>
                    </a:cubicBezTo>
                    <a:cubicBezTo>
                      <a:pt x="1209" y="3720"/>
                      <a:pt x="1224" y="3756"/>
                      <a:pt x="1213" y="3791"/>
                    </a:cubicBezTo>
                    <a:cubicBezTo>
                      <a:pt x="1205" y="3819"/>
                      <a:pt x="1177" y="3835"/>
                      <a:pt x="1153" y="3835"/>
                    </a:cubicBezTo>
                    <a:cubicBezTo>
                      <a:pt x="1145" y="3835"/>
                      <a:pt x="1137" y="3835"/>
                      <a:pt x="1129" y="3831"/>
                    </a:cubicBezTo>
                    <a:cubicBezTo>
                      <a:pt x="828" y="3720"/>
                      <a:pt x="547" y="3641"/>
                      <a:pt x="282" y="3597"/>
                    </a:cubicBezTo>
                    <a:lnTo>
                      <a:pt x="282" y="3597"/>
                    </a:lnTo>
                    <a:cubicBezTo>
                      <a:pt x="702" y="4437"/>
                      <a:pt x="1601" y="5059"/>
                      <a:pt x="2690" y="5166"/>
                    </a:cubicBezTo>
                    <a:cubicBezTo>
                      <a:pt x="2793" y="5174"/>
                      <a:pt x="2896" y="5178"/>
                      <a:pt x="3003" y="5178"/>
                    </a:cubicBezTo>
                    <a:cubicBezTo>
                      <a:pt x="4468" y="5178"/>
                      <a:pt x="5704" y="4191"/>
                      <a:pt x="5827" y="2864"/>
                    </a:cubicBezTo>
                    <a:cubicBezTo>
                      <a:pt x="5966" y="1442"/>
                      <a:pt x="4777" y="167"/>
                      <a:pt x="3177" y="17"/>
                    </a:cubicBezTo>
                    <a:cubicBezTo>
                      <a:pt x="3074" y="5"/>
                      <a:pt x="2967" y="1"/>
                      <a:pt x="28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44"/>
              <p:cNvSpPr/>
              <p:nvPr/>
            </p:nvSpPr>
            <p:spPr>
              <a:xfrm>
                <a:off x="6887150" y="3770450"/>
                <a:ext cx="25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1" h="381" extrusionOk="0">
                    <a:moveTo>
                      <a:pt x="0" y="1"/>
                    </a:moveTo>
                    <a:cubicBezTo>
                      <a:pt x="24" y="52"/>
                      <a:pt x="44" y="100"/>
                      <a:pt x="68" y="143"/>
                    </a:cubicBezTo>
                    <a:cubicBezTo>
                      <a:pt x="333" y="187"/>
                      <a:pt x="614" y="266"/>
                      <a:pt x="915" y="377"/>
                    </a:cubicBezTo>
                    <a:cubicBezTo>
                      <a:pt x="923" y="381"/>
                      <a:pt x="931" y="381"/>
                      <a:pt x="939" y="381"/>
                    </a:cubicBezTo>
                    <a:cubicBezTo>
                      <a:pt x="963" y="381"/>
                      <a:pt x="991" y="365"/>
                      <a:pt x="999" y="337"/>
                    </a:cubicBezTo>
                    <a:cubicBezTo>
                      <a:pt x="1010" y="302"/>
                      <a:pt x="995" y="266"/>
                      <a:pt x="959" y="254"/>
                    </a:cubicBezTo>
                    <a:cubicBezTo>
                      <a:pt x="618" y="127"/>
                      <a:pt x="298" y="40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44"/>
              <p:cNvSpPr/>
              <p:nvPr/>
            </p:nvSpPr>
            <p:spPr>
              <a:xfrm>
                <a:off x="6556025" y="3630425"/>
                <a:ext cx="146975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879" h="5178" extrusionOk="0">
                    <a:moveTo>
                      <a:pt x="2852" y="1"/>
                    </a:moveTo>
                    <a:cubicBezTo>
                      <a:pt x="1387" y="1"/>
                      <a:pt x="151" y="987"/>
                      <a:pt x="28" y="2314"/>
                    </a:cubicBezTo>
                    <a:cubicBezTo>
                      <a:pt x="0" y="2603"/>
                      <a:pt x="24" y="2880"/>
                      <a:pt x="99" y="3150"/>
                    </a:cubicBezTo>
                    <a:cubicBezTo>
                      <a:pt x="464" y="3316"/>
                      <a:pt x="864" y="3423"/>
                      <a:pt x="1284" y="3447"/>
                    </a:cubicBezTo>
                    <a:cubicBezTo>
                      <a:pt x="1339" y="3451"/>
                      <a:pt x="1391" y="3451"/>
                      <a:pt x="1442" y="3451"/>
                    </a:cubicBezTo>
                    <a:cubicBezTo>
                      <a:pt x="2721" y="3451"/>
                      <a:pt x="3981" y="2631"/>
                      <a:pt x="5189" y="1015"/>
                    </a:cubicBezTo>
                    <a:cubicBezTo>
                      <a:pt x="4710" y="472"/>
                      <a:pt x="3993" y="92"/>
                      <a:pt x="3165" y="17"/>
                    </a:cubicBezTo>
                    <a:cubicBezTo>
                      <a:pt x="3062" y="5"/>
                      <a:pt x="2955" y="1"/>
                      <a:pt x="2852" y="1"/>
                    </a:cubicBezTo>
                    <a:close/>
                    <a:moveTo>
                      <a:pt x="5276" y="1118"/>
                    </a:moveTo>
                    <a:cubicBezTo>
                      <a:pt x="4048" y="2754"/>
                      <a:pt x="2757" y="3582"/>
                      <a:pt x="1442" y="3582"/>
                    </a:cubicBezTo>
                    <a:cubicBezTo>
                      <a:pt x="1387" y="3582"/>
                      <a:pt x="1331" y="3582"/>
                      <a:pt x="1276" y="3578"/>
                    </a:cubicBezTo>
                    <a:cubicBezTo>
                      <a:pt x="880" y="3558"/>
                      <a:pt x="503" y="3463"/>
                      <a:pt x="151" y="3316"/>
                    </a:cubicBezTo>
                    <a:lnTo>
                      <a:pt x="151" y="3316"/>
                    </a:lnTo>
                    <a:cubicBezTo>
                      <a:pt x="495" y="4291"/>
                      <a:pt x="1470" y="5047"/>
                      <a:pt x="2678" y="5162"/>
                    </a:cubicBezTo>
                    <a:cubicBezTo>
                      <a:pt x="2781" y="5174"/>
                      <a:pt x="2888" y="5178"/>
                      <a:pt x="2991" y="5178"/>
                    </a:cubicBezTo>
                    <a:cubicBezTo>
                      <a:pt x="4456" y="5178"/>
                      <a:pt x="5692" y="4192"/>
                      <a:pt x="5819" y="2865"/>
                    </a:cubicBezTo>
                    <a:cubicBezTo>
                      <a:pt x="5878" y="2223"/>
                      <a:pt x="5668" y="1609"/>
                      <a:pt x="5276" y="11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44"/>
              <p:cNvSpPr/>
              <p:nvPr/>
            </p:nvSpPr>
            <p:spPr>
              <a:xfrm>
                <a:off x="6558500" y="3655775"/>
                <a:ext cx="129450" cy="64200"/>
              </a:xfrm>
              <a:custGeom>
                <a:avLst/>
                <a:gdLst/>
                <a:ahLst/>
                <a:cxnLst/>
                <a:rect l="l" t="t" r="r" b="b"/>
                <a:pathLst>
                  <a:path w="5178" h="2568" extrusionOk="0">
                    <a:moveTo>
                      <a:pt x="5090" y="1"/>
                    </a:moveTo>
                    <a:cubicBezTo>
                      <a:pt x="3882" y="1617"/>
                      <a:pt x="2622" y="2437"/>
                      <a:pt x="1343" y="2437"/>
                    </a:cubicBezTo>
                    <a:cubicBezTo>
                      <a:pt x="1292" y="2437"/>
                      <a:pt x="1240" y="2437"/>
                      <a:pt x="1185" y="2433"/>
                    </a:cubicBezTo>
                    <a:cubicBezTo>
                      <a:pt x="765" y="2409"/>
                      <a:pt x="365" y="2302"/>
                      <a:pt x="0" y="2136"/>
                    </a:cubicBezTo>
                    <a:lnTo>
                      <a:pt x="0" y="2136"/>
                    </a:lnTo>
                    <a:cubicBezTo>
                      <a:pt x="16" y="2191"/>
                      <a:pt x="32" y="2247"/>
                      <a:pt x="52" y="2302"/>
                    </a:cubicBezTo>
                    <a:cubicBezTo>
                      <a:pt x="404" y="2449"/>
                      <a:pt x="781" y="2544"/>
                      <a:pt x="1177" y="2564"/>
                    </a:cubicBezTo>
                    <a:cubicBezTo>
                      <a:pt x="1232" y="2568"/>
                      <a:pt x="1288" y="2568"/>
                      <a:pt x="1343" y="2568"/>
                    </a:cubicBezTo>
                    <a:cubicBezTo>
                      <a:pt x="2658" y="2568"/>
                      <a:pt x="3949" y="1740"/>
                      <a:pt x="5177" y="104"/>
                    </a:cubicBezTo>
                    <a:cubicBezTo>
                      <a:pt x="5149" y="68"/>
                      <a:pt x="5118" y="33"/>
                      <a:pt x="50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44"/>
              <p:cNvSpPr/>
              <p:nvPr/>
            </p:nvSpPr>
            <p:spPr>
              <a:xfrm>
                <a:off x="6608275" y="3588750"/>
                <a:ext cx="116400" cy="72250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2890" extrusionOk="0">
                    <a:moveTo>
                      <a:pt x="4404" y="0"/>
                    </a:moveTo>
                    <a:cubicBezTo>
                      <a:pt x="4208" y="0"/>
                      <a:pt x="3642" y="1154"/>
                      <a:pt x="2465" y="1343"/>
                    </a:cubicBezTo>
                    <a:cubicBezTo>
                      <a:pt x="2353" y="1362"/>
                      <a:pt x="2244" y="1370"/>
                      <a:pt x="2138" y="1370"/>
                    </a:cubicBezTo>
                    <a:cubicBezTo>
                      <a:pt x="1179" y="1370"/>
                      <a:pt x="459" y="694"/>
                      <a:pt x="233" y="694"/>
                    </a:cubicBezTo>
                    <a:cubicBezTo>
                      <a:pt x="210" y="694"/>
                      <a:pt x="192" y="702"/>
                      <a:pt x="180" y="717"/>
                    </a:cubicBezTo>
                    <a:cubicBezTo>
                      <a:pt x="1" y="942"/>
                      <a:pt x="1005" y="2889"/>
                      <a:pt x="2418" y="2889"/>
                    </a:cubicBezTo>
                    <a:cubicBezTo>
                      <a:pt x="2474" y="2889"/>
                      <a:pt x="2531" y="2886"/>
                      <a:pt x="2588" y="2880"/>
                    </a:cubicBezTo>
                    <a:cubicBezTo>
                      <a:pt x="4172" y="2702"/>
                      <a:pt x="4656" y="163"/>
                      <a:pt x="4430" y="8"/>
                    </a:cubicBezTo>
                    <a:cubicBezTo>
                      <a:pt x="4422" y="3"/>
                      <a:pt x="4414" y="0"/>
                      <a:pt x="44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44"/>
              <p:cNvSpPr/>
              <p:nvPr/>
            </p:nvSpPr>
            <p:spPr>
              <a:xfrm>
                <a:off x="6888625" y="3639200"/>
                <a:ext cx="113625" cy="76600"/>
              </a:xfrm>
              <a:custGeom>
                <a:avLst/>
                <a:gdLst/>
                <a:ahLst/>
                <a:cxnLst/>
                <a:rect l="l" t="t" r="r" b="b"/>
                <a:pathLst>
                  <a:path w="4545" h="3064" extrusionOk="0">
                    <a:moveTo>
                      <a:pt x="296" y="0"/>
                    </a:moveTo>
                    <a:cubicBezTo>
                      <a:pt x="287" y="0"/>
                      <a:pt x="278" y="2"/>
                      <a:pt x="270" y="6"/>
                    </a:cubicBezTo>
                    <a:cubicBezTo>
                      <a:pt x="1" y="141"/>
                      <a:pt x="108" y="2502"/>
                      <a:pt x="1534" y="2985"/>
                    </a:cubicBezTo>
                    <a:cubicBezTo>
                      <a:pt x="1696" y="3039"/>
                      <a:pt x="1858" y="3064"/>
                      <a:pt x="2019" y="3064"/>
                    </a:cubicBezTo>
                    <a:cubicBezTo>
                      <a:pt x="3352" y="3064"/>
                      <a:pt x="4545" y="1371"/>
                      <a:pt x="4421" y="1159"/>
                    </a:cubicBezTo>
                    <a:cubicBezTo>
                      <a:pt x="4411" y="1143"/>
                      <a:pt x="4394" y="1135"/>
                      <a:pt x="4369" y="1135"/>
                    </a:cubicBezTo>
                    <a:cubicBezTo>
                      <a:pt x="4166" y="1135"/>
                      <a:pt x="3481" y="1621"/>
                      <a:pt x="2640" y="1621"/>
                    </a:cubicBezTo>
                    <a:cubicBezTo>
                      <a:pt x="2458" y="1621"/>
                      <a:pt x="2269" y="1598"/>
                      <a:pt x="2076" y="1543"/>
                    </a:cubicBezTo>
                    <a:cubicBezTo>
                      <a:pt x="927" y="1216"/>
                      <a:pt x="513" y="0"/>
                      <a:pt x="2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44"/>
              <p:cNvSpPr/>
              <p:nvPr/>
            </p:nvSpPr>
            <p:spPr>
              <a:xfrm>
                <a:off x="6673350" y="3677175"/>
                <a:ext cx="225600" cy="65275"/>
              </a:xfrm>
              <a:custGeom>
                <a:avLst/>
                <a:gdLst/>
                <a:ahLst/>
                <a:cxnLst/>
                <a:rect l="l" t="t" r="r" b="b"/>
                <a:pathLst>
                  <a:path w="9024" h="2611" extrusionOk="0">
                    <a:moveTo>
                      <a:pt x="1425" y="1"/>
                    </a:moveTo>
                    <a:cubicBezTo>
                      <a:pt x="960" y="1"/>
                      <a:pt x="381" y="185"/>
                      <a:pt x="88" y="559"/>
                    </a:cubicBezTo>
                    <a:cubicBezTo>
                      <a:pt x="1" y="674"/>
                      <a:pt x="21" y="840"/>
                      <a:pt x="136" y="927"/>
                    </a:cubicBezTo>
                    <a:cubicBezTo>
                      <a:pt x="184" y="966"/>
                      <a:pt x="242" y="985"/>
                      <a:pt x="300" y="985"/>
                    </a:cubicBezTo>
                    <a:cubicBezTo>
                      <a:pt x="378" y="985"/>
                      <a:pt x="455" y="950"/>
                      <a:pt x="508" y="884"/>
                    </a:cubicBezTo>
                    <a:cubicBezTo>
                      <a:pt x="685" y="655"/>
                      <a:pt x="1107" y="529"/>
                      <a:pt x="1432" y="529"/>
                    </a:cubicBezTo>
                    <a:cubicBezTo>
                      <a:pt x="1456" y="529"/>
                      <a:pt x="1479" y="530"/>
                      <a:pt x="1502" y="531"/>
                    </a:cubicBezTo>
                    <a:cubicBezTo>
                      <a:pt x="1720" y="543"/>
                      <a:pt x="1910" y="634"/>
                      <a:pt x="2017" y="773"/>
                    </a:cubicBezTo>
                    <a:cubicBezTo>
                      <a:pt x="2057" y="828"/>
                      <a:pt x="2096" y="884"/>
                      <a:pt x="2140" y="943"/>
                    </a:cubicBezTo>
                    <a:cubicBezTo>
                      <a:pt x="2354" y="1250"/>
                      <a:pt x="2682" y="1715"/>
                      <a:pt x="3173" y="1715"/>
                    </a:cubicBezTo>
                    <a:cubicBezTo>
                      <a:pt x="3328" y="1715"/>
                      <a:pt x="3499" y="1669"/>
                      <a:pt x="3688" y="1557"/>
                    </a:cubicBezTo>
                    <a:cubicBezTo>
                      <a:pt x="3847" y="1462"/>
                      <a:pt x="3986" y="1339"/>
                      <a:pt x="4116" y="1220"/>
                    </a:cubicBezTo>
                    <a:cubicBezTo>
                      <a:pt x="4281" y="1075"/>
                      <a:pt x="4448" y="923"/>
                      <a:pt x="4577" y="923"/>
                    </a:cubicBezTo>
                    <a:cubicBezTo>
                      <a:pt x="4582" y="923"/>
                      <a:pt x="4587" y="923"/>
                      <a:pt x="4592" y="923"/>
                    </a:cubicBezTo>
                    <a:cubicBezTo>
                      <a:pt x="4699" y="927"/>
                      <a:pt x="4817" y="1042"/>
                      <a:pt x="4897" y="1133"/>
                    </a:cubicBezTo>
                    <a:cubicBezTo>
                      <a:pt x="4956" y="1201"/>
                      <a:pt x="5007" y="1276"/>
                      <a:pt x="5067" y="1359"/>
                    </a:cubicBezTo>
                    <a:cubicBezTo>
                      <a:pt x="5174" y="1510"/>
                      <a:pt x="5285" y="1664"/>
                      <a:pt x="5443" y="1795"/>
                    </a:cubicBezTo>
                    <a:cubicBezTo>
                      <a:pt x="5667" y="1978"/>
                      <a:pt x="5950" y="2072"/>
                      <a:pt x="6234" y="2072"/>
                    </a:cubicBezTo>
                    <a:cubicBezTo>
                      <a:pt x="6423" y="2072"/>
                      <a:pt x="6611" y="2031"/>
                      <a:pt x="6782" y="1945"/>
                    </a:cubicBezTo>
                    <a:cubicBezTo>
                      <a:pt x="6917" y="1874"/>
                      <a:pt x="7028" y="1791"/>
                      <a:pt x="7138" y="1704"/>
                    </a:cubicBezTo>
                    <a:cubicBezTo>
                      <a:pt x="7249" y="1616"/>
                      <a:pt x="7356" y="1537"/>
                      <a:pt x="7467" y="1498"/>
                    </a:cubicBezTo>
                    <a:cubicBezTo>
                      <a:pt x="7531" y="1473"/>
                      <a:pt x="7598" y="1461"/>
                      <a:pt x="7666" y="1461"/>
                    </a:cubicBezTo>
                    <a:cubicBezTo>
                      <a:pt x="7818" y="1461"/>
                      <a:pt x="7975" y="1520"/>
                      <a:pt x="8117" y="1632"/>
                    </a:cubicBezTo>
                    <a:cubicBezTo>
                      <a:pt x="8346" y="1811"/>
                      <a:pt x="8481" y="2080"/>
                      <a:pt x="8453" y="2318"/>
                    </a:cubicBezTo>
                    <a:cubicBezTo>
                      <a:pt x="8442" y="2464"/>
                      <a:pt x="8545" y="2595"/>
                      <a:pt x="8691" y="2611"/>
                    </a:cubicBezTo>
                    <a:lnTo>
                      <a:pt x="8719" y="2611"/>
                    </a:lnTo>
                    <a:cubicBezTo>
                      <a:pt x="8853" y="2611"/>
                      <a:pt x="8968" y="2508"/>
                      <a:pt x="8980" y="2373"/>
                    </a:cubicBezTo>
                    <a:cubicBezTo>
                      <a:pt x="9024" y="1949"/>
                      <a:pt x="8818" y="1506"/>
                      <a:pt x="8442" y="1212"/>
                    </a:cubicBezTo>
                    <a:cubicBezTo>
                      <a:pt x="8206" y="1031"/>
                      <a:pt x="7931" y="935"/>
                      <a:pt x="7663" y="935"/>
                    </a:cubicBezTo>
                    <a:cubicBezTo>
                      <a:pt x="7534" y="935"/>
                      <a:pt x="7406" y="958"/>
                      <a:pt x="7285" y="1003"/>
                    </a:cubicBezTo>
                    <a:cubicBezTo>
                      <a:pt x="7099" y="1070"/>
                      <a:pt x="6948" y="1185"/>
                      <a:pt x="6814" y="1288"/>
                    </a:cubicBezTo>
                    <a:cubicBezTo>
                      <a:pt x="6723" y="1359"/>
                      <a:pt x="6635" y="1426"/>
                      <a:pt x="6544" y="1470"/>
                    </a:cubicBezTo>
                    <a:cubicBezTo>
                      <a:pt x="6448" y="1519"/>
                      <a:pt x="6340" y="1543"/>
                      <a:pt x="6232" y="1543"/>
                    </a:cubicBezTo>
                    <a:cubicBezTo>
                      <a:pt x="6069" y="1543"/>
                      <a:pt x="5906" y="1489"/>
                      <a:pt x="5780" y="1387"/>
                    </a:cubicBezTo>
                    <a:cubicBezTo>
                      <a:pt x="5673" y="1300"/>
                      <a:pt x="5586" y="1177"/>
                      <a:pt x="5495" y="1050"/>
                    </a:cubicBezTo>
                    <a:cubicBezTo>
                      <a:pt x="5431" y="963"/>
                      <a:pt x="5368" y="876"/>
                      <a:pt x="5297" y="789"/>
                    </a:cubicBezTo>
                    <a:cubicBezTo>
                      <a:pt x="5079" y="539"/>
                      <a:pt x="4861" y="408"/>
                      <a:pt x="4627" y="397"/>
                    </a:cubicBezTo>
                    <a:cubicBezTo>
                      <a:pt x="4611" y="395"/>
                      <a:pt x="4595" y="395"/>
                      <a:pt x="4580" y="395"/>
                    </a:cubicBezTo>
                    <a:cubicBezTo>
                      <a:pt x="4254" y="395"/>
                      <a:pt x="3994" y="624"/>
                      <a:pt x="3768" y="828"/>
                    </a:cubicBezTo>
                    <a:cubicBezTo>
                      <a:pt x="3653" y="931"/>
                      <a:pt x="3534" y="1034"/>
                      <a:pt x="3419" y="1106"/>
                    </a:cubicBezTo>
                    <a:cubicBezTo>
                      <a:pt x="3329" y="1158"/>
                      <a:pt x="3251" y="1186"/>
                      <a:pt x="3177" y="1186"/>
                    </a:cubicBezTo>
                    <a:cubicBezTo>
                      <a:pt x="2992" y="1186"/>
                      <a:pt x="2832" y="1012"/>
                      <a:pt x="2572" y="638"/>
                    </a:cubicBezTo>
                    <a:cubicBezTo>
                      <a:pt x="2524" y="575"/>
                      <a:pt x="2480" y="515"/>
                      <a:pt x="2437" y="456"/>
                    </a:cubicBezTo>
                    <a:cubicBezTo>
                      <a:pt x="2239" y="191"/>
                      <a:pt x="1910" y="24"/>
                      <a:pt x="1534" y="4"/>
                    </a:cubicBezTo>
                    <a:cubicBezTo>
                      <a:pt x="1498" y="2"/>
                      <a:pt x="1462" y="1"/>
                      <a:pt x="14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44"/>
              <p:cNvSpPr/>
              <p:nvPr/>
            </p:nvSpPr>
            <p:spPr>
              <a:xfrm>
                <a:off x="6352225" y="3186825"/>
                <a:ext cx="426425" cy="345200"/>
              </a:xfrm>
              <a:custGeom>
                <a:avLst/>
                <a:gdLst/>
                <a:ahLst/>
                <a:cxnLst/>
                <a:rect l="l" t="t" r="r" b="b"/>
                <a:pathLst>
                  <a:path w="17057" h="13808" extrusionOk="0">
                    <a:moveTo>
                      <a:pt x="9582" y="0"/>
                    </a:moveTo>
                    <a:lnTo>
                      <a:pt x="6584" y="3795"/>
                    </a:lnTo>
                    <a:lnTo>
                      <a:pt x="3134" y="1898"/>
                    </a:lnTo>
                    <a:lnTo>
                      <a:pt x="3134" y="1898"/>
                    </a:lnTo>
                    <a:cubicBezTo>
                      <a:pt x="3324" y="2856"/>
                      <a:pt x="3518" y="3815"/>
                      <a:pt x="3708" y="4773"/>
                    </a:cubicBezTo>
                    <a:lnTo>
                      <a:pt x="1" y="5811"/>
                    </a:lnTo>
                    <a:lnTo>
                      <a:pt x="2801" y="7768"/>
                    </a:lnTo>
                    <a:lnTo>
                      <a:pt x="36" y="10069"/>
                    </a:lnTo>
                    <a:lnTo>
                      <a:pt x="3534" y="10469"/>
                    </a:lnTo>
                    <a:lnTo>
                      <a:pt x="3364" y="13289"/>
                    </a:lnTo>
                    <a:lnTo>
                      <a:pt x="6413" y="11103"/>
                    </a:lnTo>
                    <a:lnTo>
                      <a:pt x="6758" y="13808"/>
                    </a:lnTo>
                    <a:lnTo>
                      <a:pt x="9337" y="10932"/>
                    </a:lnTo>
                    <a:lnTo>
                      <a:pt x="11147" y="13578"/>
                    </a:lnTo>
                    <a:lnTo>
                      <a:pt x="12101" y="10009"/>
                    </a:lnTo>
                    <a:lnTo>
                      <a:pt x="15496" y="10988"/>
                    </a:lnTo>
                    <a:lnTo>
                      <a:pt x="13547" y="8282"/>
                    </a:lnTo>
                    <a:lnTo>
                      <a:pt x="17056" y="8168"/>
                    </a:lnTo>
                    <a:lnTo>
                      <a:pt x="14537" y="6270"/>
                    </a:lnTo>
                    <a:lnTo>
                      <a:pt x="16759" y="4543"/>
                    </a:lnTo>
                    <a:lnTo>
                      <a:pt x="13052" y="4373"/>
                    </a:lnTo>
                    <a:lnTo>
                      <a:pt x="13377" y="1898"/>
                    </a:lnTo>
                    <a:lnTo>
                      <a:pt x="9950" y="3680"/>
                    </a:lnTo>
                    <a:lnTo>
                      <a:pt x="958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44"/>
              <p:cNvSpPr/>
              <p:nvPr/>
            </p:nvSpPr>
            <p:spPr>
              <a:xfrm>
                <a:off x="6881600" y="3883925"/>
                <a:ext cx="362850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4" h="7753" extrusionOk="0">
                    <a:moveTo>
                      <a:pt x="9851" y="0"/>
                    </a:moveTo>
                    <a:cubicBezTo>
                      <a:pt x="8712" y="0"/>
                      <a:pt x="7509" y="160"/>
                      <a:pt x="6425" y="627"/>
                    </a:cubicBezTo>
                    <a:cubicBezTo>
                      <a:pt x="6425" y="627"/>
                      <a:pt x="1078" y="1304"/>
                      <a:pt x="1" y="3478"/>
                    </a:cubicBezTo>
                    <a:cubicBezTo>
                      <a:pt x="1" y="3478"/>
                      <a:pt x="1347" y="4568"/>
                      <a:pt x="3110" y="4639"/>
                    </a:cubicBezTo>
                    <a:lnTo>
                      <a:pt x="6310" y="7752"/>
                    </a:lnTo>
                    <a:lnTo>
                      <a:pt x="9146" y="6889"/>
                    </a:lnTo>
                    <a:lnTo>
                      <a:pt x="8188" y="5356"/>
                    </a:lnTo>
                    <a:cubicBezTo>
                      <a:pt x="8188" y="5356"/>
                      <a:pt x="14410" y="5071"/>
                      <a:pt x="14513" y="757"/>
                    </a:cubicBezTo>
                    <a:cubicBezTo>
                      <a:pt x="14513" y="757"/>
                      <a:pt x="12332" y="0"/>
                      <a:pt x="9851" y="0"/>
                    </a:cubicBezTo>
                    <a:close/>
                  </a:path>
                </a:pathLst>
              </a:custGeom>
              <a:solidFill>
                <a:srgbClr val="6E61F4">
                  <a:alpha val="487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8"/>
          <p:cNvSpPr txBox="1">
            <a:spLocks noGrp="1"/>
          </p:cNvSpPr>
          <p:nvPr>
            <p:ph type="title"/>
          </p:nvPr>
        </p:nvSpPr>
        <p:spPr>
          <a:xfrm>
            <a:off x="720000" y="5212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Freud’s Personality Structures</a:t>
            </a:r>
            <a:endParaRPr dirty="0"/>
          </a:p>
        </p:txBody>
      </p:sp>
      <p:sp>
        <p:nvSpPr>
          <p:cNvPr id="623" name="Google Shape;623;p38"/>
          <p:cNvSpPr txBox="1">
            <a:spLocks noGrp="1"/>
          </p:cNvSpPr>
          <p:nvPr>
            <p:ph type="subTitle" idx="3"/>
          </p:nvPr>
        </p:nvSpPr>
        <p:spPr>
          <a:xfrm>
            <a:off x="938253" y="4238327"/>
            <a:ext cx="493776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moral branch of personality; “</a:t>
            </a:r>
            <a:r>
              <a:rPr lang="en-US" altLang="en-US" i="1" dirty="0"/>
              <a:t>conscience</a:t>
            </a:r>
            <a:r>
              <a:rPr lang="en-US" altLang="en-US" dirty="0"/>
              <a:t>”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Restrains the Id</a:t>
            </a:r>
          </a:p>
        </p:txBody>
      </p:sp>
      <p:sp>
        <p:nvSpPr>
          <p:cNvPr id="624" name="Google Shape;624;p38"/>
          <p:cNvSpPr txBox="1">
            <a:spLocks noGrp="1"/>
          </p:cNvSpPr>
          <p:nvPr>
            <p:ph type="subTitle" idx="1"/>
          </p:nvPr>
        </p:nvSpPr>
        <p:spPr>
          <a:xfrm>
            <a:off x="938253" y="1638606"/>
            <a:ext cx="477873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instincts and reservoir of psychic energy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i="1" dirty="0"/>
              <a:t>pleasure</a:t>
            </a:r>
            <a:r>
              <a:rPr lang="en-US" altLang="en-US" dirty="0"/>
              <a:t> principle</a:t>
            </a:r>
          </a:p>
        </p:txBody>
      </p:sp>
      <p:sp>
        <p:nvSpPr>
          <p:cNvPr id="625" name="Google Shape;625;p38"/>
          <p:cNvSpPr txBox="1">
            <a:spLocks noGrp="1"/>
          </p:cNvSpPr>
          <p:nvPr>
            <p:ph type="subTitle" idx="2"/>
          </p:nvPr>
        </p:nvSpPr>
        <p:spPr>
          <a:xfrm>
            <a:off x="938253" y="2906113"/>
            <a:ext cx="50570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deals with the demands of reality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i="1" dirty="0"/>
              <a:t>reality</a:t>
            </a:r>
            <a:r>
              <a:rPr lang="en-US" altLang="en-US" dirty="0"/>
              <a:t> principle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Resolves conflict between Id and Superego</a:t>
            </a:r>
          </a:p>
        </p:txBody>
      </p:sp>
      <p:sp>
        <p:nvSpPr>
          <p:cNvPr id="627" name="Google Shape;627;p38"/>
          <p:cNvSpPr txBox="1">
            <a:spLocks noGrp="1"/>
          </p:cNvSpPr>
          <p:nvPr>
            <p:ph type="title" idx="6"/>
          </p:nvPr>
        </p:nvSpPr>
        <p:spPr>
          <a:xfrm>
            <a:off x="835222" y="4040519"/>
            <a:ext cx="710100" cy="7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29" name="Google Shape;629;p38"/>
          <p:cNvSpPr txBox="1">
            <a:spLocks noGrp="1"/>
          </p:cNvSpPr>
          <p:nvPr>
            <p:ph type="subTitle" idx="9"/>
          </p:nvPr>
        </p:nvSpPr>
        <p:spPr>
          <a:xfrm>
            <a:off x="1572018" y="1316341"/>
            <a:ext cx="254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Id</a:t>
            </a:r>
            <a:endParaRPr dirty="0"/>
          </a:p>
        </p:txBody>
      </p:sp>
      <p:sp>
        <p:nvSpPr>
          <p:cNvPr id="630" name="Google Shape;630;p38"/>
          <p:cNvSpPr txBox="1">
            <a:spLocks noGrp="1"/>
          </p:cNvSpPr>
          <p:nvPr>
            <p:ph type="subTitle" idx="13"/>
          </p:nvPr>
        </p:nvSpPr>
        <p:spPr>
          <a:xfrm>
            <a:off x="1545322" y="2583848"/>
            <a:ext cx="254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Ego</a:t>
            </a:r>
            <a:endParaRPr dirty="0"/>
          </a:p>
        </p:txBody>
      </p:sp>
      <p:sp>
        <p:nvSpPr>
          <p:cNvPr id="631" name="Google Shape;631;p38"/>
          <p:cNvSpPr txBox="1">
            <a:spLocks noGrp="1"/>
          </p:cNvSpPr>
          <p:nvPr>
            <p:ph type="subTitle" idx="14"/>
          </p:nvPr>
        </p:nvSpPr>
        <p:spPr>
          <a:xfrm>
            <a:off x="1596322" y="3915518"/>
            <a:ext cx="254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Superego</a:t>
            </a:r>
            <a:endParaRPr dirty="0"/>
          </a:p>
        </p:txBody>
      </p:sp>
      <p:sp>
        <p:nvSpPr>
          <p:cNvPr id="633" name="Google Shape;633;p38"/>
          <p:cNvSpPr txBox="1">
            <a:spLocks noGrp="1"/>
          </p:cNvSpPr>
          <p:nvPr>
            <p:ph type="title" idx="5"/>
          </p:nvPr>
        </p:nvSpPr>
        <p:spPr>
          <a:xfrm>
            <a:off x="810918" y="1442050"/>
            <a:ext cx="710100" cy="7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34" name="Google Shape;634;p38"/>
          <p:cNvSpPr txBox="1">
            <a:spLocks noGrp="1"/>
          </p:cNvSpPr>
          <p:nvPr>
            <p:ph type="title" idx="7"/>
          </p:nvPr>
        </p:nvSpPr>
        <p:spPr>
          <a:xfrm>
            <a:off x="784229" y="2709532"/>
            <a:ext cx="710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id="67" name="Picture 66" descr="Map&#10;&#10;Description automatically generated">
            <a:extLst>
              <a:ext uri="{FF2B5EF4-FFF2-40B4-BE49-F238E27FC236}">
                <a16:creationId xmlns:a16="http://schemas.microsoft.com/office/drawing/2014/main" id="{AD0E6E84-69C4-9B46-9830-B12DAE314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1842" y="1435033"/>
            <a:ext cx="2918863" cy="35148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9"/>
          <p:cNvSpPr txBox="1">
            <a:spLocks noGrp="1"/>
          </p:cNvSpPr>
          <p:nvPr>
            <p:ph type="title"/>
          </p:nvPr>
        </p:nvSpPr>
        <p:spPr>
          <a:xfrm>
            <a:off x="191457" y="916078"/>
            <a:ext cx="6312083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Freud’s Personality Structures</a:t>
            </a:r>
            <a:endParaRPr sz="4000" dirty="0"/>
          </a:p>
        </p:txBody>
      </p:sp>
      <p:sp>
        <p:nvSpPr>
          <p:cNvPr id="686" name="Google Shape;686;p39"/>
          <p:cNvSpPr txBox="1">
            <a:spLocks noGrp="1"/>
          </p:cNvSpPr>
          <p:nvPr>
            <p:ph type="subTitle" idx="1"/>
          </p:nvPr>
        </p:nvSpPr>
        <p:spPr>
          <a:xfrm>
            <a:off x="1011067" y="2260257"/>
            <a:ext cx="4849043" cy="24071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1" indent="-285750" algn="l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If you were considering doing something that would be fun but is also considered immoral, which part would …</a:t>
            </a:r>
          </a:p>
          <a:p>
            <a:pPr marL="742950" lvl="2" indent="-285750" algn="l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be in favor of doing it?</a:t>
            </a:r>
          </a:p>
          <a:p>
            <a:pPr marL="742950" lvl="2" indent="-285750" algn="l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be against doing it? </a:t>
            </a:r>
          </a:p>
          <a:p>
            <a:pPr marL="742950" lvl="2" indent="-285750" algn="l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resolve the conflict between those perspectives? </a:t>
            </a:r>
          </a:p>
        </p:txBody>
      </p:sp>
      <p:pic>
        <p:nvPicPr>
          <p:cNvPr id="85" name="Picture 84" descr="Map&#10;&#10;Description automatically generated">
            <a:extLst>
              <a:ext uri="{FF2B5EF4-FFF2-40B4-BE49-F238E27FC236}">
                <a16:creationId xmlns:a16="http://schemas.microsoft.com/office/drawing/2014/main" id="{F2F152A7-EA16-5D4B-8017-A92DA26D1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680" y="1308693"/>
            <a:ext cx="2918863" cy="35148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3"/>
          <p:cNvSpPr txBox="1">
            <a:spLocks noGrp="1"/>
          </p:cNvSpPr>
          <p:nvPr>
            <p:ph type="title"/>
          </p:nvPr>
        </p:nvSpPr>
        <p:spPr>
          <a:xfrm flipH="1">
            <a:off x="720000" y="32035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Defense Mechanisms</a:t>
            </a:r>
            <a:endParaRPr dirty="0"/>
          </a:p>
        </p:txBody>
      </p:sp>
      <p:sp>
        <p:nvSpPr>
          <p:cNvPr id="1002" name="Google Shape;1002;p43"/>
          <p:cNvSpPr txBox="1">
            <a:spLocks noGrp="1"/>
          </p:cNvSpPr>
          <p:nvPr>
            <p:ph type="subTitle" idx="4294967295"/>
          </p:nvPr>
        </p:nvSpPr>
        <p:spPr>
          <a:xfrm>
            <a:off x="720000" y="958805"/>
            <a:ext cx="7704000" cy="44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39700" indent="0">
              <a:buClr>
                <a:schemeClr val="tx1"/>
              </a:buClr>
              <a:buNone/>
            </a:pPr>
            <a:r>
              <a:rPr lang="en-US" altLang="en-US" sz="1600" i="1" dirty="0"/>
              <a:t>Conflict</a:t>
            </a:r>
            <a:r>
              <a:rPr lang="en-US" altLang="en-US" sz="1600" dirty="0"/>
              <a:t> between the id, ego, and superego results in </a:t>
            </a:r>
            <a:r>
              <a:rPr lang="en-US" altLang="en-US" sz="1600" i="1" dirty="0"/>
              <a:t>anxiety</a:t>
            </a:r>
            <a:r>
              <a:rPr lang="en-US" altLang="en-US" sz="1600" dirty="0"/>
              <a:t>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E4E756-4937-8049-9291-F4F02374BEC7}"/>
              </a:ext>
            </a:extLst>
          </p:cNvPr>
          <p:cNvCxnSpPr/>
          <p:nvPr/>
        </p:nvCxnSpPr>
        <p:spPr>
          <a:xfrm>
            <a:off x="1963973" y="1403405"/>
            <a:ext cx="0" cy="230588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93E2F3-1E69-FF42-A829-3B8209AD190C}"/>
              </a:ext>
            </a:extLst>
          </p:cNvPr>
          <p:cNvCxnSpPr/>
          <p:nvPr/>
        </p:nvCxnSpPr>
        <p:spPr>
          <a:xfrm>
            <a:off x="1963973" y="1633993"/>
            <a:ext cx="51683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Google Shape;1002;p43">
            <a:extLst>
              <a:ext uri="{FF2B5EF4-FFF2-40B4-BE49-F238E27FC236}">
                <a16:creationId xmlns:a16="http://schemas.microsoft.com/office/drawing/2014/main" id="{0397A4A3-B3E8-EA49-B839-4977AF48DFEC}"/>
              </a:ext>
            </a:extLst>
          </p:cNvPr>
          <p:cNvSpPr txBox="1">
            <a:spLocks/>
          </p:cNvSpPr>
          <p:nvPr/>
        </p:nvSpPr>
        <p:spPr>
          <a:xfrm>
            <a:off x="2366052" y="1411693"/>
            <a:ext cx="7704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139700" indent="0">
              <a:buClr>
                <a:schemeClr val="tx1"/>
              </a:buClr>
              <a:buFont typeface="Poppins"/>
              <a:buNone/>
            </a:pPr>
            <a:r>
              <a:rPr lang="en-US" altLang="en-US" sz="1600" dirty="0"/>
              <a:t>Sometimes we reduce anxiety using coping mechanisms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BEE895E-AAE6-CB4D-B44E-050502D20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797956"/>
              </p:ext>
            </p:extLst>
          </p:nvPr>
        </p:nvGraphicFramePr>
        <p:xfrm>
          <a:off x="762001" y="1923847"/>
          <a:ext cx="7619998" cy="2966720"/>
        </p:xfrm>
        <a:graphic>
          <a:graphicData uri="http://schemas.openxmlformats.org/drawingml/2006/table">
            <a:tbl>
              <a:tblPr firstRow="1" bandRow="1">
                <a:tableStyleId>{5B1B515C-11A6-4A03-AD7A-3A821A82F6B7}</a:tableStyleId>
              </a:tblPr>
              <a:tblGrid>
                <a:gridCol w="1953759">
                  <a:extLst>
                    <a:ext uri="{9D8B030D-6E8A-4147-A177-3AD203B41FA5}">
                      <a16:colId xmlns:a16="http://schemas.microsoft.com/office/drawing/2014/main" val="588181385"/>
                    </a:ext>
                  </a:extLst>
                </a:gridCol>
                <a:gridCol w="5666239">
                  <a:extLst>
                    <a:ext uri="{9D8B030D-6E8A-4147-A177-3AD203B41FA5}">
                      <a16:colId xmlns:a16="http://schemas.microsoft.com/office/drawing/2014/main" val="14488438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Ego pushes unacceptable impulses out of the conscious mind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124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Rationalization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Ego replaces unacceptable motive with a more acceptable 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3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Ego shift feelings from unacceptable object to new object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64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Sublimation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Ego replaces unacceptable impulse with a more acceptable one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54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en-US" dirty="0"/>
                        <a:t>Ego attributes shortcomings to 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935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Reaction 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Ego transforms unacceptable motive into its opposite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549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Denial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Ego refuses to acknowledge anxiety-producing realities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63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Ego seeks the security of an earlier developmental period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4233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47"/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Limitations to Freud’s Perspective</a:t>
            </a:r>
            <a:endParaRPr dirty="0"/>
          </a:p>
        </p:txBody>
      </p:sp>
      <p:sp>
        <p:nvSpPr>
          <p:cNvPr id="1275" name="Google Shape;1275;p47"/>
          <p:cNvSpPr txBox="1">
            <a:spLocks noGrp="1"/>
          </p:cNvSpPr>
          <p:nvPr>
            <p:ph type="subTitle" idx="1"/>
          </p:nvPr>
        </p:nvSpPr>
        <p:spPr>
          <a:xfrm>
            <a:off x="720000" y="2996301"/>
            <a:ext cx="247290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Not a pervasive force behind personality</a:t>
            </a:r>
            <a:endParaRPr dirty="0"/>
          </a:p>
        </p:txBody>
      </p:sp>
      <p:sp>
        <p:nvSpPr>
          <p:cNvPr id="1276" name="Google Shape;1276;p47"/>
          <p:cNvSpPr txBox="1">
            <a:spLocks noGrp="1"/>
          </p:cNvSpPr>
          <p:nvPr>
            <p:ph type="subTitle" idx="2"/>
          </p:nvPr>
        </p:nvSpPr>
        <p:spPr>
          <a:xfrm>
            <a:off x="3335575" y="2996301"/>
            <a:ext cx="247290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Plays a small role – not as much as Freud thought</a:t>
            </a:r>
            <a:endParaRPr dirty="0"/>
          </a:p>
        </p:txBody>
      </p:sp>
      <p:sp>
        <p:nvSpPr>
          <p:cNvPr id="1277" name="Google Shape;1277;p47"/>
          <p:cNvSpPr txBox="1">
            <a:spLocks noGrp="1"/>
          </p:cNvSpPr>
          <p:nvPr>
            <p:ph type="subTitle" idx="3"/>
          </p:nvPr>
        </p:nvSpPr>
        <p:spPr>
          <a:xfrm>
            <a:off x="5951050" y="2996301"/>
            <a:ext cx="2472900" cy="8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Does not consider the role of conscious thoughts and decision making</a:t>
            </a:r>
            <a:endParaRPr dirty="0"/>
          </a:p>
        </p:txBody>
      </p:sp>
      <p:sp>
        <p:nvSpPr>
          <p:cNvPr id="1278" name="Google Shape;1278;p47"/>
          <p:cNvSpPr txBox="1">
            <a:spLocks noGrp="1"/>
          </p:cNvSpPr>
          <p:nvPr>
            <p:ph type="subTitle" idx="4"/>
          </p:nvPr>
        </p:nvSpPr>
        <p:spPr>
          <a:xfrm>
            <a:off x="720000" y="2571750"/>
            <a:ext cx="2472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Sexuality</a:t>
            </a:r>
            <a:endParaRPr dirty="0"/>
          </a:p>
        </p:txBody>
      </p:sp>
      <p:sp>
        <p:nvSpPr>
          <p:cNvPr id="1279" name="Google Shape;1279;p47"/>
          <p:cNvSpPr txBox="1">
            <a:spLocks noGrp="1"/>
          </p:cNvSpPr>
          <p:nvPr>
            <p:ph type="subTitle" idx="5"/>
          </p:nvPr>
        </p:nvSpPr>
        <p:spPr>
          <a:xfrm>
            <a:off x="3335579" y="2571750"/>
            <a:ext cx="2472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Early Experience</a:t>
            </a:r>
            <a:endParaRPr dirty="0"/>
          </a:p>
        </p:txBody>
      </p:sp>
      <p:sp>
        <p:nvSpPr>
          <p:cNvPr id="1280" name="Google Shape;1280;p47"/>
          <p:cNvSpPr txBox="1">
            <a:spLocks noGrp="1"/>
          </p:cNvSpPr>
          <p:nvPr>
            <p:ph type="subTitle" idx="6"/>
          </p:nvPr>
        </p:nvSpPr>
        <p:spPr>
          <a:xfrm>
            <a:off x="5951050" y="2571750"/>
            <a:ext cx="2472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Consciousness</a:t>
            </a:r>
            <a:endParaRPr dirty="0"/>
          </a:p>
        </p:txBody>
      </p:sp>
      <p:sp>
        <p:nvSpPr>
          <p:cNvPr id="1281" name="Google Shape;1281;p47"/>
          <p:cNvSpPr/>
          <p:nvPr/>
        </p:nvSpPr>
        <p:spPr>
          <a:xfrm>
            <a:off x="1586088" y="1760950"/>
            <a:ext cx="740700" cy="7362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47"/>
          <p:cNvSpPr/>
          <p:nvPr/>
        </p:nvSpPr>
        <p:spPr>
          <a:xfrm>
            <a:off x="4201638" y="1760950"/>
            <a:ext cx="740700" cy="7362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3" name="Google Shape;1283;p47"/>
          <p:cNvSpPr/>
          <p:nvPr/>
        </p:nvSpPr>
        <p:spPr>
          <a:xfrm>
            <a:off x="6817188" y="1760950"/>
            <a:ext cx="740700" cy="7362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47"/>
          <p:cNvSpPr/>
          <p:nvPr/>
        </p:nvSpPr>
        <p:spPr>
          <a:xfrm>
            <a:off x="1786834" y="1979282"/>
            <a:ext cx="339253" cy="299542"/>
          </a:xfrm>
          <a:custGeom>
            <a:avLst/>
            <a:gdLst/>
            <a:ahLst/>
            <a:cxnLst/>
            <a:rect l="l" t="t" r="r" b="b"/>
            <a:pathLst>
              <a:path w="19273" h="17017" extrusionOk="0">
                <a:moveTo>
                  <a:pt x="5119" y="1"/>
                </a:moveTo>
                <a:cubicBezTo>
                  <a:pt x="2198" y="1"/>
                  <a:pt x="0" y="2389"/>
                  <a:pt x="0" y="5554"/>
                </a:cubicBezTo>
                <a:cubicBezTo>
                  <a:pt x="0" y="8974"/>
                  <a:pt x="2744" y="11311"/>
                  <a:pt x="6902" y="14855"/>
                </a:cubicBezTo>
                <a:cubicBezTo>
                  <a:pt x="7607" y="15458"/>
                  <a:pt x="8408" y="16138"/>
                  <a:pt x="9239" y="16867"/>
                </a:cubicBezTo>
                <a:cubicBezTo>
                  <a:pt x="9352" y="16966"/>
                  <a:pt x="9493" y="17016"/>
                  <a:pt x="9635" y="17016"/>
                </a:cubicBezTo>
                <a:cubicBezTo>
                  <a:pt x="9776" y="17016"/>
                  <a:pt x="9918" y="16966"/>
                  <a:pt x="10031" y="16867"/>
                </a:cubicBezTo>
                <a:cubicBezTo>
                  <a:pt x="10862" y="16138"/>
                  <a:pt x="11663" y="15458"/>
                  <a:pt x="12370" y="14855"/>
                </a:cubicBezTo>
                <a:cubicBezTo>
                  <a:pt x="16526" y="11314"/>
                  <a:pt x="19272" y="8974"/>
                  <a:pt x="19272" y="5554"/>
                </a:cubicBezTo>
                <a:cubicBezTo>
                  <a:pt x="19272" y="2389"/>
                  <a:pt x="17071" y="1"/>
                  <a:pt x="14153" y="1"/>
                </a:cubicBezTo>
                <a:cubicBezTo>
                  <a:pt x="13105" y="1"/>
                  <a:pt x="12148" y="332"/>
                  <a:pt x="11301" y="986"/>
                </a:cubicBezTo>
                <a:cubicBezTo>
                  <a:pt x="10491" y="1612"/>
                  <a:pt x="9952" y="2410"/>
                  <a:pt x="9636" y="2991"/>
                </a:cubicBezTo>
                <a:cubicBezTo>
                  <a:pt x="9317" y="2410"/>
                  <a:pt x="8778" y="1612"/>
                  <a:pt x="7968" y="986"/>
                </a:cubicBezTo>
                <a:cubicBezTo>
                  <a:pt x="7122" y="332"/>
                  <a:pt x="6164" y="1"/>
                  <a:pt x="5119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pic>
        <p:nvPicPr>
          <p:cNvPr id="3" name="Graphic 2" descr="Baby crawling with solid fill">
            <a:extLst>
              <a:ext uri="{FF2B5EF4-FFF2-40B4-BE49-F238E27FC236}">
                <a16:creationId xmlns:a16="http://schemas.microsoft.com/office/drawing/2014/main" id="{0BB28740-FA3D-A44B-ABC9-B60B9596A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5637" y="1842699"/>
            <a:ext cx="572701" cy="572701"/>
          </a:xfrm>
          <a:prstGeom prst="rect">
            <a:avLst/>
          </a:prstGeom>
        </p:spPr>
      </p:pic>
      <p:pic>
        <p:nvPicPr>
          <p:cNvPr id="5" name="Graphic 4" descr="Brain in head with solid fill">
            <a:extLst>
              <a:ext uri="{FF2B5EF4-FFF2-40B4-BE49-F238E27FC236}">
                <a16:creationId xmlns:a16="http://schemas.microsoft.com/office/drawing/2014/main" id="{08640E77-B2DE-304F-AC94-4AC60AB44F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38494" y="1861463"/>
            <a:ext cx="498012" cy="4980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F15C6-7511-3D4C-9A37-36789F099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Psychodynamic Perspectives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C8D3E-C6AE-DB42-8FC3-612356319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800968"/>
            <a:ext cx="7704000" cy="3416400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altLang="en-US" sz="1600" dirty="0"/>
              <a:t>Horney’s Sociocultural Approach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en-US" sz="1600" dirty="0"/>
              <a:t>both sexes envy the attributes of the other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en-US" sz="1600" dirty="0"/>
              <a:t>need for security, not sex, is primary motivator</a:t>
            </a:r>
          </a:p>
          <a:p>
            <a:pPr lvl="1">
              <a:buClr>
                <a:schemeClr val="tx1"/>
              </a:buClr>
            </a:pPr>
            <a:endParaRPr lang="en-US" altLang="en-US" sz="1600" dirty="0"/>
          </a:p>
          <a:p>
            <a:pPr>
              <a:buClr>
                <a:schemeClr val="tx1"/>
              </a:buClr>
            </a:pPr>
            <a:r>
              <a:rPr lang="en-US" altLang="en-US" sz="1600" dirty="0"/>
              <a:t>Jung’s Analytical Theory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en-US" sz="1600" dirty="0"/>
              <a:t>collective unconscious and archetypes</a:t>
            </a:r>
          </a:p>
          <a:p>
            <a:pPr lvl="1">
              <a:buClr>
                <a:schemeClr val="tx1"/>
              </a:buClr>
            </a:pPr>
            <a:endParaRPr lang="en-US" altLang="en-US" sz="1600" dirty="0"/>
          </a:p>
          <a:p>
            <a:pPr>
              <a:buClr>
                <a:schemeClr val="tx1"/>
              </a:buClr>
            </a:pPr>
            <a:r>
              <a:rPr lang="en-US" altLang="en-US" sz="1600" dirty="0"/>
              <a:t>Adler’s Individual Psychology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en-US" sz="1600" dirty="0"/>
              <a:t>perfection, not pleasure, is key motivator</a:t>
            </a:r>
          </a:p>
          <a:p>
            <a:pPr marL="139700" indent="0">
              <a:buNone/>
            </a:pPr>
            <a:endParaRPr lang="en-US" sz="1600" dirty="0"/>
          </a:p>
        </p:txBody>
      </p:sp>
      <p:grpSp>
        <p:nvGrpSpPr>
          <p:cNvPr id="4" name="Google Shape;863;p41">
            <a:extLst>
              <a:ext uri="{FF2B5EF4-FFF2-40B4-BE49-F238E27FC236}">
                <a16:creationId xmlns:a16="http://schemas.microsoft.com/office/drawing/2014/main" id="{00EDCF12-001E-2448-AED9-8241BF6A57A2}"/>
              </a:ext>
            </a:extLst>
          </p:cNvPr>
          <p:cNvGrpSpPr/>
          <p:nvPr/>
        </p:nvGrpSpPr>
        <p:grpSpPr>
          <a:xfrm rot="403965" flipH="1">
            <a:off x="7164511" y="1584960"/>
            <a:ext cx="1595760" cy="1270444"/>
            <a:chOff x="229400" y="1987313"/>
            <a:chExt cx="950150" cy="756450"/>
          </a:xfrm>
        </p:grpSpPr>
        <p:sp>
          <p:nvSpPr>
            <p:cNvPr id="5" name="Google Shape;864;p41">
              <a:extLst>
                <a:ext uri="{FF2B5EF4-FFF2-40B4-BE49-F238E27FC236}">
                  <a16:creationId xmlns:a16="http://schemas.microsoft.com/office/drawing/2014/main" id="{64FD2E31-D0D1-F545-9757-4E599E338526}"/>
                </a:ext>
              </a:extLst>
            </p:cNvPr>
            <p:cNvSpPr/>
            <p:nvPr/>
          </p:nvSpPr>
          <p:spPr>
            <a:xfrm>
              <a:off x="229400" y="1987350"/>
              <a:ext cx="950150" cy="756375"/>
            </a:xfrm>
            <a:custGeom>
              <a:avLst/>
              <a:gdLst/>
              <a:ahLst/>
              <a:cxnLst/>
              <a:rect l="l" t="t" r="r" b="b"/>
              <a:pathLst>
                <a:path w="38006" h="30255" extrusionOk="0">
                  <a:moveTo>
                    <a:pt x="30844" y="20039"/>
                  </a:moveTo>
                  <a:lnTo>
                    <a:pt x="30844" y="20039"/>
                  </a:lnTo>
                  <a:cubicBezTo>
                    <a:pt x="30602" y="20566"/>
                    <a:pt x="30483" y="21212"/>
                    <a:pt x="30543" y="21917"/>
                  </a:cubicBezTo>
                  <a:cubicBezTo>
                    <a:pt x="30404" y="21683"/>
                    <a:pt x="30163" y="21331"/>
                    <a:pt x="29802" y="20986"/>
                  </a:cubicBezTo>
                  <a:cubicBezTo>
                    <a:pt x="29786" y="20705"/>
                    <a:pt x="29747" y="20416"/>
                    <a:pt x="29683" y="20115"/>
                  </a:cubicBezTo>
                  <a:lnTo>
                    <a:pt x="29683" y="20115"/>
                  </a:lnTo>
                  <a:cubicBezTo>
                    <a:pt x="29683" y="20115"/>
                    <a:pt x="29714" y="20116"/>
                    <a:pt x="29772" y="20116"/>
                  </a:cubicBezTo>
                  <a:cubicBezTo>
                    <a:pt x="29938" y="20116"/>
                    <a:pt x="30327" y="20107"/>
                    <a:pt x="30844" y="20039"/>
                  </a:cubicBezTo>
                  <a:close/>
                  <a:moveTo>
                    <a:pt x="3826" y="1"/>
                  </a:moveTo>
                  <a:cubicBezTo>
                    <a:pt x="3563" y="1"/>
                    <a:pt x="3325" y="63"/>
                    <a:pt x="3134" y="207"/>
                  </a:cubicBezTo>
                  <a:cubicBezTo>
                    <a:pt x="2310" y="825"/>
                    <a:pt x="2777" y="2616"/>
                    <a:pt x="2825" y="2798"/>
                  </a:cubicBezTo>
                  <a:cubicBezTo>
                    <a:pt x="3050" y="3661"/>
                    <a:pt x="3526" y="4255"/>
                    <a:pt x="3823" y="4568"/>
                  </a:cubicBezTo>
                  <a:cubicBezTo>
                    <a:pt x="3779" y="4550"/>
                    <a:pt x="3420" y="4406"/>
                    <a:pt x="2950" y="4406"/>
                  </a:cubicBezTo>
                  <a:cubicBezTo>
                    <a:pt x="2602" y="4406"/>
                    <a:pt x="2194" y="4485"/>
                    <a:pt x="1807" y="4751"/>
                  </a:cubicBezTo>
                  <a:cubicBezTo>
                    <a:pt x="999" y="5309"/>
                    <a:pt x="682" y="6414"/>
                    <a:pt x="1007" y="7000"/>
                  </a:cubicBezTo>
                  <a:cubicBezTo>
                    <a:pt x="1234" y="7419"/>
                    <a:pt x="1833" y="7675"/>
                    <a:pt x="2646" y="7675"/>
                  </a:cubicBezTo>
                  <a:cubicBezTo>
                    <a:pt x="2911" y="7675"/>
                    <a:pt x="3198" y="7648"/>
                    <a:pt x="3502" y="7590"/>
                  </a:cubicBezTo>
                  <a:lnTo>
                    <a:pt x="3502" y="7590"/>
                  </a:lnTo>
                  <a:cubicBezTo>
                    <a:pt x="2785" y="8577"/>
                    <a:pt x="2147" y="9694"/>
                    <a:pt x="1652" y="10957"/>
                  </a:cubicBezTo>
                  <a:cubicBezTo>
                    <a:pt x="864" y="12977"/>
                    <a:pt x="662" y="14795"/>
                    <a:pt x="622" y="16031"/>
                  </a:cubicBezTo>
                  <a:cubicBezTo>
                    <a:pt x="0" y="17912"/>
                    <a:pt x="460" y="19952"/>
                    <a:pt x="1795" y="21327"/>
                  </a:cubicBezTo>
                  <a:cubicBezTo>
                    <a:pt x="2440" y="21992"/>
                    <a:pt x="3391" y="22511"/>
                    <a:pt x="4769" y="22705"/>
                  </a:cubicBezTo>
                  <a:cubicBezTo>
                    <a:pt x="4868" y="26955"/>
                    <a:pt x="10469" y="27581"/>
                    <a:pt x="11447" y="27660"/>
                  </a:cubicBezTo>
                  <a:lnTo>
                    <a:pt x="11170" y="28104"/>
                  </a:lnTo>
                  <a:lnTo>
                    <a:pt x="11297" y="28143"/>
                  </a:lnTo>
                  <a:lnTo>
                    <a:pt x="10556" y="29320"/>
                  </a:lnTo>
                  <a:lnTo>
                    <a:pt x="13618" y="30254"/>
                  </a:lnTo>
                  <a:lnTo>
                    <a:pt x="17072" y="26892"/>
                  </a:lnTo>
                  <a:cubicBezTo>
                    <a:pt x="18977" y="26816"/>
                    <a:pt x="20431" y="25644"/>
                    <a:pt x="20431" y="25644"/>
                  </a:cubicBezTo>
                  <a:cubicBezTo>
                    <a:pt x="21592" y="26058"/>
                    <a:pt x="22737" y="26252"/>
                    <a:pt x="23808" y="26252"/>
                  </a:cubicBezTo>
                  <a:cubicBezTo>
                    <a:pt x="24356" y="26252"/>
                    <a:pt x="24885" y="26201"/>
                    <a:pt x="25386" y="26104"/>
                  </a:cubicBezTo>
                  <a:lnTo>
                    <a:pt x="25386" y="26104"/>
                  </a:lnTo>
                  <a:cubicBezTo>
                    <a:pt x="25314" y="26686"/>
                    <a:pt x="25469" y="27248"/>
                    <a:pt x="25794" y="27525"/>
                  </a:cubicBezTo>
                  <a:cubicBezTo>
                    <a:pt x="25985" y="27690"/>
                    <a:pt x="26260" y="27775"/>
                    <a:pt x="26589" y="27775"/>
                  </a:cubicBezTo>
                  <a:cubicBezTo>
                    <a:pt x="27413" y="27775"/>
                    <a:pt x="28580" y="27246"/>
                    <a:pt x="29663" y="26104"/>
                  </a:cubicBezTo>
                  <a:lnTo>
                    <a:pt x="29663" y="26104"/>
                  </a:lnTo>
                  <a:cubicBezTo>
                    <a:pt x="28923" y="27902"/>
                    <a:pt x="29438" y="29518"/>
                    <a:pt x="30345" y="29910"/>
                  </a:cubicBezTo>
                  <a:cubicBezTo>
                    <a:pt x="30506" y="29980"/>
                    <a:pt x="30679" y="30012"/>
                    <a:pt x="30856" y="30012"/>
                  </a:cubicBezTo>
                  <a:cubicBezTo>
                    <a:pt x="31433" y="30012"/>
                    <a:pt x="32050" y="29679"/>
                    <a:pt x="32432" y="29300"/>
                  </a:cubicBezTo>
                  <a:cubicBezTo>
                    <a:pt x="33284" y="28460"/>
                    <a:pt x="33430" y="26963"/>
                    <a:pt x="32690" y="25612"/>
                  </a:cubicBezTo>
                  <a:lnTo>
                    <a:pt x="32690" y="25612"/>
                  </a:lnTo>
                  <a:cubicBezTo>
                    <a:pt x="33304" y="26034"/>
                    <a:pt x="33955" y="26221"/>
                    <a:pt x="34539" y="26221"/>
                  </a:cubicBezTo>
                  <a:cubicBezTo>
                    <a:pt x="35224" y="26221"/>
                    <a:pt x="35816" y="25963"/>
                    <a:pt x="36147" y="25525"/>
                  </a:cubicBezTo>
                  <a:cubicBezTo>
                    <a:pt x="36512" y="25042"/>
                    <a:pt x="36571" y="24321"/>
                    <a:pt x="36310" y="23790"/>
                  </a:cubicBezTo>
                  <a:cubicBezTo>
                    <a:pt x="36002" y="23156"/>
                    <a:pt x="35212" y="22729"/>
                    <a:pt x="34250" y="22729"/>
                  </a:cubicBezTo>
                  <a:cubicBezTo>
                    <a:pt x="33802" y="22729"/>
                    <a:pt x="33316" y="22822"/>
                    <a:pt x="32824" y="23030"/>
                  </a:cubicBezTo>
                  <a:cubicBezTo>
                    <a:pt x="34504" y="21921"/>
                    <a:pt x="34975" y="20202"/>
                    <a:pt x="34389" y="19299"/>
                  </a:cubicBezTo>
                  <a:cubicBezTo>
                    <a:pt x="34302" y="19168"/>
                    <a:pt x="34195" y="19053"/>
                    <a:pt x="34068" y="18954"/>
                  </a:cubicBezTo>
                  <a:cubicBezTo>
                    <a:pt x="34654" y="18598"/>
                    <a:pt x="35217" y="18138"/>
                    <a:pt x="35692" y="17536"/>
                  </a:cubicBezTo>
                  <a:cubicBezTo>
                    <a:pt x="38005" y="14617"/>
                    <a:pt x="36932" y="10692"/>
                    <a:pt x="36757" y="10118"/>
                  </a:cubicBezTo>
                  <a:cubicBezTo>
                    <a:pt x="35071" y="4509"/>
                    <a:pt x="26896" y="107"/>
                    <a:pt x="18800" y="107"/>
                  </a:cubicBezTo>
                  <a:cubicBezTo>
                    <a:pt x="16284" y="107"/>
                    <a:pt x="13775" y="532"/>
                    <a:pt x="11471" y="1479"/>
                  </a:cubicBezTo>
                  <a:cubicBezTo>
                    <a:pt x="11459" y="1483"/>
                    <a:pt x="11443" y="1491"/>
                    <a:pt x="11428" y="1495"/>
                  </a:cubicBezTo>
                  <a:cubicBezTo>
                    <a:pt x="11154" y="1253"/>
                    <a:pt x="10818" y="1083"/>
                    <a:pt x="10477" y="1015"/>
                  </a:cubicBezTo>
                  <a:cubicBezTo>
                    <a:pt x="10363" y="993"/>
                    <a:pt x="10247" y="982"/>
                    <a:pt x="10130" y="982"/>
                  </a:cubicBezTo>
                  <a:cubicBezTo>
                    <a:pt x="9059" y="982"/>
                    <a:pt x="7874" y="1894"/>
                    <a:pt x="7431" y="3436"/>
                  </a:cubicBezTo>
                  <a:cubicBezTo>
                    <a:pt x="7348" y="2968"/>
                    <a:pt x="7106" y="2045"/>
                    <a:pt x="6342" y="1261"/>
                  </a:cubicBezTo>
                  <a:cubicBezTo>
                    <a:pt x="5706" y="613"/>
                    <a:pt x="4646" y="1"/>
                    <a:pt x="3826" y="1"/>
                  </a:cubicBezTo>
                  <a:close/>
                </a:path>
              </a:pathLst>
            </a:custGeom>
            <a:solidFill>
              <a:schemeClr val="lt1"/>
            </a:solidFill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5725" dist="28575" dir="4500000" algn="bl" rotWithShape="0">
                <a:schemeClr val="dk1">
                  <a:alpha val="3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865;p41">
              <a:extLst>
                <a:ext uri="{FF2B5EF4-FFF2-40B4-BE49-F238E27FC236}">
                  <a16:creationId xmlns:a16="http://schemas.microsoft.com/office/drawing/2014/main" id="{86C58D6F-69ED-D548-893B-72AB1054E540}"/>
                </a:ext>
              </a:extLst>
            </p:cNvPr>
            <p:cNvGrpSpPr/>
            <p:nvPr/>
          </p:nvGrpSpPr>
          <p:grpSpPr>
            <a:xfrm>
              <a:off x="229400" y="1987313"/>
              <a:ext cx="950150" cy="756450"/>
              <a:chOff x="229400" y="3385550"/>
              <a:chExt cx="950150" cy="756450"/>
            </a:xfrm>
          </p:grpSpPr>
          <p:sp>
            <p:nvSpPr>
              <p:cNvPr id="7" name="Google Shape;866;p41">
                <a:extLst>
                  <a:ext uri="{FF2B5EF4-FFF2-40B4-BE49-F238E27FC236}">
                    <a16:creationId xmlns:a16="http://schemas.microsoft.com/office/drawing/2014/main" id="{44B0F160-F9F7-5041-AA66-A32707568CF2}"/>
                  </a:ext>
                </a:extLst>
              </p:cNvPr>
              <p:cNvSpPr/>
              <p:nvPr/>
            </p:nvSpPr>
            <p:spPr>
              <a:xfrm>
                <a:off x="229400" y="3388200"/>
                <a:ext cx="950150" cy="753800"/>
              </a:xfrm>
              <a:custGeom>
                <a:avLst/>
                <a:gdLst/>
                <a:ahLst/>
                <a:cxnLst/>
                <a:rect l="l" t="t" r="r" b="b"/>
                <a:pathLst>
                  <a:path w="38006" h="30152" extrusionOk="0">
                    <a:moveTo>
                      <a:pt x="18800" y="0"/>
                    </a:moveTo>
                    <a:cubicBezTo>
                      <a:pt x="16284" y="0"/>
                      <a:pt x="13775" y="425"/>
                      <a:pt x="11471" y="1372"/>
                    </a:cubicBezTo>
                    <a:cubicBezTo>
                      <a:pt x="9530" y="2168"/>
                      <a:pt x="3985" y="4877"/>
                      <a:pt x="1652" y="10854"/>
                    </a:cubicBezTo>
                    <a:cubicBezTo>
                      <a:pt x="864" y="12870"/>
                      <a:pt x="662" y="14692"/>
                      <a:pt x="622" y="15924"/>
                    </a:cubicBezTo>
                    <a:cubicBezTo>
                      <a:pt x="0" y="17806"/>
                      <a:pt x="460" y="19850"/>
                      <a:pt x="1795" y="21220"/>
                    </a:cubicBezTo>
                    <a:cubicBezTo>
                      <a:pt x="2440" y="21889"/>
                      <a:pt x="3391" y="22404"/>
                      <a:pt x="4769" y="22602"/>
                    </a:cubicBezTo>
                    <a:cubicBezTo>
                      <a:pt x="4876" y="27256"/>
                      <a:pt x="11594" y="27565"/>
                      <a:pt x="11594" y="27565"/>
                    </a:cubicBezTo>
                    <a:lnTo>
                      <a:pt x="10556" y="29217"/>
                    </a:lnTo>
                    <a:lnTo>
                      <a:pt x="13618" y="30152"/>
                    </a:lnTo>
                    <a:lnTo>
                      <a:pt x="17072" y="26789"/>
                    </a:lnTo>
                    <a:cubicBezTo>
                      <a:pt x="18977" y="26714"/>
                      <a:pt x="20431" y="25537"/>
                      <a:pt x="20431" y="25537"/>
                    </a:cubicBezTo>
                    <a:cubicBezTo>
                      <a:pt x="21593" y="25953"/>
                      <a:pt x="22741" y="26147"/>
                      <a:pt x="23814" y="26147"/>
                    </a:cubicBezTo>
                    <a:cubicBezTo>
                      <a:pt x="27611" y="26147"/>
                      <a:pt x="30468" y="23711"/>
                      <a:pt x="29683" y="20008"/>
                    </a:cubicBezTo>
                    <a:lnTo>
                      <a:pt x="29683" y="20008"/>
                    </a:lnTo>
                    <a:cubicBezTo>
                      <a:pt x="29683" y="20008"/>
                      <a:pt x="29712" y="20009"/>
                      <a:pt x="29765" y="20009"/>
                    </a:cubicBezTo>
                    <a:cubicBezTo>
                      <a:pt x="30333" y="20009"/>
                      <a:pt x="33733" y="19903"/>
                      <a:pt x="35692" y="17429"/>
                    </a:cubicBezTo>
                    <a:cubicBezTo>
                      <a:pt x="38005" y="14514"/>
                      <a:pt x="36932" y="10589"/>
                      <a:pt x="36757" y="10011"/>
                    </a:cubicBezTo>
                    <a:cubicBezTo>
                      <a:pt x="35071" y="4403"/>
                      <a:pt x="26896" y="0"/>
                      <a:pt x="188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867;p41">
                <a:extLst>
                  <a:ext uri="{FF2B5EF4-FFF2-40B4-BE49-F238E27FC236}">
                    <a16:creationId xmlns:a16="http://schemas.microsoft.com/office/drawing/2014/main" id="{A5F589DC-2738-2A4B-9340-E92613389122}"/>
                  </a:ext>
                </a:extLst>
              </p:cNvPr>
              <p:cNvSpPr/>
              <p:nvPr/>
            </p:nvSpPr>
            <p:spPr>
              <a:xfrm>
                <a:off x="374475" y="3916000"/>
                <a:ext cx="362825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3" h="7753" extrusionOk="0">
                    <a:moveTo>
                      <a:pt x="4662" y="1"/>
                    </a:moveTo>
                    <a:cubicBezTo>
                      <a:pt x="2181" y="1"/>
                      <a:pt x="0" y="758"/>
                      <a:pt x="0" y="758"/>
                    </a:cubicBezTo>
                    <a:cubicBezTo>
                      <a:pt x="99" y="5071"/>
                      <a:pt x="6326" y="5356"/>
                      <a:pt x="6326" y="5356"/>
                    </a:cubicBezTo>
                    <a:lnTo>
                      <a:pt x="5367" y="6885"/>
                    </a:lnTo>
                    <a:lnTo>
                      <a:pt x="8203" y="7752"/>
                    </a:lnTo>
                    <a:lnTo>
                      <a:pt x="11404" y="4635"/>
                    </a:lnTo>
                    <a:cubicBezTo>
                      <a:pt x="13166" y="4568"/>
                      <a:pt x="14513" y="3479"/>
                      <a:pt x="14513" y="3479"/>
                    </a:cubicBezTo>
                    <a:cubicBezTo>
                      <a:pt x="13435" y="1304"/>
                      <a:pt x="8088" y="627"/>
                      <a:pt x="8088" y="627"/>
                    </a:cubicBezTo>
                    <a:cubicBezTo>
                      <a:pt x="7005" y="160"/>
                      <a:pt x="5802" y="1"/>
                      <a:pt x="46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868;p41">
                <a:extLst>
                  <a:ext uri="{FF2B5EF4-FFF2-40B4-BE49-F238E27FC236}">
                    <a16:creationId xmlns:a16="http://schemas.microsoft.com/office/drawing/2014/main" id="{AFA8C55E-8FE2-FA49-9F44-45CE5A875F57}"/>
                  </a:ext>
                </a:extLst>
              </p:cNvPr>
              <p:cNvSpPr/>
              <p:nvPr/>
            </p:nvSpPr>
            <p:spPr>
              <a:xfrm>
                <a:off x="552025" y="3923450"/>
                <a:ext cx="107650" cy="110225"/>
              </a:xfrm>
              <a:custGeom>
                <a:avLst/>
                <a:gdLst/>
                <a:ahLst/>
                <a:cxnLst/>
                <a:rect l="l" t="t" r="r" b="b"/>
                <a:pathLst>
                  <a:path w="4306" h="4409" extrusionOk="0">
                    <a:moveTo>
                      <a:pt x="131" y="0"/>
                    </a:moveTo>
                    <a:lnTo>
                      <a:pt x="0" y="16"/>
                    </a:lnTo>
                    <a:cubicBezTo>
                      <a:pt x="289" y="2420"/>
                      <a:pt x="1442" y="3486"/>
                      <a:pt x="2361" y="3957"/>
                    </a:cubicBezTo>
                    <a:cubicBezTo>
                      <a:pt x="3153" y="4365"/>
                      <a:pt x="3898" y="4409"/>
                      <a:pt x="4183" y="4409"/>
                    </a:cubicBezTo>
                    <a:cubicBezTo>
                      <a:pt x="4254" y="4409"/>
                      <a:pt x="4298" y="4405"/>
                      <a:pt x="4305" y="4405"/>
                    </a:cubicBezTo>
                    <a:lnTo>
                      <a:pt x="4298" y="4274"/>
                    </a:lnTo>
                    <a:cubicBezTo>
                      <a:pt x="4295" y="4274"/>
                      <a:pt x="4260" y="4276"/>
                      <a:pt x="4197" y="4276"/>
                    </a:cubicBezTo>
                    <a:cubicBezTo>
                      <a:pt x="3934" y="4276"/>
                      <a:pt x="3196" y="4237"/>
                      <a:pt x="2420" y="3838"/>
                    </a:cubicBezTo>
                    <a:cubicBezTo>
                      <a:pt x="1145" y="3185"/>
                      <a:pt x="353" y="1858"/>
                      <a:pt x="1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869;p41">
                <a:extLst>
                  <a:ext uri="{FF2B5EF4-FFF2-40B4-BE49-F238E27FC236}">
                    <a16:creationId xmlns:a16="http://schemas.microsoft.com/office/drawing/2014/main" id="{6D66B247-CB28-A14F-A2DA-F68F9559846F}"/>
                  </a:ext>
                </a:extLst>
              </p:cNvPr>
              <p:cNvSpPr/>
              <p:nvPr/>
            </p:nvSpPr>
            <p:spPr>
              <a:xfrm>
                <a:off x="264050" y="3411300"/>
                <a:ext cx="880425" cy="605800"/>
              </a:xfrm>
              <a:custGeom>
                <a:avLst/>
                <a:gdLst/>
                <a:ahLst/>
                <a:cxnLst/>
                <a:rect l="l" t="t" r="r" b="b"/>
                <a:pathLst>
                  <a:path w="35217" h="24232" extrusionOk="0">
                    <a:moveTo>
                      <a:pt x="17419" y="1"/>
                    </a:moveTo>
                    <a:cubicBezTo>
                      <a:pt x="15087" y="1"/>
                      <a:pt x="12763" y="395"/>
                      <a:pt x="10628" y="1272"/>
                    </a:cubicBezTo>
                    <a:cubicBezTo>
                      <a:pt x="8834" y="2013"/>
                      <a:pt x="3692" y="4524"/>
                      <a:pt x="1530" y="10057"/>
                    </a:cubicBezTo>
                    <a:cubicBezTo>
                      <a:pt x="797" y="11927"/>
                      <a:pt x="611" y="13614"/>
                      <a:pt x="575" y="14759"/>
                    </a:cubicBezTo>
                    <a:cubicBezTo>
                      <a:pt x="1" y="16501"/>
                      <a:pt x="429" y="18395"/>
                      <a:pt x="1664" y="19666"/>
                    </a:cubicBezTo>
                    <a:cubicBezTo>
                      <a:pt x="2434" y="20459"/>
                      <a:pt x="3666" y="21025"/>
                      <a:pt x="5612" y="21025"/>
                    </a:cubicBezTo>
                    <a:cubicBezTo>
                      <a:pt x="5639" y="21025"/>
                      <a:pt x="5666" y="21025"/>
                      <a:pt x="5693" y="21025"/>
                    </a:cubicBezTo>
                    <a:cubicBezTo>
                      <a:pt x="5693" y="21025"/>
                      <a:pt x="6686" y="20874"/>
                      <a:pt x="8221" y="20874"/>
                    </a:cubicBezTo>
                    <a:cubicBezTo>
                      <a:pt x="10559" y="20874"/>
                      <a:pt x="14153" y="21223"/>
                      <a:pt x="17409" y="22985"/>
                    </a:cubicBezTo>
                    <a:cubicBezTo>
                      <a:pt x="18993" y="23842"/>
                      <a:pt x="20605" y="24231"/>
                      <a:pt x="22067" y="24231"/>
                    </a:cubicBezTo>
                    <a:cubicBezTo>
                      <a:pt x="25587" y="24231"/>
                      <a:pt x="28233" y="21974"/>
                      <a:pt x="27505" y="18545"/>
                    </a:cubicBezTo>
                    <a:lnTo>
                      <a:pt x="27505" y="18545"/>
                    </a:lnTo>
                    <a:cubicBezTo>
                      <a:pt x="27505" y="18545"/>
                      <a:pt x="27530" y="18546"/>
                      <a:pt x="27578" y="18546"/>
                    </a:cubicBezTo>
                    <a:cubicBezTo>
                      <a:pt x="28096" y="18546"/>
                      <a:pt x="31256" y="18450"/>
                      <a:pt x="33074" y="16153"/>
                    </a:cubicBezTo>
                    <a:cubicBezTo>
                      <a:pt x="35217" y="13448"/>
                      <a:pt x="34223" y="9812"/>
                      <a:pt x="34064" y="9281"/>
                    </a:cubicBezTo>
                    <a:cubicBezTo>
                      <a:pt x="32499" y="4081"/>
                      <a:pt x="24922" y="1"/>
                      <a:pt x="1741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870;p41">
                <a:extLst>
                  <a:ext uri="{FF2B5EF4-FFF2-40B4-BE49-F238E27FC236}">
                    <a16:creationId xmlns:a16="http://schemas.microsoft.com/office/drawing/2014/main" id="{1AAD02D8-E7C1-A349-994B-98923415B8E1}"/>
                  </a:ext>
                </a:extLst>
              </p:cNvPr>
              <p:cNvSpPr/>
              <p:nvPr/>
            </p:nvSpPr>
            <p:spPr>
              <a:xfrm>
                <a:off x="246425" y="3385550"/>
                <a:ext cx="288475" cy="280825"/>
              </a:xfrm>
              <a:custGeom>
                <a:avLst/>
                <a:gdLst/>
                <a:ahLst/>
                <a:cxnLst/>
                <a:rect l="l" t="t" r="r" b="b"/>
                <a:pathLst>
                  <a:path w="11539" h="11233" extrusionOk="0">
                    <a:moveTo>
                      <a:pt x="3145" y="0"/>
                    </a:moveTo>
                    <a:cubicBezTo>
                      <a:pt x="2882" y="0"/>
                      <a:pt x="2644" y="63"/>
                      <a:pt x="2453" y="207"/>
                    </a:cubicBezTo>
                    <a:cubicBezTo>
                      <a:pt x="1629" y="829"/>
                      <a:pt x="2096" y="2619"/>
                      <a:pt x="2144" y="2801"/>
                    </a:cubicBezTo>
                    <a:cubicBezTo>
                      <a:pt x="2369" y="3665"/>
                      <a:pt x="2845" y="4255"/>
                      <a:pt x="3142" y="4568"/>
                    </a:cubicBezTo>
                    <a:cubicBezTo>
                      <a:pt x="3099" y="4549"/>
                      <a:pt x="2741" y="4406"/>
                      <a:pt x="2272" y="4406"/>
                    </a:cubicBezTo>
                    <a:cubicBezTo>
                      <a:pt x="1924" y="4406"/>
                      <a:pt x="1514" y="4485"/>
                      <a:pt x="1126" y="4754"/>
                    </a:cubicBezTo>
                    <a:cubicBezTo>
                      <a:pt x="318" y="5308"/>
                      <a:pt x="1" y="6413"/>
                      <a:pt x="326" y="7004"/>
                    </a:cubicBezTo>
                    <a:cubicBezTo>
                      <a:pt x="551" y="7419"/>
                      <a:pt x="1152" y="7676"/>
                      <a:pt x="1967" y="7676"/>
                    </a:cubicBezTo>
                    <a:cubicBezTo>
                      <a:pt x="2668" y="7676"/>
                      <a:pt x="3528" y="7486"/>
                      <a:pt x="4445" y="7043"/>
                    </a:cubicBezTo>
                    <a:lnTo>
                      <a:pt x="4445" y="7043"/>
                    </a:lnTo>
                    <a:cubicBezTo>
                      <a:pt x="3118" y="8461"/>
                      <a:pt x="3027" y="10152"/>
                      <a:pt x="3736" y="10846"/>
                    </a:cubicBezTo>
                    <a:cubicBezTo>
                      <a:pt x="4021" y="11123"/>
                      <a:pt x="4432" y="11233"/>
                      <a:pt x="4851" y="11233"/>
                    </a:cubicBezTo>
                    <a:cubicBezTo>
                      <a:pt x="5223" y="11233"/>
                      <a:pt x="5601" y="11146"/>
                      <a:pt x="5902" y="11012"/>
                    </a:cubicBezTo>
                    <a:cubicBezTo>
                      <a:pt x="6996" y="10529"/>
                      <a:pt x="7665" y="9182"/>
                      <a:pt x="7451" y="7653"/>
                    </a:cubicBezTo>
                    <a:lnTo>
                      <a:pt x="7451" y="7653"/>
                    </a:lnTo>
                    <a:cubicBezTo>
                      <a:pt x="8099" y="8587"/>
                      <a:pt x="9022" y="9041"/>
                      <a:pt x="9812" y="9041"/>
                    </a:cubicBezTo>
                    <a:cubicBezTo>
                      <a:pt x="10147" y="9041"/>
                      <a:pt x="10459" y="8960"/>
                      <a:pt x="10715" y="8798"/>
                    </a:cubicBezTo>
                    <a:cubicBezTo>
                      <a:pt x="11226" y="8473"/>
                      <a:pt x="11539" y="7823"/>
                      <a:pt x="11483" y="7233"/>
                    </a:cubicBezTo>
                    <a:cubicBezTo>
                      <a:pt x="11391" y="6233"/>
                      <a:pt x="10247" y="5285"/>
                      <a:pt x="8652" y="5285"/>
                    </a:cubicBezTo>
                    <a:cubicBezTo>
                      <a:pt x="8598" y="5285"/>
                      <a:pt x="8544" y="5286"/>
                      <a:pt x="8489" y="5288"/>
                    </a:cubicBezTo>
                    <a:cubicBezTo>
                      <a:pt x="10453" y="4845"/>
                      <a:pt x="11503" y="3403"/>
                      <a:pt x="11277" y="2353"/>
                    </a:cubicBezTo>
                    <a:cubicBezTo>
                      <a:pt x="11131" y="1680"/>
                      <a:pt x="10457" y="1145"/>
                      <a:pt x="9796" y="1015"/>
                    </a:cubicBezTo>
                    <a:cubicBezTo>
                      <a:pt x="9683" y="992"/>
                      <a:pt x="9567" y="982"/>
                      <a:pt x="9450" y="982"/>
                    </a:cubicBezTo>
                    <a:cubicBezTo>
                      <a:pt x="8379" y="982"/>
                      <a:pt x="7193" y="1896"/>
                      <a:pt x="6750" y="3439"/>
                    </a:cubicBezTo>
                    <a:cubicBezTo>
                      <a:pt x="6667" y="2967"/>
                      <a:pt x="6425" y="2045"/>
                      <a:pt x="5661" y="1260"/>
                    </a:cubicBezTo>
                    <a:cubicBezTo>
                      <a:pt x="5025" y="612"/>
                      <a:pt x="3965" y="0"/>
                      <a:pt x="314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871;p41">
                <a:extLst>
                  <a:ext uri="{FF2B5EF4-FFF2-40B4-BE49-F238E27FC236}">
                    <a16:creationId xmlns:a16="http://schemas.microsoft.com/office/drawing/2014/main" id="{8F9FBCBA-41D5-534B-9473-43FE4B823155}"/>
                  </a:ext>
                </a:extLst>
              </p:cNvPr>
              <p:cNvSpPr/>
              <p:nvPr/>
            </p:nvSpPr>
            <p:spPr>
              <a:xfrm>
                <a:off x="850075" y="3849250"/>
                <a:ext cx="293625" cy="286625"/>
              </a:xfrm>
              <a:custGeom>
                <a:avLst/>
                <a:gdLst/>
                <a:ahLst/>
                <a:cxnLst/>
                <a:rect l="l" t="t" r="r" b="b"/>
                <a:pathLst>
                  <a:path w="11745" h="11465" extrusionOk="0">
                    <a:moveTo>
                      <a:pt x="8016" y="0"/>
                    </a:moveTo>
                    <a:cubicBezTo>
                      <a:pt x="7911" y="0"/>
                      <a:pt x="7808" y="8"/>
                      <a:pt x="7708" y="25"/>
                    </a:cubicBezTo>
                    <a:cubicBezTo>
                      <a:pt x="6552" y="219"/>
                      <a:pt x="5565" y="1594"/>
                      <a:pt x="5716" y="3368"/>
                    </a:cubicBezTo>
                    <a:cubicBezTo>
                      <a:pt x="5470" y="2960"/>
                      <a:pt x="4920" y="2180"/>
                      <a:pt x="3925" y="1720"/>
                    </a:cubicBezTo>
                    <a:cubicBezTo>
                      <a:pt x="3374" y="1466"/>
                      <a:pt x="2651" y="1292"/>
                      <a:pt x="2003" y="1292"/>
                    </a:cubicBezTo>
                    <a:cubicBezTo>
                      <a:pt x="1372" y="1292"/>
                      <a:pt x="813" y="1457"/>
                      <a:pt x="551" y="1871"/>
                    </a:cubicBezTo>
                    <a:cubicBezTo>
                      <a:pt x="0" y="2742"/>
                      <a:pt x="1074" y="4251"/>
                      <a:pt x="1181" y="4402"/>
                    </a:cubicBezTo>
                    <a:cubicBezTo>
                      <a:pt x="1699" y="5131"/>
                      <a:pt x="2349" y="5519"/>
                      <a:pt x="2741" y="5705"/>
                    </a:cubicBezTo>
                    <a:cubicBezTo>
                      <a:pt x="2737" y="5705"/>
                      <a:pt x="2730" y="5705"/>
                      <a:pt x="2721" y="5705"/>
                    </a:cubicBezTo>
                    <a:cubicBezTo>
                      <a:pt x="2549" y="5705"/>
                      <a:pt x="1518" y="5726"/>
                      <a:pt x="919" y="6588"/>
                    </a:cubicBezTo>
                    <a:cubicBezTo>
                      <a:pt x="361" y="7396"/>
                      <a:pt x="456" y="8541"/>
                      <a:pt x="967" y="8977"/>
                    </a:cubicBezTo>
                    <a:cubicBezTo>
                      <a:pt x="1158" y="9141"/>
                      <a:pt x="1433" y="9226"/>
                      <a:pt x="1763" y="9226"/>
                    </a:cubicBezTo>
                    <a:cubicBezTo>
                      <a:pt x="2586" y="9226"/>
                      <a:pt x="3754" y="8698"/>
                      <a:pt x="4836" y="7559"/>
                    </a:cubicBezTo>
                    <a:lnTo>
                      <a:pt x="4836" y="7559"/>
                    </a:lnTo>
                    <a:cubicBezTo>
                      <a:pt x="4096" y="9353"/>
                      <a:pt x="4611" y="10969"/>
                      <a:pt x="5518" y="11365"/>
                    </a:cubicBezTo>
                    <a:cubicBezTo>
                      <a:pt x="5678" y="11434"/>
                      <a:pt x="5850" y="11465"/>
                      <a:pt x="6025" y="11465"/>
                    </a:cubicBezTo>
                    <a:cubicBezTo>
                      <a:pt x="6603" y="11465"/>
                      <a:pt x="7222" y="11132"/>
                      <a:pt x="7605" y="10755"/>
                    </a:cubicBezTo>
                    <a:cubicBezTo>
                      <a:pt x="8457" y="9915"/>
                      <a:pt x="8603" y="8418"/>
                      <a:pt x="7863" y="7064"/>
                    </a:cubicBezTo>
                    <a:lnTo>
                      <a:pt x="7863" y="7064"/>
                    </a:lnTo>
                    <a:cubicBezTo>
                      <a:pt x="8477" y="7485"/>
                      <a:pt x="9128" y="7672"/>
                      <a:pt x="9712" y="7672"/>
                    </a:cubicBezTo>
                    <a:cubicBezTo>
                      <a:pt x="10397" y="7672"/>
                      <a:pt x="10989" y="7415"/>
                      <a:pt x="11320" y="6976"/>
                    </a:cubicBezTo>
                    <a:cubicBezTo>
                      <a:pt x="11685" y="6497"/>
                      <a:pt x="11744" y="5776"/>
                      <a:pt x="11483" y="5242"/>
                    </a:cubicBezTo>
                    <a:cubicBezTo>
                      <a:pt x="11175" y="4608"/>
                      <a:pt x="10387" y="4182"/>
                      <a:pt x="9427" y="4182"/>
                    </a:cubicBezTo>
                    <a:cubicBezTo>
                      <a:pt x="8978" y="4182"/>
                      <a:pt x="8490" y="4275"/>
                      <a:pt x="7997" y="4485"/>
                    </a:cubicBezTo>
                    <a:cubicBezTo>
                      <a:pt x="9677" y="3372"/>
                      <a:pt x="10148" y="1653"/>
                      <a:pt x="9562" y="750"/>
                    </a:cubicBezTo>
                    <a:cubicBezTo>
                      <a:pt x="9246" y="262"/>
                      <a:pt x="8607" y="0"/>
                      <a:pt x="80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872;p41">
                <a:extLst>
                  <a:ext uri="{FF2B5EF4-FFF2-40B4-BE49-F238E27FC236}">
                    <a16:creationId xmlns:a16="http://schemas.microsoft.com/office/drawing/2014/main" id="{9C070928-9A87-7C43-880E-9CFDE5619DF4}"/>
                  </a:ext>
                </a:extLst>
              </p:cNvPr>
              <p:cNvSpPr/>
              <p:nvPr/>
            </p:nvSpPr>
            <p:spPr>
              <a:xfrm>
                <a:off x="566775" y="3670150"/>
                <a:ext cx="393925" cy="207275"/>
              </a:xfrm>
              <a:custGeom>
                <a:avLst/>
                <a:gdLst/>
                <a:ahLst/>
                <a:cxnLst/>
                <a:rect l="l" t="t" r="r" b="b"/>
                <a:pathLst>
                  <a:path w="15757" h="8291" extrusionOk="0">
                    <a:moveTo>
                      <a:pt x="2427" y="1"/>
                    </a:moveTo>
                    <a:cubicBezTo>
                      <a:pt x="2095" y="1"/>
                      <a:pt x="1784" y="44"/>
                      <a:pt x="1517" y="115"/>
                    </a:cubicBezTo>
                    <a:cubicBezTo>
                      <a:pt x="729" y="329"/>
                      <a:pt x="167" y="784"/>
                      <a:pt x="16" y="1343"/>
                    </a:cubicBezTo>
                    <a:cubicBezTo>
                      <a:pt x="0" y="1394"/>
                      <a:pt x="32" y="1450"/>
                      <a:pt x="83" y="1462"/>
                    </a:cubicBezTo>
                    <a:cubicBezTo>
                      <a:pt x="92" y="1465"/>
                      <a:pt x="102" y="1466"/>
                      <a:pt x="111" y="1466"/>
                    </a:cubicBezTo>
                    <a:cubicBezTo>
                      <a:pt x="153" y="1466"/>
                      <a:pt x="193" y="1437"/>
                      <a:pt x="206" y="1394"/>
                    </a:cubicBezTo>
                    <a:cubicBezTo>
                      <a:pt x="337" y="907"/>
                      <a:pt x="848" y="499"/>
                      <a:pt x="1569" y="309"/>
                    </a:cubicBezTo>
                    <a:cubicBezTo>
                      <a:pt x="1823" y="241"/>
                      <a:pt x="2119" y="199"/>
                      <a:pt x="2435" y="199"/>
                    </a:cubicBezTo>
                    <a:cubicBezTo>
                      <a:pt x="3169" y="199"/>
                      <a:pt x="4006" y="425"/>
                      <a:pt x="4654" y="1070"/>
                    </a:cubicBezTo>
                    <a:cubicBezTo>
                      <a:pt x="6120" y="2531"/>
                      <a:pt x="7328" y="3462"/>
                      <a:pt x="11760" y="4052"/>
                    </a:cubicBezTo>
                    <a:cubicBezTo>
                      <a:pt x="13111" y="4230"/>
                      <a:pt x="14097" y="4737"/>
                      <a:pt x="14691" y="5557"/>
                    </a:cubicBezTo>
                    <a:cubicBezTo>
                      <a:pt x="15547" y="6730"/>
                      <a:pt x="15301" y="8160"/>
                      <a:pt x="15297" y="8171"/>
                    </a:cubicBezTo>
                    <a:cubicBezTo>
                      <a:pt x="15289" y="8227"/>
                      <a:pt x="15325" y="8278"/>
                      <a:pt x="15380" y="8286"/>
                    </a:cubicBezTo>
                    <a:cubicBezTo>
                      <a:pt x="15384" y="8290"/>
                      <a:pt x="15392" y="8290"/>
                      <a:pt x="15396" y="8290"/>
                    </a:cubicBezTo>
                    <a:cubicBezTo>
                      <a:pt x="15444" y="8290"/>
                      <a:pt x="15483" y="8255"/>
                      <a:pt x="15495" y="8207"/>
                    </a:cubicBezTo>
                    <a:cubicBezTo>
                      <a:pt x="15503" y="8148"/>
                      <a:pt x="15757" y="6686"/>
                      <a:pt x="14853" y="5442"/>
                    </a:cubicBezTo>
                    <a:cubicBezTo>
                      <a:pt x="14224" y="4579"/>
                      <a:pt x="13190" y="4044"/>
                      <a:pt x="11788" y="3854"/>
                    </a:cubicBezTo>
                    <a:cubicBezTo>
                      <a:pt x="7415" y="3272"/>
                      <a:pt x="6231" y="2361"/>
                      <a:pt x="4793" y="931"/>
                    </a:cubicBezTo>
                    <a:cubicBezTo>
                      <a:pt x="4103" y="242"/>
                      <a:pt x="3209" y="1"/>
                      <a:pt x="24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873;p41">
                <a:extLst>
                  <a:ext uri="{FF2B5EF4-FFF2-40B4-BE49-F238E27FC236}">
                    <a16:creationId xmlns:a16="http://schemas.microsoft.com/office/drawing/2014/main" id="{D0C34B31-8991-B34F-A511-5A42718FB610}"/>
                  </a:ext>
                </a:extLst>
              </p:cNvPr>
              <p:cNvSpPr/>
              <p:nvPr/>
            </p:nvSpPr>
            <p:spPr>
              <a:xfrm>
                <a:off x="826800" y="3576275"/>
                <a:ext cx="302525" cy="176675"/>
              </a:xfrm>
              <a:custGeom>
                <a:avLst/>
                <a:gdLst/>
                <a:ahLst/>
                <a:cxnLst/>
                <a:rect l="l" t="t" r="r" b="b"/>
                <a:pathLst>
                  <a:path w="12101" h="7067" extrusionOk="0">
                    <a:moveTo>
                      <a:pt x="246" y="0"/>
                    </a:moveTo>
                    <a:cubicBezTo>
                      <a:pt x="194" y="0"/>
                      <a:pt x="151" y="38"/>
                      <a:pt x="143" y="87"/>
                    </a:cubicBezTo>
                    <a:cubicBezTo>
                      <a:pt x="0" y="1561"/>
                      <a:pt x="654" y="2805"/>
                      <a:pt x="2028" y="3684"/>
                    </a:cubicBezTo>
                    <a:cubicBezTo>
                      <a:pt x="2963" y="4278"/>
                      <a:pt x="3922" y="4516"/>
                      <a:pt x="4124" y="4563"/>
                    </a:cubicBezTo>
                    <a:cubicBezTo>
                      <a:pt x="5363" y="6223"/>
                      <a:pt x="6667" y="7067"/>
                      <a:pt x="8001" y="7067"/>
                    </a:cubicBezTo>
                    <a:cubicBezTo>
                      <a:pt x="8057" y="7067"/>
                      <a:pt x="8112" y="7063"/>
                      <a:pt x="8168" y="7059"/>
                    </a:cubicBezTo>
                    <a:cubicBezTo>
                      <a:pt x="10473" y="6940"/>
                      <a:pt x="12010" y="4381"/>
                      <a:pt x="12073" y="4274"/>
                    </a:cubicBezTo>
                    <a:cubicBezTo>
                      <a:pt x="12101" y="4227"/>
                      <a:pt x="12085" y="4167"/>
                      <a:pt x="12042" y="4139"/>
                    </a:cubicBezTo>
                    <a:cubicBezTo>
                      <a:pt x="12025" y="4130"/>
                      <a:pt x="12007" y="4126"/>
                      <a:pt x="11990" y="4126"/>
                    </a:cubicBezTo>
                    <a:cubicBezTo>
                      <a:pt x="11955" y="4126"/>
                      <a:pt x="11921" y="4142"/>
                      <a:pt x="11903" y="4171"/>
                    </a:cubicBezTo>
                    <a:cubicBezTo>
                      <a:pt x="11887" y="4199"/>
                      <a:pt x="10354" y="6750"/>
                      <a:pt x="8156" y="6861"/>
                    </a:cubicBezTo>
                    <a:cubicBezTo>
                      <a:pt x="8103" y="6863"/>
                      <a:pt x="8050" y="6865"/>
                      <a:pt x="7997" y="6865"/>
                    </a:cubicBezTo>
                    <a:cubicBezTo>
                      <a:pt x="6724" y="6865"/>
                      <a:pt x="5464" y="6040"/>
                      <a:pt x="4258" y="4413"/>
                    </a:cubicBezTo>
                    <a:cubicBezTo>
                      <a:pt x="4243" y="4393"/>
                      <a:pt x="4223" y="4381"/>
                      <a:pt x="4199" y="4377"/>
                    </a:cubicBezTo>
                    <a:cubicBezTo>
                      <a:pt x="4187" y="4373"/>
                      <a:pt x="3137" y="4155"/>
                      <a:pt x="2135" y="3518"/>
                    </a:cubicBezTo>
                    <a:cubicBezTo>
                      <a:pt x="808" y="2666"/>
                      <a:pt x="206" y="1521"/>
                      <a:pt x="341" y="107"/>
                    </a:cubicBezTo>
                    <a:cubicBezTo>
                      <a:pt x="349" y="52"/>
                      <a:pt x="305" y="4"/>
                      <a:pt x="254" y="0"/>
                    </a:cubicBezTo>
                    <a:cubicBezTo>
                      <a:pt x="251" y="0"/>
                      <a:pt x="249" y="0"/>
                      <a:pt x="24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874;p41">
                <a:extLst>
                  <a:ext uri="{FF2B5EF4-FFF2-40B4-BE49-F238E27FC236}">
                    <a16:creationId xmlns:a16="http://schemas.microsoft.com/office/drawing/2014/main" id="{1A2E8192-AC52-B349-A6F1-CCB2EB325231}"/>
                  </a:ext>
                </a:extLst>
              </p:cNvPr>
              <p:cNvSpPr/>
              <p:nvPr/>
            </p:nvSpPr>
            <p:spPr>
              <a:xfrm>
                <a:off x="366550" y="3538800"/>
                <a:ext cx="173700" cy="224450"/>
              </a:xfrm>
              <a:custGeom>
                <a:avLst/>
                <a:gdLst/>
                <a:ahLst/>
                <a:cxnLst/>
                <a:rect l="l" t="t" r="r" b="b"/>
                <a:pathLst>
                  <a:path w="6948" h="8978" extrusionOk="0">
                    <a:moveTo>
                      <a:pt x="2236" y="1"/>
                    </a:moveTo>
                    <a:cubicBezTo>
                      <a:pt x="1185" y="1"/>
                      <a:pt x="125" y="526"/>
                      <a:pt x="68" y="557"/>
                    </a:cubicBezTo>
                    <a:cubicBezTo>
                      <a:pt x="20" y="580"/>
                      <a:pt x="0" y="640"/>
                      <a:pt x="24" y="687"/>
                    </a:cubicBezTo>
                    <a:cubicBezTo>
                      <a:pt x="40" y="723"/>
                      <a:pt x="74" y="743"/>
                      <a:pt x="109" y="743"/>
                    </a:cubicBezTo>
                    <a:cubicBezTo>
                      <a:pt x="124" y="743"/>
                      <a:pt x="140" y="739"/>
                      <a:pt x="155" y="731"/>
                    </a:cubicBezTo>
                    <a:cubicBezTo>
                      <a:pt x="170" y="725"/>
                      <a:pt x="1230" y="199"/>
                      <a:pt x="2244" y="199"/>
                    </a:cubicBezTo>
                    <a:cubicBezTo>
                      <a:pt x="2543" y="199"/>
                      <a:pt x="2838" y="244"/>
                      <a:pt x="3102" y="363"/>
                    </a:cubicBezTo>
                    <a:cubicBezTo>
                      <a:pt x="3549" y="565"/>
                      <a:pt x="3850" y="953"/>
                      <a:pt x="4001" y="1515"/>
                    </a:cubicBezTo>
                    <a:cubicBezTo>
                      <a:pt x="4203" y="2276"/>
                      <a:pt x="4092" y="3092"/>
                      <a:pt x="3985" y="3880"/>
                    </a:cubicBezTo>
                    <a:cubicBezTo>
                      <a:pt x="3743" y="5678"/>
                      <a:pt x="3494" y="7536"/>
                      <a:pt x="6797" y="8970"/>
                    </a:cubicBezTo>
                    <a:cubicBezTo>
                      <a:pt x="6809" y="8973"/>
                      <a:pt x="6825" y="8977"/>
                      <a:pt x="6837" y="8977"/>
                    </a:cubicBezTo>
                    <a:cubicBezTo>
                      <a:pt x="6876" y="8977"/>
                      <a:pt x="6912" y="8954"/>
                      <a:pt x="6928" y="8918"/>
                    </a:cubicBezTo>
                    <a:cubicBezTo>
                      <a:pt x="6948" y="8867"/>
                      <a:pt x="6928" y="8807"/>
                      <a:pt x="6876" y="8787"/>
                    </a:cubicBezTo>
                    <a:cubicBezTo>
                      <a:pt x="3708" y="7413"/>
                      <a:pt x="3937" y="5710"/>
                      <a:pt x="4183" y="3908"/>
                    </a:cubicBezTo>
                    <a:cubicBezTo>
                      <a:pt x="4294" y="3100"/>
                      <a:pt x="4405" y="2264"/>
                      <a:pt x="4191" y="1464"/>
                    </a:cubicBezTo>
                    <a:cubicBezTo>
                      <a:pt x="4025" y="838"/>
                      <a:pt x="3688" y="410"/>
                      <a:pt x="3185" y="184"/>
                    </a:cubicBezTo>
                    <a:cubicBezTo>
                      <a:pt x="2890" y="52"/>
                      <a:pt x="2563" y="1"/>
                      <a:pt x="22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875;p41">
                <a:extLst>
                  <a:ext uri="{FF2B5EF4-FFF2-40B4-BE49-F238E27FC236}">
                    <a16:creationId xmlns:a16="http://schemas.microsoft.com/office/drawing/2014/main" id="{49B93B0F-F87B-2A45-A193-84AD59EEFB66}"/>
                  </a:ext>
                </a:extLst>
              </p:cNvPr>
              <p:cNvSpPr/>
              <p:nvPr/>
            </p:nvSpPr>
            <p:spPr>
              <a:xfrm>
                <a:off x="275650" y="3742975"/>
                <a:ext cx="134975" cy="39775"/>
              </a:xfrm>
              <a:custGeom>
                <a:avLst/>
                <a:gdLst/>
                <a:ahLst/>
                <a:cxnLst/>
                <a:rect l="l" t="t" r="r" b="b"/>
                <a:pathLst>
                  <a:path w="5399" h="1591" extrusionOk="0">
                    <a:moveTo>
                      <a:pt x="3245" y="1"/>
                    </a:moveTo>
                    <a:cubicBezTo>
                      <a:pt x="1875" y="1"/>
                      <a:pt x="765" y="491"/>
                      <a:pt x="32" y="1432"/>
                    </a:cubicBezTo>
                    <a:cubicBezTo>
                      <a:pt x="0" y="1476"/>
                      <a:pt x="8" y="1535"/>
                      <a:pt x="48" y="1571"/>
                    </a:cubicBezTo>
                    <a:cubicBezTo>
                      <a:pt x="68" y="1583"/>
                      <a:pt x="87" y="1591"/>
                      <a:pt x="111" y="1591"/>
                    </a:cubicBezTo>
                    <a:cubicBezTo>
                      <a:pt x="139" y="1591"/>
                      <a:pt x="170" y="1579"/>
                      <a:pt x="190" y="1551"/>
                    </a:cubicBezTo>
                    <a:cubicBezTo>
                      <a:pt x="1022" y="484"/>
                      <a:pt x="2214" y="205"/>
                      <a:pt x="3233" y="205"/>
                    </a:cubicBezTo>
                    <a:cubicBezTo>
                      <a:pt x="4335" y="205"/>
                      <a:pt x="5234" y="531"/>
                      <a:pt x="5252" y="537"/>
                    </a:cubicBezTo>
                    <a:cubicBezTo>
                      <a:pt x="5263" y="540"/>
                      <a:pt x="5274" y="542"/>
                      <a:pt x="5284" y="542"/>
                    </a:cubicBezTo>
                    <a:cubicBezTo>
                      <a:pt x="5325" y="542"/>
                      <a:pt x="5363" y="519"/>
                      <a:pt x="5379" y="478"/>
                    </a:cubicBezTo>
                    <a:cubicBezTo>
                      <a:pt x="5399" y="426"/>
                      <a:pt x="5371" y="371"/>
                      <a:pt x="5320" y="351"/>
                    </a:cubicBezTo>
                    <a:cubicBezTo>
                      <a:pt x="5284" y="339"/>
                      <a:pt x="4448" y="30"/>
                      <a:pt x="3375" y="2"/>
                    </a:cubicBezTo>
                    <a:cubicBezTo>
                      <a:pt x="3331" y="1"/>
                      <a:pt x="3288" y="1"/>
                      <a:pt x="324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876;p41">
                <a:extLst>
                  <a:ext uri="{FF2B5EF4-FFF2-40B4-BE49-F238E27FC236}">
                    <a16:creationId xmlns:a16="http://schemas.microsoft.com/office/drawing/2014/main" id="{D3FD35BB-1F74-5E48-A33F-58FCC60E6E64}"/>
                  </a:ext>
                </a:extLst>
              </p:cNvPr>
              <p:cNvSpPr/>
              <p:nvPr/>
            </p:nvSpPr>
            <p:spPr>
              <a:xfrm>
                <a:off x="321500" y="3691125"/>
                <a:ext cx="43375" cy="61125"/>
              </a:xfrm>
              <a:custGeom>
                <a:avLst/>
                <a:gdLst/>
                <a:ahLst/>
                <a:cxnLst/>
                <a:rect l="l" t="t" r="r" b="b"/>
                <a:pathLst>
                  <a:path w="1735" h="2445" extrusionOk="0">
                    <a:moveTo>
                      <a:pt x="1565" y="0"/>
                    </a:moveTo>
                    <a:cubicBezTo>
                      <a:pt x="1429" y="0"/>
                      <a:pt x="1136" y="34"/>
                      <a:pt x="836" y="274"/>
                    </a:cubicBezTo>
                    <a:cubicBezTo>
                      <a:pt x="368" y="647"/>
                      <a:pt x="91" y="1340"/>
                      <a:pt x="4" y="2338"/>
                    </a:cubicBezTo>
                    <a:cubicBezTo>
                      <a:pt x="0" y="2389"/>
                      <a:pt x="40" y="2437"/>
                      <a:pt x="95" y="2445"/>
                    </a:cubicBezTo>
                    <a:lnTo>
                      <a:pt x="103" y="2445"/>
                    </a:lnTo>
                    <a:cubicBezTo>
                      <a:pt x="155" y="2445"/>
                      <a:pt x="198" y="2405"/>
                      <a:pt x="202" y="2354"/>
                    </a:cubicBezTo>
                    <a:cubicBezTo>
                      <a:pt x="281" y="1431"/>
                      <a:pt x="543" y="765"/>
                      <a:pt x="955" y="433"/>
                    </a:cubicBezTo>
                    <a:cubicBezTo>
                      <a:pt x="1218" y="220"/>
                      <a:pt x="1468" y="197"/>
                      <a:pt x="1570" y="197"/>
                    </a:cubicBezTo>
                    <a:cubicBezTo>
                      <a:pt x="1596" y="197"/>
                      <a:pt x="1613" y="199"/>
                      <a:pt x="1616" y="199"/>
                    </a:cubicBezTo>
                    <a:cubicBezTo>
                      <a:pt x="1621" y="200"/>
                      <a:pt x="1625" y="200"/>
                      <a:pt x="1629" y="200"/>
                    </a:cubicBezTo>
                    <a:cubicBezTo>
                      <a:pt x="1676" y="200"/>
                      <a:pt x="1720" y="163"/>
                      <a:pt x="1727" y="116"/>
                    </a:cubicBezTo>
                    <a:cubicBezTo>
                      <a:pt x="1735" y="60"/>
                      <a:pt x="1695" y="13"/>
                      <a:pt x="1644" y="5"/>
                    </a:cubicBezTo>
                    <a:cubicBezTo>
                      <a:pt x="1639" y="4"/>
                      <a:pt x="1611" y="0"/>
                      <a:pt x="15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877;p41">
                <a:extLst>
                  <a:ext uri="{FF2B5EF4-FFF2-40B4-BE49-F238E27FC236}">
                    <a16:creationId xmlns:a16="http://schemas.microsoft.com/office/drawing/2014/main" id="{F975EA8D-05BF-5241-A536-6A77A8ED6A06}"/>
                  </a:ext>
                </a:extLst>
              </p:cNvPr>
              <p:cNvSpPr/>
              <p:nvPr/>
            </p:nvSpPr>
            <p:spPr>
              <a:xfrm>
                <a:off x="705500" y="3801025"/>
                <a:ext cx="203125" cy="194025"/>
              </a:xfrm>
              <a:custGeom>
                <a:avLst/>
                <a:gdLst/>
                <a:ahLst/>
                <a:cxnLst/>
                <a:rect l="l" t="t" r="r" b="b"/>
                <a:pathLst>
                  <a:path w="8125" h="7761" extrusionOk="0">
                    <a:moveTo>
                      <a:pt x="1447" y="0"/>
                    </a:moveTo>
                    <a:cubicBezTo>
                      <a:pt x="1040" y="0"/>
                      <a:pt x="583" y="95"/>
                      <a:pt x="80" y="283"/>
                    </a:cubicBezTo>
                    <a:cubicBezTo>
                      <a:pt x="28" y="299"/>
                      <a:pt x="0" y="358"/>
                      <a:pt x="20" y="409"/>
                    </a:cubicBezTo>
                    <a:cubicBezTo>
                      <a:pt x="35" y="449"/>
                      <a:pt x="71" y="472"/>
                      <a:pt x="110" y="472"/>
                    </a:cubicBezTo>
                    <a:cubicBezTo>
                      <a:pt x="122" y="472"/>
                      <a:pt x="135" y="470"/>
                      <a:pt x="147" y="465"/>
                    </a:cubicBezTo>
                    <a:cubicBezTo>
                      <a:pt x="627" y="287"/>
                      <a:pt x="1060" y="198"/>
                      <a:pt x="1444" y="198"/>
                    </a:cubicBezTo>
                    <a:cubicBezTo>
                      <a:pt x="1848" y="198"/>
                      <a:pt x="2197" y="297"/>
                      <a:pt x="2488" y="497"/>
                    </a:cubicBezTo>
                    <a:cubicBezTo>
                      <a:pt x="3419" y="1138"/>
                      <a:pt x="3442" y="2616"/>
                      <a:pt x="3442" y="2628"/>
                    </a:cubicBezTo>
                    <a:cubicBezTo>
                      <a:pt x="3351" y="4414"/>
                      <a:pt x="3775" y="5772"/>
                      <a:pt x="4706" y="6656"/>
                    </a:cubicBezTo>
                    <a:cubicBezTo>
                      <a:pt x="5744" y="7642"/>
                      <a:pt x="7102" y="7761"/>
                      <a:pt x="7712" y="7761"/>
                    </a:cubicBezTo>
                    <a:cubicBezTo>
                      <a:pt x="7894" y="7761"/>
                      <a:pt x="8009" y="7753"/>
                      <a:pt x="8029" y="7749"/>
                    </a:cubicBezTo>
                    <a:cubicBezTo>
                      <a:pt x="8085" y="7745"/>
                      <a:pt x="8124" y="7693"/>
                      <a:pt x="8116" y="7642"/>
                    </a:cubicBezTo>
                    <a:cubicBezTo>
                      <a:pt x="8112" y="7589"/>
                      <a:pt x="8069" y="7551"/>
                      <a:pt x="8017" y="7551"/>
                    </a:cubicBezTo>
                    <a:cubicBezTo>
                      <a:pt x="8014" y="7551"/>
                      <a:pt x="8012" y="7551"/>
                      <a:pt x="8009" y="7551"/>
                    </a:cubicBezTo>
                    <a:cubicBezTo>
                      <a:pt x="8005" y="7552"/>
                      <a:pt x="7903" y="7562"/>
                      <a:pt x="7734" y="7562"/>
                    </a:cubicBezTo>
                    <a:cubicBezTo>
                      <a:pt x="7165" y="7562"/>
                      <a:pt x="5827" y="7450"/>
                      <a:pt x="4841" y="6509"/>
                    </a:cubicBezTo>
                    <a:cubicBezTo>
                      <a:pt x="3957" y="5669"/>
                      <a:pt x="3553" y="4366"/>
                      <a:pt x="3640" y="2631"/>
                    </a:cubicBezTo>
                    <a:cubicBezTo>
                      <a:pt x="3640" y="2564"/>
                      <a:pt x="3617" y="1035"/>
                      <a:pt x="2599" y="334"/>
                    </a:cubicBezTo>
                    <a:cubicBezTo>
                      <a:pt x="2275" y="112"/>
                      <a:pt x="1890" y="0"/>
                      <a:pt x="144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878;p41">
                <a:extLst>
                  <a:ext uri="{FF2B5EF4-FFF2-40B4-BE49-F238E27FC236}">
                    <a16:creationId xmlns:a16="http://schemas.microsoft.com/office/drawing/2014/main" id="{7F56537B-C3BD-2E44-8A5B-DF46F3AB68B8}"/>
                  </a:ext>
                </a:extLst>
              </p:cNvPr>
              <p:cNvSpPr/>
              <p:nvPr/>
            </p:nvSpPr>
            <p:spPr>
              <a:xfrm>
                <a:off x="790950" y="3854875"/>
                <a:ext cx="91725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3669" h="898" extrusionOk="0">
                    <a:moveTo>
                      <a:pt x="1506" y="1"/>
                    </a:moveTo>
                    <a:cubicBezTo>
                      <a:pt x="928" y="1"/>
                      <a:pt x="367" y="181"/>
                      <a:pt x="28" y="747"/>
                    </a:cubicBezTo>
                    <a:cubicBezTo>
                      <a:pt x="1" y="794"/>
                      <a:pt x="16" y="858"/>
                      <a:pt x="64" y="885"/>
                    </a:cubicBezTo>
                    <a:cubicBezTo>
                      <a:pt x="80" y="893"/>
                      <a:pt x="96" y="897"/>
                      <a:pt x="115" y="897"/>
                    </a:cubicBezTo>
                    <a:cubicBezTo>
                      <a:pt x="147" y="897"/>
                      <a:pt x="179" y="881"/>
                      <a:pt x="199" y="850"/>
                    </a:cubicBezTo>
                    <a:cubicBezTo>
                      <a:pt x="490" y="364"/>
                      <a:pt x="986" y="206"/>
                      <a:pt x="1508" y="206"/>
                    </a:cubicBezTo>
                    <a:cubicBezTo>
                      <a:pt x="2460" y="206"/>
                      <a:pt x="3495" y="733"/>
                      <a:pt x="3510" y="743"/>
                    </a:cubicBezTo>
                    <a:cubicBezTo>
                      <a:pt x="3524" y="750"/>
                      <a:pt x="3538" y="753"/>
                      <a:pt x="3553" y="753"/>
                    </a:cubicBezTo>
                    <a:cubicBezTo>
                      <a:pt x="3589" y="753"/>
                      <a:pt x="3625" y="733"/>
                      <a:pt x="3645" y="699"/>
                    </a:cubicBezTo>
                    <a:cubicBezTo>
                      <a:pt x="3668" y="652"/>
                      <a:pt x="3649" y="592"/>
                      <a:pt x="3601" y="565"/>
                    </a:cubicBezTo>
                    <a:cubicBezTo>
                      <a:pt x="3534" y="530"/>
                      <a:pt x="2494" y="1"/>
                      <a:pt x="150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879;p41">
                <a:extLst>
                  <a:ext uri="{FF2B5EF4-FFF2-40B4-BE49-F238E27FC236}">
                    <a16:creationId xmlns:a16="http://schemas.microsoft.com/office/drawing/2014/main" id="{9A467A96-357C-744C-8719-912B27822D1A}"/>
                  </a:ext>
                </a:extLst>
              </p:cNvPr>
              <p:cNvSpPr/>
              <p:nvPr/>
            </p:nvSpPr>
            <p:spPr>
              <a:xfrm>
                <a:off x="686275" y="3532825"/>
                <a:ext cx="79550" cy="217150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8686" extrusionOk="0">
                    <a:moveTo>
                      <a:pt x="114" y="0"/>
                    </a:moveTo>
                    <a:cubicBezTo>
                      <a:pt x="74" y="0"/>
                      <a:pt x="36" y="24"/>
                      <a:pt x="21" y="63"/>
                    </a:cubicBezTo>
                    <a:cubicBezTo>
                      <a:pt x="1" y="114"/>
                      <a:pt x="25" y="170"/>
                      <a:pt x="72" y="194"/>
                    </a:cubicBezTo>
                    <a:cubicBezTo>
                      <a:pt x="1653" y="851"/>
                      <a:pt x="2560" y="1655"/>
                      <a:pt x="2770" y="2586"/>
                    </a:cubicBezTo>
                    <a:cubicBezTo>
                      <a:pt x="2908" y="3200"/>
                      <a:pt x="2734" y="3746"/>
                      <a:pt x="2532" y="4380"/>
                    </a:cubicBezTo>
                    <a:cubicBezTo>
                      <a:pt x="2298" y="5097"/>
                      <a:pt x="2037" y="5909"/>
                      <a:pt x="2247" y="6955"/>
                    </a:cubicBezTo>
                    <a:cubicBezTo>
                      <a:pt x="2366" y="7545"/>
                      <a:pt x="2615" y="8115"/>
                      <a:pt x="2987" y="8642"/>
                    </a:cubicBezTo>
                    <a:cubicBezTo>
                      <a:pt x="3007" y="8670"/>
                      <a:pt x="3035" y="8686"/>
                      <a:pt x="3067" y="8686"/>
                    </a:cubicBezTo>
                    <a:cubicBezTo>
                      <a:pt x="3086" y="8686"/>
                      <a:pt x="3106" y="8682"/>
                      <a:pt x="3126" y="8670"/>
                    </a:cubicBezTo>
                    <a:cubicBezTo>
                      <a:pt x="3170" y="8638"/>
                      <a:pt x="3182" y="8575"/>
                      <a:pt x="3150" y="8531"/>
                    </a:cubicBezTo>
                    <a:cubicBezTo>
                      <a:pt x="2793" y="8024"/>
                      <a:pt x="2556" y="7482"/>
                      <a:pt x="2441" y="6915"/>
                    </a:cubicBezTo>
                    <a:cubicBezTo>
                      <a:pt x="2243" y="5921"/>
                      <a:pt x="2484" y="5168"/>
                      <a:pt x="2718" y="4440"/>
                    </a:cubicBezTo>
                    <a:cubicBezTo>
                      <a:pt x="2924" y="3810"/>
                      <a:pt x="3114" y="3212"/>
                      <a:pt x="2964" y="2542"/>
                    </a:cubicBezTo>
                    <a:cubicBezTo>
                      <a:pt x="2738" y="1544"/>
                      <a:pt x="1791" y="693"/>
                      <a:pt x="151" y="7"/>
                    </a:cubicBezTo>
                    <a:cubicBezTo>
                      <a:pt x="139" y="3"/>
                      <a:pt x="127" y="0"/>
                      <a:pt x="11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880;p41">
                <a:extLst>
                  <a:ext uri="{FF2B5EF4-FFF2-40B4-BE49-F238E27FC236}">
                    <a16:creationId xmlns:a16="http://schemas.microsoft.com/office/drawing/2014/main" id="{07457F91-692A-4947-ABDC-9C283F9343C6}"/>
                  </a:ext>
                </a:extLst>
              </p:cNvPr>
              <p:cNvSpPr/>
              <p:nvPr/>
            </p:nvSpPr>
            <p:spPr>
              <a:xfrm>
                <a:off x="417050" y="3826700"/>
                <a:ext cx="42300" cy="10905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4362" extrusionOk="0">
                    <a:moveTo>
                      <a:pt x="1394" y="1"/>
                    </a:moveTo>
                    <a:cubicBezTo>
                      <a:pt x="1364" y="1"/>
                      <a:pt x="1334" y="14"/>
                      <a:pt x="1315" y="40"/>
                    </a:cubicBezTo>
                    <a:cubicBezTo>
                      <a:pt x="0" y="1850"/>
                      <a:pt x="1482" y="4290"/>
                      <a:pt x="1498" y="4314"/>
                    </a:cubicBezTo>
                    <a:cubicBezTo>
                      <a:pt x="1513" y="4345"/>
                      <a:pt x="1549" y="4361"/>
                      <a:pt x="1581" y="4361"/>
                    </a:cubicBezTo>
                    <a:cubicBezTo>
                      <a:pt x="1597" y="4361"/>
                      <a:pt x="1616" y="4357"/>
                      <a:pt x="1632" y="4349"/>
                    </a:cubicBezTo>
                    <a:cubicBezTo>
                      <a:pt x="1680" y="4318"/>
                      <a:pt x="1692" y="4258"/>
                      <a:pt x="1664" y="4211"/>
                    </a:cubicBezTo>
                    <a:cubicBezTo>
                      <a:pt x="1652" y="4187"/>
                      <a:pt x="238" y="1858"/>
                      <a:pt x="1474" y="159"/>
                    </a:cubicBezTo>
                    <a:cubicBezTo>
                      <a:pt x="1505" y="115"/>
                      <a:pt x="1498" y="52"/>
                      <a:pt x="1454" y="20"/>
                    </a:cubicBezTo>
                    <a:cubicBezTo>
                      <a:pt x="1436" y="7"/>
                      <a:pt x="1415" y="1"/>
                      <a:pt x="13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881;p41">
                <a:extLst>
                  <a:ext uri="{FF2B5EF4-FFF2-40B4-BE49-F238E27FC236}">
                    <a16:creationId xmlns:a16="http://schemas.microsoft.com/office/drawing/2014/main" id="{A87BA15B-00DA-D246-B0DF-4B6EAD663F6D}"/>
                  </a:ext>
                </a:extLst>
              </p:cNvPr>
              <p:cNvSpPr/>
              <p:nvPr/>
            </p:nvSpPr>
            <p:spPr>
              <a:xfrm>
                <a:off x="615300" y="3901025"/>
                <a:ext cx="78925" cy="54525"/>
              </a:xfrm>
              <a:custGeom>
                <a:avLst/>
                <a:gdLst/>
                <a:ahLst/>
                <a:cxnLst/>
                <a:rect l="l" t="t" r="r" b="b"/>
                <a:pathLst>
                  <a:path w="3157" h="2181" extrusionOk="0">
                    <a:moveTo>
                      <a:pt x="3040" y="0"/>
                    </a:moveTo>
                    <a:cubicBezTo>
                      <a:pt x="3006" y="0"/>
                      <a:pt x="2973" y="19"/>
                      <a:pt x="2955" y="53"/>
                    </a:cubicBezTo>
                    <a:cubicBezTo>
                      <a:pt x="1909" y="1919"/>
                      <a:pt x="115" y="1982"/>
                      <a:pt x="95" y="1982"/>
                    </a:cubicBezTo>
                    <a:cubicBezTo>
                      <a:pt x="40" y="1982"/>
                      <a:pt x="0" y="2030"/>
                      <a:pt x="0" y="2081"/>
                    </a:cubicBezTo>
                    <a:cubicBezTo>
                      <a:pt x="0" y="2137"/>
                      <a:pt x="44" y="2180"/>
                      <a:pt x="99" y="2180"/>
                    </a:cubicBezTo>
                    <a:cubicBezTo>
                      <a:pt x="119" y="2180"/>
                      <a:pt x="2024" y="2121"/>
                      <a:pt x="3129" y="148"/>
                    </a:cubicBezTo>
                    <a:cubicBezTo>
                      <a:pt x="3157" y="101"/>
                      <a:pt x="3141" y="42"/>
                      <a:pt x="3089" y="14"/>
                    </a:cubicBezTo>
                    <a:cubicBezTo>
                      <a:pt x="3074" y="5"/>
                      <a:pt x="3057" y="0"/>
                      <a:pt x="304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882;p41">
                <a:extLst>
                  <a:ext uri="{FF2B5EF4-FFF2-40B4-BE49-F238E27FC236}">
                    <a16:creationId xmlns:a16="http://schemas.microsoft.com/office/drawing/2014/main" id="{3C5DF52E-539B-9948-A378-A83885256527}"/>
                  </a:ext>
                </a:extLst>
              </p:cNvPr>
              <p:cNvSpPr/>
              <p:nvPr/>
            </p:nvSpPr>
            <p:spPr>
              <a:xfrm>
                <a:off x="987325" y="3507150"/>
                <a:ext cx="44875" cy="90150"/>
              </a:xfrm>
              <a:custGeom>
                <a:avLst/>
                <a:gdLst/>
                <a:ahLst/>
                <a:cxnLst/>
                <a:rect l="l" t="t" r="r" b="b"/>
                <a:pathLst>
                  <a:path w="1795" h="3606" extrusionOk="0">
                    <a:moveTo>
                      <a:pt x="984" y="0"/>
                    </a:moveTo>
                    <a:cubicBezTo>
                      <a:pt x="974" y="0"/>
                      <a:pt x="964" y="2"/>
                      <a:pt x="955" y="5"/>
                    </a:cubicBezTo>
                    <a:cubicBezTo>
                      <a:pt x="903" y="20"/>
                      <a:pt x="875" y="80"/>
                      <a:pt x="891" y="131"/>
                    </a:cubicBezTo>
                    <a:cubicBezTo>
                      <a:pt x="899" y="151"/>
                      <a:pt x="1561" y="2211"/>
                      <a:pt x="48" y="3431"/>
                    </a:cubicBezTo>
                    <a:cubicBezTo>
                      <a:pt x="4" y="3462"/>
                      <a:pt x="0" y="3526"/>
                      <a:pt x="32" y="3569"/>
                    </a:cubicBezTo>
                    <a:cubicBezTo>
                      <a:pt x="52" y="3593"/>
                      <a:pt x="83" y="3605"/>
                      <a:pt x="111" y="3605"/>
                    </a:cubicBezTo>
                    <a:cubicBezTo>
                      <a:pt x="131" y="3605"/>
                      <a:pt x="155" y="3597"/>
                      <a:pt x="174" y="3585"/>
                    </a:cubicBezTo>
                    <a:cubicBezTo>
                      <a:pt x="1794" y="2278"/>
                      <a:pt x="1089" y="88"/>
                      <a:pt x="1081" y="68"/>
                    </a:cubicBezTo>
                    <a:cubicBezTo>
                      <a:pt x="1069" y="26"/>
                      <a:pt x="1027" y="0"/>
                      <a:pt x="9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883;p41">
                <a:extLst>
                  <a:ext uri="{FF2B5EF4-FFF2-40B4-BE49-F238E27FC236}">
                    <a16:creationId xmlns:a16="http://schemas.microsoft.com/office/drawing/2014/main" id="{EFFD5393-C258-5947-98D7-2A124393A9B6}"/>
                  </a:ext>
                </a:extLst>
              </p:cNvPr>
              <p:cNvSpPr/>
              <p:nvPr/>
            </p:nvSpPr>
            <p:spPr>
              <a:xfrm>
                <a:off x="774425" y="3472975"/>
                <a:ext cx="125275" cy="63525"/>
              </a:xfrm>
              <a:custGeom>
                <a:avLst/>
                <a:gdLst/>
                <a:ahLst/>
                <a:cxnLst/>
                <a:rect l="l" t="t" r="r" b="b"/>
                <a:pathLst>
                  <a:path w="5011" h="2541" extrusionOk="0">
                    <a:moveTo>
                      <a:pt x="718" y="0"/>
                    </a:moveTo>
                    <a:cubicBezTo>
                      <a:pt x="517" y="0"/>
                      <a:pt x="309" y="6"/>
                      <a:pt x="95" y="17"/>
                    </a:cubicBezTo>
                    <a:cubicBezTo>
                      <a:pt x="40" y="17"/>
                      <a:pt x="0" y="65"/>
                      <a:pt x="0" y="120"/>
                    </a:cubicBezTo>
                    <a:cubicBezTo>
                      <a:pt x="4" y="175"/>
                      <a:pt x="52" y="215"/>
                      <a:pt x="107" y="215"/>
                    </a:cubicBezTo>
                    <a:cubicBezTo>
                      <a:pt x="313" y="204"/>
                      <a:pt x="510" y="199"/>
                      <a:pt x="699" y="199"/>
                    </a:cubicBezTo>
                    <a:cubicBezTo>
                      <a:pt x="2673" y="199"/>
                      <a:pt x="3680" y="757"/>
                      <a:pt x="4183" y="1249"/>
                    </a:cubicBezTo>
                    <a:cubicBezTo>
                      <a:pt x="4769" y="1823"/>
                      <a:pt x="4813" y="2437"/>
                      <a:pt x="4813" y="2449"/>
                    </a:cubicBezTo>
                    <a:cubicBezTo>
                      <a:pt x="4813" y="2500"/>
                      <a:pt x="4860" y="2540"/>
                      <a:pt x="4912" y="2540"/>
                    </a:cubicBezTo>
                    <a:lnTo>
                      <a:pt x="4916" y="2540"/>
                    </a:lnTo>
                    <a:cubicBezTo>
                      <a:pt x="4971" y="2540"/>
                      <a:pt x="5011" y="2493"/>
                      <a:pt x="5011" y="2437"/>
                    </a:cubicBezTo>
                    <a:cubicBezTo>
                      <a:pt x="5007" y="2405"/>
                      <a:pt x="4963" y="1688"/>
                      <a:pt x="4238" y="1031"/>
                    </a:cubicBezTo>
                    <a:cubicBezTo>
                      <a:pt x="3483" y="346"/>
                      <a:pt x="2300" y="0"/>
                      <a:pt x="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884;p41">
                <a:extLst>
                  <a:ext uri="{FF2B5EF4-FFF2-40B4-BE49-F238E27FC236}">
                    <a16:creationId xmlns:a16="http://schemas.microsoft.com/office/drawing/2014/main" id="{1EC3E03E-AA39-B643-8725-E081DA8EDCC3}"/>
                  </a:ext>
                </a:extLst>
              </p:cNvPr>
              <p:cNvSpPr/>
              <p:nvPr/>
            </p:nvSpPr>
            <p:spPr>
              <a:xfrm>
                <a:off x="764800" y="3411675"/>
                <a:ext cx="18250" cy="10055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4022" extrusionOk="0">
                    <a:moveTo>
                      <a:pt x="114" y="1"/>
                    </a:moveTo>
                    <a:cubicBezTo>
                      <a:pt x="104" y="1"/>
                      <a:pt x="94" y="2"/>
                      <a:pt x="84" y="5"/>
                    </a:cubicBezTo>
                    <a:cubicBezTo>
                      <a:pt x="33" y="21"/>
                      <a:pt x="1" y="73"/>
                      <a:pt x="17" y="128"/>
                    </a:cubicBezTo>
                    <a:cubicBezTo>
                      <a:pt x="21" y="144"/>
                      <a:pt x="528" y="1887"/>
                      <a:pt x="318" y="3915"/>
                    </a:cubicBezTo>
                    <a:cubicBezTo>
                      <a:pt x="310" y="3966"/>
                      <a:pt x="349" y="4018"/>
                      <a:pt x="405" y="4022"/>
                    </a:cubicBezTo>
                    <a:lnTo>
                      <a:pt x="417" y="4022"/>
                    </a:lnTo>
                    <a:cubicBezTo>
                      <a:pt x="464" y="4022"/>
                      <a:pt x="508" y="3986"/>
                      <a:pt x="516" y="3935"/>
                    </a:cubicBezTo>
                    <a:cubicBezTo>
                      <a:pt x="730" y="1867"/>
                      <a:pt x="211" y="89"/>
                      <a:pt x="207" y="69"/>
                    </a:cubicBezTo>
                    <a:cubicBezTo>
                      <a:pt x="194" y="27"/>
                      <a:pt x="155" y="1"/>
                      <a:pt x="11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885;p41">
                <a:extLst>
                  <a:ext uri="{FF2B5EF4-FFF2-40B4-BE49-F238E27FC236}">
                    <a16:creationId xmlns:a16="http://schemas.microsoft.com/office/drawing/2014/main" id="{B4562633-15FA-F941-801C-20F4F4861C05}"/>
                  </a:ext>
                </a:extLst>
              </p:cNvPr>
              <p:cNvSpPr/>
              <p:nvPr/>
            </p:nvSpPr>
            <p:spPr>
              <a:xfrm>
                <a:off x="976925" y="3794350"/>
                <a:ext cx="81600" cy="54350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2174" extrusionOk="0">
                    <a:moveTo>
                      <a:pt x="108" y="0"/>
                    </a:moveTo>
                    <a:cubicBezTo>
                      <a:pt x="100" y="0"/>
                      <a:pt x="92" y="1"/>
                      <a:pt x="83" y="3"/>
                    </a:cubicBezTo>
                    <a:cubicBezTo>
                      <a:pt x="32" y="19"/>
                      <a:pt x="0" y="74"/>
                      <a:pt x="16" y="126"/>
                    </a:cubicBezTo>
                    <a:cubicBezTo>
                      <a:pt x="567" y="2142"/>
                      <a:pt x="3137" y="2174"/>
                      <a:pt x="3165" y="2174"/>
                    </a:cubicBezTo>
                    <a:cubicBezTo>
                      <a:pt x="3220" y="2174"/>
                      <a:pt x="3264" y="2130"/>
                      <a:pt x="3264" y="2079"/>
                    </a:cubicBezTo>
                    <a:cubicBezTo>
                      <a:pt x="3264" y="2023"/>
                      <a:pt x="3220" y="1980"/>
                      <a:pt x="3165" y="1976"/>
                    </a:cubicBezTo>
                    <a:cubicBezTo>
                      <a:pt x="3141" y="1976"/>
                      <a:pt x="717" y="1944"/>
                      <a:pt x="206" y="74"/>
                    </a:cubicBezTo>
                    <a:cubicBezTo>
                      <a:pt x="193" y="27"/>
                      <a:pt x="154" y="0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886;p41">
                <a:extLst>
                  <a:ext uri="{FF2B5EF4-FFF2-40B4-BE49-F238E27FC236}">
                    <a16:creationId xmlns:a16="http://schemas.microsoft.com/office/drawing/2014/main" id="{E5F5BCAB-7309-7B46-B5AC-0B781BA920DE}"/>
                  </a:ext>
                </a:extLst>
              </p:cNvPr>
              <p:cNvSpPr/>
              <p:nvPr/>
            </p:nvSpPr>
            <p:spPr>
              <a:xfrm>
                <a:off x="620150" y="3613450"/>
                <a:ext cx="20125" cy="6177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2471" extrusionOk="0">
                    <a:moveTo>
                      <a:pt x="109" y="1"/>
                    </a:moveTo>
                    <a:cubicBezTo>
                      <a:pt x="90" y="1"/>
                      <a:pt x="70" y="6"/>
                      <a:pt x="52" y="18"/>
                    </a:cubicBezTo>
                    <a:cubicBezTo>
                      <a:pt x="8" y="50"/>
                      <a:pt x="0" y="114"/>
                      <a:pt x="32" y="157"/>
                    </a:cubicBezTo>
                    <a:cubicBezTo>
                      <a:pt x="598" y="945"/>
                      <a:pt x="384" y="2340"/>
                      <a:pt x="384" y="2355"/>
                    </a:cubicBezTo>
                    <a:cubicBezTo>
                      <a:pt x="376" y="2411"/>
                      <a:pt x="412" y="2458"/>
                      <a:pt x="464" y="2466"/>
                    </a:cubicBezTo>
                    <a:lnTo>
                      <a:pt x="479" y="2470"/>
                    </a:lnTo>
                    <a:cubicBezTo>
                      <a:pt x="527" y="2470"/>
                      <a:pt x="570" y="2435"/>
                      <a:pt x="578" y="2387"/>
                    </a:cubicBezTo>
                    <a:cubicBezTo>
                      <a:pt x="586" y="2324"/>
                      <a:pt x="804" y="898"/>
                      <a:pt x="190" y="42"/>
                    </a:cubicBezTo>
                    <a:cubicBezTo>
                      <a:pt x="171" y="15"/>
                      <a:pt x="141" y="1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887;p41">
                <a:extLst>
                  <a:ext uri="{FF2B5EF4-FFF2-40B4-BE49-F238E27FC236}">
                    <a16:creationId xmlns:a16="http://schemas.microsoft.com/office/drawing/2014/main" id="{64854EDE-FB36-314D-8D9B-C5FDD0A71B10}"/>
                  </a:ext>
                </a:extLst>
              </p:cNvPr>
              <p:cNvSpPr/>
              <p:nvPr/>
            </p:nvSpPr>
            <p:spPr>
              <a:xfrm>
                <a:off x="602125" y="3418050"/>
                <a:ext cx="77650" cy="76850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3074" extrusionOk="0">
                    <a:moveTo>
                      <a:pt x="115" y="0"/>
                    </a:moveTo>
                    <a:cubicBezTo>
                      <a:pt x="95" y="0"/>
                      <a:pt x="73" y="7"/>
                      <a:pt x="56" y="20"/>
                    </a:cubicBezTo>
                    <a:cubicBezTo>
                      <a:pt x="12" y="51"/>
                      <a:pt x="0" y="115"/>
                      <a:pt x="32" y="158"/>
                    </a:cubicBezTo>
                    <a:cubicBezTo>
                      <a:pt x="48" y="174"/>
                      <a:pt x="1383" y="2004"/>
                      <a:pt x="2939" y="3058"/>
                    </a:cubicBezTo>
                    <a:cubicBezTo>
                      <a:pt x="2955" y="3066"/>
                      <a:pt x="2975" y="3074"/>
                      <a:pt x="2995" y="3074"/>
                    </a:cubicBezTo>
                    <a:cubicBezTo>
                      <a:pt x="3026" y="3074"/>
                      <a:pt x="3058" y="3058"/>
                      <a:pt x="3078" y="3030"/>
                    </a:cubicBezTo>
                    <a:cubicBezTo>
                      <a:pt x="3106" y="2982"/>
                      <a:pt x="3094" y="2923"/>
                      <a:pt x="3050" y="2891"/>
                    </a:cubicBezTo>
                    <a:cubicBezTo>
                      <a:pt x="1525" y="1861"/>
                      <a:pt x="206" y="59"/>
                      <a:pt x="194" y="40"/>
                    </a:cubicBezTo>
                    <a:cubicBezTo>
                      <a:pt x="176" y="14"/>
                      <a:pt x="146" y="0"/>
                      <a:pt x="11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888;p41">
                <a:extLst>
                  <a:ext uri="{FF2B5EF4-FFF2-40B4-BE49-F238E27FC236}">
                    <a16:creationId xmlns:a16="http://schemas.microsoft.com/office/drawing/2014/main" id="{8B1B98A8-66E6-DC44-91BE-BE9B71317849}"/>
                  </a:ext>
                </a:extLst>
              </p:cNvPr>
              <p:cNvSpPr/>
              <p:nvPr/>
            </p:nvSpPr>
            <p:spPr>
              <a:xfrm>
                <a:off x="945250" y="3769392"/>
                <a:ext cx="28019" cy="39706"/>
              </a:xfrm>
              <a:custGeom>
                <a:avLst/>
                <a:gdLst/>
                <a:ahLst/>
                <a:cxnLst/>
                <a:rect l="l" t="t" r="r" b="b"/>
                <a:pathLst>
                  <a:path w="1273" h="180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116"/>
                      <a:pt x="68" y="231"/>
                      <a:pt x="112" y="341"/>
                    </a:cubicBezTo>
                    <a:cubicBezTo>
                      <a:pt x="294" y="500"/>
                      <a:pt x="456" y="674"/>
                      <a:pt x="595" y="864"/>
                    </a:cubicBezTo>
                    <a:cubicBezTo>
                      <a:pt x="765" y="1094"/>
                      <a:pt x="888" y="1336"/>
                      <a:pt x="983" y="1573"/>
                    </a:cubicBezTo>
                    <a:cubicBezTo>
                      <a:pt x="1074" y="1653"/>
                      <a:pt x="1173" y="1732"/>
                      <a:pt x="1272" y="1803"/>
                    </a:cubicBezTo>
                    <a:cubicBezTo>
                      <a:pt x="1173" y="1458"/>
                      <a:pt x="1011" y="1098"/>
                      <a:pt x="757" y="749"/>
                    </a:cubicBezTo>
                    <a:cubicBezTo>
                      <a:pt x="552" y="464"/>
                      <a:pt x="298" y="21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889;p41">
                <a:extLst>
                  <a:ext uri="{FF2B5EF4-FFF2-40B4-BE49-F238E27FC236}">
                    <a16:creationId xmlns:a16="http://schemas.microsoft.com/office/drawing/2014/main" id="{136BD22E-D4DF-4644-890E-91249FC334F1}"/>
                  </a:ext>
                </a:extLst>
              </p:cNvPr>
              <p:cNvSpPr/>
              <p:nvPr/>
            </p:nvSpPr>
            <p:spPr>
              <a:xfrm>
                <a:off x="943050" y="3703325"/>
                <a:ext cx="156275" cy="49625"/>
              </a:xfrm>
              <a:custGeom>
                <a:avLst/>
                <a:gdLst/>
                <a:ahLst/>
                <a:cxnLst/>
                <a:rect l="l" t="t" r="r" b="b"/>
                <a:pathLst>
                  <a:path w="6251" h="1985" extrusionOk="0">
                    <a:moveTo>
                      <a:pt x="147" y="0"/>
                    </a:moveTo>
                    <a:cubicBezTo>
                      <a:pt x="96" y="44"/>
                      <a:pt x="48" y="87"/>
                      <a:pt x="1" y="135"/>
                    </a:cubicBezTo>
                    <a:cubicBezTo>
                      <a:pt x="1082" y="1363"/>
                      <a:pt x="2207" y="1985"/>
                      <a:pt x="3351" y="1985"/>
                    </a:cubicBezTo>
                    <a:cubicBezTo>
                      <a:pt x="3407" y="1985"/>
                      <a:pt x="3462" y="1981"/>
                      <a:pt x="3518" y="1977"/>
                    </a:cubicBezTo>
                    <a:cubicBezTo>
                      <a:pt x="4635" y="1921"/>
                      <a:pt x="5573" y="1287"/>
                      <a:pt x="6251" y="638"/>
                    </a:cubicBezTo>
                    <a:cubicBezTo>
                      <a:pt x="6215" y="578"/>
                      <a:pt x="6176" y="519"/>
                      <a:pt x="6136" y="464"/>
                    </a:cubicBezTo>
                    <a:cubicBezTo>
                      <a:pt x="5482" y="1097"/>
                      <a:pt x="4571" y="1723"/>
                      <a:pt x="3506" y="1779"/>
                    </a:cubicBezTo>
                    <a:cubicBezTo>
                      <a:pt x="3454" y="1782"/>
                      <a:pt x="3403" y="1786"/>
                      <a:pt x="3351" y="1786"/>
                    </a:cubicBezTo>
                    <a:cubicBezTo>
                      <a:pt x="2262" y="1786"/>
                      <a:pt x="1189" y="1184"/>
                      <a:pt x="14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890;p41">
                <a:extLst>
                  <a:ext uri="{FF2B5EF4-FFF2-40B4-BE49-F238E27FC236}">
                    <a16:creationId xmlns:a16="http://schemas.microsoft.com/office/drawing/2014/main" id="{2CBEFF65-8316-6E48-A859-800F6C7B47F6}"/>
                  </a:ext>
                </a:extLst>
              </p:cNvPr>
              <p:cNvSpPr/>
              <p:nvPr/>
            </p:nvSpPr>
            <p:spPr>
              <a:xfrm>
                <a:off x="976925" y="3794325"/>
                <a:ext cx="71125" cy="52200"/>
              </a:xfrm>
              <a:custGeom>
                <a:avLst/>
                <a:gdLst/>
                <a:ahLst/>
                <a:cxnLst/>
                <a:rect l="l" t="t" r="r" b="b"/>
                <a:pathLst>
                  <a:path w="2845" h="2088" extrusionOk="0">
                    <a:moveTo>
                      <a:pt x="111" y="0"/>
                    </a:moveTo>
                    <a:cubicBezTo>
                      <a:pt x="103" y="0"/>
                      <a:pt x="95" y="4"/>
                      <a:pt x="83" y="4"/>
                    </a:cubicBezTo>
                    <a:cubicBezTo>
                      <a:pt x="32" y="20"/>
                      <a:pt x="0" y="75"/>
                      <a:pt x="16" y="127"/>
                    </a:cubicBezTo>
                    <a:cubicBezTo>
                      <a:pt x="380" y="1458"/>
                      <a:pt x="1624" y="1925"/>
                      <a:pt x="2436" y="2088"/>
                    </a:cubicBezTo>
                    <a:cubicBezTo>
                      <a:pt x="2575" y="2052"/>
                      <a:pt x="2713" y="2004"/>
                      <a:pt x="2844" y="1953"/>
                    </a:cubicBezTo>
                    <a:cubicBezTo>
                      <a:pt x="2163" y="1874"/>
                      <a:pt x="606" y="1533"/>
                      <a:pt x="206" y="75"/>
                    </a:cubicBezTo>
                    <a:cubicBezTo>
                      <a:pt x="194" y="32"/>
                      <a:pt x="155" y="0"/>
                      <a:pt x="11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891;p41">
                <a:extLst>
                  <a:ext uri="{FF2B5EF4-FFF2-40B4-BE49-F238E27FC236}">
                    <a16:creationId xmlns:a16="http://schemas.microsoft.com/office/drawing/2014/main" id="{283FF054-1F32-DC40-BDBC-A8C739212D64}"/>
                  </a:ext>
                </a:extLst>
              </p:cNvPr>
              <p:cNvSpPr/>
              <p:nvPr/>
            </p:nvSpPr>
            <p:spPr>
              <a:xfrm>
                <a:off x="503400" y="3702725"/>
                <a:ext cx="204600" cy="174100"/>
              </a:xfrm>
              <a:custGeom>
                <a:avLst/>
                <a:gdLst/>
                <a:ahLst/>
                <a:cxnLst/>
                <a:rect l="l" t="t" r="r" b="b"/>
                <a:pathLst>
                  <a:path w="8184" h="6964" extrusionOk="0">
                    <a:moveTo>
                      <a:pt x="4167" y="0"/>
                    </a:moveTo>
                    <a:cubicBezTo>
                      <a:pt x="3870" y="0"/>
                      <a:pt x="3565" y="28"/>
                      <a:pt x="3260" y="95"/>
                    </a:cubicBezTo>
                    <a:cubicBezTo>
                      <a:pt x="2115" y="337"/>
                      <a:pt x="1188" y="1002"/>
                      <a:pt x="638" y="1858"/>
                    </a:cubicBezTo>
                    <a:cubicBezTo>
                      <a:pt x="868" y="1985"/>
                      <a:pt x="1121" y="2108"/>
                      <a:pt x="1402" y="2230"/>
                    </a:cubicBezTo>
                    <a:cubicBezTo>
                      <a:pt x="1454" y="2250"/>
                      <a:pt x="1474" y="2310"/>
                      <a:pt x="1454" y="2361"/>
                    </a:cubicBezTo>
                    <a:cubicBezTo>
                      <a:pt x="1438" y="2397"/>
                      <a:pt x="1402" y="2420"/>
                      <a:pt x="1363" y="2420"/>
                    </a:cubicBezTo>
                    <a:cubicBezTo>
                      <a:pt x="1351" y="2420"/>
                      <a:pt x="1335" y="2416"/>
                      <a:pt x="1323" y="2413"/>
                    </a:cubicBezTo>
                    <a:cubicBezTo>
                      <a:pt x="1034" y="2286"/>
                      <a:pt x="773" y="2159"/>
                      <a:pt x="535" y="2024"/>
                    </a:cubicBezTo>
                    <a:cubicBezTo>
                      <a:pt x="151" y="2710"/>
                      <a:pt x="0" y="3498"/>
                      <a:pt x="167" y="4286"/>
                    </a:cubicBezTo>
                    <a:cubicBezTo>
                      <a:pt x="507" y="5886"/>
                      <a:pt x="2036" y="6964"/>
                      <a:pt x="3787" y="6964"/>
                    </a:cubicBezTo>
                    <a:cubicBezTo>
                      <a:pt x="4088" y="6964"/>
                      <a:pt x="4389" y="6932"/>
                      <a:pt x="4694" y="6868"/>
                    </a:cubicBezTo>
                    <a:cubicBezTo>
                      <a:pt x="6797" y="6421"/>
                      <a:pt x="8183" y="4543"/>
                      <a:pt x="7787" y="2674"/>
                    </a:cubicBezTo>
                    <a:cubicBezTo>
                      <a:pt x="7447" y="1074"/>
                      <a:pt x="5918" y="0"/>
                      <a:pt x="41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892;p41">
                <a:extLst>
                  <a:ext uri="{FF2B5EF4-FFF2-40B4-BE49-F238E27FC236}">
                    <a16:creationId xmlns:a16="http://schemas.microsoft.com/office/drawing/2014/main" id="{FE0A17D7-0E3C-A74E-AA47-FB8FCC6676C5}"/>
                  </a:ext>
                </a:extLst>
              </p:cNvPr>
              <p:cNvSpPr/>
              <p:nvPr/>
            </p:nvSpPr>
            <p:spPr>
              <a:xfrm>
                <a:off x="516750" y="3749150"/>
                <a:ext cx="23500" cy="1410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564" extrusionOk="0">
                    <a:moveTo>
                      <a:pt x="104" y="1"/>
                    </a:moveTo>
                    <a:cubicBezTo>
                      <a:pt x="68" y="56"/>
                      <a:pt x="37" y="112"/>
                      <a:pt x="1" y="167"/>
                    </a:cubicBezTo>
                    <a:cubicBezTo>
                      <a:pt x="239" y="302"/>
                      <a:pt x="500" y="429"/>
                      <a:pt x="789" y="556"/>
                    </a:cubicBezTo>
                    <a:cubicBezTo>
                      <a:pt x="801" y="559"/>
                      <a:pt x="817" y="563"/>
                      <a:pt x="829" y="563"/>
                    </a:cubicBezTo>
                    <a:cubicBezTo>
                      <a:pt x="868" y="563"/>
                      <a:pt x="904" y="540"/>
                      <a:pt x="920" y="504"/>
                    </a:cubicBezTo>
                    <a:cubicBezTo>
                      <a:pt x="940" y="453"/>
                      <a:pt x="920" y="393"/>
                      <a:pt x="868" y="373"/>
                    </a:cubicBezTo>
                    <a:cubicBezTo>
                      <a:pt x="587" y="251"/>
                      <a:pt x="334" y="128"/>
                      <a:pt x="10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893;p41">
                <a:extLst>
                  <a:ext uri="{FF2B5EF4-FFF2-40B4-BE49-F238E27FC236}">
                    <a16:creationId xmlns:a16="http://schemas.microsoft.com/office/drawing/2014/main" id="{A7AC918E-C1FA-074C-9CAF-0B3B631CD7D9}"/>
                  </a:ext>
                </a:extLst>
              </p:cNvPr>
              <p:cNvSpPr/>
              <p:nvPr/>
            </p:nvSpPr>
            <p:spPr>
              <a:xfrm>
                <a:off x="608250" y="3674400"/>
                <a:ext cx="116375" cy="72250"/>
              </a:xfrm>
              <a:custGeom>
                <a:avLst/>
                <a:gdLst/>
                <a:ahLst/>
                <a:cxnLst/>
                <a:rect l="l" t="t" r="r" b="b"/>
                <a:pathLst>
                  <a:path w="4655" h="2890" extrusionOk="0">
                    <a:moveTo>
                      <a:pt x="4404" y="1"/>
                    </a:moveTo>
                    <a:cubicBezTo>
                      <a:pt x="4207" y="1"/>
                      <a:pt x="3641" y="1158"/>
                      <a:pt x="2464" y="1347"/>
                    </a:cubicBezTo>
                    <a:cubicBezTo>
                      <a:pt x="2355" y="1365"/>
                      <a:pt x="2247" y="1373"/>
                      <a:pt x="2143" y="1373"/>
                    </a:cubicBezTo>
                    <a:cubicBezTo>
                      <a:pt x="1181" y="1373"/>
                      <a:pt x="458" y="695"/>
                      <a:pt x="233" y="695"/>
                    </a:cubicBezTo>
                    <a:cubicBezTo>
                      <a:pt x="209" y="695"/>
                      <a:pt x="191" y="702"/>
                      <a:pt x="179" y="717"/>
                    </a:cubicBezTo>
                    <a:cubicBezTo>
                      <a:pt x="0" y="942"/>
                      <a:pt x="1007" y="2890"/>
                      <a:pt x="2414" y="2890"/>
                    </a:cubicBezTo>
                    <a:cubicBezTo>
                      <a:pt x="2471" y="2890"/>
                      <a:pt x="2529" y="2887"/>
                      <a:pt x="2587" y="2880"/>
                    </a:cubicBezTo>
                    <a:cubicBezTo>
                      <a:pt x="4172" y="2702"/>
                      <a:pt x="4655" y="163"/>
                      <a:pt x="4429" y="8"/>
                    </a:cubicBezTo>
                    <a:cubicBezTo>
                      <a:pt x="4421" y="3"/>
                      <a:pt x="4413" y="1"/>
                      <a:pt x="44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894;p41">
                <a:extLst>
                  <a:ext uri="{FF2B5EF4-FFF2-40B4-BE49-F238E27FC236}">
                    <a16:creationId xmlns:a16="http://schemas.microsoft.com/office/drawing/2014/main" id="{6F6960C8-55D2-2547-9347-3B6DE7C83292}"/>
                  </a:ext>
                </a:extLst>
              </p:cNvPr>
              <p:cNvSpPr/>
              <p:nvPr/>
            </p:nvSpPr>
            <p:spPr>
              <a:xfrm>
                <a:off x="733825" y="3727875"/>
                <a:ext cx="189650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7586" h="3098" extrusionOk="0">
                    <a:moveTo>
                      <a:pt x="7284" y="0"/>
                    </a:moveTo>
                    <a:cubicBezTo>
                      <a:pt x="7192" y="0"/>
                      <a:pt x="7103" y="50"/>
                      <a:pt x="7055" y="135"/>
                    </a:cubicBezTo>
                    <a:cubicBezTo>
                      <a:pt x="6211" y="1609"/>
                      <a:pt x="5213" y="2424"/>
                      <a:pt x="4088" y="2551"/>
                    </a:cubicBezTo>
                    <a:cubicBezTo>
                      <a:pt x="3981" y="2563"/>
                      <a:pt x="3875" y="2569"/>
                      <a:pt x="3770" y="2569"/>
                    </a:cubicBezTo>
                    <a:cubicBezTo>
                      <a:pt x="2011" y="2569"/>
                      <a:pt x="514" y="973"/>
                      <a:pt x="491" y="947"/>
                    </a:cubicBezTo>
                    <a:cubicBezTo>
                      <a:pt x="439" y="890"/>
                      <a:pt x="368" y="862"/>
                      <a:pt x="296" y="862"/>
                    </a:cubicBezTo>
                    <a:cubicBezTo>
                      <a:pt x="232" y="862"/>
                      <a:pt x="167" y="885"/>
                      <a:pt x="115" y="931"/>
                    </a:cubicBezTo>
                    <a:cubicBezTo>
                      <a:pt x="8" y="1030"/>
                      <a:pt x="0" y="1197"/>
                      <a:pt x="99" y="1304"/>
                    </a:cubicBezTo>
                    <a:cubicBezTo>
                      <a:pt x="171" y="1383"/>
                      <a:pt x="1771" y="3098"/>
                      <a:pt x="3763" y="3098"/>
                    </a:cubicBezTo>
                    <a:cubicBezTo>
                      <a:pt x="3890" y="3098"/>
                      <a:pt x="4017" y="3090"/>
                      <a:pt x="4143" y="3074"/>
                    </a:cubicBezTo>
                    <a:cubicBezTo>
                      <a:pt x="5446" y="2927"/>
                      <a:pt x="6579" y="2028"/>
                      <a:pt x="7514" y="396"/>
                    </a:cubicBezTo>
                    <a:cubicBezTo>
                      <a:pt x="7585" y="270"/>
                      <a:pt x="7542" y="107"/>
                      <a:pt x="7415" y="36"/>
                    </a:cubicBezTo>
                    <a:cubicBezTo>
                      <a:pt x="7374" y="12"/>
                      <a:pt x="7329" y="0"/>
                      <a:pt x="72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895;p41">
                <a:extLst>
                  <a:ext uri="{FF2B5EF4-FFF2-40B4-BE49-F238E27FC236}">
                    <a16:creationId xmlns:a16="http://schemas.microsoft.com/office/drawing/2014/main" id="{E72C0A3B-B39B-7B40-B89E-7EFBC84DF307}"/>
                  </a:ext>
                </a:extLst>
              </p:cNvPr>
              <p:cNvSpPr/>
              <p:nvPr/>
            </p:nvSpPr>
            <p:spPr>
              <a:xfrm>
                <a:off x="957136" y="3636225"/>
                <a:ext cx="180130" cy="153278"/>
              </a:xfrm>
              <a:custGeom>
                <a:avLst/>
                <a:gdLst/>
                <a:ahLst/>
                <a:cxnLst/>
                <a:rect l="l" t="t" r="r" b="b"/>
                <a:pathLst>
                  <a:path w="8184" h="6964" extrusionOk="0">
                    <a:moveTo>
                      <a:pt x="4167" y="0"/>
                    </a:moveTo>
                    <a:cubicBezTo>
                      <a:pt x="3870" y="0"/>
                      <a:pt x="3565" y="28"/>
                      <a:pt x="3260" y="95"/>
                    </a:cubicBezTo>
                    <a:cubicBezTo>
                      <a:pt x="2115" y="337"/>
                      <a:pt x="1188" y="1002"/>
                      <a:pt x="638" y="1858"/>
                    </a:cubicBezTo>
                    <a:cubicBezTo>
                      <a:pt x="868" y="1985"/>
                      <a:pt x="1121" y="2108"/>
                      <a:pt x="1402" y="2230"/>
                    </a:cubicBezTo>
                    <a:cubicBezTo>
                      <a:pt x="1454" y="2250"/>
                      <a:pt x="1474" y="2310"/>
                      <a:pt x="1454" y="2361"/>
                    </a:cubicBezTo>
                    <a:cubicBezTo>
                      <a:pt x="1438" y="2397"/>
                      <a:pt x="1402" y="2420"/>
                      <a:pt x="1363" y="2420"/>
                    </a:cubicBezTo>
                    <a:cubicBezTo>
                      <a:pt x="1351" y="2420"/>
                      <a:pt x="1335" y="2416"/>
                      <a:pt x="1323" y="2413"/>
                    </a:cubicBezTo>
                    <a:cubicBezTo>
                      <a:pt x="1034" y="2286"/>
                      <a:pt x="773" y="2159"/>
                      <a:pt x="535" y="2024"/>
                    </a:cubicBezTo>
                    <a:cubicBezTo>
                      <a:pt x="151" y="2710"/>
                      <a:pt x="0" y="3498"/>
                      <a:pt x="167" y="4286"/>
                    </a:cubicBezTo>
                    <a:cubicBezTo>
                      <a:pt x="507" y="5886"/>
                      <a:pt x="2036" y="6964"/>
                      <a:pt x="3787" y="6964"/>
                    </a:cubicBezTo>
                    <a:cubicBezTo>
                      <a:pt x="4088" y="6964"/>
                      <a:pt x="4389" y="6932"/>
                      <a:pt x="4694" y="6868"/>
                    </a:cubicBezTo>
                    <a:cubicBezTo>
                      <a:pt x="6797" y="6421"/>
                      <a:pt x="8183" y="4543"/>
                      <a:pt x="7787" y="2674"/>
                    </a:cubicBezTo>
                    <a:cubicBezTo>
                      <a:pt x="7447" y="1074"/>
                      <a:pt x="5918" y="0"/>
                      <a:pt x="41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896;p41">
                <a:extLst>
                  <a:ext uri="{FF2B5EF4-FFF2-40B4-BE49-F238E27FC236}">
                    <a16:creationId xmlns:a16="http://schemas.microsoft.com/office/drawing/2014/main" id="{CB145A02-50BA-8E4F-996A-6D89E2447DF7}"/>
                  </a:ext>
                </a:extLst>
              </p:cNvPr>
              <p:cNvSpPr/>
              <p:nvPr/>
            </p:nvSpPr>
            <p:spPr>
              <a:xfrm>
                <a:off x="915500" y="3642325"/>
                <a:ext cx="116400" cy="72350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2894" extrusionOk="0">
                    <a:moveTo>
                      <a:pt x="4405" y="1"/>
                    </a:moveTo>
                    <a:cubicBezTo>
                      <a:pt x="4209" y="1"/>
                      <a:pt x="3643" y="1158"/>
                      <a:pt x="2465" y="1347"/>
                    </a:cubicBezTo>
                    <a:cubicBezTo>
                      <a:pt x="2355" y="1365"/>
                      <a:pt x="2247" y="1373"/>
                      <a:pt x="2142" y="1373"/>
                    </a:cubicBezTo>
                    <a:cubicBezTo>
                      <a:pt x="1177" y="1373"/>
                      <a:pt x="456" y="695"/>
                      <a:pt x="232" y="695"/>
                    </a:cubicBezTo>
                    <a:cubicBezTo>
                      <a:pt x="209" y="695"/>
                      <a:pt x="192" y="702"/>
                      <a:pt x="180" y="717"/>
                    </a:cubicBezTo>
                    <a:cubicBezTo>
                      <a:pt x="1" y="946"/>
                      <a:pt x="1005" y="2893"/>
                      <a:pt x="2418" y="2893"/>
                    </a:cubicBezTo>
                    <a:cubicBezTo>
                      <a:pt x="2474" y="2893"/>
                      <a:pt x="2531" y="2890"/>
                      <a:pt x="2588" y="2884"/>
                    </a:cubicBezTo>
                    <a:cubicBezTo>
                      <a:pt x="4172" y="2702"/>
                      <a:pt x="4655" y="167"/>
                      <a:pt x="4430" y="8"/>
                    </a:cubicBezTo>
                    <a:cubicBezTo>
                      <a:pt x="4422" y="3"/>
                      <a:pt x="4414" y="1"/>
                      <a:pt x="44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897;p41">
                <a:extLst>
                  <a:ext uri="{FF2B5EF4-FFF2-40B4-BE49-F238E27FC236}">
                    <a16:creationId xmlns:a16="http://schemas.microsoft.com/office/drawing/2014/main" id="{9A21EC0B-FB06-5D49-808D-6D4C89E2387E}"/>
                  </a:ext>
                </a:extLst>
              </p:cNvPr>
              <p:cNvSpPr/>
              <p:nvPr/>
            </p:nvSpPr>
            <p:spPr>
              <a:xfrm>
                <a:off x="374475" y="3916000"/>
                <a:ext cx="362825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3" h="7753" extrusionOk="0">
                    <a:moveTo>
                      <a:pt x="4662" y="1"/>
                    </a:moveTo>
                    <a:cubicBezTo>
                      <a:pt x="2181" y="1"/>
                      <a:pt x="0" y="758"/>
                      <a:pt x="0" y="758"/>
                    </a:cubicBezTo>
                    <a:cubicBezTo>
                      <a:pt x="99" y="5071"/>
                      <a:pt x="6326" y="5356"/>
                      <a:pt x="6326" y="5356"/>
                    </a:cubicBezTo>
                    <a:lnTo>
                      <a:pt x="5367" y="6885"/>
                    </a:lnTo>
                    <a:lnTo>
                      <a:pt x="8203" y="7752"/>
                    </a:lnTo>
                    <a:lnTo>
                      <a:pt x="11404" y="4635"/>
                    </a:lnTo>
                    <a:cubicBezTo>
                      <a:pt x="13166" y="4568"/>
                      <a:pt x="14513" y="3479"/>
                      <a:pt x="14513" y="3479"/>
                    </a:cubicBezTo>
                    <a:cubicBezTo>
                      <a:pt x="13435" y="1304"/>
                      <a:pt x="8088" y="627"/>
                      <a:pt x="8088" y="627"/>
                    </a:cubicBezTo>
                    <a:cubicBezTo>
                      <a:pt x="7005" y="160"/>
                      <a:pt x="5802" y="1"/>
                      <a:pt x="4662" y="1"/>
                    </a:cubicBezTo>
                    <a:close/>
                  </a:path>
                </a:pathLst>
              </a:custGeom>
              <a:solidFill>
                <a:srgbClr val="6E61F4">
                  <a:alpha val="487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" name="Google Shape;898;p41">
            <a:extLst>
              <a:ext uri="{FF2B5EF4-FFF2-40B4-BE49-F238E27FC236}">
                <a16:creationId xmlns:a16="http://schemas.microsoft.com/office/drawing/2014/main" id="{64F0A1E9-C238-224F-BD18-2D5845B8D99B}"/>
              </a:ext>
            </a:extLst>
          </p:cNvPr>
          <p:cNvGrpSpPr/>
          <p:nvPr/>
        </p:nvGrpSpPr>
        <p:grpSpPr>
          <a:xfrm>
            <a:off x="6373980" y="3247616"/>
            <a:ext cx="1380262" cy="938115"/>
            <a:chOff x="4195200" y="1957875"/>
            <a:chExt cx="1238225" cy="753825"/>
          </a:xfrm>
        </p:grpSpPr>
        <p:sp>
          <p:nvSpPr>
            <p:cNvPr id="40" name="Google Shape;899;p41">
              <a:extLst>
                <a:ext uri="{FF2B5EF4-FFF2-40B4-BE49-F238E27FC236}">
                  <a16:creationId xmlns:a16="http://schemas.microsoft.com/office/drawing/2014/main" id="{6E631E12-48C2-2B4B-B2E7-7A0282700053}"/>
                </a:ext>
              </a:extLst>
            </p:cNvPr>
            <p:cNvSpPr/>
            <p:nvPr/>
          </p:nvSpPr>
          <p:spPr>
            <a:xfrm>
              <a:off x="4195200" y="1957925"/>
              <a:ext cx="1238225" cy="753725"/>
            </a:xfrm>
            <a:custGeom>
              <a:avLst/>
              <a:gdLst/>
              <a:ahLst/>
              <a:cxnLst/>
              <a:rect l="l" t="t" r="r" b="b"/>
              <a:pathLst>
                <a:path w="49529" h="30149" extrusionOk="0">
                  <a:moveTo>
                    <a:pt x="38244" y="5654"/>
                  </a:moveTo>
                  <a:cubicBezTo>
                    <a:pt x="38818" y="5951"/>
                    <a:pt x="39492" y="6229"/>
                    <a:pt x="40038" y="6462"/>
                  </a:cubicBezTo>
                  <a:cubicBezTo>
                    <a:pt x="39741" y="6420"/>
                    <a:pt x="39463" y="6401"/>
                    <a:pt x="39202" y="6401"/>
                  </a:cubicBezTo>
                  <a:cubicBezTo>
                    <a:pt x="39119" y="6401"/>
                    <a:pt x="39037" y="6403"/>
                    <a:pt x="38957" y="6407"/>
                  </a:cubicBezTo>
                  <a:cubicBezTo>
                    <a:pt x="38735" y="6149"/>
                    <a:pt x="38494" y="5900"/>
                    <a:pt x="38244" y="5654"/>
                  </a:cubicBezTo>
                  <a:close/>
                  <a:moveTo>
                    <a:pt x="23087" y="1"/>
                  </a:moveTo>
                  <a:cubicBezTo>
                    <a:pt x="20570" y="1"/>
                    <a:pt x="18062" y="426"/>
                    <a:pt x="15758" y="1373"/>
                  </a:cubicBezTo>
                  <a:cubicBezTo>
                    <a:pt x="13817" y="2169"/>
                    <a:pt x="8272" y="4878"/>
                    <a:pt x="5935" y="10851"/>
                  </a:cubicBezTo>
                  <a:cubicBezTo>
                    <a:pt x="5147" y="12871"/>
                    <a:pt x="4949" y="14693"/>
                    <a:pt x="4905" y="15925"/>
                  </a:cubicBezTo>
                  <a:cubicBezTo>
                    <a:pt x="4838" y="16135"/>
                    <a:pt x="4783" y="16349"/>
                    <a:pt x="4739" y="16558"/>
                  </a:cubicBezTo>
                  <a:cubicBezTo>
                    <a:pt x="4669" y="16544"/>
                    <a:pt x="4600" y="16538"/>
                    <a:pt x="4534" y="16538"/>
                  </a:cubicBezTo>
                  <a:cubicBezTo>
                    <a:pt x="3552" y="16538"/>
                    <a:pt x="3027" y="18025"/>
                    <a:pt x="4890" y="19672"/>
                  </a:cubicBezTo>
                  <a:cubicBezTo>
                    <a:pt x="4354" y="19239"/>
                    <a:pt x="3132" y="18354"/>
                    <a:pt x="2125" y="18354"/>
                  </a:cubicBezTo>
                  <a:cubicBezTo>
                    <a:pt x="1897" y="18354"/>
                    <a:pt x="1679" y="18400"/>
                    <a:pt x="1483" y="18507"/>
                  </a:cubicBezTo>
                  <a:cubicBezTo>
                    <a:pt x="164" y="19371"/>
                    <a:pt x="2616" y="20305"/>
                    <a:pt x="4097" y="20947"/>
                  </a:cubicBezTo>
                  <a:cubicBezTo>
                    <a:pt x="3793" y="20903"/>
                    <a:pt x="3509" y="20883"/>
                    <a:pt x="3246" y="20883"/>
                  </a:cubicBezTo>
                  <a:cubicBezTo>
                    <a:pt x="367" y="20883"/>
                    <a:pt x="0" y="23292"/>
                    <a:pt x="2852" y="23292"/>
                  </a:cubicBezTo>
                  <a:cubicBezTo>
                    <a:pt x="3293" y="23292"/>
                    <a:pt x="3810" y="23234"/>
                    <a:pt x="4406" y="23102"/>
                  </a:cubicBezTo>
                  <a:lnTo>
                    <a:pt x="4406" y="23102"/>
                  </a:lnTo>
                  <a:cubicBezTo>
                    <a:pt x="1516" y="24204"/>
                    <a:pt x="2105" y="26712"/>
                    <a:pt x="3557" y="26712"/>
                  </a:cubicBezTo>
                  <a:cubicBezTo>
                    <a:pt x="4186" y="26712"/>
                    <a:pt x="4977" y="26241"/>
                    <a:pt x="5717" y="24979"/>
                  </a:cubicBezTo>
                  <a:lnTo>
                    <a:pt x="5717" y="24979"/>
                  </a:lnTo>
                  <a:cubicBezTo>
                    <a:pt x="5248" y="26546"/>
                    <a:pt x="5530" y="27185"/>
                    <a:pt x="5984" y="27185"/>
                  </a:cubicBezTo>
                  <a:cubicBezTo>
                    <a:pt x="6469" y="27185"/>
                    <a:pt x="7150" y="26456"/>
                    <a:pt x="7322" y="25352"/>
                  </a:cubicBezTo>
                  <a:cubicBezTo>
                    <a:pt x="7446" y="26554"/>
                    <a:pt x="8207" y="27246"/>
                    <a:pt x="8838" y="27246"/>
                  </a:cubicBezTo>
                  <a:cubicBezTo>
                    <a:pt x="9513" y="27246"/>
                    <a:pt x="10041" y="26454"/>
                    <a:pt x="9484" y="24647"/>
                  </a:cubicBezTo>
                  <a:lnTo>
                    <a:pt x="9484" y="24647"/>
                  </a:lnTo>
                  <a:cubicBezTo>
                    <a:pt x="9619" y="24849"/>
                    <a:pt x="9904" y="25229"/>
                    <a:pt x="10352" y="25526"/>
                  </a:cubicBezTo>
                  <a:cubicBezTo>
                    <a:pt x="12094" y="27178"/>
                    <a:pt x="15049" y="27502"/>
                    <a:pt x="15734" y="27554"/>
                  </a:cubicBezTo>
                  <a:lnTo>
                    <a:pt x="15453" y="27997"/>
                  </a:lnTo>
                  <a:lnTo>
                    <a:pt x="15580" y="28037"/>
                  </a:lnTo>
                  <a:lnTo>
                    <a:pt x="14843" y="29213"/>
                  </a:lnTo>
                  <a:lnTo>
                    <a:pt x="17905" y="30148"/>
                  </a:lnTo>
                  <a:lnTo>
                    <a:pt x="21359" y="26785"/>
                  </a:lnTo>
                  <a:cubicBezTo>
                    <a:pt x="23260" y="26714"/>
                    <a:pt x="24714" y="25538"/>
                    <a:pt x="24714" y="25538"/>
                  </a:cubicBezTo>
                  <a:cubicBezTo>
                    <a:pt x="25877" y="25953"/>
                    <a:pt x="27026" y="26148"/>
                    <a:pt x="28099" y="26148"/>
                  </a:cubicBezTo>
                  <a:cubicBezTo>
                    <a:pt x="31898" y="26148"/>
                    <a:pt x="34754" y="23711"/>
                    <a:pt x="33966" y="20008"/>
                  </a:cubicBezTo>
                  <a:lnTo>
                    <a:pt x="33966" y="20008"/>
                  </a:lnTo>
                  <a:cubicBezTo>
                    <a:pt x="33966" y="20008"/>
                    <a:pt x="33995" y="20009"/>
                    <a:pt x="34048" y="20009"/>
                  </a:cubicBezTo>
                  <a:cubicBezTo>
                    <a:pt x="34617" y="20009"/>
                    <a:pt x="38020" y="19903"/>
                    <a:pt x="39979" y="17430"/>
                  </a:cubicBezTo>
                  <a:cubicBezTo>
                    <a:pt x="41690" y="15271"/>
                    <a:pt x="41548" y="12558"/>
                    <a:pt x="41286" y="11061"/>
                  </a:cubicBezTo>
                  <a:cubicBezTo>
                    <a:pt x="41413" y="10894"/>
                    <a:pt x="41536" y="10708"/>
                    <a:pt x="41658" y="10498"/>
                  </a:cubicBezTo>
                  <a:lnTo>
                    <a:pt x="41658" y="10498"/>
                  </a:lnTo>
                  <a:cubicBezTo>
                    <a:pt x="41189" y="12064"/>
                    <a:pt x="41471" y="12702"/>
                    <a:pt x="41924" y="12702"/>
                  </a:cubicBezTo>
                  <a:cubicBezTo>
                    <a:pt x="42409" y="12702"/>
                    <a:pt x="43091" y="11974"/>
                    <a:pt x="43263" y="10871"/>
                  </a:cubicBezTo>
                  <a:cubicBezTo>
                    <a:pt x="43387" y="12073"/>
                    <a:pt x="44148" y="12765"/>
                    <a:pt x="44779" y="12765"/>
                  </a:cubicBezTo>
                  <a:cubicBezTo>
                    <a:pt x="45454" y="12765"/>
                    <a:pt x="45982" y="11973"/>
                    <a:pt x="45425" y="10166"/>
                  </a:cubicBezTo>
                  <a:lnTo>
                    <a:pt x="45425" y="10166"/>
                  </a:lnTo>
                  <a:cubicBezTo>
                    <a:pt x="45627" y="10467"/>
                    <a:pt x="46166" y="11176"/>
                    <a:pt x="47089" y="11390"/>
                  </a:cubicBezTo>
                  <a:cubicBezTo>
                    <a:pt x="47291" y="11454"/>
                    <a:pt x="47491" y="11487"/>
                    <a:pt x="47677" y="11487"/>
                  </a:cubicBezTo>
                  <a:cubicBezTo>
                    <a:pt x="48389" y="11487"/>
                    <a:pt x="48897" y="11009"/>
                    <a:pt x="48570" y="10035"/>
                  </a:cubicBezTo>
                  <a:cubicBezTo>
                    <a:pt x="48091" y="8609"/>
                    <a:pt x="45615" y="8300"/>
                    <a:pt x="45651" y="8181"/>
                  </a:cubicBezTo>
                  <a:cubicBezTo>
                    <a:pt x="45654" y="8170"/>
                    <a:pt x="45678" y="8165"/>
                    <a:pt x="45720" y="8165"/>
                  </a:cubicBezTo>
                  <a:cubicBezTo>
                    <a:pt x="45891" y="8165"/>
                    <a:pt x="46357" y="8248"/>
                    <a:pt x="46879" y="8344"/>
                  </a:cubicBezTo>
                  <a:cubicBezTo>
                    <a:pt x="47428" y="8442"/>
                    <a:pt x="47712" y="8504"/>
                    <a:pt x="47966" y="8504"/>
                  </a:cubicBezTo>
                  <a:cubicBezTo>
                    <a:pt x="48070" y="8504"/>
                    <a:pt x="48170" y="8494"/>
                    <a:pt x="48281" y="8470"/>
                  </a:cubicBezTo>
                  <a:cubicBezTo>
                    <a:pt x="48471" y="8431"/>
                    <a:pt x="48784" y="8363"/>
                    <a:pt x="49065" y="8098"/>
                  </a:cubicBezTo>
                  <a:cubicBezTo>
                    <a:pt x="49081" y="8082"/>
                    <a:pt x="49097" y="8066"/>
                    <a:pt x="49113" y="8051"/>
                  </a:cubicBezTo>
                  <a:cubicBezTo>
                    <a:pt x="49529" y="7619"/>
                    <a:pt x="49529" y="6938"/>
                    <a:pt x="49137" y="6482"/>
                  </a:cubicBezTo>
                  <a:cubicBezTo>
                    <a:pt x="48903" y="6205"/>
                    <a:pt x="48673" y="6070"/>
                    <a:pt x="48531" y="6003"/>
                  </a:cubicBezTo>
                  <a:cubicBezTo>
                    <a:pt x="48515" y="5995"/>
                    <a:pt x="48499" y="5987"/>
                    <a:pt x="48479" y="5979"/>
                  </a:cubicBezTo>
                  <a:cubicBezTo>
                    <a:pt x="48335" y="5918"/>
                    <a:pt x="47945" y="5793"/>
                    <a:pt x="47434" y="5793"/>
                  </a:cubicBezTo>
                  <a:cubicBezTo>
                    <a:pt x="47215" y="5793"/>
                    <a:pt x="46974" y="5816"/>
                    <a:pt x="46720" y="5876"/>
                  </a:cubicBezTo>
                  <a:cubicBezTo>
                    <a:pt x="46431" y="5947"/>
                    <a:pt x="46182" y="6050"/>
                    <a:pt x="45972" y="6165"/>
                  </a:cubicBezTo>
                  <a:cubicBezTo>
                    <a:pt x="47267" y="5191"/>
                    <a:pt x="47929" y="4268"/>
                    <a:pt x="47699" y="3713"/>
                  </a:cubicBezTo>
                  <a:cubicBezTo>
                    <a:pt x="47525" y="3290"/>
                    <a:pt x="46879" y="3206"/>
                    <a:pt x="46808" y="3195"/>
                  </a:cubicBezTo>
                  <a:cubicBezTo>
                    <a:pt x="46745" y="3186"/>
                    <a:pt x="46682" y="3182"/>
                    <a:pt x="46619" y="3182"/>
                  </a:cubicBezTo>
                  <a:cubicBezTo>
                    <a:pt x="45759" y="3182"/>
                    <a:pt x="44836" y="3927"/>
                    <a:pt x="44364" y="5167"/>
                  </a:cubicBezTo>
                  <a:cubicBezTo>
                    <a:pt x="45208" y="2844"/>
                    <a:pt x="44678" y="1889"/>
                    <a:pt x="43968" y="1889"/>
                  </a:cubicBezTo>
                  <a:cubicBezTo>
                    <a:pt x="43225" y="1889"/>
                    <a:pt x="42285" y="2933"/>
                    <a:pt x="42514" y="4549"/>
                  </a:cubicBezTo>
                  <a:cubicBezTo>
                    <a:pt x="42027" y="2746"/>
                    <a:pt x="41144" y="2054"/>
                    <a:pt x="40473" y="2054"/>
                  </a:cubicBezTo>
                  <a:cubicBezTo>
                    <a:pt x="39491" y="2054"/>
                    <a:pt x="38968" y="3541"/>
                    <a:pt x="40831" y="5187"/>
                  </a:cubicBezTo>
                  <a:cubicBezTo>
                    <a:pt x="40294" y="4754"/>
                    <a:pt x="39071" y="3871"/>
                    <a:pt x="38064" y="3871"/>
                  </a:cubicBezTo>
                  <a:cubicBezTo>
                    <a:pt x="37836" y="3871"/>
                    <a:pt x="37620" y="3916"/>
                    <a:pt x="37424" y="4022"/>
                  </a:cubicBezTo>
                  <a:cubicBezTo>
                    <a:pt x="37131" y="4216"/>
                    <a:pt x="37024" y="4415"/>
                    <a:pt x="37052" y="4609"/>
                  </a:cubicBezTo>
                  <a:cubicBezTo>
                    <a:pt x="33525" y="1819"/>
                    <a:pt x="28289" y="1"/>
                    <a:pt x="23087" y="1"/>
                  </a:cubicBezTo>
                  <a:close/>
                </a:path>
              </a:pathLst>
            </a:custGeom>
            <a:solidFill>
              <a:schemeClr val="lt1"/>
            </a:solidFill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5725" dist="28575" dir="4500000" algn="bl" rotWithShape="0">
                <a:schemeClr val="dk1">
                  <a:alpha val="3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900;p41">
              <a:extLst>
                <a:ext uri="{FF2B5EF4-FFF2-40B4-BE49-F238E27FC236}">
                  <a16:creationId xmlns:a16="http://schemas.microsoft.com/office/drawing/2014/main" id="{38F2F167-0806-B64C-8E30-F2C853E1B09C}"/>
                </a:ext>
              </a:extLst>
            </p:cNvPr>
            <p:cNvGrpSpPr/>
            <p:nvPr/>
          </p:nvGrpSpPr>
          <p:grpSpPr>
            <a:xfrm>
              <a:off x="4195200" y="1957875"/>
              <a:ext cx="1238225" cy="753825"/>
              <a:chOff x="4195200" y="3356100"/>
              <a:chExt cx="1238225" cy="753825"/>
            </a:xfrm>
          </p:grpSpPr>
          <p:sp>
            <p:nvSpPr>
              <p:cNvPr id="42" name="Google Shape;901;p41">
                <a:extLst>
                  <a:ext uri="{FF2B5EF4-FFF2-40B4-BE49-F238E27FC236}">
                    <a16:creationId xmlns:a16="http://schemas.microsoft.com/office/drawing/2014/main" id="{A3262364-E849-B943-A9E9-4CAFB243335C}"/>
                  </a:ext>
                </a:extLst>
              </p:cNvPr>
              <p:cNvSpPr/>
              <p:nvPr/>
            </p:nvSpPr>
            <p:spPr>
              <a:xfrm>
                <a:off x="4302375" y="3356100"/>
                <a:ext cx="950050" cy="753825"/>
              </a:xfrm>
              <a:custGeom>
                <a:avLst/>
                <a:gdLst/>
                <a:ahLst/>
                <a:cxnLst/>
                <a:rect l="l" t="t" r="r" b="b"/>
                <a:pathLst>
                  <a:path w="38002" h="30153" extrusionOk="0">
                    <a:moveTo>
                      <a:pt x="18798" y="1"/>
                    </a:moveTo>
                    <a:cubicBezTo>
                      <a:pt x="16282" y="1"/>
                      <a:pt x="13774" y="426"/>
                      <a:pt x="11471" y="1373"/>
                    </a:cubicBezTo>
                    <a:cubicBezTo>
                      <a:pt x="9530" y="2173"/>
                      <a:pt x="3985" y="4878"/>
                      <a:pt x="1648" y="10855"/>
                    </a:cubicBezTo>
                    <a:cubicBezTo>
                      <a:pt x="860" y="12871"/>
                      <a:pt x="662" y="14693"/>
                      <a:pt x="618" y="15925"/>
                    </a:cubicBezTo>
                    <a:cubicBezTo>
                      <a:pt x="0" y="17806"/>
                      <a:pt x="460" y="19850"/>
                      <a:pt x="1795" y="21225"/>
                    </a:cubicBezTo>
                    <a:cubicBezTo>
                      <a:pt x="2440" y="21890"/>
                      <a:pt x="3387" y="22405"/>
                      <a:pt x="4769" y="22603"/>
                    </a:cubicBezTo>
                    <a:lnTo>
                      <a:pt x="4765" y="22603"/>
                    </a:lnTo>
                    <a:cubicBezTo>
                      <a:pt x="4876" y="27257"/>
                      <a:pt x="11590" y="27566"/>
                      <a:pt x="11590" y="27566"/>
                    </a:cubicBezTo>
                    <a:lnTo>
                      <a:pt x="10556" y="29218"/>
                    </a:lnTo>
                    <a:lnTo>
                      <a:pt x="13618" y="30152"/>
                    </a:lnTo>
                    <a:lnTo>
                      <a:pt x="17072" y="26790"/>
                    </a:lnTo>
                    <a:cubicBezTo>
                      <a:pt x="18973" y="26714"/>
                      <a:pt x="20427" y="25538"/>
                      <a:pt x="20427" y="25538"/>
                    </a:cubicBezTo>
                    <a:cubicBezTo>
                      <a:pt x="21590" y="25953"/>
                      <a:pt x="22739" y="26148"/>
                      <a:pt x="23812" y="26148"/>
                    </a:cubicBezTo>
                    <a:cubicBezTo>
                      <a:pt x="27611" y="26148"/>
                      <a:pt x="30467" y="23712"/>
                      <a:pt x="29679" y="20013"/>
                    </a:cubicBezTo>
                    <a:lnTo>
                      <a:pt x="29679" y="20013"/>
                    </a:lnTo>
                    <a:cubicBezTo>
                      <a:pt x="29679" y="20013"/>
                      <a:pt x="29708" y="20014"/>
                      <a:pt x="29761" y="20014"/>
                    </a:cubicBezTo>
                    <a:cubicBezTo>
                      <a:pt x="30329" y="20014"/>
                      <a:pt x="33733" y="19908"/>
                      <a:pt x="35692" y="17430"/>
                    </a:cubicBezTo>
                    <a:cubicBezTo>
                      <a:pt x="38001" y="14515"/>
                      <a:pt x="36932" y="10590"/>
                      <a:pt x="36757" y="10015"/>
                    </a:cubicBezTo>
                    <a:cubicBezTo>
                      <a:pt x="35071" y="4404"/>
                      <a:pt x="26894" y="1"/>
                      <a:pt x="187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02;p41">
                <a:extLst>
                  <a:ext uri="{FF2B5EF4-FFF2-40B4-BE49-F238E27FC236}">
                    <a16:creationId xmlns:a16="http://schemas.microsoft.com/office/drawing/2014/main" id="{6B07A40A-81D8-4D4B-908B-E909297FEA5E}"/>
                  </a:ext>
                </a:extLst>
              </p:cNvPr>
              <p:cNvSpPr/>
              <p:nvPr/>
            </p:nvSpPr>
            <p:spPr>
              <a:xfrm>
                <a:off x="4447450" y="3883925"/>
                <a:ext cx="362825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3" h="7753" extrusionOk="0">
                    <a:moveTo>
                      <a:pt x="4662" y="0"/>
                    </a:moveTo>
                    <a:cubicBezTo>
                      <a:pt x="2181" y="0"/>
                      <a:pt x="0" y="757"/>
                      <a:pt x="0" y="757"/>
                    </a:cubicBezTo>
                    <a:cubicBezTo>
                      <a:pt x="99" y="5071"/>
                      <a:pt x="6322" y="5356"/>
                      <a:pt x="6322" y="5356"/>
                    </a:cubicBezTo>
                    <a:lnTo>
                      <a:pt x="5363" y="6889"/>
                    </a:lnTo>
                    <a:lnTo>
                      <a:pt x="8199" y="7752"/>
                    </a:lnTo>
                    <a:lnTo>
                      <a:pt x="11400" y="4639"/>
                    </a:lnTo>
                    <a:cubicBezTo>
                      <a:pt x="13166" y="4568"/>
                      <a:pt x="14513" y="3478"/>
                      <a:pt x="14513" y="3478"/>
                    </a:cubicBezTo>
                    <a:cubicBezTo>
                      <a:pt x="13436" y="1304"/>
                      <a:pt x="8088" y="627"/>
                      <a:pt x="8088" y="627"/>
                    </a:cubicBezTo>
                    <a:cubicBezTo>
                      <a:pt x="7005" y="160"/>
                      <a:pt x="5802" y="0"/>
                      <a:pt x="46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03;p41">
                <a:extLst>
                  <a:ext uri="{FF2B5EF4-FFF2-40B4-BE49-F238E27FC236}">
                    <a16:creationId xmlns:a16="http://schemas.microsoft.com/office/drawing/2014/main" id="{B1066C20-A54D-E04E-99C7-8D9CAB5B8766}"/>
                  </a:ext>
                </a:extLst>
              </p:cNvPr>
              <p:cNvSpPr/>
              <p:nvPr/>
            </p:nvSpPr>
            <p:spPr>
              <a:xfrm>
                <a:off x="4624900" y="3891350"/>
                <a:ext cx="107750" cy="110250"/>
              </a:xfrm>
              <a:custGeom>
                <a:avLst/>
                <a:gdLst/>
                <a:ahLst/>
                <a:cxnLst/>
                <a:rect l="l" t="t" r="r" b="b"/>
                <a:pathLst>
                  <a:path w="4310" h="4410" extrusionOk="0">
                    <a:moveTo>
                      <a:pt x="131" y="1"/>
                    </a:moveTo>
                    <a:lnTo>
                      <a:pt x="0" y="17"/>
                    </a:lnTo>
                    <a:cubicBezTo>
                      <a:pt x="293" y="2421"/>
                      <a:pt x="1446" y="3486"/>
                      <a:pt x="2365" y="3958"/>
                    </a:cubicBezTo>
                    <a:cubicBezTo>
                      <a:pt x="3157" y="4366"/>
                      <a:pt x="3898" y="4409"/>
                      <a:pt x="4183" y="4409"/>
                    </a:cubicBezTo>
                    <a:cubicBezTo>
                      <a:pt x="4258" y="4409"/>
                      <a:pt x="4302" y="4405"/>
                      <a:pt x="4310" y="4405"/>
                    </a:cubicBezTo>
                    <a:lnTo>
                      <a:pt x="4298" y="4275"/>
                    </a:lnTo>
                    <a:cubicBezTo>
                      <a:pt x="4296" y="4275"/>
                      <a:pt x="4261" y="4277"/>
                      <a:pt x="4199" y="4277"/>
                    </a:cubicBezTo>
                    <a:cubicBezTo>
                      <a:pt x="3937" y="4277"/>
                      <a:pt x="3194" y="4238"/>
                      <a:pt x="2416" y="3835"/>
                    </a:cubicBezTo>
                    <a:cubicBezTo>
                      <a:pt x="1145" y="3181"/>
                      <a:pt x="357" y="1854"/>
                      <a:pt x="13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04;p41">
                <a:extLst>
                  <a:ext uri="{FF2B5EF4-FFF2-40B4-BE49-F238E27FC236}">
                    <a16:creationId xmlns:a16="http://schemas.microsoft.com/office/drawing/2014/main" id="{4A4ED184-9ADA-BC46-88F5-8F8C6848C858}"/>
                  </a:ext>
                </a:extLst>
              </p:cNvPr>
              <p:cNvSpPr/>
              <p:nvPr/>
            </p:nvSpPr>
            <p:spPr>
              <a:xfrm>
                <a:off x="4336925" y="3379225"/>
                <a:ext cx="880450" cy="605775"/>
              </a:xfrm>
              <a:custGeom>
                <a:avLst/>
                <a:gdLst/>
                <a:ahLst/>
                <a:cxnLst/>
                <a:rect l="l" t="t" r="r" b="b"/>
                <a:pathLst>
                  <a:path w="35218" h="24231" extrusionOk="0">
                    <a:moveTo>
                      <a:pt x="17421" y="1"/>
                    </a:moveTo>
                    <a:cubicBezTo>
                      <a:pt x="15090" y="1"/>
                      <a:pt x="12766" y="395"/>
                      <a:pt x="10632" y="1272"/>
                    </a:cubicBezTo>
                    <a:cubicBezTo>
                      <a:pt x="8834" y="2012"/>
                      <a:pt x="3696" y="4524"/>
                      <a:pt x="1530" y="10057"/>
                    </a:cubicBezTo>
                    <a:cubicBezTo>
                      <a:pt x="801" y="11926"/>
                      <a:pt x="615" y="13618"/>
                      <a:pt x="575" y="14758"/>
                    </a:cubicBezTo>
                    <a:cubicBezTo>
                      <a:pt x="1" y="16501"/>
                      <a:pt x="429" y="18394"/>
                      <a:pt x="1664" y="19666"/>
                    </a:cubicBezTo>
                    <a:cubicBezTo>
                      <a:pt x="2432" y="20456"/>
                      <a:pt x="3658" y="21025"/>
                      <a:pt x="5597" y="21025"/>
                    </a:cubicBezTo>
                    <a:cubicBezTo>
                      <a:pt x="5630" y="21025"/>
                      <a:pt x="5663" y="21025"/>
                      <a:pt x="5697" y="21024"/>
                    </a:cubicBezTo>
                    <a:cubicBezTo>
                      <a:pt x="5697" y="21024"/>
                      <a:pt x="6686" y="20875"/>
                      <a:pt x="8216" y="20875"/>
                    </a:cubicBezTo>
                    <a:cubicBezTo>
                      <a:pt x="10553" y="20875"/>
                      <a:pt x="14151" y="21224"/>
                      <a:pt x="17413" y="22985"/>
                    </a:cubicBezTo>
                    <a:cubicBezTo>
                      <a:pt x="18996" y="23842"/>
                      <a:pt x="20608" y="24231"/>
                      <a:pt x="22069" y="24231"/>
                    </a:cubicBezTo>
                    <a:cubicBezTo>
                      <a:pt x="25589" y="24231"/>
                      <a:pt x="28237" y="21973"/>
                      <a:pt x="27509" y="18545"/>
                    </a:cubicBezTo>
                    <a:lnTo>
                      <a:pt x="27509" y="18545"/>
                    </a:lnTo>
                    <a:cubicBezTo>
                      <a:pt x="27509" y="18545"/>
                      <a:pt x="27534" y="18546"/>
                      <a:pt x="27582" y="18546"/>
                    </a:cubicBezTo>
                    <a:cubicBezTo>
                      <a:pt x="28099" y="18546"/>
                      <a:pt x="31257" y="18449"/>
                      <a:pt x="33078" y="16153"/>
                    </a:cubicBezTo>
                    <a:cubicBezTo>
                      <a:pt x="35217" y="13451"/>
                      <a:pt x="34227" y="9811"/>
                      <a:pt x="34064" y="9281"/>
                    </a:cubicBezTo>
                    <a:cubicBezTo>
                      <a:pt x="32502" y="4083"/>
                      <a:pt x="24924" y="1"/>
                      <a:pt x="1742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05;p41">
                <a:extLst>
                  <a:ext uri="{FF2B5EF4-FFF2-40B4-BE49-F238E27FC236}">
                    <a16:creationId xmlns:a16="http://schemas.microsoft.com/office/drawing/2014/main" id="{91748180-CFA3-014F-8A94-F62CA1D7BF89}"/>
                  </a:ext>
                </a:extLst>
              </p:cNvPr>
              <p:cNvSpPr/>
              <p:nvPr/>
            </p:nvSpPr>
            <p:spPr>
              <a:xfrm>
                <a:off x="5024650" y="3842825"/>
                <a:ext cx="2500" cy="425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7" extrusionOk="0">
                    <a:moveTo>
                      <a:pt x="0" y="1"/>
                    </a:moveTo>
                    <a:lnTo>
                      <a:pt x="95" y="17"/>
                    </a:lnTo>
                    <a:cubicBezTo>
                      <a:pt x="95" y="17"/>
                      <a:pt x="99" y="9"/>
                      <a:pt x="99" y="1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06;p41">
                <a:extLst>
                  <a:ext uri="{FF2B5EF4-FFF2-40B4-BE49-F238E27FC236}">
                    <a16:creationId xmlns:a16="http://schemas.microsoft.com/office/drawing/2014/main" id="{9FB01A15-2C39-5441-8E01-B55DB31110D4}"/>
                  </a:ext>
                </a:extLst>
              </p:cNvPr>
              <p:cNvSpPr/>
              <p:nvPr/>
            </p:nvSpPr>
            <p:spPr>
              <a:xfrm>
                <a:off x="4640050" y="3638150"/>
                <a:ext cx="392625" cy="204700"/>
              </a:xfrm>
              <a:custGeom>
                <a:avLst/>
                <a:gdLst/>
                <a:ahLst/>
                <a:cxnLst/>
                <a:rect l="l" t="t" r="r" b="b"/>
                <a:pathLst>
                  <a:path w="15705" h="8188" extrusionOk="0">
                    <a:moveTo>
                      <a:pt x="2420" y="1"/>
                    </a:moveTo>
                    <a:cubicBezTo>
                      <a:pt x="2087" y="1"/>
                      <a:pt x="1775" y="44"/>
                      <a:pt x="1505" y="116"/>
                    </a:cubicBezTo>
                    <a:cubicBezTo>
                      <a:pt x="713" y="326"/>
                      <a:pt x="151" y="781"/>
                      <a:pt x="0" y="1340"/>
                    </a:cubicBezTo>
                    <a:lnTo>
                      <a:pt x="190" y="1391"/>
                    </a:lnTo>
                    <a:cubicBezTo>
                      <a:pt x="325" y="904"/>
                      <a:pt x="836" y="500"/>
                      <a:pt x="1557" y="306"/>
                    </a:cubicBezTo>
                    <a:cubicBezTo>
                      <a:pt x="1810" y="239"/>
                      <a:pt x="2107" y="195"/>
                      <a:pt x="2420" y="195"/>
                    </a:cubicBezTo>
                    <a:cubicBezTo>
                      <a:pt x="3157" y="195"/>
                      <a:pt x="3993" y="421"/>
                      <a:pt x="4638" y="1066"/>
                    </a:cubicBezTo>
                    <a:cubicBezTo>
                      <a:pt x="6104" y="2528"/>
                      <a:pt x="7316" y="3459"/>
                      <a:pt x="11748" y="4049"/>
                    </a:cubicBezTo>
                    <a:cubicBezTo>
                      <a:pt x="13095" y="4231"/>
                      <a:pt x="14081" y="4738"/>
                      <a:pt x="14679" y="5558"/>
                    </a:cubicBezTo>
                    <a:cubicBezTo>
                      <a:pt x="15535" y="6726"/>
                      <a:pt x="15289" y="8156"/>
                      <a:pt x="15285" y="8168"/>
                    </a:cubicBezTo>
                    <a:lnTo>
                      <a:pt x="15384" y="8188"/>
                    </a:lnTo>
                    <a:lnTo>
                      <a:pt x="15483" y="8188"/>
                    </a:lnTo>
                    <a:cubicBezTo>
                      <a:pt x="15511" y="8010"/>
                      <a:pt x="15705" y="6627"/>
                      <a:pt x="14842" y="5443"/>
                    </a:cubicBezTo>
                    <a:cubicBezTo>
                      <a:pt x="14212" y="4576"/>
                      <a:pt x="13178" y="4041"/>
                      <a:pt x="11772" y="3855"/>
                    </a:cubicBezTo>
                    <a:cubicBezTo>
                      <a:pt x="10061" y="3625"/>
                      <a:pt x="8837" y="3348"/>
                      <a:pt x="7894" y="3007"/>
                    </a:cubicBezTo>
                    <a:lnTo>
                      <a:pt x="7894" y="3007"/>
                    </a:lnTo>
                    <a:cubicBezTo>
                      <a:pt x="7902" y="3015"/>
                      <a:pt x="7910" y="3023"/>
                      <a:pt x="7914" y="3035"/>
                    </a:cubicBezTo>
                    <a:lnTo>
                      <a:pt x="7752" y="3150"/>
                    </a:lnTo>
                    <a:cubicBezTo>
                      <a:pt x="7692" y="3063"/>
                      <a:pt x="7633" y="2975"/>
                      <a:pt x="7581" y="2884"/>
                    </a:cubicBezTo>
                    <a:cubicBezTo>
                      <a:pt x="6318" y="2373"/>
                      <a:pt x="5589" y="1732"/>
                      <a:pt x="4781" y="928"/>
                    </a:cubicBezTo>
                    <a:cubicBezTo>
                      <a:pt x="4175" y="326"/>
                      <a:pt x="3418" y="64"/>
                      <a:pt x="2713" y="9"/>
                    </a:cubicBezTo>
                    <a:cubicBezTo>
                      <a:pt x="2705" y="68"/>
                      <a:pt x="2701" y="108"/>
                      <a:pt x="2701" y="116"/>
                    </a:cubicBezTo>
                    <a:lnTo>
                      <a:pt x="2503" y="84"/>
                    </a:lnTo>
                    <a:cubicBezTo>
                      <a:pt x="2503" y="84"/>
                      <a:pt x="2507" y="52"/>
                      <a:pt x="251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07;p41">
                <a:extLst>
                  <a:ext uri="{FF2B5EF4-FFF2-40B4-BE49-F238E27FC236}">
                    <a16:creationId xmlns:a16="http://schemas.microsoft.com/office/drawing/2014/main" id="{772BEDB5-1DCF-734D-84EE-D6E7D757863A}"/>
                  </a:ext>
                </a:extLst>
              </p:cNvPr>
              <p:cNvSpPr/>
              <p:nvPr/>
            </p:nvSpPr>
            <p:spPr>
              <a:xfrm>
                <a:off x="5196250" y="3648550"/>
                <a:ext cx="5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5" h="381" extrusionOk="0">
                    <a:moveTo>
                      <a:pt x="44" y="1"/>
                    </a:moveTo>
                    <a:cubicBezTo>
                      <a:pt x="44" y="1"/>
                      <a:pt x="28" y="25"/>
                      <a:pt x="0" y="68"/>
                    </a:cubicBezTo>
                    <a:cubicBezTo>
                      <a:pt x="12" y="171"/>
                      <a:pt x="20" y="274"/>
                      <a:pt x="32" y="381"/>
                    </a:cubicBezTo>
                    <a:cubicBezTo>
                      <a:pt x="139" y="223"/>
                      <a:pt x="202" y="120"/>
                      <a:pt x="214" y="100"/>
                    </a:cubicBezTo>
                    <a:lnTo>
                      <a:pt x="44" y="1"/>
                    </a:ln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08;p41">
                <a:extLst>
                  <a:ext uri="{FF2B5EF4-FFF2-40B4-BE49-F238E27FC236}">
                    <a16:creationId xmlns:a16="http://schemas.microsoft.com/office/drawing/2014/main" id="{EBCA8095-95C7-2145-8D77-3EF0EFB0460B}"/>
                  </a:ext>
                </a:extLst>
              </p:cNvPr>
              <p:cNvSpPr/>
              <p:nvPr/>
            </p:nvSpPr>
            <p:spPr>
              <a:xfrm>
                <a:off x="4899775" y="3546475"/>
                <a:ext cx="297300" cy="174200"/>
              </a:xfrm>
              <a:custGeom>
                <a:avLst/>
                <a:gdLst/>
                <a:ahLst/>
                <a:cxnLst/>
                <a:rect l="l" t="t" r="r" b="b"/>
                <a:pathLst>
                  <a:path w="11892" h="6968" extrusionOk="0">
                    <a:moveTo>
                      <a:pt x="143" y="0"/>
                    </a:moveTo>
                    <a:lnTo>
                      <a:pt x="143" y="0"/>
                    </a:lnTo>
                    <a:cubicBezTo>
                      <a:pt x="1" y="1470"/>
                      <a:pt x="654" y="2713"/>
                      <a:pt x="2028" y="3593"/>
                    </a:cubicBezTo>
                    <a:cubicBezTo>
                      <a:pt x="2500" y="3894"/>
                      <a:pt x="2979" y="4104"/>
                      <a:pt x="3363" y="4242"/>
                    </a:cubicBezTo>
                    <a:cubicBezTo>
                      <a:pt x="3407" y="4187"/>
                      <a:pt x="3454" y="4135"/>
                      <a:pt x="3502" y="4080"/>
                    </a:cubicBezTo>
                    <a:cubicBezTo>
                      <a:pt x="3114" y="3945"/>
                      <a:pt x="2615" y="3731"/>
                      <a:pt x="2131" y="3422"/>
                    </a:cubicBezTo>
                    <a:cubicBezTo>
                      <a:pt x="805" y="2575"/>
                      <a:pt x="203" y="1430"/>
                      <a:pt x="341" y="16"/>
                    </a:cubicBezTo>
                    <a:lnTo>
                      <a:pt x="143" y="0"/>
                    </a:lnTo>
                    <a:close/>
                    <a:moveTo>
                      <a:pt x="11859" y="4151"/>
                    </a:moveTo>
                    <a:cubicBezTo>
                      <a:pt x="11606" y="4547"/>
                      <a:pt x="10247" y="6528"/>
                      <a:pt x="8358" y="6753"/>
                    </a:cubicBezTo>
                    <a:cubicBezTo>
                      <a:pt x="8318" y="6825"/>
                      <a:pt x="8279" y="6896"/>
                      <a:pt x="8231" y="6967"/>
                    </a:cubicBezTo>
                    <a:cubicBezTo>
                      <a:pt x="10077" y="6833"/>
                      <a:pt x="11420" y="5149"/>
                      <a:pt x="11891" y="4464"/>
                    </a:cubicBezTo>
                    <a:cubicBezTo>
                      <a:pt x="11879" y="4357"/>
                      <a:pt x="11871" y="4254"/>
                      <a:pt x="11859" y="41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09;p41">
                <a:extLst>
                  <a:ext uri="{FF2B5EF4-FFF2-40B4-BE49-F238E27FC236}">
                    <a16:creationId xmlns:a16="http://schemas.microsoft.com/office/drawing/2014/main" id="{14DF71EA-239F-3942-9039-CB7822268EEE}"/>
                  </a:ext>
                </a:extLst>
              </p:cNvPr>
              <p:cNvSpPr/>
              <p:nvPr/>
            </p:nvSpPr>
            <p:spPr>
              <a:xfrm>
                <a:off x="4441200" y="3518150"/>
                <a:ext cx="5375" cy="4675"/>
              </a:xfrm>
              <a:custGeom>
                <a:avLst/>
                <a:gdLst/>
                <a:ahLst/>
                <a:cxnLst/>
                <a:rect l="l" t="t" r="r" b="b"/>
                <a:pathLst>
                  <a:path w="215" h="187" extrusionOk="0">
                    <a:moveTo>
                      <a:pt x="215" y="0"/>
                    </a:moveTo>
                    <a:lnTo>
                      <a:pt x="215" y="0"/>
                    </a:lnTo>
                    <a:cubicBezTo>
                      <a:pt x="92" y="52"/>
                      <a:pt x="13" y="91"/>
                      <a:pt x="1" y="99"/>
                    </a:cubicBezTo>
                    <a:lnTo>
                      <a:pt x="44" y="186"/>
                    </a:lnTo>
                    <a:cubicBezTo>
                      <a:pt x="100" y="123"/>
                      <a:pt x="159" y="60"/>
                      <a:pt x="215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10;p41">
                <a:extLst>
                  <a:ext uri="{FF2B5EF4-FFF2-40B4-BE49-F238E27FC236}">
                    <a16:creationId xmlns:a16="http://schemas.microsoft.com/office/drawing/2014/main" id="{ED0D75EB-D59C-2742-8CE4-A677EECFA271}"/>
                  </a:ext>
                </a:extLst>
              </p:cNvPr>
              <p:cNvSpPr/>
              <p:nvPr/>
            </p:nvSpPr>
            <p:spPr>
              <a:xfrm>
                <a:off x="4442300" y="3506750"/>
                <a:ext cx="169050" cy="224225"/>
              </a:xfrm>
              <a:custGeom>
                <a:avLst/>
                <a:gdLst/>
                <a:ahLst/>
                <a:cxnLst/>
                <a:rect l="l" t="t" r="r" b="b"/>
                <a:pathLst>
                  <a:path w="6762" h="8969" extrusionOk="0">
                    <a:moveTo>
                      <a:pt x="2123" y="1"/>
                    </a:moveTo>
                    <a:cubicBezTo>
                      <a:pt x="1335" y="1"/>
                      <a:pt x="543" y="294"/>
                      <a:pt x="171" y="456"/>
                    </a:cubicBezTo>
                    <a:cubicBezTo>
                      <a:pt x="115" y="516"/>
                      <a:pt x="56" y="579"/>
                      <a:pt x="0" y="642"/>
                    </a:cubicBezTo>
                    <a:lnTo>
                      <a:pt x="44" y="734"/>
                    </a:lnTo>
                    <a:cubicBezTo>
                      <a:pt x="60" y="726"/>
                      <a:pt x="1117" y="199"/>
                      <a:pt x="2131" y="199"/>
                    </a:cubicBezTo>
                    <a:cubicBezTo>
                      <a:pt x="2432" y="199"/>
                      <a:pt x="2725" y="246"/>
                      <a:pt x="2991" y="365"/>
                    </a:cubicBezTo>
                    <a:cubicBezTo>
                      <a:pt x="3434" y="563"/>
                      <a:pt x="3735" y="951"/>
                      <a:pt x="3886" y="1514"/>
                    </a:cubicBezTo>
                    <a:cubicBezTo>
                      <a:pt x="4092" y="2278"/>
                      <a:pt x="3981" y="3090"/>
                      <a:pt x="3874" y="3878"/>
                    </a:cubicBezTo>
                    <a:cubicBezTo>
                      <a:pt x="3632" y="5677"/>
                      <a:pt x="3379" y="7534"/>
                      <a:pt x="6686" y="8968"/>
                    </a:cubicBezTo>
                    <a:lnTo>
                      <a:pt x="6761" y="8786"/>
                    </a:lnTo>
                    <a:cubicBezTo>
                      <a:pt x="3597" y="7412"/>
                      <a:pt x="3826" y="5708"/>
                      <a:pt x="4072" y="3906"/>
                    </a:cubicBezTo>
                    <a:cubicBezTo>
                      <a:pt x="4179" y="3098"/>
                      <a:pt x="4294" y="2262"/>
                      <a:pt x="4080" y="1462"/>
                    </a:cubicBezTo>
                    <a:cubicBezTo>
                      <a:pt x="3914" y="841"/>
                      <a:pt x="3573" y="409"/>
                      <a:pt x="3070" y="183"/>
                    </a:cubicBezTo>
                    <a:cubicBezTo>
                      <a:pt x="2777" y="52"/>
                      <a:pt x="2448" y="1"/>
                      <a:pt x="212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11;p41">
                <a:extLst>
                  <a:ext uri="{FF2B5EF4-FFF2-40B4-BE49-F238E27FC236}">
                    <a16:creationId xmlns:a16="http://schemas.microsoft.com/office/drawing/2014/main" id="{71E878DA-91EB-9347-A5A6-DDA7CB9819CB}"/>
                  </a:ext>
                </a:extLst>
              </p:cNvPr>
              <p:cNvSpPr/>
              <p:nvPr/>
            </p:nvSpPr>
            <p:spPr>
              <a:xfrm>
                <a:off x="4349400" y="3744025"/>
                <a:ext cx="2125" cy="417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7" extrusionOk="0">
                    <a:moveTo>
                      <a:pt x="84" y="0"/>
                    </a:moveTo>
                    <a:lnTo>
                      <a:pt x="84" y="0"/>
                    </a:lnTo>
                    <a:cubicBezTo>
                      <a:pt x="56" y="36"/>
                      <a:pt x="29" y="71"/>
                      <a:pt x="1" y="107"/>
                    </a:cubicBezTo>
                    <a:lnTo>
                      <a:pt x="76" y="166"/>
                    </a:lnTo>
                    <a:cubicBezTo>
                      <a:pt x="80" y="115"/>
                      <a:pt x="80" y="59"/>
                      <a:pt x="84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12;p41">
                <a:extLst>
                  <a:ext uri="{FF2B5EF4-FFF2-40B4-BE49-F238E27FC236}">
                    <a16:creationId xmlns:a16="http://schemas.microsoft.com/office/drawing/2014/main" id="{FC71D2FF-1D1A-4142-B9E3-2D217F287026}"/>
                  </a:ext>
                </a:extLst>
              </p:cNvPr>
              <p:cNvSpPr/>
              <p:nvPr/>
            </p:nvSpPr>
            <p:spPr>
              <a:xfrm>
                <a:off x="4351300" y="3710950"/>
                <a:ext cx="130325" cy="38825"/>
              </a:xfrm>
              <a:custGeom>
                <a:avLst/>
                <a:gdLst/>
                <a:ahLst/>
                <a:cxnLst/>
                <a:rect l="l" t="t" r="r" b="b"/>
                <a:pathLst>
                  <a:path w="5213" h="1553" extrusionOk="0">
                    <a:moveTo>
                      <a:pt x="3125" y="0"/>
                    </a:moveTo>
                    <a:cubicBezTo>
                      <a:pt x="2705" y="0"/>
                      <a:pt x="2309" y="48"/>
                      <a:pt x="1941" y="139"/>
                    </a:cubicBezTo>
                    <a:cubicBezTo>
                      <a:pt x="1937" y="182"/>
                      <a:pt x="1933" y="230"/>
                      <a:pt x="1929" y="277"/>
                    </a:cubicBezTo>
                    <a:lnTo>
                      <a:pt x="1731" y="262"/>
                    </a:lnTo>
                    <a:lnTo>
                      <a:pt x="1735" y="194"/>
                    </a:lnTo>
                    <a:lnTo>
                      <a:pt x="1735" y="194"/>
                    </a:lnTo>
                    <a:cubicBezTo>
                      <a:pt x="1046" y="404"/>
                      <a:pt x="460" y="784"/>
                      <a:pt x="8" y="1323"/>
                    </a:cubicBezTo>
                    <a:cubicBezTo>
                      <a:pt x="4" y="1382"/>
                      <a:pt x="4" y="1438"/>
                      <a:pt x="0" y="1489"/>
                    </a:cubicBezTo>
                    <a:lnTo>
                      <a:pt x="79" y="1553"/>
                    </a:lnTo>
                    <a:cubicBezTo>
                      <a:pt x="915" y="483"/>
                      <a:pt x="2107" y="202"/>
                      <a:pt x="3129" y="202"/>
                    </a:cubicBezTo>
                    <a:cubicBezTo>
                      <a:pt x="4230" y="202"/>
                      <a:pt x="5126" y="527"/>
                      <a:pt x="5141" y="535"/>
                    </a:cubicBezTo>
                    <a:lnTo>
                      <a:pt x="5213" y="349"/>
                    </a:lnTo>
                    <a:cubicBezTo>
                      <a:pt x="5177" y="337"/>
                      <a:pt x="4341" y="28"/>
                      <a:pt x="32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13;p41">
                <a:extLst>
                  <a:ext uri="{FF2B5EF4-FFF2-40B4-BE49-F238E27FC236}">
                    <a16:creationId xmlns:a16="http://schemas.microsoft.com/office/drawing/2014/main" id="{8E657F4D-8E40-E843-9B1D-C64EDD3BEB0F}"/>
                  </a:ext>
                </a:extLst>
              </p:cNvPr>
              <p:cNvSpPr/>
              <p:nvPr/>
            </p:nvSpPr>
            <p:spPr>
              <a:xfrm>
                <a:off x="4394575" y="3659050"/>
                <a:ext cx="40900" cy="58850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2354" extrusionOk="0">
                    <a:moveTo>
                      <a:pt x="1561" y="1"/>
                    </a:moveTo>
                    <a:cubicBezTo>
                      <a:pt x="1426" y="1"/>
                      <a:pt x="1133" y="32"/>
                      <a:pt x="828" y="274"/>
                    </a:cubicBezTo>
                    <a:cubicBezTo>
                      <a:pt x="372" y="638"/>
                      <a:pt x="99" y="1308"/>
                      <a:pt x="4" y="2270"/>
                    </a:cubicBezTo>
                    <a:lnTo>
                      <a:pt x="0" y="2338"/>
                    </a:lnTo>
                    <a:lnTo>
                      <a:pt x="198" y="2353"/>
                    </a:lnTo>
                    <a:cubicBezTo>
                      <a:pt x="202" y="2306"/>
                      <a:pt x="206" y="2258"/>
                      <a:pt x="210" y="2215"/>
                    </a:cubicBezTo>
                    <a:cubicBezTo>
                      <a:pt x="301" y="1363"/>
                      <a:pt x="559" y="749"/>
                      <a:pt x="947" y="432"/>
                    </a:cubicBezTo>
                    <a:cubicBezTo>
                      <a:pt x="1208" y="222"/>
                      <a:pt x="1454" y="199"/>
                      <a:pt x="1557" y="199"/>
                    </a:cubicBezTo>
                    <a:lnTo>
                      <a:pt x="1608" y="199"/>
                    </a:lnTo>
                    <a:lnTo>
                      <a:pt x="1636" y="5"/>
                    </a:lnTo>
                    <a:cubicBezTo>
                      <a:pt x="1632" y="5"/>
                      <a:pt x="1604" y="1"/>
                      <a:pt x="15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14;p41">
                <a:extLst>
                  <a:ext uri="{FF2B5EF4-FFF2-40B4-BE49-F238E27FC236}">
                    <a16:creationId xmlns:a16="http://schemas.microsoft.com/office/drawing/2014/main" id="{937E6294-3B14-D243-A2D4-CB302C6C87CE}"/>
                  </a:ext>
                </a:extLst>
              </p:cNvPr>
              <p:cNvSpPr/>
              <p:nvPr/>
            </p:nvSpPr>
            <p:spPr>
              <a:xfrm>
                <a:off x="4974625" y="3960275"/>
                <a:ext cx="4500" cy="270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08" extrusionOk="0">
                    <a:moveTo>
                      <a:pt x="171" y="1"/>
                    </a:moveTo>
                    <a:cubicBezTo>
                      <a:pt x="116" y="36"/>
                      <a:pt x="56" y="72"/>
                      <a:pt x="1" y="107"/>
                    </a:cubicBezTo>
                    <a:cubicBezTo>
                      <a:pt x="104" y="104"/>
                      <a:pt x="167" y="100"/>
                      <a:pt x="179" y="96"/>
                    </a:cubicBezTo>
                    <a:lnTo>
                      <a:pt x="171" y="1"/>
                    </a:ln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915;p41">
                <a:extLst>
                  <a:ext uri="{FF2B5EF4-FFF2-40B4-BE49-F238E27FC236}">
                    <a16:creationId xmlns:a16="http://schemas.microsoft.com/office/drawing/2014/main" id="{5E7A275A-3DE4-EF4F-B95A-658DF591DAD3}"/>
                  </a:ext>
                </a:extLst>
              </p:cNvPr>
              <p:cNvSpPr/>
              <p:nvPr/>
            </p:nvSpPr>
            <p:spPr>
              <a:xfrm>
                <a:off x="4780350" y="3768975"/>
                <a:ext cx="198575" cy="194000"/>
              </a:xfrm>
              <a:custGeom>
                <a:avLst/>
                <a:gdLst/>
                <a:ahLst/>
                <a:cxnLst/>
                <a:rect l="l" t="t" r="r" b="b"/>
                <a:pathLst>
                  <a:path w="7943" h="7760" extrusionOk="0">
                    <a:moveTo>
                      <a:pt x="1367" y="0"/>
                    </a:moveTo>
                    <a:cubicBezTo>
                      <a:pt x="959" y="0"/>
                      <a:pt x="504" y="95"/>
                      <a:pt x="1" y="281"/>
                    </a:cubicBezTo>
                    <a:lnTo>
                      <a:pt x="72" y="468"/>
                    </a:lnTo>
                    <a:cubicBezTo>
                      <a:pt x="551" y="289"/>
                      <a:pt x="983" y="198"/>
                      <a:pt x="1367" y="198"/>
                    </a:cubicBezTo>
                    <a:cubicBezTo>
                      <a:pt x="1771" y="198"/>
                      <a:pt x="2120" y="297"/>
                      <a:pt x="2409" y="499"/>
                    </a:cubicBezTo>
                    <a:cubicBezTo>
                      <a:pt x="3344" y="1137"/>
                      <a:pt x="3367" y="2618"/>
                      <a:pt x="3367" y="2626"/>
                    </a:cubicBezTo>
                    <a:cubicBezTo>
                      <a:pt x="3276" y="4417"/>
                      <a:pt x="3700" y="5771"/>
                      <a:pt x="4631" y="6654"/>
                    </a:cubicBezTo>
                    <a:cubicBezTo>
                      <a:pt x="5665" y="7641"/>
                      <a:pt x="7027" y="7759"/>
                      <a:pt x="7637" y="7759"/>
                    </a:cubicBezTo>
                    <a:lnTo>
                      <a:pt x="7772" y="7759"/>
                    </a:lnTo>
                    <a:cubicBezTo>
                      <a:pt x="7827" y="7724"/>
                      <a:pt x="7887" y="7688"/>
                      <a:pt x="7942" y="7653"/>
                    </a:cubicBezTo>
                    <a:lnTo>
                      <a:pt x="7930" y="7550"/>
                    </a:lnTo>
                    <a:cubicBezTo>
                      <a:pt x="7926" y="7554"/>
                      <a:pt x="7831" y="7561"/>
                      <a:pt x="7665" y="7561"/>
                    </a:cubicBezTo>
                    <a:cubicBezTo>
                      <a:pt x="7103" y="7561"/>
                      <a:pt x="5756" y="7454"/>
                      <a:pt x="4766" y="6512"/>
                    </a:cubicBezTo>
                    <a:cubicBezTo>
                      <a:pt x="3942" y="5724"/>
                      <a:pt x="3534" y="4539"/>
                      <a:pt x="3554" y="2983"/>
                    </a:cubicBezTo>
                    <a:lnTo>
                      <a:pt x="3554" y="2983"/>
                    </a:lnTo>
                    <a:cubicBezTo>
                      <a:pt x="3550" y="2987"/>
                      <a:pt x="3546" y="2995"/>
                      <a:pt x="3542" y="3002"/>
                    </a:cubicBezTo>
                    <a:lnTo>
                      <a:pt x="3371" y="2903"/>
                    </a:lnTo>
                    <a:cubicBezTo>
                      <a:pt x="3427" y="2804"/>
                      <a:pt x="3494" y="2717"/>
                      <a:pt x="3565" y="2642"/>
                    </a:cubicBezTo>
                    <a:cubicBezTo>
                      <a:pt x="3565" y="2638"/>
                      <a:pt x="3565" y="2634"/>
                      <a:pt x="3565" y="2630"/>
                    </a:cubicBezTo>
                    <a:cubicBezTo>
                      <a:pt x="3565" y="2563"/>
                      <a:pt x="3542" y="1034"/>
                      <a:pt x="2524" y="333"/>
                    </a:cubicBezTo>
                    <a:cubicBezTo>
                      <a:pt x="2199" y="111"/>
                      <a:pt x="1811" y="0"/>
                      <a:pt x="136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916;p41">
                <a:extLst>
                  <a:ext uri="{FF2B5EF4-FFF2-40B4-BE49-F238E27FC236}">
                    <a16:creationId xmlns:a16="http://schemas.microsoft.com/office/drawing/2014/main" id="{7E25E58F-D66F-C448-8F2B-0E3B198F74C8}"/>
                  </a:ext>
                </a:extLst>
              </p:cNvPr>
              <p:cNvSpPr/>
              <p:nvPr/>
            </p:nvSpPr>
            <p:spPr>
              <a:xfrm>
                <a:off x="4864625" y="3822825"/>
                <a:ext cx="89350" cy="21225"/>
              </a:xfrm>
              <a:custGeom>
                <a:avLst/>
                <a:gdLst/>
                <a:ahLst/>
                <a:cxnLst/>
                <a:rect l="l" t="t" r="r" b="b"/>
                <a:pathLst>
                  <a:path w="3574" h="849" extrusionOk="0">
                    <a:moveTo>
                      <a:pt x="1478" y="1"/>
                    </a:moveTo>
                    <a:cubicBezTo>
                      <a:pt x="999" y="1"/>
                      <a:pt x="531" y="124"/>
                      <a:pt x="194" y="488"/>
                    </a:cubicBezTo>
                    <a:cubicBezTo>
                      <a:pt x="123" y="563"/>
                      <a:pt x="56" y="650"/>
                      <a:pt x="0" y="749"/>
                    </a:cubicBezTo>
                    <a:lnTo>
                      <a:pt x="171" y="848"/>
                    </a:lnTo>
                    <a:cubicBezTo>
                      <a:pt x="175" y="841"/>
                      <a:pt x="179" y="833"/>
                      <a:pt x="183" y="829"/>
                    </a:cubicBezTo>
                    <a:cubicBezTo>
                      <a:pt x="476" y="357"/>
                      <a:pt x="963" y="207"/>
                      <a:pt x="1478" y="207"/>
                    </a:cubicBezTo>
                    <a:cubicBezTo>
                      <a:pt x="2428" y="207"/>
                      <a:pt x="3466" y="734"/>
                      <a:pt x="3482" y="742"/>
                    </a:cubicBezTo>
                    <a:lnTo>
                      <a:pt x="3573" y="563"/>
                    </a:lnTo>
                    <a:cubicBezTo>
                      <a:pt x="3506" y="528"/>
                      <a:pt x="2464" y="1"/>
                      <a:pt x="14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917;p41">
                <a:extLst>
                  <a:ext uri="{FF2B5EF4-FFF2-40B4-BE49-F238E27FC236}">
                    <a16:creationId xmlns:a16="http://schemas.microsoft.com/office/drawing/2014/main" id="{4D276208-64C8-274B-91E2-9B5A68B77259}"/>
                  </a:ext>
                </a:extLst>
              </p:cNvPr>
              <p:cNvSpPr/>
              <p:nvPr/>
            </p:nvSpPr>
            <p:spPr>
              <a:xfrm>
                <a:off x="4761050" y="3501025"/>
                <a:ext cx="76850" cy="215875"/>
              </a:xfrm>
              <a:custGeom>
                <a:avLst/>
                <a:gdLst/>
                <a:ahLst/>
                <a:cxnLst/>
                <a:rect l="l" t="t" r="r" b="b"/>
                <a:pathLst>
                  <a:path w="3074" h="8635" extrusionOk="0">
                    <a:moveTo>
                      <a:pt x="76" y="0"/>
                    </a:moveTo>
                    <a:lnTo>
                      <a:pt x="0" y="182"/>
                    </a:lnTo>
                    <a:cubicBezTo>
                      <a:pt x="1577" y="840"/>
                      <a:pt x="2484" y="1644"/>
                      <a:pt x="2698" y="2575"/>
                    </a:cubicBezTo>
                    <a:cubicBezTo>
                      <a:pt x="2836" y="3189"/>
                      <a:pt x="2662" y="3739"/>
                      <a:pt x="2456" y="4369"/>
                    </a:cubicBezTo>
                    <a:cubicBezTo>
                      <a:pt x="2226" y="5086"/>
                      <a:pt x="1965" y="5898"/>
                      <a:pt x="2175" y="6943"/>
                    </a:cubicBezTo>
                    <a:cubicBezTo>
                      <a:pt x="2274" y="7439"/>
                      <a:pt x="2464" y="7918"/>
                      <a:pt x="2741" y="8369"/>
                    </a:cubicBezTo>
                    <a:cubicBezTo>
                      <a:pt x="2793" y="8460"/>
                      <a:pt x="2852" y="8548"/>
                      <a:pt x="2912" y="8635"/>
                    </a:cubicBezTo>
                    <a:lnTo>
                      <a:pt x="3074" y="8520"/>
                    </a:lnTo>
                    <a:cubicBezTo>
                      <a:pt x="3070" y="8508"/>
                      <a:pt x="3062" y="8500"/>
                      <a:pt x="3054" y="8492"/>
                    </a:cubicBezTo>
                    <a:cubicBezTo>
                      <a:pt x="2710" y="7993"/>
                      <a:pt x="2480" y="7458"/>
                      <a:pt x="2369" y="6904"/>
                    </a:cubicBezTo>
                    <a:cubicBezTo>
                      <a:pt x="2167" y="5910"/>
                      <a:pt x="2412" y="5157"/>
                      <a:pt x="2646" y="4432"/>
                    </a:cubicBezTo>
                    <a:cubicBezTo>
                      <a:pt x="2848" y="3799"/>
                      <a:pt x="3042" y="3200"/>
                      <a:pt x="2888" y="2531"/>
                    </a:cubicBezTo>
                    <a:cubicBezTo>
                      <a:pt x="2662" y="1533"/>
                      <a:pt x="1715" y="681"/>
                      <a:pt x="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918;p41">
                <a:extLst>
                  <a:ext uri="{FF2B5EF4-FFF2-40B4-BE49-F238E27FC236}">
                    <a16:creationId xmlns:a16="http://schemas.microsoft.com/office/drawing/2014/main" id="{217F04C3-DC0E-C441-9E7F-4BA55D441CCF}"/>
                  </a:ext>
                </a:extLst>
              </p:cNvPr>
              <p:cNvSpPr/>
              <p:nvPr/>
            </p:nvSpPr>
            <p:spPr>
              <a:xfrm>
                <a:off x="4526650" y="3901150"/>
                <a:ext cx="2900" cy="1425"/>
              </a:xfrm>
              <a:custGeom>
                <a:avLst/>
                <a:gdLst/>
                <a:ahLst/>
                <a:cxnLst/>
                <a:rect l="l" t="t" r="r" b="b"/>
                <a:pathLst>
                  <a:path w="116" h="57" extrusionOk="0">
                    <a:moveTo>
                      <a:pt x="116" y="1"/>
                    </a:moveTo>
                    <a:lnTo>
                      <a:pt x="116" y="1"/>
                    </a:lnTo>
                    <a:cubicBezTo>
                      <a:pt x="76" y="5"/>
                      <a:pt x="37" y="5"/>
                      <a:pt x="1" y="5"/>
                    </a:cubicBezTo>
                    <a:cubicBezTo>
                      <a:pt x="17" y="37"/>
                      <a:pt x="29" y="52"/>
                      <a:pt x="29" y="56"/>
                    </a:cubicBez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919;p41">
                <a:extLst>
                  <a:ext uri="{FF2B5EF4-FFF2-40B4-BE49-F238E27FC236}">
                    <a16:creationId xmlns:a16="http://schemas.microsoft.com/office/drawing/2014/main" id="{3EDFE606-0271-D24F-B4A8-D1D2D604A8C1}"/>
                  </a:ext>
                </a:extLst>
              </p:cNvPr>
              <p:cNvSpPr/>
              <p:nvPr/>
            </p:nvSpPr>
            <p:spPr>
              <a:xfrm>
                <a:off x="4492600" y="3795700"/>
                <a:ext cx="39025" cy="10557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4223" extrusionOk="0">
                    <a:moveTo>
                      <a:pt x="1212" y="1"/>
                    </a:moveTo>
                    <a:lnTo>
                      <a:pt x="1212" y="1"/>
                    </a:lnTo>
                    <a:cubicBezTo>
                      <a:pt x="0" y="1664"/>
                      <a:pt x="1161" y="3866"/>
                      <a:pt x="1363" y="4223"/>
                    </a:cubicBezTo>
                    <a:cubicBezTo>
                      <a:pt x="1399" y="4223"/>
                      <a:pt x="1438" y="4223"/>
                      <a:pt x="1478" y="4219"/>
                    </a:cubicBezTo>
                    <a:lnTo>
                      <a:pt x="1561" y="4167"/>
                    </a:lnTo>
                    <a:cubicBezTo>
                      <a:pt x="1545" y="4144"/>
                      <a:pt x="135" y="1815"/>
                      <a:pt x="1371" y="115"/>
                    </a:cubicBezTo>
                    <a:lnTo>
                      <a:pt x="121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920;p41">
                <a:extLst>
                  <a:ext uri="{FF2B5EF4-FFF2-40B4-BE49-F238E27FC236}">
                    <a16:creationId xmlns:a16="http://schemas.microsoft.com/office/drawing/2014/main" id="{C5FA588A-8764-2D4C-8EFB-E5A01AF507BA}"/>
                  </a:ext>
                </a:extLst>
              </p:cNvPr>
              <p:cNvSpPr/>
              <p:nvPr/>
            </p:nvSpPr>
            <p:spPr>
              <a:xfrm>
                <a:off x="4690650" y="3920975"/>
                <a:ext cx="6250" cy="25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00" extrusionOk="0">
                    <a:moveTo>
                      <a:pt x="0" y="0"/>
                    </a:moveTo>
                    <a:lnTo>
                      <a:pt x="4" y="99"/>
                    </a:lnTo>
                    <a:cubicBezTo>
                      <a:pt x="8" y="99"/>
                      <a:pt x="99" y="95"/>
                      <a:pt x="250" y="71"/>
                    </a:cubicBezTo>
                    <a:cubicBezTo>
                      <a:pt x="166" y="48"/>
                      <a:pt x="83" y="24"/>
                      <a:pt x="0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921;p41">
                <a:extLst>
                  <a:ext uri="{FF2B5EF4-FFF2-40B4-BE49-F238E27FC236}">
                    <a16:creationId xmlns:a16="http://schemas.microsoft.com/office/drawing/2014/main" id="{AC309DAA-26A4-E74C-802D-120E74B35DAB}"/>
                  </a:ext>
                </a:extLst>
              </p:cNvPr>
              <p:cNvSpPr/>
              <p:nvPr/>
            </p:nvSpPr>
            <p:spPr>
              <a:xfrm>
                <a:off x="4690650" y="3870275"/>
                <a:ext cx="75875" cy="5250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2100" extrusionOk="0">
                    <a:moveTo>
                      <a:pt x="2860" y="0"/>
                    </a:moveTo>
                    <a:cubicBezTo>
                      <a:pt x="1810" y="1870"/>
                      <a:pt x="16" y="1929"/>
                      <a:pt x="0" y="1929"/>
                    </a:cubicBezTo>
                    <a:lnTo>
                      <a:pt x="0" y="2028"/>
                    </a:lnTo>
                    <a:cubicBezTo>
                      <a:pt x="83" y="2052"/>
                      <a:pt x="166" y="2076"/>
                      <a:pt x="250" y="2099"/>
                    </a:cubicBezTo>
                    <a:cubicBezTo>
                      <a:pt x="800" y="2012"/>
                      <a:pt x="2163" y="1644"/>
                      <a:pt x="3034" y="95"/>
                    </a:cubicBezTo>
                    <a:lnTo>
                      <a:pt x="286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922;p41">
                <a:extLst>
                  <a:ext uri="{FF2B5EF4-FFF2-40B4-BE49-F238E27FC236}">
                    <a16:creationId xmlns:a16="http://schemas.microsoft.com/office/drawing/2014/main" id="{5CB55423-B7F9-864C-9169-0F4493FD4EB7}"/>
                  </a:ext>
                </a:extLst>
              </p:cNvPr>
              <p:cNvSpPr/>
              <p:nvPr/>
            </p:nvSpPr>
            <p:spPr>
              <a:xfrm>
                <a:off x="5084950" y="3476750"/>
                <a:ext cx="3200" cy="320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128" extrusionOk="0">
                    <a:moveTo>
                      <a:pt x="91" y="1"/>
                    </a:moveTo>
                    <a:lnTo>
                      <a:pt x="0" y="32"/>
                    </a:lnTo>
                    <a:cubicBezTo>
                      <a:pt x="44" y="64"/>
                      <a:pt x="87" y="96"/>
                      <a:pt x="127" y="127"/>
                    </a:cubicBezTo>
                    <a:cubicBezTo>
                      <a:pt x="107" y="48"/>
                      <a:pt x="95" y="5"/>
                      <a:pt x="91" y="1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923;p41">
                <a:extLst>
                  <a:ext uri="{FF2B5EF4-FFF2-40B4-BE49-F238E27FC236}">
                    <a16:creationId xmlns:a16="http://schemas.microsoft.com/office/drawing/2014/main" id="{46B3CC72-938D-EB48-9695-9281844E4248}"/>
                  </a:ext>
                </a:extLst>
              </p:cNvPr>
              <p:cNvSpPr/>
              <p:nvPr/>
            </p:nvSpPr>
            <p:spPr>
              <a:xfrm>
                <a:off x="5061475" y="3477550"/>
                <a:ext cx="37950" cy="87150"/>
              </a:xfrm>
              <a:custGeom>
                <a:avLst/>
                <a:gdLst/>
                <a:ahLst/>
                <a:cxnLst/>
                <a:rect l="l" t="t" r="r" b="b"/>
                <a:pathLst>
                  <a:path w="1518" h="3486" extrusionOk="0">
                    <a:moveTo>
                      <a:pt x="939" y="0"/>
                    </a:moveTo>
                    <a:lnTo>
                      <a:pt x="844" y="32"/>
                    </a:lnTo>
                    <a:cubicBezTo>
                      <a:pt x="852" y="52"/>
                      <a:pt x="1514" y="2112"/>
                      <a:pt x="1" y="3331"/>
                    </a:cubicBezTo>
                    <a:lnTo>
                      <a:pt x="123" y="3486"/>
                    </a:lnTo>
                    <a:cubicBezTo>
                      <a:pt x="1518" y="2361"/>
                      <a:pt x="1193" y="583"/>
                      <a:pt x="1066" y="95"/>
                    </a:cubicBezTo>
                    <a:cubicBezTo>
                      <a:pt x="1026" y="64"/>
                      <a:pt x="983" y="32"/>
                      <a:pt x="9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924;p41">
                <a:extLst>
                  <a:ext uri="{FF2B5EF4-FFF2-40B4-BE49-F238E27FC236}">
                    <a16:creationId xmlns:a16="http://schemas.microsoft.com/office/drawing/2014/main" id="{290009AE-2EC8-814D-80E2-0E3BCB81F0A0}"/>
                  </a:ext>
                </a:extLst>
              </p:cNvPr>
              <p:cNvSpPr/>
              <p:nvPr/>
            </p:nvSpPr>
            <p:spPr>
              <a:xfrm>
                <a:off x="4851650" y="3440900"/>
                <a:ext cx="120925" cy="61225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2449" extrusionOk="0">
                    <a:moveTo>
                      <a:pt x="535" y="1"/>
                    </a:moveTo>
                    <a:cubicBezTo>
                      <a:pt x="361" y="1"/>
                      <a:pt x="183" y="5"/>
                      <a:pt x="1" y="13"/>
                    </a:cubicBezTo>
                    <a:cubicBezTo>
                      <a:pt x="4" y="76"/>
                      <a:pt x="8" y="143"/>
                      <a:pt x="8" y="211"/>
                    </a:cubicBezTo>
                    <a:cubicBezTo>
                      <a:pt x="187" y="203"/>
                      <a:pt x="357" y="199"/>
                      <a:pt x="519" y="199"/>
                    </a:cubicBezTo>
                    <a:cubicBezTo>
                      <a:pt x="2500" y="199"/>
                      <a:pt x="3506" y="757"/>
                      <a:pt x="4009" y="1249"/>
                    </a:cubicBezTo>
                    <a:cubicBezTo>
                      <a:pt x="4599" y="1827"/>
                      <a:pt x="4639" y="2441"/>
                      <a:pt x="4639" y="2449"/>
                    </a:cubicBezTo>
                    <a:lnTo>
                      <a:pt x="4714" y="2445"/>
                    </a:lnTo>
                    <a:lnTo>
                      <a:pt x="4837" y="2437"/>
                    </a:lnTo>
                    <a:cubicBezTo>
                      <a:pt x="4837" y="2409"/>
                      <a:pt x="4793" y="1688"/>
                      <a:pt x="4068" y="1031"/>
                    </a:cubicBezTo>
                    <a:cubicBezTo>
                      <a:pt x="3312" y="345"/>
                      <a:pt x="2124" y="1"/>
                      <a:pt x="53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925;p41">
                <a:extLst>
                  <a:ext uri="{FF2B5EF4-FFF2-40B4-BE49-F238E27FC236}">
                    <a16:creationId xmlns:a16="http://schemas.microsoft.com/office/drawing/2014/main" id="{6B85AB16-D553-A143-835F-15A1A1D201F6}"/>
                  </a:ext>
                </a:extLst>
              </p:cNvPr>
              <p:cNvSpPr/>
              <p:nvPr/>
            </p:nvSpPr>
            <p:spPr>
              <a:xfrm>
                <a:off x="4838175" y="3381400"/>
                <a:ext cx="5475" cy="270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108" extrusionOk="0">
                    <a:moveTo>
                      <a:pt x="191" y="0"/>
                    </a:moveTo>
                    <a:lnTo>
                      <a:pt x="1" y="56"/>
                    </a:lnTo>
                    <a:cubicBezTo>
                      <a:pt x="1" y="56"/>
                      <a:pt x="1" y="64"/>
                      <a:pt x="5" y="80"/>
                    </a:cubicBezTo>
                    <a:cubicBezTo>
                      <a:pt x="76" y="88"/>
                      <a:pt x="147" y="95"/>
                      <a:pt x="219" y="107"/>
                    </a:cubicBezTo>
                    <a:cubicBezTo>
                      <a:pt x="203" y="40"/>
                      <a:pt x="191" y="0"/>
                      <a:pt x="191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926;p41">
                <a:extLst>
                  <a:ext uri="{FF2B5EF4-FFF2-40B4-BE49-F238E27FC236}">
                    <a16:creationId xmlns:a16="http://schemas.microsoft.com/office/drawing/2014/main" id="{F3B96840-87C8-944E-BF6D-070190065780}"/>
                  </a:ext>
                </a:extLst>
              </p:cNvPr>
              <p:cNvSpPr/>
              <p:nvPr/>
            </p:nvSpPr>
            <p:spPr>
              <a:xfrm>
                <a:off x="4838275" y="3383375"/>
                <a:ext cx="13800" cy="94600"/>
              </a:xfrm>
              <a:custGeom>
                <a:avLst/>
                <a:gdLst/>
                <a:ahLst/>
                <a:cxnLst/>
                <a:rect l="l" t="t" r="r" b="b"/>
                <a:pathLst>
                  <a:path w="552" h="3784" extrusionOk="0">
                    <a:moveTo>
                      <a:pt x="1" y="1"/>
                    </a:moveTo>
                    <a:cubicBezTo>
                      <a:pt x="60" y="214"/>
                      <a:pt x="496" y="1866"/>
                      <a:pt x="294" y="3763"/>
                    </a:cubicBezTo>
                    <a:lnTo>
                      <a:pt x="492" y="3783"/>
                    </a:lnTo>
                    <a:cubicBezTo>
                      <a:pt x="539" y="3340"/>
                      <a:pt x="551" y="2912"/>
                      <a:pt x="543" y="2512"/>
                    </a:cubicBezTo>
                    <a:cubicBezTo>
                      <a:pt x="543" y="2444"/>
                      <a:pt x="539" y="2377"/>
                      <a:pt x="536" y="2314"/>
                    </a:cubicBezTo>
                    <a:cubicBezTo>
                      <a:pt x="492" y="1197"/>
                      <a:pt x="290" y="321"/>
                      <a:pt x="215" y="28"/>
                    </a:cubicBezTo>
                    <a:cubicBezTo>
                      <a:pt x="143" y="16"/>
                      <a:pt x="72" y="9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927;p41">
                <a:extLst>
                  <a:ext uri="{FF2B5EF4-FFF2-40B4-BE49-F238E27FC236}">
                    <a16:creationId xmlns:a16="http://schemas.microsoft.com/office/drawing/2014/main" id="{BB8E0F66-021F-EE42-9DE3-6CC7ED66B924}"/>
                  </a:ext>
                </a:extLst>
              </p:cNvPr>
              <p:cNvSpPr/>
              <p:nvPr/>
            </p:nvSpPr>
            <p:spPr>
              <a:xfrm>
                <a:off x="5125250" y="3814225"/>
                <a:ext cx="3775" cy="250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00" extrusionOk="0">
                    <a:moveTo>
                      <a:pt x="151" y="0"/>
                    </a:moveTo>
                    <a:lnTo>
                      <a:pt x="151" y="0"/>
                    </a:lnTo>
                    <a:cubicBezTo>
                      <a:pt x="99" y="32"/>
                      <a:pt x="52" y="60"/>
                      <a:pt x="0" y="91"/>
                    </a:cubicBezTo>
                    <a:cubicBezTo>
                      <a:pt x="92" y="95"/>
                      <a:pt x="147" y="99"/>
                      <a:pt x="147" y="99"/>
                    </a:cubicBez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928;p41">
                <a:extLst>
                  <a:ext uri="{FF2B5EF4-FFF2-40B4-BE49-F238E27FC236}">
                    <a16:creationId xmlns:a16="http://schemas.microsoft.com/office/drawing/2014/main" id="{0F24D628-3289-D24A-AB23-FC594E23D8A9}"/>
                  </a:ext>
                </a:extLst>
              </p:cNvPr>
              <p:cNvSpPr/>
              <p:nvPr/>
            </p:nvSpPr>
            <p:spPr>
              <a:xfrm>
                <a:off x="5050200" y="3764125"/>
                <a:ext cx="78825" cy="52400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2096" extrusionOk="0">
                    <a:moveTo>
                      <a:pt x="194" y="0"/>
                    </a:moveTo>
                    <a:lnTo>
                      <a:pt x="0" y="52"/>
                    </a:lnTo>
                    <a:cubicBezTo>
                      <a:pt x="475" y="1786"/>
                      <a:pt x="2444" y="2052"/>
                      <a:pt x="3002" y="2095"/>
                    </a:cubicBezTo>
                    <a:cubicBezTo>
                      <a:pt x="3054" y="2064"/>
                      <a:pt x="3101" y="2036"/>
                      <a:pt x="3153" y="2004"/>
                    </a:cubicBezTo>
                    <a:lnTo>
                      <a:pt x="3153" y="1905"/>
                    </a:lnTo>
                    <a:cubicBezTo>
                      <a:pt x="3129" y="1905"/>
                      <a:pt x="705" y="1874"/>
                      <a:pt x="19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929;p41">
                <a:extLst>
                  <a:ext uri="{FF2B5EF4-FFF2-40B4-BE49-F238E27FC236}">
                    <a16:creationId xmlns:a16="http://schemas.microsoft.com/office/drawing/2014/main" id="{E1852326-2FB5-FA4A-9910-98BAA376C387}"/>
                  </a:ext>
                </a:extLst>
              </p:cNvPr>
              <p:cNvSpPr/>
              <p:nvPr/>
            </p:nvSpPr>
            <p:spPr>
              <a:xfrm>
                <a:off x="4693800" y="3582400"/>
                <a:ext cx="17275" cy="58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2346" extrusionOk="0">
                    <a:moveTo>
                      <a:pt x="163" y="1"/>
                    </a:moveTo>
                    <a:lnTo>
                      <a:pt x="1" y="116"/>
                    </a:lnTo>
                    <a:cubicBezTo>
                      <a:pt x="488" y="793"/>
                      <a:pt x="401" y="1914"/>
                      <a:pt x="365" y="2231"/>
                    </a:cubicBezTo>
                    <a:cubicBezTo>
                      <a:pt x="357" y="2282"/>
                      <a:pt x="353" y="2314"/>
                      <a:pt x="353" y="2314"/>
                    </a:cubicBezTo>
                    <a:lnTo>
                      <a:pt x="551" y="2346"/>
                    </a:lnTo>
                    <a:cubicBezTo>
                      <a:pt x="551" y="2338"/>
                      <a:pt x="555" y="2298"/>
                      <a:pt x="563" y="2239"/>
                    </a:cubicBezTo>
                    <a:cubicBezTo>
                      <a:pt x="603" y="1886"/>
                      <a:pt x="690" y="734"/>
                      <a:pt x="16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930;p41">
                <a:extLst>
                  <a:ext uri="{FF2B5EF4-FFF2-40B4-BE49-F238E27FC236}">
                    <a16:creationId xmlns:a16="http://schemas.microsoft.com/office/drawing/2014/main" id="{A775599F-3F94-D04E-B7A7-E45B55F9FDDA}"/>
                  </a:ext>
                </a:extLst>
              </p:cNvPr>
              <p:cNvSpPr/>
              <p:nvPr/>
            </p:nvSpPr>
            <p:spPr>
              <a:xfrm>
                <a:off x="4677875" y="3387050"/>
                <a:ext cx="2700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56" extrusionOk="0">
                    <a:moveTo>
                      <a:pt x="79" y="0"/>
                    </a:moveTo>
                    <a:lnTo>
                      <a:pt x="0" y="56"/>
                    </a:lnTo>
                    <a:cubicBezTo>
                      <a:pt x="36" y="48"/>
                      <a:pt x="71" y="44"/>
                      <a:pt x="107" y="36"/>
                    </a:cubicBezTo>
                    <a:cubicBezTo>
                      <a:pt x="91" y="12"/>
                      <a:pt x="83" y="0"/>
                      <a:pt x="79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931;p41">
                <a:extLst>
                  <a:ext uri="{FF2B5EF4-FFF2-40B4-BE49-F238E27FC236}">
                    <a16:creationId xmlns:a16="http://schemas.microsoft.com/office/drawing/2014/main" id="{2DB79EAB-6D8E-E942-9A6A-58DF9DAC1FFD}"/>
                  </a:ext>
                </a:extLst>
              </p:cNvPr>
              <p:cNvSpPr/>
              <p:nvPr/>
            </p:nvSpPr>
            <p:spPr>
              <a:xfrm>
                <a:off x="4675875" y="3387925"/>
                <a:ext cx="75400" cy="74500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980" extrusionOk="0">
                    <a:moveTo>
                      <a:pt x="187" y="1"/>
                    </a:moveTo>
                    <a:cubicBezTo>
                      <a:pt x="151" y="9"/>
                      <a:pt x="116" y="13"/>
                      <a:pt x="80" y="21"/>
                    </a:cubicBezTo>
                    <a:lnTo>
                      <a:pt x="1" y="80"/>
                    </a:lnTo>
                    <a:cubicBezTo>
                      <a:pt x="13" y="100"/>
                      <a:pt x="1352" y="1930"/>
                      <a:pt x="2904" y="2979"/>
                    </a:cubicBezTo>
                    <a:lnTo>
                      <a:pt x="3015" y="2813"/>
                    </a:lnTo>
                    <a:cubicBezTo>
                      <a:pt x="1613" y="1866"/>
                      <a:pt x="385" y="262"/>
                      <a:pt x="1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932;p41">
                <a:extLst>
                  <a:ext uri="{FF2B5EF4-FFF2-40B4-BE49-F238E27FC236}">
                    <a16:creationId xmlns:a16="http://schemas.microsoft.com/office/drawing/2014/main" id="{F98AAEE8-7D48-B04D-B082-3399AA7FFBB2}"/>
                  </a:ext>
                </a:extLst>
              </p:cNvPr>
              <p:cNvSpPr/>
              <p:nvPr/>
            </p:nvSpPr>
            <p:spPr>
              <a:xfrm>
                <a:off x="4641225" y="3677775"/>
                <a:ext cx="151625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6065" h="5178" extrusionOk="0">
                    <a:moveTo>
                      <a:pt x="3102" y="0"/>
                    </a:moveTo>
                    <a:cubicBezTo>
                      <a:pt x="2999" y="0"/>
                      <a:pt x="2892" y="4"/>
                      <a:pt x="2789" y="16"/>
                    </a:cubicBezTo>
                    <a:cubicBezTo>
                      <a:pt x="1189" y="167"/>
                      <a:pt x="1" y="1442"/>
                      <a:pt x="135" y="2864"/>
                    </a:cubicBezTo>
                    <a:cubicBezTo>
                      <a:pt x="262" y="4195"/>
                      <a:pt x="1498" y="5177"/>
                      <a:pt x="2963" y="5177"/>
                    </a:cubicBezTo>
                    <a:cubicBezTo>
                      <a:pt x="3066" y="5177"/>
                      <a:pt x="3173" y="5173"/>
                      <a:pt x="3276" y="5165"/>
                    </a:cubicBezTo>
                    <a:cubicBezTo>
                      <a:pt x="4876" y="5011"/>
                      <a:pt x="6065" y="3735"/>
                      <a:pt x="5930" y="2313"/>
                    </a:cubicBezTo>
                    <a:cubicBezTo>
                      <a:pt x="5803" y="986"/>
                      <a:pt x="4568" y="0"/>
                      <a:pt x="31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933;p41">
                <a:extLst>
                  <a:ext uri="{FF2B5EF4-FFF2-40B4-BE49-F238E27FC236}">
                    <a16:creationId xmlns:a16="http://schemas.microsoft.com/office/drawing/2014/main" id="{4127D560-64F2-A543-A0BD-43B3F9696E2C}"/>
                  </a:ext>
                </a:extLst>
              </p:cNvPr>
              <p:cNvSpPr/>
              <p:nvPr/>
            </p:nvSpPr>
            <p:spPr>
              <a:xfrm>
                <a:off x="4969200" y="3624100"/>
                <a:ext cx="1474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898" h="5178" extrusionOk="0">
                    <a:moveTo>
                      <a:pt x="3022" y="0"/>
                    </a:moveTo>
                    <a:cubicBezTo>
                      <a:pt x="2919" y="0"/>
                      <a:pt x="2816" y="4"/>
                      <a:pt x="2713" y="16"/>
                    </a:cubicBezTo>
                    <a:cubicBezTo>
                      <a:pt x="1905" y="92"/>
                      <a:pt x="1204" y="452"/>
                      <a:pt x="725" y="975"/>
                    </a:cubicBezTo>
                    <a:cubicBezTo>
                      <a:pt x="1133" y="1121"/>
                      <a:pt x="1414" y="1181"/>
                      <a:pt x="1422" y="1181"/>
                    </a:cubicBezTo>
                    <a:lnTo>
                      <a:pt x="1458" y="1189"/>
                    </a:lnTo>
                    <a:lnTo>
                      <a:pt x="1481" y="1216"/>
                    </a:lnTo>
                    <a:cubicBezTo>
                      <a:pt x="2690" y="2848"/>
                      <a:pt x="3949" y="3672"/>
                      <a:pt x="5224" y="3672"/>
                    </a:cubicBezTo>
                    <a:cubicBezTo>
                      <a:pt x="5276" y="3672"/>
                      <a:pt x="5327" y="3668"/>
                      <a:pt x="5379" y="3668"/>
                    </a:cubicBezTo>
                    <a:cubicBezTo>
                      <a:pt x="5446" y="3664"/>
                      <a:pt x="5514" y="3656"/>
                      <a:pt x="5581" y="3648"/>
                    </a:cubicBezTo>
                    <a:cubicBezTo>
                      <a:pt x="5795" y="3244"/>
                      <a:pt x="5898" y="2789"/>
                      <a:pt x="5850" y="2314"/>
                    </a:cubicBezTo>
                    <a:cubicBezTo>
                      <a:pt x="5724" y="987"/>
                      <a:pt x="4492" y="0"/>
                      <a:pt x="3022" y="0"/>
                    </a:cubicBezTo>
                    <a:close/>
                    <a:moveTo>
                      <a:pt x="586" y="1137"/>
                    </a:moveTo>
                    <a:cubicBezTo>
                      <a:pt x="202" y="1628"/>
                      <a:pt x="0" y="2230"/>
                      <a:pt x="60" y="2864"/>
                    </a:cubicBezTo>
                    <a:cubicBezTo>
                      <a:pt x="186" y="4191"/>
                      <a:pt x="1422" y="5177"/>
                      <a:pt x="2888" y="5177"/>
                    </a:cubicBezTo>
                    <a:cubicBezTo>
                      <a:pt x="2991" y="5177"/>
                      <a:pt x="3094" y="5173"/>
                      <a:pt x="3200" y="5161"/>
                    </a:cubicBezTo>
                    <a:cubicBezTo>
                      <a:pt x="4171" y="5070"/>
                      <a:pt x="4991" y="4563"/>
                      <a:pt x="5454" y="3862"/>
                    </a:cubicBezTo>
                    <a:cubicBezTo>
                      <a:pt x="5434" y="3862"/>
                      <a:pt x="5411" y="3862"/>
                      <a:pt x="5387" y="3866"/>
                    </a:cubicBezTo>
                    <a:cubicBezTo>
                      <a:pt x="5331" y="3866"/>
                      <a:pt x="5276" y="3870"/>
                      <a:pt x="5221" y="3870"/>
                    </a:cubicBezTo>
                    <a:cubicBezTo>
                      <a:pt x="3890" y="3870"/>
                      <a:pt x="2583" y="3027"/>
                      <a:pt x="1343" y="1367"/>
                    </a:cubicBezTo>
                    <a:cubicBezTo>
                      <a:pt x="1244" y="1343"/>
                      <a:pt x="959" y="1276"/>
                      <a:pt x="586" y="1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934;p41">
                <a:extLst>
                  <a:ext uri="{FF2B5EF4-FFF2-40B4-BE49-F238E27FC236}">
                    <a16:creationId xmlns:a16="http://schemas.microsoft.com/office/drawing/2014/main" id="{60818971-C7E4-D840-B19E-9E372D504651}"/>
                  </a:ext>
                </a:extLst>
              </p:cNvPr>
              <p:cNvSpPr/>
              <p:nvPr/>
            </p:nvSpPr>
            <p:spPr>
              <a:xfrm>
                <a:off x="4983850" y="3648450"/>
                <a:ext cx="124875" cy="72425"/>
              </a:xfrm>
              <a:custGeom>
                <a:avLst/>
                <a:gdLst/>
                <a:ahLst/>
                <a:cxnLst/>
                <a:rect l="l" t="t" r="r" b="b"/>
                <a:pathLst>
                  <a:path w="4995" h="2897" extrusionOk="0">
                    <a:moveTo>
                      <a:pt x="139" y="1"/>
                    </a:moveTo>
                    <a:cubicBezTo>
                      <a:pt x="91" y="56"/>
                      <a:pt x="44" y="108"/>
                      <a:pt x="0" y="163"/>
                    </a:cubicBezTo>
                    <a:cubicBezTo>
                      <a:pt x="373" y="302"/>
                      <a:pt x="658" y="369"/>
                      <a:pt x="757" y="393"/>
                    </a:cubicBezTo>
                    <a:cubicBezTo>
                      <a:pt x="1997" y="2053"/>
                      <a:pt x="3304" y="2896"/>
                      <a:pt x="4635" y="2896"/>
                    </a:cubicBezTo>
                    <a:cubicBezTo>
                      <a:pt x="4690" y="2896"/>
                      <a:pt x="4745" y="2892"/>
                      <a:pt x="4801" y="2892"/>
                    </a:cubicBezTo>
                    <a:cubicBezTo>
                      <a:pt x="4825" y="2888"/>
                      <a:pt x="4848" y="2888"/>
                      <a:pt x="4868" y="2888"/>
                    </a:cubicBezTo>
                    <a:cubicBezTo>
                      <a:pt x="4916" y="2817"/>
                      <a:pt x="4955" y="2746"/>
                      <a:pt x="4995" y="2674"/>
                    </a:cubicBezTo>
                    <a:lnTo>
                      <a:pt x="4995" y="2674"/>
                    </a:lnTo>
                    <a:cubicBezTo>
                      <a:pt x="4928" y="2682"/>
                      <a:pt x="4860" y="2690"/>
                      <a:pt x="4793" y="2694"/>
                    </a:cubicBezTo>
                    <a:cubicBezTo>
                      <a:pt x="4741" y="2694"/>
                      <a:pt x="4690" y="2698"/>
                      <a:pt x="4638" y="2698"/>
                    </a:cubicBezTo>
                    <a:cubicBezTo>
                      <a:pt x="3363" y="2698"/>
                      <a:pt x="2104" y="1874"/>
                      <a:pt x="895" y="242"/>
                    </a:cubicBezTo>
                    <a:lnTo>
                      <a:pt x="872" y="215"/>
                    </a:lnTo>
                    <a:lnTo>
                      <a:pt x="836" y="207"/>
                    </a:lnTo>
                    <a:cubicBezTo>
                      <a:pt x="828" y="207"/>
                      <a:pt x="547" y="147"/>
                      <a:pt x="13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935;p41">
                <a:extLst>
                  <a:ext uri="{FF2B5EF4-FFF2-40B4-BE49-F238E27FC236}">
                    <a16:creationId xmlns:a16="http://schemas.microsoft.com/office/drawing/2014/main" id="{DF5C3907-092D-C247-81FB-6840E30789F2}"/>
                  </a:ext>
                </a:extLst>
              </p:cNvPr>
              <p:cNvSpPr/>
              <p:nvPr/>
            </p:nvSpPr>
            <p:spPr>
              <a:xfrm>
                <a:off x="4705600" y="3629600"/>
                <a:ext cx="65075" cy="62200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88" extrusionOk="0">
                    <a:moveTo>
                      <a:pt x="1301" y="1"/>
                    </a:moveTo>
                    <a:cubicBezTo>
                      <a:pt x="1263" y="1"/>
                      <a:pt x="1224" y="3"/>
                      <a:pt x="1185" y="6"/>
                    </a:cubicBezTo>
                    <a:cubicBezTo>
                      <a:pt x="499" y="74"/>
                      <a:pt x="0" y="680"/>
                      <a:pt x="64" y="1361"/>
                    </a:cubicBezTo>
                    <a:cubicBezTo>
                      <a:pt x="127" y="2007"/>
                      <a:pt x="669" y="2487"/>
                      <a:pt x="1302" y="2487"/>
                    </a:cubicBezTo>
                    <a:cubicBezTo>
                      <a:pt x="1340" y="2487"/>
                      <a:pt x="1379" y="2485"/>
                      <a:pt x="1418" y="2482"/>
                    </a:cubicBezTo>
                    <a:cubicBezTo>
                      <a:pt x="2103" y="2414"/>
                      <a:pt x="2603" y="1808"/>
                      <a:pt x="2539" y="1127"/>
                    </a:cubicBezTo>
                    <a:cubicBezTo>
                      <a:pt x="2476" y="481"/>
                      <a:pt x="1934" y="1"/>
                      <a:pt x="13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936;p41">
                <a:extLst>
                  <a:ext uri="{FF2B5EF4-FFF2-40B4-BE49-F238E27FC236}">
                    <a16:creationId xmlns:a16="http://schemas.microsoft.com/office/drawing/2014/main" id="{E52C7184-6D1F-9248-B7E1-3566B1DE4730}"/>
                  </a:ext>
                </a:extLst>
              </p:cNvPr>
              <p:cNvSpPr/>
              <p:nvPr/>
            </p:nvSpPr>
            <p:spPr>
              <a:xfrm>
                <a:off x="4961675" y="3591000"/>
                <a:ext cx="65075" cy="62100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84" extrusionOk="0">
                    <a:moveTo>
                      <a:pt x="1301" y="0"/>
                    </a:moveTo>
                    <a:cubicBezTo>
                      <a:pt x="1262" y="0"/>
                      <a:pt x="1223" y="2"/>
                      <a:pt x="1184" y="5"/>
                    </a:cubicBezTo>
                    <a:cubicBezTo>
                      <a:pt x="499" y="69"/>
                      <a:pt x="0" y="675"/>
                      <a:pt x="63" y="1360"/>
                    </a:cubicBezTo>
                    <a:cubicBezTo>
                      <a:pt x="123" y="2000"/>
                      <a:pt x="665" y="2483"/>
                      <a:pt x="1296" y="2483"/>
                    </a:cubicBezTo>
                    <a:cubicBezTo>
                      <a:pt x="1336" y="2483"/>
                      <a:pt x="1377" y="2481"/>
                      <a:pt x="1418" y="2477"/>
                    </a:cubicBezTo>
                    <a:cubicBezTo>
                      <a:pt x="2099" y="2414"/>
                      <a:pt x="2602" y="1808"/>
                      <a:pt x="2539" y="1126"/>
                    </a:cubicBezTo>
                    <a:cubicBezTo>
                      <a:pt x="2476" y="481"/>
                      <a:pt x="1933" y="0"/>
                      <a:pt x="13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937;p41">
                <a:extLst>
                  <a:ext uri="{FF2B5EF4-FFF2-40B4-BE49-F238E27FC236}">
                    <a16:creationId xmlns:a16="http://schemas.microsoft.com/office/drawing/2014/main" id="{2BE6CD60-0B53-744A-A41C-5C3A933D04B2}"/>
                  </a:ext>
                </a:extLst>
              </p:cNvPr>
              <p:cNvSpPr/>
              <p:nvPr/>
            </p:nvSpPr>
            <p:spPr>
              <a:xfrm>
                <a:off x="4756200" y="3659600"/>
                <a:ext cx="264400" cy="143325"/>
              </a:xfrm>
              <a:custGeom>
                <a:avLst/>
                <a:gdLst/>
                <a:ahLst/>
                <a:cxnLst/>
                <a:rect l="l" t="t" r="r" b="b"/>
                <a:pathLst>
                  <a:path w="10576" h="5733" extrusionOk="0">
                    <a:moveTo>
                      <a:pt x="9602" y="0"/>
                    </a:moveTo>
                    <a:cubicBezTo>
                      <a:pt x="8977" y="0"/>
                      <a:pt x="8273" y="554"/>
                      <a:pt x="7807" y="834"/>
                    </a:cubicBezTo>
                    <a:cubicBezTo>
                      <a:pt x="7775" y="854"/>
                      <a:pt x="7744" y="874"/>
                      <a:pt x="7712" y="890"/>
                    </a:cubicBezTo>
                    <a:cubicBezTo>
                      <a:pt x="7661" y="921"/>
                      <a:pt x="7609" y="945"/>
                      <a:pt x="7558" y="977"/>
                    </a:cubicBezTo>
                    <a:cubicBezTo>
                      <a:pt x="6686" y="1448"/>
                      <a:pt x="5716" y="1741"/>
                      <a:pt x="4730" y="1832"/>
                    </a:cubicBezTo>
                    <a:cubicBezTo>
                      <a:pt x="4666" y="1840"/>
                      <a:pt x="4607" y="1848"/>
                      <a:pt x="4547" y="1852"/>
                    </a:cubicBezTo>
                    <a:cubicBezTo>
                      <a:pt x="4369" y="1864"/>
                      <a:pt x="4190" y="1871"/>
                      <a:pt x="4012" y="1871"/>
                    </a:cubicBezTo>
                    <a:cubicBezTo>
                      <a:pt x="3560" y="1871"/>
                      <a:pt x="3109" y="1830"/>
                      <a:pt x="2666" y="1745"/>
                    </a:cubicBezTo>
                    <a:cubicBezTo>
                      <a:pt x="2472" y="1710"/>
                      <a:pt x="2274" y="1666"/>
                      <a:pt x="2068" y="1622"/>
                    </a:cubicBezTo>
                    <a:cubicBezTo>
                      <a:pt x="2008" y="1610"/>
                      <a:pt x="1953" y="1603"/>
                      <a:pt x="1894" y="1591"/>
                    </a:cubicBezTo>
                    <a:cubicBezTo>
                      <a:pt x="1688" y="1553"/>
                      <a:pt x="1484" y="1526"/>
                      <a:pt x="1290" y="1526"/>
                    </a:cubicBezTo>
                    <a:cubicBezTo>
                      <a:pt x="803" y="1526"/>
                      <a:pt x="384" y="1696"/>
                      <a:pt x="182" y="2300"/>
                    </a:cubicBezTo>
                    <a:cubicBezTo>
                      <a:pt x="0" y="2842"/>
                      <a:pt x="155" y="3448"/>
                      <a:pt x="448" y="3936"/>
                    </a:cubicBezTo>
                    <a:cubicBezTo>
                      <a:pt x="670" y="4308"/>
                      <a:pt x="943" y="4609"/>
                      <a:pt x="1256" y="4854"/>
                    </a:cubicBezTo>
                    <a:cubicBezTo>
                      <a:pt x="1307" y="4898"/>
                      <a:pt x="1359" y="4934"/>
                      <a:pt x="1414" y="4973"/>
                    </a:cubicBezTo>
                    <a:cubicBezTo>
                      <a:pt x="2184" y="5512"/>
                      <a:pt x="3166" y="5733"/>
                      <a:pt x="4176" y="5733"/>
                    </a:cubicBezTo>
                    <a:cubicBezTo>
                      <a:pt x="4568" y="5733"/>
                      <a:pt x="4965" y="5700"/>
                      <a:pt x="5355" y="5639"/>
                    </a:cubicBezTo>
                    <a:cubicBezTo>
                      <a:pt x="5415" y="5631"/>
                      <a:pt x="5474" y="5619"/>
                      <a:pt x="5534" y="5611"/>
                    </a:cubicBezTo>
                    <a:cubicBezTo>
                      <a:pt x="6421" y="5453"/>
                      <a:pt x="7268" y="5151"/>
                      <a:pt x="7946" y="4779"/>
                    </a:cubicBezTo>
                    <a:cubicBezTo>
                      <a:pt x="8342" y="4557"/>
                      <a:pt x="8726" y="4312"/>
                      <a:pt x="9075" y="4031"/>
                    </a:cubicBezTo>
                    <a:cubicBezTo>
                      <a:pt x="9122" y="3995"/>
                      <a:pt x="9170" y="3959"/>
                      <a:pt x="9213" y="3916"/>
                    </a:cubicBezTo>
                    <a:cubicBezTo>
                      <a:pt x="10013" y="3234"/>
                      <a:pt x="10576" y="2363"/>
                      <a:pt x="10564" y="1203"/>
                    </a:cubicBezTo>
                    <a:cubicBezTo>
                      <a:pt x="10560" y="985"/>
                      <a:pt x="10528" y="767"/>
                      <a:pt x="10445" y="577"/>
                    </a:cubicBezTo>
                    <a:cubicBezTo>
                      <a:pt x="10350" y="355"/>
                      <a:pt x="10196" y="169"/>
                      <a:pt x="9946" y="66"/>
                    </a:cubicBezTo>
                    <a:cubicBezTo>
                      <a:pt x="9836" y="20"/>
                      <a:pt x="9720" y="0"/>
                      <a:pt x="96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938;p41">
                <a:extLst>
                  <a:ext uri="{FF2B5EF4-FFF2-40B4-BE49-F238E27FC236}">
                    <a16:creationId xmlns:a16="http://schemas.microsoft.com/office/drawing/2014/main" id="{C34D98FD-DBA8-084A-97B0-859C31D017EE}"/>
                  </a:ext>
                </a:extLst>
              </p:cNvPr>
              <p:cNvSpPr/>
              <p:nvPr/>
            </p:nvSpPr>
            <p:spPr>
              <a:xfrm>
                <a:off x="4869875" y="3705400"/>
                <a:ext cx="24675" cy="95175"/>
              </a:xfrm>
              <a:custGeom>
                <a:avLst/>
                <a:gdLst/>
                <a:ahLst/>
                <a:cxnLst/>
                <a:rect l="l" t="t" r="r" b="b"/>
                <a:pathLst>
                  <a:path w="987" h="3807" extrusionOk="0">
                    <a:moveTo>
                      <a:pt x="183" y="0"/>
                    </a:moveTo>
                    <a:cubicBezTo>
                      <a:pt x="119" y="8"/>
                      <a:pt x="60" y="16"/>
                      <a:pt x="0" y="20"/>
                    </a:cubicBezTo>
                    <a:cubicBezTo>
                      <a:pt x="238" y="1149"/>
                      <a:pt x="650" y="3102"/>
                      <a:pt x="808" y="3807"/>
                    </a:cubicBezTo>
                    <a:cubicBezTo>
                      <a:pt x="868" y="3799"/>
                      <a:pt x="927" y="3787"/>
                      <a:pt x="987" y="3779"/>
                    </a:cubicBezTo>
                    <a:cubicBezTo>
                      <a:pt x="844" y="3157"/>
                      <a:pt x="480" y="1426"/>
                      <a:pt x="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939;p41">
                <a:extLst>
                  <a:ext uri="{FF2B5EF4-FFF2-40B4-BE49-F238E27FC236}">
                    <a16:creationId xmlns:a16="http://schemas.microsoft.com/office/drawing/2014/main" id="{4177FF2C-EE22-DE4D-8162-68427A272A47}"/>
                  </a:ext>
                </a:extLst>
              </p:cNvPr>
              <p:cNvSpPr/>
              <p:nvPr/>
            </p:nvSpPr>
            <p:spPr>
              <a:xfrm>
                <a:off x="4945125" y="3681825"/>
                <a:ext cx="41425" cy="78550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3142" extrusionOk="0">
                    <a:moveTo>
                      <a:pt x="155" y="1"/>
                    </a:moveTo>
                    <a:cubicBezTo>
                      <a:pt x="104" y="32"/>
                      <a:pt x="52" y="56"/>
                      <a:pt x="1" y="88"/>
                    </a:cubicBezTo>
                    <a:lnTo>
                      <a:pt x="1518" y="3142"/>
                    </a:lnTo>
                    <a:cubicBezTo>
                      <a:pt x="1565" y="3106"/>
                      <a:pt x="1613" y="3070"/>
                      <a:pt x="1656" y="3027"/>
                    </a:cubicBezTo>
                    <a:lnTo>
                      <a:pt x="1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940;p41">
                <a:extLst>
                  <a:ext uri="{FF2B5EF4-FFF2-40B4-BE49-F238E27FC236}">
                    <a16:creationId xmlns:a16="http://schemas.microsoft.com/office/drawing/2014/main" id="{761C0AB0-7FE0-C548-B719-474E7857C22C}"/>
                  </a:ext>
                </a:extLst>
              </p:cNvPr>
              <p:cNvSpPr/>
              <p:nvPr/>
            </p:nvSpPr>
            <p:spPr>
              <a:xfrm>
                <a:off x="4787575" y="3699350"/>
                <a:ext cx="20325" cy="8460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3384" extrusionOk="0">
                    <a:moveTo>
                      <a:pt x="639" y="1"/>
                    </a:moveTo>
                    <a:lnTo>
                      <a:pt x="1" y="3264"/>
                    </a:lnTo>
                    <a:cubicBezTo>
                      <a:pt x="52" y="3308"/>
                      <a:pt x="104" y="3344"/>
                      <a:pt x="159" y="3383"/>
                    </a:cubicBezTo>
                    <a:lnTo>
                      <a:pt x="813" y="32"/>
                    </a:lnTo>
                    <a:cubicBezTo>
                      <a:pt x="753" y="20"/>
                      <a:pt x="698" y="13"/>
                      <a:pt x="6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941;p41">
                <a:extLst>
                  <a:ext uri="{FF2B5EF4-FFF2-40B4-BE49-F238E27FC236}">
                    <a16:creationId xmlns:a16="http://schemas.microsoft.com/office/drawing/2014/main" id="{7915A952-3446-3142-B8D7-EED844978AEF}"/>
                  </a:ext>
                </a:extLst>
              </p:cNvPr>
              <p:cNvSpPr/>
              <p:nvPr/>
            </p:nvSpPr>
            <p:spPr>
              <a:xfrm>
                <a:off x="5093750" y="3403325"/>
                <a:ext cx="339675" cy="271900"/>
              </a:xfrm>
              <a:custGeom>
                <a:avLst/>
                <a:gdLst/>
                <a:ahLst/>
                <a:cxnLst/>
                <a:rect l="l" t="t" r="r" b="b"/>
                <a:pathLst>
                  <a:path w="13587" h="10876" extrusionOk="0">
                    <a:moveTo>
                      <a:pt x="8026" y="0"/>
                    </a:moveTo>
                    <a:cubicBezTo>
                      <a:pt x="7283" y="0"/>
                      <a:pt x="6343" y="1045"/>
                      <a:pt x="6572" y="2660"/>
                    </a:cubicBezTo>
                    <a:cubicBezTo>
                      <a:pt x="6084" y="858"/>
                      <a:pt x="5201" y="168"/>
                      <a:pt x="4531" y="168"/>
                    </a:cubicBezTo>
                    <a:cubicBezTo>
                      <a:pt x="3547" y="168"/>
                      <a:pt x="3025" y="1659"/>
                      <a:pt x="4898" y="3307"/>
                    </a:cubicBezTo>
                    <a:lnTo>
                      <a:pt x="4898" y="3307"/>
                    </a:lnTo>
                    <a:cubicBezTo>
                      <a:pt x="4364" y="2879"/>
                      <a:pt x="3133" y="1986"/>
                      <a:pt x="2122" y="1986"/>
                    </a:cubicBezTo>
                    <a:cubicBezTo>
                      <a:pt x="1894" y="1986"/>
                      <a:pt x="1677" y="2031"/>
                      <a:pt x="1482" y="2138"/>
                    </a:cubicBezTo>
                    <a:cubicBezTo>
                      <a:pt x="163" y="3001"/>
                      <a:pt x="2615" y="3936"/>
                      <a:pt x="4096" y="4574"/>
                    </a:cubicBezTo>
                    <a:cubicBezTo>
                      <a:pt x="3794" y="4530"/>
                      <a:pt x="3511" y="4510"/>
                      <a:pt x="3249" y="4510"/>
                    </a:cubicBezTo>
                    <a:cubicBezTo>
                      <a:pt x="366" y="4510"/>
                      <a:pt x="0" y="6921"/>
                      <a:pt x="2856" y="6921"/>
                    </a:cubicBezTo>
                    <a:cubicBezTo>
                      <a:pt x="3295" y="6921"/>
                      <a:pt x="3811" y="6864"/>
                      <a:pt x="4405" y="6732"/>
                    </a:cubicBezTo>
                    <a:lnTo>
                      <a:pt x="4405" y="6732"/>
                    </a:lnTo>
                    <a:cubicBezTo>
                      <a:pt x="1515" y="7835"/>
                      <a:pt x="2104" y="10342"/>
                      <a:pt x="3556" y="10342"/>
                    </a:cubicBezTo>
                    <a:cubicBezTo>
                      <a:pt x="4185" y="10342"/>
                      <a:pt x="4976" y="9871"/>
                      <a:pt x="5716" y="8610"/>
                    </a:cubicBezTo>
                    <a:lnTo>
                      <a:pt x="5716" y="8610"/>
                    </a:lnTo>
                    <a:cubicBezTo>
                      <a:pt x="5247" y="10176"/>
                      <a:pt x="5528" y="10814"/>
                      <a:pt x="5982" y="10814"/>
                    </a:cubicBezTo>
                    <a:cubicBezTo>
                      <a:pt x="6466" y="10814"/>
                      <a:pt x="7147" y="10087"/>
                      <a:pt x="7321" y="8985"/>
                    </a:cubicBezTo>
                    <a:lnTo>
                      <a:pt x="7321" y="8985"/>
                    </a:lnTo>
                    <a:cubicBezTo>
                      <a:pt x="7445" y="10184"/>
                      <a:pt x="8205" y="10875"/>
                      <a:pt x="8836" y="10875"/>
                    </a:cubicBezTo>
                    <a:cubicBezTo>
                      <a:pt x="9512" y="10875"/>
                      <a:pt x="10040" y="10084"/>
                      <a:pt x="9483" y="8277"/>
                    </a:cubicBezTo>
                    <a:lnTo>
                      <a:pt x="9483" y="8277"/>
                    </a:lnTo>
                    <a:cubicBezTo>
                      <a:pt x="9685" y="8578"/>
                      <a:pt x="10224" y="9287"/>
                      <a:pt x="11147" y="9505"/>
                    </a:cubicBezTo>
                    <a:cubicBezTo>
                      <a:pt x="11348" y="9568"/>
                      <a:pt x="11546" y="9600"/>
                      <a:pt x="11730" y="9600"/>
                    </a:cubicBezTo>
                    <a:cubicBezTo>
                      <a:pt x="12445" y="9600"/>
                      <a:pt x="12956" y="9122"/>
                      <a:pt x="12628" y="8146"/>
                    </a:cubicBezTo>
                    <a:cubicBezTo>
                      <a:pt x="12149" y="6720"/>
                      <a:pt x="9673" y="6411"/>
                      <a:pt x="9709" y="6293"/>
                    </a:cubicBezTo>
                    <a:cubicBezTo>
                      <a:pt x="9712" y="6282"/>
                      <a:pt x="9736" y="6277"/>
                      <a:pt x="9778" y="6277"/>
                    </a:cubicBezTo>
                    <a:cubicBezTo>
                      <a:pt x="9949" y="6277"/>
                      <a:pt x="10415" y="6359"/>
                      <a:pt x="10937" y="6455"/>
                    </a:cubicBezTo>
                    <a:cubicBezTo>
                      <a:pt x="11486" y="6553"/>
                      <a:pt x="11770" y="6615"/>
                      <a:pt x="12024" y="6615"/>
                    </a:cubicBezTo>
                    <a:cubicBezTo>
                      <a:pt x="12128" y="6615"/>
                      <a:pt x="12228" y="6605"/>
                      <a:pt x="12339" y="6582"/>
                    </a:cubicBezTo>
                    <a:cubicBezTo>
                      <a:pt x="12529" y="6542"/>
                      <a:pt x="12842" y="6475"/>
                      <a:pt x="13123" y="6213"/>
                    </a:cubicBezTo>
                    <a:cubicBezTo>
                      <a:pt x="13139" y="6197"/>
                      <a:pt x="13155" y="6182"/>
                      <a:pt x="13171" y="6166"/>
                    </a:cubicBezTo>
                    <a:cubicBezTo>
                      <a:pt x="13587" y="5734"/>
                      <a:pt x="13587" y="5049"/>
                      <a:pt x="13195" y="4593"/>
                    </a:cubicBezTo>
                    <a:cubicBezTo>
                      <a:pt x="12961" y="4320"/>
                      <a:pt x="12731" y="4181"/>
                      <a:pt x="12589" y="4114"/>
                    </a:cubicBezTo>
                    <a:cubicBezTo>
                      <a:pt x="12573" y="4106"/>
                      <a:pt x="12557" y="4098"/>
                      <a:pt x="12537" y="4090"/>
                    </a:cubicBezTo>
                    <a:cubicBezTo>
                      <a:pt x="12394" y="4030"/>
                      <a:pt x="12008" y="3905"/>
                      <a:pt x="11500" y="3905"/>
                    </a:cubicBezTo>
                    <a:cubicBezTo>
                      <a:pt x="11279" y="3905"/>
                      <a:pt x="11035" y="3929"/>
                      <a:pt x="10778" y="3991"/>
                    </a:cubicBezTo>
                    <a:cubicBezTo>
                      <a:pt x="10485" y="4061"/>
                      <a:pt x="10231" y="4168"/>
                      <a:pt x="10019" y="4283"/>
                    </a:cubicBezTo>
                    <a:lnTo>
                      <a:pt x="10019" y="4283"/>
                    </a:lnTo>
                    <a:cubicBezTo>
                      <a:pt x="11322" y="3306"/>
                      <a:pt x="11988" y="2379"/>
                      <a:pt x="11757" y="1825"/>
                    </a:cubicBezTo>
                    <a:cubicBezTo>
                      <a:pt x="11583" y="1405"/>
                      <a:pt x="10937" y="1318"/>
                      <a:pt x="10866" y="1306"/>
                    </a:cubicBezTo>
                    <a:cubicBezTo>
                      <a:pt x="10803" y="1298"/>
                      <a:pt x="10740" y="1294"/>
                      <a:pt x="10677" y="1294"/>
                    </a:cubicBezTo>
                    <a:cubicBezTo>
                      <a:pt x="9817" y="1294"/>
                      <a:pt x="8894" y="2038"/>
                      <a:pt x="8422" y="3278"/>
                    </a:cubicBezTo>
                    <a:cubicBezTo>
                      <a:pt x="9266" y="955"/>
                      <a:pt x="8736" y="0"/>
                      <a:pt x="80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942;p41">
                <a:extLst>
                  <a:ext uri="{FF2B5EF4-FFF2-40B4-BE49-F238E27FC236}">
                    <a16:creationId xmlns:a16="http://schemas.microsoft.com/office/drawing/2014/main" id="{1F8BC69D-068C-7146-BE5A-9E8CCC8E32AC}"/>
                  </a:ext>
                </a:extLst>
              </p:cNvPr>
              <p:cNvSpPr/>
              <p:nvPr/>
            </p:nvSpPr>
            <p:spPr>
              <a:xfrm>
                <a:off x="4447450" y="3883925"/>
                <a:ext cx="362825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3" h="7753" extrusionOk="0">
                    <a:moveTo>
                      <a:pt x="4662" y="0"/>
                    </a:moveTo>
                    <a:cubicBezTo>
                      <a:pt x="2181" y="0"/>
                      <a:pt x="0" y="757"/>
                      <a:pt x="0" y="757"/>
                    </a:cubicBezTo>
                    <a:cubicBezTo>
                      <a:pt x="99" y="5071"/>
                      <a:pt x="6322" y="5356"/>
                      <a:pt x="6322" y="5356"/>
                    </a:cubicBezTo>
                    <a:lnTo>
                      <a:pt x="5363" y="6889"/>
                    </a:lnTo>
                    <a:lnTo>
                      <a:pt x="8199" y="7752"/>
                    </a:lnTo>
                    <a:lnTo>
                      <a:pt x="11400" y="4639"/>
                    </a:lnTo>
                    <a:cubicBezTo>
                      <a:pt x="13166" y="4568"/>
                      <a:pt x="14513" y="3478"/>
                      <a:pt x="14513" y="3478"/>
                    </a:cubicBezTo>
                    <a:cubicBezTo>
                      <a:pt x="13436" y="1304"/>
                      <a:pt x="8088" y="627"/>
                      <a:pt x="8088" y="627"/>
                    </a:cubicBezTo>
                    <a:cubicBezTo>
                      <a:pt x="7005" y="160"/>
                      <a:pt x="5802" y="0"/>
                      <a:pt x="4662" y="0"/>
                    </a:cubicBezTo>
                    <a:close/>
                  </a:path>
                </a:pathLst>
              </a:custGeom>
              <a:solidFill>
                <a:srgbClr val="6E61F4">
                  <a:alpha val="487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943;p41">
                <a:extLst>
                  <a:ext uri="{FF2B5EF4-FFF2-40B4-BE49-F238E27FC236}">
                    <a16:creationId xmlns:a16="http://schemas.microsoft.com/office/drawing/2014/main" id="{38B74B24-87EB-4D41-92EC-803FB41A63A0}"/>
                  </a:ext>
                </a:extLst>
              </p:cNvPr>
              <p:cNvSpPr/>
              <p:nvPr/>
            </p:nvSpPr>
            <p:spPr>
              <a:xfrm>
                <a:off x="4195200" y="3765375"/>
                <a:ext cx="339700" cy="271975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10879" extrusionOk="0">
                    <a:moveTo>
                      <a:pt x="8028" y="1"/>
                    </a:moveTo>
                    <a:cubicBezTo>
                      <a:pt x="7285" y="1"/>
                      <a:pt x="6344" y="1047"/>
                      <a:pt x="6573" y="2663"/>
                    </a:cubicBezTo>
                    <a:cubicBezTo>
                      <a:pt x="6085" y="859"/>
                      <a:pt x="5201" y="168"/>
                      <a:pt x="4532" y="168"/>
                    </a:cubicBezTo>
                    <a:cubicBezTo>
                      <a:pt x="3551" y="168"/>
                      <a:pt x="3030" y="1649"/>
                      <a:pt x="4880" y="3293"/>
                    </a:cubicBezTo>
                    <a:lnTo>
                      <a:pt x="4880" y="3293"/>
                    </a:lnTo>
                    <a:cubicBezTo>
                      <a:pt x="4337" y="2857"/>
                      <a:pt x="3122" y="1985"/>
                      <a:pt x="2123" y="1985"/>
                    </a:cubicBezTo>
                    <a:cubicBezTo>
                      <a:pt x="1895" y="1985"/>
                      <a:pt x="1678" y="2030"/>
                      <a:pt x="1483" y="2136"/>
                    </a:cubicBezTo>
                    <a:cubicBezTo>
                      <a:pt x="164" y="3000"/>
                      <a:pt x="2616" y="3935"/>
                      <a:pt x="4097" y="4576"/>
                    </a:cubicBezTo>
                    <a:cubicBezTo>
                      <a:pt x="3793" y="4533"/>
                      <a:pt x="3509" y="4512"/>
                      <a:pt x="3246" y="4512"/>
                    </a:cubicBezTo>
                    <a:cubicBezTo>
                      <a:pt x="367" y="4512"/>
                      <a:pt x="0" y="6921"/>
                      <a:pt x="2852" y="6921"/>
                    </a:cubicBezTo>
                    <a:cubicBezTo>
                      <a:pt x="3293" y="6921"/>
                      <a:pt x="3810" y="6864"/>
                      <a:pt x="4406" y="6731"/>
                    </a:cubicBezTo>
                    <a:lnTo>
                      <a:pt x="4406" y="6731"/>
                    </a:lnTo>
                    <a:cubicBezTo>
                      <a:pt x="1516" y="7834"/>
                      <a:pt x="2105" y="10341"/>
                      <a:pt x="3557" y="10341"/>
                    </a:cubicBezTo>
                    <a:cubicBezTo>
                      <a:pt x="4186" y="10341"/>
                      <a:pt x="4977" y="9870"/>
                      <a:pt x="5717" y="8609"/>
                    </a:cubicBezTo>
                    <a:lnTo>
                      <a:pt x="5717" y="8609"/>
                    </a:lnTo>
                    <a:cubicBezTo>
                      <a:pt x="5248" y="10175"/>
                      <a:pt x="5529" y="10813"/>
                      <a:pt x="5983" y="10813"/>
                    </a:cubicBezTo>
                    <a:cubicBezTo>
                      <a:pt x="6467" y="10813"/>
                      <a:pt x="7147" y="10087"/>
                      <a:pt x="7322" y="8987"/>
                    </a:cubicBezTo>
                    <a:lnTo>
                      <a:pt x="7322" y="8987"/>
                    </a:lnTo>
                    <a:cubicBezTo>
                      <a:pt x="7446" y="10187"/>
                      <a:pt x="8206" y="10878"/>
                      <a:pt x="8837" y="10878"/>
                    </a:cubicBezTo>
                    <a:cubicBezTo>
                      <a:pt x="9513" y="10878"/>
                      <a:pt x="10041" y="10087"/>
                      <a:pt x="9484" y="8280"/>
                    </a:cubicBezTo>
                    <a:lnTo>
                      <a:pt x="9484" y="8280"/>
                    </a:lnTo>
                    <a:cubicBezTo>
                      <a:pt x="9686" y="8581"/>
                      <a:pt x="10225" y="9286"/>
                      <a:pt x="11148" y="9504"/>
                    </a:cubicBezTo>
                    <a:cubicBezTo>
                      <a:pt x="11350" y="9568"/>
                      <a:pt x="11550" y="9601"/>
                      <a:pt x="11735" y="9601"/>
                    </a:cubicBezTo>
                    <a:cubicBezTo>
                      <a:pt x="12448" y="9601"/>
                      <a:pt x="12956" y="9122"/>
                      <a:pt x="12629" y="8145"/>
                    </a:cubicBezTo>
                    <a:cubicBezTo>
                      <a:pt x="12150" y="6723"/>
                      <a:pt x="9674" y="6410"/>
                      <a:pt x="9710" y="6295"/>
                    </a:cubicBezTo>
                    <a:cubicBezTo>
                      <a:pt x="9713" y="6284"/>
                      <a:pt x="9737" y="6280"/>
                      <a:pt x="9779" y="6280"/>
                    </a:cubicBezTo>
                    <a:cubicBezTo>
                      <a:pt x="9951" y="6280"/>
                      <a:pt x="10416" y="6362"/>
                      <a:pt x="10938" y="6454"/>
                    </a:cubicBezTo>
                    <a:cubicBezTo>
                      <a:pt x="11488" y="6555"/>
                      <a:pt x="11772" y="6618"/>
                      <a:pt x="12026" y="6618"/>
                    </a:cubicBezTo>
                    <a:cubicBezTo>
                      <a:pt x="12130" y="6618"/>
                      <a:pt x="12229" y="6608"/>
                      <a:pt x="12340" y="6585"/>
                    </a:cubicBezTo>
                    <a:cubicBezTo>
                      <a:pt x="12530" y="6545"/>
                      <a:pt x="12843" y="6474"/>
                      <a:pt x="13124" y="6212"/>
                    </a:cubicBezTo>
                    <a:cubicBezTo>
                      <a:pt x="13140" y="6196"/>
                      <a:pt x="13156" y="6180"/>
                      <a:pt x="13172" y="6165"/>
                    </a:cubicBezTo>
                    <a:cubicBezTo>
                      <a:pt x="13588" y="5733"/>
                      <a:pt x="13588" y="5052"/>
                      <a:pt x="13196" y="4596"/>
                    </a:cubicBezTo>
                    <a:cubicBezTo>
                      <a:pt x="12962" y="4319"/>
                      <a:pt x="12732" y="4184"/>
                      <a:pt x="12590" y="4113"/>
                    </a:cubicBezTo>
                    <a:cubicBezTo>
                      <a:pt x="12574" y="4105"/>
                      <a:pt x="12558" y="4097"/>
                      <a:pt x="12538" y="4089"/>
                    </a:cubicBezTo>
                    <a:cubicBezTo>
                      <a:pt x="12394" y="4031"/>
                      <a:pt x="12005" y="3907"/>
                      <a:pt x="11494" y="3907"/>
                    </a:cubicBezTo>
                    <a:cubicBezTo>
                      <a:pt x="11275" y="3907"/>
                      <a:pt x="11034" y="3930"/>
                      <a:pt x="10779" y="3990"/>
                    </a:cubicBezTo>
                    <a:cubicBezTo>
                      <a:pt x="10491" y="4059"/>
                      <a:pt x="10242" y="4163"/>
                      <a:pt x="10031" y="4276"/>
                    </a:cubicBezTo>
                    <a:lnTo>
                      <a:pt x="10031" y="4276"/>
                    </a:lnTo>
                    <a:cubicBezTo>
                      <a:pt x="11327" y="3300"/>
                      <a:pt x="11988" y="2381"/>
                      <a:pt x="11758" y="1828"/>
                    </a:cubicBezTo>
                    <a:cubicBezTo>
                      <a:pt x="11583" y="1404"/>
                      <a:pt x="10938" y="1317"/>
                      <a:pt x="10863" y="1309"/>
                    </a:cubicBezTo>
                    <a:cubicBezTo>
                      <a:pt x="10799" y="1300"/>
                      <a:pt x="10734" y="1296"/>
                      <a:pt x="10669" y="1296"/>
                    </a:cubicBezTo>
                    <a:cubicBezTo>
                      <a:pt x="9814" y="1296"/>
                      <a:pt x="8894" y="2040"/>
                      <a:pt x="8423" y="3277"/>
                    </a:cubicBezTo>
                    <a:cubicBezTo>
                      <a:pt x="9266" y="955"/>
                      <a:pt x="8737" y="1"/>
                      <a:pt x="80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11219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A579D1-E2F7-C443-80FD-8785E8D9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Evaluating Psychodynamic Theory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3407E-7ABD-324A-A07F-E09D0BE12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957" y="2322837"/>
            <a:ext cx="3978692" cy="1135500"/>
          </a:xfrm>
        </p:spPr>
        <p:txBody>
          <a:bodyPr/>
          <a:lstStyle/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/>
              <a:t>importance of childhood experiences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/>
              <a:t>development proceeds in stages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/>
              <a:t>we transform and  give meaning to our experiences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/>
              <a:t>role of unconscious processes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FD979AA-BB0A-1146-8231-5B3F904D329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30350" y="2322837"/>
            <a:ext cx="3647703" cy="1135500"/>
          </a:xfrm>
        </p:spPr>
        <p:txBody>
          <a:bodyPr/>
          <a:lstStyle/>
          <a:p>
            <a:pPr marL="882650" lvl="1" indent="-285750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/>
              <a:t>little acknowledgement of impact of current experiences</a:t>
            </a:r>
          </a:p>
          <a:p>
            <a:pPr marL="882650" lvl="1" indent="-285750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/>
              <a:t>too much faith in unconscious mind’s control</a:t>
            </a:r>
          </a:p>
          <a:p>
            <a:pPr marL="882650" lvl="1" indent="-285750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/>
              <a:t>too much emphasis on sexual instincts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3A89BAE-9C5C-E74E-9C37-401FA92F7C56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873102" y="1694014"/>
            <a:ext cx="2962200" cy="558900"/>
          </a:xfrm>
        </p:spPr>
        <p:txBody>
          <a:bodyPr/>
          <a:lstStyle/>
          <a:p>
            <a:r>
              <a:rPr lang="en-US" dirty="0"/>
              <a:t>Criticisms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58BA22C-77DD-E94F-B0D0-2971AED2B12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143203" y="1694014"/>
            <a:ext cx="2962200" cy="558900"/>
          </a:xfrm>
        </p:spPr>
        <p:txBody>
          <a:bodyPr/>
          <a:lstStyle/>
          <a:p>
            <a:r>
              <a:rPr lang="en-US" dirty="0"/>
              <a:t>Contributions</a:t>
            </a:r>
          </a:p>
        </p:txBody>
      </p:sp>
    </p:spTree>
    <p:extLst>
      <p:ext uri="{BB962C8B-B14F-4D97-AF65-F5344CB8AC3E}">
        <p14:creationId xmlns:p14="http://schemas.microsoft.com/office/powerpoint/2010/main" val="459044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48"/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Humanistic Perspectives</a:t>
            </a:r>
            <a:endParaRPr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19BDC702-0852-824F-AB08-2397AABF764C}"/>
              </a:ext>
            </a:extLst>
          </p:cNvPr>
          <p:cNvSpPr txBox="1">
            <a:spLocks/>
          </p:cNvSpPr>
          <p:nvPr/>
        </p:nvSpPr>
        <p:spPr>
          <a:xfrm>
            <a:off x="720000" y="1462640"/>
            <a:ext cx="4528656" cy="3416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Focus on capacity for growth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Given the appropriate environment, all people can be fulfilled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Positive Human Qualities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Abraham Maslow</a:t>
            </a:r>
            <a:br>
              <a:rPr lang="en-US" altLang="en-US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</a:br>
            <a:endParaRPr lang="en-US" altLang="en-US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  <a:p>
            <a:pPr marL="2857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Self-actualization</a:t>
            </a:r>
          </a:p>
          <a:p>
            <a:pPr marL="2857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Peak experiences</a:t>
            </a:r>
          </a:p>
          <a:p>
            <a:pPr marL="2857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Biased since focus was on highly successful individuals</a:t>
            </a:r>
          </a:p>
          <a:p>
            <a:pPr lvl="1"/>
            <a:endParaRPr lang="en-US" sz="160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  <a:p>
            <a:pPr marL="139700"/>
            <a:endParaRPr lang="en-US" sz="1600" dirty="0"/>
          </a:p>
        </p:txBody>
      </p:sp>
      <p:pic>
        <p:nvPicPr>
          <p:cNvPr id="1026" name="Picture 2" descr="Maslow's Hierarchy of Needs: A Tool for Effective Business Management">
            <a:extLst>
              <a:ext uri="{FF2B5EF4-FFF2-40B4-BE49-F238E27FC236}">
                <a16:creationId xmlns:a16="http://schemas.microsoft.com/office/drawing/2014/main" id="{80CCE876-8443-0C4E-9C9E-511500997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656" y="1566480"/>
            <a:ext cx="3626167" cy="2708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50"/>
          <p:cNvSpPr txBox="1">
            <a:spLocks noGrp="1"/>
          </p:cNvSpPr>
          <p:nvPr>
            <p:ph type="title"/>
          </p:nvPr>
        </p:nvSpPr>
        <p:spPr>
          <a:xfrm flipH="1">
            <a:off x="720012" y="5212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Humanistic Perspectives</a:t>
            </a:r>
            <a:endParaRPr dirty="0"/>
          </a:p>
        </p:txBody>
      </p:sp>
      <p:sp>
        <p:nvSpPr>
          <p:cNvPr id="1451" name="Google Shape;1451;p50"/>
          <p:cNvSpPr txBox="1"/>
          <p:nvPr/>
        </p:nvSpPr>
        <p:spPr>
          <a:xfrm>
            <a:off x="334056" y="1532430"/>
            <a:ext cx="4800000" cy="1759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Carl Rogers</a:t>
            </a:r>
            <a:br>
              <a:rPr lang="en-US" altLang="en-US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</a:br>
            <a:endParaRPr lang="en-US" altLang="en-US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  <a:p>
            <a:pPr marL="285750" lvl="1" indent="-285750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Argues that we have innate tendencies toward growth and fulfillment.</a:t>
            </a:r>
          </a:p>
          <a:p>
            <a:pPr marL="285750" lvl="1" indent="-285750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  <a:p>
            <a:pPr marL="285750" lvl="1" indent="-285750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Unhappiness occurs when we don’t have…</a:t>
            </a:r>
            <a:br>
              <a:rPr lang="en-US" altLang="en-US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</a:br>
            <a:br>
              <a:rPr lang="en-US" altLang="en-US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</a:br>
            <a:endParaRPr lang="en-US" altLang="en-US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  <a:p>
            <a:pPr marL="285750" lvl="1" indent="-285750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21F517-2E71-4C4B-8B97-B0718A8171E9}"/>
              </a:ext>
            </a:extLst>
          </p:cNvPr>
          <p:cNvSpPr txBox="1"/>
          <p:nvPr/>
        </p:nvSpPr>
        <p:spPr>
          <a:xfrm>
            <a:off x="1024129" y="3250203"/>
            <a:ext cx="53241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8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Unconditional Positive Regard: An individual’s need to feel accepted, valued, and treated positively regardless of their behavior  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95511F4-A3CC-F640-BBD3-BA099B1C7EBD}"/>
              </a:ext>
            </a:extLst>
          </p:cNvPr>
          <p:cNvSpPr txBox="1"/>
          <p:nvPr/>
        </p:nvSpPr>
        <p:spPr>
          <a:xfrm>
            <a:off x="1879092" y="3994249"/>
            <a:ext cx="45994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6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Conditions of Worth: The standards that one must live up to in order to receive positive regard from others</a:t>
            </a:r>
            <a:endParaRPr lang="en-US" dirty="0"/>
          </a:p>
        </p:txBody>
      </p:sp>
      <p:pic>
        <p:nvPicPr>
          <p:cNvPr id="2050" name="Picture 2" descr="A Way of Being by Carl Rogers. I am slowly integrating in my knowledge… |  by Nick Redmark | Cum Grano Salis | Medium">
            <a:extLst>
              <a:ext uri="{FF2B5EF4-FFF2-40B4-BE49-F238E27FC236}">
                <a16:creationId xmlns:a16="http://schemas.microsoft.com/office/drawing/2014/main" id="{F47B807F-CA1E-784D-B290-A22D371E7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566" y="1609833"/>
            <a:ext cx="1891288" cy="261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46"/>
          <p:cNvSpPr txBox="1">
            <a:spLocks noGrp="1"/>
          </p:cNvSpPr>
          <p:nvPr>
            <p:ph type="title"/>
          </p:nvPr>
        </p:nvSpPr>
        <p:spPr>
          <a:xfrm>
            <a:off x="720000" y="4031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Promoting Optimal Functioning</a:t>
            </a:r>
            <a:endParaRPr dirty="0"/>
          </a:p>
        </p:txBody>
      </p:sp>
      <p:grpSp>
        <p:nvGrpSpPr>
          <p:cNvPr id="1228" name="Google Shape;1228;p46"/>
          <p:cNvGrpSpPr/>
          <p:nvPr/>
        </p:nvGrpSpPr>
        <p:grpSpPr>
          <a:xfrm rot="403930" flipH="1">
            <a:off x="8101609" y="4187497"/>
            <a:ext cx="996930" cy="793769"/>
            <a:chOff x="229400" y="1987313"/>
            <a:chExt cx="950150" cy="756450"/>
          </a:xfrm>
        </p:grpSpPr>
        <p:sp>
          <p:nvSpPr>
            <p:cNvPr id="1229" name="Google Shape;1229;p46"/>
            <p:cNvSpPr/>
            <p:nvPr/>
          </p:nvSpPr>
          <p:spPr>
            <a:xfrm>
              <a:off x="229400" y="1987350"/>
              <a:ext cx="950150" cy="756375"/>
            </a:xfrm>
            <a:custGeom>
              <a:avLst/>
              <a:gdLst/>
              <a:ahLst/>
              <a:cxnLst/>
              <a:rect l="l" t="t" r="r" b="b"/>
              <a:pathLst>
                <a:path w="38006" h="30255" extrusionOk="0">
                  <a:moveTo>
                    <a:pt x="30844" y="20039"/>
                  </a:moveTo>
                  <a:lnTo>
                    <a:pt x="30844" y="20039"/>
                  </a:lnTo>
                  <a:cubicBezTo>
                    <a:pt x="30602" y="20566"/>
                    <a:pt x="30483" y="21212"/>
                    <a:pt x="30543" y="21917"/>
                  </a:cubicBezTo>
                  <a:cubicBezTo>
                    <a:pt x="30404" y="21683"/>
                    <a:pt x="30163" y="21331"/>
                    <a:pt x="29802" y="20986"/>
                  </a:cubicBezTo>
                  <a:cubicBezTo>
                    <a:pt x="29786" y="20705"/>
                    <a:pt x="29747" y="20416"/>
                    <a:pt x="29683" y="20115"/>
                  </a:cubicBezTo>
                  <a:lnTo>
                    <a:pt x="29683" y="20115"/>
                  </a:lnTo>
                  <a:cubicBezTo>
                    <a:pt x="29683" y="20115"/>
                    <a:pt x="29714" y="20116"/>
                    <a:pt x="29772" y="20116"/>
                  </a:cubicBezTo>
                  <a:cubicBezTo>
                    <a:pt x="29938" y="20116"/>
                    <a:pt x="30327" y="20107"/>
                    <a:pt x="30844" y="20039"/>
                  </a:cubicBezTo>
                  <a:close/>
                  <a:moveTo>
                    <a:pt x="3826" y="1"/>
                  </a:moveTo>
                  <a:cubicBezTo>
                    <a:pt x="3563" y="1"/>
                    <a:pt x="3325" y="63"/>
                    <a:pt x="3134" y="207"/>
                  </a:cubicBezTo>
                  <a:cubicBezTo>
                    <a:pt x="2310" y="825"/>
                    <a:pt x="2777" y="2616"/>
                    <a:pt x="2825" y="2798"/>
                  </a:cubicBezTo>
                  <a:cubicBezTo>
                    <a:pt x="3050" y="3661"/>
                    <a:pt x="3526" y="4255"/>
                    <a:pt x="3823" y="4568"/>
                  </a:cubicBezTo>
                  <a:cubicBezTo>
                    <a:pt x="3779" y="4550"/>
                    <a:pt x="3420" y="4406"/>
                    <a:pt x="2950" y="4406"/>
                  </a:cubicBezTo>
                  <a:cubicBezTo>
                    <a:pt x="2602" y="4406"/>
                    <a:pt x="2194" y="4485"/>
                    <a:pt x="1807" y="4751"/>
                  </a:cubicBezTo>
                  <a:cubicBezTo>
                    <a:pt x="999" y="5309"/>
                    <a:pt x="682" y="6414"/>
                    <a:pt x="1007" y="7000"/>
                  </a:cubicBezTo>
                  <a:cubicBezTo>
                    <a:pt x="1234" y="7419"/>
                    <a:pt x="1833" y="7675"/>
                    <a:pt x="2646" y="7675"/>
                  </a:cubicBezTo>
                  <a:cubicBezTo>
                    <a:pt x="2911" y="7675"/>
                    <a:pt x="3198" y="7648"/>
                    <a:pt x="3502" y="7590"/>
                  </a:cubicBezTo>
                  <a:lnTo>
                    <a:pt x="3502" y="7590"/>
                  </a:lnTo>
                  <a:cubicBezTo>
                    <a:pt x="2785" y="8577"/>
                    <a:pt x="2147" y="9694"/>
                    <a:pt x="1652" y="10957"/>
                  </a:cubicBezTo>
                  <a:cubicBezTo>
                    <a:pt x="864" y="12977"/>
                    <a:pt x="662" y="14795"/>
                    <a:pt x="622" y="16031"/>
                  </a:cubicBezTo>
                  <a:cubicBezTo>
                    <a:pt x="0" y="17912"/>
                    <a:pt x="460" y="19952"/>
                    <a:pt x="1795" y="21327"/>
                  </a:cubicBezTo>
                  <a:cubicBezTo>
                    <a:pt x="2440" y="21992"/>
                    <a:pt x="3391" y="22511"/>
                    <a:pt x="4769" y="22705"/>
                  </a:cubicBezTo>
                  <a:cubicBezTo>
                    <a:pt x="4868" y="26955"/>
                    <a:pt x="10469" y="27581"/>
                    <a:pt x="11447" y="27660"/>
                  </a:cubicBezTo>
                  <a:lnTo>
                    <a:pt x="11170" y="28104"/>
                  </a:lnTo>
                  <a:lnTo>
                    <a:pt x="11297" y="28143"/>
                  </a:lnTo>
                  <a:lnTo>
                    <a:pt x="10556" y="29320"/>
                  </a:lnTo>
                  <a:lnTo>
                    <a:pt x="13618" y="30254"/>
                  </a:lnTo>
                  <a:lnTo>
                    <a:pt x="17072" y="26892"/>
                  </a:lnTo>
                  <a:cubicBezTo>
                    <a:pt x="18977" y="26816"/>
                    <a:pt x="20431" y="25644"/>
                    <a:pt x="20431" y="25644"/>
                  </a:cubicBezTo>
                  <a:cubicBezTo>
                    <a:pt x="21592" y="26058"/>
                    <a:pt x="22737" y="26252"/>
                    <a:pt x="23808" y="26252"/>
                  </a:cubicBezTo>
                  <a:cubicBezTo>
                    <a:pt x="24356" y="26252"/>
                    <a:pt x="24885" y="26201"/>
                    <a:pt x="25386" y="26104"/>
                  </a:cubicBezTo>
                  <a:lnTo>
                    <a:pt x="25386" y="26104"/>
                  </a:lnTo>
                  <a:cubicBezTo>
                    <a:pt x="25314" y="26686"/>
                    <a:pt x="25469" y="27248"/>
                    <a:pt x="25794" y="27525"/>
                  </a:cubicBezTo>
                  <a:cubicBezTo>
                    <a:pt x="25985" y="27690"/>
                    <a:pt x="26260" y="27775"/>
                    <a:pt x="26589" y="27775"/>
                  </a:cubicBezTo>
                  <a:cubicBezTo>
                    <a:pt x="27413" y="27775"/>
                    <a:pt x="28580" y="27246"/>
                    <a:pt x="29663" y="26104"/>
                  </a:cubicBezTo>
                  <a:lnTo>
                    <a:pt x="29663" y="26104"/>
                  </a:lnTo>
                  <a:cubicBezTo>
                    <a:pt x="28923" y="27902"/>
                    <a:pt x="29438" y="29518"/>
                    <a:pt x="30345" y="29910"/>
                  </a:cubicBezTo>
                  <a:cubicBezTo>
                    <a:pt x="30506" y="29980"/>
                    <a:pt x="30679" y="30012"/>
                    <a:pt x="30856" y="30012"/>
                  </a:cubicBezTo>
                  <a:cubicBezTo>
                    <a:pt x="31433" y="30012"/>
                    <a:pt x="32050" y="29679"/>
                    <a:pt x="32432" y="29300"/>
                  </a:cubicBezTo>
                  <a:cubicBezTo>
                    <a:pt x="33284" y="28460"/>
                    <a:pt x="33430" y="26963"/>
                    <a:pt x="32690" y="25612"/>
                  </a:cubicBezTo>
                  <a:lnTo>
                    <a:pt x="32690" y="25612"/>
                  </a:lnTo>
                  <a:cubicBezTo>
                    <a:pt x="33304" y="26034"/>
                    <a:pt x="33955" y="26221"/>
                    <a:pt x="34539" y="26221"/>
                  </a:cubicBezTo>
                  <a:cubicBezTo>
                    <a:pt x="35224" y="26221"/>
                    <a:pt x="35816" y="25963"/>
                    <a:pt x="36147" y="25525"/>
                  </a:cubicBezTo>
                  <a:cubicBezTo>
                    <a:pt x="36512" y="25042"/>
                    <a:pt x="36571" y="24321"/>
                    <a:pt x="36310" y="23790"/>
                  </a:cubicBezTo>
                  <a:cubicBezTo>
                    <a:pt x="36002" y="23156"/>
                    <a:pt x="35212" y="22729"/>
                    <a:pt x="34250" y="22729"/>
                  </a:cubicBezTo>
                  <a:cubicBezTo>
                    <a:pt x="33802" y="22729"/>
                    <a:pt x="33316" y="22822"/>
                    <a:pt x="32824" y="23030"/>
                  </a:cubicBezTo>
                  <a:cubicBezTo>
                    <a:pt x="34504" y="21921"/>
                    <a:pt x="34975" y="20202"/>
                    <a:pt x="34389" y="19299"/>
                  </a:cubicBezTo>
                  <a:cubicBezTo>
                    <a:pt x="34302" y="19168"/>
                    <a:pt x="34195" y="19053"/>
                    <a:pt x="34068" y="18954"/>
                  </a:cubicBezTo>
                  <a:cubicBezTo>
                    <a:pt x="34654" y="18598"/>
                    <a:pt x="35217" y="18138"/>
                    <a:pt x="35692" y="17536"/>
                  </a:cubicBezTo>
                  <a:cubicBezTo>
                    <a:pt x="38005" y="14617"/>
                    <a:pt x="36932" y="10692"/>
                    <a:pt x="36757" y="10118"/>
                  </a:cubicBezTo>
                  <a:cubicBezTo>
                    <a:pt x="35071" y="4509"/>
                    <a:pt x="26896" y="107"/>
                    <a:pt x="18800" y="107"/>
                  </a:cubicBezTo>
                  <a:cubicBezTo>
                    <a:pt x="16284" y="107"/>
                    <a:pt x="13775" y="532"/>
                    <a:pt x="11471" y="1479"/>
                  </a:cubicBezTo>
                  <a:cubicBezTo>
                    <a:pt x="11459" y="1483"/>
                    <a:pt x="11443" y="1491"/>
                    <a:pt x="11428" y="1495"/>
                  </a:cubicBezTo>
                  <a:cubicBezTo>
                    <a:pt x="11154" y="1253"/>
                    <a:pt x="10818" y="1083"/>
                    <a:pt x="10477" y="1015"/>
                  </a:cubicBezTo>
                  <a:cubicBezTo>
                    <a:pt x="10363" y="993"/>
                    <a:pt x="10247" y="982"/>
                    <a:pt x="10130" y="982"/>
                  </a:cubicBezTo>
                  <a:cubicBezTo>
                    <a:pt x="9059" y="982"/>
                    <a:pt x="7874" y="1894"/>
                    <a:pt x="7431" y="3436"/>
                  </a:cubicBezTo>
                  <a:cubicBezTo>
                    <a:pt x="7348" y="2968"/>
                    <a:pt x="7106" y="2045"/>
                    <a:pt x="6342" y="1261"/>
                  </a:cubicBezTo>
                  <a:cubicBezTo>
                    <a:pt x="5706" y="613"/>
                    <a:pt x="4646" y="1"/>
                    <a:pt x="3826" y="1"/>
                  </a:cubicBezTo>
                  <a:close/>
                </a:path>
              </a:pathLst>
            </a:custGeom>
            <a:solidFill>
              <a:schemeClr val="lt1"/>
            </a:solidFill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5725" dist="28575" dir="4500000" algn="bl" rotWithShape="0">
                <a:schemeClr val="dk1">
                  <a:alpha val="3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0" name="Google Shape;1230;p46"/>
            <p:cNvGrpSpPr/>
            <p:nvPr/>
          </p:nvGrpSpPr>
          <p:grpSpPr>
            <a:xfrm>
              <a:off x="229400" y="1987313"/>
              <a:ext cx="950150" cy="756450"/>
              <a:chOff x="229400" y="3385550"/>
              <a:chExt cx="950150" cy="756450"/>
            </a:xfrm>
          </p:grpSpPr>
          <p:sp>
            <p:nvSpPr>
              <p:cNvPr id="1231" name="Google Shape;1231;p46"/>
              <p:cNvSpPr/>
              <p:nvPr/>
            </p:nvSpPr>
            <p:spPr>
              <a:xfrm>
                <a:off x="229400" y="3388200"/>
                <a:ext cx="950150" cy="753800"/>
              </a:xfrm>
              <a:custGeom>
                <a:avLst/>
                <a:gdLst/>
                <a:ahLst/>
                <a:cxnLst/>
                <a:rect l="l" t="t" r="r" b="b"/>
                <a:pathLst>
                  <a:path w="38006" h="30152" extrusionOk="0">
                    <a:moveTo>
                      <a:pt x="18800" y="0"/>
                    </a:moveTo>
                    <a:cubicBezTo>
                      <a:pt x="16284" y="0"/>
                      <a:pt x="13775" y="425"/>
                      <a:pt x="11471" y="1372"/>
                    </a:cubicBezTo>
                    <a:cubicBezTo>
                      <a:pt x="9530" y="2168"/>
                      <a:pt x="3985" y="4877"/>
                      <a:pt x="1652" y="10854"/>
                    </a:cubicBezTo>
                    <a:cubicBezTo>
                      <a:pt x="864" y="12870"/>
                      <a:pt x="662" y="14692"/>
                      <a:pt x="622" y="15924"/>
                    </a:cubicBezTo>
                    <a:cubicBezTo>
                      <a:pt x="0" y="17806"/>
                      <a:pt x="460" y="19850"/>
                      <a:pt x="1795" y="21220"/>
                    </a:cubicBezTo>
                    <a:cubicBezTo>
                      <a:pt x="2440" y="21889"/>
                      <a:pt x="3391" y="22404"/>
                      <a:pt x="4769" y="22602"/>
                    </a:cubicBezTo>
                    <a:cubicBezTo>
                      <a:pt x="4876" y="27256"/>
                      <a:pt x="11594" y="27565"/>
                      <a:pt x="11594" y="27565"/>
                    </a:cubicBezTo>
                    <a:lnTo>
                      <a:pt x="10556" y="29217"/>
                    </a:lnTo>
                    <a:lnTo>
                      <a:pt x="13618" y="30152"/>
                    </a:lnTo>
                    <a:lnTo>
                      <a:pt x="17072" y="26789"/>
                    </a:lnTo>
                    <a:cubicBezTo>
                      <a:pt x="18977" y="26714"/>
                      <a:pt x="20431" y="25537"/>
                      <a:pt x="20431" y="25537"/>
                    </a:cubicBezTo>
                    <a:cubicBezTo>
                      <a:pt x="21593" y="25953"/>
                      <a:pt x="22741" y="26147"/>
                      <a:pt x="23814" y="26147"/>
                    </a:cubicBezTo>
                    <a:cubicBezTo>
                      <a:pt x="27611" y="26147"/>
                      <a:pt x="30468" y="23711"/>
                      <a:pt x="29683" y="20008"/>
                    </a:cubicBezTo>
                    <a:lnTo>
                      <a:pt x="29683" y="20008"/>
                    </a:lnTo>
                    <a:cubicBezTo>
                      <a:pt x="29683" y="20008"/>
                      <a:pt x="29712" y="20009"/>
                      <a:pt x="29765" y="20009"/>
                    </a:cubicBezTo>
                    <a:cubicBezTo>
                      <a:pt x="30333" y="20009"/>
                      <a:pt x="33733" y="19903"/>
                      <a:pt x="35692" y="17429"/>
                    </a:cubicBezTo>
                    <a:cubicBezTo>
                      <a:pt x="38005" y="14514"/>
                      <a:pt x="36932" y="10589"/>
                      <a:pt x="36757" y="10011"/>
                    </a:cubicBezTo>
                    <a:cubicBezTo>
                      <a:pt x="35071" y="4403"/>
                      <a:pt x="26896" y="0"/>
                      <a:pt x="188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46"/>
              <p:cNvSpPr/>
              <p:nvPr/>
            </p:nvSpPr>
            <p:spPr>
              <a:xfrm>
                <a:off x="374475" y="3916000"/>
                <a:ext cx="362825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3" h="7753" extrusionOk="0">
                    <a:moveTo>
                      <a:pt x="4662" y="1"/>
                    </a:moveTo>
                    <a:cubicBezTo>
                      <a:pt x="2181" y="1"/>
                      <a:pt x="0" y="758"/>
                      <a:pt x="0" y="758"/>
                    </a:cubicBezTo>
                    <a:cubicBezTo>
                      <a:pt x="99" y="5071"/>
                      <a:pt x="6326" y="5356"/>
                      <a:pt x="6326" y="5356"/>
                    </a:cubicBezTo>
                    <a:lnTo>
                      <a:pt x="5367" y="6885"/>
                    </a:lnTo>
                    <a:lnTo>
                      <a:pt x="8203" y="7752"/>
                    </a:lnTo>
                    <a:lnTo>
                      <a:pt x="11404" y="4635"/>
                    </a:lnTo>
                    <a:cubicBezTo>
                      <a:pt x="13166" y="4568"/>
                      <a:pt x="14513" y="3479"/>
                      <a:pt x="14513" y="3479"/>
                    </a:cubicBezTo>
                    <a:cubicBezTo>
                      <a:pt x="13435" y="1304"/>
                      <a:pt x="8088" y="627"/>
                      <a:pt x="8088" y="627"/>
                    </a:cubicBezTo>
                    <a:cubicBezTo>
                      <a:pt x="7005" y="160"/>
                      <a:pt x="5802" y="1"/>
                      <a:pt x="46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46"/>
              <p:cNvSpPr/>
              <p:nvPr/>
            </p:nvSpPr>
            <p:spPr>
              <a:xfrm>
                <a:off x="552025" y="3923450"/>
                <a:ext cx="107650" cy="110225"/>
              </a:xfrm>
              <a:custGeom>
                <a:avLst/>
                <a:gdLst/>
                <a:ahLst/>
                <a:cxnLst/>
                <a:rect l="l" t="t" r="r" b="b"/>
                <a:pathLst>
                  <a:path w="4306" h="4409" extrusionOk="0">
                    <a:moveTo>
                      <a:pt x="131" y="0"/>
                    </a:moveTo>
                    <a:lnTo>
                      <a:pt x="0" y="16"/>
                    </a:lnTo>
                    <a:cubicBezTo>
                      <a:pt x="289" y="2420"/>
                      <a:pt x="1442" y="3486"/>
                      <a:pt x="2361" y="3957"/>
                    </a:cubicBezTo>
                    <a:cubicBezTo>
                      <a:pt x="3153" y="4365"/>
                      <a:pt x="3898" y="4409"/>
                      <a:pt x="4183" y="4409"/>
                    </a:cubicBezTo>
                    <a:cubicBezTo>
                      <a:pt x="4254" y="4409"/>
                      <a:pt x="4298" y="4405"/>
                      <a:pt x="4305" y="4405"/>
                    </a:cubicBezTo>
                    <a:lnTo>
                      <a:pt x="4298" y="4274"/>
                    </a:lnTo>
                    <a:cubicBezTo>
                      <a:pt x="4295" y="4274"/>
                      <a:pt x="4260" y="4276"/>
                      <a:pt x="4197" y="4276"/>
                    </a:cubicBezTo>
                    <a:cubicBezTo>
                      <a:pt x="3934" y="4276"/>
                      <a:pt x="3196" y="4237"/>
                      <a:pt x="2420" y="3838"/>
                    </a:cubicBezTo>
                    <a:cubicBezTo>
                      <a:pt x="1145" y="3185"/>
                      <a:pt x="353" y="1858"/>
                      <a:pt x="1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46"/>
              <p:cNvSpPr/>
              <p:nvPr/>
            </p:nvSpPr>
            <p:spPr>
              <a:xfrm>
                <a:off x="264050" y="3411300"/>
                <a:ext cx="880425" cy="605800"/>
              </a:xfrm>
              <a:custGeom>
                <a:avLst/>
                <a:gdLst/>
                <a:ahLst/>
                <a:cxnLst/>
                <a:rect l="l" t="t" r="r" b="b"/>
                <a:pathLst>
                  <a:path w="35217" h="24232" extrusionOk="0">
                    <a:moveTo>
                      <a:pt x="17419" y="1"/>
                    </a:moveTo>
                    <a:cubicBezTo>
                      <a:pt x="15087" y="1"/>
                      <a:pt x="12763" y="395"/>
                      <a:pt x="10628" y="1272"/>
                    </a:cubicBezTo>
                    <a:cubicBezTo>
                      <a:pt x="8834" y="2013"/>
                      <a:pt x="3692" y="4524"/>
                      <a:pt x="1530" y="10057"/>
                    </a:cubicBezTo>
                    <a:cubicBezTo>
                      <a:pt x="797" y="11927"/>
                      <a:pt x="611" y="13614"/>
                      <a:pt x="575" y="14759"/>
                    </a:cubicBezTo>
                    <a:cubicBezTo>
                      <a:pt x="1" y="16501"/>
                      <a:pt x="429" y="18395"/>
                      <a:pt x="1664" y="19666"/>
                    </a:cubicBezTo>
                    <a:cubicBezTo>
                      <a:pt x="2434" y="20459"/>
                      <a:pt x="3666" y="21025"/>
                      <a:pt x="5612" y="21025"/>
                    </a:cubicBezTo>
                    <a:cubicBezTo>
                      <a:pt x="5639" y="21025"/>
                      <a:pt x="5666" y="21025"/>
                      <a:pt x="5693" y="21025"/>
                    </a:cubicBezTo>
                    <a:cubicBezTo>
                      <a:pt x="5693" y="21025"/>
                      <a:pt x="6686" y="20874"/>
                      <a:pt x="8221" y="20874"/>
                    </a:cubicBezTo>
                    <a:cubicBezTo>
                      <a:pt x="10559" y="20874"/>
                      <a:pt x="14153" y="21223"/>
                      <a:pt x="17409" y="22985"/>
                    </a:cubicBezTo>
                    <a:cubicBezTo>
                      <a:pt x="18993" y="23842"/>
                      <a:pt x="20605" y="24231"/>
                      <a:pt x="22067" y="24231"/>
                    </a:cubicBezTo>
                    <a:cubicBezTo>
                      <a:pt x="25587" y="24231"/>
                      <a:pt x="28233" y="21974"/>
                      <a:pt x="27505" y="18545"/>
                    </a:cubicBezTo>
                    <a:lnTo>
                      <a:pt x="27505" y="18545"/>
                    </a:lnTo>
                    <a:cubicBezTo>
                      <a:pt x="27505" y="18545"/>
                      <a:pt x="27530" y="18546"/>
                      <a:pt x="27578" y="18546"/>
                    </a:cubicBezTo>
                    <a:cubicBezTo>
                      <a:pt x="28096" y="18546"/>
                      <a:pt x="31256" y="18450"/>
                      <a:pt x="33074" y="16153"/>
                    </a:cubicBezTo>
                    <a:cubicBezTo>
                      <a:pt x="35217" y="13448"/>
                      <a:pt x="34223" y="9812"/>
                      <a:pt x="34064" y="9281"/>
                    </a:cubicBezTo>
                    <a:cubicBezTo>
                      <a:pt x="32499" y="4081"/>
                      <a:pt x="24922" y="1"/>
                      <a:pt x="1741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46"/>
              <p:cNvSpPr/>
              <p:nvPr/>
            </p:nvSpPr>
            <p:spPr>
              <a:xfrm>
                <a:off x="246425" y="3385550"/>
                <a:ext cx="288475" cy="280825"/>
              </a:xfrm>
              <a:custGeom>
                <a:avLst/>
                <a:gdLst/>
                <a:ahLst/>
                <a:cxnLst/>
                <a:rect l="l" t="t" r="r" b="b"/>
                <a:pathLst>
                  <a:path w="11539" h="11233" extrusionOk="0">
                    <a:moveTo>
                      <a:pt x="3145" y="0"/>
                    </a:moveTo>
                    <a:cubicBezTo>
                      <a:pt x="2882" y="0"/>
                      <a:pt x="2644" y="63"/>
                      <a:pt x="2453" y="207"/>
                    </a:cubicBezTo>
                    <a:cubicBezTo>
                      <a:pt x="1629" y="829"/>
                      <a:pt x="2096" y="2619"/>
                      <a:pt x="2144" y="2801"/>
                    </a:cubicBezTo>
                    <a:cubicBezTo>
                      <a:pt x="2369" y="3665"/>
                      <a:pt x="2845" y="4255"/>
                      <a:pt x="3142" y="4568"/>
                    </a:cubicBezTo>
                    <a:cubicBezTo>
                      <a:pt x="3099" y="4549"/>
                      <a:pt x="2741" y="4406"/>
                      <a:pt x="2272" y="4406"/>
                    </a:cubicBezTo>
                    <a:cubicBezTo>
                      <a:pt x="1924" y="4406"/>
                      <a:pt x="1514" y="4485"/>
                      <a:pt x="1126" y="4754"/>
                    </a:cubicBezTo>
                    <a:cubicBezTo>
                      <a:pt x="318" y="5308"/>
                      <a:pt x="1" y="6413"/>
                      <a:pt x="326" y="7004"/>
                    </a:cubicBezTo>
                    <a:cubicBezTo>
                      <a:pt x="551" y="7419"/>
                      <a:pt x="1152" y="7676"/>
                      <a:pt x="1967" y="7676"/>
                    </a:cubicBezTo>
                    <a:cubicBezTo>
                      <a:pt x="2668" y="7676"/>
                      <a:pt x="3528" y="7486"/>
                      <a:pt x="4445" y="7043"/>
                    </a:cubicBezTo>
                    <a:lnTo>
                      <a:pt x="4445" y="7043"/>
                    </a:lnTo>
                    <a:cubicBezTo>
                      <a:pt x="3118" y="8461"/>
                      <a:pt x="3027" y="10152"/>
                      <a:pt x="3736" y="10846"/>
                    </a:cubicBezTo>
                    <a:cubicBezTo>
                      <a:pt x="4021" y="11123"/>
                      <a:pt x="4432" y="11233"/>
                      <a:pt x="4851" y="11233"/>
                    </a:cubicBezTo>
                    <a:cubicBezTo>
                      <a:pt x="5223" y="11233"/>
                      <a:pt x="5601" y="11146"/>
                      <a:pt x="5902" y="11012"/>
                    </a:cubicBezTo>
                    <a:cubicBezTo>
                      <a:pt x="6996" y="10529"/>
                      <a:pt x="7665" y="9182"/>
                      <a:pt x="7451" y="7653"/>
                    </a:cubicBezTo>
                    <a:lnTo>
                      <a:pt x="7451" y="7653"/>
                    </a:lnTo>
                    <a:cubicBezTo>
                      <a:pt x="8099" y="8587"/>
                      <a:pt x="9022" y="9041"/>
                      <a:pt x="9812" y="9041"/>
                    </a:cubicBezTo>
                    <a:cubicBezTo>
                      <a:pt x="10147" y="9041"/>
                      <a:pt x="10459" y="8960"/>
                      <a:pt x="10715" y="8798"/>
                    </a:cubicBezTo>
                    <a:cubicBezTo>
                      <a:pt x="11226" y="8473"/>
                      <a:pt x="11539" y="7823"/>
                      <a:pt x="11483" y="7233"/>
                    </a:cubicBezTo>
                    <a:cubicBezTo>
                      <a:pt x="11391" y="6233"/>
                      <a:pt x="10247" y="5285"/>
                      <a:pt x="8652" y="5285"/>
                    </a:cubicBezTo>
                    <a:cubicBezTo>
                      <a:pt x="8598" y="5285"/>
                      <a:pt x="8544" y="5286"/>
                      <a:pt x="8489" y="5288"/>
                    </a:cubicBezTo>
                    <a:cubicBezTo>
                      <a:pt x="10453" y="4845"/>
                      <a:pt x="11503" y="3403"/>
                      <a:pt x="11277" y="2353"/>
                    </a:cubicBezTo>
                    <a:cubicBezTo>
                      <a:pt x="11131" y="1680"/>
                      <a:pt x="10457" y="1145"/>
                      <a:pt x="9796" y="1015"/>
                    </a:cubicBezTo>
                    <a:cubicBezTo>
                      <a:pt x="9683" y="992"/>
                      <a:pt x="9567" y="982"/>
                      <a:pt x="9450" y="982"/>
                    </a:cubicBezTo>
                    <a:cubicBezTo>
                      <a:pt x="8379" y="982"/>
                      <a:pt x="7193" y="1896"/>
                      <a:pt x="6750" y="3439"/>
                    </a:cubicBezTo>
                    <a:cubicBezTo>
                      <a:pt x="6667" y="2967"/>
                      <a:pt x="6425" y="2045"/>
                      <a:pt x="5661" y="1260"/>
                    </a:cubicBezTo>
                    <a:cubicBezTo>
                      <a:pt x="5025" y="612"/>
                      <a:pt x="3965" y="0"/>
                      <a:pt x="314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46"/>
              <p:cNvSpPr/>
              <p:nvPr/>
            </p:nvSpPr>
            <p:spPr>
              <a:xfrm>
                <a:off x="850075" y="3849250"/>
                <a:ext cx="293625" cy="286625"/>
              </a:xfrm>
              <a:custGeom>
                <a:avLst/>
                <a:gdLst/>
                <a:ahLst/>
                <a:cxnLst/>
                <a:rect l="l" t="t" r="r" b="b"/>
                <a:pathLst>
                  <a:path w="11745" h="11465" extrusionOk="0">
                    <a:moveTo>
                      <a:pt x="8016" y="0"/>
                    </a:moveTo>
                    <a:cubicBezTo>
                      <a:pt x="7911" y="0"/>
                      <a:pt x="7808" y="8"/>
                      <a:pt x="7708" y="25"/>
                    </a:cubicBezTo>
                    <a:cubicBezTo>
                      <a:pt x="6552" y="219"/>
                      <a:pt x="5565" y="1594"/>
                      <a:pt x="5716" y="3368"/>
                    </a:cubicBezTo>
                    <a:cubicBezTo>
                      <a:pt x="5470" y="2960"/>
                      <a:pt x="4920" y="2180"/>
                      <a:pt x="3925" y="1720"/>
                    </a:cubicBezTo>
                    <a:cubicBezTo>
                      <a:pt x="3374" y="1466"/>
                      <a:pt x="2651" y="1292"/>
                      <a:pt x="2003" y="1292"/>
                    </a:cubicBezTo>
                    <a:cubicBezTo>
                      <a:pt x="1372" y="1292"/>
                      <a:pt x="813" y="1457"/>
                      <a:pt x="551" y="1871"/>
                    </a:cubicBezTo>
                    <a:cubicBezTo>
                      <a:pt x="0" y="2742"/>
                      <a:pt x="1074" y="4251"/>
                      <a:pt x="1181" y="4402"/>
                    </a:cubicBezTo>
                    <a:cubicBezTo>
                      <a:pt x="1699" y="5131"/>
                      <a:pt x="2349" y="5519"/>
                      <a:pt x="2741" y="5705"/>
                    </a:cubicBezTo>
                    <a:cubicBezTo>
                      <a:pt x="2737" y="5705"/>
                      <a:pt x="2730" y="5705"/>
                      <a:pt x="2721" y="5705"/>
                    </a:cubicBezTo>
                    <a:cubicBezTo>
                      <a:pt x="2549" y="5705"/>
                      <a:pt x="1518" y="5726"/>
                      <a:pt x="919" y="6588"/>
                    </a:cubicBezTo>
                    <a:cubicBezTo>
                      <a:pt x="361" y="7396"/>
                      <a:pt x="456" y="8541"/>
                      <a:pt x="967" y="8977"/>
                    </a:cubicBezTo>
                    <a:cubicBezTo>
                      <a:pt x="1158" y="9141"/>
                      <a:pt x="1433" y="9226"/>
                      <a:pt x="1763" y="9226"/>
                    </a:cubicBezTo>
                    <a:cubicBezTo>
                      <a:pt x="2586" y="9226"/>
                      <a:pt x="3754" y="8698"/>
                      <a:pt x="4836" y="7559"/>
                    </a:cubicBezTo>
                    <a:lnTo>
                      <a:pt x="4836" y="7559"/>
                    </a:lnTo>
                    <a:cubicBezTo>
                      <a:pt x="4096" y="9353"/>
                      <a:pt x="4611" y="10969"/>
                      <a:pt x="5518" y="11365"/>
                    </a:cubicBezTo>
                    <a:cubicBezTo>
                      <a:pt x="5678" y="11434"/>
                      <a:pt x="5850" y="11465"/>
                      <a:pt x="6025" y="11465"/>
                    </a:cubicBezTo>
                    <a:cubicBezTo>
                      <a:pt x="6603" y="11465"/>
                      <a:pt x="7222" y="11132"/>
                      <a:pt x="7605" y="10755"/>
                    </a:cubicBezTo>
                    <a:cubicBezTo>
                      <a:pt x="8457" y="9915"/>
                      <a:pt x="8603" y="8418"/>
                      <a:pt x="7863" y="7064"/>
                    </a:cubicBezTo>
                    <a:lnTo>
                      <a:pt x="7863" y="7064"/>
                    </a:lnTo>
                    <a:cubicBezTo>
                      <a:pt x="8477" y="7485"/>
                      <a:pt x="9128" y="7672"/>
                      <a:pt x="9712" y="7672"/>
                    </a:cubicBezTo>
                    <a:cubicBezTo>
                      <a:pt x="10397" y="7672"/>
                      <a:pt x="10989" y="7415"/>
                      <a:pt x="11320" y="6976"/>
                    </a:cubicBezTo>
                    <a:cubicBezTo>
                      <a:pt x="11685" y="6497"/>
                      <a:pt x="11744" y="5776"/>
                      <a:pt x="11483" y="5242"/>
                    </a:cubicBezTo>
                    <a:cubicBezTo>
                      <a:pt x="11175" y="4608"/>
                      <a:pt x="10387" y="4182"/>
                      <a:pt x="9427" y="4182"/>
                    </a:cubicBezTo>
                    <a:cubicBezTo>
                      <a:pt x="8978" y="4182"/>
                      <a:pt x="8490" y="4275"/>
                      <a:pt x="7997" y="4485"/>
                    </a:cubicBezTo>
                    <a:cubicBezTo>
                      <a:pt x="9677" y="3372"/>
                      <a:pt x="10148" y="1653"/>
                      <a:pt x="9562" y="750"/>
                    </a:cubicBezTo>
                    <a:cubicBezTo>
                      <a:pt x="9246" y="262"/>
                      <a:pt x="8607" y="0"/>
                      <a:pt x="80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46"/>
              <p:cNvSpPr/>
              <p:nvPr/>
            </p:nvSpPr>
            <p:spPr>
              <a:xfrm>
                <a:off x="566775" y="3670150"/>
                <a:ext cx="393925" cy="207275"/>
              </a:xfrm>
              <a:custGeom>
                <a:avLst/>
                <a:gdLst/>
                <a:ahLst/>
                <a:cxnLst/>
                <a:rect l="l" t="t" r="r" b="b"/>
                <a:pathLst>
                  <a:path w="15757" h="8291" extrusionOk="0">
                    <a:moveTo>
                      <a:pt x="2427" y="1"/>
                    </a:moveTo>
                    <a:cubicBezTo>
                      <a:pt x="2095" y="1"/>
                      <a:pt x="1784" y="44"/>
                      <a:pt x="1517" y="115"/>
                    </a:cubicBezTo>
                    <a:cubicBezTo>
                      <a:pt x="729" y="329"/>
                      <a:pt x="167" y="784"/>
                      <a:pt x="16" y="1343"/>
                    </a:cubicBezTo>
                    <a:cubicBezTo>
                      <a:pt x="0" y="1394"/>
                      <a:pt x="32" y="1450"/>
                      <a:pt x="83" y="1462"/>
                    </a:cubicBezTo>
                    <a:cubicBezTo>
                      <a:pt x="92" y="1465"/>
                      <a:pt x="102" y="1466"/>
                      <a:pt x="111" y="1466"/>
                    </a:cubicBezTo>
                    <a:cubicBezTo>
                      <a:pt x="153" y="1466"/>
                      <a:pt x="193" y="1437"/>
                      <a:pt x="206" y="1394"/>
                    </a:cubicBezTo>
                    <a:cubicBezTo>
                      <a:pt x="337" y="907"/>
                      <a:pt x="848" y="499"/>
                      <a:pt x="1569" y="309"/>
                    </a:cubicBezTo>
                    <a:cubicBezTo>
                      <a:pt x="1823" y="241"/>
                      <a:pt x="2119" y="199"/>
                      <a:pt x="2435" y="199"/>
                    </a:cubicBezTo>
                    <a:cubicBezTo>
                      <a:pt x="3169" y="199"/>
                      <a:pt x="4006" y="425"/>
                      <a:pt x="4654" y="1070"/>
                    </a:cubicBezTo>
                    <a:cubicBezTo>
                      <a:pt x="6120" y="2531"/>
                      <a:pt x="7328" y="3462"/>
                      <a:pt x="11760" y="4052"/>
                    </a:cubicBezTo>
                    <a:cubicBezTo>
                      <a:pt x="13111" y="4230"/>
                      <a:pt x="14097" y="4737"/>
                      <a:pt x="14691" y="5557"/>
                    </a:cubicBezTo>
                    <a:cubicBezTo>
                      <a:pt x="15547" y="6730"/>
                      <a:pt x="15301" y="8160"/>
                      <a:pt x="15297" y="8171"/>
                    </a:cubicBezTo>
                    <a:cubicBezTo>
                      <a:pt x="15289" y="8227"/>
                      <a:pt x="15325" y="8278"/>
                      <a:pt x="15380" y="8286"/>
                    </a:cubicBezTo>
                    <a:cubicBezTo>
                      <a:pt x="15384" y="8290"/>
                      <a:pt x="15392" y="8290"/>
                      <a:pt x="15396" y="8290"/>
                    </a:cubicBezTo>
                    <a:cubicBezTo>
                      <a:pt x="15444" y="8290"/>
                      <a:pt x="15483" y="8255"/>
                      <a:pt x="15495" y="8207"/>
                    </a:cubicBezTo>
                    <a:cubicBezTo>
                      <a:pt x="15503" y="8148"/>
                      <a:pt x="15757" y="6686"/>
                      <a:pt x="14853" y="5442"/>
                    </a:cubicBezTo>
                    <a:cubicBezTo>
                      <a:pt x="14224" y="4579"/>
                      <a:pt x="13190" y="4044"/>
                      <a:pt x="11788" y="3854"/>
                    </a:cubicBezTo>
                    <a:cubicBezTo>
                      <a:pt x="7415" y="3272"/>
                      <a:pt x="6231" y="2361"/>
                      <a:pt x="4793" y="931"/>
                    </a:cubicBezTo>
                    <a:cubicBezTo>
                      <a:pt x="4103" y="242"/>
                      <a:pt x="3209" y="1"/>
                      <a:pt x="24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46"/>
              <p:cNvSpPr/>
              <p:nvPr/>
            </p:nvSpPr>
            <p:spPr>
              <a:xfrm>
                <a:off x="826800" y="3576275"/>
                <a:ext cx="302525" cy="176675"/>
              </a:xfrm>
              <a:custGeom>
                <a:avLst/>
                <a:gdLst/>
                <a:ahLst/>
                <a:cxnLst/>
                <a:rect l="l" t="t" r="r" b="b"/>
                <a:pathLst>
                  <a:path w="12101" h="7067" extrusionOk="0">
                    <a:moveTo>
                      <a:pt x="246" y="0"/>
                    </a:moveTo>
                    <a:cubicBezTo>
                      <a:pt x="194" y="0"/>
                      <a:pt x="151" y="38"/>
                      <a:pt x="143" y="87"/>
                    </a:cubicBezTo>
                    <a:cubicBezTo>
                      <a:pt x="0" y="1561"/>
                      <a:pt x="654" y="2805"/>
                      <a:pt x="2028" y="3684"/>
                    </a:cubicBezTo>
                    <a:cubicBezTo>
                      <a:pt x="2963" y="4278"/>
                      <a:pt x="3922" y="4516"/>
                      <a:pt x="4124" y="4563"/>
                    </a:cubicBezTo>
                    <a:cubicBezTo>
                      <a:pt x="5363" y="6223"/>
                      <a:pt x="6667" y="7067"/>
                      <a:pt x="8001" y="7067"/>
                    </a:cubicBezTo>
                    <a:cubicBezTo>
                      <a:pt x="8057" y="7067"/>
                      <a:pt x="8112" y="7063"/>
                      <a:pt x="8168" y="7059"/>
                    </a:cubicBezTo>
                    <a:cubicBezTo>
                      <a:pt x="10473" y="6940"/>
                      <a:pt x="12010" y="4381"/>
                      <a:pt x="12073" y="4274"/>
                    </a:cubicBezTo>
                    <a:cubicBezTo>
                      <a:pt x="12101" y="4227"/>
                      <a:pt x="12085" y="4167"/>
                      <a:pt x="12042" y="4139"/>
                    </a:cubicBezTo>
                    <a:cubicBezTo>
                      <a:pt x="12025" y="4130"/>
                      <a:pt x="12007" y="4126"/>
                      <a:pt x="11990" y="4126"/>
                    </a:cubicBezTo>
                    <a:cubicBezTo>
                      <a:pt x="11955" y="4126"/>
                      <a:pt x="11921" y="4142"/>
                      <a:pt x="11903" y="4171"/>
                    </a:cubicBezTo>
                    <a:cubicBezTo>
                      <a:pt x="11887" y="4199"/>
                      <a:pt x="10354" y="6750"/>
                      <a:pt x="8156" y="6861"/>
                    </a:cubicBezTo>
                    <a:cubicBezTo>
                      <a:pt x="8103" y="6863"/>
                      <a:pt x="8050" y="6865"/>
                      <a:pt x="7997" y="6865"/>
                    </a:cubicBezTo>
                    <a:cubicBezTo>
                      <a:pt x="6724" y="6865"/>
                      <a:pt x="5464" y="6040"/>
                      <a:pt x="4258" y="4413"/>
                    </a:cubicBezTo>
                    <a:cubicBezTo>
                      <a:pt x="4243" y="4393"/>
                      <a:pt x="4223" y="4381"/>
                      <a:pt x="4199" y="4377"/>
                    </a:cubicBezTo>
                    <a:cubicBezTo>
                      <a:pt x="4187" y="4373"/>
                      <a:pt x="3137" y="4155"/>
                      <a:pt x="2135" y="3518"/>
                    </a:cubicBezTo>
                    <a:cubicBezTo>
                      <a:pt x="808" y="2666"/>
                      <a:pt x="206" y="1521"/>
                      <a:pt x="341" y="107"/>
                    </a:cubicBezTo>
                    <a:cubicBezTo>
                      <a:pt x="349" y="52"/>
                      <a:pt x="305" y="4"/>
                      <a:pt x="254" y="0"/>
                    </a:cubicBezTo>
                    <a:cubicBezTo>
                      <a:pt x="251" y="0"/>
                      <a:pt x="249" y="0"/>
                      <a:pt x="24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46"/>
              <p:cNvSpPr/>
              <p:nvPr/>
            </p:nvSpPr>
            <p:spPr>
              <a:xfrm>
                <a:off x="366550" y="3538800"/>
                <a:ext cx="173700" cy="224450"/>
              </a:xfrm>
              <a:custGeom>
                <a:avLst/>
                <a:gdLst/>
                <a:ahLst/>
                <a:cxnLst/>
                <a:rect l="l" t="t" r="r" b="b"/>
                <a:pathLst>
                  <a:path w="6948" h="8978" extrusionOk="0">
                    <a:moveTo>
                      <a:pt x="2236" y="1"/>
                    </a:moveTo>
                    <a:cubicBezTo>
                      <a:pt x="1185" y="1"/>
                      <a:pt x="125" y="526"/>
                      <a:pt x="68" y="557"/>
                    </a:cubicBezTo>
                    <a:cubicBezTo>
                      <a:pt x="20" y="580"/>
                      <a:pt x="0" y="640"/>
                      <a:pt x="24" y="687"/>
                    </a:cubicBezTo>
                    <a:cubicBezTo>
                      <a:pt x="40" y="723"/>
                      <a:pt x="74" y="743"/>
                      <a:pt x="109" y="743"/>
                    </a:cubicBezTo>
                    <a:cubicBezTo>
                      <a:pt x="124" y="743"/>
                      <a:pt x="140" y="739"/>
                      <a:pt x="155" y="731"/>
                    </a:cubicBezTo>
                    <a:cubicBezTo>
                      <a:pt x="170" y="725"/>
                      <a:pt x="1230" y="199"/>
                      <a:pt x="2244" y="199"/>
                    </a:cubicBezTo>
                    <a:cubicBezTo>
                      <a:pt x="2543" y="199"/>
                      <a:pt x="2838" y="244"/>
                      <a:pt x="3102" y="363"/>
                    </a:cubicBezTo>
                    <a:cubicBezTo>
                      <a:pt x="3549" y="565"/>
                      <a:pt x="3850" y="953"/>
                      <a:pt x="4001" y="1515"/>
                    </a:cubicBezTo>
                    <a:cubicBezTo>
                      <a:pt x="4203" y="2276"/>
                      <a:pt x="4092" y="3092"/>
                      <a:pt x="3985" y="3880"/>
                    </a:cubicBezTo>
                    <a:cubicBezTo>
                      <a:pt x="3743" y="5678"/>
                      <a:pt x="3494" y="7536"/>
                      <a:pt x="6797" y="8970"/>
                    </a:cubicBezTo>
                    <a:cubicBezTo>
                      <a:pt x="6809" y="8973"/>
                      <a:pt x="6825" y="8977"/>
                      <a:pt x="6837" y="8977"/>
                    </a:cubicBezTo>
                    <a:cubicBezTo>
                      <a:pt x="6876" y="8977"/>
                      <a:pt x="6912" y="8954"/>
                      <a:pt x="6928" y="8918"/>
                    </a:cubicBezTo>
                    <a:cubicBezTo>
                      <a:pt x="6948" y="8867"/>
                      <a:pt x="6928" y="8807"/>
                      <a:pt x="6876" y="8787"/>
                    </a:cubicBezTo>
                    <a:cubicBezTo>
                      <a:pt x="3708" y="7413"/>
                      <a:pt x="3937" y="5710"/>
                      <a:pt x="4183" y="3908"/>
                    </a:cubicBezTo>
                    <a:cubicBezTo>
                      <a:pt x="4294" y="3100"/>
                      <a:pt x="4405" y="2264"/>
                      <a:pt x="4191" y="1464"/>
                    </a:cubicBezTo>
                    <a:cubicBezTo>
                      <a:pt x="4025" y="838"/>
                      <a:pt x="3688" y="410"/>
                      <a:pt x="3185" y="184"/>
                    </a:cubicBezTo>
                    <a:cubicBezTo>
                      <a:pt x="2890" y="52"/>
                      <a:pt x="2563" y="1"/>
                      <a:pt x="22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46"/>
              <p:cNvSpPr/>
              <p:nvPr/>
            </p:nvSpPr>
            <p:spPr>
              <a:xfrm>
                <a:off x="275650" y="3742975"/>
                <a:ext cx="134975" cy="39775"/>
              </a:xfrm>
              <a:custGeom>
                <a:avLst/>
                <a:gdLst/>
                <a:ahLst/>
                <a:cxnLst/>
                <a:rect l="l" t="t" r="r" b="b"/>
                <a:pathLst>
                  <a:path w="5399" h="1591" extrusionOk="0">
                    <a:moveTo>
                      <a:pt x="3245" y="1"/>
                    </a:moveTo>
                    <a:cubicBezTo>
                      <a:pt x="1875" y="1"/>
                      <a:pt x="765" y="491"/>
                      <a:pt x="32" y="1432"/>
                    </a:cubicBezTo>
                    <a:cubicBezTo>
                      <a:pt x="0" y="1476"/>
                      <a:pt x="8" y="1535"/>
                      <a:pt x="48" y="1571"/>
                    </a:cubicBezTo>
                    <a:cubicBezTo>
                      <a:pt x="68" y="1583"/>
                      <a:pt x="87" y="1591"/>
                      <a:pt x="111" y="1591"/>
                    </a:cubicBezTo>
                    <a:cubicBezTo>
                      <a:pt x="139" y="1591"/>
                      <a:pt x="170" y="1579"/>
                      <a:pt x="190" y="1551"/>
                    </a:cubicBezTo>
                    <a:cubicBezTo>
                      <a:pt x="1022" y="484"/>
                      <a:pt x="2214" y="205"/>
                      <a:pt x="3233" y="205"/>
                    </a:cubicBezTo>
                    <a:cubicBezTo>
                      <a:pt x="4335" y="205"/>
                      <a:pt x="5234" y="531"/>
                      <a:pt x="5252" y="537"/>
                    </a:cubicBezTo>
                    <a:cubicBezTo>
                      <a:pt x="5263" y="540"/>
                      <a:pt x="5274" y="542"/>
                      <a:pt x="5284" y="542"/>
                    </a:cubicBezTo>
                    <a:cubicBezTo>
                      <a:pt x="5325" y="542"/>
                      <a:pt x="5363" y="519"/>
                      <a:pt x="5379" y="478"/>
                    </a:cubicBezTo>
                    <a:cubicBezTo>
                      <a:pt x="5399" y="426"/>
                      <a:pt x="5371" y="371"/>
                      <a:pt x="5320" y="351"/>
                    </a:cubicBezTo>
                    <a:cubicBezTo>
                      <a:pt x="5284" y="339"/>
                      <a:pt x="4448" y="30"/>
                      <a:pt x="3375" y="2"/>
                    </a:cubicBezTo>
                    <a:cubicBezTo>
                      <a:pt x="3331" y="1"/>
                      <a:pt x="3288" y="1"/>
                      <a:pt x="324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46"/>
              <p:cNvSpPr/>
              <p:nvPr/>
            </p:nvSpPr>
            <p:spPr>
              <a:xfrm>
                <a:off x="321500" y="3691125"/>
                <a:ext cx="43375" cy="61125"/>
              </a:xfrm>
              <a:custGeom>
                <a:avLst/>
                <a:gdLst/>
                <a:ahLst/>
                <a:cxnLst/>
                <a:rect l="l" t="t" r="r" b="b"/>
                <a:pathLst>
                  <a:path w="1735" h="2445" extrusionOk="0">
                    <a:moveTo>
                      <a:pt x="1565" y="0"/>
                    </a:moveTo>
                    <a:cubicBezTo>
                      <a:pt x="1429" y="0"/>
                      <a:pt x="1136" y="34"/>
                      <a:pt x="836" y="274"/>
                    </a:cubicBezTo>
                    <a:cubicBezTo>
                      <a:pt x="368" y="647"/>
                      <a:pt x="91" y="1340"/>
                      <a:pt x="4" y="2338"/>
                    </a:cubicBezTo>
                    <a:cubicBezTo>
                      <a:pt x="0" y="2389"/>
                      <a:pt x="40" y="2437"/>
                      <a:pt x="95" y="2445"/>
                    </a:cubicBezTo>
                    <a:lnTo>
                      <a:pt x="103" y="2445"/>
                    </a:lnTo>
                    <a:cubicBezTo>
                      <a:pt x="155" y="2445"/>
                      <a:pt x="198" y="2405"/>
                      <a:pt x="202" y="2354"/>
                    </a:cubicBezTo>
                    <a:cubicBezTo>
                      <a:pt x="281" y="1431"/>
                      <a:pt x="543" y="765"/>
                      <a:pt x="955" y="433"/>
                    </a:cubicBezTo>
                    <a:cubicBezTo>
                      <a:pt x="1218" y="220"/>
                      <a:pt x="1468" y="197"/>
                      <a:pt x="1570" y="197"/>
                    </a:cubicBezTo>
                    <a:cubicBezTo>
                      <a:pt x="1596" y="197"/>
                      <a:pt x="1613" y="199"/>
                      <a:pt x="1616" y="199"/>
                    </a:cubicBezTo>
                    <a:cubicBezTo>
                      <a:pt x="1621" y="200"/>
                      <a:pt x="1625" y="200"/>
                      <a:pt x="1629" y="200"/>
                    </a:cubicBezTo>
                    <a:cubicBezTo>
                      <a:pt x="1676" y="200"/>
                      <a:pt x="1720" y="163"/>
                      <a:pt x="1727" y="116"/>
                    </a:cubicBezTo>
                    <a:cubicBezTo>
                      <a:pt x="1735" y="60"/>
                      <a:pt x="1695" y="13"/>
                      <a:pt x="1644" y="5"/>
                    </a:cubicBezTo>
                    <a:cubicBezTo>
                      <a:pt x="1639" y="4"/>
                      <a:pt x="1611" y="0"/>
                      <a:pt x="15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46"/>
              <p:cNvSpPr/>
              <p:nvPr/>
            </p:nvSpPr>
            <p:spPr>
              <a:xfrm>
                <a:off x="705500" y="3801025"/>
                <a:ext cx="203125" cy="194025"/>
              </a:xfrm>
              <a:custGeom>
                <a:avLst/>
                <a:gdLst/>
                <a:ahLst/>
                <a:cxnLst/>
                <a:rect l="l" t="t" r="r" b="b"/>
                <a:pathLst>
                  <a:path w="8125" h="7761" extrusionOk="0">
                    <a:moveTo>
                      <a:pt x="1447" y="0"/>
                    </a:moveTo>
                    <a:cubicBezTo>
                      <a:pt x="1040" y="0"/>
                      <a:pt x="583" y="95"/>
                      <a:pt x="80" y="283"/>
                    </a:cubicBezTo>
                    <a:cubicBezTo>
                      <a:pt x="28" y="299"/>
                      <a:pt x="0" y="358"/>
                      <a:pt x="20" y="409"/>
                    </a:cubicBezTo>
                    <a:cubicBezTo>
                      <a:pt x="35" y="449"/>
                      <a:pt x="71" y="472"/>
                      <a:pt x="110" y="472"/>
                    </a:cubicBezTo>
                    <a:cubicBezTo>
                      <a:pt x="122" y="472"/>
                      <a:pt x="135" y="470"/>
                      <a:pt x="147" y="465"/>
                    </a:cubicBezTo>
                    <a:cubicBezTo>
                      <a:pt x="627" y="287"/>
                      <a:pt x="1060" y="198"/>
                      <a:pt x="1444" y="198"/>
                    </a:cubicBezTo>
                    <a:cubicBezTo>
                      <a:pt x="1848" y="198"/>
                      <a:pt x="2197" y="297"/>
                      <a:pt x="2488" y="497"/>
                    </a:cubicBezTo>
                    <a:cubicBezTo>
                      <a:pt x="3419" y="1138"/>
                      <a:pt x="3442" y="2616"/>
                      <a:pt x="3442" y="2628"/>
                    </a:cubicBezTo>
                    <a:cubicBezTo>
                      <a:pt x="3351" y="4414"/>
                      <a:pt x="3775" y="5772"/>
                      <a:pt x="4706" y="6656"/>
                    </a:cubicBezTo>
                    <a:cubicBezTo>
                      <a:pt x="5744" y="7642"/>
                      <a:pt x="7102" y="7761"/>
                      <a:pt x="7712" y="7761"/>
                    </a:cubicBezTo>
                    <a:cubicBezTo>
                      <a:pt x="7894" y="7761"/>
                      <a:pt x="8009" y="7753"/>
                      <a:pt x="8029" y="7749"/>
                    </a:cubicBezTo>
                    <a:cubicBezTo>
                      <a:pt x="8085" y="7745"/>
                      <a:pt x="8124" y="7693"/>
                      <a:pt x="8116" y="7642"/>
                    </a:cubicBezTo>
                    <a:cubicBezTo>
                      <a:pt x="8112" y="7589"/>
                      <a:pt x="8069" y="7551"/>
                      <a:pt x="8017" y="7551"/>
                    </a:cubicBezTo>
                    <a:cubicBezTo>
                      <a:pt x="8014" y="7551"/>
                      <a:pt x="8012" y="7551"/>
                      <a:pt x="8009" y="7551"/>
                    </a:cubicBezTo>
                    <a:cubicBezTo>
                      <a:pt x="8005" y="7552"/>
                      <a:pt x="7903" y="7562"/>
                      <a:pt x="7734" y="7562"/>
                    </a:cubicBezTo>
                    <a:cubicBezTo>
                      <a:pt x="7165" y="7562"/>
                      <a:pt x="5827" y="7450"/>
                      <a:pt x="4841" y="6509"/>
                    </a:cubicBezTo>
                    <a:cubicBezTo>
                      <a:pt x="3957" y="5669"/>
                      <a:pt x="3553" y="4366"/>
                      <a:pt x="3640" y="2631"/>
                    </a:cubicBezTo>
                    <a:cubicBezTo>
                      <a:pt x="3640" y="2564"/>
                      <a:pt x="3617" y="1035"/>
                      <a:pt x="2599" y="334"/>
                    </a:cubicBezTo>
                    <a:cubicBezTo>
                      <a:pt x="2275" y="112"/>
                      <a:pt x="1890" y="0"/>
                      <a:pt x="144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46"/>
              <p:cNvSpPr/>
              <p:nvPr/>
            </p:nvSpPr>
            <p:spPr>
              <a:xfrm>
                <a:off x="790950" y="3854875"/>
                <a:ext cx="91725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3669" h="898" extrusionOk="0">
                    <a:moveTo>
                      <a:pt x="1506" y="1"/>
                    </a:moveTo>
                    <a:cubicBezTo>
                      <a:pt x="928" y="1"/>
                      <a:pt x="367" y="181"/>
                      <a:pt x="28" y="747"/>
                    </a:cubicBezTo>
                    <a:cubicBezTo>
                      <a:pt x="1" y="794"/>
                      <a:pt x="16" y="858"/>
                      <a:pt x="64" y="885"/>
                    </a:cubicBezTo>
                    <a:cubicBezTo>
                      <a:pt x="80" y="893"/>
                      <a:pt x="96" y="897"/>
                      <a:pt x="115" y="897"/>
                    </a:cubicBezTo>
                    <a:cubicBezTo>
                      <a:pt x="147" y="897"/>
                      <a:pt x="179" y="881"/>
                      <a:pt x="199" y="850"/>
                    </a:cubicBezTo>
                    <a:cubicBezTo>
                      <a:pt x="490" y="364"/>
                      <a:pt x="986" y="206"/>
                      <a:pt x="1508" y="206"/>
                    </a:cubicBezTo>
                    <a:cubicBezTo>
                      <a:pt x="2460" y="206"/>
                      <a:pt x="3495" y="733"/>
                      <a:pt x="3510" y="743"/>
                    </a:cubicBezTo>
                    <a:cubicBezTo>
                      <a:pt x="3524" y="750"/>
                      <a:pt x="3538" y="753"/>
                      <a:pt x="3553" y="753"/>
                    </a:cubicBezTo>
                    <a:cubicBezTo>
                      <a:pt x="3589" y="753"/>
                      <a:pt x="3625" y="733"/>
                      <a:pt x="3645" y="699"/>
                    </a:cubicBezTo>
                    <a:cubicBezTo>
                      <a:pt x="3668" y="652"/>
                      <a:pt x="3649" y="592"/>
                      <a:pt x="3601" y="565"/>
                    </a:cubicBezTo>
                    <a:cubicBezTo>
                      <a:pt x="3534" y="530"/>
                      <a:pt x="2494" y="1"/>
                      <a:pt x="150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46"/>
              <p:cNvSpPr/>
              <p:nvPr/>
            </p:nvSpPr>
            <p:spPr>
              <a:xfrm>
                <a:off x="686275" y="3532825"/>
                <a:ext cx="79550" cy="217150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8686" extrusionOk="0">
                    <a:moveTo>
                      <a:pt x="114" y="0"/>
                    </a:moveTo>
                    <a:cubicBezTo>
                      <a:pt x="74" y="0"/>
                      <a:pt x="36" y="24"/>
                      <a:pt x="21" y="63"/>
                    </a:cubicBezTo>
                    <a:cubicBezTo>
                      <a:pt x="1" y="114"/>
                      <a:pt x="25" y="170"/>
                      <a:pt x="72" y="194"/>
                    </a:cubicBezTo>
                    <a:cubicBezTo>
                      <a:pt x="1653" y="851"/>
                      <a:pt x="2560" y="1655"/>
                      <a:pt x="2770" y="2586"/>
                    </a:cubicBezTo>
                    <a:cubicBezTo>
                      <a:pt x="2908" y="3200"/>
                      <a:pt x="2734" y="3746"/>
                      <a:pt x="2532" y="4380"/>
                    </a:cubicBezTo>
                    <a:cubicBezTo>
                      <a:pt x="2298" y="5097"/>
                      <a:pt x="2037" y="5909"/>
                      <a:pt x="2247" y="6955"/>
                    </a:cubicBezTo>
                    <a:cubicBezTo>
                      <a:pt x="2366" y="7545"/>
                      <a:pt x="2615" y="8115"/>
                      <a:pt x="2987" y="8642"/>
                    </a:cubicBezTo>
                    <a:cubicBezTo>
                      <a:pt x="3007" y="8670"/>
                      <a:pt x="3035" y="8686"/>
                      <a:pt x="3067" y="8686"/>
                    </a:cubicBezTo>
                    <a:cubicBezTo>
                      <a:pt x="3086" y="8686"/>
                      <a:pt x="3106" y="8682"/>
                      <a:pt x="3126" y="8670"/>
                    </a:cubicBezTo>
                    <a:cubicBezTo>
                      <a:pt x="3170" y="8638"/>
                      <a:pt x="3182" y="8575"/>
                      <a:pt x="3150" y="8531"/>
                    </a:cubicBezTo>
                    <a:cubicBezTo>
                      <a:pt x="2793" y="8024"/>
                      <a:pt x="2556" y="7482"/>
                      <a:pt x="2441" y="6915"/>
                    </a:cubicBezTo>
                    <a:cubicBezTo>
                      <a:pt x="2243" y="5921"/>
                      <a:pt x="2484" y="5168"/>
                      <a:pt x="2718" y="4440"/>
                    </a:cubicBezTo>
                    <a:cubicBezTo>
                      <a:pt x="2924" y="3810"/>
                      <a:pt x="3114" y="3212"/>
                      <a:pt x="2964" y="2542"/>
                    </a:cubicBezTo>
                    <a:cubicBezTo>
                      <a:pt x="2738" y="1544"/>
                      <a:pt x="1791" y="693"/>
                      <a:pt x="151" y="7"/>
                    </a:cubicBezTo>
                    <a:cubicBezTo>
                      <a:pt x="139" y="3"/>
                      <a:pt x="127" y="0"/>
                      <a:pt x="11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46"/>
              <p:cNvSpPr/>
              <p:nvPr/>
            </p:nvSpPr>
            <p:spPr>
              <a:xfrm>
                <a:off x="417050" y="3826700"/>
                <a:ext cx="42300" cy="10905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4362" extrusionOk="0">
                    <a:moveTo>
                      <a:pt x="1394" y="1"/>
                    </a:moveTo>
                    <a:cubicBezTo>
                      <a:pt x="1364" y="1"/>
                      <a:pt x="1334" y="14"/>
                      <a:pt x="1315" y="40"/>
                    </a:cubicBezTo>
                    <a:cubicBezTo>
                      <a:pt x="0" y="1850"/>
                      <a:pt x="1482" y="4290"/>
                      <a:pt x="1498" y="4314"/>
                    </a:cubicBezTo>
                    <a:cubicBezTo>
                      <a:pt x="1513" y="4345"/>
                      <a:pt x="1549" y="4361"/>
                      <a:pt x="1581" y="4361"/>
                    </a:cubicBezTo>
                    <a:cubicBezTo>
                      <a:pt x="1597" y="4361"/>
                      <a:pt x="1616" y="4357"/>
                      <a:pt x="1632" y="4349"/>
                    </a:cubicBezTo>
                    <a:cubicBezTo>
                      <a:pt x="1680" y="4318"/>
                      <a:pt x="1692" y="4258"/>
                      <a:pt x="1664" y="4211"/>
                    </a:cubicBezTo>
                    <a:cubicBezTo>
                      <a:pt x="1652" y="4187"/>
                      <a:pt x="238" y="1858"/>
                      <a:pt x="1474" y="159"/>
                    </a:cubicBezTo>
                    <a:cubicBezTo>
                      <a:pt x="1505" y="115"/>
                      <a:pt x="1498" y="52"/>
                      <a:pt x="1454" y="20"/>
                    </a:cubicBezTo>
                    <a:cubicBezTo>
                      <a:pt x="1436" y="7"/>
                      <a:pt x="1415" y="1"/>
                      <a:pt x="13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46"/>
              <p:cNvSpPr/>
              <p:nvPr/>
            </p:nvSpPr>
            <p:spPr>
              <a:xfrm>
                <a:off x="615300" y="3901025"/>
                <a:ext cx="78925" cy="54525"/>
              </a:xfrm>
              <a:custGeom>
                <a:avLst/>
                <a:gdLst/>
                <a:ahLst/>
                <a:cxnLst/>
                <a:rect l="l" t="t" r="r" b="b"/>
                <a:pathLst>
                  <a:path w="3157" h="2181" extrusionOk="0">
                    <a:moveTo>
                      <a:pt x="3040" y="0"/>
                    </a:moveTo>
                    <a:cubicBezTo>
                      <a:pt x="3006" y="0"/>
                      <a:pt x="2973" y="19"/>
                      <a:pt x="2955" y="53"/>
                    </a:cubicBezTo>
                    <a:cubicBezTo>
                      <a:pt x="1909" y="1919"/>
                      <a:pt x="115" y="1982"/>
                      <a:pt x="95" y="1982"/>
                    </a:cubicBezTo>
                    <a:cubicBezTo>
                      <a:pt x="40" y="1982"/>
                      <a:pt x="0" y="2030"/>
                      <a:pt x="0" y="2081"/>
                    </a:cubicBezTo>
                    <a:cubicBezTo>
                      <a:pt x="0" y="2137"/>
                      <a:pt x="44" y="2180"/>
                      <a:pt x="99" y="2180"/>
                    </a:cubicBezTo>
                    <a:cubicBezTo>
                      <a:pt x="119" y="2180"/>
                      <a:pt x="2024" y="2121"/>
                      <a:pt x="3129" y="148"/>
                    </a:cubicBezTo>
                    <a:cubicBezTo>
                      <a:pt x="3157" y="101"/>
                      <a:pt x="3141" y="42"/>
                      <a:pt x="3089" y="14"/>
                    </a:cubicBezTo>
                    <a:cubicBezTo>
                      <a:pt x="3074" y="5"/>
                      <a:pt x="3057" y="0"/>
                      <a:pt x="304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46"/>
              <p:cNvSpPr/>
              <p:nvPr/>
            </p:nvSpPr>
            <p:spPr>
              <a:xfrm>
                <a:off x="987325" y="3507150"/>
                <a:ext cx="44875" cy="90150"/>
              </a:xfrm>
              <a:custGeom>
                <a:avLst/>
                <a:gdLst/>
                <a:ahLst/>
                <a:cxnLst/>
                <a:rect l="l" t="t" r="r" b="b"/>
                <a:pathLst>
                  <a:path w="1795" h="3606" extrusionOk="0">
                    <a:moveTo>
                      <a:pt x="984" y="0"/>
                    </a:moveTo>
                    <a:cubicBezTo>
                      <a:pt x="974" y="0"/>
                      <a:pt x="964" y="2"/>
                      <a:pt x="955" y="5"/>
                    </a:cubicBezTo>
                    <a:cubicBezTo>
                      <a:pt x="903" y="20"/>
                      <a:pt x="875" y="80"/>
                      <a:pt x="891" y="131"/>
                    </a:cubicBezTo>
                    <a:cubicBezTo>
                      <a:pt x="899" y="151"/>
                      <a:pt x="1561" y="2211"/>
                      <a:pt x="48" y="3431"/>
                    </a:cubicBezTo>
                    <a:cubicBezTo>
                      <a:pt x="4" y="3462"/>
                      <a:pt x="0" y="3526"/>
                      <a:pt x="32" y="3569"/>
                    </a:cubicBezTo>
                    <a:cubicBezTo>
                      <a:pt x="52" y="3593"/>
                      <a:pt x="83" y="3605"/>
                      <a:pt x="111" y="3605"/>
                    </a:cubicBezTo>
                    <a:cubicBezTo>
                      <a:pt x="131" y="3605"/>
                      <a:pt x="155" y="3597"/>
                      <a:pt x="174" y="3585"/>
                    </a:cubicBezTo>
                    <a:cubicBezTo>
                      <a:pt x="1794" y="2278"/>
                      <a:pt x="1089" y="88"/>
                      <a:pt x="1081" y="68"/>
                    </a:cubicBezTo>
                    <a:cubicBezTo>
                      <a:pt x="1069" y="26"/>
                      <a:pt x="1027" y="0"/>
                      <a:pt x="9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46"/>
              <p:cNvSpPr/>
              <p:nvPr/>
            </p:nvSpPr>
            <p:spPr>
              <a:xfrm>
                <a:off x="774425" y="3472975"/>
                <a:ext cx="125275" cy="63525"/>
              </a:xfrm>
              <a:custGeom>
                <a:avLst/>
                <a:gdLst/>
                <a:ahLst/>
                <a:cxnLst/>
                <a:rect l="l" t="t" r="r" b="b"/>
                <a:pathLst>
                  <a:path w="5011" h="2541" extrusionOk="0">
                    <a:moveTo>
                      <a:pt x="718" y="0"/>
                    </a:moveTo>
                    <a:cubicBezTo>
                      <a:pt x="517" y="0"/>
                      <a:pt x="309" y="6"/>
                      <a:pt x="95" y="17"/>
                    </a:cubicBezTo>
                    <a:cubicBezTo>
                      <a:pt x="40" y="17"/>
                      <a:pt x="0" y="65"/>
                      <a:pt x="0" y="120"/>
                    </a:cubicBezTo>
                    <a:cubicBezTo>
                      <a:pt x="4" y="175"/>
                      <a:pt x="52" y="215"/>
                      <a:pt x="107" y="215"/>
                    </a:cubicBezTo>
                    <a:cubicBezTo>
                      <a:pt x="313" y="204"/>
                      <a:pt x="510" y="199"/>
                      <a:pt x="699" y="199"/>
                    </a:cubicBezTo>
                    <a:cubicBezTo>
                      <a:pt x="2673" y="199"/>
                      <a:pt x="3680" y="757"/>
                      <a:pt x="4183" y="1249"/>
                    </a:cubicBezTo>
                    <a:cubicBezTo>
                      <a:pt x="4769" y="1823"/>
                      <a:pt x="4813" y="2437"/>
                      <a:pt x="4813" y="2449"/>
                    </a:cubicBezTo>
                    <a:cubicBezTo>
                      <a:pt x="4813" y="2500"/>
                      <a:pt x="4860" y="2540"/>
                      <a:pt x="4912" y="2540"/>
                    </a:cubicBezTo>
                    <a:lnTo>
                      <a:pt x="4916" y="2540"/>
                    </a:lnTo>
                    <a:cubicBezTo>
                      <a:pt x="4971" y="2540"/>
                      <a:pt x="5011" y="2493"/>
                      <a:pt x="5011" y="2437"/>
                    </a:cubicBezTo>
                    <a:cubicBezTo>
                      <a:pt x="5007" y="2405"/>
                      <a:pt x="4963" y="1688"/>
                      <a:pt x="4238" y="1031"/>
                    </a:cubicBezTo>
                    <a:cubicBezTo>
                      <a:pt x="3483" y="346"/>
                      <a:pt x="2300" y="0"/>
                      <a:pt x="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46"/>
              <p:cNvSpPr/>
              <p:nvPr/>
            </p:nvSpPr>
            <p:spPr>
              <a:xfrm>
                <a:off x="764800" y="3411675"/>
                <a:ext cx="18250" cy="10055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4022" extrusionOk="0">
                    <a:moveTo>
                      <a:pt x="114" y="1"/>
                    </a:moveTo>
                    <a:cubicBezTo>
                      <a:pt x="104" y="1"/>
                      <a:pt x="94" y="2"/>
                      <a:pt x="84" y="5"/>
                    </a:cubicBezTo>
                    <a:cubicBezTo>
                      <a:pt x="33" y="21"/>
                      <a:pt x="1" y="73"/>
                      <a:pt x="17" y="128"/>
                    </a:cubicBezTo>
                    <a:cubicBezTo>
                      <a:pt x="21" y="144"/>
                      <a:pt x="528" y="1887"/>
                      <a:pt x="318" y="3915"/>
                    </a:cubicBezTo>
                    <a:cubicBezTo>
                      <a:pt x="310" y="3966"/>
                      <a:pt x="349" y="4018"/>
                      <a:pt x="405" y="4022"/>
                    </a:cubicBezTo>
                    <a:lnTo>
                      <a:pt x="417" y="4022"/>
                    </a:lnTo>
                    <a:cubicBezTo>
                      <a:pt x="464" y="4022"/>
                      <a:pt x="508" y="3986"/>
                      <a:pt x="516" y="3935"/>
                    </a:cubicBezTo>
                    <a:cubicBezTo>
                      <a:pt x="730" y="1867"/>
                      <a:pt x="211" y="89"/>
                      <a:pt x="207" y="69"/>
                    </a:cubicBezTo>
                    <a:cubicBezTo>
                      <a:pt x="194" y="27"/>
                      <a:pt x="155" y="1"/>
                      <a:pt x="11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46"/>
              <p:cNvSpPr/>
              <p:nvPr/>
            </p:nvSpPr>
            <p:spPr>
              <a:xfrm>
                <a:off x="976925" y="3794350"/>
                <a:ext cx="81600" cy="54350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2174" extrusionOk="0">
                    <a:moveTo>
                      <a:pt x="108" y="0"/>
                    </a:moveTo>
                    <a:cubicBezTo>
                      <a:pt x="100" y="0"/>
                      <a:pt x="92" y="1"/>
                      <a:pt x="83" y="3"/>
                    </a:cubicBezTo>
                    <a:cubicBezTo>
                      <a:pt x="32" y="19"/>
                      <a:pt x="0" y="74"/>
                      <a:pt x="16" y="126"/>
                    </a:cubicBezTo>
                    <a:cubicBezTo>
                      <a:pt x="567" y="2142"/>
                      <a:pt x="3137" y="2174"/>
                      <a:pt x="3165" y="2174"/>
                    </a:cubicBezTo>
                    <a:cubicBezTo>
                      <a:pt x="3220" y="2174"/>
                      <a:pt x="3264" y="2130"/>
                      <a:pt x="3264" y="2079"/>
                    </a:cubicBezTo>
                    <a:cubicBezTo>
                      <a:pt x="3264" y="2023"/>
                      <a:pt x="3220" y="1980"/>
                      <a:pt x="3165" y="1976"/>
                    </a:cubicBezTo>
                    <a:cubicBezTo>
                      <a:pt x="3141" y="1976"/>
                      <a:pt x="717" y="1944"/>
                      <a:pt x="206" y="74"/>
                    </a:cubicBezTo>
                    <a:cubicBezTo>
                      <a:pt x="193" y="27"/>
                      <a:pt x="154" y="0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46"/>
              <p:cNvSpPr/>
              <p:nvPr/>
            </p:nvSpPr>
            <p:spPr>
              <a:xfrm>
                <a:off x="620150" y="3613450"/>
                <a:ext cx="20125" cy="6177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2471" extrusionOk="0">
                    <a:moveTo>
                      <a:pt x="109" y="1"/>
                    </a:moveTo>
                    <a:cubicBezTo>
                      <a:pt x="90" y="1"/>
                      <a:pt x="70" y="6"/>
                      <a:pt x="52" y="18"/>
                    </a:cubicBezTo>
                    <a:cubicBezTo>
                      <a:pt x="8" y="50"/>
                      <a:pt x="0" y="114"/>
                      <a:pt x="32" y="157"/>
                    </a:cubicBezTo>
                    <a:cubicBezTo>
                      <a:pt x="598" y="945"/>
                      <a:pt x="384" y="2340"/>
                      <a:pt x="384" y="2355"/>
                    </a:cubicBezTo>
                    <a:cubicBezTo>
                      <a:pt x="376" y="2411"/>
                      <a:pt x="412" y="2458"/>
                      <a:pt x="464" y="2466"/>
                    </a:cubicBezTo>
                    <a:lnTo>
                      <a:pt x="479" y="2470"/>
                    </a:lnTo>
                    <a:cubicBezTo>
                      <a:pt x="527" y="2470"/>
                      <a:pt x="570" y="2435"/>
                      <a:pt x="578" y="2387"/>
                    </a:cubicBezTo>
                    <a:cubicBezTo>
                      <a:pt x="586" y="2324"/>
                      <a:pt x="804" y="898"/>
                      <a:pt x="190" y="42"/>
                    </a:cubicBezTo>
                    <a:cubicBezTo>
                      <a:pt x="171" y="15"/>
                      <a:pt x="141" y="1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46"/>
              <p:cNvSpPr/>
              <p:nvPr/>
            </p:nvSpPr>
            <p:spPr>
              <a:xfrm>
                <a:off x="602125" y="3418050"/>
                <a:ext cx="77650" cy="76850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3074" extrusionOk="0">
                    <a:moveTo>
                      <a:pt x="115" y="0"/>
                    </a:moveTo>
                    <a:cubicBezTo>
                      <a:pt x="95" y="0"/>
                      <a:pt x="73" y="7"/>
                      <a:pt x="56" y="20"/>
                    </a:cubicBezTo>
                    <a:cubicBezTo>
                      <a:pt x="12" y="51"/>
                      <a:pt x="0" y="115"/>
                      <a:pt x="32" y="158"/>
                    </a:cubicBezTo>
                    <a:cubicBezTo>
                      <a:pt x="48" y="174"/>
                      <a:pt x="1383" y="2004"/>
                      <a:pt x="2939" y="3058"/>
                    </a:cubicBezTo>
                    <a:cubicBezTo>
                      <a:pt x="2955" y="3066"/>
                      <a:pt x="2975" y="3074"/>
                      <a:pt x="2995" y="3074"/>
                    </a:cubicBezTo>
                    <a:cubicBezTo>
                      <a:pt x="3026" y="3074"/>
                      <a:pt x="3058" y="3058"/>
                      <a:pt x="3078" y="3030"/>
                    </a:cubicBezTo>
                    <a:cubicBezTo>
                      <a:pt x="3106" y="2982"/>
                      <a:pt x="3094" y="2923"/>
                      <a:pt x="3050" y="2891"/>
                    </a:cubicBezTo>
                    <a:cubicBezTo>
                      <a:pt x="1525" y="1861"/>
                      <a:pt x="206" y="59"/>
                      <a:pt x="194" y="40"/>
                    </a:cubicBezTo>
                    <a:cubicBezTo>
                      <a:pt x="176" y="14"/>
                      <a:pt x="146" y="0"/>
                      <a:pt x="11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46"/>
              <p:cNvSpPr/>
              <p:nvPr/>
            </p:nvSpPr>
            <p:spPr>
              <a:xfrm>
                <a:off x="945250" y="3769392"/>
                <a:ext cx="28019" cy="39706"/>
              </a:xfrm>
              <a:custGeom>
                <a:avLst/>
                <a:gdLst/>
                <a:ahLst/>
                <a:cxnLst/>
                <a:rect l="l" t="t" r="r" b="b"/>
                <a:pathLst>
                  <a:path w="1273" h="180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116"/>
                      <a:pt x="68" y="231"/>
                      <a:pt x="112" y="341"/>
                    </a:cubicBezTo>
                    <a:cubicBezTo>
                      <a:pt x="294" y="500"/>
                      <a:pt x="456" y="674"/>
                      <a:pt x="595" y="864"/>
                    </a:cubicBezTo>
                    <a:cubicBezTo>
                      <a:pt x="765" y="1094"/>
                      <a:pt x="888" y="1336"/>
                      <a:pt x="983" y="1573"/>
                    </a:cubicBezTo>
                    <a:cubicBezTo>
                      <a:pt x="1074" y="1653"/>
                      <a:pt x="1173" y="1732"/>
                      <a:pt x="1272" y="1803"/>
                    </a:cubicBezTo>
                    <a:cubicBezTo>
                      <a:pt x="1173" y="1458"/>
                      <a:pt x="1011" y="1098"/>
                      <a:pt x="757" y="749"/>
                    </a:cubicBezTo>
                    <a:cubicBezTo>
                      <a:pt x="552" y="464"/>
                      <a:pt x="298" y="21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46"/>
              <p:cNvSpPr/>
              <p:nvPr/>
            </p:nvSpPr>
            <p:spPr>
              <a:xfrm>
                <a:off x="943050" y="3703325"/>
                <a:ext cx="156275" cy="49625"/>
              </a:xfrm>
              <a:custGeom>
                <a:avLst/>
                <a:gdLst/>
                <a:ahLst/>
                <a:cxnLst/>
                <a:rect l="l" t="t" r="r" b="b"/>
                <a:pathLst>
                  <a:path w="6251" h="1985" extrusionOk="0">
                    <a:moveTo>
                      <a:pt x="147" y="0"/>
                    </a:moveTo>
                    <a:cubicBezTo>
                      <a:pt x="96" y="44"/>
                      <a:pt x="48" y="87"/>
                      <a:pt x="1" y="135"/>
                    </a:cubicBezTo>
                    <a:cubicBezTo>
                      <a:pt x="1082" y="1363"/>
                      <a:pt x="2207" y="1985"/>
                      <a:pt x="3351" y="1985"/>
                    </a:cubicBezTo>
                    <a:cubicBezTo>
                      <a:pt x="3407" y="1985"/>
                      <a:pt x="3462" y="1981"/>
                      <a:pt x="3518" y="1977"/>
                    </a:cubicBezTo>
                    <a:cubicBezTo>
                      <a:pt x="4635" y="1921"/>
                      <a:pt x="5573" y="1287"/>
                      <a:pt x="6251" y="638"/>
                    </a:cubicBezTo>
                    <a:cubicBezTo>
                      <a:pt x="6215" y="578"/>
                      <a:pt x="6176" y="519"/>
                      <a:pt x="6136" y="464"/>
                    </a:cubicBezTo>
                    <a:cubicBezTo>
                      <a:pt x="5482" y="1097"/>
                      <a:pt x="4571" y="1723"/>
                      <a:pt x="3506" y="1779"/>
                    </a:cubicBezTo>
                    <a:cubicBezTo>
                      <a:pt x="3454" y="1782"/>
                      <a:pt x="3403" y="1786"/>
                      <a:pt x="3351" y="1786"/>
                    </a:cubicBezTo>
                    <a:cubicBezTo>
                      <a:pt x="2262" y="1786"/>
                      <a:pt x="1189" y="1184"/>
                      <a:pt x="14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46"/>
              <p:cNvSpPr/>
              <p:nvPr/>
            </p:nvSpPr>
            <p:spPr>
              <a:xfrm>
                <a:off x="976925" y="3794325"/>
                <a:ext cx="71125" cy="52200"/>
              </a:xfrm>
              <a:custGeom>
                <a:avLst/>
                <a:gdLst/>
                <a:ahLst/>
                <a:cxnLst/>
                <a:rect l="l" t="t" r="r" b="b"/>
                <a:pathLst>
                  <a:path w="2845" h="2088" extrusionOk="0">
                    <a:moveTo>
                      <a:pt x="111" y="0"/>
                    </a:moveTo>
                    <a:cubicBezTo>
                      <a:pt x="103" y="0"/>
                      <a:pt x="95" y="4"/>
                      <a:pt x="83" y="4"/>
                    </a:cubicBezTo>
                    <a:cubicBezTo>
                      <a:pt x="32" y="20"/>
                      <a:pt x="0" y="75"/>
                      <a:pt x="16" y="127"/>
                    </a:cubicBezTo>
                    <a:cubicBezTo>
                      <a:pt x="380" y="1458"/>
                      <a:pt x="1624" y="1925"/>
                      <a:pt x="2436" y="2088"/>
                    </a:cubicBezTo>
                    <a:cubicBezTo>
                      <a:pt x="2575" y="2052"/>
                      <a:pt x="2713" y="2004"/>
                      <a:pt x="2844" y="1953"/>
                    </a:cubicBezTo>
                    <a:cubicBezTo>
                      <a:pt x="2163" y="1874"/>
                      <a:pt x="606" y="1533"/>
                      <a:pt x="206" y="75"/>
                    </a:cubicBezTo>
                    <a:cubicBezTo>
                      <a:pt x="194" y="32"/>
                      <a:pt x="155" y="0"/>
                      <a:pt x="11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46"/>
              <p:cNvSpPr/>
              <p:nvPr/>
            </p:nvSpPr>
            <p:spPr>
              <a:xfrm>
                <a:off x="503400" y="3702725"/>
                <a:ext cx="204600" cy="174100"/>
              </a:xfrm>
              <a:custGeom>
                <a:avLst/>
                <a:gdLst/>
                <a:ahLst/>
                <a:cxnLst/>
                <a:rect l="l" t="t" r="r" b="b"/>
                <a:pathLst>
                  <a:path w="8184" h="6964" extrusionOk="0">
                    <a:moveTo>
                      <a:pt x="4167" y="0"/>
                    </a:moveTo>
                    <a:cubicBezTo>
                      <a:pt x="3870" y="0"/>
                      <a:pt x="3565" y="28"/>
                      <a:pt x="3260" y="95"/>
                    </a:cubicBezTo>
                    <a:cubicBezTo>
                      <a:pt x="2115" y="337"/>
                      <a:pt x="1188" y="1002"/>
                      <a:pt x="638" y="1858"/>
                    </a:cubicBezTo>
                    <a:cubicBezTo>
                      <a:pt x="868" y="1985"/>
                      <a:pt x="1121" y="2108"/>
                      <a:pt x="1402" y="2230"/>
                    </a:cubicBezTo>
                    <a:cubicBezTo>
                      <a:pt x="1454" y="2250"/>
                      <a:pt x="1474" y="2310"/>
                      <a:pt x="1454" y="2361"/>
                    </a:cubicBezTo>
                    <a:cubicBezTo>
                      <a:pt x="1438" y="2397"/>
                      <a:pt x="1402" y="2420"/>
                      <a:pt x="1363" y="2420"/>
                    </a:cubicBezTo>
                    <a:cubicBezTo>
                      <a:pt x="1351" y="2420"/>
                      <a:pt x="1335" y="2416"/>
                      <a:pt x="1323" y="2413"/>
                    </a:cubicBezTo>
                    <a:cubicBezTo>
                      <a:pt x="1034" y="2286"/>
                      <a:pt x="773" y="2159"/>
                      <a:pt x="535" y="2024"/>
                    </a:cubicBezTo>
                    <a:cubicBezTo>
                      <a:pt x="151" y="2710"/>
                      <a:pt x="0" y="3498"/>
                      <a:pt x="167" y="4286"/>
                    </a:cubicBezTo>
                    <a:cubicBezTo>
                      <a:pt x="507" y="5886"/>
                      <a:pt x="2036" y="6964"/>
                      <a:pt x="3787" y="6964"/>
                    </a:cubicBezTo>
                    <a:cubicBezTo>
                      <a:pt x="4088" y="6964"/>
                      <a:pt x="4389" y="6932"/>
                      <a:pt x="4694" y="6868"/>
                    </a:cubicBezTo>
                    <a:cubicBezTo>
                      <a:pt x="6797" y="6421"/>
                      <a:pt x="8183" y="4543"/>
                      <a:pt x="7787" y="2674"/>
                    </a:cubicBezTo>
                    <a:cubicBezTo>
                      <a:pt x="7447" y="1074"/>
                      <a:pt x="5918" y="0"/>
                      <a:pt x="41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46"/>
              <p:cNvSpPr/>
              <p:nvPr/>
            </p:nvSpPr>
            <p:spPr>
              <a:xfrm>
                <a:off x="516750" y="3749150"/>
                <a:ext cx="23500" cy="1410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564" extrusionOk="0">
                    <a:moveTo>
                      <a:pt x="104" y="1"/>
                    </a:moveTo>
                    <a:cubicBezTo>
                      <a:pt x="68" y="56"/>
                      <a:pt x="37" y="112"/>
                      <a:pt x="1" y="167"/>
                    </a:cubicBezTo>
                    <a:cubicBezTo>
                      <a:pt x="239" y="302"/>
                      <a:pt x="500" y="429"/>
                      <a:pt x="789" y="556"/>
                    </a:cubicBezTo>
                    <a:cubicBezTo>
                      <a:pt x="801" y="559"/>
                      <a:pt x="817" y="563"/>
                      <a:pt x="829" y="563"/>
                    </a:cubicBezTo>
                    <a:cubicBezTo>
                      <a:pt x="868" y="563"/>
                      <a:pt x="904" y="540"/>
                      <a:pt x="920" y="504"/>
                    </a:cubicBezTo>
                    <a:cubicBezTo>
                      <a:pt x="940" y="453"/>
                      <a:pt x="920" y="393"/>
                      <a:pt x="868" y="373"/>
                    </a:cubicBezTo>
                    <a:cubicBezTo>
                      <a:pt x="587" y="251"/>
                      <a:pt x="334" y="128"/>
                      <a:pt x="10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46"/>
              <p:cNvSpPr/>
              <p:nvPr/>
            </p:nvSpPr>
            <p:spPr>
              <a:xfrm>
                <a:off x="608250" y="3674400"/>
                <a:ext cx="116375" cy="72250"/>
              </a:xfrm>
              <a:custGeom>
                <a:avLst/>
                <a:gdLst/>
                <a:ahLst/>
                <a:cxnLst/>
                <a:rect l="l" t="t" r="r" b="b"/>
                <a:pathLst>
                  <a:path w="4655" h="2890" extrusionOk="0">
                    <a:moveTo>
                      <a:pt x="4404" y="1"/>
                    </a:moveTo>
                    <a:cubicBezTo>
                      <a:pt x="4207" y="1"/>
                      <a:pt x="3641" y="1158"/>
                      <a:pt x="2464" y="1347"/>
                    </a:cubicBezTo>
                    <a:cubicBezTo>
                      <a:pt x="2355" y="1365"/>
                      <a:pt x="2247" y="1373"/>
                      <a:pt x="2143" y="1373"/>
                    </a:cubicBezTo>
                    <a:cubicBezTo>
                      <a:pt x="1181" y="1373"/>
                      <a:pt x="458" y="695"/>
                      <a:pt x="233" y="695"/>
                    </a:cubicBezTo>
                    <a:cubicBezTo>
                      <a:pt x="209" y="695"/>
                      <a:pt x="191" y="702"/>
                      <a:pt x="179" y="717"/>
                    </a:cubicBezTo>
                    <a:cubicBezTo>
                      <a:pt x="0" y="942"/>
                      <a:pt x="1007" y="2890"/>
                      <a:pt x="2414" y="2890"/>
                    </a:cubicBezTo>
                    <a:cubicBezTo>
                      <a:pt x="2471" y="2890"/>
                      <a:pt x="2529" y="2887"/>
                      <a:pt x="2587" y="2880"/>
                    </a:cubicBezTo>
                    <a:cubicBezTo>
                      <a:pt x="4172" y="2702"/>
                      <a:pt x="4655" y="163"/>
                      <a:pt x="4429" y="8"/>
                    </a:cubicBezTo>
                    <a:cubicBezTo>
                      <a:pt x="4421" y="3"/>
                      <a:pt x="4413" y="1"/>
                      <a:pt x="44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46"/>
              <p:cNvSpPr/>
              <p:nvPr/>
            </p:nvSpPr>
            <p:spPr>
              <a:xfrm>
                <a:off x="733825" y="3727875"/>
                <a:ext cx="189650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7586" h="3098" extrusionOk="0">
                    <a:moveTo>
                      <a:pt x="7284" y="0"/>
                    </a:moveTo>
                    <a:cubicBezTo>
                      <a:pt x="7192" y="0"/>
                      <a:pt x="7103" y="50"/>
                      <a:pt x="7055" y="135"/>
                    </a:cubicBezTo>
                    <a:cubicBezTo>
                      <a:pt x="6211" y="1609"/>
                      <a:pt x="5213" y="2424"/>
                      <a:pt x="4088" y="2551"/>
                    </a:cubicBezTo>
                    <a:cubicBezTo>
                      <a:pt x="3981" y="2563"/>
                      <a:pt x="3875" y="2569"/>
                      <a:pt x="3770" y="2569"/>
                    </a:cubicBezTo>
                    <a:cubicBezTo>
                      <a:pt x="2011" y="2569"/>
                      <a:pt x="514" y="973"/>
                      <a:pt x="491" y="947"/>
                    </a:cubicBezTo>
                    <a:cubicBezTo>
                      <a:pt x="439" y="890"/>
                      <a:pt x="368" y="862"/>
                      <a:pt x="296" y="862"/>
                    </a:cubicBezTo>
                    <a:cubicBezTo>
                      <a:pt x="232" y="862"/>
                      <a:pt x="167" y="885"/>
                      <a:pt x="115" y="931"/>
                    </a:cubicBezTo>
                    <a:cubicBezTo>
                      <a:pt x="8" y="1030"/>
                      <a:pt x="0" y="1197"/>
                      <a:pt x="99" y="1304"/>
                    </a:cubicBezTo>
                    <a:cubicBezTo>
                      <a:pt x="171" y="1383"/>
                      <a:pt x="1771" y="3098"/>
                      <a:pt x="3763" y="3098"/>
                    </a:cubicBezTo>
                    <a:cubicBezTo>
                      <a:pt x="3890" y="3098"/>
                      <a:pt x="4017" y="3090"/>
                      <a:pt x="4143" y="3074"/>
                    </a:cubicBezTo>
                    <a:cubicBezTo>
                      <a:pt x="5446" y="2927"/>
                      <a:pt x="6579" y="2028"/>
                      <a:pt x="7514" y="396"/>
                    </a:cubicBezTo>
                    <a:cubicBezTo>
                      <a:pt x="7585" y="270"/>
                      <a:pt x="7542" y="107"/>
                      <a:pt x="7415" y="36"/>
                    </a:cubicBezTo>
                    <a:cubicBezTo>
                      <a:pt x="7374" y="12"/>
                      <a:pt x="7329" y="0"/>
                      <a:pt x="72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46"/>
              <p:cNvSpPr/>
              <p:nvPr/>
            </p:nvSpPr>
            <p:spPr>
              <a:xfrm>
                <a:off x="957136" y="3636225"/>
                <a:ext cx="180130" cy="153278"/>
              </a:xfrm>
              <a:custGeom>
                <a:avLst/>
                <a:gdLst/>
                <a:ahLst/>
                <a:cxnLst/>
                <a:rect l="l" t="t" r="r" b="b"/>
                <a:pathLst>
                  <a:path w="8184" h="6964" extrusionOk="0">
                    <a:moveTo>
                      <a:pt x="4167" y="0"/>
                    </a:moveTo>
                    <a:cubicBezTo>
                      <a:pt x="3870" y="0"/>
                      <a:pt x="3565" y="28"/>
                      <a:pt x="3260" y="95"/>
                    </a:cubicBezTo>
                    <a:cubicBezTo>
                      <a:pt x="2115" y="337"/>
                      <a:pt x="1188" y="1002"/>
                      <a:pt x="638" y="1858"/>
                    </a:cubicBezTo>
                    <a:cubicBezTo>
                      <a:pt x="868" y="1985"/>
                      <a:pt x="1121" y="2108"/>
                      <a:pt x="1402" y="2230"/>
                    </a:cubicBezTo>
                    <a:cubicBezTo>
                      <a:pt x="1454" y="2250"/>
                      <a:pt x="1474" y="2310"/>
                      <a:pt x="1454" y="2361"/>
                    </a:cubicBezTo>
                    <a:cubicBezTo>
                      <a:pt x="1438" y="2397"/>
                      <a:pt x="1402" y="2420"/>
                      <a:pt x="1363" y="2420"/>
                    </a:cubicBezTo>
                    <a:cubicBezTo>
                      <a:pt x="1351" y="2420"/>
                      <a:pt x="1335" y="2416"/>
                      <a:pt x="1323" y="2413"/>
                    </a:cubicBezTo>
                    <a:cubicBezTo>
                      <a:pt x="1034" y="2286"/>
                      <a:pt x="773" y="2159"/>
                      <a:pt x="535" y="2024"/>
                    </a:cubicBezTo>
                    <a:cubicBezTo>
                      <a:pt x="151" y="2710"/>
                      <a:pt x="0" y="3498"/>
                      <a:pt x="167" y="4286"/>
                    </a:cubicBezTo>
                    <a:cubicBezTo>
                      <a:pt x="507" y="5886"/>
                      <a:pt x="2036" y="6964"/>
                      <a:pt x="3787" y="6964"/>
                    </a:cubicBezTo>
                    <a:cubicBezTo>
                      <a:pt x="4088" y="6964"/>
                      <a:pt x="4389" y="6932"/>
                      <a:pt x="4694" y="6868"/>
                    </a:cubicBezTo>
                    <a:cubicBezTo>
                      <a:pt x="6797" y="6421"/>
                      <a:pt x="8183" y="4543"/>
                      <a:pt x="7787" y="2674"/>
                    </a:cubicBezTo>
                    <a:cubicBezTo>
                      <a:pt x="7447" y="1074"/>
                      <a:pt x="5918" y="0"/>
                      <a:pt x="41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46"/>
              <p:cNvSpPr/>
              <p:nvPr/>
            </p:nvSpPr>
            <p:spPr>
              <a:xfrm>
                <a:off x="915500" y="3642325"/>
                <a:ext cx="116400" cy="72350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2894" extrusionOk="0">
                    <a:moveTo>
                      <a:pt x="4405" y="1"/>
                    </a:moveTo>
                    <a:cubicBezTo>
                      <a:pt x="4209" y="1"/>
                      <a:pt x="3643" y="1158"/>
                      <a:pt x="2465" y="1347"/>
                    </a:cubicBezTo>
                    <a:cubicBezTo>
                      <a:pt x="2355" y="1365"/>
                      <a:pt x="2247" y="1373"/>
                      <a:pt x="2142" y="1373"/>
                    </a:cubicBezTo>
                    <a:cubicBezTo>
                      <a:pt x="1177" y="1373"/>
                      <a:pt x="456" y="695"/>
                      <a:pt x="232" y="695"/>
                    </a:cubicBezTo>
                    <a:cubicBezTo>
                      <a:pt x="209" y="695"/>
                      <a:pt x="192" y="702"/>
                      <a:pt x="180" y="717"/>
                    </a:cubicBezTo>
                    <a:cubicBezTo>
                      <a:pt x="1" y="946"/>
                      <a:pt x="1005" y="2893"/>
                      <a:pt x="2418" y="2893"/>
                    </a:cubicBezTo>
                    <a:cubicBezTo>
                      <a:pt x="2474" y="2893"/>
                      <a:pt x="2531" y="2890"/>
                      <a:pt x="2588" y="2884"/>
                    </a:cubicBezTo>
                    <a:cubicBezTo>
                      <a:pt x="4172" y="2702"/>
                      <a:pt x="4655" y="167"/>
                      <a:pt x="4430" y="8"/>
                    </a:cubicBezTo>
                    <a:cubicBezTo>
                      <a:pt x="4422" y="3"/>
                      <a:pt x="4414" y="1"/>
                      <a:pt x="44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46"/>
              <p:cNvSpPr/>
              <p:nvPr/>
            </p:nvSpPr>
            <p:spPr>
              <a:xfrm>
                <a:off x="374475" y="3916000"/>
                <a:ext cx="362825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3" h="7753" extrusionOk="0">
                    <a:moveTo>
                      <a:pt x="4662" y="1"/>
                    </a:moveTo>
                    <a:cubicBezTo>
                      <a:pt x="2181" y="1"/>
                      <a:pt x="0" y="758"/>
                      <a:pt x="0" y="758"/>
                    </a:cubicBezTo>
                    <a:cubicBezTo>
                      <a:pt x="99" y="5071"/>
                      <a:pt x="6326" y="5356"/>
                      <a:pt x="6326" y="5356"/>
                    </a:cubicBezTo>
                    <a:lnTo>
                      <a:pt x="5367" y="6885"/>
                    </a:lnTo>
                    <a:lnTo>
                      <a:pt x="8203" y="7752"/>
                    </a:lnTo>
                    <a:lnTo>
                      <a:pt x="11404" y="4635"/>
                    </a:lnTo>
                    <a:cubicBezTo>
                      <a:pt x="13166" y="4568"/>
                      <a:pt x="14513" y="3479"/>
                      <a:pt x="14513" y="3479"/>
                    </a:cubicBezTo>
                    <a:cubicBezTo>
                      <a:pt x="13435" y="1304"/>
                      <a:pt x="8088" y="627"/>
                      <a:pt x="8088" y="627"/>
                    </a:cubicBezTo>
                    <a:cubicBezTo>
                      <a:pt x="7005" y="160"/>
                      <a:pt x="5802" y="1"/>
                      <a:pt x="4662" y="1"/>
                    </a:cubicBezTo>
                    <a:close/>
                  </a:path>
                </a:pathLst>
              </a:custGeom>
              <a:solidFill>
                <a:srgbClr val="6E61F4">
                  <a:alpha val="487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190480B-9E9F-D341-969F-31BC3CB69F88}"/>
              </a:ext>
            </a:extLst>
          </p:cNvPr>
          <p:cNvSpPr txBox="1"/>
          <p:nvPr/>
        </p:nvSpPr>
        <p:spPr>
          <a:xfrm>
            <a:off x="3351153" y="1243095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3 Essential Qualities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4C57C8A4-D288-3841-944D-F9B404F2CF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6773366"/>
              </p:ext>
            </p:extLst>
          </p:nvPr>
        </p:nvGraphicFramePr>
        <p:xfrm>
          <a:off x="1528114" y="97587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68A5A1-DE22-6445-A846-43A26A086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Humanistic Perspectives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1E61C74-85FF-4A4D-81B9-537427CE7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8304" y="2571750"/>
            <a:ext cx="3612179" cy="1135500"/>
          </a:xfrm>
        </p:spPr>
        <p:txBody>
          <a:bodyPr/>
          <a:lstStyle/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self-perception is key to personality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consider the positive aspects of human nature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emphasize conscious experience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D9E9925-99C9-BA41-8423-885F31D418EC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65883" y="2667116"/>
            <a:ext cx="3750085" cy="1135500"/>
          </a:xfrm>
        </p:spPr>
        <p:txBody>
          <a:bodyPr/>
          <a:lstStyle/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too optimistic about human nature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does not hold people accountable for negative behaviors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EF75200-E55C-3B4E-BA34-7CEDAFAC1327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215850" y="2014898"/>
            <a:ext cx="2962200" cy="558900"/>
          </a:xfrm>
        </p:spPr>
        <p:txBody>
          <a:bodyPr/>
          <a:lstStyle/>
          <a:p>
            <a:r>
              <a:rPr lang="en-US" dirty="0"/>
              <a:t>Criticisms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482513D0-15EA-224B-952E-D163E1EBE5BA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167113" y="2017184"/>
            <a:ext cx="2962200" cy="558900"/>
          </a:xfrm>
        </p:spPr>
        <p:txBody>
          <a:bodyPr/>
          <a:lstStyle/>
          <a:p>
            <a:r>
              <a:rPr lang="en-US" dirty="0"/>
              <a:t>Contributions</a:t>
            </a:r>
          </a:p>
        </p:txBody>
      </p:sp>
    </p:spTree>
    <p:extLst>
      <p:ext uri="{BB962C8B-B14F-4D97-AF65-F5344CB8AC3E}">
        <p14:creationId xmlns:p14="http://schemas.microsoft.com/office/powerpoint/2010/main" val="2741001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4702-9352-AC41-AA94-BFB33D58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Trait Perspectives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D0950-12E1-B849-9FE5-AAD2C6D3C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tx1"/>
              </a:buClr>
              <a:buNone/>
            </a:pPr>
            <a:r>
              <a:rPr lang="en-US" altLang="en-US" sz="3200" b="1" dirty="0"/>
              <a:t>Trait: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en-US" sz="1600" dirty="0"/>
              <a:t>an enduring disposition that leads to characteristic responses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en-US" sz="1600" dirty="0"/>
              <a:t>traits are the building blocks of personality</a:t>
            </a:r>
          </a:p>
          <a:p>
            <a:pPr marL="139700" indent="0">
              <a:buNone/>
            </a:pPr>
            <a:endParaRPr lang="en-US" altLang="en-US" sz="1600" b="1" dirty="0"/>
          </a:p>
          <a:p>
            <a:pPr marL="139700" indent="0">
              <a:buNone/>
            </a:pPr>
            <a:r>
              <a:rPr lang="en-US" altLang="en-US" sz="1600" b="1" dirty="0"/>
              <a:t>Note</a:t>
            </a:r>
            <a:r>
              <a:rPr lang="en-US" altLang="en-US" sz="1600" dirty="0"/>
              <a:t>:</a:t>
            </a:r>
            <a:r>
              <a:rPr lang="en-US" altLang="en-US" sz="1600" baseline="0" dirty="0"/>
              <a:t>  Trait theory stands in contrast to personality theorists who claim that the whole is greater than the some of its parts.  </a:t>
            </a:r>
          </a:p>
          <a:p>
            <a:pPr lvl="1"/>
            <a:endParaRPr lang="en-US" altLang="en-US" sz="1600" baseline="0" dirty="0"/>
          </a:p>
          <a:p>
            <a:pPr lvl="1"/>
            <a:r>
              <a:rPr lang="en-US" altLang="en-US" sz="1600" baseline="0" dirty="0"/>
              <a:t>While trait theorists claim that a personality can be understood by listing off the traits that go into that personality,  critics insist that a tiger is more than a pile of tiger parts, and a personality is more than a pile of traits.  </a:t>
            </a:r>
            <a:endParaRPr lang="en-US" alt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64730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C58CDD-EDFD-5646-858C-5E4CEFC4C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807C68B-1027-2945-AF66-C4CE514A1E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45CBE4-4C2D-334D-9033-47191619F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00" r="15575"/>
          <a:stretch>
            <a:fillRect/>
          </a:stretch>
        </p:blipFill>
        <p:spPr bwMode="auto">
          <a:xfrm>
            <a:off x="1401445" y="163734"/>
            <a:ext cx="6341109" cy="4816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1364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9FEA9-3556-C245-9CC1-63E8EC013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34858"/>
            <a:ext cx="7704000" cy="572700"/>
          </a:xfrm>
        </p:spPr>
        <p:txBody>
          <a:bodyPr/>
          <a:lstStyle/>
          <a:p>
            <a:r>
              <a:rPr lang="en-US" dirty="0"/>
              <a:t>Trait Perspectives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39D7B4D5-369A-574B-A0C1-512348C6C023}"/>
              </a:ext>
            </a:extLst>
          </p:cNvPr>
          <p:cNvSpPr txBox="1">
            <a:spLocks/>
          </p:cNvSpPr>
          <p:nvPr/>
        </p:nvSpPr>
        <p:spPr>
          <a:xfrm>
            <a:off x="457200" y="1295400"/>
            <a:ext cx="3557016" cy="4830763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Traits- Personality tendencies that endure over time</a:t>
            </a:r>
          </a:p>
          <a:p>
            <a:pPr lvl="1"/>
            <a:endParaRPr lang="en-US" sz="200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Emphasize </a:t>
            </a:r>
            <a:r>
              <a:rPr lang="en-US" sz="2000" i="1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describing</a:t>
            </a:r>
            <a:r>
              <a:rPr lang="en-US" sz="20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 personality over looking at how it develops</a:t>
            </a:r>
          </a:p>
          <a:p>
            <a:pPr lvl="1"/>
            <a:endParaRPr lang="en-US" sz="200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Traits are on a </a:t>
            </a:r>
            <a:r>
              <a:rPr lang="en-US" sz="2000" i="1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continuum</a:t>
            </a:r>
          </a:p>
          <a:p>
            <a:pPr lvl="1"/>
            <a:endParaRPr lang="en-US" sz="1500" dirty="0"/>
          </a:p>
          <a:p>
            <a:pPr lvl="1"/>
            <a:endParaRPr lang="en-US" sz="1350" dirty="0"/>
          </a:p>
          <a:p>
            <a:pPr lvl="2"/>
            <a:endParaRPr lang="en-US" sz="1350" dirty="0"/>
          </a:p>
          <a:p>
            <a:pPr marL="472500" lvl="2"/>
            <a:endParaRPr lang="en-US" sz="1350" dirty="0"/>
          </a:p>
          <a:p>
            <a:pPr lvl="2"/>
            <a:endParaRPr lang="en-US" sz="1500" dirty="0"/>
          </a:p>
          <a:p>
            <a:endParaRPr lang="en-US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F08AB-2798-FB4C-89B8-341F55471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708" y="1215265"/>
            <a:ext cx="4607636" cy="340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08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094D3-AEB1-E040-A0FE-5435E8AF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Traits Matter?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357CC60-B435-2C49-9257-56ABDBC7E5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0935528"/>
              </p:ext>
            </p:extLst>
          </p:nvPr>
        </p:nvGraphicFramePr>
        <p:xfrm>
          <a:off x="606888" y="1381519"/>
          <a:ext cx="7930224" cy="3084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1CE769C-AB8D-9149-89FE-A72985289857}"/>
              </a:ext>
            </a:extLst>
          </p:cNvPr>
          <p:cNvSpPr txBox="1"/>
          <p:nvPr/>
        </p:nvSpPr>
        <p:spPr>
          <a:xfrm>
            <a:off x="720000" y="1591056"/>
            <a:ext cx="2714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Gordon Allport developed…</a:t>
            </a:r>
          </a:p>
        </p:txBody>
      </p:sp>
    </p:spTree>
    <p:extLst>
      <p:ext uri="{BB962C8B-B14F-4D97-AF65-F5344CB8AC3E}">
        <p14:creationId xmlns:p14="http://schemas.microsoft.com/office/powerpoint/2010/main" val="2262035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D75C-6253-4841-9014-F70CD539D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Trait Perspectives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6ADDA-A371-D640-81C4-1148AA79E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Costa and McCrae</a:t>
            </a:r>
          </a:p>
          <a:p>
            <a:pPr marL="0" indent="0">
              <a:buNone/>
            </a:pPr>
            <a:endParaRPr lang="en-US" sz="1500" b="1" dirty="0"/>
          </a:p>
          <a:p>
            <a:pPr lvl="1"/>
            <a:r>
              <a:rPr lang="en-US" sz="2400" u="sng" dirty="0"/>
              <a:t>Five factor model (“The Big 5”)</a:t>
            </a:r>
          </a:p>
          <a:p>
            <a:pPr lvl="1"/>
            <a:r>
              <a:rPr lang="en-US" sz="2400" dirty="0"/>
              <a:t>Each factor is bipolar</a:t>
            </a:r>
          </a:p>
          <a:p>
            <a:pPr lvl="1"/>
            <a:r>
              <a:rPr lang="en-US" sz="2400" dirty="0"/>
              <a:t>Each has “facets”</a:t>
            </a:r>
          </a:p>
          <a:p>
            <a:pPr lvl="1"/>
            <a:r>
              <a:rPr lang="en-US" sz="2400" dirty="0"/>
              <a:t>Each is normally distributed</a:t>
            </a:r>
          </a:p>
          <a:p>
            <a:endParaRPr lang="en-US" dirty="0"/>
          </a:p>
        </p:txBody>
      </p:sp>
      <p:grpSp>
        <p:nvGrpSpPr>
          <p:cNvPr id="4" name="Google Shape;774;p40">
            <a:extLst>
              <a:ext uri="{FF2B5EF4-FFF2-40B4-BE49-F238E27FC236}">
                <a16:creationId xmlns:a16="http://schemas.microsoft.com/office/drawing/2014/main" id="{22ECC42E-F855-BD43-A367-DD4E6DC3A5D7}"/>
              </a:ext>
            </a:extLst>
          </p:cNvPr>
          <p:cNvGrpSpPr/>
          <p:nvPr/>
        </p:nvGrpSpPr>
        <p:grpSpPr>
          <a:xfrm rot="-403965">
            <a:off x="7324250" y="3106083"/>
            <a:ext cx="953290" cy="779451"/>
            <a:chOff x="229400" y="1987313"/>
            <a:chExt cx="950150" cy="756450"/>
          </a:xfrm>
        </p:grpSpPr>
        <p:sp>
          <p:nvSpPr>
            <p:cNvPr id="5" name="Google Shape;775;p40">
              <a:extLst>
                <a:ext uri="{FF2B5EF4-FFF2-40B4-BE49-F238E27FC236}">
                  <a16:creationId xmlns:a16="http://schemas.microsoft.com/office/drawing/2014/main" id="{9F039B6A-7C7F-C34F-A469-94C87CCEB39D}"/>
                </a:ext>
              </a:extLst>
            </p:cNvPr>
            <p:cNvSpPr/>
            <p:nvPr/>
          </p:nvSpPr>
          <p:spPr>
            <a:xfrm>
              <a:off x="229400" y="1987350"/>
              <a:ext cx="950150" cy="756375"/>
            </a:xfrm>
            <a:custGeom>
              <a:avLst/>
              <a:gdLst/>
              <a:ahLst/>
              <a:cxnLst/>
              <a:rect l="l" t="t" r="r" b="b"/>
              <a:pathLst>
                <a:path w="38006" h="30255" extrusionOk="0">
                  <a:moveTo>
                    <a:pt x="30844" y="20039"/>
                  </a:moveTo>
                  <a:lnTo>
                    <a:pt x="30844" y="20039"/>
                  </a:lnTo>
                  <a:cubicBezTo>
                    <a:pt x="30602" y="20566"/>
                    <a:pt x="30483" y="21212"/>
                    <a:pt x="30543" y="21917"/>
                  </a:cubicBezTo>
                  <a:cubicBezTo>
                    <a:pt x="30404" y="21683"/>
                    <a:pt x="30163" y="21331"/>
                    <a:pt x="29802" y="20986"/>
                  </a:cubicBezTo>
                  <a:cubicBezTo>
                    <a:pt x="29786" y="20705"/>
                    <a:pt x="29747" y="20416"/>
                    <a:pt x="29683" y="20115"/>
                  </a:cubicBezTo>
                  <a:lnTo>
                    <a:pt x="29683" y="20115"/>
                  </a:lnTo>
                  <a:cubicBezTo>
                    <a:pt x="29683" y="20115"/>
                    <a:pt x="29714" y="20116"/>
                    <a:pt x="29772" y="20116"/>
                  </a:cubicBezTo>
                  <a:cubicBezTo>
                    <a:pt x="29938" y="20116"/>
                    <a:pt x="30327" y="20107"/>
                    <a:pt x="30844" y="20039"/>
                  </a:cubicBezTo>
                  <a:close/>
                  <a:moveTo>
                    <a:pt x="3826" y="1"/>
                  </a:moveTo>
                  <a:cubicBezTo>
                    <a:pt x="3563" y="1"/>
                    <a:pt x="3325" y="63"/>
                    <a:pt x="3134" y="207"/>
                  </a:cubicBezTo>
                  <a:cubicBezTo>
                    <a:pt x="2310" y="825"/>
                    <a:pt x="2777" y="2616"/>
                    <a:pt x="2825" y="2798"/>
                  </a:cubicBezTo>
                  <a:cubicBezTo>
                    <a:pt x="3050" y="3661"/>
                    <a:pt x="3526" y="4255"/>
                    <a:pt x="3823" y="4568"/>
                  </a:cubicBezTo>
                  <a:cubicBezTo>
                    <a:pt x="3779" y="4550"/>
                    <a:pt x="3420" y="4406"/>
                    <a:pt x="2950" y="4406"/>
                  </a:cubicBezTo>
                  <a:cubicBezTo>
                    <a:pt x="2602" y="4406"/>
                    <a:pt x="2194" y="4485"/>
                    <a:pt x="1807" y="4751"/>
                  </a:cubicBezTo>
                  <a:cubicBezTo>
                    <a:pt x="999" y="5309"/>
                    <a:pt x="682" y="6414"/>
                    <a:pt x="1007" y="7000"/>
                  </a:cubicBezTo>
                  <a:cubicBezTo>
                    <a:pt x="1234" y="7419"/>
                    <a:pt x="1833" y="7675"/>
                    <a:pt x="2646" y="7675"/>
                  </a:cubicBezTo>
                  <a:cubicBezTo>
                    <a:pt x="2911" y="7675"/>
                    <a:pt x="3198" y="7648"/>
                    <a:pt x="3502" y="7590"/>
                  </a:cubicBezTo>
                  <a:lnTo>
                    <a:pt x="3502" y="7590"/>
                  </a:lnTo>
                  <a:cubicBezTo>
                    <a:pt x="2785" y="8577"/>
                    <a:pt x="2147" y="9694"/>
                    <a:pt x="1652" y="10957"/>
                  </a:cubicBezTo>
                  <a:cubicBezTo>
                    <a:pt x="864" y="12977"/>
                    <a:pt x="662" y="14795"/>
                    <a:pt x="622" y="16031"/>
                  </a:cubicBezTo>
                  <a:cubicBezTo>
                    <a:pt x="0" y="17912"/>
                    <a:pt x="460" y="19952"/>
                    <a:pt x="1795" y="21327"/>
                  </a:cubicBezTo>
                  <a:cubicBezTo>
                    <a:pt x="2440" y="21992"/>
                    <a:pt x="3391" y="22511"/>
                    <a:pt x="4769" y="22705"/>
                  </a:cubicBezTo>
                  <a:cubicBezTo>
                    <a:pt x="4868" y="26955"/>
                    <a:pt x="10469" y="27581"/>
                    <a:pt x="11447" y="27660"/>
                  </a:cubicBezTo>
                  <a:lnTo>
                    <a:pt x="11170" y="28104"/>
                  </a:lnTo>
                  <a:lnTo>
                    <a:pt x="11297" y="28143"/>
                  </a:lnTo>
                  <a:lnTo>
                    <a:pt x="10556" y="29320"/>
                  </a:lnTo>
                  <a:lnTo>
                    <a:pt x="13618" y="30254"/>
                  </a:lnTo>
                  <a:lnTo>
                    <a:pt x="17072" y="26892"/>
                  </a:lnTo>
                  <a:cubicBezTo>
                    <a:pt x="18977" y="26816"/>
                    <a:pt x="20431" y="25644"/>
                    <a:pt x="20431" y="25644"/>
                  </a:cubicBezTo>
                  <a:cubicBezTo>
                    <a:pt x="21592" y="26058"/>
                    <a:pt x="22737" y="26252"/>
                    <a:pt x="23808" y="26252"/>
                  </a:cubicBezTo>
                  <a:cubicBezTo>
                    <a:pt x="24356" y="26252"/>
                    <a:pt x="24885" y="26201"/>
                    <a:pt x="25386" y="26104"/>
                  </a:cubicBezTo>
                  <a:lnTo>
                    <a:pt x="25386" y="26104"/>
                  </a:lnTo>
                  <a:cubicBezTo>
                    <a:pt x="25314" y="26686"/>
                    <a:pt x="25469" y="27248"/>
                    <a:pt x="25794" y="27525"/>
                  </a:cubicBezTo>
                  <a:cubicBezTo>
                    <a:pt x="25985" y="27690"/>
                    <a:pt x="26260" y="27775"/>
                    <a:pt x="26589" y="27775"/>
                  </a:cubicBezTo>
                  <a:cubicBezTo>
                    <a:pt x="27413" y="27775"/>
                    <a:pt x="28580" y="27246"/>
                    <a:pt x="29663" y="26104"/>
                  </a:cubicBezTo>
                  <a:lnTo>
                    <a:pt x="29663" y="26104"/>
                  </a:lnTo>
                  <a:cubicBezTo>
                    <a:pt x="28923" y="27902"/>
                    <a:pt x="29438" y="29518"/>
                    <a:pt x="30345" y="29910"/>
                  </a:cubicBezTo>
                  <a:cubicBezTo>
                    <a:pt x="30506" y="29980"/>
                    <a:pt x="30679" y="30012"/>
                    <a:pt x="30856" y="30012"/>
                  </a:cubicBezTo>
                  <a:cubicBezTo>
                    <a:pt x="31433" y="30012"/>
                    <a:pt x="32050" y="29679"/>
                    <a:pt x="32432" y="29300"/>
                  </a:cubicBezTo>
                  <a:cubicBezTo>
                    <a:pt x="33284" y="28460"/>
                    <a:pt x="33430" y="26963"/>
                    <a:pt x="32690" y="25612"/>
                  </a:cubicBezTo>
                  <a:lnTo>
                    <a:pt x="32690" y="25612"/>
                  </a:lnTo>
                  <a:cubicBezTo>
                    <a:pt x="33304" y="26034"/>
                    <a:pt x="33955" y="26221"/>
                    <a:pt x="34539" y="26221"/>
                  </a:cubicBezTo>
                  <a:cubicBezTo>
                    <a:pt x="35224" y="26221"/>
                    <a:pt x="35816" y="25963"/>
                    <a:pt x="36147" y="25525"/>
                  </a:cubicBezTo>
                  <a:cubicBezTo>
                    <a:pt x="36512" y="25042"/>
                    <a:pt x="36571" y="24321"/>
                    <a:pt x="36310" y="23790"/>
                  </a:cubicBezTo>
                  <a:cubicBezTo>
                    <a:pt x="36002" y="23156"/>
                    <a:pt x="35212" y="22729"/>
                    <a:pt x="34250" y="22729"/>
                  </a:cubicBezTo>
                  <a:cubicBezTo>
                    <a:pt x="33802" y="22729"/>
                    <a:pt x="33316" y="22822"/>
                    <a:pt x="32824" y="23030"/>
                  </a:cubicBezTo>
                  <a:cubicBezTo>
                    <a:pt x="34504" y="21921"/>
                    <a:pt x="34975" y="20202"/>
                    <a:pt x="34389" y="19299"/>
                  </a:cubicBezTo>
                  <a:cubicBezTo>
                    <a:pt x="34302" y="19168"/>
                    <a:pt x="34195" y="19053"/>
                    <a:pt x="34068" y="18954"/>
                  </a:cubicBezTo>
                  <a:cubicBezTo>
                    <a:pt x="34654" y="18598"/>
                    <a:pt x="35217" y="18138"/>
                    <a:pt x="35692" y="17536"/>
                  </a:cubicBezTo>
                  <a:cubicBezTo>
                    <a:pt x="38005" y="14617"/>
                    <a:pt x="36932" y="10692"/>
                    <a:pt x="36757" y="10118"/>
                  </a:cubicBezTo>
                  <a:cubicBezTo>
                    <a:pt x="35071" y="4509"/>
                    <a:pt x="26896" y="107"/>
                    <a:pt x="18800" y="107"/>
                  </a:cubicBezTo>
                  <a:cubicBezTo>
                    <a:pt x="16284" y="107"/>
                    <a:pt x="13775" y="532"/>
                    <a:pt x="11471" y="1479"/>
                  </a:cubicBezTo>
                  <a:cubicBezTo>
                    <a:pt x="11459" y="1483"/>
                    <a:pt x="11443" y="1491"/>
                    <a:pt x="11428" y="1495"/>
                  </a:cubicBezTo>
                  <a:cubicBezTo>
                    <a:pt x="11154" y="1253"/>
                    <a:pt x="10818" y="1083"/>
                    <a:pt x="10477" y="1015"/>
                  </a:cubicBezTo>
                  <a:cubicBezTo>
                    <a:pt x="10363" y="993"/>
                    <a:pt x="10247" y="982"/>
                    <a:pt x="10130" y="982"/>
                  </a:cubicBezTo>
                  <a:cubicBezTo>
                    <a:pt x="9059" y="982"/>
                    <a:pt x="7874" y="1894"/>
                    <a:pt x="7431" y="3436"/>
                  </a:cubicBezTo>
                  <a:cubicBezTo>
                    <a:pt x="7348" y="2968"/>
                    <a:pt x="7106" y="2045"/>
                    <a:pt x="6342" y="1261"/>
                  </a:cubicBezTo>
                  <a:cubicBezTo>
                    <a:pt x="5706" y="613"/>
                    <a:pt x="4646" y="1"/>
                    <a:pt x="3826" y="1"/>
                  </a:cubicBezTo>
                  <a:close/>
                </a:path>
              </a:pathLst>
            </a:custGeom>
            <a:solidFill>
              <a:schemeClr val="lt1"/>
            </a:solidFill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5725" dist="28575" dir="4500000" algn="bl" rotWithShape="0">
                <a:schemeClr val="dk1">
                  <a:alpha val="3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776;p40">
              <a:extLst>
                <a:ext uri="{FF2B5EF4-FFF2-40B4-BE49-F238E27FC236}">
                  <a16:creationId xmlns:a16="http://schemas.microsoft.com/office/drawing/2014/main" id="{BA4D7628-C676-4548-B86A-EB23547ED0A4}"/>
                </a:ext>
              </a:extLst>
            </p:cNvPr>
            <p:cNvGrpSpPr/>
            <p:nvPr/>
          </p:nvGrpSpPr>
          <p:grpSpPr>
            <a:xfrm>
              <a:off x="229400" y="1987313"/>
              <a:ext cx="950150" cy="756450"/>
              <a:chOff x="229400" y="3385550"/>
              <a:chExt cx="950150" cy="756450"/>
            </a:xfrm>
          </p:grpSpPr>
          <p:sp>
            <p:nvSpPr>
              <p:cNvPr id="7" name="Google Shape;777;p40">
                <a:extLst>
                  <a:ext uri="{FF2B5EF4-FFF2-40B4-BE49-F238E27FC236}">
                    <a16:creationId xmlns:a16="http://schemas.microsoft.com/office/drawing/2014/main" id="{9333DAD4-AA47-5948-8E56-2F5F21BC2FB2}"/>
                  </a:ext>
                </a:extLst>
              </p:cNvPr>
              <p:cNvSpPr/>
              <p:nvPr/>
            </p:nvSpPr>
            <p:spPr>
              <a:xfrm>
                <a:off x="229400" y="3388200"/>
                <a:ext cx="950150" cy="753800"/>
              </a:xfrm>
              <a:custGeom>
                <a:avLst/>
                <a:gdLst/>
                <a:ahLst/>
                <a:cxnLst/>
                <a:rect l="l" t="t" r="r" b="b"/>
                <a:pathLst>
                  <a:path w="38006" h="30152" extrusionOk="0">
                    <a:moveTo>
                      <a:pt x="18800" y="0"/>
                    </a:moveTo>
                    <a:cubicBezTo>
                      <a:pt x="16284" y="0"/>
                      <a:pt x="13775" y="425"/>
                      <a:pt x="11471" y="1372"/>
                    </a:cubicBezTo>
                    <a:cubicBezTo>
                      <a:pt x="9530" y="2168"/>
                      <a:pt x="3985" y="4877"/>
                      <a:pt x="1652" y="10854"/>
                    </a:cubicBezTo>
                    <a:cubicBezTo>
                      <a:pt x="864" y="12870"/>
                      <a:pt x="662" y="14692"/>
                      <a:pt x="622" y="15924"/>
                    </a:cubicBezTo>
                    <a:cubicBezTo>
                      <a:pt x="0" y="17806"/>
                      <a:pt x="460" y="19850"/>
                      <a:pt x="1795" y="21220"/>
                    </a:cubicBezTo>
                    <a:cubicBezTo>
                      <a:pt x="2440" y="21889"/>
                      <a:pt x="3391" y="22404"/>
                      <a:pt x="4769" y="22602"/>
                    </a:cubicBezTo>
                    <a:cubicBezTo>
                      <a:pt x="4876" y="27256"/>
                      <a:pt x="11594" y="27565"/>
                      <a:pt x="11594" y="27565"/>
                    </a:cubicBezTo>
                    <a:lnTo>
                      <a:pt x="10556" y="29217"/>
                    </a:lnTo>
                    <a:lnTo>
                      <a:pt x="13618" y="30152"/>
                    </a:lnTo>
                    <a:lnTo>
                      <a:pt x="17072" y="26789"/>
                    </a:lnTo>
                    <a:cubicBezTo>
                      <a:pt x="18977" y="26714"/>
                      <a:pt x="20431" y="25537"/>
                      <a:pt x="20431" y="25537"/>
                    </a:cubicBezTo>
                    <a:cubicBezTo>
                      <a:pt x="21593" y="25953"/>
                      <a:pt x="22741" y="26147"/>
                      <a:pt x="23814" y="26147"/>
                    </a:cubicBezTo>
                    <a:cubicBezTo>
                      <a:pt x="27611" y="26147"/>
                      <a:pt x="30468" y="23711"/>
                      <a:pt x="29683" y="20008"/>
                    </a:cubicBezTo>
                    <a:lnTo>
                      <a:pt x="29683" y="20008"/>
                    </a:lnTo>
                    <a:cubicBezTo>
                      <a:pt x="29683" y="20008"/>
                      <a:pt x="29712" y="20009"/>
                      <a:pt x="29765" y="20009"/>
                    </a:cubicBezTo>
                    <a:cubicBezTo>
                      <a:pt x="30333" y="20009"/>
                      <a:pt x="33733" y="19903"/>
                      <a:pt x="35692" y="17429"/>
                    </a:cubicBezTo>
                    <a:cubicBezTo>
                      <a:pt x="38005" y="14514"/>
                      <a:pt x="36932" y="10589"/>
                      <a:pt x="36757" y="10011"/>
                    </a:cubicBezTo>
                    <a:cubicBezTo>
                      <a:pt x="35071" y="4403"/>
                      <a:pt x="26896" y="0"/>
                      <a:pt x="188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778;p40">
                <a:extLst>
                  <a:ext uri="{FF2B5EF4-FFF2-40B4-BE49-F238E27FC236}">
                    <a16:creationId xmlns:a16="http://schemas.microsoft.com/office/drawing/2014/main" id="{DD543CF1-D98D-6245-A4F1-47F47742AA87}"/>
                  </a:ext>
                </a:extLst>
              </p:cNvPr>
              <p:cNvSpPr/>
              <p:nvPr/>
            </p:nvSpPr>
            <p:spPr>
              <a:xfrm>
                <a:off x="374475" y="3916000"/>
                <a:ext cx="362825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3" h="7753" extrusionOk="0">
                    <a:moveTo>
                      <a:pt x="4662" y="1"/>
                    </a:moveTo>
                    <a:cubicBezTo>
                      <a:pt x="2181" y="1"/>
                      <a:pt x="0" y="758"/>
                      <a:pt x="0" y="758"/>
                    </a:cubicBezTo>
                    <a:cubicBezTo>
                      <a:pt x="99" y="5071"/>
                      <a:pt x="6326" y="5356"/>
                      <a:pt x="6326" y="5356"/>
                    </a:cubicBezTo>
                    <a:lnTo>
                      <a:pt x="5367" y="6885"/>
                    </a:lnTo>
                    <a:lnTo>
                      <a:pt x="8203" y="7752"/>
                    </a:lnTo>
                    <a:lnTo>
                      <a:pt x="11404" y="4635"/>
                    </a:lnTo>
                    <a:cubicBezTo>
                      <a:pt x="13166" y="4568"/>
                      <a:pt x="14513" y="3479"/>
                      <a:pt x="14513" y="3479"/>
                    </a:cubicBezTo>
                    <a:cubicBezTo>
                      <a:pt x="13435" y="1304"/>
                      <a:pt x="8088" y="627"/>
                      <a:pt x="8088" y="627"/>
                    </a:cubicBezTo>
                    <a:cubicBezTo>
                      <a:pt x="7005" y="160"/>
                      <a:pt x="5802" y="1"/>
                      <a:pt x="46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779;p40">
                <a:extLst>
                  <a:ext uri="{FF2B5EF4-FFF2-40B4-BE49-F238E27FC236}">
                    <a16:creationId xmlns:a16="http://schemas.microsoft.com/office/drawing/2014/main" id="{D6DA2BAB-A46C-334E-83DE-941E36207887}"/>
                  </a:ext>
                </a:extLst>
              </p:cNvPr>
              <p:cNvSpPr/>
              <p:nvPr/>
            </p:nvSpPr>
            <p:spPr>
              <a:xfrm>
                <a:off x="552025" y="3923450"/>
                <a:ext cx="107650" cy="110225"/>
              </a:xfrm>
              <a:custGeom>
                <a:avLst/>
                <a:gdLst/>
                <a:ahLst/>
                <a:cxnLst/>
                <a:rect l="l" t="t" r="r" b="b"/>
                <a:pathLst>
                  <a:path w="4306" h="4409" extrusionOk="0">
                    <a:moveTo>
                      <a:pt x="131" y="0"/>
                    </a:moveTo>
                    <a:lnTo>
                      <a:pt x="0" y="16"/>
                    </a:lnTo>
                    <a:cubicBezTo>
                      <a:pt x="289" y="2420"/>
                      <a:pt x="1442" y="3486"/>
                      <a:pt x="2361" y="3957"/>
                    </a:cubicBezTo>
                    <a:cubicBezTo>
                      <a:pt x="3153" y="4365"/>
                      <a:pt x="3898" y="4409"/>
                      <a:pt x="4183" y="4409"/>
                    </a:cubicBezTo>
                    <a:cubicBezTo>
                      <a:pt x="4254" y="4409"/>
                      <a:pt x="4298" y="4405"/>
                      <a:pt x="4305" y="4405"/>
                    </a:cubicBezTo>
                    <a:lnTo>
                      <a:pt x="4298" y="4274"/>
                    </a:lnTo>
                    <a:cubicBezTo>
                      <a:pt x="4295" y="4274"/>
                      <a:pt x="4260" y="4276"/>
                      <a:pt x="4197" y="4276"/>
                    </a:cubicBezTo>
                    <a:cubicBezTo>
                      <a:pt x="3934" y="4276"/>
                      <a:pt x="3196" y="4237"/>
                      <a:pt x="2420" y="3838"/>
                    </a:cubicBezTo>
                    <a:cubicBezTo>
                      <a:pt x="1145" y="3185"/>
                      <a:pt x="353" y="1858"/>
                      <a:pt x="1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780;p40">
                <a:extLst>
                  <a:ext uri="{FF2B5EF4-FFF2-40B4-BE49-F238E27FC236}">
                    <a16:creationId xmlns:a16="http://schemas.microsoft.com/office/drawing/2014/main" id="{94CE1F03-2BCE-E84E-96F5-39EDB022690C}"/>
                  </a:ext>
                </a:extLst>
              </p:cNvPr>
              <p:cNvSpPr/>
              <p:nvPr/>
            </p:nvSpPr>
            <p:spPr>
              <a:xfrm>
                <a:off x="264050" y="3411300"/>
                <a:ext cx="880425" cy="605800"/>
              </a:xfrm>
              <a:custGeom>
                <a:avLst/>
                <a:gdLst/>
                <a:ahLst/>
                <a:cxnLst/>
                <a:rect l="l" t="t" r="r" b="b"/>
                <a:pathLst>
                  <a:path w="35217" h="24232" extrusionOk="0">
                    <a:moveTo>
                      <a:pt x="17419" y="1"/>
                    </a:moveTo>
                    <a:cubicBezTo>
                      <a:pt x="15087" y="1"/>
                      <a:pt x="12763" y="395"/>
                      <a:pt x="10628" y="1272"/>
                    </a:cubicBezTo>
                    <a:cubicBezTo>
                      <a:pt x="8834" y="2013"/>
                      <a:pt x="3692" y="4524"/>
                      <a:pt x="1530" y="10057"/>
                    </a:cubicBezTo>
                    <a:cubicBezTo>
                      <a:pt x="797" y="11927"/>
                      <a:pt x="611" y="13614"/>
                      <a:pt x="575" y="14759"/>
                    </a:cubicBezTo>
                    <a:cubicBezTo>
                      <a:pt x="1" y="16501"/>
                      <a:pt x="429" y="18395"/>
                      <a:pt x="1664" y="19666"/>
                    </a:cubicBezTo>
                    <a:cubicBezTo>
                      <a:pt x="2434" y="20459"/>
                      <a:pt x="3666" y="21025"/>
                      <a:pt x="5612" y="21025"/>
                    </a:cubicBezTo>
                    <a:cubicBezTo>
                      <a:pt x="5639" y="21025"/>
                      <a:pt x="5666" y="21025"/>
                      <a:pt x="5693" y="21025"/>
                    </a:cubicBezTo>
                    <a:cubicBezTo>
                      <a:pt x="5693" y="21025"/>
                      <a:pt x="6686" y="20874"/>
                      <a:pt x="8221" y="20874"/>
                    </a:cubicBezTo>
                    <a:cubicBezTo>
                      <a:pt x="10559" y="20874"/>
                      <a:pt x="14153" y="21223"/>
                      <a:pt x="17409" y="22985"/>
                    </a:cubicBezTo>
                    <a:cubicBezTo>
                      <a:pt x="18993" y="23842"/>
                      <a:pt x="20605" y="24231"/>
                      <a:pt x="22067" y="24231"/>
                    </a:cubicBezTo>
                    <a:cubicBezTo>
                      <a:pt x="25587" y="24231"/>
                      <a:pt x="28233" y="21974"/>
                      <a:pt x="27505" y="18545"/>
                    </a:cubicBezTo>
                    <a:lnTo>
                      <a:pt x="27505" y="18545"/>
                    </a:lnTo>
                    <a:cubicBezTo>
                      <a:pt x="27505" y="18545"/>
                      <a:pt x="27530" y="18546"/>
                      <a:pt x="27578" y="18546"/>
                    </a:cubicBezTo>
                    <a:cubicBezTo>
                      <a:pt x="28096" y="18546"/>
                      <a:pt x="31256" y="18450"/>
                      <a:pt x="33074" y="16153"/>
                    </a:cubicBezTo>
                    <a:cubicBezTo>
                      <a:pt x="35217" y="13448"/>
                      <a:pt x="34223" y="9812"/>
                      <a:pt x="34064" y="9281"/>
                    </a:cubicBezTo>
                    <a:cubicBezTo>
                      <a:pt x="32499" y="4081"/>
                      <a:pt x="24922" y="1"/>
                      <a:pt x="1741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781;p40">
                <a:extLst>
                  <a:ext uri="{FF2B5EF4-FFF2-40B4-BE49-F238E27FC236}">
                    <a16:creationId xmlns:a16="http://schemas.microsoft.com/office/drawing/2014/main" id="{F4ADE9FD-EB6A-6840-8AE8-20B603D4CB16}"/>
                  </a:ext>
                </a:extLst>
              </p:cNvPr>
              <p:cNvSpPr/>
              <p:nvPr/>
            </p:nvSpPr>
            <p:spPr>
              <a:xfrm>
                <a:off x="246425" y="3385550"/>
                <a:ext cx="288475" cy="280825"/>
              </a:xfrm>
              <a:custGeom>
                <a:avLst/>
                <a:gdLst/>
                <a:ahLst/>
                <a:cxnLst/>
                <a:rect l="l" t="t" r="r" b="b"/>
                <a:pathLst>
                  <a:path w="11539" h="11233" extrusionOk="0">
                    <a:moveTo>
                      <a:pt x="3145" y="0"/>
                    </a:moveTo>
                    <a:cubicBezTo>
                      <a:pt x="2882" y="0"/>
                      <a:pt x="2644" y="63"/>
                      <a:pt x="2453" y="207"/>
                    </a:cubicBezTo>
                    <a:cubicBezTo>
                      <a:pt x="1629" y="829"/>
                      <a:pt x="2096" y="2619"/>
                      <a:pt x="2144" y="2801"/>
                    </a:cubicBezTo>
                    <a:cubicBezTo>
                      <a:pt x="2369" y="3665"/>
                      <a:pt x="2845" y="4255"/>
                      <a:pt x="3142" y="4568"/>
                    </a:cubicBezTo>
                    <a:cubicBezTo>
                      <a:pt x="3099" y="4549"/>
                      <a:pt x="2741" y="4406"/>
                      <a:pt x="2272" y="4406"/>
                    </a:cubicBezTo>
                    <a:cubicBezTo>
                      <a:pt x="1924" y="4406"/>
                      <a:pt x="1514" y="4485"/>
                      <a:pt x="1126" y="4754"/>
                    </a:cubicBezTo>
                    <a:cubicBezTo>
                      <a:pt x="318" y="5308"/>
                      <a:pt x="1" y="6413"/>
                      <a:pt x="326" y="7004"/>
                    </a:cubicBezTo>
                    <a:cubicBezTo>
                      <a:pt x="551" y="7419"/>
                      <a:pt x="1152" y="7676"/>
                      <a:pt x="1967" y="7676"/>
                    </a:cubicBezTo>
                    <a:cubicBezTo>
                      <a:pt x="2668" y="7676"/>
                      <a:pt x="3528" y="7486"/>
                      <a:pt x="4445" y="7043"/>
                    </a:cubicBezTo>
                    <a:lnTo>
                      <a:pt x="4445" y="7043"/>
                    </a:lnTo>
                    <a:cubicBezTo>
                      <a:pt x="3118" y="8461"/>
                      <a:pt x="3027" y="10152"/>
                      <a:pt x="3736" y="10846"/>
                    </a:cubicBezTo>
                    <a:cubicBezTo>
                      <a:pt x="4021" y="11123"/>
                      <a:pt x="4432" y="11233"/>
                      <a:pt x="4851" y="11233"/>
                    </a:cubicBezTo>
                    <a:cubicBezTo>
                      <a:pt x="5223" y="11233"/>
                      <a:pt x="5601" y="11146"/>
                      <a:pt x="5902" y="11012"/>
                    </a:cubicBezTo>
                    <a:cubicBezTo>
                      <a:pt x="6996" y="10529"/>
                      <a:pt x="7665" y="9182"/>
                      <a:pt x="7451" y="7653"/>
                    </a:cubicBezTo>
                    <a:lnTo>
                      <a:pt x="7451" y="7653"/>
                    </a:lnTo>
                    <a:cubicBezTo>
                      <a:pt x="8099" y="8587"/>
                      <a:pt x="9022" y="9041"/>
                      <a:pt x="9812" y="9041"/>
                    </a:cubicBezTo>
                    <a:cubicBezTo>
                      <a:pt x="10147" y="9041"/>
                      <a:pt x="10459" y="8960"/>
                      <a:pt x="10715" y="8798"/>
                    </a:cubicBezTo>
                    <a:cubicBezTo>
                      <a:pt x="11226" y="8473"/>
                      <a:pt x="11539" y="7823"/>
                      <a:pt x="11483" y="7233"/>
                    </a:cubicBezTo>
                    <a:cubicBezTo>
                      <a:pt x="11391" y="6233"/>
                      <a:pt x="10247" y="5285"/>
                      <a:pt x="8652" y="5285"/>
                    </a:cubicBezTo>
                    <a:cubicBezTo>
                      <a:pt x="8598" y="5285"/>
                      <a:pt x="8544" y="5286"/>
                      <a:pt x="8489" y="5288"/>
                    </a:cubicBezTo>
                    <a:cubicBezTo>
                      <a:pt x="10453" y="4845"/>
                      <a:pt x="11503" y="3403"/>
                      <a:pt x="11277" y="2353"/>
                    </a:cubicBezTo>
                    <a:cubicBezTo>
                      <a:pt x="11131" y="1680"/>
                      <a:pt x="10457" y="1145"/>
                      <a:pt x="9796" y="1015"/>
                    </a:cubicBezTo>
                    <a:cubicBezTo>
                      <a:pt x="9683" y="992"/>
                      <a:pt x="9567" y="982"/>
                      <a:pt x="9450" y="982"/>
                    </a:cubicBezTo>
                    <a:cubicBezTo>
                      <a:pt x="8379" y="982"/>
                      <a:pt x="7193" y="1896"/>
                      <a:pt x="6750" y="3439"/>
                    </a:cubicBezTo>
                    <a:cubicBezTo>
                      <a:pt x="6667" y="2967"/>
                      <a:pt x="6425" y="2045"/>
                      <a:pt x="5661" y="1260"/>
                    </a:cubicBezTo>
                    <a:cubicBezTo>
                      <a:pt x="5025" y="612"/>
                      <a:pt x="3965" y="0"/>
                      <a:pt x="314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782;p40">
                <a:extLst>
                  <a:ext uri="{FF2B5EF4-FFF2-40B4-BE49-F238E27FC236}">
                    <a16:creationId xmlns:a16="http://schemas.microsoft.com/office/drawing/2014/main" id="{16F801AF-48CD-164E-A220-339F00B5F363}"/>
                  </a:ext>
                </a:extLst>
              </p:cNvPr>
              <p:cNvSpPr/>
              <p:nvPr/>
            </p:nvSpPr>
            <p:spPr>
              <a:xfrm>
                <a:off x="850075" y="3849250"/>
                <a:ext cx="293625" cy="286625"/>
              </a:xfrm>
              <a:custGeom>
                <a:avLst/>
                <a:gdLst/>
                <a:ahLst/>
                <a:cxnLst/>
                <a:rect l="l" t="t" r="r" b="b"/>
                <a:pathLst>
                  <a:path w="11745" h="11465" extrusionOk="0">
                    <a:moveTo>
                      <a:pt x="8016" y="0"/>
                    </a:moveTo>
                    <a:cubicBezTo>
                      <a:pt x="7911" y="0"/>
                      <a:pt x="7808" y="8"/>
                      <a:pt x="7708" y="25"/>
                    </a:cubicBezTo>
                    <a:cubicBezTo>
                      <a:pt x="6552" y="219"/>
                      <a:pt x="5565" y="1594"/>
                      <a:pt x="5716" y="3368"/>
                    </a:cubicBezTo>
                    <a:cubicBezTo>
                      <a:pt x="5470" y="2960"/>
                      <a:pt x="4920" y="2180"/>
                      <a:pt x="3925" y="1720"/>
                    </a:cubicBezTo>
                    <a:cubicBezTo>
                      <a:pt x="3374" y="1466"/>
                      <a:pt x="2651" y="1292"/>
                      <a:pt x="2003" y="1292"/>
                    </a:cubicBezTo>
                    <a:cubicBezTo>
                      <a:pt x="1372" y="1292"/>
                      <a:pt x="813" y="1457"/>
                      <a:pt x="551" y="1871"/>
                    </a:cubicBezTo>
                    <a:cubicBezTo>
                      <a:pt x="0" y="2742"/>
                      <a:pt x="1074" y="4251"/>
                      <a:pt x="1181" y="4402"/>
                    </a:cubicBezTo>
                    <a:cubicBezTo>
                      <a:pt x="1699" y="5131"/>
                      <a:pt x="2349" y="5519"/>
                      <a:pt x="2741" y="5705"/>
                    </a:cubicBezTo>
                    <a:cubicBezTo>
                      <a:pt x="2737" y="5705"/>
                      <a:pt x="2730" y="5705"/>
                      <a:pt x="2721" y="5705"/>
                    </a:cubicBezTo>
                    <a:cubicBezTo>
                      <a:pt x="2549" y="5705"/>
                      <a:pt x="1518" y="5726"/>
                      <a:pt x="919" y="6588"/>
                    </a:cubicBezTo>
                    <a:cubicBezTo>
                      <a:pt x="361" y="7396"/>
                      <a:pt x="456" y="8541"/>
                      <a:pt x="967" y="8977"/>
                    </a:cubicBezTo>
                    <a:cubicBezTo>
                      <a:pt x="1158" y="9141"/>
                      <a:pt x="1433" y="9226"/>
                      <a:pt x="1763" y="9226"/>
                    </a:cubicBezTo>
                    <a:cubicBezTo>
                      <a:pt x="2586" y="9226"/>
                      <a:pt x="3754" y="8698"/>
                      <a:pt x="4836" y="7559"/>
                    </a:cubicBezTo>
                    <a:lnTo>
                      <a:pt x="4836" y="7559"/>
                    </a:lnTo>
                    <a:cubicBezTo>
                      <a:pt x="4096" y="9353"/>
                      <a:pt x="4611" y="10969"/>
                      <a:pt x="5518" y="11365"/>
                    </a:cubicBezTo>
                    <a:cubicBezTo>
                      <a:pt x="5678" y="11434"/>
                      <a:pt x="5850" y="11465"/>
                      <a:pt x="6025" y="11465"/>
                    </a:cubicBezTo>
                    <a:cubicBezTo>
                      <a:pt x="6603" y="11465"/>
                      <a:pt x="7222" y="11132"/>
                      <a:pt x="7605" y="10755"/>
                    </a:cubicBezTo>
                    <a:cubicBezTo>
                      <a:pt x="8457" y="9915"/>
                      <a:pt x="8603" y="8418"/>
                      <a:pt x="7863" y="7064"/>
                    </a:cubicBezTo>
                    <a:lnTo>
                      <a:pt x="7863" y="7064"/>
                    </a:lnTo>
                    <a:cubicBezTo>
                      <a:pt x="8477" y="7485"/>
                      <a:pt x="9128" y="7672"/>
                      <a:pt x="9712" y="7672"/>
                    </a:cubicBezTo>
                    <a:cubicBezTo>
                      <a:pt x="10397" y="7672"/>
                      <a:pt x="10989" y="7415"/>
                      <a:pt x="11320" y="6976"/>
                    </a:cubicBezTo>
                    <a:cubicBezTo>
                      <a:pt x="11685" y="6497"/>
                      <a:pt x="11744" y="5776"/>
                      <a:pt x="11483" y="5242"/>
                    </a:cubicBezTo>
                    <a:cubicBezTo>
                      <a:pt x="11175" y="4608"/>
                      <a:pt x="10387" y="4182"/>
                      <a:pt x="9427" y="4182"/>
                    </a:cubicBezTo>
                    <a:cubicBezTo>
                      <a:pt x="8978" y="4182"/>
                      <a:pt x="8490" y="4275"/>
                      <a:pt x="7997" y="4485"/>
                    </a:cubicBezTo>
                    <a:cubicBezTo>
                      <a:pt x="9677" y="3372"/>
                      <a:pt x="10148" y="1653"/>
                      <a:pt x="9562" y="750"/>
                    </a:cubicBezTo>
                    <a:cubicBezTo>
                      <a:pt x="9246" y="262"/>
                      <a:pt x="8607" y="0"/>
                      <a:pt x="80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783;p40">
                <a:extLst>
                  <a:ext uri="{FF2B5EF4-FFF2-40B4-BE49-F238E27FC236}">
                    <a16:creationId xmlns:a16="http://schemas.microsoft.com/office/drawing/2014/main" id="{FC195AE3-4D66-8540-B767-9A1115ACBC26}"/>
                  </a:ext>
                </a:extLst>
              </p:cNvPr>
              <p:cNvSpPr/>
              <p:nvPr/>
            </p:nvSpPr>
            <p:spPr>
              <a:xfrm>
                <a:off x="566775" y="3670150"/>
                <a:ext cx="393925" cy="207275"/>
              </a:xfrm>
              <a:custGeom>
                <a:avLst/>
                <a:gdLst/>
                <a:ahLst/>
                <a:cxnLst/>
                <a:rect l="l" t="t" r="r" b="b"/>
                <a:pathLst>
                  <a:path w="15757" h="8291" extrusionOk="0">
                    <a:moveTo>
                      <a:pt x="2427" y="1"/>
                    </a:moveTo>
                    <a:cubicBezTo>
                      <a:pt x="2095" y="1"/>
                      <a:pt x="1784" y="44"/>
                      <a:pt x="1517" y="115"/>
                    </a:cubicBezTo>
                    <a:cubicBezTo>
                      <a:pt x="729" y="329"/>
                      <a:pt x="167" y="784"/>
                      <a:pt x="16" y="1343"/>
                    </a:cubicBezTo>
                    <a:cubicBezTo>
                      <a:pt x="0" y="1394"/>
                      <a:pt x="32" y="1450"/>
                      <a:pt x="83" y="1462"/>
                    </a:cubicBezTo>
                    <a:cubicBezTo>
                      <a:pt x="92" y="1465"/>
                      <a:pt x="102" y="1466"/>
                      <a:pt x="111" y="1466"/>
                    </a:cubicBezTo>
                    <a:cubicBezTo>
                      <a:pt x="153" y="1466"/>
                      <a:pt x="193" y="1437"/>
                      <a:pt x="206" y="1394"/>
                    </a:cubicBezTo>
                    <a:cubicBezTo>
                      <a:pt x="337" y="907"/>
                      <a:pt x="848" y="499"/>
                      <a:pt x="1569" y="309"/>
                    </a:cubicBezTo>
                    <a:cubicBezTo>
                      <a:pt x="1823" y="241"/>
                      <a:pt x="2119" y="199"/>
                      <a:pt x="2435" y="199"/>
                    </a:cubicBezTo>
                    <a:cubicBezTo>
                      <a:pt x="3169" y="199"/>
                      <a:pt x="4006" y="425"/>
                      <a:pt x="4654" y="1070"/>
                    </a:cubicBezTo>
                    <a:cubicBezTo>
                      <a:pt x="6120" y="2531"/>
                      <a:pt x="7328" y="3462"/>
                      <a:pt x="11760" y="4052"/>
                    </a:cubicBezTo>
                    <a:cubicBezTo>
                      <a:pt x="13111" y="4230"/>
                      <a:pt x="14097" y="4737"/>
                      <a:pt x="14691" y="5557"/>
                    </a:cubicBezTo>
                    <a:cubicBezTo>
                      <a:pt x="15547" y="6730"/>
                      <a:pt x="15301" y="8160"/>
                      <a:pt x="15297" y="8171"/>
                    </a:cubicBezTo>
                    <a:cubicBezTo>
                      <a:pt x="15289" y="8227"/>
                      <a:pt x="15325" y="8278"/>
                      <a:pt x="15380" y="8286"/>
                    </a:cubicBezTo>
                    <a:cubicBezTo>
                      <a:pt x="15384" y="8290"/>
                      <a:pt x="15392" y="8290"/>
                      <a:pt x="15396" y="8290"/>
                    </a:cubicBezTo>
                    <a:cubicBezTo>
                      <a:pt x="15444" y="8290"/>
                      <a:pt x="15483" y="8255"/>
                      <a:pt x="15495" y="8207"/>
                    </a:cubicBezTo>
                    <a:cubicBezTo>
                      <a:pt x="15503" y="8148"/>
                      <a:pt x="15757" y="6686"/>
                      <a:pt x="14853" y="5442"/>
                    </a:cubicBezTo>
                    <a:cubicBezTo>
                      <a:pt x="14224" y="4579"/>
                      <a:pt x="13190" y="4044"/>
                      <a:pt x="11788" y="3854"/>
                    </a:cubicBezTo>
                    <a:cubicBezTo>
                      <a:pt x="7415" y="3272"/>
                      <a:pt x="6231" y="2361"/>
                      <a:pt x="4793" y="931"/>
                    </a:cubicBezTo>
                    <a:cubicBezTo>
                      <a:pt x="4103" y="242"/>
                      <a:pt x="3209" y="1"/>
                      <a:pt x="24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784;p40">
                <a:extLst>
                  <a:ext uri="{FF2B5EF4-FFF2-40B4-BE49-F238E27FC236}">
                    <a16:creationId xmlns:a16="http://schemas.microsoft.com/office/drawing/2014/main" id="{24F76B2B-3CDB-6342-A3D3-61C71BA3F2EB}"/>
                  </a:ext>
                </a:extLst>
              </p:cNvPr>
              <p:cNvSpPr/>
              <p:nvPr/>
            </p:nvSpPr>
            <p:spPr>
              <a:xfrm>
                <a:off x="826800" y="3576275"/>
                <a:ext cx="302525" cy="176675"/>
              </a:xfrm>
              <a:custGeom>
                <a:avLst/>
                <a:gdLst/>
                <a:ahLst/>
                <a:cxnLst/>
                <a:rect l="l" t="t" r="r" b="b"/>
                <a:pathLst>
                  <a:path w="12101" h="7067" extrusionOk="0">
                    <a:moveTo>
                      <a:pt x="246" y="0"/>
                    </a:moveTo>
                    <a:cubicBezTo>
                      <a:pt x="194" y="0"/>
                      <a:pt x="151" y="38"/>
                      <a:pt x="143" y="87"/>
                    </a:cubicBezTo>
                    <a:cubicBezTo>
                      <a:pt x="0" y="1561"/>
                      <a:pt x="654" y="2805"/>
                      <a:pt x="2028" y="3684"/>
                    </a:cubicBezTo>
                    <a:cubicBezTo>
                      <a:pt x="2963" y="4278"/>
                      <a:pt x="3922" y="4516"/>
                      <a:pt x="4124" y="4563"/>
                    </a:cubicBezTo>
                    <a:cubicBezTo>
                      <a:pt x="5363" y="6223"/>
                      <a:pt x="6667" y="7067"/>
                      <a:pt x="8001" y="7067"/>
                    </a:cubicBezTo>
                    <a:cubicBezTo>
                      <a:pt x="8057" y="7067"/>
                      <a:pt x="8112" y="7063"/>
                      <a:pt x="8168" y="7059"/>
                    </a:cubicBezTo>
                    <a:cubicBezTo>
                      <a:pt x="10473" y="6940"/>
                      <a:pt x="12010" y="4381"/>
                      <a:pt x="12073" y="4274"/>
                    </a:cubicBezTo>
                    <a:cubicBezTo>
                      <a:pt x="12101" y="4227"/>
                      <a:pt x="12085" y="4167"/>
                      <a:pt x="12042" y="4139"/>
                    </a:cubicBezTo>
                    <a:cubicBezTo>
                      <a:pt x="12025" y="4130"/>
                      <a:pt x="12007" y="4126"/>
                      <a:pt x="11990" y="4126"/>
                    </a:cubicBezTo>
                    <a:cubicBezTo>
                      <a:pt x="11955" y="4126"/>
                      <a:pt x="11921" y="4142"/>
                      <a:pt x="11903" y="4171"/>
                    </a:cubicBezTo>
                    <a:cubicBezTo>
                      <a:pt x="11887" y="4199"/>
                      <a:pt x="10354" y="6750"/>
                      <a:pt x="8156" y="6861"/>
                    </a:cubicBezTo>
                    <a:cubicBezTo>
                      <a:pt x="8103" y="6863"/>
                      <a:pt x="8050" y="6865"/>
                      <a:pt x="7997" y="6865"/>
                    </a:cubicBezTo>
                    <a:cubicBezTo>
                      <a:pt x="6724" y="6865"/>
                      <a:pt x="5464" y="6040"/>
                      <a:pt x="4258" y="4413"/>
                    </a:cubicBezTo>
                    <a:cubicBezTo>
                      <a:pt x="4243" y="4393"/>
                      <a:pt x="4223" y="4381"/>
                      <a:pt x="4199" y="4377"/>
                    </a:cubicBezTo>
                    <a:cubicBezTo>
                      <a:pt x="4187" y="4373"/>
                      <a:pt x="3137" y="4155"/>
                      <a:pt x="2135" y="3518"/>
                    </a:cubicBezTo>
                    <a:cubicBezTo>
                      <a:pt x="808" y="2666"/>
                      <a:pt x="206" y="1521"/>
                      <a:pt x="341" y="107"/>
                    </a:cubicBezTo>
                    <a:cubicBezTo>
                      <a:pt x="349" y="52"/>
                      <a:pt x="305" y="4"/>
                      <a:pt x="254" y="0"/>
                    </a:cubicBezTo>
                    <a:cubicBezTo>
                      <a:pt x="251" y="0"/>
                      <a:pt x="249" y="0"/>
                      <a:pt x="24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785;p40">
                <a:extLst>
                  <a:ext uri="{FF2B5EF4-FFF2-40B4-BE49-F238E27FC236}">
                    <a16:creationId xmlns:a16="http://schemas.microsoft.com/office/drawing/2014/main" id="{3984F9D0-C027-0E48-B7BD-43860E491B75}"/>
                  </a:ext>
                </a:extLst>
              </p:cNvPr>
              <p:cNvSpPr/>
              <p:nvPr/>
            </p:nvSpPr>
            <p:spPr>
              <a:xfrm>
                <a:off x="366550" y="3538800"/>
                <a:ext cx="173700" cy="224450"/>
              </a:xfrm>
              <a:custGeom>
                <a:avLst/>
                <a:gdLst/>
                <a:ahLst/>
                <a:cxnLst/>
                <a:rect l="l" t="t" r="r" b="b"/>
                <a:pathLst>
                  <a:path w="6948" h="8978" extrusionOk="0">
                    <a:moveTo>
                      <a:pt x="2236" y="1"/>
                    </a:moveTo>
                    <a:cubicBezTo>
                      <a:pt x="1185" y="1"/>
                      <a:pt x="125" y="526"/>
                      <a:pt x="68" y="557"/>
                    </a:cubicBezTo>
                    <a:cubicBezTo>
                      <a:pt x="20" y="580"/>
                      <a:pt x="0" y="640"/>
                      <a:pt x="24" y="687"/>
                    </a:cubicBezTo>
                    <a:cubicBezTo>
                      <a:pt x="40" y="723"/>
                      <a:pt x="74" y="743"/>
                      <a:pt x="109" y="743"/>
                    </a:cubicBezTo>
                    <a:cubicBezTo>
                      <a:pt x="124" y="743"/>
                      <a:pt x="140" y="739"/>
                      <a:pt x="155" y="731"/>
                    </a:cubicBezTo>
                    <a:cubicBezTo>
                      <a:pt x="170" y="725"/>
                      <a:pt x="1230" y="199"/>
                      <a:pt x="2244" y="199"/>
                    </a:cubicBezTo>
                    <a:cubicBezTo>
                      <a:pt x="2543" y="199"/>
                      <a:pt x="2838" y="244"/>
                      <a:pt x="3102" y="363"/>
                    </a:cubicBezTo>
                    <a:cubicBezTo>
                      <a:pt x="3549" y="565"/>
                      <a:pt x="3850" y="953"/>
                      <a:pt x="4001" y="1515"/>
                    </a:cubicBezTo>
                    <a:cubicBezTo>
                      <a:pt x="4203" y="2276"/>
                      <a:pt x="4092" y="3092"/>
                      <a:pt x="3985" y="3880"/>
                    </a:cubicBezTo>
                    <a:cubicBezTo>
                      <a:pt x="3743" y="5678"/>
                      <a:pt x="3494" y="7536"/>
                      <a:pt x="6797" y="8970"/>
                    </a:cubicBezTo>
                    <a:cubicBezTo>
                      <a:pt x="6809" y="8973"/>
                      <a:pt x="6825" y="8977"/>
                      <a:pt x="6837" y="8977"/>
                    </a:cubicBezTo>
                    <a:cubicBezTo>
                      <a:pt x="6876" y="8977"/>
                      <a:pt x="6912" y="8954"/>
                      <a:pt x="6928" y="8918"/>
                    </a:cubicBezTo>
                    <a:cubicBezTo>
                      <a:pt x="6948" y="8867"/>
                      <a:pt x="6928" y="8807"/>
                      <a:pt x="6876" y="8787"/>
                    </a:cubicBezTo>
                    <a:cubicBezTo>
                      <a:pt x="3708" y="7413"/>
                      <a:pt x="3937" y="5710"/>
                      <a:pt x="4183" y="3908"/>
                    </a:cubicBezTo>
                    <a:cubicBezTo>
                      <a:pt x="4294" y="3100"/>
                      <a:pt x="4405" y="2264"/>
                      <a:pt x="4191" y="1464"/>
                    </a:cubicBezTo>
                    <a:cubicBezTo>
                      <a:pt x="4025" y="838"/>
                      <a:pt x="3688" y="410"/>
                      <a:pt x="3185" y="184"/>
                    </a:cubicBezTo>
                    <a:cubicBezTo>
                      <a:pt x="2890" y="52"/>
                      <a:pt x="2563" y="1"/>
                      <a:pt x="22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786;p40">
                <a:extLst>
                  <a:ext uri="{FF2B5EF4-FFF2-40B4-BE49-F238E27FC236}">
                    <a16:creationId xmlns:a16="http://schemas.microsoft.com/office/drawing/2014/main" id="{302A570F-4D9C-2A4C-B83B-E19DBEC5FD3C}"/>
                  </a:ext>
                </a:extLst>
              </p:cNvPr>
              <p:cNvSpPr/>
              <p:nvPr/>
            </p:nvSpPr>
            <p:spPr>
              <a:xfrm>
                <a:off x="275650" y="3742975"/>
                <a:ext cx="134975" cy="39775"/>
              </a:xfrm>
              <a:custGeom>
                <a:avLst/>
                <a:gdLst/>
                <a:ahLst/>
                <a:cxnLst/>
                <a:rect l="l" t="t" r="r" b="b"/>
                <a:pathLst>
                  <a:path w="5399" h="1591" extrusionOk="0">
                    <a:moveTo>
                      <a:pt x="3245" y="1"/>
                    </a:moveTo>
                    <a:cubicBezTo>
                      <a:pt x="1875" y="1"/>
                      <a:pt x="765" y="491"/>
                      <a:pt x="32" y="1432"/>
                    </a:cubicBezTo>
                    <a:cubicBezTo>
                      <a:pt x="0" y="1476"/>
                      <a:pt x="8" y="1535"/>
                      <a:pt x="48" y="1571"/>
                    </a:cubicBezTo>
                    <a:cubicBezTo>
                      <a:pt x="68" y="1583"/>
                      <a:pt x="87" y="1591"/>
                      <a:pt x="111" y="1591"/>
                    </a:cubicBezTo>
                    <a:cubicBezTo>
                      <a:pt x="139" y="1591"/>
                      <a:pt x="170" y="1579"/>
                      <a:pt x="190" y="1551"/>
                    </a:cubicBezTo>
                    <a:cubicBezTo>
                      <a:pt x="1022" y="484"/>
                      <a:pt x="2214" y="205"/>
                      <a:pt x="3233" y="205"/>
                    </a:cubicBezTo>
                    <a:cubicBezTo>
                      <a:pt x="4335" y="205"/>
                      <a:pt x="5234" y="531"/>
                      <a:pt x="5252" y="537"/>
                    </a:cubicBezTo>
                    <a:cubicBezTo>
                      <a:pt x="5263" y="540"/>
                      <a:pt x="5274" y="542"/>
                      <a:pt x="5284" y="542"/>
                    </a:cubicBezTo>
                    <a:cubicBezTo>
                      <a:pt x="5325" y="542"/>
                      <a:pt x="5363" y="519"/>
                      <a:pt x="5379" y="478"/>
                    </a:cubicBezTo>
                    <a:cubicBezTo>
                      <a:pt x="5399" y="426"/>
                      <a:pt x="5371" y="371"/>
                      <a:pt x="5320" y="351"/>
                    </a:cubicBezTo>
                    <a:cubicBezTo>
                      <a:pt x="5284" y="339"/>
                      <a:pt x="4448" y="30"/>
                      <a:pt x="3375" y="2"/>
                    </a:cubicBezTo>
                    <a:cubicBezTo>
                      <a:pt x="3331" y="1"/>
                      <a:pt x="3288" y="1"/>
                      <a:pt x="324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787;p40">
                <a:extLst>
                  <a:ext uri="{FF2B5EF4-FFF2-40B4-BE49-F238E27FC236}">
                    <a16:creationId xmlns:a16="http://schemas.microsoft.com/office/drawing/2014/main" id="{40C9EAB9-ACD2-5240-B48A-6B344D38C87B}"/>
                  </a:ext>
                </a:extLst>
              </p:cNvPr>
              <p:cNvSpPr/>
              <p:nvPr/>
            </p:nvSpPr>
            <p:spPr>
              <a:xfrm>
                <a:off x="321500" y="3691125"/>
                <a:ext cx="43375" cy="61125"/>
              </a:xfrm>
              <a:custGeom>
                <a:avLst/>
                <a:gdLst/>
                <a:ahLst/>
                <a:cxnLst/>
                <a:rect l="l" t="t" r="r" b="b"/>
                <a:pathLst>
                  <a:path w="1735" h="2445" extrusionOk="0">
                    <a:moveTo>
                      <a:pt x="1565" y="0"/>
                    </a:moveTo>
                    <a:cubicBezTo>
                      <a:pt x="1429" y="0"/>
                      <a:pt x="1136" y="34"/>
                      <a:pt x="836" y="274"/>
                    </a:cubicBezTo>
                    <a:cubicBezTo>
                      <a:pt x="368" y="647"/>
                      <a:pt x="91" y="1340"/>
                      <a:pt x="4" y="2338"/>
                    </a:cubicBezTo>
                    <a:cubicBezTo>
                      <a:pt x="0" y="2389"/>
                      <a:pt x="40" y="2437"/>
                      <a:pt x="95" y="2445"/>
                    </a:cubicBezTo>
                    <a:lnTo>
                      <a:pt x="103" y="2445"/>
                    </a:lnTo>
                    <a:cubicBezTo>
                      <a:pt x="155" y="2445"/>
                      <a:pt x="198" y="2405"/>
                      <a:pt x="202" y="2354"/>
                    </a:cubicBezTo>
                    <a:cubicBezTo>
                      <a:pt x="281" y="1431"/>
                      <a:pt x="543" y="765"/>
                      <a:pt x="955" y="433"/>
                    </a:cubicBezTo>
                    <a:cubicBezTo>
                      <a:pt x="1218" y="220"/>
                      <a:pt x="1468" y="197"/>
                      <a:pt x="1570" y="197"/>
                    </a:cubicBezTo>
                    <a:cubicBezTo>
                      <a:pt x="1596" y="197"/>
                      <a:pt x="1613" y="199"/>
                      <a:pt x="1616" y="199"/>
                    </a:cubicBezTo>
                    <a:cubicBezTo>
                      <a:pt x="1621" y="200"/>
                      <a:pt x="1625" y="200"/>
                      <a:pt x="1629" y="200"/>
                    </a:cubicBezTo>
                    <a:cubicBezTo>
                      <a:pt x="1676" y="200"/>
                      <a:pt x="1720" y="163"/>
                      <a:pt x="1727" y="116"/>
                    </a:cubicBezTo>
                    <a:cubicBezTo>
                      <a:pt x="1735" y="60"/>
                      <a:pt x="1695" y="13"/>
                      <a:pt x="1644" y="5"/>
                    </a:cubicBezTo>
                    <a:cubicBezTo>
                      <a:pt x="1639" y="4"/>
                      <a:pt x="1611" y="0"/>
                      <a:pt x="15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788;p40">
                <a:extLst>
                  <a:ext uri="{FF2B5EF4-FFF2-40B4-BE49-F238E27FC236}">
                    <a16:creationId xmlns:a16="http://schemas.microsoft.com/office/drawing/2014/main" id="{B332814E-1B1D-3446-8B13-E2E4E382F3D1}"/>
                  </a:ext>
                </a:extLst>
              </p:cNvPr>
              <p:cNvSpPr/>
              <p:nvPr/>
            </p:nvSpPr>
            <p:spPr>
              <a:xfrm>
                <a:off x="705500" y="3801025"/>
                <a:ext cx="203125" cy="194025"/>
              </a:xfrm>
              <a:custGeom>
                <a:avLst/>
                <a:gdLst/>
                <a:ahLst/>
                <a:cxnLst/>
                <a:rect l="l" t="t" r="r" b="b"/>
                <a:pathLst>
                  <a:path w="8125" h="7761" extrusionOk="0">
                    <a:moveTo>
                      <a:pt x="1447" y="0"/>
                    </a:moveTo>
                    <a:cubicBezTo>
                      <a:pt x="1040" y="0"/>
                      <a:pt x="583" y="95"/>
                      <a:pt x="80" y="283"/>
                    </a:cubicBezTo>
                    <a:cubicBezTo>
                      <a:pt x="28" y="299"/>
                      <a:pt x="0" y="358"/>
                      <a:pt x="20" y="409"/>
                    </a:cubicBezTo>
                    <a:cubicBezTo>
                      <a:pt x="35" y="449"/>
                      <a:pt x="71" y="472"/>
                      <a:pt x="110" y="472"/>
                    </a:cubicBezTo>
                    <a:cubicBezTo>
                      <a:pt x="122" y="472"/>
                      <a:pt x="135" y="470"/>
                      <a:pt x="147" y="465"/>
                    </a:cubicBezTo>
                    <a:cubicBezTo>
                      <a:pt x="627" y="287"/>
                      <a:pt x="1060" y="198"/>
                      <a:pt x="1444" y="198"/>
                    </a:cubicBezTo>
                    <a:cubicBezTo>
                      <a:pt x="1848" y="198"/>
                      <a:pt x="2197" y="297"/>
                      <a:pt x="2488" y="497"/>
                    </a:cubicBezTo>
                    <a:cubicBezTo>
                      <a:pt x="3419" y="1138"/>
                      <a:pt x="3442" y="2616"/>
                      <a:pt x="3442" y="2628"/>
                    </a:cubicBezTo>
                    <a:cubicBezTo>
                      <a:pt x="3351" y="4414"/>
                      <a:pt x="3775" y="5772"/>
                      <a:pt x="4706" y="6656"/>
                    </a:cubicBezTo>
                    <a:cubicBezTo>
                      <a:pt x="5744" y="7642"/>
                      <a:pt x="7102" y="7761"/>
                      <a:pt x="7712" y="7761"/>
                    </a:cubicBezTo>
                    <a:cubicBezTo>
                      <a:pt x="7894" y="7761"/>
                      <a:pt x="8009" y="7753"/>
                      <a:pt x="8029" y="7749"/>
                    </a:cubicBezTo>
                    <a:cubicBezTo>
                      <a:pt x="8085" y="7745"/>
                      <a:pt x="8124" y="7693"/>
                      <a:pt x="8116" y="7642"/>
                    </a:cubicBezTo>
                    <a:cubicBezTo>
                      <a:pt x="8112" y="7589"/>
                      <a:pt x="8069" y="7551"/>
                      <a:pt x="8017" y="7551"/>
                    </a:cubicBezTo>
                    <a:cubicBezTo>
                      <a:pt x="8014" y="7551"/>
                      <a:pt x="8012" y="7551"/>
                      <a:pt x="8009" y="7551"/>
                    </a:cubicBezTo>
                    <a:cubicBezTo>
                      <a:pt x="8005" y="7552"/>
                      <a:pt x="7903" y="7562"/>
                      <a:pt x="7734" y="7562"/>
                    </a:cubicBezTo>
                    <a:cubicBezTo>
                      <a:pt x="7165" y="7562"/>
                      <a:pt x="5827" y="7450"/>
                      <a:pt x="4841" y="6509"/>
                    </a:cubicBezTo>
                    <a:cubicBezTo>
                      <a:pt x="3957" y="5669"/>
                      <a:pt x="3553" y="4366"/>
                      <a:pt x="3640" y="2631"/>
                    </a:cubicBezTo>
                    <a:cubicBezTo>
                      <a:pt x="3640" y="2564"/>
                      <a:pt x="3617" y="1035"/>
                      <a:pt x="2599" y="334"/>
                    </a:cubicBezTo>
                    <a:cubicBezTo>
                      <a:pt x="2275" y="112"/>
                      <a:pt x="1890" y="0"/>
                      <a:pt x="144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789;p40">
                <a:extLst>
                  <a:ext uri="{FF2B5EF4-FFF2-40B4-BE49-F238E27FC236}">
                    <a16:creationId xmlns:a16="http://schemas.microsoft.com/office/drawing/2014/main" id="{576BA7C9-418D-7E4E-91D6-FADA29287F83}"/>
                  </a:ext>
                </a:extLst>
              </p:cNvPr>
              <p:cNvSpPr/>
              <p:nvPr/>
            </p:nvSpPr>
            <p:spPr>
              <a:xfrm>
                <a:off x="790950" y="3854875"/>
                <a:ext cx="91725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3669" h="898" extrusionOk="0">
                    <a:moveTo>
                      <a:pt x="1506" y="1"/>
                    </a:moveTo>
                    <a:cubicBezTo>
                      <a:pt x="928" y="1"/>
                      <a:pt x="367" y="181"/>
                      <a:pt x="28" y="747"/>
                    </a:cubicBezTo>
                    <a:cubicBezTo>
                      <a:pt x="1" y="794"/>
                      <a:pt x="16" y="858"/>
                      <a:pt x="64" y="885"/>
                    </a:cubicBezTo>
                    <a:cubicBezTo>
                      <a:pt x="80" y="893"/>
                      <a:pt x="96" y="897"/>
                      <a:pt x="115" y="897"/>
                    </a:cubicBezTo>
                    <a:cubicBezTo>
                      <a:pt x="147" y="897"/>
                      <a:pt x="179" y="881"/>
                      <a:pt x="199" y="850"/>
                    </a:cubicBezTo>
                    <a:cubicBezTo>
                      <a:pt x="490" y="364"/>
                      <a:pt x="986" y="206"/>
                      <a:pt x="1508" y="206"/>
                    </a:cubicBezTo>
                    <a:cubicBezTo>
                      <a:pt x="2460" y="206"/>
                      <a:pt x="3495" y="733"/>
                      <a:pt x="3510" y="743"/>
                    </a:cubicBezTo>
                    <a:cubicBezTo>
                      <a:pt x="3524" y="750"/>
                      <a:pt x="3538" y="753"/>
                      <a:pt x="3553" y="753"/>
                    </a:cubicBezTo>
                    <a:cubicBezTo>
                      <a:pt x="3589" y="753"/>
                      <a:pt x="3625" y="733"/>
                      <a:pt x="3645" y="699"/>
                    </a:cubicBezTo>
                    <a:cubicBezTo>
                      <a:pt x="3668" y="652"/>
                      <a:pt x="3649" y="592"/>
                      <a:pt x="3601" y="565"/>
                    </a:cubicBezTo>
                    <a:cubicBezTo>
                      <a:pt x="3534" y="530"/>
                      <a:pt x="2494" y="1"/>
                      <a:pt x="150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790;p40">
                <a:extLst>
                  <a:ext uri="{FF2B5EF4-FFF2-40B4-BE49-F238E27FC236}">
                    <a16:creationId xmlns:a16="http://schemas.microsoft.com/office/drawing/2014/main" id="{2B48A777-21E7-F149-9FE9-BC816BF1A905}"/>
                  </a:ext>
                </a:extLst>
              </p:cNvPr>
              <p:cNvSpPr/>
              <p:nvPr/>
            </p:nvSpPr>
            <p:spPr>
              <a:xfrm>
                <a:off x="686275" y="3532825"/>
                <a:ext cx="79550" cy="217150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8686" extrusionOk="0">
                    <a:moveTo>
                      <a:pt x="114" y="0"/>
                    </a:moveTo>
                    <a:cubicBezTo>
                      <a:pt x="74" y="0"/>
                      <a:pt x="36" y="24"/>
                      <a:pt x="21" y="63"/>
                    </a:cubicBezTo>
                    <a:cubicBezTo>
                      <a:pt x="1" y="114"/>
                      <a:pt x="25" y="170"/>
                      <a:pt x="72" y="194"/>
                    </a:cubicBezTo>
                    <a:cubicBezTo>
                      <a:pt x="1653" y="851"/>
                      <a:pt x="2560" y="1655"/>
                      <a:pt x="2770" y="2586"/>
                    </a:cubicBezTo>
                    <a:cubicBezTo>
                      <a:pt x="2908" y="3200"/>
                      <a:pt x="2734" y="3746"/>
                      <a:pt x="2532" y="4380"/>
                    </a:cubicBezTo>
                    <a:cubicBezTo>
                      <a:pt x="2298" y="5097"/>
                      <a:pt x="2037" y="5909"/>
                      <a:pt x="2247" y="6955"/>
                    </a:cubicBezTo>
                    <a:cubicBezTo>
                      <a:pt x="2366" y="7545"/>
                      <a:pt x="2615" y="8115"/>
                      <a:pt x="2987" y="8642"/>
                    </a:cubicBezTo>
                    <a:cubicBezTo>
                      <a:pt x="3007" y="8670"/>
                      <a:pt x="3035" y="8686"/>
                      <a:pt x="3067" y="8686"/>
                    </a:cubicBezTo>
                    <a:cubicBezTo>
                      <a:pt x="3086" y="8686"/>
                      <a:pt x="3106" y="8682"/>
                      <a:pt x="3126" y="8670"/>
                    </a:cubicBezTo>
                    <a:cubicBezTo>
                      <a:pt x="3170" y="8638"/>
                      <a:pt x="3182" y="8575"/>
                      <a:pt x="3150" y="8531"/>
                    </a:cubicBezTo>
                    <a:cubicBezTo>
                      <a:pt x="2793" y="8024"/>
                      <a:pt x="2556" y="7482"/>
                      <a:pt x="2441" y="6915"/>
                    </a:cubicBezTo>
                    <a:cubicBezTo>
                      <a:pt x="2243" y="5921"/>
                      <a:pt x="2484" y="5168"/>
                      <a:pt x="2718" y="4440"/>
                    </a:cubicBezTo>
                    <a:cubicBezTo>
                      <a:pt x="2924" y="3810"/>
                      <a:pt x="3114" y="3212"/>
                      <a:pt x="2964" y="2542"/>
                    </a:cubicBezTo>
                    <a:cubicBezTo>
                      <a:pt x="2738" y="1544"/>
                      <a:pt x="1791" y="693"/>
                      <a:pt x="151" y="7"/>
                    </a:cubicBezTo>
                    <a:cubicBezTo>
                      <a:pt x="139" y="3"/>
                      <a:pt x="127" y="0"/>
                      <a:pt x="11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791;p40">
                <a:extLst>
                  <a:ext uri="{FF2B5EF4-FFF2-40B4-BE49-F238E27FC236}">
                    <a16:creationId xmlns:a16="http://schemas.microsoft.com/office/drawing/2014/main" id="{51CFB5E6-F10A-DC4C-A715-8543455BDEEA}"/>
                  </a:ext>
                </a:extLst>
              </p:cNvPr>
              <p:cNvSpPr/>
              <p:nvPr/>
            </p:nvSpPr>
            <p:spPr>
              <a:xfrm>
                <a:off x="417050" y="3826700"/>
                <a:ext cx="42300" cy="10905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4362" extrusionOk="0">
                    <a:moveTo>
                      <a:pt x="1394" y="1"/>
                    </a:moveTo>
                    <a:cubicBezTo>
                      <a:pt x="1364" y="1"/>
                      <a:pt x="1334" y="14"/>
                      <a:pt x="1315" y="40"/>
                    </a:cubicBezTo>
                    <a:cubicBezTo>
                      <a:pt x="0" y="1850"/>
                      <a:pt x="1482" y="4290"/>
                      <a:pt x="1498" y="4314"/>
                    </a:cubicBezTo>
                    <a:cubicBezTo>
                      <a:pt x="1513" y="4345"/>
                      <a:pt x="1549" y="4361"/>
                      <a:pt x="1581" y="4361"/>
                    </a:cubicBezTo>
                    <a:cubicBezTo>
                      <a:pt x="1597" y="4361"/>
                      <a:pt x="1616" y="4357"/>
                      <a:pt x="1632" y="4349"/>
                    </a:cubicBezTo>
                    <a:cubicBezTo>
                      <a:pt x="1680" y="4318"/>
                      <a:pt x="1692" y="4258"/>
                      <a:pt x="1664" y="4211"/>
                    </a:cubicBezTo>
                    <a:cubicBezTo>
                      <a:pt x="1652" y="4187"/>
                      <a:pt x="238" y="1858"/>
                      <a:pt x="1474" y="159"/>
                    </a:cubicBezTo>
                    <a:cubicBezTo>
                      <a:pt x="1505" y="115"/>
                      <a:pt x="1498" y="52"/>
                      <a:pt x="1454" y="20"/>
                    </a:cubicBezTo>
                    <a:cubicBezTo>
                      <a:pt x="1436" y="7"/>
                      <a:pt x="1415" y="1"/>
                      <a:pt x="13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792;p40">
                <a:extLst>
                  <a:ext uri="{FF2B5EF4-FFF2-40B4-BE49-F238E27FC236}">
                    <a16:creationId xmlns:a16="http://schemas.microsoft.com/office/drawing/2014/main" id="{B9A51219-12AB-ED4C-90B7-7BA5CA9DBCA5}"/>
                  </a:ext>
                </a:extLst>
              </p:cNvPr>
              <p:cNvSpPr/>
              <p:nvPr/>
            </p:nvSpPr>
            <p:spPr>
              <a:xfrm>
                <a:off x="615300" y="3901025"/>
                <a:ext cx="78925" cy="54525"/>
              </a:xfrm>
              <a:custGeom>
                <a:avLst/>
                <a:gdLst/>
                <a:ahLst/>
                <a:cxnLst/>
                <a:rect l="l" t="t" r="r" b="b"/>
                <a:pathLst>
                  <a:path w="3157" h="2181" extrusionOk="0">
                    <a:moveTo>
                      <a:pt x="3040" y="0"/>
                    </a:moveTo>
                    <a:cubicBezTo>
                      <a:pt x="3006" y="0"/>
                      <a:pt x="2973" y="19"/>
                      <a:pt x="2955" y="53"/>
                    </a:cubicBezTo>
                    <a:cubicBezTo>
                      <a:pt x="1909" y="1919"/>
                      <a:pt x="115" y="1982"/>
                      <a:pt x="95" y="1982"/>
                    </a:cubicBezTo>
                    <a:cubicBezTo>
                      <a:pt x="40" y="1982"/>
                      <a:pt x="0" y="2030"/>
                      <a:pt x="0" y="2081"/>
                    </a:cubicBezTo>
                    <a:cubicBezTo>
                      <a:pt x="0" y="2137"/>
                      <a:pt x="44" y="2180"/>
                      <a:pt x="99" y="2180"/>
                    </a:cubicBezTo>
                    <a:cubicBezTo>
                      <a:pt x="119" y="2180"/>
                      <a:pt x="2024" y="2121"/>
                      <a:pt x="3129" y="148"/>
                    </a:cubicBezTo>
                    <a:cubicBezTo>
                      <a:pt x="3157" y="101"/>
                      <a:pt x="3141" y="42"/>
                      <a:pt x="3089" y="14"/>
                    </a:cubicBezTo>
                    <a:cubicBezTo>
                      <a:pt x="3074" y="5"/>
                      <a:pt x="3057" y="0"/>
                      <a:pt x="304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793;p40">
                <a:extLst>
                  <a:ext uri="{FF2B5EF4-FFF2-40B4-BE49-F238E27FC236}">
                    <a16:creationId xmlns:a16="http://schemas.microsoft.com/office/drawing/2014/main" id="{72276382-BDE3-5446-BB04-0EDF3CD0FC7C}"/>
                  </a:ext>
                </a:extLst>
              </p:cNvPr>
              <p:cNvSpPr/>
              <p:nvPr/>
            </p:nvSpPr>
            <p:spPr>
              <a:xfrm>
                <a:off x="987325" y="3507150"/>
                <a:ext cx="44875" cy="90150"/>
              </a:xfrm>
              <a:custGeom>
                <a:avLst/>
                <a:gdLst/>
                <a:ahLst/>
                <a:cxnLst/>
                <a:rect l="l" t="t" r="r" b="b"/>
                <a:pathLst>
                  <a:path w="1795" h="3606" extrusionOk="0">
                    <a:moveTo>
                      <a:pt x="984" y="0"/>
                    </a:moveTo>
                    <a:cubicBezTo>
                      <a:pt x="974" y="0"/>
                      <a:pt x="964" y="2"/>
                      <a:pt x="955" y="5"/>
                    </a:cubicBezTo>
                    <a:cubicBezTo>
                      <a:pt x="903" y="20"/>
                      <a:pt x="875" y="80"/>
                      <a:pt x="891" y="131"/>
                    </a:cubicBezTo>
                    <a:cubicBezTo>
                      <a:pt x="899" y="151"/>
                      <a:pt x="1561" y="2211"/>
                      <a:pt x="48" y="3431"/>
                    </a:cubicBezTo>
                    <a:cubicBezTo>
                      <a:pt x="4" y="3462"/>
                      <a:pt x="0" y="3526"/>
                      <a:pt x="32" y="3569"/>
                    </a:cubicBezTo>
                    <a:cubicBezTo>
                      <a:pt x="52" y="3593"/>
                      <a:pt x="83" y="3605"/>
                      <a:pt x="111" y="3605"/>
                    </a:cubicBezTo>
                    <a:cubicBezTo>
                      <a:pt x="131" y="3605"/>
                      <a:pt x="155" y="3597"/>
                      <a:pt x="174" y="3585"/>
                    </a:cubicBezTo>
                    <a:cubicBezTo>
                      <a:pt x="1794" y="2278"/>
                      <a:pt x="1089" y="88"/>
                      <a:pt x="1081" y="68"/>
                    </a:cubicBezTo>
                    <a:cubicBezTo>
                      <a:pt x="1069" y="26"/>
                      <a:pt x="1027" y="0"/>
                      <a:pt x="9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794;p40">
                <a:extLst>
                  <a:ext uri="{FF2B5EF4-FFF2-40B4-BE49-F238E27FC236}">
                    <a16:creationId xmlns:a16="http://schemas.microsoft.com/office/drawing/2014/main" id="{E46F8871-4779-6C4B-A45A-73F1173F734E}"/>
                  </a:ext>
                </a:extLst>
              </p:cNvPr>
              <p:cNvSpPr/>
              <p:nvPr/>
            </p:nvSpPr>
            <p:spPr>
              <a:xfrm>
                <a:off x="774425" y="3472975"/>
                <a:ext cx="125275" cy="63525"/>
              </a:xfrm>
              <a:custGeom>
                <a:avLst/>
                <a:gdLst/>
                <a:ahLst/>
                <a:cxnLst/>
                <a:rect l="l" t="t" r="r" b="b"/>
                <a:pathLst>
                  <a:path w="5011" h="2541" extrusionOk="0">
                    <a:moveTo>
                      <a:pt x="718" y="0"/>
                    </a:moveTo>
                    <a:cubicBezTo>
                      <a:pt x="517" y="0"/>
                      <a:pt x="309" y="6"/>
                      <a:pt x="95" y="17"/>
                    </a:cubicBezTo>
                    <a:cubicBezTo>
                      <a:pt x="40" y="17"/>
                      <a:pt x="0" y="65"/>
                      <a:pt x="0" y="120"/>
                    </a:cubicBezTo>
                    <a:cubicBezTo>
                      <a:pt x="4" y="175"/>
                      <a:pt x="52" y="215"/>
                      <a:pt x="107" y="215"/>
                    </a:cubicBezTo>
                    <a:cubicBezTo>
                      <a:pt x="313" y="204"/>
                      <a:pt x="510" y="199"/>
                      <a:pt x="699" y="199"/>
                    </a:cubicBezTo>
                    <a:cubicBezTo>
                      <a:pt x="2673" y="199"/>
                      <a:pt x="3680" y="757"/>
                      <a:pt x="4183" y="1249"/>
                    </a:cubicBezTo>
                    <a:cubicBezTo>
                      <a:pt x="4769" y="1823"/>
                      <a:pt x="4813" y="2437"/>
                      <a:pt x="4813" y="2449"/>
                    </a:cubicBezTo>
                    <a:cubicBezTo>
                      <a:pt x="4813" y="2500"/>
                      <a:pt x="4860" y="2540"/>
                      <a:pt x="4912" y="2540"/>
                    </a:cubicBezTo>
                    <a:lnTo>
                      <a:pt x="4916" y="2540"/>
                    </a:lnTo>
                    <a:cubicBezTo>
                      <a:pt x="4971" y="2540"/>
                      <a:pt x="5011" y="2493"/>
                      <a:pt x="5011" y="2437"/>
                    </a:cubicBezTo>
                    <a:cubicBezTo>
                      <a:pt x="5007" y="2405"/>
                      <a:pt x="4963" y="1688"/>
                      <a:pt x="4238" y="1031"/>
                    </a:cubicBezTo>
                    <a:cubicBezTo>
                      <a:pt x="3483" y="346"/>
                      <a:pt x="2300" y="0"/>
                      <a:pt x="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795;p40">
                <a:extLst>
                  <a:ext uri="{FF2B5EF4-FFF2-40B4-BE49-F238E27FC236}">
                    <a16:creationId xmlns:a16="http://schemas.microsoft.com/office/drawing/2014/main" id="{E91498BF-3AEC-A54B-B803-EC2C1F5E0F62}"/>
                  </a:ext>
                </a:extLst>
              </p:cNvPr>
              <p:cNvSpPr/>
              <p:nvPr/>
            </p:nvSpPr>
            <p:spPr>
              <a:xfrm>
                <a:off x="764800" y="3411675"/>
                <a:ext cx="18250" cy="10055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4022" extrusionOk="0">
                    <a:moveTo>
                      <a:pt x="114" y="1"/>
                    </a:moveTo>
                    <a:cubicBezTo>
                      <a:pt x="104" y="1"/>
                      <a:pt x="94" y="2"/>
                      <a:pt x="84" y="5"/>
                    </a:cubicBezTo>
                    <a:cubicBezTo>
                      <a:pt x="33" y="21"/>
                      <a:pt x="1" y="73"/>
                      <a:pt x="17" y="128"/>
                    </a:cubicBezTo>
                    <a:cubicBezTo>
                      <a:pt x="21" y="144"/>
                      <a:pt x="528" y="1887"/>
                      <a:pt x="318" y="3915"/>
                    </a:cubicBezTo>
                    <a:cubicBezTo>
                      <a:pt x="310" y="3966"/>
                      <a:pt x="349" y="4018"/>
                      <a:pt x="405" y="4022"/>
                    </a:cubicBezTo>
                    <a:lnTo>
                      <a:pt x="417" y="4022"/>
                    </a:lnTo>
                    <a:cubicBezTo>
                      <a:pt x="464" y="4022"/>
                      <a:pt x="508" y="3986"/>
                      <a:pt x="516" y="3935"/>
                    </a:cubicBezTo>
                    <a:cubicBezTo>
                      <a:pt x="730" y="1867"/>
                      <a:pt x="211" y="89"/>
                      <a:pt x="207" y="69"/>
                    </a:cubicBezTo>
                    <a:cubicBezTo>
                      <a:pt x="194" y="27"/>
                      <a:pt x="155" y="1"/>
                      <a:pt x="11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796;p40">
                <a:extLst>
                  <a:ext uri="{FF2B5EF4-FFF2-40B4-BE49-F238E27FC236}">
                    <a16:creationId xmlns:a16="http://schemas.microsoft.com/office/drawing/2014/main" id="{D6E50AD1-FF44-214E-AEA6-796E164CC836}"/>
                  </a:ext>
                </a:extLst>
              </p:cNvPr>
              <p:cNvSpPr/>
              <p:nvPr/>
            </p:nvSpPr>
            <p:spPr>
              <a:xfrm>
                <a:off x="976925" y="3794350"/>
                <a:ext cx="81600" cy="54350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2174" extrusionOk="0">
                    <a:moveTo>
                      <a:pt x="108" y="0"/>
                    </a:moveTo>
                    <a:cubicBezTo>
                      <a:pt x="100" y="0"/>
                      <a:pt x="92" y="1"/>
                      <a:pt x="83" y="3"/>
                    </a:cubicBezTo>
                    <a:cubicBezTo>
                      <a:pt x="32" y="19"/>
                      <a:pt x="0" y="74"/>
                      <a:pt x="16" y="126"/>
                    </a:cubicBezTo>
                    <a:cubicBezTo>
                      <a:pt x="567" y="2142"/>
                      <a:pt x="3137" y="2174"/>
                      <a:pt x="3165" y="2174"/>
                    </a:cubicBezTo>
                    <a:cubicBezTo>
                      <a:pt x="3220" y="2174"/>
                      <a:pt x="3264" y="2130"/>
                      <a:pt x="3264" y="2079"/>
                    </a:cubicBezTo>
                    <a:cubicBezTo>
                      <a:pt x="3264" y="2023"/>
                      <a:pt x="3220" y="1980"/>
                      <a:pt x="3165" y="1976"/>
                    </a:cubicBezTo>
                    <a:cubicBezTo>
                      <a:pt x="3141" y="1976"/>
                      <a:pt x="717" y="1944"/>
                      <a:pt x="206" y="74"/>
                    </a:cubicBezTo>
                    <a:cubicBezTo>
                      <a:pt x="193" y="27"/>
                      <a:pt x="154" y="0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797;p40">
                <a:extLst>
                  <a:ext uri="{FF2B5EF4-FFF2-40B4-BE49-F238E27FC236}">
                    <a16:creationId xmlns:a16="http://schemas.microsoft.com/office/drawing/2014/main" id="{2D965945-38AF-804A-A114-784F8B4E5339}"/>
                  </a:ext>
                </a:extLst>
              </p:cNvPr>
              <p:cNvSpPr/>
              <p:nvPr/>
            </p:nvSpPr>
            <p:spPr>
              <a:xfrm>
                <a:off x="620150" y="3613450"/>
                <a:ext cx="20125" cy="6177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2471" extrusionOk="0">
                    <a:moveTo>
                      <a:pt x="109" y="1"/>
                    </a:moveTo>
                    <a:cubicBezTo>
                      <a:pt x="90" y="1"/>
                      <a:pt x="70" y="6"/>
                      <a:pt x="52" y="18"/>
                    </a:cubicBezTo>
                    <a:cubicBezTo>
                      <a:pt x="8" y="50"/>
                      <a:pt x="0" y="114"/>
                      <a:pt x="32" y="157"/>
                    </a:cubicBezTo>
                    <a:cubicBezTo>
                      <a:pt x="598" y="945"/>
                      <a:pt x="384" y="2340"/>
                      <a:pt x="384" y="2355"/>
                    </a:cubicBezTo>
                    <a:cubicBezTo>
                      <a:pt x="376" y="2411"/>
                      <a:pt x="412" y="2458"/>
                      <a:pt x="464" y="2466"/>
                    </a:cubicBezTo>
                    <a:lnTo>
                      <a:pt x="479" y="2470"/>
                    </a:lnTo>
                    <a:cubicBezTo>
                      <a:pt x="527" y="2470"/>
                      <a:pt x="570" y="2435"/>
                      <a:pt x="578" y="2387"/>
                    </a:cubicBezTo>
                    <a:cubicBezTo>
                      <a:pt x="586" y="2324"/>
                      <a:pt x="804" y="898"/>
                      <a:pt x="190" y="42"/>
                    </a:cubicBezTo>
                    <a:cubicBezTo>
                      <a:pt x="171" y="15"/>
                      <a:pt x="141" y="1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798;p40">
                <a:extLst>
                  <a:ext uri="{FF2B5EF4-FFF2-40B4-BE49-F238E27FC236}">
                    <a16:creationId xmlns:a16="http://schemas.microsoft.com/office/drawing/2014/main" id="{E3146DAD-DCA0-1644-AC64-69E9BD0F6F41}"/>
                  </a:ext>
                </a:extLst>
              </p:cNvPr>
              <p:cNvSpPr/>
              <p:nvPr/>
            </p:nvSpPr>
            <p:spPr>
              <a:xfrm>
                <a:off x="602125" y="3418050"/>
                <a:ext cx="77650" cy="76850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3074" extrusionOk="0">
                    <a:moveTo>
                      <a:pt x="115" y="0"/>
                    </a:moveTo>
                    <a:cubicBezTo>
                      <a:pt x="95" y="0"/>
                      <a:pt x="73" y="7"/>
                      <a:pt x="56" y="20"/>
                    </a:cubicBezTo>
                    <a:cubicBezTo>
                      <a:pt x="12" y="51"/>
                      <a:pt x="0" y="115"/>
                      <a:pt x="32" y="158"/>
                    </a:cubicBezTo>
                    <a:cubicBezTo>
                      <a:pt x="48" y="174"/>
                      <a:pt x="1383" y="2004"/>
                      <a:pt x="2939" y="3058"/>
                    </a:cubicBezTo>
                    <a:cubicBezTo>
                      <a:pt x="2955" y="3066"/>
                      <a:pt x="2975" y="3074"/>
                      <a:pt x="2995" y="3074"/>
                    </a:cubicBezTo>
                    <a:cubicBezTo>
                      <a:pt x="3026" y="3074"/>
                      <a:pt x="3058" y="3058"/>
                      <a:pt x="3078" y="3030"/>
                    </a:cubicBezTo>
                    <a:cubicBezTo>
                      <a:pt x="3106" y="2982"/>
                      <a:pt x="3094" y="2923"/>
                      <a:pt x="3050" y="2891"/>
                    </a:cubicBezTo>
                    <a:cubicBezTo>
                      <a:pt x="1525" y="1861"/>
                      <a:pt x="206" y="59"/>
                      <a:pt x="194" y="40"/>
                    </a:cubicBezTo>
                    <a:cubicBezTo>
                      <a:pt x="176" y="14"/>
                      <a:pt x="146" y="0"/>
                      <a:pt x="11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799;p40">
                <a:extLst>
                  <a:ext uri="{FF2B5EF4-FFF2-40B4-BE49-F238E27FC236}">
                    <a16:creationId xmlns:a16="http://schemas.microsoft.com/office/drawing/2014/main" id="{78445C97-CA40-8A49-B09F-A7AFEF55D53C}"/>
                  </a:ext>
                </a:extLst>
              </p:cNvPr>
              <p:cNvSpPr/>
              <p:nvPr/>
            </p:nvSpPr>
            <p:spPr>
              <a:xfrm>
                <a:off x="945250" y="3769392"/>
                <a:ext cx="28019" cy="39706"/>
              </a:xfrm>
              <a:custGeom>
                <a:avLst/>
                <a:gdLst/>
                <a:ahLst/>
                <a:cxnLst/>
                <a:rect l="l" t="t" r="r" b="b"/>
                <a:pathLst>
                  <a:path w="1273" h="180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116"/>
                      <a:pt x="68" y="231"/>
                      <a:pt x="112" y="341"/>
                    </a:cubicBezTo>
                    <a:cubicBezTo>
                      <a:pt x="294" y="500"/>
                      <a:pt x="456" y="674"/>
                      <a:pt x="595" y="864"/>
                    </a:cubicBezTo>
                    <a:cubicBezTo>
                      <a:pt x="765" y="1094"/>
                      <a:pt x="888" y="1336"/>
                      <a:pt x="983" y="1573"/>
                    </a:cubicBezTo>
                    <a:cubicBezTo>
                      <a:pt x="1074" y="1653"/>
                      <a:pt x="1173" y="1732"/>
                      <a:pt x="1272" y="1803"/>
                    </a:cubicBezTo>
                    <a:cubicBezTo>
                      <a:pt x="1173" y="1458"/>
                      <a:pt x="1011" y="1098"/>
                      <a:pt x="757" y="749"/>
                    </a:cubicBezTo>
                    <a:cubicBezTo>
                      <a:pt x="552" y="464"/>
                      <a:pt x="298" y="21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800;p40">
                <a:extLst>
                  <a:ext uri="{FF2B5EF4-FFF2-40B4-BE49-F238E27FC236}">
                    <a16:creationId xmlns:a16="http://schemas.microsoft.com/office/drawing/2014/main" id="{51CC954B-70BF-CB49-82B6-48F62DEFD69A}"/>
                  </a:ext>
                </a:extLst>
              </p:cNvPr>
              <p:cNvSpPr/>
              <p:nvPr/>
            </p:nvSpPr>
            <p:spPr>
              <a:xfrm>
                <a:off x="943050" y="3703325"/>
                <a:ext cx="156275" cy="49625"/>
              </a:xfrm>
              <a:custGeom>
                <a:avLst/>
                <a:gdLst/>
                <a:ahLst/>
                <a:cxnLst/>
                <a:rect l="l" t="t" r="r" b="b"/>
                <a:pathLst>
                  <a:path w="6251" h="1985" extrusionOk="0">
                    <a:moveTo>
                      <a:pt x="147" y="0"/>
                    </a:moveTo>
                    <a:cubicBezTo>
                      <a:pt x="96" y="44"/>
                      <a:pt x="48" y="87"/>
                      <a:pt x="1" y="135"/>
                    </a:cubicBezTo>
                    <a:cubicBezTo>
                      <a:pt x="1082" y="1363"/>
                      <a:pt x="2207" y="1985"/>
                      <a:pt x="3351" y="1985"/>
                    </a:cubicBezTo>
                    <a:cubicBezTo>
                      <a:pt x="3407" y="1985"/>
                      <a:pt x="3462" y="1981"/>
                      <a:pt x="3518" y="1977"/>
                    </a:cubicBezTo>
                    <a:cubicBezTo>
                      <a:pt x="4635" y="1921"/>
                      <a:pt x="5573" y="1287"/>
                      <a:pt x="6251" y="638"/>
                    </a:cubicBezTo>
                    <a:cubicBezTo>
                      <a:pt x="6215" y="578"/>
                      <a:pt x="6176" y="519"/>
                      <a:pt x="6136" y="464"/>
                    </a:cubicBezTo>
                    <a:cubicBezTo>
                      <a:pt x="5482" y="1097"/>
                      <a:pt x="4571" y="1723"/>
                      <a:pt x="3506" y="1779"/>
                    </a:cubicBezTo>
                    <a:cubicBezTo>
                      <a:pt x="3454" y="1782"/>
                      <a:pt x="3403" y="1786"/>
                      <a:pt x="3351" y="1786"/>
                    </a:cubicBezTo>
                    <a:cubicBezTo>
                      <a:pt x="2262" y="1786"/>
                      <a:pt x="1189" y="1184"/>
                      <a:pt x="14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801;p40">
                <a:extLst>
                  <a:ext uri="{FF2B5EF4-FFF2-40B4-BE49-F238E27FC236}">
                    <a16:creationId xmlns:a16="http://schemas.microsoft.com/office/drawing/2014/main" id="{5CF8A5CD-D154-8F48-A40D-83AF6214D36F}"/>
                  </a:ext>
                </a:extLst>
              </p:cNvPr>
              <p:cNvSpPr/>
              <p:nvPr/>
            </p:nvSpPr>
            <p:spPr>
              <a:xfrm>
                <a:off x="976925" y="3794325"/>
                <a:ext cx="71125" cy="52200"/>
              </a:xfrm>
              <a:custGeom>
                <a:avLst/>
                <a:gdLst/>
                <a:ahLst/>
                <a:cxnLst/>
                <a:rect l="l" t="t" r="r" b="b"/>
                <a:pathLst>
                  <a:path w="2845" h="2088" extrusionOk="0">
                    <a:moveTo>
                      <a:pt x="111" y="0"/>
                    </a:moveTo>
                    <a:cubicBezTo>
                      <a:pt x="103" y="0"/>
                      <a:pt x="95" y="4"/>
                      <a:pt x="83" y="4"/>
                    </a:cubicBezTo>
                    <a:cubicBezTo>
                      <a:pt x="32" y="20"/>
                      <a:pt x="0" y="75"/>
                      <a:pt x="16" y="127"/>
                    </a:cubicBezTo>
                    <a:cubicBezTo>
                      <a:pt x="380" y="1458"/>
                      <a:pt x="1624" y="1925"/>
                      <a:pt x="2436" y="2088"/>
                    </a:cubicBezTo>
                    <a:cubicBezTo>
                      <a:pt x="2575" y="2052"/>
                      <a:pt x="2713" y="2004"/>
                      <a:pt x="2844" y="1953"/>
                    </a:cubicBezTo>
                    <a:cubicBezTo>
                      <a:pt x="2163" y="1874"/>
                      <a:pt x="606" y="1533"/>
                      <a:pt x="206" y="75"/>
                    </a:cubicBezTo>
                    <a:cubicBezTo>
                      <a:pt x="194" y="32"/>
                      <a:pt x="155" y="0"/>
                      <a:pt x="11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802;p40">
                <a:extLst>
                  <a:ext uri="{FF2B5EF4-FFF2-40B4-BE49-F238E27FC236}">
                    <a16:creationId xmlns:a16="http://schemas.microsoft.com/office/drawing/2014/main" id="{DA68C1A4-F621-C34C-A59A-6D3CBBF07597}"/>
                  </a:ext>
                </a:extLst>
              </p:cNvPr>
              <p:cNvSpPr/>
              <p:nvPr/>
            </p:nvSpPr>
            <p:spPr>
              <a:xfrm>
                <a:off x="503400" y="3702725"/>
                <a:ext cx="204600" cy="174100"/>
              </a:xfrm>
              <a:custGeom>
                <a:avLst/>
                <a:gdLst/>
                <a:ahLst/>
                <a:cxnLst/>
                <a:rect l="l" t="t" r="r" b="b"/>
                <a:pathLst>
                  <a:path w="8184" h="6964" extrusionOk="0">
                    <a:moveTo>
                      <a:pt x="4167" y="0"/>
                    </a:moveTo>
                    <a:cubicBezTo>
                      <a:pt x="3870" y="0"/>
                      <a:pt x="3565" y="28"/>
                      <a:pt x="3260" y="95"/>
                    </a:cubicBezTo>
                    <a:cubicBezTo>
                      <a:pt x="2115" y="337"/>
                      <a:pt x="1188" y="1002"/>
                      <a:pt x="638" y="1858"/>
                    </a:cubicBezTo>
                    <a:cubicBezTo>
                      <a:pt x="868" y="1985"/>
                      <a:pt x="1121" y="2108"/>
                      <a:pt x="1402" y="2230"/>
                    </a:cubicBezTo>
                    <a:cubicBezTo>
                      <a:pt x="1454" y="2250"/>
                      <a:pt x="1474" y="2310"/>
                      <a:pt x="1454" y="2361"/>
                    </a:cubicBezTo>
                    <a:cubicBezTo>
                      <a:pt x="1438" y="2397"/>
                      <a:pt x="1402" y="2420"/>
                      <a:pt x="1363" y="2420"/>
                    </a:cubicBezTo>
                    <a:cubicBezTo>
                      <a:pt x="1351" y="2420"/>
                      <a:pt x="1335" y="2416"/>
                      <a:pt x="1323" y="2413"/>
                    </a:cubicBezTo>
                    <a:cubicBezTo>
                      <a:pt x="1034" y="2286"/>
                      <a:pt x="773" y="2159"/>
                      <a:pt x="535" y="2024"/>
                    </a:cubicBezTo>
                    <a:cubicBezTo>
                      <a:pt x="151" y="2710"/>
                      <a:pt x="0" y="3498"/>
                      <a:pt x="167" y="4286"/>
                    </a:cubicBezTo>
                    <a:cubicBezTo>
                      <a:pt x="507" y="5886"/>
                      <a:pt x="2036" y="6964"/>
                      <a:pt x="3787" y="6964"/>
                    </a:cubicBezTo>
                    <a:cubicBezTo>
                      <a:pt x="4088" y="6964"/>
                      <a:pt x="4389" y="6932"/>
                      <a:pt x="4694" y="6868"/>
                    </a:cubicBezTo>
                    <a:cubicBezTo>
                      <a:pt x="6797" y="6421"/>
                      <a:pt x="8183" y="4543"/>
                      <a:pt x="7787" y="2674"/>
                    </a:cubicBezTo>
                    <a:cubicBezTo>
                      <a:pt x="7447" y="1074"/>
                      <a:pt x="5918" y="0"/>
                      <a:pt x="41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803;p40">
                <a:extLst>
                  <a:ext uri="{FF2B5EF4-FFF2-40B4-BE49-F238E27FC236}">
                    <a16:creationId xmlns:a16="http://schemas.microsoft.com/office/drawing/2014/main" id="{F50CF4C2-42F9-5143-937E-A916588E4F4C}"/>
                  </a:ext>
                </a:extLst>
              </p:cNvPr>
              <p:cNvSpPr/>
              <p:nvPr/>
            </p:nvSpPr>
            <p:spPr>
              <a:xfrm>
                <a:off x="516750" y="3749150"/>
                <a:ext cx="23500" cy="1410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564" extrusionOk="0">
                    <a:moveTo>
                      <a:pt x="104" y="1"/>
                    </a:moveTo>
                    <a:cubicBezTo>
                      <a:pt x="68" y="56"/>
                      <a:pt x="37" y="112"/>
                      <a:pt x="1" y="167"/>
                    </a:cubicBezTo>
                    <a:cubicBezTo>
                      <a:pt x="239" y="302"/>
                      <a:pt x="500" y="429"/>
                      <a:pt x="789" y="556"/>
                    </a:cubicBezTo>
                    <a:cubicBezTo>
                      <a:pt x="801" y="559"/>
                      <a:pt x="817" y="563"/>
                      <a:pt x="829" y="563"/>
                    </a:cubicBezTo>
                    <a:cubicBezTo>
                      <a:pt x="868" y="563"/>
                      <a:pt x="904" y="540"/>
                      <a:pt x="920" y="504"/>
                    </a:cubicBezTo>
                    <a:cubicBezTo>
                      <a:pt x="940" y="453"/>
                      <a:pt x="920" y="393"/>
                      <a:pt x="868" y="373"/>
                    </a:cubicBezTo>
                    <a:cubicBezTo>
                      <a:pt x="587" y="251"/>
                      <a:pt x="334" y="128"/>
                      <a:pt x="10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804;p40">
                <a:extLst>
                  <a:ext uri="{FF2B5EF4-FFF2-40B4-BE49-F238E27FC236}">
                    <a16:creationId xmlns:a16="http://schemas.microsoft.com/office/drawing/2014/main" id="{4DE54BD5-3FCC-E34D-9119-0F85B5789337}"/>
                  </a:ext>
                </a:extLst>
              </p:cNvPr>
              <p:cNvSpPr/>
              <p:nvPr/>
            </p:nvSpPr>
            <p:spPr>
              <a:xfrm>
                <a:off x="608250" y="3674400"/>
                <a:ext cx="116375" cy="72250"/>
              </a:xfrm>
              <a:custGeom>
                <a:avLst/>
                <a:gdLst/>
                <a:ahLst/>
                <a:cxnLst/>
                <a:rect l="l" t="t" r="r" b="b"/>
                <a:pathLst>
                  <a:path w="4655" h="2890" extrusionOk="0">
                    <a:moveTo>
                      <a:pt x="4404" y="1"/>
                    </a:moveTo>
                    <a:cubicBezTo>
                      <a:pt x="4207" y="1"/>
                      <a:pt x="3641" y="1158"/>
                      <a:pt x="2464" y="1347"/>
                    </a:cubicBezTo>
                    <a:cubicBezTo>
                      <a:pt x="2355" y="1365"/>
                      <a:pt x="2247" y="1373"/>
                      <a:pt x="2143" y="1373"/>
                    </a:cubicBezTo>
                    <a:cubicBezTo>
                      <a:pt x="1181" y="1373"/>
                      <a:pt x="458" y="695"/>
                      <a:pt x="233" y="695"/>
                    </a:cubicBezTo>
                    <a:cubicBezTo>
                      <a:pt x="209" y="695"/>
                      <a:pt x="191" y="702"/>
                      <a:pt x="179" y="717"/>
                    </a:cubicBezTo>
                    <a:cubicBezTo>
                      <a:pt x="0" y="942"/>
                      <a:pt x="1007" y="2890"/>
                      <a:pt x="2414" y="2890"/>
                    </a:cubicBezTo>
                    <a:cubicBezTo>
                      <a:pt x="2471" y="2890"/>
                      <a:pt x="2529" y="2887"/>
                      <a:pt x="2587" y="2880"/>
                    </a:cubicBezTo>
                    <a:cubicBezTo>
                      <a:pt x="4172" y="2702"/>
                      <a:pt x="4655" y="163"/>
                      <a:pt x="4429" y="8"/>
                    </a:cubicBezTo>
                    <a:cubicBezTo>
                      <a:pt x="4421" y="3"/>
                      <a:pt x="4413" y="1"/>
                      <a:pt x="44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805;p40">
                <a:extLst>
                  <a:ext uri="{FF2B5EF4-FFF2-40B4-BE49-F238E27FC236}">
                    <a16:creationId xmlns:a16="http://schemas.microsoft.com/office/drawing/2014/main" id="{4EDC06A8-4AAF-4048-8407-1263ACF8AEBB}"/>
                  </a:ext>
                </a:extLst>
              </p:cNvPr>
              <p:cNvSpPr/>
              <p:nvPr/>
            </p:nvSpPr>
            <p:spPr>
              <a:xfrm>
                <a:off x="733825" y="3727875"/>
                <a:ext cx="189650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7586" h="3098" extrusionOk="0">
                    <a:moveTo>
                      <a:pt x="7284" y="0"/>
                    </a:moveTo>
                    <a:cubicBezTo>
                      <a:pt x="7192" y="0"/>
                      <a:pt x="7103" y="50"/>
                      <a:pt x="7055" y="135"/>
                    </a:cubicBezTo>
                    <a:cubicBezTo>
                      <a:pt x="6211" y="1609"/>
                      <a:pt x="5213" y="2424"/>
                      <a:pt x="4088" y="2551"/>
                    </a:cubicBezTo>
                    <a:cubicBezTo>
                      <a:pt x="3981" y="2563"/>
                      <a:pt x="3875" y="2569"/>
                      <a:pt x="3770" y="2569"/>
                    </a:cubicBezTo>
                    <a:cubicBezTo>
                      <a:pt x="2011" y="2569"/>
                      <a:pt x="514" y="973"/>
                      <a:pt x="491" y="947"/>
                    </a:cubicBezTo>
                    <a:cubicBezTo>
                      <a:pt x="439" y="890"/>
                      <a:pt x="368" y="862"/>
                      <a:pt x="296" y="862"/>
                    </a:cubicBezTo>
                    <a:cubicBezTo>
                      <a:pt x="232" y="862"/>
                      <a:pt x="167" y="885"/>
                      <a:pt x="115" y="931"/>
                    </a:cubicBezTo>
                    <a:cubicBezTo>
                      <a:pt x="8" y="1030"/>
                      <a:pt x="0" y="1197"/>
                      <a:pt x="99" y="1304"/>
                    </a:cubicBezTo>
                    <a:cubicBezTo>
                      <a:pt x="171" y="1383"/>
                      <a:pt x="1771" y="3098"/>
                      <a:pt x="3763" y="3098"/>
                    </a:cubicBezTo>
                    <a:cubicBezTo>
                      <a:pt x="3890" y="3098"/>
                      <a:pt x="4017" y="3090"/>
                      <a:pt x="4143" y="3074"/>
                    </a:cubicBezTo>
                    <a:cubicBezTo>
                      <a:pt x="5446" y="2927"/>
                      <a:pt x="6579" y="2028"/>
                      <a:pt x="7514" y="396"/>
                    </a:cubicBezTo>
                    <a:cubicBezTo>
                      <a:pt x="7585" y="270"/>
                      <a:pt x="7542" y="107"/>
                      <a:pt x="7415" y="36"/>
                    </a:cubicBezTo>
                    <a:cubicBezTo>
                      <a:pt x="7374" y="12"/>
                      <a:pt x="7329" y="0"/>
                      <a:pt x="72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806;p40">
                <a:extLst>
                  <a:ext uri="{FF2B5EF4-FFF2-40B4-BE49-F238E27FC236}">
                    <a16:creationId xmlns:a16="http://schemas.microsoft.com/office/drawing/2014/main" id="{FDAEAA87-FF0B-9346-8050-ED4FACC25BF3}"/>
                  </a:ext>
                </a:extLst>
              </p:cNvPr>
              <p:cNvSpPr/>
              <p:nvPr/>
            </p:nvSpPr>
            <p:spPr>
              <a:xfrm>
                <a:off x="957136" y="3636225"/>
                <a:ext cx="180130" cy="153278"/>
              </a:xfrm>
              <a:custGeom>
                <a:avLst/>
                <a:gdLst/>
                <a:ahLst/>
                <a:cxnLst/>
                <a:rect l="l" t="t" r="r" b="b"/>
                <a:pathLst>
                  <a:path w="8184" h="6964" extrusionOk="0">
                    <a:moveTo>
                      <a:pt x="4167" y="0"/>
                    </a:moveTo>
                    <a:cubicBezTo>
                      <a:pt x="3870" y="0"/>
                      <a:pt x="3565" y="28"/>
                      <a:pt x="3260" y="95"/>
                    </a:cubicBezTo>
                    <a:cubicBezTo>
                      <a:pt x="2115" y="337"/>
                      <a:pt x="1188" y="1002"/>
                      <a:pt x="638" y="1858"/>
                    </a:cubicBezTo>
                    <a:cubicBezTo>
                      <a:pt x="868" y="1985"/>
                      <a:pt x="1121" y="2108"/>
                      <a:pt x="1402" y="2230"/>
                    </a:cubicBezTo>
                    <a:cubicBezTo>
                      <a:pt x="1454" y="2250"/>
                      <a:pt x="1474" y="2310"/>
                      <a:pt x="1454" y="2361"/>
                    </a:cubicBezTo>
                    <a:cubicBezTo>
                      <a:pt x="1438" y="2397"/>
                      <a:pt x="1402" y="2420"/>
                      <a:pt x="1363" y="2420"/>
                    </a:cubicBezTo>
                    <a:cubicBezTo>
                      <a:pt x="1351" y="2420"/>
                      <a:pt x="1335" y="2416"/>
                      <a:pt x="1323" y="2413"/>
                    </a:cubicBezTo>
                    <a:cubicBezTo>
                      <a:pt x="1034" y="2286"/>
                      <a:pt x="773" y="2159"/>
                      <a:pt x="535" y="2024"/>
                    </a:cubicBezTo>
                    <a:cubicBezTo>
                      <a:pt x="151" y="2710"/>
                      <a:pt x="0" y="3498"/>
                      <a:pt x="167" y="4286"/>
                    </a:cubicBezTo>
                    <a:cubicBezTo>
                      <a:pt x="507" y="5886"/>
                      <a:pt x="2036" y="6964"/>
                      <a:pt x="3787" y="6964"/>
                    </a:cubicBezTo>
                    <a:cubicBezTo>
                      <a:pt x="4088" y="6964"/>
                      <a:pt x="4389" y="6932"/>
                      <a:pt x="4694" y="6868"/>
                    </a:cubicBezTo>
                    <a:cubicBezTo>
                      <a:pt x="6797" y="6421"/>
                      <a:pt x="8183" y="4543"/>
                      <a:pt x="7787" y="2674"/>
                    </a:cubicBezTo>
                    <a:cubicBezTo>
                      <a:pt x="7447" y="1074"/>
                      <a:pt x="5918" y="0"/>
                      <a:pt x="41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807;p40">
                <a:extLst>
                  <a:ext uri="{FF2B5EF4-FFF2-40B4-BE49-F238E27FC236}">
                    <a16:creationId xmlns:a16="http://schemas.microsoft.com/office/drawing/2014/main" id="{23B2AF92-1971-2C4B-9BA7-F490DB43C8D0}"/>
                  </a:ext>
                </a:extLst>
              </p:cNvPr>
              <p:cNvSpPr/>
              <p:nvPr/>
            </p:nvSpPr>
            <p:spPr>
              <a:xfrm>
                <a:off x="915500" y="3642325"/>
                <a:ext cx="116400" cy="72350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2894" extrusionOk="0">
                    <a:moveTo>
                      <a:pt x="4405" y="1"/>
                    </a:moveTo>
                    <a:cubicBezTo>
                      <a:pt x="4209" y="1"/>
                      <a:pt x="3643" y="1158"/>
                      <a:pt x="2465" y="1347"/>
                    </a:cubicBezTo>
                    <a:cubicBezTo>
                      <a:pt x="2355" y="1365"/>
                      <a:pt x="2247" y="1373"/>
                      <a:pt x="2142" y="1373"/>
                    </a:cubicBezTo>
                    <a:cubicBezTo>
                      <a:pt x="1177" y="1373"/>
                      <a:pt x="456" y="695"/>
                      <a:pt x="232" y="695"/>
                    </a:cubicBezTo>
                    <a:cubicBezTo>
                      <a:pt x="209" y="695"/>
                      <a:pt x="192" y="702"/>
                      <a:pt x="180" y="717"/>
                    </a:cubicBezTo>
                    <a:cubicBezTo>
                      <a:pt x="1" y="946"/>
                      <a:pt x="1005" y="2893"/>
                      <a:pt x="2418" y="2893"/>
                    </a:cubicBezTo>
                    <a:cubicBezTo>
                      <a:pt x="2474" y="2893"/>
                      <a:pt x="2531" y="2890"/>
                      <a:pt x="2588" y="2884"/>
                    </a:cubicBezTo>
                    <a:cubicBezTo>
                      <a:pt x="4172" y="2702"/>
                      <a:pt x="4655" y="167"/>
                      <a:pt x="4430" y="8"/>
                    </a:cubicBezTo>
                    <a:cubicBezTo>
                      <a:pt x="4422" y="3"/>
                      <a:pt x="4414" y="1"/>
                      <a:pt x="44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808;p40">
                <a:extLst>
                  <a:ext uri="{FF2B5EF4-FFF2-40B4-BE49-F238E27FC236}">
                    <a16:creationId xmlns:a16="http://schemas.microsoft.com/office/drawing/2014/main" id="{441B46D7-C6E7-1B4F-A14D-1AF5444680FD}"/>
                  </a:ext>
                </a:extLst>
              </p:cNvPr>
              <p:cNvSpPr/>
              <p:nvPr/>
            </p:nvSpPr>
            <p:spPr>
              <a:xfrm>
                <a:off x="374475" y="3916000"/>
                <a:ext cx="362825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3" h="7753" extrusionOk="0">
                    <a:moveTo>
                      <a:pt x="4662" y="1"/>
                    </a:moveTo>
                    <a:cubicBezTo>
                      <a:pt x="2181" y="1"/>
                      <a:pt x="0" y="758"/>
                      <a:pt x="0" y="758"/>
                    </a:cubicBezTo>
                    <a:cubicBezTo>
                      <a:pt x="99" y="5071"/>
                      <a:pt x="6326" y="5356"/>
                      <a:pt x="6326" y="5356"/>
                    </a:cubicBezTo>
                    <a:lnTo>
                      <a:pt x="5367" y="6885"/>
                    </a:lnTo>
                    <a:lnTo>
                      <a:pt x="8203" y="7752"/>
                    </a:lnTo>
                    <a:lnTo>
                      <a:pt x="11404" y="4635"/>
                    </a:lnTo>
                    <a:cubicBezTo>
                      <a:pt x="13166" y="4568"/>
                      <a:pt x="14513" y="3479"/>
                      <a:pt x="14513" y="3479"/>
                    </a:cubicBezTo>
                    <a:cubicBezTo>
                      <a:pt x="13435" y="1304"/>
                      <a:pt x="8088" y="627"/>
                      <a:pt x="8088" y="627"/>
                    </a:cubicBezTo>
                    <a:cubicBezTo>
                      <a:pt x="7005" y="160"/>
                      <a:pt x="5802" y="1"/>
                      <a:pt x="4662" y="1"/>
                    </a:cubicBezTo>
                    <a:close/>
                  </a:path>
                </a:pathLst>
              </a:custGeom>
              <a:solidFill>
                <a:srgbClr val="6E61F4">
                  <a:alpha val="487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" name="Google Shape;809;p40">
            <a:extLst>
              <a:ext uri="{FF2B5EF4-FFF2-40B4-BE49-F238E27FC236}">
                <a16:creationId xmlns:a16="http://schemas.microsoft.com/office/drawing/2014/main" id="{4C83D28C-8395-7443-A341-C6295C3CBDD6}"/>
              </a:ext>
            </a:extLst>
          </p:cNvPr>
          <p:cNvGrpSpPr/>
          <p:nvPr/>
        </p:nvGrpSpPr>
        <p:grpSpPr>
          <a:xfrm rot="180709">
            <a:off x="7848667" y="1662525"/>
            <a:ext cx="1135493" cy="1265165"/>
            <a:chOff x="2243025" y="2928722"/>
            <a:chExt cx="1078075" cy="1142975"/>
          </a:xfrm>
        </p:grpSpPr>
        <p:grpSp>
          <p:nvGrpSpPr>
            <p:cNvPr id="40" name="Google Shape;810;p40">
              <a:extLst>
                <a:ext uri="{FF2B5EF4-FFF2-40B4-BE49-F238E27FC236}">
                  <a16:creationId xmlns:a16="http://schemas.microsoft.com/office/drawing/2014/main" id="{DCA97629-F144-D040-AF85-29F87D9DD8A6}"/>
                </a:ext>
              </a:extLst>
            </p:cNvPr>
            <p:cNvGrpSpPr/>
            <p:nvPr/>
          </p:nvGrpSpPr>
          <p:grpSpPr>
            <a:xfrm>
              <a:off x="2243275" y="2928738"/>
              <a:ext cx="1077575" cy="1142900"/>
              <a:chOff x="2243275" y="2928738"/>
              <a:chExt cx="1077575" cy="1142900"/>
            </a:xfrm>
          </p:grpSpPr>
          <p:grpSp>
            <p:nvGrpSpPr>
              <p:cNvPr id="77" name="Google Shape;811;p40">
                <a:extLst>
                  <a:ext uri="{FF2B5EF4-FFF2-40B4-BE49-F238E27FC236}">
                    <a16:creationId xmlns:a16="http://schemas.microsoft.com/office/drawing/2014/main" id="{50D870D5-894A-264F-AD4B-000F65A02FE8}"/>
                  </a:ext>
                </a:extLst>
              </p:cNvPr>
              <p:cNvGrpSpPr/>
              <p:nvPr/>
            </p:nvGrpSpPr>
            <p:grpSpPr>
              <a:xfrm>
                <a:off x="2243275" y="2928738"/>
                <a:ext cx="1077575" cy="1142900"/>
                <a:chOff x="2218725" y="2711700"/>
                <a:chExt cx="1077575" cy="1142900"/>
              </a:xfrm>
            </p:grpSpPr>
            <p:sp>
              <p:nvSpPr>
                <p:cNvPr id="83" name="Google Shape;812;p40">
                  <a:extLst>
                    <a:ext uri="{FF2B5EF4-FFF2-40B4-BE49-F238E27FC236}">
                      <a16:creationId xmlns:a16="http://schemas.microsoft.com/office/drawing/2014/main" id="{2519EEDE-3841-654A-A21D-5496A78429FF}"/>
                    </a:ext>
                  </a:extLst>
                </p:cNvPr>
                <p:cNvSpPr/>
                <p:nvPr/>
              </p:nvSpPr>
              <p:spPr>
                <a:xfrm>
                  <a:off x="2218725" y="2881875"/>
                  <a:ext cx="950025" cy="97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01" h="38909" extrusionOk="0">
                      <a:moveTo>
                        <a:pt x="24059" y="1"/>
                      </a:moveTo>
                      <a:lnTo>
                        <a:pt x="21044" y="5269"/>
                      </a:lnTo>
                      <a:lnTo>
                        <a:pt x="23306" y="5269"/>
                      </a:lnTo>
                      <a:lnTo>
                        <a:pt x="21745" y="8909"/>
                      </a:lnTo>
                      <a:cubicBezTo>
                        <a:pt x="20904" y="8808"/>
                        <a:pt x="20054" y="8759"/>
                        <a:pt x="19203" y="8759"/>
                      </a:cubicBezTo>
                      <a:cubicBezTo>
                        <a:pt x="11107" y="8759"/>
                        <a:pt x="2932" y="13162"/>
                        <a:pt x="1244" y="18771"/>
                      </a:cubicBezTo>
                      <a:cubicBezTo>
                        <a:pt x="1070" y="19349"/>
                        <a:pt x="0" y="23275"/>
                        <a:pt x="2309" y="26190"/>
                      </a:cubicBezTo>
                      <a:cubicBezTo>
                        <a:pt x="4269" y="28663"/>
                        <a:pt x="7672" y="28769"/>
                        <a:pt x="8240" y="28769"/>
                      </a:cubicBezTo>
                      <a:cubicBezTo>
                        <a:pt x="8294" y="28769"/>
                        <a:pt x="8322" y="28768"/>
                        <a:pt x="8322" y="28768"/>
                      </a:cubicBezTo>
                      <a:lnTo>
                        <a:pt x="8322" y="28768"/>
                      </a:lnTo>
                      <a:cubicBezTo>
                        <a:pt x="7534" y="32471"/>
                        <a:pt x="10390" y="34908"/>
                        <a:pt x="14189" y="34908"/>
                      </a:cubicBezTo>
                      <a:cubicBezTo>
                        <a:pt x="15263" y="34908"/>
                        <a:pt x="16411" y="34713"/>
                        <a:pt x="17575" y="34298"/>
                      </a:cubicBezTo>
                      <a:cubicBezTo>
                        <a:pt x="17575" y="34298"/>
                        <a:pt x="19028" y="35474"/>
                        <a:pt x="20929" y="35545"/>
                      </a:cubicBezTo>
                      <a:lnTo>
                        <a:pt x="24383" y="38908"/>
                      </a:lnTo>
                      <a:lnTo>
                        <a:pt x="27445" y="37973"/>
                      </a:lnTo>
                      <a:lnTo>
                        <a:pt x="26708" y="36797"/>
                      </a:lnTo>
                      <a:lnTo>
                        <a:pt x="26835" y="36757"/>
                      </a:lnTo>
                      <a:lnTo>
                        <a:pt x="26554" y="36314"/>
                      </a:lnTo>
                      <a:cubicBezTo>
                        <a:pt x="27532" y="36239"/>
                        <a:pt x="33137" y="35609"/>
                        <a:pt x="33232" y="31363"/>
                      </a:cubicBezTo>
                      <a:lnTo>
                        <a:pt x="33232" y="31359"/>
                      </a:lnTo>
                      <a:cubicBezTo>
                        <a:pt x="34610" y="31165"/>
                        <a:pt x="35561" y="30646"/>
                        <a:pt x="36207" y="29980"/>
                      </a:cubicBezTo>
                      <a:cubicBezTo>
                        <a:pt x="37541" y="28610"/>
                        <a:pt x="38001" y="26566"/>
                        <a:pt x="37383" y="24685"/>
                      </a:cubicBezTo>
                      <a:cubicBezTo>
                        <a:pt x="37339" y="23453"/>
                        <a:pt x="37141" y="21631"/>
                        <a:pt x="36353" y="19611"/>
                      </a:cubicBezTo>
                      <a:cubicBezTo>
                        <a:pt x="34016" y="13638"/>
                        <a:pt x="28471" y="10929"/>
                        <a:pt x="26530" y="10133"/>
                      </a:cubicBezTo>
                      <a:cubicBezTo>
                        <a:pt x="25259" y="9610"/>
                        <a:pt x="23924" y="9245"/>
                        <a:pt x="22561" y="9027"/>
                      </a:cubicBezTo>
                      <a:lnTo>
                        <a:pt x="27821" y="3764"/>
                      </a:lnTo>
                      <a:lnTo>
                        <a:pt x="25564" y="3764"/>
                      </a:lnTo>
                      <a:lnTo>
                        <a:pt x="278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" name="Google Shape;813;p40">
                  <a:extLst>
                    <a:ext uri="{FF2B5EF4-FFF2-40B4-BE49-F238E27FC236}">
                      <a16:creationId xmlns:a16="http://schemas.microsoft.com/office/drawing/2014/main" id="{BD5AA01B-3F32-9C48-8DED-0D34619FC19B}"/>
                    </a:ext>
                  </a:extLst>
                </p:cNvPr>
                <p:cNvSpPr/>
                <p:nvPr/>
              </p:nvSpPr>
              <p:spPr>
                <a:xfrm>
                  <a:off x="2342200" y="2974850"/>
                  <a:ext cx="109150" cy="15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" h="6263" extrusionOk="0">
                      <a:moveTo>
                        <a:pt x="2278" y="1"/>
                      </a:moveTo>
                      <a:cubicBezTo>
                        <a:pt x="503" y="2579"/>
                        <a:pt x="0" y="4952"/>
                        <a:pt x="816" y="5724"/>
                      </a:cubicBezTo>
                      <a:cubicBezTo>
                        <a:pt x="1043" y="5936"/>
                        <a:pt x="1611" y="6262"/>
                        <a:pt x="2290" y="6262"/>
                      </a:cubicBezTo>
                      <a:cubicBezTo>
                        <a:pt x="2360" y="6262"/>
                        <a:pt x="2431" y="6259"/>
                        <a:pt x="2504" y="6251"/>
                      </a:cubicBezTo>
                      <a:cubicBezTo>
                        <a:pt x="2983" y="6204"/>
                        <a:pt x="3387" y="5994"/>
                        <a:pt x="3561" y="5843"/>
                      </a:cubicBezTo>
                      <a:cubicBezTo>
                        <a:pt x="4365" y="5150"/>
                        <a:pt x="3827" y="2758"/>
                        <a:pt x="227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" name="Google Shape;814;p40">
                  <a:extLst>
                    <a:ext uri="{FF2B5EF4-FFF2-40B4-BE49-F238E27FC236}">
                      <a16:creationId xmlns:a16="http://schemas.microsoft.com/office/drawing/2014/main" id="{EC6A3D9C-E64E-9C43-AFA3-4ED393AFBBDA}"/>
                    </a:ext>
                  </a:extLst>
                </p:cNvPr>
                <p:cNvSpPr/>
                <p:nvPr/>
              </p:nvSpPr>
              <p:spPr>
                <a:xfrm>
                  <a:off x="2253175" y="2711700"/>
                  <a:ext cx="503950" cy="35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8" h="14028" extrusionOk="0">
                      <a:moveTo>
                        <a:pt x="10733" y="1"/>
                      </a:moveTo>
                      <a:cubicBezTo>
                        <a:pt x="9106" y="1"/>
                        <a:pt x="7300" y="1259"/>
                        <a:pt x="6742" y="3413"/>
                      </a:cubicBezTo>
                      <a:cubicBezTo>
                        <a:pt x="6678" y="3377"/>
                        <a:pt x="6166" y="3093"/>
                        <a:pt x="5533" y="3093"/>
                      </a:cubicBezTo>
                      <a:cubicBezTo>
                        <a:pt x="5268" y="3093"/>
                        <a:pt x="4982" y="3143"/>
                        <a:pt x="4698" y="3283"/>
                      </a:cubicBezTo>
                      <a:cubicBezTo>
                        <a:pt x="3799" y="3726"/>
                        <a:pt x="3312" y="4883"/>
                        <a:pt x="3648" y="6031"/>
                      </a:cubicBezTo>
                      <a:cubicBezTo>
                        <a:pt x="3275" y="5823"/>
                        <a:pt x="2862" y="5718"/>
                        <a:pt x="2454" y="5718"/>
                      </a:cubicBezTo>
                      <a:cubicBezTo>
                        <a:pt x="2048" y="5718"/>
                        <a:pt x="1647" y="5822"/>
                        <a:pt x="1296" y="6031"/>
                      </a:cubicBezTo>
                      <a:cubicBezTo>
                        <a:pt x="436" y="6546"/>
                        <a:pt x="1" y="7612"/>
                        <a:pt x="246" y="8650"/>
                      </a:cubicBezTo>
                      <a:lnTo>
                        <a:pt x="2967" y="8650"/>
                      </a:lnTo>
                      <a:lnTo>
                        <a:pt x="3031" y="8669"/>
                      </a:lnTo>
                      <a:cubicBezTo>
                        <a:pt x="3031" y="8669"/>
                        <a:pt x="3031" y="8661"/>
                        <a:pt x="3035" y="8650"/>
                      </a:cubicBezTo>
                      <a:lnTo>
                        <a:pt x="13147" y="8650"/>
                      </a:lnTo>
                      <a:cubicBezTo>
                        <a:pt x="11840" y="10872"/>
                        <a:pt x="11527" y="12804"/>
                        <a:pt x="12252" y="13490"/>
                      </a:cubicBezTo>
                      <a:cubicBezTo>
                        <a:pt x="12474" y="13702"/>
                        <a:pt x="13042" y="14027"/>
                        <a:pt x="13721" y="14027"/>
                      </a:cubicBezTo>
                      <a:cubicBezTo>
                        <a:pt x="13792" y="14027"/>
                        <a:pt x="13863" y="14024"/>
                        <a:pt x="13935" y="14016"/>
                      </a:cubicBezTo>
                      <a:cubicBezTo>
                        <a:pt x="14418" y="13969"/>
                        <a:pt x="14818" y="13759"/>
                        <a:pt x="14996" y="13608"/>
                      </a:cubicBezTo>
                      <a:cubicBezTo>
                        <a:pt x="15709" y="12991"/>
                        <a:pt x="15357" y="11022"/>
                        <a:pt x="14177" y="8650"/>
                      </a:cubicBezTo>
                      <a:lnTo>
                        <a:pt x="17947" y="8650"/>
                      </a:lnTo>
                      <a:lnTo>
                        <a:pt x="17951" y="8661"/>
                      </a:lnTo>
                      <a:lnTo>
                        <a:pt x="18015" y="8650"/>
                      </a:lnTo>
                      <a:lnTo>
                        <a:pt x="19124" y="8650"/>
                      </a:lnTo>
                      <a:cubicBezTo>
                        <a:pt x="20157" y="6721"/>
                        <a:pt x="19595" y="4439"/>
                        <a:pt x="18054" y="3413"/>
                      </a:cubicBezTo>
                      <a:cubicBezTo>
                        <a:pt x="17480" y="3031"/>
                        <a:pt x="16798" y="2841"/>
                        <a:pt x="16095" y="2841"/>
                      </a:cubicBezTo>
                      <a:cubicBezTo>
                        <a:pt x="15386" y="2841"/>
                        <a:pt x="14656" y="3034"/>
                        <a:pt x="13994" y="3413"/>
                      </a:cubicBezTo>
                      <a:cubicBezTo>
                        <a:pt x="13804" y="1861"/>
                        <a:pt x="12885" y="550"/>
                        <a:pt x="11638" y="142"/>
                      </a:cubicBezTo>
                      <a:cubicBezTo>
                        <a:pt x="11349" y="47"/>
                        <a:pt x="11044" y="1"/>
                        <a:pt x="107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" name="Google Shape;815;p40">
                  <a:extLst>
                    <a:ext uri="{FF2B5EF4-FFF2-40B4-BE49-F238E27FC236}">
                      <a16:creationId xmlns:a16="http://schemas.microsoft.com/office/drawing/2014/main" id="{646090B1-C00B-944C-B599-3BC2175575AE}"/>
                    </a:ext>
                  </a:extLst>
                </p:cNvPr>
                <p:cNvSpPr/>
                <p:nvPr/>
              </p:nvSpPr>
              <p:spPr>
                <a:xfrm>
                  <a:off x="2898800" y="2960125"/>
                  <a:ext cx="397500" cy="27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00" h="11189" extrusionOk="0">
                      <a:moveTo>
                        <a:pt x="8442" y="0"/>
                      </a:moveTo>
                      <a:cubicBezTo>
                        <a:pt x="6949" y="0"/>
                        <a:pt x="5435" y="1061"/>
                        <a:pt x="4936" y="2764"/>
                      </a:cubicBezTo>
                      <a:cubicBezTo>
                        <a:pt x="4526" y="2628"/>
                        <a:pt x="4111" y="2564"/>
                        <a:pt x="3707" y="2564"/>
                      </a:cubicBezTo>
                      <a:cubicBezTo>
                        <a:pt x="2501" y="2564"/>
                        <a:pt x="1397" y="3139"/>
                        <a:pt x="824" y="4091"/>
                      </a:cubicBezTo>
                      <a:cubicBezTo>
                        <a:pt x="0" y="5466"/>
                        <a:pt x="658" y="6995"/>
                        <a:pt x="729" y="7145"/>
                      </a:cubicBezTo>
                      <a:lnTo>
                        <a:pt x="2468" y="7145"/>
                      </a:lnTo>
                      <a:lnTo>
                        <a:pt x="2468" y="7157"/>
                      </a:lnTo>
                      <a:lnTo>
                        <a:pt x="2535" y="7145"/>
                      </a:lnTo>
                      <a:lnTo>
                        <a:pt x="7435" y="7145"/>
                      </a:lnTo>
                      <a:cubicBezTo>
                        <a:pt x="6306" y="8813"/>
                        <a:pt x="5989" y="10338"/>
                        <a:pt x="6516" y="10837"/>
                      </a:cubicBezTo>
                      <a:cubicBezTo>
                        <a:pt x="6663" y="10977"/>
                        <a:pt x="7035" y="11188"/>
                        <a:pt x="7481" y="11188"/>
                      </a:cubicBezTo>
                      <a:cubicBezTo>
                        <a:pt x="7527" y="11188"/>
                        <a:pt x="7574" y="11186"/>
                        <a:pt x="7621" y="11181"/>
                      </a:cubicBezTo>
                      <a:cubicBezTo>
                        <a:pt x="7938" y="11150"/>
                        <a:pt x="8199" y="11015"/>
                        <a:pt x="8314" y="10916"/>
                      </a:cubicBezTo>
                      <a:cubicBezTo>
                        <a:pt x="8837" y="10464"/>
                        <a:pt x="8493" y="8928"/>
                        <a:pt x="7506" y="7145"/>
                      </a:cubicBezTo>
                      <a:lnTo>
                        <a:pt x="14660" y="7145"/>
                      </a:lnTo>
                      <a:lnTo>
                        <a:pt x="14727" y="7161"/>
                      </a:lnTo>
                      <a:cubicBezTo>
                        <a:pt x="14731" y="7133"/>
                        <a:pt x="14735" y="7106"/>
                        <a:pt x="14739" y="7082"/>
                      </a:cubicBezTo>
                      <a:cubicBezTo>
                        <a:pt x="15804" y="6151"/>
                        <a:pt x="15899" y="4539"/>
                        <a:pt x="15032" y="3561"/>
                      </a:cubicBezTo>
                      <a:cubicBezTo>
                        <a:pt x="14574" y="3048"/>
                        <a:pt x="13906" y="2773"/>
                        <a:pt x="13220" y="2773"/>
                      </a:cubicBezTo>
                      <a:cubicBezTo>
                        <a:pt x="12709" y="2773"/>
                        <a:pt x="12186" y="2926"/>
                        <a:pt x="11733" y="3248"/>
                      </a:cubicBezTo>
                      <a:cubicBezTo>
                        <a:pt x="11574" y="1711"/>
                        <a:pt x="10544" y="447"/>
                        <a:pt x="9213" y="99"/>
                      </a:cubicBezTo>
                      <a:cubicBezTo>
                        <a:pt x="8961" y="33"/>
                        <a:pt x="8702" y="0"/>
                        <a:pt x="844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8" name="Google Shape;816;p40">
                <a:extLst>
                  <a:ext uri="{FF2B5EF4-FFF2-40B4-BE49-F238E27FC236}">
                    <a16:creationId xmlns:a16="http://schemas.microsoft.com/office/drawing/2014/main" id="{09630C09-68D4-E145-8746-6E104E92CCE5}"/>
                  </a:ext>
                </a:extLst>
              </p:cNvPr>
              <p:cNvGrpSpPr/>
              <p:nvPr/>
            </p:nvGrpSpPr>
            <p:grpSpPr>
              <a:xfrm>
                <a:off x="2243275" y="2928738"/>
                <a:ext cx="1077575" cy="1142900"/>
                <a:chOff x="2218725" y="2711700"/>
                <a:chExt cx="1077575" cy="1142900"/>
              </a:xfrm>
            </p:grpSpPr>
            <p:sp>
              <p:nvSpPr>
                <p:cNvPr id="79" name="Google Shape;817;p40">
                  <a:extLst>
                    <a:ext uri="{FF2B5EF4-FFF2-40B4-BE49-F238E27FC236}">
                      <a16:creationId xmlns:a16="http://schemas.microsoft.com/office/drawing/2014/main" id="{A7F520F7-070E-9341-893D-274474B38551}"/>
                    </a:ext>
                  </a:extLst>
                </p:cNvPr>
                <p:cNvSpPr/>
                <p:nvPr/>
              </p:nvSpPr>
              <p:spPr>
                <a:xfrm>
                  <a:off x="2218725" y="2881875"/>
                  <a:ext cx="950025" cy="97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01" h="38909" extrusionOk="0">
                      <a:moveTo>
                        <a:pt x="24059" y="1"/>
                      </a:moveTo>
                      <a:lnTo>
                        <a:pt x="21044" y="5269"/>
                      </a:lnTo>
                      <a:lnTo>
                        <a:pt x="23306" y="5269"/>
                      </a:lnTo>
                      <a:lnTo>
                        <a:pt x="21745" y="8909"/>
                      </a:lnTo>
                      <a:cubicBezTo>
                        <a:pt x="20904" y="8808"/>
                        <a:pt x="20054" y="8759"/>
                        <a:pt x="19203" y="8759"/>
                      </a:cubicBezTo>
                      <a:cubicBezTo>
                        <a:pt x="11107" y="8759"/>
                        <a:pt x="2932" y="13162"/>
                        <a:pt x="1244" y="18771"/>
                      </a:cubicBezTo>
                      <a:cubicBezTo>
                        <a:pt x="1070" y="19349"/>
                        <a:pt x="0" y="23275"/>
                        <a:pt x="2309" y="26190"/>
                      </a:cubicBezTo>
                      <a:cubicBezTo>
                        <a:pt x="4269" y="28663"/>
                        <a:pt x="7672" y="28769"/>
                        <a:pt x="8240" y="28769"/>
                      </a:cubicBezTo>
                      <a:cubicBezTo>
                        <a:pt x="8294" y="28769"/>
                        <a:pt x="8322" y="28768"/>
                        <a:pt x="8322" y="28768"/>
                      </a:cubicBezTo>
                      <a:lnTo>
                        <a:pt x="8322" y="28768"/>
                      </a:lnTo>
                      <a:cubicBezTo>
                        <a:pt x="7534" y="32471"/>
                        <a:pt x="10390" y="34908"/>
                        <a:pt x="14189" y="34908"/>
                      </a:cubicBezTo>
                      <a:cubicBezTo>
                        <a:pt x="15263" y="34908"/>
                        <a:pt x="16411" y="34713"/>
                        <a:pt x="17575" y="34298"/>
                      </a:cubicBezTo>
                      <a:cubicBezTo>
                        <a:pt x="17575" y="34298"/>
                        <a:pt x="19028" y="35474"/>
                        <a:pt x="20929" y="35545"/>
                      </a:cubicBezTo>
                      <a:lnTo>
                        <a:pt x="24383" y="38908"/>
                      </a:lnTo>
                      <a:lnTo>
                        <a:pt x="27445" y="37973"/>
                      </a:lnTo>
                      <a:lnTo>
                        <a:pt x="26708" y="36797"/>
                      </a:lnTo>
                      <a:lnTo>
                        <a:pt x="26835" y="36757"/>
                      </a:lnTo>
                      <a:lnTo>
                        <a:pt x="26554" y="36314"/>
                      </a:lnTo>
                      <a:cubicBezTo>
                        <a:pt x="27532" y="36239"/>
                        <a:pt x="33137" y="35609"/>
                        <a:pt x="33232" y="31363"/>
                      </a:cubicBezTo>
                      <a:lnTo>
                        <a:pt x="33232" y="31359"/>
                      </a:lnTo>
                      <a:cubicBezTo>
                        <a:pt x="34610" y="31165"/>
                        <a:pt x="35561" y="30646"/>
                        <a:pt x="36207" y="29980"/>
                      </a:cubicBezTo>
                      <a:cubicBezTo>
                        <a:pt x="37541" y="28610"/>
                        <a:pt x="38001" y="26566"/>
                        <a:pt x="37383" y="24685"/>
                      </a:cubicBezTo>
                      <a:cubicBezTo>
                        <a:pt x="37339" y="23453"/>
                        <a:pt x="37141" y="21631"/>
                        <a:pt x="36353" y="19611"/>
                      </a:cubicBezTo>
                      <a:cubicBezTo>
                        <a:pt x="34016" y="13638"/>
                        <a:pt x="28471" y="10929"/>
                        <a:pt x="26530" y="10133"/>
                      </a:cubicBezTo>
                      <a:cubicBezTo>
                        <a:pt x="25259" y="9610"/>
                        <a:pt x="23924" y="9245"/>
                        <a:pt x="22561" y="9027"/>
                      </a:cubicBezTo>
                      <a:lnTo>
                        <a:pt x="27821" y="3764"/>
                      </a:lnTo>
                      <a:lnTo>
                        <a:pt x="25564" y="3764"/>
                      </a:lnTo>
                      <a:lnTo>
                        <a:pt x="278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818;p40">
                  <a:extLst>
                    <a:ext uri="{FF2B5EF4-FFF2-40B4-BE49-F238E27FC236}">
                      <a16:creationId xmlns:a16="http://schemas.microsoft.com/office/drawing/2014/main" id="{CD657A94-36AC-3A49-931F-8C0878BF79BA}"/>
                    </a:ext>
                  </a:extLst>
                </p:cNvPr>
                <p:cNvSpPr/>
                <p:nvPr/>
              </p:nvSpPr>
              <p:spPr>
                <a:xfrm>
                  <a:off x="2342200" y="2974850"/>
                  <a:ext cx="109150" cy="15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" h="6263" extrusionOk="0">
                      <a:moveTo>
                        <a:pt x="2278" y="1"/>
                      </a:moveTo>
                      <a:cubicBezTo>
                        <a:pt x="503" y="2579"/>
                        <a:pt x="0" y="4952"/>
                        <a:pt x="816" y="5724"/>
                      </a:cubicBezTo>
                      <a:cubicBezTo>
                        <a:pt x="1043" y="5936"/>
                        <a:pt x="1611" y="6262"/>
                        <a:pt x="2290" y="6262"/>
                      </a:cubicBezTo>
                      <a:cubicBezTo>
                        <a:pt x="2360" y="6262"/>
                        <a:pt x="2431" y="6259"/>
                        <a:pt x="2504" y="6251"/>
                      </a:cubicBezTo>
                      <a:cubicBezTo>
                        <a:pt x="2983" y="6204"/>
                        <a:pt x="3387" y="5994"/>
                        <a:pt x="3561" y="5843"/>
                      </a:cubicBezTo>
                      <a:cubicBezTo>
                        <a:pt x="4365" y="5150"/>
                        <a:pt x="3827" y="2758"/>
                        <a:pt x="227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819;p40">
                  <a:extLst>
                    <a:ext uri="{FF2B5EF4-FFF2-40B4-BE49-F238E27FC236}">
                      <a16:creationId xmlns:a16="http://schemas.microsoft.com/office/drawing/2014/main" id="{0BB0774B-F7C0-0B40-AC1F-C10C224F748C}"/>
                    </a:ext>
                  </a:extLst>
                </p:cNvPr>
                <p:cNvSpPr/>
                <p:nvPr/>
              </p:nvSpPr>
              <p:spPr>
                <a:xfrm>
                  <a:off x="2253175" y="2711700"/>
                  <a:ext cx="503950" cy="35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8" h="14028" extrusionOk="0">
                      <a:moveTo>
                        <a:pt x="10733" y="1"/>
                      </a:moveTo>
                      <a:cubicBezTo>
                        <a:pt x="9106" y="1"/>
                        <a:pt x="7300" y="1259"/>
                        <a:pt x="6742" y="3413"/>
                      </a:cubicBezTo>
                      <a:cubicBezTo>
                        <a:pt x="6678" y="3377"/>
                        <a:pt x="6166" y="3093"/>
                        <a:pt x="5533" y="3093"/>
                      </a:cubicBezTo>
                      <a:cubicBezTo>
                        <a:pt x="5268" y="3093"/>
                        <a:pt x="4982" y="3143"/>
                        <a:pt x="4698" y="3283"/>
                      </a:cubicBezTo>
                      <a:cubicBezTo>
                        <a:pt x="3799" y="3726"/>
                        <a:pt x="3312" y="4883"/>
                        <a:pt x="3648" y="6031"/>
                      </a:cubicBezTo>
                      <a:cubicBezTo>
                        <a:pt x="3275" y="5823"/>
                        <a:pt x="2862" y="5718"/>
                        <a:pt x="2454" y="5718"/>
                      </a:cubicBezTo>
                      <a:cubicBezTo>
                        <a:pt x="2048" y="5718"/>
                        <a:pt x="1647" y="5822"/>
                        <a:pt x="1296" y="6031"/>
                      </a:cubicBezTo>
                      <a:cubicBezTo>
                        <a:pt x="436" y="6546"/>
                        <a:pt x="1" y="7612"/>
                        <a:pt x="246" y="8650"/>
                      </a:cubicBezTo>
                      <a:lnTo>
                        <a:pt x="2967" y="8650"/>
                      </a:lnTo>
                      <a:lnTo>
                        <a:pt x="3031" y="8669"/>
                      </a:lnTo>
                      <a:cubicBezTo>
                        <a:pt x="3031" y="8669"/>
                        <a:pt x="3031" y="8661"/>
                        <a:pt x="3035" y="8650"/>
                      </a:cubicBezTo>
                      <a:lnTo>
                        <a:pt x="13147" y="8650"/>
                      </a:lnTo>
                      <a:cubicBezTo>
                        <a:pt x="11840" y="10872"/>
                        <a:pt x="11527" y="12804"/>
                        <a:pt x="12252" y="13490"/>
                      </a:cubicBezTo>
                      <a:cubicBezTo>
                        <a:pt x="12474" y="13702"/>
                        <a:pt x="13042" y="14027"/>
                        <a:pt x="13721" y="14027"/>
                      </a:cubicBezTo>
                      <a:cubicBezTo>
                        <a:pt x="13792" y="14027"/>
                        <a:pt x="13863" y="14024"/>
                        <a:pt x="13935" y="14016"/>
                      </a:cubicBezTo>
                      <a:cubicBezTo>
                        <a:pt x="14418" y="13969"/>
                        <a:pt x="14818" y="13759"/>
                        <a:pt x="14996" y="13608"/>
                      </a:cubicBezTo>
                      <a:cubicBezTo>
                        <a:pt x="15709" y="12991"/>
                        <a:pt x="15357" y="11022"/>
                        <a:pt x="14177" y="8650"/>
                      </a:cubicBezTo>
                      <a:lnTo>
                        <a:pt x="17947" y="8650"/>
                      </a:lnTo>
                      <a:lnTo>
                        <a:pt x="17951" y="8661"/>
                      </a:lnTo>
                      <a:lnTo>
                        <a:pt x="18015" y="8650"/>
                      </a:lnTo>
                      <a:lnTo>
                        <a:pt x="19124" y="8650"/>
                      </a:lnTo>
                      <a:cubicBezTo>
                        <a:pt x="20157" y="6721"/>
                        <a:pt x="19595" y="4439"/>
                        <a:pt x="18054" y="3413"/>
                      </a:cubicBezTo>
                      <a:cubicBezTo>
                        <a:pt x="17480" y="3031"/>
                        <a:pt x="16798" y="2841"/>
                        <a:pt x="16095" y="2841"/>
                      </a:cubicBezTo>
                      <a:cubicBezTo>
                        <a:pt x="15386" y="2841"/>
                        <a:pt x="14656" y="3034"/>
                        <a:pt x="13994" y="3413"/>
                      </a:cubicBezTo>
                      <a:cubicBezTo>
                        <a:pt x="13804" y="1861"/>
                        <a:pt x="12885" y="550"/>
                        <a:pt x="11638" y="142"/>
                      </a:cubicBezTo>
                      <a:cubicBezTo>
                        <a:pt x="11349" y="47"/>
                        <a:pt x="11044" y="1"/>
                        <a:pt x="107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820;p40">
                  <a:extLst>
                    <a:ext uri="{FF2B5EF4-FFF2-40B4-BE49-F238E27FC236}">
                      <a16:creationId xmlns:a16="http://schemas.microsoft.com/office/drawing/2014/main" id="{15C2EE14-F9D3-6B4B-A7BA-24E3E9651405}"/>
                    </a:ext>
                  </a:extLst>
                </p:cNvPr>
                <p:cNvSpPr/>
                <p:nvPr/>
              </p:nvSpPr>
              <p:spPr>
                <a:xfrm>
                  <a:off x="2898800" y="2960125"/>
                  <a:ext cx="397500" cy="27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00" h="11189" extrusionOk="0">
                      <a:moveTo>
                        <a:pt x="8442" y="0"/>
                      </a:moveTo>
                      <a:cubicBezTo>
                        <a:pt x="6949" y="0"/>
                        <a:pt x="5435" y="1061"/>
                        <a:pt x="4936" y="2764"/>
                      </a:cubicBezTo>
                      <a:cubicBezTo>
                        <a:pt x="4526" y="2628"/>
                        <a:pt x="4111" y="2564"/>
                        <a:pt x="3707" y="2564"/>
                      </a:cubicBezTo>
                      <a:cubicBezTo>
                        <a:pt x="2501" y="2564"/>
                        <a:pt x="1397" y="3139"/>
                        <a:pt x="824" y="4091"/>
                      </a:cubicBezTo>
                      <a:cubicBezTo>
                        <a:pt x="0" y="5466"/>
                        <a:pt x="658" y="6995"/>
                        <a:pt x="729" y="7145"/>
                      </a:cubicBezTo>
                      <a:lnTo>
                        <a:pt x="2468" y="7145"/>
                      </a:lnTo>
                      <a:lnTo>
                        <a:pt x="2468" y="7157"/>
                      </a:lnTo>
                      <a:lnTo>
                        <a:pt x="2535" y="7145"/>
                      </a:lnTo>
                      <a:lnTo>
                        <a:pt x="7435" y="7145"/>
                      </a:lnTo>
                      <a:cubicBezTo>
                        <a:pt x="6306" y="8813"/>
                        <a:pt x="5989" y="10338"/>
                        <a:pt x="6516" y="10837"/>
                      </a:cubicBezTo>
                      <a:cubicBezTo>
                        <a:pt x="6663" y="10977"/>
                        <a:pt x="7035" y="11188"/>
                        <a:pt x="7481" y="11188"/>
                      </a:cubicBezTo>
                      <a:cubicBezTo>
                        <a:pt x="7527" y="11188"/>
                        <a:pt x="7574" y="11186"/>
                        <a:pt x="7621" y="11181"/>
                      </a:cubicBezTo>
                      <a:cubicBezTo>
                        <a:pt x="7938" y="11150"/>
                        <a:pt x="8199" y="11015"/>
                        <a:pt x="8314" y="10916"/>
                      </a:cubicBezTo>
                      <a:cubicBezTo>
                        <a:pt x="8837" y="10464"/>
                        <a:pt x="8493" y="8928"/>
                        <a:pt x="7506" y="7145"/>
                      </a:cubicBezTo>
                      <a:lnTo>
                        <a:pt x="14660" y="7145"/>
                      </a:lnTo>
                      <a:lnTo>
                        <a:pt x="14727" y="7161"/>
                      </a:lnTo>
                      <a:cubicBezTo>
                        <a:pt x="14731" y="7133"/>
                        <a:pt x="14735" y="7106"/>
                        <a:pt x="14739" y="7082"/>
                      </a:cubicBezTo>
                      <a:cubicBezTo>
                        <a:pt x="15804" y="6151"/>
                        <a:pt x="15899" y="4539"/>
                        <a:pt x="15032" y="3561"/>
                      </a:cubicBezTo>
                      <a:cubicBezTo>
                        <a:pt x="14574" y="3048"/>
                        <a:pt x="13906" y="2773"/>
                        <a:pt x="13220" y="2773"/>
                      </a:cubicBezTo>
                      <a:cubicBezTo>
                        <a:pt x="12709" y="2773"/>
                        <a:pt x="12186" y="2926"/>
                        <a:pt x="11733" y="3248"/>
                      </a:cubicBezTo>
                      <a:cubicBezTo>
                        <a:pt x="11574" y="1711"/>
                        <a:pt x="10544" y="447"/>
                        <a:pt x="9213" y="99"/>
                      </a:cubicBezTo>
                      <a:cubicBezTo>
                        <a:pt x="8961" y="33"/>
                        <a:pt x="8702" y="0"/>
                        <a:pt x="844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1" name="Google Shape;821;p40">
              <a:extLst>
                <a:ext uri="{FF2B5EF4-FFF2-40B4-BE49-F238E27FC236}">
                  <a16:creationId xmlns:a16="http://schemas.microsoft.com/office/drawing/2014/main" id="{909B6557-0CF1-2A42-A21D-7AE71387B932}"/>
                </a:ext>
              </a:extLst>
            </p:cNvPr>
            <p:cNvGrpSpPr/>
            <p:nvPr/>
          </p:nvGrpSpPr>
          <p:grpSpPr>
            <a:xfrm>
              <a:off x="2243025" y="2928722"/>
              <a:ext cx="1078075" cy="1142975"/>
              <a:chOff x="2341450" y="2966950"/>
              <a:chExt cx="1078075" cy="1142975"/>
            </a:xfrm>
          </p:grpSpPr>
          <p:sp>
            <p:nvSpPr>
              <p:cNvPr id="42" name="Google Shape;822;p40">
                <a:extLst>
                  <a:ext uri="{FF2B5EF4-FFF2-40B4-BE49-F238E27FC236}">
                    <a16:creationId xmlns:a16="http://schemas.microsoft.com/office/drawing/2014/main" id="{55436F1A-57EA-9C4D-89B7-7B0BC8A7D6D3}"/>
                  </a:ext>
                </a:extLst>
              </p:cNvPr>
              <p:cNvSpPr/>
              <p:nvPr/>
            </p:nvSpPr>
            <p:spPr>
              <a:xfrm>
                <a:off x="2341450" y="3356100"/>
                <a:ext cx="950025" cy="753825"/>
              </a:xfrm>
              <a:custGeom>
                <a:avLst/>
                <a:gdLst/>
                <a:ahLst/>
                <a:cxnLst/>
                <a:rect l="l" t="t" r="r" b="b"/>
                <a:pathLst>
                  <a:path w="38001" h="30153" extrusionOk="0">
                    <a:moveTo>
                      <a:pt x="19203" y="1"/>
                    </a:moveTo>
                    <a:cubicBezTo>
                      <a:pt x="11108" y="1"/>
                      <a:pt x="2930" y="4404"/>
                      <a:pt x="1244" y="10015"/>
                    </a:cubicBezTo>
                    <a:cubicBezTo>
                      <a:pt x="1070" y="10590"/>
                      <a:pt x="0" y="14515"/>
                      <a:pt x="2309" y="17430"/>
                    </a:cubicBezTo>
                    <a:cubicBezTo>
                      <a:pt x="4269" y="19908"/>
                      <a:pt x="7672" y="20014"/>
                      <a:pt x="8240" y="20014"/>
                    </a:cubicBezTo>
                    <a:cubicBezTo>
                      <a:pt x="8294" y="20014"/>
                      <a:pt x="8322" y="20013"/>
                      <a:pt x="8322" y="20013"/>
                    </a:cubicBezTo>
                    <a:lnTo>
                      <a:pt x="8322" y="20013"/>
                    </a:lnTo>
                    <a:cubicBezTo>
                      <a:pt x="7534" y="23712"/>
                      <a:pt x="10390" y="26148"/>
                      <a:pt x="14189" y="26148"/>
                    </a:cubicBezTo>
                    <a:cubicBezTo>
                      <a:pt x="15262" y="26148"/>
                      <a:pt x="16411" y="25953"/>
                      <a:pt x="17575" y="25538"/>
                    </a:cubicBezTo>
                    <a:cubicBezTo>
                      <a:pt x="17575" y="25538"/>
                      <a:pt x="19028" y="26714"/>
                      <a:pt x="20929" y="26790"/>
                    </a:cubicBezTo>
                    <a:lnTo>
                      <a:pt x="24383" y="30152"/>
                    </a:lnTo>
                    <a:lnTo>
                      <a:pt x="27445" y="29218"/>
                    </a:lnTo>
                    <a:lnTo>
                      <a:pt x="26411" y="27566"/>
                    </a:lnTo>
                    <a:cubicBezTo>
                      <a:pt x="26411" y="27566"/>
                      <a:pt x="33125" y="27257"/>
                      <a:pt x="33232" y="22603"/>
                    </a:cubicBezTo>
                    <a:cubicBezTo>
                      <a:pt x="34610" y="22405"/>
                      <a:pt x="35561" y="21890"/>
                      <a:pt x="36207" y="21225"/>
                    </a:cubicBezTo>
                    <a:cubicBezTo>
                      <a:pt x="37541" y="19850"/>
                      <a:pt x="38001" y="17806"/>
                      <a:pt x="37383" y="15925"/>
                    </a:cubicBezTo>
                    <a:cubicBezTo>
                      <a:pt x="37339" y="14693"/>
                      <a:pt x="37141" y="12871"/>
                      <a:pt x="36353" y="10855"/>
                    </a:cubicBezTo>
                    <a:cubicBezTo>
                      <a:pt x="34016" y="4878"/>
                      <a:pt x="28471" y="2173"/>
                      <a:pt x="26530" y="1373"/>
                    </a:cubicBezTo>
                    <a:cubicBezTo>
                      <a:pt x="24227" y="426"/>
                      <a:pt x="21719" y="1"/>
                      <a:pt x="1920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823;p40">
                <a:extLst>
                  <a:ext uri="{FF2B5EF4-FFF2-40B4-BE49-F238E27FC236}">
                    <a16:creationId xmlns:a16="http://schemas.microsoft.com/office/drawing/2014/main" id="{B207B784-6BB5-5D47-AE33-293CF07D8D2E}"/>
                  </a:ext>
                </a:extLst>
              </p:cNvPr>
              <p:cNvSpPr/>
              <p:nvPr/>
            </p:nvSpPr>
            <p:spPr>
              <a:xfrm>
                <a:off x="2783575" y="3883925"/>
                <a:ext cx="362850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4" h="7753" extrusionOk="0">
                    <a:moveTo>
                      <a:pt x="9851" y="0"/>
                    </a:moveTo>
                    <a:cubicBezTo>
                      <a:pt x="8712" y="0"/>
                      <a:pt x="7509" y="160"/>
                      <a:pt x="6425" y="627"/>
                    </a:cubicBezTo>
                    <a:cubicBezTo>
                      <a:pt x="6425" y="627"/>
                      <a:pt x="1078" y="1304"/>
                      <a:pt x="0" y="3478"/>
                    </a:cubicBezTo>
                    <a:cubicBezTo>
                      <a:pt x="0" y="3478"/>
                      <a:pt x="1347" y="4568"/>
                      <a:pt x="3114" y="4639"/>
                    </a:cubicBezTo>
                    <a:lnTo>
                      <a:pt x="6314" y="7752"/>
                    </a:lnTo>
                    <a:lnTo>
                      <a:pt x="9150" y="6889"/>
                    </a:lnTo>
                    <a:lnTo>
                      <a:pt x="8192" y="5356"/>
                    </a:lnTo>
                    <a:cubicBezTo>
                      <a:pt x="8192" y="5356"/>
                      <a:pt x="14414" y="5071"/>
                      <a:pt x="14513" y="757"/>
                    </a:cubicBezTo>
                    <a:cubicBezTo>
                      <a:pt x="14513" y="757"/>
                      <a:pt x="12332" y="0"/>
                      <a:pt x="9851" y="0"/>
                    </a:cubicBezTo>
                    <a:close/>
                  </a:path>
                </a:pathLst>
              </a:custGeom>
              <a:solidFill>
                <a:srgbClr val="C4BFFA">
                  <a:alpha val="36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824;p40">
                <a:extLst>
                  <a:ext uri="{FF2B5EF4-FFF2-40B4-BE49-F238E27FC236}">
                    <a16:creationId xmlns:a16="http://schemas.microsoft.com/office/drawing/2014/main" id="{620B9798-8AEB-134B-8C87-DF4ED8180290}"/>
                  </a:ext>
                </a:extLst>
              </p:cNvPr>
              <p:cNvSpPr/>
              <p:nvPr/>
            </p:nvSpPr>
            <p:spPr>
              <a:xfrm>
                <a:off x="2861200" y="3891350"/>
                <a:ext cx="107775" cy="110250"/>
              </a:xfrm>
              <a:custGeom>
                <a:avLst/>
                <a:gdLst/>
                <a:ahLst/>
                <a:cxnLst/>
                <a:rect l="l" t="t" r="r" b="b"/>
                <a:pathLst>
                  <a:path w="4311" h="4410" extrusionOk="0">
                    <a:moveTo>
                      <a:pt x="4180" y="1"/>
                    </a:moveTo>
                    <a:cubicBezTo>
                      <a:pt x="3954" y="1854"/>
                      <a:pt x="3162" y="3181"/>
                      <a:pt x="1890" y="3835"/>
                    </a:cubicBezTo>
                    <a:cubicBezTo>
                      <a:pt x="1116" y="4238"/>
                      <a:pt x="373" y="4277"/>
                      <a:pt x="111" y="4277"/>
                    </a:cubicBezTo>
                    <a:cubicBezTo>
                      <a:pt x="49" y="4277"/>
                      <a:pt x="14" y="4275"/>
                      <a:pt x="13" y="4275"/>
                    </a:cubicBezTo>
                    <a:lnTo>
                      <a:pt x="1" y="4405"/>
                    </a:lnTo>
                    <a:cubicBezTo>
                      <a:pt x="9" y="4405"/>
                      <a:pt x="52" y="4409"/>
                      <a:pt x="128" y="4409"/>
                    </a:cubicBezTo>
                    <a:cubicBezTo>
                      <a:pt x="413" y="4409"/>
                      <a:pt x="1153" y="4366"/>
                      <a:pt x="1946" y="3958"/>
                    </a:cubicBezTo>
                    <a:cubicBezTo>
                      <a:pt x="2865" y="3486"/>
                      <a:pt x="4017" y="2421"/>
                      <a:pt x="4310" y="17"/>
                    </a:cubicBezTo>
                    <a:lnTo>
                      <a:pt x="41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825;p40">
                <a:extLst>
                  <a:ext uri="{FF2B5EF4-FFF2-40B4-BE49-F238E27FC236}">
                    <a16:creationId xmlns:a16="http://schemas.microsoft.com/office/drawing/2014/main" id="{BDB7EF4C-2016-254E-9F52-555C47A07377}"/>
                  </a:ext>
                </a:extLst>
              </p:cNvPr>
              <p:cNvSpPr/>
              <p:nvPr/>
            </p:nvSpPr>
            <p:spPr>
              <a:xfrm>
                <a:off x="2376500" y="3379225"/>
                <a:ext cx="880425" cy="605775"/>
              </a:xfrm>
              <a:custGeom>
                <a:avLst/>
                <a:gdLst/>
                <a:ahLst/>
                <a:cxnLst/>
                <a:rect l="l" t="t" r="r" b="b"/>
                <a:pathLst>
                  <a:path w="35217" h="24231" extrusionOk="0">
                    <a:moveTo>
                      <a:pt x="17796" y="1"/>
                    </a:moveTo>
                    <a:cubicBezTo>
                      <a:pt x="10293" y="1"/>
                      <a:pt x="2715" y="4083"/>
                      <a:pt x="1153" y="9281"/>
                    </a:cubicBezTo>
                    <a:cubicBezTo>
                      <a:pt x="990" y="9811"/>
                      <a:pt x="0" y="13451"/>
                      <a:pt x="2139" y="16153"/>
                    </a:cubicBezTo>
                    <a:cubicBezTo>
                      <a:pt x="3961" y="18449"/>
                      <a:pt x="7118" y="18546"/>
                      <a:pt x="7636" y="18546"/>
                    </a:cubicBezTo>
                    <a:cubicBezTo>
                      <a:pt x="7683" y="18546"/>
                      <a:pt x="7708" y="18545"/>
                      <a:pt x="7708" y="18545"/>
                    </a:cubicBezTo>
                    <a:lnTo>
                      <a:pt x="7708" y="18545"/>
                    </a:lnTo>
                    <a:cubicBezTo>
                      <a:pt x="6981" y="21973"/>
                      <a:pt x="9628" y="24231"/>
                      <a:pt x="13148" y="24231"/>
                    </a:cubicBezTo>
                    <a:cubicBezTo>
                      <a:pt x="14610" y="24231"/>
                      <a:pt x="16222" y="23842"/>
                      <a:pt x="17804" y="22985"/>
                    </a:cubicBezTo>
                    <a:cubicBezTo>
                      <a:pt x="21067" y="21224"/>
                      <a:pt x="24665" y="20875"/>
                      <a:pt x="27001" y="20875"/>
                    </a:cubicBezTo>
                    <a:cubicBezTo>
                      <a:pt x="28531" y="20875"/>
                      <a:pt x="29521" y="21024"/>
                      <a:pt x="29521" y="21024"/>
                    </a:cubicBezTo>
                    <a:cubicBezTo>
                      <a:pt x="29554" y="21025"/>
                      <a:pt x="29587" y="21025"/>
                      <a:pt x="29620" y="21025"/>
                    </a:cubicBezTo>
                    <a:cubicBezTo>
                      <a:pt x="31559" y="21025"/>
                      <a:pt x="32786" y="20456"/>
                      <a:pt x="33553" y="19666"/>
                    </a:cubicBezTo>
                    <a:cubicBezTo>
                      <a:pt x="34789" y="18394"/>
                      <a:pt x="35216" y="16501"/>
                      <a:pt x="34642" y="14758"/>
                    </a:cubicBezTo>
                    <a:cubicBezTo>
                      <a:pt x="34603" y="13618"/>
                      <a:pt x="34416" y="11926"/>
                      <a:pt x="33684" y="10057"/>
                    </a:cubicBezTo>
                    <a:cubicBezTo>
                      <a:pt x="31521" y="4524"/>
                      <a:pt x="26384" y="2012"/>
                      <a:pt x="24585" y="1272"/>
                    </a:cubicBezTo>
                    <a:cubicBezTo>
                      <a:pt x="22451" y="395"/>
                      <a:pt x="20128" y="1"/>
                      <a:pt x="177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826;p40">
                <a:extLst>
                  <a:ext uri="{FF2B5EF4-FFF2-40B4-BE49-F238E27FC236}">
                    <a16:creationId xmlns:a16="http://schemas.microsoft.com/office/drawing/2014/main" id="{3A229255-E047-3240-902C-829ED647697D}"/>
                  </a:ext>
                </a:extLst>
              </p:cNvPr>
              <p:cNvSpPr/>
              <p:nvPr/>
            </p:nvSpPr>
            <p:spPr>
              <a:xfrm>
                <a:off x="2561075" y="3638950"/>
                <a:ext cx="392150" cy="205600"/>
              </a:xfrm>
              <a:custGeom>
                <a:avLst/>
                <a:gdLst/>
                <a:ahLst/>
                <a:cxnLst/>
                <a:rect l="l" t="t" r="r" b="b"/>
                <a:pathLst>
                  <a:path w="15686" h="8224" extrusionOk="0">
                    <a:moveTo>
                      <a:pt x="13287" y="0"/>
                    </a:moveTo>
                    <a:cubicBezTo>
                      <a:pt x="12515" y="0"/>
                      <a:pt x="11634" y="238"/>
                      <a:pt x="10952" y="919"/>
                    </a:cubicBezTo>
                    <a:cubicBezTo>
                      <a:pt x="9510" y="2357"/>
                      <a:pt x="8322" y="3272"/>
                      <a:pt x="3941" y="3854"/>
                    </a:cubicBezTo>
                    <a:cubicBezTo>
                      <a:pt x="2543" y="4041"/>
                      <a:pt x="1521" y="4571"/>
                      <a:pt x="896" y="5427"/>
                    </a:cubicBezTo>
                    <a:cubicBezTo>
                      <a:pt x="0" y="6659"/>
                      <a:pt x="258" y="8152"/>
                      <a:pt x="262" y="8168"/>
                    </a:cubicBezTo>
                    <a:cubicBezTo>
                      <a:pt x="266" y="8200"/>
                      <a:pt x="293" y="8223"/>
                      <a:pt x="325" y="8223"/>
                    </a:cubicBezTo>
                    <a:lnTo>
                      <a:pt x="337" y="8219"/>
                    </a:lnTo>
                    <a:cubicBezTo>
                      <a:pt x="373" y="8215"/>
                      <a:pt x="396" y="8180"/>
                      <a:pt x="392" y="8144"/>
                    </a:cubicBezTo>
                    <a:cubicBezTo>
                      <a:pt x="389" y="8128"/>
                      <a:pt x="139" y="6690"/>
                      <a:pt x="1002" y="5506"/>
                    </a:cubicBezTo>
                    <a:cubicBezTo>
                      <a:pt x="1605" y="4678"/>
                      <a:pt x="2599" y="4167"/>
                      <a:pt x="3957" y="3985"/>
                    </a:cubicBezTo>
                    <a:cubicBezTo>
                      <a:pt x="8382" y="3395"/>
                      <a:pt x="9586" y="2468"/>
                      <a:pt x="11047" y="1011"/>
                    </a:cubicBezTo>
                    <a:cubicBezTo>
                      <a:pt x="11701" y="360"/>
                      <a:pt x="12547" y="131"/>
                      <a:pt x="13287" y="131"/>
                    </a:cubicBezTo>
                    <a:cubicBezTo>
                      <a:pt x="13606" y="131"/>
                      <a:pt x="13905" y="173"/>
                      <a:pt x="14161" y="242"/>
                    </a:cubicBezTo>
                    <a:cubicBezTo>
                      <a:pt x="14893" y="436"/>
                      <a:pt x="15412" y="852"/>
                      <a:pt x="15551" y="1351"/>
                    </a:cubicBezTo>
                    <a:cubicBezTo>
                      <a:pt x="15557" y="1380"/>
                      <a:pt x="15581" y="1398"/>
                      <a:pt x="15609" y="1398"/>
                    </a:cubicBezTo>
                    <a:cubicBezTo>
                      <a:pt x="15616" y="1398"/>
                      <a:pt x="15623" y="1397"/>
                      <a:pt x="15630" y="1395"/>
                    </a:cubicBezTo>
                    <a:cubicBezTo>
                      <a:pt x="15666" y="1387"/>
                      <a:pt x="15685" y="1351"/>
                      <a:pt x="15678" y="1316"/>
                    </a:cubicBezTo>
                    <a:cubicBezTo>
                      <a:pt x="15527" y="773"/>
                      <a:pt x="14976" y="321"/>
                      <a:pt x="14196" y="115"/>
                    </a:cubicBezTo>
                    <a:cubicBezTo>
                      <a:pt x="13930" y="44"/>
                      <a:pt x="13618" y="0"/>
                      <a:pt x="1328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827;p40">
                <a:extLst>
                  <a:ext uri="{FF2B5EF4-FFF2-40B4-BE49-F238E27FC236}">
                    <a16:creationId xmlns:a16="http://schemas.microsoft.com/office/drawing/2014/main" id="{D9E1CCDE-6180-2A42-8630-301BC1CE7429}"/>
                  </a:ext>
                </a:extLst>
              </p:cNvPr>
              <p:cNvSpPr/>
              <p:nvPr/>
            </p:nvSpPr>
            <p:spPr>
              <a:xfrm>
                <a:off x="2392525" y="3544975"/>
                <a:ext cx="300675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12027" h="7000" extrusionOk="0">
                    <a:moveTo>
                      <a:pt x="11820" y="0"/>
                    </a:moveTo>
                    <a:cubicBezTo>
                      <a:pt x="11817" y="0"/>
                      <a:pt x="11815" y="0"/>
                      <a:pt x="11812" y="1"/>
                    </a:cubicBezTo>
                    <a:cubicBezTo>
                      <a:pt x="11777" y="5"/>
                      <a:pt x="11753" y="36"/>
                      <a:pt x="11753" y="76"/>
                    </a:cubicBezTo>
                    <a:cubicBezTo>
                      <a:pt x="11892" y="1498"/>
                      <a:pt x="11285" y="2654"/>
                      <a:pt x="9947" y="3510"/>
                    </a:cubicBezTo>
                    <a:cubicBezTo>
                      <a:pt x="8945" y="4152"/>
                      <a:pt x="7883" y="4373"/>
                      <a:pt x="7871" y="4377"/>
                    </a:cubicBezTo>
                    <a:cubicBezTo>
                      <a:pt x="7855" y="4381"/>
                      <a:pt x="7840" y="4389"/>
                      <a:pt x="7832" y="4401"/>
                    </a:cubicBezTo>
                    <a:cubicBezTo>
                      <a:pt x="6618" y="6041"/>
                      <a:pt x="5350" y="6869"/>
                      <a:pt x="4066" y="6869"/>
                    </a:cubicBezTo>
                    <a:cubicBezTo>
                      <a:pt x="4013" y="6869"/>
                      <a:pt x="3959" y="6868"/>
                      <a:pt x="3906" y="6865"/>
                    </a:cubicBezTo>
                    <a:cubicBezTo>
                      <a:pt x="1688" y="6750"/>
                      <a:pt x="147" y="4183"/>
                      <a:pt x="132" y="4160"/>
                    </a:cubicBezTo>
                    <a:cubicBezTo>
                      <a:pt x="118" y="4138"/>
                      <a:pt x="96" y="4126"/>
                      <a:pt x="74" y="4126"/>
                    </a:cubicBezTo>
                    <a:cubicBezTo>
                      <a:pt x="63" y="4126"/>
                      <a:pt x="51" y="4129"/>
                      <a:pt x="41" y="4136"/>
                    </a:cubicBezTo>
                    <a:cubicBezTo>
                      <a:pt x="9" y="4156"/>
                      <a:pt x="1" y="4195"/>
                      <a:pt x="17" y="4227"/>
                    </a:cubicBezTo>
                    <a:cubicBezTo>
                      <a:pt x="33" y="4255"/>
                      <a:pt x="1609" y="6877"/>
                      <a:pt x="3898" y="6996"/>
                    </a:cubicBezTo>
                    <a:cubicBezTo>
                      <a:pt x="3954" y="7000"/>
                      <a:pt x="4009" y="7000"/>
                      <a:pt x="4061" y="7000"/>
                    </a:cubicBezTo>
                    <a:cubicBezTo>
                      <a:pt x="5388" y="7000"/>
                      <a:pt x="6687" y="6160"/>
                      <a:pt x="7923" y="4500"/>
                    </a:cubicBezTo>
                    <a:cubicBezTo>
                      <a:pt x="8093" y="4465"/>
                      <a:pt x="9079" y="4223"/>
                      <a:pt x="10014" y="3625"/>
                    </a:cubicBezTo>
                    <a:cubicBezTo>
                      <a:pt x="11381" y="2754"/>
                      <a:pt x="12026" y="1522"/>
                      <a:pt x="11888" y="60"/>
                    </a:cubicBezTo>
                    <a:cubicBezTo>
                      <a:pt x="11884" y="27"/>
                      <a:pt x="11856" y="0"/>
                      <a:pt x="118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828;p40">
                <a:extLst>
                  <a:ext uri="{FF2B5EF4-FFF2-40B4-BE49-F238E27FC236}">
                    <a16:creationId xmlns:a16="http://schemas.microsoft.com/office/drawing/2014/main" id="{E43353A5-6B4F-834B-9CFF-97671AA0307A}"/>
                  </a:ext>
                </a:extLst>
              </p:cNvPr>
              <p:cNvSpPr/>
              <p:nvPr/>
            </p:nvSpPr>
            <p:spPr>
              <a:xfrm>
                <a:off x="2981525" y="3507550"/>
                <a:ext cx="171925" cy="222725"/>
              </a:xfrm>
              <a:custGeom>
                <a:avLst/>
                <a:gdLst/>
                <a:ahLst/>
                <a:cxnLst/>
                <a:rect l="l" t="t" r="r" b="b"/>
                <a:pathLst>
                  <a:path w="6877" h="8909" extrusionOk="0">
                    <a:moveTo>
                      <a:pt x="4682" y="1"/>
                    </a:moveTo>
                    <a:cubicBezTo>
                      <a:pt x="4358" y="1"/>
                      <a:pt x="4035" y="51"/>
                      <a:pt x="3743" y="183"/>
                    </a:cubicBezTo>
                    <a:cubicBezTo>
                      <a:pt x="3252" y="401"/>
                      <a:pt x="2919" y="824"/>
                      <a:pt x="2753" y="1438"/>
                    </a:cubicBezTo>
                    <a:cubicBezTo>
                      <a:pt x="2543" y="2234"/>
                      <a:pt x="2654" y="3066"/>
                      <a:pt x="2765" y="3870"/>
                    </a:cubicBezTo>
                    <a:cubicBezTo>
                      <a:pt x="3011" y="5684"/>
                      <a:pt x="3240" y="7399"/>
                      <a:pt x="52" y="8782"/>
                    </a:cubicBezTo>
                    <a:cubicBezTo>
                      <a:pt x="16" y="8798"/>
                      <a:pt x="0" y="8837"/>
                      <a:pt x="16" y="8869"/>
                    </a:cubicBezTo>
                    <a:cubicBezTo>
                      <a:pt x="28" y="8897"/>
                      <a:pt x="52" y="8908"/>
                      <a:pt x="76" y="8908"/>
                    </a:cubicBezTo>
                    <a:cubicBezTo>
                      <a:pt x="87" y="8908"/>
                      <a:pt x="95" y="8908"/>
                      <a:pt x="103" y="8905"/>
                    </a:cubicBezTo>
                    <a:cubicBezTo>
                      <a:pt x="3387" y="7483"/>
                      <a:pt x="3137" y="5637"/>
                      <a:pt x="2896" y="3850"/>
                    </a:cubicBezTo>
                    <a:cubicBezTo>
                      <a:pt x="2789" y="3062"/>
                      <a:pt x="2678" y="2242"/>
                      <a:pt x="2880" y="1474"/>
                    </a:cubicBezTo>
                    <a:cubicBezTo>
                      <a:pt x="3034" y="900"/>
                      <a:pt x="3343" y="507"/>
                      <a:pt x="3799" y="302"/>
                    </a:cubicBezTo>
                    <a:cubicBezTo>
                      <a:pt x="4067" y="181"/>
                      <a:pt x="4367" y="135"/>
                      <a:pt x="4670" y="135"/>
                    </a:cubicBezTo>
                    <a:cubicBezTo>
                      <a:pt x="5694" y="135"/>
                      <a:pt x="6758" y="664"/>
                      <a:pt x="6773" y="670"/>
                    </a:cubicBezTo>
                    <a:cubicBezTo>
                      <a:pt x="6783" y="675"/>
                      <a:pt x="6793" y="677"/>
                      <a:pt x="6803" y="677"/>
                    </a:cubicBezTo>
                    <a:cubicBezTo>
                      <a:pt x="6827" y="677"/>
                      <a:pt x="6849" y="664"/>
                      <a:pt x="6861" y="642"/>
                    </a:cubicBezTo>
                    <a:cubicBezTo>
                      <a:pt x="6876" y="610"/>
                      <a:pt x="6864" y="567"/>
                      <a:pt x="6833" y="551"/>
                    </a:cubicBezTo>
                    <a:cubicBezTo>
                      <a:pt x="6775" y="524"/>
                      <a:pt x="5724" y="1"/>
                      <a:pt x="468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829;p40">
                <a:extLst>
                  <a:ext uri="{FF2B5EF4-FFF2-40B4-BE49-F238E27FC236}">
                    <a16:creationId xmlns:a16="http://schemas.microsoft.com/office/drawing/2014/main" id="{94D126E8-BABC-4F4F-B1DB-645CC6CAE099}"/>
                  </a:ext>
                </a:extLst>
              </p:cNvPr>
              <p:cNvSpPr/>
              <p:nvPr/>
            </p:nvSpPr>
            <p:spPr>
              <a:xfrm>
                <a:off x="3111250" y="3711925"/>
                <a:ext cx="133100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18" extrusionOk="0">
                    <a:moveTo>
                      <a:pt x="2127" y="0"/>
                    </a:moveTo>
                    <a:cubicBezTo>
                      <a:pt x="992" y="0"/>
                      <a:pt x="70" y="335"/>
                      <a:pt x="52" y="341"/>
                    </a:cubicBezTo>
                    <a:cubicBezTo>
                      <a:pt x="20" y="353"/>
                      <a:pt x="0" y="393"/>
                      <a:pt x="12" y="425"/>
                    </a:cubicBezTo>
                    <a:cubicBezTo>
                      <a:pt x="24" y="452"/>
                      <a:pt x="49" y="468"/>
                      <a:pt x="76" y="468"/>
                    </a:cubicBezTo>
                    <a:cubicBezTo>
                      <a:pt x="83" y="468"/>
                      <a:pt x="91" y="467"/>
                      <a:pt x="99" y="464"/>
                    </a:cubicBezTo>
                    <a:cubicBezTo>
                      <a:pt x="115" y="458"/>
                      <a:pt x="1018" y="131"/>
                      <a:pt x="2126" y="131"/>
                    </a:cubicBezTo>
                    <a:cubicBezTo>
                      <a:pt x="3153" y="131"/>
                      <a:pt x="4357" y="412"/>
                      <a:pt x="5197" y="1490"/>
                    </a:cubicBezTo>
                    <a:cubicBezTo>
                      <a:pt x="5213" y="1510"/>
                      <a:pt x="5232" y="1518"/>
                      <a:pt x="5252" y="1518"/>
                    </a:cubicBezTo>
                    <a:cubicBezTo>
                      <a:pt x="5264" y="1518"/>
                      <a:pt x="5280" y="1514"/>
                      <a:pt x="5292" y="1502"/>
                    </a:cubicBezTo>
                    <a:cubicBezTo>
                      <a:pt x="5319" y="1482"/>
                      <a:pt x="5323" y="1438"/>
                      <a:pt x="5304" y="1411"/>
                    </a:cubicBezTo>
                    <a:cubicBezTo>
                      <a:pt x="4430" y="291"/>
                      <a:pt x="3186" y="0"/>
                      <a:pt x="212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830;p40">
                <a:extLst>
                  <a:ext uri="{FF2B5EF4-FFF2-40B4-BE49-F238E27FC236}">
                    <a16:creationId xmlns:a16="http://schemas.microsoft.com/office/drawing/2014/main" id="{01DADFEB-CF92-5C47-B06A-C1CEFB452111}"/>
                  </a:ext>
                </a:extLst>
              </p:cNvPr>
              <p:cNvSpPr/>
              <p:nvPr/>
            </p:nvSpPr>
            <p:spPr>
              <a:xfrm>
                <a:off x="3156875" y="3659875"/>
                <a:ext cx="41725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2380" extrusionOk="0">
                    <a:moveTo>
                      <a:pt x="131" y="1"/>
                    </a:moveTo>
                    <a:cubicBezTo>
                      <a:pt x="92" y="1"/>
                      <a:pt x="68" y="3"/>
                      <a:pt x="64" y="3"/>
                    </a:cubicBezTo>
                    <a:cubicBezTo>
                      <a:pt x="29" y="7"/>
                      <a:pt x="1" y="43"/>
                      <a:pt x="9" y="79"/>
                    </a:cubicBezTo>
                    <a:cubicBezTo>
                      <a:pt x="13" y="112"/>
                      <a:pt x="40" y="134"/>
                      <a:pt x="72" y="134"/>
                    </a:cubicBezTo>
                    <a:cubicBezTo>
                      <a:pt x="75" y="134"/>
                      <a:pt x="78" y="134"/>
                      <a:pt x="80" y="134"/>
                    </a:cubicBezTo>
                    <a:cubicBezTo>
                      <a:pt x="81" y="134"/>
                      <a:pt x="101" y="131"/>
                      <a:pt x="135" y="131"/>
                    </a:cubicBezTo>
                    <a:cubicBezTo>
                      <a:pt x="244" y="131"/>
                      <a:pt x="500" y="157"/>
                      <a:pt x="765" y="368"/>
                    </a:cubicBezTo>
                    <a:cubicBezTo>
                      <a:pt x="1185" y="708"/>
                      <a:pt x="1451" y="1382"/>
                      <a:pt x="1534" y="2316"/>
                    </a:cubicBezTo>
                    <a:cubicBezTo>
                      <a:pt x="1534" y="2352"/>
                      <a:pt x="1566" y="2380"/>
                      <a:pt x="1597" y="2380"/>
                    </a:cubicBezTo>
                    <a:lnTo>
                      <a:pt x="1605" y="2380"/>
                    </a:lnTo>
                    <a:cubicBezTo>
                      <a:pt x="1641" y="2376"/>
                      <a:pt x="1669" y="2344"/>
                      <a:pt x="1665" y="2308"/>
                    </a:cubicBezTo>
                    <a:cubicBezTo>
                      <a:pt x="1581" y="1318"/>
                      <a:pt x="1304" y="633"/>
                      <a:pt x="845" y="265"/>
                    </a:cubicBezTo>
                    <a:cubicBezTo>
                      <a:pt x="548" y="28"/>
                      <a:pt x="258" y="1"/>
                      <a:pt x="13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831;p40">
                <a:extLst>
                  <a:ext uri="{FF2B5EF4-FFF2-40B4-BE49-F238E27FC236}">
                    <a16:creationId xmlns:a16="http://schemas.microsoft.com/office/drawing/2014/main" id="{AFBC80AD-2445-6B4C-B665-FF86FFC71C86}"/>
                  </a:ext>
                </a:extLst>
              </p:cNvPr>
              <p:cNvSpPr/>
              <p:nvPr/>
            </p:nvSpPr>
            <p:spPr>
              <a:xfrm>
                <a:off x="2613250" y="3769800"/>
                <a:ext cx="201250" cy="192275"/>
              </a:xfrm>
              <a:custGeom>
                <a:avLst/>
                <a:gdLst/>
                <a:ahLst/>
                <a:cxnLst/>
                <a:rect l="l" t="t" r="r" b="b"/>
                <a:pathLst>
                  <a:path w="8050" h="7691" extrusionOk="0">
                    <a:moveTo>
                      <a:pt x="6639" y="0"/>
                    </a:moveTo>
                    <a:cubicBezTo>
                      <a:pt x="6202" y="0"/>
                      <a:pt x="5823" y="109"/>
                      <a:pt x="5506" y="328"/>
                    </a:cubicBezTo>
                    <a:cubicBezTo>
                      <a:pt x="4504" y="1021"/>
                      <a:pt x="4481" y="2534"/>
                      <a:pt x="4477" y="2601"/>
                    </a:cubicBezTo>
                    <a:cubicBezTo>
                      <a:pt x="4568" y="4340"/>
                      <a:pt x="4160" y="5651"/>
                      <a:pt x="3268" y="6503"/>
                    </a:cubicBezTo>
                    <a:cubicBezTo>
                      <a:pt x="2268" y="7454"/>
                      <a:pt x="910" y="7561"/>
                      <a:pt x="343" y="7561"/>
                    </a:cubicBezTo>
                    <a:cubicBezTo>
                      <a:pt x="178" y="7561"/>
                      <a:pt x="80" y="7552"/>
                      <a:pt x="76" y="7552"/>
                    </a:cubicBezTo>
                    <a:cubicBezTo>
                      <a:pt x="73" y="7552"/>
                      <a:pt x="71" y="7552"/>
                      <a:pt x="68" y="7552"/>
                    </a:cubicBezTo>
                    <a:cubicBezTo>
                      <a:pt x="35" y="7552"/>
                      <a:pt x="4" y="7575"/>
                      <a:pt x="1" y="7612"/>
                    </a:cubicBezTo>
                    <a:cubicBezTo>
                      <a:pt x="1" y="7647"/>
                      <a:pt x="25" y="7679"/>
                      <a:pt x="60" y="7683"/>
                    </a:cubicBezTo>
                    <a:cubicBezTo>
                      <a:pt x="64" y="7683"/>
                      <a:pt x="167" y="7691"/>
                      <a:pt x="341" y="7691"/>
                    </a:cubicBezTo>
                    <a:cubicBezTo>
                      <a:pt x="932" y="7691"/>
                      <a:pt x="2326" y="7580"/>
                      <a:pt x="3356" y="6598"/>
                    </a:cubicBezTo>
                    <a:cubicBezTo>
                      <a:pt x="4279" y="5722"/>
                      <a:pt x="4702" y="4372"/>
                      <a:pt x="4611" y="2597"/>
                    </a:cubicBezTo>
                    <a:cubicBezTo>
                      <a:pt x="4611" y="2581"/>
                      <a:pt x="4635" y="1088"/>
                      <a:pt x="5582" y="438"/>
                    </a:cubicBezTo>
                    <a:cubicBezTo>
                      <a:pt x="5878" y="234"/>
                      <a:pt x="6233" y="132"/>
                      <a:pt x="6644" y="132"/>
                    </a:cubicBezTo>
                    <a:cubicBezTo>
                      <a:pt x="7030" y="132"/>
                      <a:pt x="7467" y="222"/>
                      <a:pt x="7950" y="403"/>
                    </a:cubicBezTo>
                    <a:cubicBezTo>
                      <a:pt x="7958" y="405"/>
                      <a:pt x="7966" y="407"/>
                      <a:pt x="7974" y="407"/>
                    </a:cubicBezTo>
                    <a:cubicBezTo>
                      <a:pt x="8002" y="407"/>
                      <a:pt x="8028" y="391"/>
                      <a:pt x="8037" y="363"/>
                    </a:cubicBezTo>
                    <a:cubicBezTo>
                      <a:pt x="8049" y="328"/>
                      <a:pt x="8033" y="292"/>
                      <a:pt x="7998" y="280"/>
                    </a:cubicBezTo>
                    <a:cubicBezTo>
                      <a:pt x="7497" y="94"/>
                      <a:pt x="7044" y="0"/>
                      <a:pt x="66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832;p40">
                <a:extLst>
                  <a:ext uri="{FF2B5EF4-FFF2-40B4-BE49-F238E27FC236}">
                    <a16:creationId xmlns:a16="http://schemas.microsoft.com/office/drawing/2014/main" id="{F8C29839-8C3C-D445-8323-16A6BB368BF3}"/>
                  </a:ext>
                </a:extLst>
              </p:cNvPr>
              <p:cNvSpPr/>
              <p:nvPr/>
            </p:nvSpPr>
            <p:spPr>
              <a:xfrm>
                <a:off x="2639200" y="3823650"/>
                <a:ext cx="89850" cy="20800"/>
              </a:xfrm>
              <a:custGeom>
                <a:avLst/>
                <a:gdLst/>
                <a:ahLst/>
                <a:cxnLst/>
                <a:rect l="l" t="t" r="r" b="b"/>
                <a:pathLst>
                  <a:path w="3594" h="832" extrusionOk="0">
                    <a:moveTo>
                      <a:pt x="2123" y="0"/>
                    </a:moveTo>
                    <a:cubicBezTo>
                      <a:pt x="1145" y="0"/>
                      <a:pt x="112" y="527"/>
                      <a:pt x="44" y="562"/>
                    </a:cubicBezTo>
                    <a:cubicBezTo>
                      <a:pt x="12" y="578"/>
                      <a:pt x="1" y="617"/>
                      <a:pt x="16" y="649"/>
                    </a:cubicBezTo>
                    <a:cubicBezTo>
                      <a:pt x="27" y="671"/>
                      <a:pt x="50" y="686"/>
                      <a:pt x="73" y="686"/>
                    </a:cubicBezTo>
                    <a:cubicBezTo>
                      <a:pt x="84" y="686"/>
                      <a:pt x="94" y="683"/>
                      <a:pt x="103" y="677"/>
                    </a:cubicBezTo>
                    <a:cubicBezTo>
                      <a:pt x="121" y="669"/>
                      <a:pt x="1161" y="140"/>
                      <a:pt x="2122" y="140"/>
                    </a:cubicBezTo>
                    <a:cubicBezTo>
                      <a:pt x="2653" y="140"/>
                      <a:pt x="3160" y="301"/>
                      <a:pt x="3458" y="800"/>
                    </a:cubicBezTo>
                    <a:cubicBezTo>
                      <a:pt x="3474" y="819"/>
                      <a:pt x="3494" y="831"/>
                      <a:pt x="3518" y="831"/>
                    </a:cubicBezTo>
                    <a:cubicBezTo>
                      <a:pt x="3530" y="831"/>
                      <a:pt x="3542" y="827"/>
                      <a:pt x="3549" y="823"/>
                    </a:cubicBezTo>
                    <a:cubicBezTo>
                      <a:pt x="3581" y="804"/>
                      <a:pt x="3593" y="764"/>
                      <a:pt x="3573" y="732"/>
                    </a:cubicBezTo>
                    <a:cubicBezTo>
                      <a:pt x="3241" y="178"/>
                      <a:pt x="2692" y="0"/>
                      <a:pt x="212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833;p40">
                <a:extLst>
                  <a:ext uri="{FF2B5EF4-FFF2-40B4-BE49-F238E27FC236}">
                    <a16:creationId xmlns:a16="http://schemas.microsoft.com/office/drawing/2014/main" id="{A378EAA9-14B4-A647-9E73-AE5F19C35715}"/>
                  </a:ext>
                </a:extLst>
              </p:cNvPr>
              <p:cNvSpPr/>
              <p:nvPr/>
            </p:nvSpPr>
            <p:spPr>
              <a:xfrm>
                <a:off x="2756050" y="3501600"/>
                <a:ext cx="77650" cy="215500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8620" extrusionOk="0">
                    <a:moveTo>
                      <a:pt x="3029" y="1"/>
                    </a:moveTo>
                    <a:cubicBezTo>
                      <a:pt x="3021" y="1"/>
                      <a:pt x="3014" y="2"/>
                      <a:pt x="3007" y="5"/>
                    </a:cubicBezTo>
                    <a:cubicBezTo>
                      <a:pt x="1379" y="686"/>
                      <a:pt x="436" y="1530"/>
                      <a:pt x="214" y="2516"/>
                    </a:cubicBezTo>
                    <a:cubicBezTo>
                      <a:pt x="64" y="3173"/>
                      <a:pt x="254" y="3768"/>
                      <a:pt x="456" y="4397"/>
                    </a:cubicBezTo>
                    <a:cubicBezTo>
                      <a:pt x="693" y="5130"/>
                      <a:pt x="935" y="5887"/>
                      <a:pt x="733" y="6889"/>
                    </a:cubicBezTo>
                    <a:cubicBezTo>
                      <a:pt x="618" y="7459"/>
                      <a:pt x="381" y="8006"/>
                      <a:pt x="20" y="8517"/>
                    </a:cubicBezTo>
                    <a:cubicBezTo>
                      <a:pt x="0" y="8544"/>
                      <a:pt x="8" y="8588"/>
                      <a:pt x="40" y="8608"/>
                    </a:cubicBezTo>
                    <a:cubicBezTo>
                      <a:pt x="48" y="8616"/>
                      <a:pt x="64" y="8620"/>
                      <a:pt x="76" y="8620"/>
                    </a:cubicBezTo>
                    <a:cubicBezTo>
                      <a:pt x="95" y="8620"/>
                      <a:pt x="119" y="8608"/>
                      <a:pt x="131" y="8592"/>
                    </a:cubicBezTo>
                    <a:cubicBezTo>
                      <a:pt x="499" y="8065"/>
                      <a:pt x="745" y="7503"/>
                      <a:pt x="864" y="6917"/>
                    </a:cubicBezTo>
                    <a:cubicBezTo>
                      <a:pt x="1070" y="5879"/>
                      <a:pt x="812" y="5071"/>
                      <a:pt x="583" y="4358"/>
                    </a:cubicBezTo>
                    <a:cubicBezTo>
                      <a:pt x="385" y="3748"/>
                      <a:pt x="198" y="3170"/>
                      <a:pt x="341" y="2544"/>
                    </a:cubicBezTo>
                    <a:cubicBezTo>
                      <a:pt x="555" y="1601"/>
                      <a:pt x="1470" y="789"/>
                      <a:pt x="3058" y="128"/>
                    </a:cubicBezTo>
                    <a:cubicBezTo>
                      <a:pt x="3090" y="112"/>
                      <a:pt x="3106" y="76"/>
                      <a:pt x="3094" y="40"/>
                    </a:cubicBezTo>
                    <a:cubicBezTo>
                      <a:pt x="3082" y="16"/>
                      <a:pt x="3055" y="1"/>
                      <a:pt x="302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834;p40">
                <a:extLst>
                  <a:ext uri="{FF2B5EF4-FFF2-40B4-BE49-F238E27FC236}">
                    <a16:creationId xmlns:a16="http://schemas.microsoft.com/office/drawing/2014/main" id="{6868A4B6-6A9A-9345-B0D2-DE44F0AC88F9}"/>
                  </a:ext>
                </a:extLst>
              </p:cNvPr>
              <p:cNvSpPr/>
              <p:nvPr/>
            </p:nvSpPr>
            <p:spPr>
              <a:xfrm>
                <a:off x="3062425" y="3795450"/>
                <a:ext cx="40525" cy="107425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4297" extrusionOk="0">
                    <a:moveTo>
                      <a:pt x="262" y="1"/>
                    </a:moveTo>
                    <a:cubicBezTo>
                      <a:pt x="248" y="1"/>
                      <a:pt x="235" y="5"/>
                      <a:pt x="222" y="15"/>
                    </a:cubicBezTo>
                    <a:cubicBezTo>
                      <a:pt x="194" y="34"/>
                      <a:pt x="186" y="78"/>
                      <a:pt x="210" y="106"/>
                    </a:cubicBezTo>
                    <a:cubicBezTo>
                      <a:pt x="1458" y="1825"/>
                      <a:pt x="36" y="4173"/>
                      <a:pt x="20" y="4197"/>
                    </a:cubicBezTo>
                    <a:cubicBezTo>
                      <a:pt x="0" y="4229"/>
                      <a:pt x="12" y="4269"/>
                      <a:pt x="44" y="4288"/>
                    </a:cubicBezTo>
                    <a:cubicBezTo>
                      <a:pt x="52" y="4292"/>
                      <a:pt x="64" y="4296"/>
                      <a:pt x="76" y="4296"/>
                    </a:cubicBezTo>
                    <a:cubicBezTo>
                      <a:pt x="99" y="4296"/>
                      <a:pt x="119" y="4284"/>
                      <a:pt x="135" y="4265"/>
                    </a:cubicBezTo>
                    <a:cubicBezTo>
                      <a:pt x="147" y="4241"/>
                      <a:pt x="1620" y="1817"/>
                      <a:pt x="317" y="30"/>
                    </a:cubicBezTo>
                    <a:cubicBezTo>
                      <a:pt x="303" y="11"/>
                      <a:pt x="283" y="1"/>
                      <a:pt x="2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835;p40">
                <a:extLst>
                  <a:ext uri="{FF2B5EF4-FFF2-40B4-BE49-F238E27FC236}">
                    <a16:creationId xmlns:a16="http://schemas.microsoft.com/office/drawing/2014/main" id="{E9768E96-4A67-394F-B458-C9F92CFFBE04}"/>
                  </a:ext>
                </a:extLst>
              </p:cNvPr>
              <p:cNvSpPr/>
              <p:nvPr/>
            </p:nvSpPr>
            <p:spPr>
              <a:xfrm>
                <a:off x="2827650" y="3869800"/>
                <a:ext cx="77150" cy="52875"/>
              </a:xfrm>
              <a:custGeom>
                <a:avLst/>
                <a:gdLst/>
                <a:ahLst/>
                <a:cxnLst/>
                <a:rect l="l" t="t" r="r" b="b"/>
                <a:pathLst>
                  <a:path w="3086" h="2115" extrusionOk="0">
                    <a:moveTo>
                      <a:pt x="73" y="0"/>
                    </a:moveTo>
                    <a:cubicBezTo>
                      <a:pt x="63" y="0"/>
                      <a:pt x="53" y="3"/>
                      <a:pt x="44" y="7"/>
                    </a:cubicBezTo>
                    <a:cubicBezTo>
                      <a:pt x="12" y="27"/>
                      <a:pt x="0" y="67"/>
                      <a:pt x="20" y="98"/>
                    </a:cubicBezTo>
                    <a:cubicBezTo>
                      <a:pt x="1117" y="2055"/>
                      <a:pt x="2998" y="2114"/>
                      <a:pt x="3018" y="2114"/>
                    </a:cubicBezTo>
                    <a:lnTo>
                      <a:pt x="3022" y="2114"/>
                    </a:lnTo>
                    <a:cubicBezTo>
                      <a:pt x="3058" y="2114"/>
                      <a:pt x="3086" y="2087"/>
                      <a:pt x="3086" y="2047"/>
                    </a:cubicBezTo>
                    <a:cubicBezTo>
                      <a:pt x="3086" y="2011"/>
                      <a:pt x="3058" y="1984"/>
                      <a:pt x="3022" y="1980"/>
                    </a:cubicBezTo>
                    <a:cubicBezTo>
                      <a:pt x="3002" y="1980"/>
                      <a:pt x="1192" y="1924"/>
                      <a:pt x="135" y="35"/>
                    </a:cubicBezTo>
                    <a:cubicBezTo>
                      <a:pt x="121" y="13"/>
                      <a:pt x="97" y="0"/>
                      <a:pt x="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836;p40">
                <a:extLst>
                  <a:ext uri="{FF2B5EF4-FFF2-40B4-BE49-F238E27FC236}">
                    <a16:creationId xmlns:a16="http://schemas.microsoft.com/office/drawing/2014/main" id="{57F2708B-99DC-7544-AD14-FC0A9D9AEF02}"/>
                  </a:ext>
                </a:extLst>
              </p:cNvPr>
              <p:cNvSpPr/>
              <p:nvPr/>
            </p:nvSpPr>
            <p:spPr>
              <a:xfrm>
                <a:off x="2489675" y="3475875"/>
                <a:ext cx="43000" cy="88550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3542" extrusionOk="0">
                    <a:moveTo>
                      <a:pt x="769" y="1"/>
                    </a:moveTo>
                    <a:cubicBezTo>
                      <a:pt x="743" y="1"/>
                      <a:pt x="715" y="19"/>
                      <a:pt x="706" y="48"/>
                    </a:cubicBezTo>
                    <a:cubicBezTo>
                      <a:pt x="702" y="67"/>
                      <a:pt x="1" y="2234"/>
                      <a:pt x="1605" y="3525"/>
                    </a:cubicBezTo>
                    <a:cubicBezTo>
                      <a:pt x="1617" y="3537"/>
                      <a:pt x="1632" y="3541"/>
                      <a:pt x="1644" y="3541"/>
                    </a:cubicBezTo>
                    <a:cubicBezTo>
                      <a:pt x="1664" y="3541"/>
                      <a:pt x="1684" y="3533"/>
                      <a:pt x="1696" y="3517"/>
                    </a:cubicBezTo>
                    <a:cubicBezTo>
                      <a:pt x="1720" y="3490"/>
                      <a:pt x="1716" y="3446"/>
                      <a:pt x="1688" y="3422"/>
                    </a:cubicBezTo>
                    <a:cubicBezTo>
                      <a:pt x="155" y="2190"/>
                      <a:pt x="824" y="111"/>
                      <a:pt x="832" y="87"/>
                    </a:cubicBezTo>
                    <a:cubicBezTo>
                      <a:pt x="844" y="55"/>
                      <a:pt x="824" y="16"/>
                      <a:pt x="789" y="4"/>
                    </a:cubicBezTo>
                    <a:cubicBezTo>
                      <a:pt x="783" y="2"/>
                      <a:pt x="776" y="1"/>
                      <a:pt x="7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837;p40">
                <a:extLst>
                  <a:ext uri="{FF2B5EF4-FFF2-40B4-BE49-F238E27FC236}">
                    <a16:creationId xmlns:a16="http://schemas.microsoft.com/office/drawing/2014/main" id="{5F5C7A8A-11CE-3247-96D3-0EC31E29206A}"/>
                  </a:ext>
                </a:extLst>
              </p:cNvPr>
              <p:cNvSpPr/>
              <p:nvPr/>
            </p:nvSpPr>
            <p:spPr>
              <a:xfrm>
                <a:off x="2621975" y="3441700"/>
                <a:ext cx="123700" cy="61925"/>
              </a:xfrm>
              <a:custGeom>
                <a:avLst/>
                <a:gdLst/>
                <a:ahLst/>
                <a:cxnLst/>
                <a:rect l="l" t="t" r="r" b="b"/>
                <a:pathLst>
                  <a:path w="4948" h="2477" extrusionOk="0">
                    <a:moveTo>
                      <a:pt x="4278" y="1"/>
                    </a:moveTo>
                    <a:cubicBezTo>
                      <a:pt x="2696" y="1"/>
                      <a:pt x="1516" y="343"/>
                      <a:pt x="765" y="1026"/>
                    </a:cubicBezTo>
                    <a:cubicBezTo>
                      <a:pt x="48" y="1672"/>
                      <a:pt x="4" y="2377"/>
                      <a:pt x="4" y="2409"/>
                    </a:cubicBezTo>
                    <a:cubicBezTo>
                      <a:pt x="0" y="2444"/>
                      <a:pt x="32" y="2476"/>
                      <a:pt x="68" y="2476"/>
                    </a:cubicBezTo>
                    <a:lnTo>
                      <a:pt x="72" y="2476"/>
                    </a:lnTo>
                    <a:cubicBezTo>
                      <a:pt x="103" y="2476"/>
                      <a:pt x="135" y="2448"/>
                      <a:pt x="135" y="2413"/>
                    </a:cubicBezTo>
                    <a:cubicBezTo>
                      <a:pt x="135" y="2409"/>
                      <a:pt x="179" y="1731"/>
                      <a:pt x="852" y="1121"/>
                    </a:cubicBezTo>
                    <a:cubicBezTo>
                      <a:pt x="1582" y="462"/>
                      <a:pt x="2736" y="132"/>
                      <a:pt x="4286" y="132"/>
                    </a:cubicBezTo>
                    <a:cubicBezTo>
                      <a:pt x="4477" y="132"/>
                      <a:pt x="4674" y="137"/>
                      <a:pt x="4876" y="147"/>
                    </a:cubicBezTo>
                    <a:cubicBezTo>
                      <a:pt x="4878" y="147"/>
                      <a:pt x="4881" y="147"/>
                      <a:pt x="4883" y="147"/>
                    </a:cubicBezTo>
                    <a:cubicBezTo>
                      <a:pt x="4916" y="147"/>
                      <a:pt x="4944" y="121"/>
                      <a:pt x="4947" y="88"/>
                    </a:cubicBezTo>
                    <a:cubicBezTo>
                      <a:pt x="4947" y="48"/>
                      <a:pt x="4920" y="20"/>
                      <a:pt x="4884" y="16"/>
                    </a:cubicBezTo>
                    <a:cubicBezTo>
                      <a:pt x="4676" y="6"/>
                      <a:pt x="4474" y="1"/>
                      <a:pt x="42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838;p40">
                <a:extLst>
                  <a:ext uri="{FF2B5EF4-FFF2-40B4-BE49-F238E27FC236}">
                    <a16:creationId xmlns:a16="http://schemas.microsoft.com/office/drawing/2014/main" id="{FEC812F7-72D6-0E49-BBAC-EF4DBA6D248E}"/>
                  </a:ext>
                </a:extLst>
              </p:cNvPr>
              <p:cNvSpPr/>
              <p:nvPr/>
            </p:nvSpPr>
            <p:spPr>
              <a:xfrm>
                <a:off x="2738725" y="3380425"/>
                <a:ext cx="16450" cy="98925"/>
              </a:xfrm>
              <a:custGeom>
                <a:avLst/>
                <a:gdLst/>
                <a:ahLst/>
                <a:cxnLst/>
                <a:rect l="l" t="t" r="r" b="b"/>
                <a:pathLst>
                  <a:path w="658" h="3957" extrusionOk="0">
                    <a:moveTo>
                      <a:pt x="581" y="0"/>
                    </a:moveTo>
                    <a:cubicBezTo>
                      <a:pt x="553" y="0"/>
                      <a:pt x="529" y="19"/>
                      <a:pt x="519" y="47"/>
                    </a:cubicBezTo>
                    <a:cubicBezTo>
                      <a:pt x="515" y="63"/>
                      <a:pt x="0" y="1838"/>
                      <a:pt x="214" y="3897"/>
                    </a:cubicBezTo>
                    <a:cubicBezTo>
                      <a:pt x="218" y="3933"/>
                      <a:pt x="246" y="3957"/>
                      <a:pt x="281" y="3957"/>
                    </a:cubicBezTo>
                    <a:lnTo>
                      <a:pt x="285" y="3957"/>
                    </a:lnTo>
                    <a:cubicBezTo>
                      <a:pt x="325" y="3953"/>
                      <a:pt x="349" y="3921"/>
                      <a:pt x="345" y="3885"/>
                    </a:cubicBezTo>
                    <a:cubicBezTo>
                      <a:pt x="131" y="1853"/>
                      <a:pt x="642" y="103"/>
                      <a:pt x="646" y="87"/>
                    </a:cubicBezTo>
                    <a:cubicBezTo>
                      <a:pt x="658" y="51"/>
                      <a:pt x="638" y="12"/>
                      <a:pt x="602" y="4"/>
                    </a:cubicBezTo>
                    <a:cubicBezTo>
                      <a:pt x="595" y="1"/>
                      <a:pt x="588" y="0"/>
                      <a:pt x="58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839;p40">
                <a:extLst>
                  <a:ext uri="{FF2B5EF4-FFF2-40B4-BE49-F238E27FC236}">
                    <a16:creationId xmlns:a16="http://schemas.microsoft.com/office/drawing/2014/main" id="{B5F53059-26FD-E24D-BCD3-B3410AB557DE}"/>
                  </a:ext>
                </a:extLst>
              </p:cNvPr>
              <p:cNvSpPr/>
              <p:nvPr/>
            </p:nvSpPr>
            <p:spPr>
              <a:xfrm>
                <a:off x="2463250" y="3763075"/>
                <a:ext cx="79825" cy="52750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2110" extrusionOk="0">
                    <a:moveTo>
                      <a:pt x="3121" y="1"/>
                    </a:moveTo>
                    <a:cubicBezTo>
                      <a:pt x="3091" y="1"/>
                      <a:pt x="3064" y="20"/>
                      <a:pt x="3054" y="50"/>
                    </a:cubicBezTo>
                    <a:cubicBezTo>
                      <a:pt x="2535" y="1947"/>
                      <a:pt x="91" y="1979"/>
                      <a:pt x="63" y="1979"/>
                    </a:cubicBezTo>
                    <a:cubicBezTo>
                      <a:pt x="28" y="1979"/>
                      <a:pt x="0" y="2011"/>
                      <a:pt x="0" y="2046"/>
                    </a:cubicBezTo>
                    <a:cubicBezTo>
                      <a:pt x="0" y="2082"/>
                      <a:pt x="28" y="2110"/>
                      <a:pt x="63" y="2110"/>
                    </a:cubicBezTo>
                    <a:cubicBezTo>
                      <a:pt x="91" y="2110"/>
                      <a:pt x="2638" y="2078"/>
                      <a:pt x="3181" y="86"/>
                    </a:cubicBezTo>
                    <a:cubicBezTo>
                      <a:pt x="3192" y="50"/>
                      <a:pt x="3173" y="14"/>
                      <a:pt x="3137" y="2"/>
                    </a:cubicBezTo>
                    <a:cubicBezTo>
                      <a:pt x="3132" y="1"/>
                      <a:pt x="3127" y="1"/>
                      <a:pt x="312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840;p40">
                <a:extLst>
                  <a:ext uri="{FF2B5EF4-FFF2-40B4-BE49-F238E27FC236}">
                    <a16:creationId xmlns:a16="http://schemas.microsoft.com/office/drawing/2014/main" id="{6F892C0C-22F6-3D41-912A-0927F2632A9E}"/>
                  </a:ext>
                </a:extLst>
              </p:cNvPr>
              <p:cNvSpPr/>
              <p:nvPr/>
            </p:nvSpPr>
            <p:spPr>
              <a:xfrm>
                <a:off x="2881500" y="3582225"/>
                <a:ext cx="18350" cy="601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2405" extrusionOk="0">
                    <a:moveTo>
                      <a:pt x="662" y="1"/>
                    </a:moveTo>
                    <a:cubicBezTo>
                      <a:pt x="641" y="1"/>
                      <a:pt x="619" y="10"/>
                      <a:pt x="607" y="28"/>
                    </a:cubicBezTo>
                    <a:cubicBezTo>
                      <a:pt x="1" y="871"/>
                      <a:pt x="215" y="2285"/>
                      <a:pt x="227" y="2349"/>
                    </a:cubicBezTo>
                    <a:cubicBezTo>
                      <a:pt x="231" y="2380"/>
                      <a:pt x="258" y="2404"/>
                      <a:pt x="290" y="2404"/>
                    </a:cubicBezTo>
                    <a:lnTo>
                      <a:pt x="302" y="2400"/>
                    </a:lnTo>
                    <a:cubicBezTo>
                      <a:pt x="337" y="2396"/>
                      <a:pt x="361" y="2361"/>
                      <a:pt x="353" y="2325"/>
                    </a:cubicBezTo>
                    <a:cubicBezTo>
                      <a:pt x="353" y="2313"/>
                      <a:pt x="139" y="903"/>
                      <a:pt x="714" y="103"/>
                    </a:cubicBezTo>
                    <a:cubicBezTo>
                      <a:pt x="734" y="75"/>
                      <a:pt x="730" y="36"/>
                      <a:pt x="698" y="12"/>
                    </a:cubicBezTo>
                    <a:cubicBezTo>
                      <a:pt x="687" y="4"/>
                      <a:pt x="675" y="1"/>
                      <a:pt x="6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841;p40">
                <a:extLst>
                  <a:ext uri="{FF2B5EF4-FFF2-40B4-BE49-F238E27FC236}">
                    <a16:creationId xmlns:a16="http://schemas.microsoft.com/office/drawing/2014/main" id="{8493ED95-E7D2-CD4A-BAE1-2E7AC101F4AD}"/>
                  </a:ext>
                </a:extLst>
              </p:cNvPr>
              <p:cNvSpPr/>
              <p:nvPr/>
            </p:nvSpPr>
            <p:spPr>
              <a:xfrm>
                <a:off x="2842000" y="3386800"/>
                <a:ext cx="75875" cy="75225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09" extrusionOk="0">
                    <a:moveTo>
                      <a:pt x="2957" y="0"/>
                    </a:moveTo>
                    <a:cubicBezTo>
                      <a:pt x="2938" y="0"/>
                      <a:pt x="2918" y="10"/>
                      <a:pt x="2904" y="26"/>
                    </a:cubicBezTo>
                    <a:cubicBezTo>
                      <a:pt x="2892" y="46"/>
                      <a:pt x="1573" y="1852"/>
                      <a:pt x="40" y="2886"/>
                    </a:cubicBezTo>
                    <a:cubicBezTo>
                      <a:pt x="12" y="2906"/>
                      <a:pt x="0" y="2949"/>
                      <a:pt x="24" y="2977"/>
                    </a:cubicBezTo>
                    <a:cubicBezTo>
                      <a:pt x="36" y="2997"/>
                      <a:pt x="56" y="3009"/>
                      <a:pt x="76" y="3009"/>
                    </a:cubicBezTo>
                    <a:cubicBezTo>
                      <a:pt x="91" y="3009"/>
                      <a:pt x="103" y="3005"/>
                      <a:pt x="115" y="2997"/>
                    </a:cubicBezTo>
                    <a:cubicBezTo>
                      <a:pt x="1664" y="1947"/>
                      <a:pt x="2999" y="125"/>
                      <a:pt x="3011" y="105"/>
                    </a:cubicBezTo>
                    <a:cubicBezTo>
                      <a:pt x="3034" y="77"/>
                      <a:pt x="3027" y="34"/>
                      <a:pt x="2995" y="14"/>
                    </a:cubicBezTo>
                    <a:cubicBezTo>
                      <a:pt x="2984" y="4"/>
                      <a:pt x="2970" y="0"/>
                      <a:pt x="2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842;p40">
                <a:extLst>
                  <a:ext uri="{FF2B5EF4-FFF2-40B4-BE49-F238E27FC236}">
                    <a16:creationId xmlns:a16="http://schemas.microsoft.com/office/drawing/2014/main" id="{27F51AA0-9C64-C149-97D7-0D66D33FC03B}"/>
                  </a:ext>
                </a:extLst>
              </p:cNvPr>
              <p:cNvSpPr/>
              <p:nvPr/>
            </p:nvSpPr>
            <p:spPr>
              <a:xfrm>
                <a:off x="2783775" y="3684100"/>
                <a:ext cx="1491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178" extrusionOk="0">
                    <a:moveTo>
                      <a:pt x="2868" y="1"/>
                    </a:moveTo>
                    <a:cubicBezTo>
                      <a:pt x="1399" y="1"/>
                      <a:pt x="167" y="987"/>
                      <a:pt x="40" y="2314"/>
                    </a:cubicBezTo>
                    <a:cubicBezTo>
                      <a:pt x="0" y="2714"/>
                      <a:pt x="68" y="3102"/>
                      <a:pt x="218" y="3455"/>
                    </a:cubicBezTo>
                    <a:cubicBezTo>
                      <a:pt x="515" y="3494"/>
                      <a:pt x="836" y="3581"/>
                      <a:pt x="1177" y="3708"/>
                    </a:cubicBezTo>
                    <a:cubicBezTo>
                      <a:pt x="1212" y="3720"/>
                      <a:pt x="1228" y="3756"/>
                      <a:pt x="1216" y="3791"/>
                    </a:cubicBezTo>
                    <a:cubicBezTo>
                      <a:pt x="1204" y="3819"/>
                      <a:pt x="1181" y="3835"/>
                      <a:pt x="1153" y="3835"/>
                    </a:cubicBezTo>
                    <a:cubicBezTo>
                      <a:pt x="1145" y="3835"/>
                      <a:pt x="1137" y="3835"/>
                      <a:pt x="1129" y="3831"/>
                    </a:cubicBezTo>
                    <a:cubicBezTo>
                      <a:pt x="828" y="3720"/>
                      <a:pt x="547" y="3641"/>
                      <a:pt x="286" y="3597"/>
                    </a:cubicBezTo>
                    <a:lnTo>
                      <a:pt x="286" y="3597"/>
                    </a:lnTo>
                    <a:cubicBezTo>
                      <a:pt x="701" y="4437"/>
                      <a:pt x="1601" y="5059"/>
                      <a:pt x="2690" y="5166"/>
                    </a:cubicBezTo>
                    <a:cubicBezTo>
                      <a:pt x="2797" y="5174"/>
                      <a:pt x="2900" y="5178"/>
                      <a:pt x="3003" y="5178"/>
                    </a:cubicBezTo>
                    <a:cubicBezTo>
                      <a:pt x="4468" y="5178"/>
                      <a:pt x="5704" y="4191"/>
                      <a:pt x="5831" y="2864"/>
                    </a:cubicBezTo>
                    <a:cubicBezTo>
                      <a:pt x="5965" y="1442"/>
                      <a:pt x="4777" y="167"/>
                      <a:pt x="3181" y="17"/>
                    </a:cubicBezTo>
                    <a:cubicBezTo>
                      <a:pt x="3074" y="5"/>
                      <a:pt x="2971" y="1"/>
                      <a:pt x="28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843;p40">
                <a:extLst>
                  <a:ext uri="{FF2B5EF4-FFF2-40B4-BE49-F238E27FC236}">
                    <a16:creationId xmlns:a16="http://schemas.microsoft.com/office/drawing/2014/main" id="{05EF78F2-E956-5248-913F-F8B92F539CE7}"/>
                  </a:ext>
                </a:extLst>
              </p:cNvPr>
              <p:cNvSpPr/>
              <p:nvPr/>
            </p:nvSpPr>
            <p:spPr>
              <a:xfrm>
                <a:off x="2789225" y="3770450"/>
                <a:ext cx="25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1" h="38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0" y="52"/>
                      <a:pt x="44" y="100"/>
                      <a:pt x="68" y="143"/>
                    </a:cubicBezTo>
                    <a:cubicBezTo>
                      <a:pt x="329" y="187"/>
                      <a:pt x="610" y="266"/>
                      <a:pt x="911" y="377"/>
                    </a:cubicBezTo>
                    <a:cubicBezTo>
                      <a:pt x="919" y="381"/>
                      <a:pt x="927" y="381"/>
                      <a:pt x="935" y="381"/>
                    </a:cubicBezTo>
                    <a:cubicBezTo>
                      <a:pt x="963" y="381"/>
                      <a:pt x="986" y="365"/>
                      <a:pt x="998" y="337"/>
                    </a:cubicBezTo>
                    <a:cubicBezTo>
                      <a:pt x="1010" y="302"/>
                      <a:pt x="994" y="266"/>
                      <a:pt x="959" y="254"/>
                    </a:cubicBezTo>
                    <a:cubicBezTo>
                      <a:pt x="618" y="127"/>
                      <a:pt x="297" y="40"/>
                      <a:pt x="0" y="1"/>
                    </a:cubicBezTo>
                    <a:close/>
                  </a:path>
                </a:pathLst>
              </a:custGeom>
              <a:solidFill>
                <a:srgbClr val="9484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844;p40">
                <a:extLst>
                  <a:ext uri="{FF2B5EF4-FFF2-40B4-BE49-F238E27FC236}">
                    <a16:creationId xmlns:a16="http://schemas.microsoft.com/office/drawing/2014/main" id="{BFDAC24E-D3B2-204A-A48E-BDCD9F878A3B}"/>
                  </a:ext>
                </a:extLst>
              </p:cNvPr>
              <p:cNvSpPr/>
              <p:nvPr/>
            </p:nvSpPr>
            <p:spPr>
              <a:xfrm>
                <a:off x="2458000" y="3630425"/>
                <a:ext cx="1470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882" h="5178" extrusionOk="0">
                    <a:moveTo>
                      <a:pt x="2856" y="1"/>
                    </a:moveTo>
                    <a:cubicBezTo>
                      <a:pt x="1390" y="1"/>
                      <a:pt x="155" y="987"/>
                      <a:pt x="28" y="2314"/>
                    </a:cubicBezTo>
                    <a:cubicBezTo>
                      <a:pt x="0" y="2603"/>
                      <a:pt x="28" y="2880"/>
                      <a:pt x="99" y="3150"/>
                    </a:cubicBezTo>
                    <a:cubicBezTo>
                      <a:pt x="467" y="3316"/>
                      <a:pt x="864" y="3423"/>
                      <a:pt x="1287" y="3447"/>
                    </a:cubicBezTo>
                    <a:cubicBezTo>
                      <a:pt x="1339" y="3451"/>
                      <a:pt x="1390" y="3451"/>
                      <a:pt x="1446" y="3451"/>
                    </a:cubicBezTo>
                    <a:cubicBezTo>
                      <a:pt x="2725" y="3451"/>
                      <a:pt x="3985" y="2631"/>
                      <a:pt x="5189" y="1015"/>
                    </a:cubicBezTo>
                    <a:cubicBezTo>
                      <a:pt x="4710" y="472"/>
                      <a:pt x="3993" y="92"/>
                      <a:pt x="3169" y="17"/>
                    </a:cubicBezTo>
                    <a:cubicBezTo>
                      <a:pt x="3062" y="5"/>
                      <a:pt x="2959" y="1"/>
                      <a:pt x="2856" y="1"/>
                    </a:cubicBezTo>
                    <a:close/>
                    <a:moveTo>
                      <a:pt x="5276" y="1118"/>
                    </a:moveTo>
                    <a:cubicBezTo>
                      <a:pt x="4048" y="2754"/>
                      <a:pt x="2761" y="3582"/>
                      <a:pt x="1442" y="3582"/>
                    </a:cubicBezTo>
                    <a:cubicBezTo>
                      <a:pt x="1390" y="3582"/>
                      <a:pt x="1335" y="3582"/>
                      <a:pt x="1279" y="3578"/>
                    </a:cubicBezTo>
                    <a:cubicBezTo>
                      <a:pt x="879" y="3558"/>
                      <a:pt x="503" y="3463"/>
                      <a:pt x="151" y="3316"/>
                    </a:cubicBezTo>
                    <a:lnTo>
                      <a:pt x="151" y="3316"/>
                    </a:lnTo>
                    <a:cubicBezTo>
                      <a:pt x="495" y="4291"/>
                      <a:pt x="1470" y="5047"/>
                      <a:pt x="2678" y="5162"/>
                    </a:cubicBezTo>
                    <a:cubicBezTo>
                      <a:pt x="2785" y="5174"/>
                      <a:pt x="2888" y="5178"/>
                      <a:pt x="2991" y="5178"/>
                    </a:cubicBezTo>
                    <a:cubicBezTo>
                      <a:pt x="4456" y="5178"/>
                      <a:pt x="5692" y="4192"/>
                      <a:pt x="5819" y="2865"/>
                    </a:cubicBezTo>
                    <a:cubicBezTo>
                      <a:pt x="5882" y="2223"/>
                      <a:pt x="5672" y="1609"/>
                      <a:pt x="5276" y="11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845;p40">
                <a:extLst>
                  <a:ext uri="{FF2B5EF4-FFF2-40B4-BE49-F238E27FC236}">
                    <a16:creationId xmlns:a16="http://schemas.microsoft.com/office/drawing/2014/main" id="{4E539470-65CD-3D41-A568-155A6C43F962}"/>
                  </a:ext>
                </a:extLst>
              </p:cNvPr>
              <p:cNvSpPr/>
              <p:nvPr/>
            </p:nvSpPr>
            <p:spPr>
              <a:xfrm>
                <a:off x="2460475" y="3655775"/>
                <a:ext cx="129425" cy="64200"/>
              </a:xfrm>
              <a:custGeom>
                <a:avLst/>
                <a:gdLst/>
                <a:ahLst/>
                <a:cxnLst/>
                <a:rect l="l" t="t" r="r" b="b"/>
                <a:pathLst>
                  <a:path w="5177" h="2568" extrusionOk="0">
                    <a:moveTo>
                      <a:pt x="5090" y="1"/>
                    </a:moveTo>
                    <a:cubicBezTo>
                      <a:pt x="3886" y="1617"/>
                      <a:pt x="2626" y="2437"/>
                      <a:pt x="1347" y="2437"/>
                    </a:cubicBezTo>
                    <a:cubicBezTo>
                      <a:pt x="1291" y="2437"/>
                      <a:pt x="1240" y="2437"/>
                      <a:pt x="1188" y="2433"/>
                    </a:cubicBezTo>
                    <a:cubicBezTo>
                      <a:pt x="765" y="2409"/>
                      <a:pt x="368" y="2302"/>
                      <a:pt x="0" y="2136"/>
                    </a:cubicBezTo>
                    <a:lnTo>
                      <a:pt x="0" y="2136"/>
                    </a:lnTo>
                    <a:cubicBezTo>
                      <a:pt x="16" y="2191"/>
                      <a:pt x="36" y="2247"/>
                      <a:pt x="52" y="2302"/>
                    </a:cubicBezTo>
                    <a:cubicBezTo>
                      <a:pt x="404" y="2449"/>
                      <a:pt x="780" y="2544"/>
                      <a:pt x="1180" y="2564"/>
                    </a:cubicBezTo>
                    <a:cubicBezTo>
                      <a:pt x="1236" y="2568"/>
                      <a:pt x="1291" y="2568"/>
                      <a:pt x="1343" y="2568"/>
                    </a:cubicBezTo>
                    <a:cubicBezTo>
                      <a:pt x="2662" y="2568"/>
                      <a:pt x="3949" y="1740"/>
                      <a:pt x="5177" y="104"/>
                    </a:cubicBezTo>
                    <a:cubicBezTo>
                      <a:pt x="5149" y="68"/>
                      <a:pt x="5122" y="33"/>
                      <a:pt x="509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846;p40">
                <a:extLst>
                  <a:ext uri="{FF2B5EF4-FFF2-40B4-BE49-F238E27FC236}">
                    <a16:creationId xmlns:a16="http://schemas.microsoft.com/office/drawing/2014/main" id="{98C0EC7F-09FE-8648-8334-52A3DC16719C}"/>
                  </a:ext>
                </a:extLst>
              </p:cNvPr>
              <p:cNvSpPr/>
              <p:nvPr/>
            </p:nvSpPr>
            <p:spPr>
              <a:xfrm>
                <a:off x="2803475" y="3635950"/>
                <a:ext cx="65075" cy="62175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87" extrusionOk="0">
                    <a:moveTo>
                      <a:pt x="1302" y="0"/>
                    </a:moveTo>
                    <a:cubicBezTo>
                      <a:pt x="669" y="0"/>
                      <a:pt x="128" y="481"/>
                      <a:pt x="68" y="1127"/>
                    </a:cubicBezTo>
                    <a:cubicBezTo>
                      <a:pt x="1" y="1808"/>
                      <a:pt x="504" y="2414"/>
                      <a:pt x="1185" y="2481"/>
                    </a:cubicBezTo>
                    <a:cubicBezTo>
                      <a:pt x="1224" y="2485"/>
                      <a:pt x="1263" y="2487"/>
                      <a:pt x="1301" y="2487"/>
                    </a:cubicBezTo>
                    <a:cubicBezTo>
                      <a:pt x="1938" y="2487"/>
                      <a:pt x="2480" y="2003"/>
                      <a:pt x="2540" y="1360"/>
                    </a:cubicBezTo>
                    <a:cubicBezTo>
                      <a:pt x="2603" y="679"/>
                      <a:pt x="2104" y="69"/>
                      <a:pt x="1419" y="6"/>
                    </a:cubicBezTo>
                    <a:cubicBezTo>
                      <a:pt x="1379" y="2"/>
                      <a:pt x="1341" y="0"/>
                      <a:pt x="13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847;p40">
                <a:extLst>
                  <a:ext uri="{FF2B5EF4-FFF2-40B4-BE49-F238E27FC236}">
                    <a16:creationId xmlns:a16="http://schemas.microsoft.com/office/drawing/2014/main" id="{7686629B-C543-E749-92C3-C215FCD28544}"/>
                  </a:ext>
                </a:extLst>
              </p:cNvPr>
              <p:cNvSpPr/>
              <p:nvPr/>
            </p:nvSpPr>
            <p:spPr>
              <a:xfrm>
                <a:off x="2547400" y="3597300"/>
                <a:ext cx="65200" cy="6212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485" extrusionOk="0">
                    <a:moveTo>
                      <a:pt x="1300" y="1"/>
                    </a:moveTo>
                    <a:cubicBezTo>
                      <a:pt x="666" y="1"/>
                      <a:pt x="128" y="484"/>
                      <a:pt x="68" y="1124"/>
                    </a:cubicBezTo>
                    <a:cubicBezTo>
                      <a:pt x="1" y="1809"/>
                      <a:pt x="504" y="2415"/>
                      <a:pt x="1185" y="2479"/>
                    </a:cubicBezTo>
                    <a:cubicBezTo>
                      <a:pt x="1226" y="2483"/>
                      <a:pt x="1267" y="2485"/>
                      <a:pt x="1308" y="2485"/>
                    </a:cubicBezTo>
                    <a:cubicBezTo>
                      <a:pt x="1941" y="2485"/>
                      <a:pt x="2480" y="2002"/>
                      <a:pt x="2540" y="1362"/>
                    </a:cubicBezTo>
                    <a:cubicBezTo>
                      <a:pt x="2607" y="676"/>
                      <a:pt x="2104" y="70"/>
                      <a:pt x="1423" y="7"/>
                    </a:cubicBezTo>
                    <a:cubicBezTo>
                      <a:pt x="1381" y="3"/>
                      <a:pt x="1340" y="1"/>
                      <a:pt x="13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848;p40">
                <a:extLst>
                  <a:ext uri="{FF2B5EF4-FFF2-40B4-BE49-F238E27FC236}">
                    <a16:creationId xmlns:a16="http://schemas.microsoft.com/office/drawing/2014/main" id="{E84684E9-E7D5-424D-8A79-E7C11DB58D4A}"/>
                  </a:ext>
                </a:extLst>
              </p:cNvPr>
              <p:cNvSpPr/>
              <p:nvPr/>
            </p:nvSpPr>
            <p:spPr>
              <a:xfrm>
                <a:off x="2596025" y="3668900"/>
                <a:ext cx="192025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7681" h="2811" extrusionOk="0">
                    <a:moveTo>
                      <a:pt x="3469" y="0"/>
                    </a:moveTo>
                    <a:cubicBezTo>
                      <a:pt x="1617" y="0"/>
                      <a:pt x="359" y="1117"/>
                      <a:pt x="107" y="1357"/>
                    </a:cubicBezTo>
                    <a:cubicBezTo>
                      <a:pt x="5" y="1460"/>
                      <a:pt x="1" y="1627"/>
                      <a:pt x="104" y="1734"/>
                    </a:cubicBezTo>
                    <a:cubicBezTo>
                      <a:pt x="154" y="1786"/>
                      <a:pt x="223" y="1813"/>
                      <a:pt x="292" y="1813"/>
                    </a:cubicBezTo>
                    <a:cubicBezTo>
                      <a:pt x="359" y="1813"/>
                      <a:pt x="425" y="1788"/>
                      <a:pt x="476" y="1738"/>
                    </a:cubicBezTo>
                    <a:cubicBezTo>
                      <a:pt x="698" y="1523"/>
                      <a:pt x="1819" y="530"/>
                      <a:pt x="3465" y="530"/>
                    </a:cubicBezTo>
                    <a:cubicBezTo>
                      <a:pt x="3608" y="530"/>
                      <a:pt x="3755" y="537"/>
                      <a:pt x="3906" y="553"/>
                    </a:cubicBezTo>
                    <a:cubicBezTo>
                      <a:pt x="5993" y="779"/>
                      <a:pt x="7039" y="2486"/>
                      <a:pt x="7154" y="2680"/>
                    </a:cubicBezTo>
                    <a:cubicBezTo>
                      <a:pt x="7201" y="2763"/>
                      <a:pt x="7289" y="2811"/>
                      <a:pt x="7380" y="2811"/>
                    </a:cubicBezTo>
                    <a:cubicBezTo>
                      <a:pt x="7427" y="2811"/>
                      <a:pt x="7471" y="2799"/>
                      <a:pt x="7514" y="2775"/>
                    </a:cubicBezTo>
                    <a:cubicBezTo>
                      <a:pt x="7641" y="2700"/>
                      <a:pt x="7681" y="2542"/>
                      <a:pt x="7609" y="2415"/>
                    </a:cubicBezTo>
                    <a:cubicBezTo>
                      <a:pt x="7483" y="2197"/>
                      <a:pt x="6310" y="280"/>
                      <a:pt x="3961" y="26"/>
                    </a:cubicBezTo>
                    <a:cubicBezTo>
                      <a:pt x="3793" y="9"/>
                      <a:pt x="3629" y="0"/>
                      <a:pt x="34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849;p40">
                <a:extLst>
                  <a:ext uri="{FF2B5EF4-FFF2-40B4-BE49-F238E27FC236}">
                    <a16:creationId xmlns:a16="http://schemas.microsoft.com/office/drawing/2014/main" id="{ECA6A7FE-365D-4641-9D8F-040DD0637E7B}"/>
                  </a:ext>
                </a:extLst>
              </p:cNvPr>
              <p:cNvSpPr/>
              <p:nvPr/>
            </p:nvSpPr>
            <p:spPr>
              <a:xfrm>
                <a:off x="2464925" y="3230200"/>
                <a:ext cx="109150" cy="156450"/>
              </a:xfrm>
              <a:custGeom>
                <a:avLst/>
                <a:gdLst/>
                <a:ahLst/>
                <a:cxnLst/>
                <a:rect l="l" t="t" r="r" b="b"/>
                <a:pathLst>
                  <a:path w="4366" h="6258" extrusionOk="0">
                    <a:moveTo>
                      <a:pt x="2278" y="0"/>
                    </a:moveTo>
                    <a:cubicBezTo>
                      <a:pt x="503" y="2575"/>
                      <a:pt x="0" y="4947"/>
                      <a:pt x="816" y="5720"/>
                    </a:cubicBezTo>
                    <a:cubicBezTo>
                      <a:pt x="1043" y="5931"/>
                      <a:pt x="1611" y="6257"/>
                      <a:pt x="2290" y="6257"/>
                    </a:cubicBezTo>
                    <a:cubicBezTo>
                      <a:pt x="2360" y="6257"/>
                      <a:pt x="2431" y="6254"/>
                      <a:pt x="2504" y="6246"/>
                    </a:cubicBezTo>
                    <a:cubicBezTo>
                      <a:pt x="2983" y="6199"/>
                      <a:pt x="3387" y="5989"/>
                      <a:pt x="3561" y="5838"/>
                    </a:cubicBezTo>
                    <a:cubicBezTo>
                      <a:pt x="4365" y="5145"/>
                      <a:pt x="3827" y="2757"/>
                      <a:pt x="22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850;p40">
                <a:extLst>
                  <a:ext uri="{FF2B5EF4-FFF2-40B4-BE49-F238E27FC236}">
                    <a16:creationId xmlns:a16="http://schemas.microsoft.com/office/drawing/2014/main" id="{A290F372-5048-064B-8624-BB3EC1AC37B4}"/>
                  </a:ext>
                </a:extLst>
              </p:cNvPr>
              <p:cNvSpPr/>
              <p:nvPr/>
            </p:nvSpPr>
            <p:spPr>
              <a:xfrm>
                <a:off x="2661675" y="3161175"/>
                <a:ext cx="109150" cy="156450"/>
              </a:xfrm>
              <a:custGeom>
                <a:avLst/>
                <a:gdLst/>
                <a:ahLst/>
                <a:cxnLst/>
                <a:rect l="l" t="t" r="r" b="b"/>
                <a:pathLst>
                  <a:path w="4366" h="6258" extrusionOk="0">
                    <a:moveTo>
                      <a:pt x="2278" y="0"/>
                    </a:moveTo>
                    <a:cubicBezTo>
                      <a:pt x="504" y="2575"/>
                      <a:pt x="1" y="4948"/>
                      <a:pt x="821" y="5720"/>
                    </a:cubicBezTo>
                    <a:cubicBezTo>
                      <a:pt x="1043" y="5932"/>
                      <a:pt x="1611" y="6258"/>
                      <a:pt x="2290" y="6258"/>
                    </a:cubicBezTo>
                    <a:cubicBezTo>
                      <a:pt x="2361" y="6258"/>
                      <a:pt x="2432" y="6254"/>
                      <a:pt x="2504" y="6247"/>
                    </a:cubicBezTo>
                    <a:cubicBezTo>
                      <a:pt x="2987" y="6199"/>
                      <a:pt x="3387" y="5989"/>
                      <a:pt x="3565" y="5839"/>
                    </a:cubicBezTo>
                    <a:cubicBezTo>
                      <a:pt x="4366" y="5146"/>
                      <a:pt x="3827" y="2757"/>
                      <a:pt x="22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851;p40">
                <a:extLst>
                  <a:ext uri="{FF2B5EF4-FFF2-40B4-BE49-F238E27FC236}">
                    <a16:creationId xmlns:a16="http://schemas.microsoft.com/office/drawing/2014/main" id="{8C108677-5638-3C4D-B0AC-4508E537E889}"/>
                  </a:ext>
                </a:extLst>
              </p:cNvPr>
              <p:cNvSpPr/>
              <p:nvPr/>
            </p:nvSpPr>
            <p:spPr>
              <a:xfrm>
                <a:off x="3171050" y="3392575"/>
                <a:ext cx="71525" cy="102575"/>
              </a:xfrm>
              <a:custGeom>
                <a:avLst/>
                <a:gdLst/>
                <a:ahLst/>
                <a:cxnLst/>
                <a:rect l="l" t="t" r="r" b="b"/>
                <a:pathLst>
                  <a:path w="2861" h="4103" extrusionOk="0">
                    <a:moveTo>
                      <a:pt x="1494" y="1"/>
                    </a:moveTo>
                    <a:cubicBezTo>
                      <a:pt x="329" y="1688"/>
                      <a:pt x="0" y="3245"/>
                      <a:pt x="535" y="3748"/>
                    </a:cubicBezTo>
                    <a:cubicBezTo>
                      <a:pt x="683" y="3889"/>
                      <a:pt x="1059" y="4103"/>
                      <a:pt x="1509" y="4103"/>
                    </a:cubicBezTo>
                    <a:cubicBezTo>
                      <a:pt x="1552" y="4103"/>
                      <a:pt x="1596" y="4101"/>
                      <a:pt x="1640" y="4096"/>
                    </a:cubicBezTo>
                    <a:cubicBezTo>
                      <a:pt x="1957" y="4061"/>
                      <a:pt x="2218" y="3926"/>
                      <a:pt x="2333" y="3827"/>
                    </a:cubicBezTo>
                    <a:cubicBezTo>
                      <a:pt x="2860" y="3372"/>
                      <a:pt x="2508" y="1807"/>
                      <a:pt x="14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852;p40">
                <a:extLst>
                  <a:ext uri="{FF2B5EF4-FFF2-40B4-BE49-F238E27FC236}">
                    <a16:creationId xmlns:a16="http://schemas.microsoft.com/office/drawing/2014/main" id="{7E87E9BF-EBF0-444C-863B-16B54D6B3215}"/>
                  </a:ext>
                </a:extLst>
              </p:cNvPr>
              <p:cNvSpPr/>
              <p:nvPr/>
            </p:nvSpPr>
            <p:spPr>
              <a:xfrm>
                <a:off x="2375900" y="2966950"/>
                <a:ext cx="503950" cy="216325"/>
              </a:xfrm>
              <a:custGeom>
                <a:avLst/>
                <a:gdLst/>
                <a:ahLst/>
                <a:cxnLst/>
                <a:rect l="l" t="t" r="r" b="b"/>
                <a:pathLst>
                  <a:path w="20158" h="8653" extrusionOk="0">
                    <a:moveTo>
                      <a:pt x="10734" y="0"/>
                    </a:moveTo>
                    <a:cubicBezTo>
                      <a:pt x="9107" y="0"/>
                      <a:pt x="7301" y="1261"/>
                      <a:pt x="6742" y="3413"/>
                    </a:cubicBezTo>
                    <a:cubicBezTo>
                      <a:pt x="6678" y="3376"/>
                      <a:pt x="6166" y="3092"/>
                      <a:pt x="5533" y="3092"/>
                    </a:cubicBezTo>
                    <a:cubicBezTo>
                      <a:pt x="5268" y="3092"/>
                      <a:pt x="4982" y="3142"/>
                      <a:pt x="4698" y="3282"/>
                    </a:cubicBezTo>
                    <a:cubicBezTo>
                      <a:pt x="3799" y="3725"/>
                      <a:pt x="3312" y="4886"/>
                      <a:pt x="3648" y="6031"/>
                    </a:cubicBezTo>
                    <a:cubicBezTo>
                      <a:pt x="3275" y="5822"/>
                      <a:pt x="2862" y="5717"/>
                      <a:pt x="2454" y="5717"/>
                    </a:cubicBezTo>
                    <a:cubicBezTo>
                      <a:pt x="2048" y="5717"/>
                      <a:pt x="1647" y="5821"/>
                      <a:pt x="1296" y="6031"/>
                    </a:cubicBezTo>
                    <a:cubicBezTo>
                      <a:pt x="436" y="6546"/>
                      <a:pt x="1" y="7611"/>
                      <a:pt x="246" y="8653"/>
                    </a:cubicBezTo>
                    <a:lnTo>
                      <a:pt x="19124" y="8653"/>
                    </a:lnTo>
                    <a:cubicBezTo>
                      <a:pt x="20157" y="6720"/>
                      <a:pt x="19595" y="4438"/>
                      <a:pt x="18054" y="3413"/>
                    </a:cubicBezTo>
                    <a:cubicBezTo>
                      <a:pt x="17480" y="3030"/>
                      <a:pt x="16798" y="2841"/>
                      <a:pt x="16095" y="2841"/>
                    </a:cubicBezTo>
                    <a:cubicBezTo>
                      <a:pt x="15386" y="2841"/>
                      <a:pt x="14656" y="3033"/>
                      <a:pt x="13994" y="3413"/>
                    </a:cubicBezTo>
                    <a:cubicBezTo>
                      <a:pt x="13804" y="1864"/>
                      <a:pt x="12885" y="549"/>
                      <a:pt x="11638" y="141"/>
                    </a:cubicBezTo>
                    <a:cubicBezTo>
                      <a:pt x="11350" y="46"/>
                      <a:pt x="11045" y="0"/>
                      <a:pt x="107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853;p40">
                <a:extLst>
                  <a:ext uri="{FF2B5EF4-FFF2-40B4-BE49-F238E27FC236}">
                    <a16:creationId xmlns:a16="http://schemas.microsoft.com/office/drawing/2014/main" id="{9403BDD2-CA8B-2343-95EF-08F75F9E327B}"/>
                  </a:ext>
                </a:extLst>
              </p:cNvPr>
              <p:cNvSpPr/>
              <p:nvPr/>
            </p:nvSpPr>
            <p:spPr>
              <a:xfrm>
                <a:off x="2448375" y="3092850"/>
                <a:ext cx="379575" cy="90825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3633" extrusionOk="0">
                    <a:moveTo>
                      <a:pt x="7948" y="0"/>
                    </a:moveTo>
                    <a:cubicBezTo>
                      <a:pt x="7611" y="0"/>
                      <a:pt x="7258" y="46"/>
                      <a:pt x="6897" y="155"/>
                    </a:cubicBezTo>
                    <a:cubicBezTo>
                      <a:pt x="5982" y="428"/>
                      <a:pt x="5356" y="1003"/>
                      <a:pt x="4988" y="1446"/>
                    </a:cubicBezTo>
                    <a:cubicBezTo>
                      <a:pt x="4458" y="1331"/>
                      <a:pt x="3983" y="1282"/>
                      <a:pt x="3558" y="1282"/>
                    </a:cubicBezTo>
                    <a:cubicBezTo>
                      <a:pt x="2275" y="1282"/>
                      <a:pt x="1451" y="1732"/>
                      <a:pt x="951" y="2175"/>
                    </a:cubicBezTo>
                    <a:cubicBezTo>
                      <a:pt x="223" y="2817"/>
                      <a:pt x="13" y="3565"/>
                      <a:pt x="1" y="3597"/>
                    </a:cubicBezTo>
                    <a:lnTo>
                      <a:pt x="132" y="3633"/>
                    </a:lnTo>
                    <a:cubicBezTo>
                      <a:pt x="132" y="3625"/>
                      <a:pt x="342" y="2888"/>
                      <a:pt x="1043" y="2270"/>
                    </a:cubicBezTo>
                    <a:cubicBezTo>
                      <a:pt x="1685" y="1702"/>
                      <a:pt x="2538" y="1415"/>
                      <a:pt x="3555" y="1415"/>
                    </a:cubicBezTo>
                    <a:cubicBezTo>
                      <a:pt x="4006" y="1415"/>
                      <a:pt x="4489" y="1472"/>
                      <a:pt x="5000" y="1585"/>
                    </a:cubicBezTo>
                    <a:lnTo>
                      <a:pt x="5039" y="1593"/>
                    </a:lnTo>
                    <a:lnTo>
                      <a:pt x="5063" y="1561"/>
                    </a:lnTo>
                    <a:cubicBezTo>
                      <a:pt x="5419" y="1125"/>
                      <a:pt x="6029" y="551"/>
                      <a:pt x="6936" y="282"/>
                    </a:cubicBezTo>
                    <a:cubicBezTo>
                      <a:pt x="7284" y="177"/>
                      <a:pt x="7624" y="133"/>
                      <a:pt x="7949" y="133"/>
                    </a:cubicBezTo>
                    <a:cubicBezTo>
                      <a:pt x="9646" y="133"/>
                      <a:pt x="10953" y="1331"/>
                      <a:pt x="11016" y="1391"/>
                    </a:cubicBezTo>
                    <a:lnTo>
                      <a:pt x="11048" y="1418"/>
                    </a:lnTo>
                    <a:lnTo>
                      <a:pt x="11087" y="1403"/>
                    </a:lnTo>
                    <a:cubicBezTo>
                      <a:pt x="11300" y="1311"/>
                      <a:pt x="11738" y="1156"/>
                      <a:pt x="12281" y="1156"/>
                    </a:cubicBezTo>
                    <a:cubicBezTo>
                      <a:pt x="12578" y="1156"/>
                      <a:pt x="12907" y="1202"/>
                      <a:pt x="13246" y="1331"/>
                    </a:cubicBezTo>
                    <a:cubicBezTo>
                      <a:pt x="14755" y="1906"/>
                      <a:pt x="15040" y="3557"/>
                      <a:pt x="15052" y="3625"/>
                    </a:cubicBezTo>
                    <a:lnTo>
                      <a:pt x="15183" y="3605"/>
                    </a:lnTo>
                    <a:cubicBezTo>
                      <a:pt x="15171" y="3530"/>
                      <a:pt x="14870" y="1807"/>
                      <a:pt x="13290" y="1205"/>
                    </a:cubicBezTo>
                    <a:cubicBezTo>
                      <a:pt x="12935" y="1071"/>
                      <a:pt x="12592" y="1022"/>
                      <a:pt x="12282" y="1022"/>
                    </a:cubicBezTo>
                    <a:cubicBezTo>
                      <a:pt x="11746" y="1022"/>
                      <a:pt x="11309" y="1166"/>
                      <a:pt x="11076" y="1264"/>
                    </a:cubicBezTo>
                    <a:cubicBezTo>
                      <a:pt x="10852" y="1067"/>
                      <a:pt x="9577" y="0"/>
                      <a:pt x="79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854;p40">
                <a:extLst>
                  <a:ext uri="{FF2B5EF4-FFF2-40B4-BE49-F238E27FC236}">
                    <a16:creationId xmlns:a16="http://schemas.microsoft.com/office/drawing/2014/main" id="{61CEB76B-3741-4F43-A57F-AB1E3E8195CA}"/>
                  </a:ext>
                </a:extLst>
              </p:cNvPr>
              <p:cNvSpPr/>
              <p:nvPr/>
            </p:nvSpPr>
            <p:spPr>
              <a:xfrm>
                <a:off x="3021525" y="3215350"/>
                <a:ext cx="398000" cy="178750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7150" extrusionOk="0">
                    <a:moveTo>
                      <a:pt x="8442" y="1"/>
                    </a:moveTo>
                    <a:cubicBezTo>
                      <a:pt x="6949" y="1"/>
                      <a:pt x="5435" y="1061"/>
                      <a:pt x="4936" y="2765"/>
                    </a:cubicBezTo>
                    <a:cubicBezTo>
                      <a:pt x="4526" y="2629"/>
                      <a:pt x="4111" y="2564"/>
                      <a:pt x="3708" y="2564"/>
                    </a:cubicBezTo>
                    <a:cubicBezTo>
                      <a:pt x="2502" y="2564"/>
                      <a:pt x="1397" y="3140"/>
                      <a:pt x="824" y="4096"/>
                    </a:cubicBezTo>
                    <a:cubicBezTo>
                      <a:pt x="0" y="5466"/>
                      <a:pt x="658" y="6995"/>
                      <a:pt x="729" y="7149"/>
                    </a:cubicBezTo>
                    <a:lnTo>
                      <a:pt x="14660" y="7149"/>
                    </a:lnTo>
                    <a:cubicBezTo>
                      <a:pt x="15800" y="6230"/>
                      <a:pt x="15919" y="4563"/>
                      <a:pt x="15032" y="3565"/>
                    </a:cubicBezTo>
                    <a:cubicBezTo>
                      <a:pt x="14574" y="3050"/>
                      <a:pt x="13907" y="2774"/>
                      <a:pt x="13222" y="2774"/>
                    </a:cubicBezTo>
                    <a:cubicBezTo>
                      <a:pt x="12709" y="2774"/>
                      <a:pt x="12187" y="2928"/>
                      <a:pt x="11733" y="3252"/>
                    </a:cubicBezTo>
                    <a:cubicBezTo>
                      <a:pt x="11574" y="1711"/>
                      <a:pt x="10544" y="448"/>
                      <a:pt x="9213" y="99"/>
                    </a:cubicBezTo>
                    <a:cubicBezTo>
                      <a:pt x="8961" y="33"/>
                      <a:pt x="8702" y="1"/>
                      <a:pt x="84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855;p40">
                <a:extLst>
                  <a:ext uri="{FF2B5EF4-FFF2-40B4-BE49-F238E27FC236}">
                    <a16:creationId xmlns:a16="http://schemas.microsoft.com/office/drawing/2014/main" id="{25A5E88C-8621-FA41-B57D-973BD4DDDC92}"/>
                  </a:ext>
                </a:extLst>
              </p:cNvPr>
              <p:cNvSpPr/>
              <p:nvPr/>
            </p:nvSpPr>
            <p:spPr>
              <a:xfrm>
                <a:off x="3079950" y="3306975"/>
                <a:ext cx="314900" cy="87425"/>
              </a:xfrm>
              <a:custGeom>
                <a:avLst/>
                <a:gdLst/>
                <a:ahLst/>
                <a:cxnLst/>
                <a:rect l="l" t="t" r="r" b="b"/>
                <a:pathLst>
                  <a:path w="12596" h="3497" extrusionOk="0">
                    <a:moveTo>
                      <a:pt x="5871" y="0"/>
                    </a:moveTo>
                    <a:cubicBezTo>
                      <a:pt x="4770" y="0"/>
                      <a:pt x="3684" y="687"/>
                      <a:pt x="3129" y="1789"/>
                    </a:cubicBezTo>
                    <a:cubicBezTo>
                      <a:pt x="2782" y="1496"/>
                      <a:pt x="2354" y="1343"/>
                      <a:pt x="1925" y="1343"/>
                    </a:cubicBezTo>
                    <a:cubicBezTo>
                      <a:pt x="1670" y="1343"/>
                      <a:pt x="1414" y="1397"/>
                      <a:pt x="1173" y="1508"/>
                    </a:cubicBezTo>
                    <a:cubicBezTo>
                      <a:pt x="428" y="1849"/>
                      <a:pt x="0" y="2664"/>
                      <a:pt x="131" y="3492"/>
                    </a:cubicBezTo>
                    <a:lnTo>
                      <a:pt x="262" y="3472"/>
                    </a:lnTo>
                    <a:cubicBezTo>
                      <a:pt x="143" y="2700"/>
                      <a:pt x="539" y="1944"/>
                      <a:pt x="1228" y="1627"/>
                    </a:cubicBezTo>
                    <a:cubicBezTo>
                      <a:pt x="1450" y="1525"/>
                      <a:pt x="1685" y="1476"/>
                      <a:pt x="1921" y="1476"/>
                    </a:cubicBezTo>
                    <a:cubicBezTo>
                      <a:pt x="2347" y="1476"/>
                      <a:pt x="2772" y="1637"/>
                      <a:pt x="3106" y="1944"/>
                    </a:cubicBezTo>
                    <a:lnTo>
                      <a:pt x="3173" y="2007"/>
                    </a:lnTo>
                    <a:lnTo>
                      <a:pt x="3209" y="1924"/>
                    </a:lnTo>
                    <a:cubicBezTo>
                      <a:pt x="3728" y="823"/>
                      <a:pt x="4793" y="130"/>
                      <a:pt x="5873" y="130"/>
                    </a:cubicBezTo>
                    <a:cubicBezTo>
                      <a:pt x="6052" y="130"/>
                      <a:pt x="6232" y="149"/>
                      <a:pt x="6409" y="189"/>
                    </a:cubicBezTo>
                    <a:cubicBezTo>
                      <a:pt x="7728" y="482"/>
                      <a:pt x="8287" y="1773"/>
                      <a:pt x="8346" y="1920"/>
                    </a:cubicBezTo>
                    <a:lnTo>
                      <a:pt x="8390" y="2039"/>
                    </a:lnTo>
                    <a:lnTo>
                      <a:pt x="8461" y="1932"/>
                    </a:lnTo>
                    <a:cubicBezTo>
                      <a:pt x="8898" y="1271"/>
                      <a:pt x="9628" y="900"/>
                      <a:pt x="10345" y="900"/>
                    </a:cubicBezTo>
                    <a:cubicBezTo>
                      <a:pt x="10693" y="900"/>
                      <a:pt x="11038" y="987"/>
                      <a:pt x="11344" y="1171"/>
                    </a:cubicBezTo>
                    <a:cubicBezTo>
                      <a:pt x="12077" y="1615"/>
                      <a:pt x="12453" y="2558"/>
                      <a:pt x="12259" y="3469"/>
                    </a:cubicBezTo>
                    <a:lnTo>
                      <a:pt x="12390" y="3496"/>
                    </a:lnTo>
                    <a:cubicBezTo>
                      <a:pt x="12596" y="2530"/>
                      <a:pt x="12192" y="1528"/>
                      <a:pt x="11412" y="1060"/>
                    </a:cubicBezTo>
                    <a:cubicBezTo>
                      <a:pt x="11084" y="863"/>
                      <a:pt x="10716" y="769"/>
                      <a:pt x="10345" y="769"/>
                    </a:cubicBezTo>
                    <a:cubicBezTo>
                      <a:pt x="9621" y="769"/>
                      <a:pt x="8886" y="1125"/>
                      <a:pt x="8417" y="1761"/>
                    </a:cubicBezTo>
                    <a:cubicBezTo>
                      <a:pt x="8247" y="1397"/>
                      <a:pt x="7649" y="332"/>
                      <a:pt x="6437" y="62"/>
                    </a:cubicBezTo>
                    <a:cubicBezTo>
                      <a:pt x="6250" y="20"/>
                      <a:pt x="6060" y="0"/>
                      <a:pt x="58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856;p40">
                <a:extLst>
                  <a:ext uri="{FF2B5EF4-FFF2-40B4-BE49-F238E27FC236}">
                    <a16:creationId xmlns:a16="http://schemas.microsoft.com/office/drawing/2014/main" id="{78F28C23-6590-844A-93B3-7CCF93BA6ADB}"/>
                  </a:ext>
                </a:extLst>
              </p:cNvPr>
              <p:cNvSpPr/>
              <p:nvPr/>
            </p:nvSpPr>
            <p:spPr>
              <a:xfrm>
                <a:off x="2867550" y="3137100"/>
                <a:ext cx="16945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6778" h="10541" extrusionOk="0">
                    <a:moveTo>
                      <a:pt x="3015" y="1"/>
                    </a:moveTo>
                    <a:lnTo>
                      <a:pt x="0" y="5273"/>
                    </a:lnTo>
                    <a:lnTo>
                      <a:pt x="2262" y="5273"/>
                    </a:lnTo>
                    <a:lnTo>
                      <a:pt x="0" y="10541"/>
                    </a:lnTo>
                    <a:lnTo>
                      <a:pt x="6777" y="3764"/>
                    </a:lnTo>
                    <a:lnTo>
                      <a:pt x="4520" y="3764"/>
                    </a:lnTo>
                    <a:lnTo>
                      <a:pt x="677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34078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FA7D7-3E36-2348-967F-713ABD658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20000" y="288036"/>
            <a:ext cx="7704000" cy="572700"/>
          </a:xfrm>
        </p:spPr>
        <p:txBody>
          <a:bodyPr/>
          <a:lstStyle/>
          <a:p>
            <a:r>
              <a:rPr lang="en-US" dirty="0"/>
              <a:t>5 Factor Model: OCEAN</a:t>
            </a:r>
          </a:p>
        </p:txBody>
      </p:sp>
      <p:pic>
        <p:nvPicPr>
          <p:cNvPr id="3" name="Picture 3" descr="table15">
            <a:extLst>
              <a:ext uri="{FF2B5EF4-FFF2-40B4-BE49-F238E27FC236}">
                <a16:creationId xmlns:a16="http://schemas.microsoft.com/office/drawing/2014/main" id="{4E2B97A9-535E-3740-8E62-A3D7C964A6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0"/>
          <a:stretch/>
        </p:blipFill>
        <p:spPr>
          <a:xfrm>
            <a:off x="1524000" y="1180895"/>
            <a:ext cx="6096000" cy="36745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16352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2FF89-9EBE-714B-9B69-38738ABD9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5650" y="222690"/>
            <a:ext cx="4532700" cy="845100"/>
          </a:xfrm>
        </p:spPr>
        <p:txBody>
          <a:bodyPr/>
          <a:lstStyle/>
          <a:p>
            <a:r>
              <a:rPr lang="en-US" dirty="0"/>
              <a:t>Across Cultures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F658721-CFFD-B847-9598-5F52F0138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2355" y="1739634"/>
            <a:ext cx="4532700" cy="1332750"/>
          </a:xfrm>
        </p:spPr>
        <p:txBody>
          <a:bodyPr/>
          <a:lstStyle/>
          <a:p>
            <a:pPr marL="0" indent="0" algn="ctr">
              <a:buFont typeface="Wingdings" pitchFamily="2" charset="2"/>
              <a:buNone/>
            </a:pPr>
            <a:r>
              <a:rPr lang="en-US" altLang="en-US" sz="1800" i="1" dirty="0">
                <a:solidFill>
                  <a:schemeClr val="bg2">
                    <a:lumMod val="50000"/>
                  </a:schemeClr>
                </a:solidFill>
              </a:rPr>
              <a:t>Do the big five show up in the assessment of personality in cultures around the world?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89C07C-F395-5144-B2E5-BAE1344FC9AC}"/>
              </a:ext>
            </a:extLst>
          </p:cNvPr>
          <p:cNvSpPr txBox="1"/>
          <p:nvPr/>
        </p:nvSpPr>
        <p:spPr>
          <a:xfrm>
            <a:off x="3852355" y="3386846"/>
            <a:ext cx="4599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bg2">
                    <a:lumMod val="50000"/>
                  </a:schemeClr>
                </a:solidFill>
              </a:rPr>
              <a:t>Yes, especially extraversion, agreeableness and conscientiousness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7" name="Google Shape;5503;p78">
            <a:extLst>
              <a:ext uri="{FF2B5EF4-FFF2-40B4-BE49-F238E27FC236}">
                <a16:creationId xmlns:a16="http://schemas.microsoft.com/office/drawing/2014/main" id="{2E134E1F-79E5-994A-BEB9-A3D7D8603C48}"/>
              </a:ext>
            </a:extLst>
          </p:cNvPr>
          <p:cNvGrpSpPr/>
          <p:nvPr/>
        </p:nvGrpSpPr>
        <p:grpSpPr>
          <a:xfrm>
            <a:off x="548640" y="1963338"/>
            <a:ext cx="3072661" cy="1813134"/>
            <a:chOff x="238125" y="732525"/>
            <a:chExt cx="7130500" cy="4241425"/>
          </a:xfrm>
          <a:solidFill>
            <a:schemeClr val="tx2"/>
          </a:solidFill>
        </p:grpSpPr>
        <p:sp>
          <p:nvSpPr>
            <p:cNvPr id="8" name="Google Shape;5504;p78">
              <a:extLst>
                <a:ext uri="{FF2B5EF4-FFF2-40B4-BE49-F238E27FC236}">
                  <a16:creationId xmlns:a16="http://schemas.microsoft.com/office/drawing/2014/main" id="{08CAA048-AD83-EF44-AF26-7F912BC6F750}"/>
                </a:ext>
              </a:extLst>
            </p:cNvPr>
            <p:cNvSpPr/>
            <p:nvPr/>
          </p:nvSpPr>
          <p:spPr>
            <a:xfrm>
              <a:off x="3175800" y="1003350"/>
              <a:ext cx="3741725" cy="3331975"/>
            </a:xfrm>
            <a:custGeom>
              <a:avLst/>
              <a:gdLst/>
              <a:ahLst/>
              <a:cxnLst/>
              <a:rect l="l" t="t" r="r" b="b"/>
              <a:pathLst>
                <a:path w="149669" h="133279" extrusionOk="0">
                  <a:moveTo>
                    <a:pt x="81445" y="1"/>
                  </a:moveTo>
                  <a:lnTo>
                    <a:pt x="79450" y="1466"/>
                  </a:lnTo>
                  <a:lnTo>
                    <a:pt x="78288" y="3145"/>
                  </a:lnTo>
                  <a:lnTo>
                    <a:pt x="77341" y="834"/>
                  </a:lnTo>
                  <a:lnTo>
                    <a:pt x="75131" y="834"/>
                  </a:lnTo>
                  <a:lnTo>
                    <a:pt x="73868" y="2413"/>
                  </a:lnTo>
                  <a:lnTo>
                    <a:pt x="73161" y="4888"/>
                  </a:lnTo>
                  <a:lnTo>
                    <a:pt x="69891" y="7325"/>
                  </a:lnTo>
                  <a:lnTo>
                    <a:pt x="68313" y="10330"/>
                  </a:lnTo>
                  <a:lnTo>
                    <a:pt x="69474" y="11466"/>
                  </a:lnTo>
                  <a:lnTo>
                    <a:pt x="66318" y="13247"/>
                  </a:lnTo>
                  <a:lnTo>
                    <a:pt x="67782" y="14825"/>
                  </a:lnTo>
                  <a:lnTo>
                    <a:pt x="69790" y="15873"/>
                  </a:lnTo>
                  <a:lnTo>
                    <a:pt x="68729" y="16504"/>
                  </a:lnTo>
                  <a:lnTo>
                    <a:pt x="65888" y="14812"/>
                  </a:lnTo>
                  <a:lnTo>
                    <a:pt x="65257" y="16605"/>
                  </a:lnTo>
                  <a:lnTo>
                    <a:pt x="63994" y="17439"/>
                  </a:lnTo>
                  <a:lnTo>
                    <a:pt x="65358" y="21644"/>
                  </a:lnTo>
                  <a:lnTo>
                    <a:pt x="67050" y="21959"/>
                  </a:lnTo>
                  <a:lnTo>
                    <a:pt x="68199" y="22906"/>
                  </a:lnTo>
                  <a:cubicBezTo>
                    <a:pt x="67252" y="23336"/>
                    <a:pt x="65674" y="23651"/>
                    <a:pt x="65674" y="23651"/>
                  </a:cubicBezTo>
                  <a:lnTo>
                    <a:pt x="66419" y="25230"/>
                  </a:lnTo>
                  <a:lnTo>
                    <a:pt x="65358" y="26593"/>
                  </a:lnTo>
                  <a:lnTo>
                    <a:pt x="63577" y="25962"/>
                  </a:lnTo>
                  <a:lnTo>
                    <a:pt x="64625" y="23967"/>
                  </a:lnTo>
                  <a:lnTo>
                    <a:pt x="63262" y="20394"/>
                  </a:lnTo>
                  <a:lnTo>
                    <a:pt x="62214" y="17439"/>
                  </a:lnTo>
                  <a:lnTo>
                    <a:pt x="61368" y="15343"/>
                  </a:lnTo>
                  <a:lnTo>
                    <a:pt x="59688" y="14711"/>
                  </a:lnTo>
                  <a:lnTo>
                    <a:pt x="58842" y="18386"/>
                  </a:lnTo>
                  <a:lnTo>
                    <a:pt x="58792" y="21012"/>
                  </a:lnTo>
                  <a:lnTo>
                    <a:pt x="60951" y="22906"/>
                  </a:lnTo>
                  <a:lnTo>
                    <a:pt x="60951" y="24485"/>
                  </a:lnTo>
                  <a:lnTo>
                    <a:pt x="58009" y="23020"/>
                  </a:lnTo>
                  <a:lnTo>
                    <a:pt x="55319" y="22389"/>
                  </a:lnTo>
                  <a:lnTo>
                    <a:pt x="54978" y="23437"/>
                  </a:lnTo>
                  <a:lnTo>
                    <a:pt x="55547" y="24598"/>
                  </a:lnTo>
                  <a:lnTo>
                    <a:pt x="52516" y="25230"/>
                  </a:lnTo>
                  <a:lnTo>
                    <a:pt x="48526" y="27326"/>
                  </a:lnTo>
                  <a:lnTo>
                    <a:pt x="46632" y="29535"/>
                  </a:lnTo>
                  <a:lnTo>
                    <a:pt x="46114" y="26909"/>
                  </a:lnTo>
                  <a:lnTo>
                    <a:pt x="44852" y="26391"/>
                  </a:lnTo>
                  <a:lnTo>
                    <a:pt x="44536" y="29119"/>
                  </a:lnTo>
                  <a:lnTo>
                    <a:pt x="42326" y="30381"/>
                  </a:lnTo>
                  <a:lnTo>
                    <a:pt x="43488" y="32162"/>
                  </a:lnTo>
                  <a:lnTo>
                    <a:pt x="41379" y="32061"/>
                  </a:lnTo>
                  <a:lnTo>
                    <a:pt x="40647" y="33223"/>
                  </a:lnTo>
                  <a:lnTo>
                    <a:pt x="39169" y="30381"/>
                  </a:lnTo>
                  <a:lnTo>
                    <a:pt x="37490" y="29119"/>
                  </a:lnTo>
                  <a:lnTo>
                    <a:pt x="37490" y="29119"/>
                  </a:lnTo>
                  <a:lnTo>
                    <a:pt x="40748" y="29750"/>
                  </a:lnTo>
                  <a:lnTo>
                    <a:pt x="42225" y="28803"/>
                  </a:lnTo>
                  <a:lnTo>
                    <a:pt x="41379" y="26593"/>
                  </a:lnTo>
                  <a:lnTo>
                    <a:pt x="37806" y="24699"/>
                  </a:lnTo>
                  <a:lnTo>
                    <a:pt x="35078" y="23538"/>
                  </a:lnTo>
                  <a:lnTo>
                    <a:pt x="32654" y="22906"/>
                  </a:lnTo>
                  <a:lnTo>
                    <a:pt x="29181" y="24068"/>
                  </a:lnTo>
                  <a:lnTo>
                    <a:pt x="25292" y="28172"/>
                  </a:lnTo>
                  <a:lnTo>
                    <a:pt x="22767" y="31745"/>
                  </a:lnTo>
                  <a:lnTo>
                    <a:pt x="21403" y="34586"/>
                  </a:lnTo>
                  <a:lnTo>
                    <a:pt x="18878" y="37112"/>
                  </a:lnTo>
                  <a:lnTo>
                    <a:pt x="18082" y="38892"/>
                  </a:lnTo>
                  <a:lnTo>
                    <a:pt x="19130" y="42680"/>
                  </a:lnTo>
                  <a:lnTo>
                    <a:pt x="20923" y="42364"/>
                  </a:lnTo>
                  <a:lnTo>
                    <a:pt x="22186" y="40786"/>
                  </a:lnTo>
                  <a:lnTo>
                    <a:pt x="23651" y="43311"/>
                  </a:lnTo>
                  <a:lnTo>
                    <a:pt x="23449" y="44776"/>
                  </a:lnTo>
                  <a:lnTo>
                    <a:pt x="26441" y="45092"/>
                  </a:lnTo>
                  <a:cubicBezTo>
                    <a:pt x="26441" y="45092"/>
                    <a:pt x="28058" y="42882"/>
                    <a:pt x="28058" y="42566"/>
                  </a:cubicBezTo>
                  <a:cubicBezTo>
                    <a:pt x="28058" y="42251"/>
                    <a:pt x="28487" y="40256"/>
                    <a:pt x="28487" y="40256"/>
                  </a:cubicBezTo>
                  <a:lnTo>
                    <a:pt x="26909" y="37932"/>
                  </a:lnTo>
                  <a:lnTo>
                    <a:pt x="27111" y="35622"/>
                  </a:lnTo>
                  <a:lnTo>
                    <a:pt x="28904" y="34157"/>
                  </a:lnTo>
                  <a:lnTo>
                    <a:pt x="29535" y="32364"/>
                  </a:lnTo>
                  <a:lnTo>
                    <a:pt x="30899" y="31202"/>
                  </a:lnTo>
                  <a:lnTo>
                    <a:pt x="32376" y="32263"/>
                  </a:lnTo>
                  <a:lnTo>
                    <a:pt x="29535" y="35836"/>
                  </a:lnTo>
                  <a:lnTo>
                    <a:pt x="30684" y="39309"/>
                  </a:lnTo>
                  <a:lnTo>
                    <a:pt x="32477" y="39523"/>
                  </a:lnTo>
                  <a:lnTo>
                    <a:pt x="35002" y="38778"/>
                  </a:lnTo>
                  <a:lnTo>
                    <a:pt x="36467" y="39725"/>
                  </a:lnTo>
                  <a:lnTo>
                    <a:pt x="34257" y="41089"/>
                  </a:lnTo>
                  <a:lnTo>
                    <a:pt x="31416" y="41203"/>
                  </a:lnTo>
                  <a:lnTo>
                    <a:pt x="31101" y="42983"/>
                  </a:lnTo>
                  <a:lnTo>
                    <a:pt x="29952" y="44360"/>
                  </a:lnTo>
                  <a:lnTo>
                    <a:pt x="29219" y="46822"/>
                  </a:lnTo>
                  <a:lnTo>
                    <a:pt x="25532" y="47504"/>
                  </a:lnTo>
                  <a:lnTo>
                    <a:pt x="21555" y="47504"/>
                  </a:lnTo>
                  <a:lnTo>
                    <a:pt x="22287" y="45092"/>
                  </a:lnTo>
                  <a:lnTo>
                    <a:pt x="21239" y="43880"/>
                  </a:lnTo>
                  <a:lnTo>
                    <a:pt x="19976" y="45382"/>
                  </a:lnTo>
                  <a:lnTo>
                    <a:pt x="19762" y="48072"/>
                  </a:lnTo>
                  <a:lnTo>
                    <a:pt x="17022" y="49208"/>
                  </a:lnTo>
                  <a:lnTo>
                    <a:pt x="16075" y="52618"/>
                  </a:lnTo>
                  <a:lnTo>
                    <a:pt x="14294" y="54448"/>
                  </a:lnTo>
                  <a:lnTo>
                    <a:pt x="12716" y="54448"/>
                  </a:lnTo>
                  <a:lnTo>
                    <a:pt x="10822" y="54764"/>
                  </a:lnTo>
                  <a:lnTo>
                    <a:pt x="12501" y="55648"/>
                  </a:lnTo>
                  <a:lnTo>
                    <a:pt x="13448" y="57681"/>
                  </a:lnTo>
                  <a:lnTo>
                    <a:pt x="11971" y="59209"/>
                  </a:lnTo>
                  <a:lnTo>
                    <a:pt x="8460" y="58780"/>
                  </a:lnTo>
                  <a:lnTo>
                    <a:pt x="6087" y="60017"/>
                  </a:lnTo>
                  <a:lnTo>
                    <a:pt x="6087" y="65484"/>
                  </a:lnTo>
                  <a:lnTo>
                    <a:pt x="8612" y="66217"/>
                  </a:lnTo>
                  <a:lnTo>
                    <a:pt x="9723" y="67164"/>
                  </a:lnTo>
                  <a:lnTo>
                    <a:pt x="11150" y="66318"/>
                  </a:lnTo>
                  <a:lnTo>
                    <a:pt x="13233" y="66431"/>
                  </a:lnTo>
                  <a:lnTo>
                    <a:pt x="15115" y="63691"/>
                  </a:lnTo>
                  <a:lnTo>
                    <a:pt x="16176" y="61797"/>
                  </a:lnTo>
                  <a:lnTo>
                    <a:pt x="17123" y="61381"/>
                  </a:lnTo>
                  <a:lnTo>
                    <a:pt x="17438" y="59600"/>
                  </a:lnTo>
                  <a:lnTo>
                    <a:pt x="19850" y="60232"/>
                  </a:lnTo>
                  <a:lnTo>
                    <a:pt x="21226" y="59487"/>
                  </a:lnTo>
                  <a:lnTo>
                    <a:pt x="22805" y="59487"/>
                  </a:lnTo>
                  <a:lnTo>
                    <a:pt x="24699" y="61595"/>
                  </a:lnTo>
                  <a:lnTo>
                    <a:pt x="26113" y="62909"/>
                  </a:lnTo>
                  <a:lnTo>
                    <a:pt x="26896" y="64222"/>
                  </a:lnTo>
                  <a:lnTo>
                    <a:pt x="26896" y="65484"/>
                  </a:lnTo>
                  <a:lnTo>
                    <a:pt x="28159" y="64752"/>
                  </a:lnTo>
                  <a:lnTo>
                    <a:pt x="28159" y="62959"/>
                  </a:lnTo>
                  <a:lnTo>
                    <a:pt x="29421" y="63376"/>
                  </a:lnTo>
                  <a:lnTo>
                    <a:pt x="29787" y="62542"/>
                  </a:lnTo>
                  <a:lnTo>
                    <a:pt x="27035" y="60964"/>
                  </a:lnTo>
                  <a:lnTo>
                    <a:pt x="24661" y="58653"/>
                  </a:lnTo>
                  <a:lnTo>
                    <a:pt x="25103" y="57075"/>
                  </a:lnTo>
                  <a:lnTo>
                    <a:pt x="27527" y="58754"/>
                  </a:lnTo>
                  <a:lnTo>
                    <a:pt x="30368" y="61595"/>
                  </a:lnTo>
                  <a:lnTo>
                    <a:pt x="31846" y="65383"/>
                  </a:lnTo>
                  <a:lnTo>
                    <a:pt x="33525" y="66671"/>
                  </a:lnTo>
                  <a:lnTo>
                    <a:pt x="34889" y="65383"/>
                  </a:lnTo>
                  <a:lnTo>
                    <a:pt x="33740" y="64020"/>
                  </a:lnTo>
                  <a:lnTo>
                    <a:pt x="35002" y="62643"/>
                  </a:lnTo>
                  <a:lnTo>
                    <a:pt x="36366" y="62441"/>
                  </a:lnTo>
                  <a:lnTo>
                    <a:pt x="37945" y="62126"/>
                  </a:lnTo>
                  <a:lnTo>
                    <a:pt x="37831" y="59701"/>
                  </a:lnTo>
                  <a:lnTo>
                    <a:pt x="39409" y="56343"/>
                  </a:lnTo>
                  <a:lnTo>
                    <a:pt x="41101" y="55913"/>
                  </a:lnTo>
                  <a:lnTo>
                    <a:pt x="41733" y="58237"/>
                  </a:lnTo>
                  <a:lnTo>
                    <a:pt x="43627" y="58237"/>
                  </a:lnTo>
                  <a:lnTo>
                    <a:pt x="43513" y="56759"/>
                  </a:lnTo>
                  <a:lnTo>
                    <a:pt x="45407" y="55547"/>
                  </a:lnTo>
                  <a:lnTo>
                    <a:pt x="44776" y="57466"/>
                  </a:lnTo>
                  <a:lnTo>
                    <a:pt x="47402" y="60168"/>
                  </a:lnTo>
                  <a:lnTo>
                    <a:pt x="49195" y="61507"/>
                  </a:lnTo>
                  <a:lnTo>
                    <a:pt x="45306" y="62340"/>
                  </a:lnTo>
                  <a:lnTo>
                    <a:pt x="42149" y="61494"/>
                  </a:lnTo>
                  <a:lnTo>
                    <a:pt x="39624" y="62126"/>
                  </a:lnTo>
                  <a:lnTo>
                    <a:pt x="38147" y="62972"/>
                  </a:lnTo>
                  <a:lnTo>
                    <a:pt x="37099" y="65497"/>
                  </a:lnTo>
                  <a:lnTo>
                    <a:pt x="38892" y="66671"/>
                  </a:lnTo>
                  <a:lnTo>
                    <a:pt x="41619" y="67366"/>
                  </a:lnTo>
                  <a:lnTo>
                    <a:pt x="44031" y="66002"/>
                  </a:lnTo>
                  <a:lnTo>
                    <a:pt x="44978" y="67366"/>
                  </a:lnTo>
                  <a:lnTo>
                    <a:pt x="44144" y="70523"/>
                  </a:lnTo>
                  <a:lnTo>
                    <a:pt x="41404" y="71785"/>
                  </a:lnTo>
                  <a:lnTo>
                    <a:pt x="38046" y="72316"/>
                  </a:lnTo>
                  <a:lnTo>
                    <a:pt x="32578" y="70737"/>
                  </a:lnTo>
                  <a:lnTo>
                    <a:pt x="30684" y="71053"/>
                  </a:lnTo>
                  <a:lnTo>
                    <a:pt x="29005" y="72518"/>
                  </a:lnTo>
                  <a:lnTo>
                    <a:pt x="26441" y="70422"/>
                  </a:lnTo>
                  <a:lnTo>
                    <a:pt x="23966" y="69891"/>
                  </a:lnTo>
                  <a:lnTo>
                    <a:pt x="23600" y="67139"/>
                  </a:lnTo>
                  <a:lnTo>
                    <a:pt x="22186" y="66823"/>
                  </a:lnTo>
                  <a:lnTo>
                    <a:pt x="20077" y="67164"/>
                  </a:lnTo>
                  <a:lnTo>
                    <a:pt x="15948" y="67139"/>
                  </a:lnTo>
                  <a:lnTo>
                    <a:pt x="11554" y="68742"/>
                  </a:lnTo>
                  <a:lnTo>
                    <a:pt x="10291" y="68111"/>
                  </a:lnTo>
                  <a:lnTo>
                    <a:pt x="8511" y="69891"/>
                  </a:lnTo>
                  <a:lnTo>
                    <a:pt x="6718" y="71785"/>
                  </a:lnTo>
                  <a:lnTo>
                    <a:pt x="6087" y="73793"/>
                  </a:lnTo>
                  <a:lnTo>
                    <a:pt x="3460" y="75687"/>
                  </a:lnTo>
                  <a:lnTo>
                    <a:pt x="1048" y="79564"/>
                  </a:lnTo>
                  <a:lnTo>
                    <a:pt x="0" y="82089"/>
                  </a:lnTo>
                  <a:lnTo>
                    <a:pt x="518" y="84501"/>
                  </a:lnTo>
                  <a:lnTo>
                    <a:pt x="0" y="87342"/>
                  </a:lnTo>
                  <a:lnTo>
                    <a:pt x="834" y="90814"/>
                  </a:lnTo>
                  <a:lnTo>
                    <a:pt x="3258" y="93340"/>
                  </a:lnTo>
                  <a:lnTo>
                    <a:pt x="5038" y="95234"/>
                  </a:lnTo>
                  <a:lnTo>
                    <a:pt x="8094" y="97027"/>
                  </a:lnTo>
                  <a:lnTo>
                    <a:pt x="10822" y="96711"/>
                  </a:lnTo>
                  <a:lnTo>
                    <a:pt x="13347" y="96711"/>
                  </a:lnTo>
                  <a:lnTo>
                    <a:pt x="16075" y="95335"/>
                  </a:lnTo>
                  <a:lnTo>
                    <a:pt x="18398" y="95600"/>
                  </a:lnTo>
                  <a:lnTo>
                    <a:pt x="19345" y="97203"/>
                  </a:lnTo>
                  <a:lnTo>
                    <a:pt x="22186" y="97052"/>
                  </a:lnTo>
                  <a:lnTo>
                    <a:pt x="23335" y="98921"/>
                  </a:lnTo>
                  <a:lnTo>
                    <a:pt x="22918" y="103012"/>
                  </a:lnTo>
                  <a:lnTo>
                    <a:pt x="25040" y="106169"/>
                  </a:lnTo>
                  <a:lnTo>
                    <a:pt x="25646" y="109325"/>
                  </a:lnTo>
                  <a:lnTo>
                    <a:pt x="25646" y="112166"/>
                  </a:lnTo>
                  <a:lnTo>
                    <a:pt x="23752" y="114793"/>
                  </a:lnTo>
                  <a:lnTo>
                    <a:pt x="23752" y="117205"/>
                  </a:lnTo>
                  <a:lnTo>
                    <a:pt x="25646" y="119945"/>
                  </a:lnTo>
                  <a:lnTo>
                    <a:pt x="25646" y="123505"/>
                  </a:lnTo>
                  <a:lnTo>
                    <a:pt x="27641" y="126132"/>
                  </a:lnTo>
                  <a:lnTo>
                    <a:pt x="28752" y="128228"/>
                  </a:lnTo>
                  <a:lnTo>
                    <a:pt x="29143" y="130539"/>
                  </a:lnTo>
                  <a:lnTo>
                    <a:pt x="30899" y="133279"/>
                  </a:lnTo>
                  <a:lnTo>
                    <a:pt x="35419" y="133279"/>
                  </a:lnTo>
                  <a:lnTo>
                    <a:pt x="37945" y="131385"/>
                  </a:lnTo>
                  <a:lnTo>
                    <a:pt x="39624" y="129541"/>
                  </a:lnTo>
                  <a:lnTo>
                    <a:pt x="42149" y="126675"/>
                  </a:lnTo>
                  <a:lnTo>
                    <a:pt x="42781" y="123808"/>
                  </a:lnTo>
                  <a:lnTo>
                    <a:pt x="44258" y="123808"/>
                  </a:lnTo>
                  <a:lnTo>
                    <a:pt x="44574" y="119705"/>
                  </a:lnTo>
                  <a:lnTo>
                    <a:pt x="44574" y="118442"/>
                  </a:lnTo>
                  <a:lnTo>
                    <a:pt x="48678" y="115285"/>
                  </a:lnTo>
                  <a:lnTo>
                    <a:pt x="50256" y="112874"/>
                  </a:lnTo>
                  <a:lnTo>
                    <a:pt x="50256" y="110260"/>
                  </a:lnTo>
                  <a:lnTo>
                    <a:pt x="49410" y="108265"/>
                  </a:lnTo>
                  <a:lnTo>
                    <a:pt x="49460" y="105954"/>
                  </a:lnTo>
                  <a:lnTo>
                    <a:pt x="48905" y="104477"/>
                  </a:lnTo>
                  <a:lnTo>
                    <a:pt x="51683" y="101951"/>
                  </a:lnTo>
                  <a:lnTo>
                    <a:pt x="54334" y="99009"/>
                  </a:lnTo>
                  <a:lnTo>
                    <a:pt x="57592" y="97014"/>
                  </a:lnTo>
                  <a:cubicBezTo>
                    <a:pt x="57592" y="97014"/>
                    <a:pt x="59070" y="94388"/>
                    <a:pt x="59070" y="93958"/>
                  </a:cubicBezTo>
                  <a:cubicBezTo>
                    <a:pt x="59070" y="93542"/>
                    <a:pt x="59916" y="91433"/>
                    <a:pt x="59916" y="91433"/>
                  </a:cubicBezTo>
                  <a:lnTo>
                    <a:pt x="59398" y="89754"/>
                  </a:lnTo>
                  <a:lnTo>
                    <a:pt x="57921" y="90498"/>
                  </a:lnTo>
                  <a:lnTo>
                    <a:pt x="54132" y="91016"/>
                  </a:lnTo>
                  <a:lnTo>
                    <a:pt x="52870" y="91648"/>
                  </a:lnTo>
                  <a:lnTo>
                    <a:pt x="52238" y="89754"/>
                  </a:lnTo>
                  <a:lnTo>
                    <a:pt x="51721" y="88604"/>
                  </a:lnTo>
                  <a:lnTo>
                    <a:pt x="49612" y="86597"/>
                  </a:lnTo>
                  <a:lnTo>
                    <a:pt x="48248" y="85650"/>
                  </a:lnTo>
                  <a:lnTo>
                    <a:pt x="46139" y="80826"/>
                  </a:lnTo>
                  <a:lnTo>
                    <a:pt x="45306" y="79665"/>
                  </a:lnTo>
                  <a:lnTo>
                    <a:pt x="44258" y="76823"/>
                  </a:lnTo>
                  <a:lnTo>
                    <a:pt x="43513" y="75561"/>
                  </a:lnTo>
                  <a:lnTo>
                    <a:pt x="44675" y="75144"/>
                  </a:lnTo>
                  <a:lnTo>
                    <a:pt x="47200" y="78617"/>
                  </a:lnTo>
                  <a:lnTo>
                    <a:pt x="48665" y="80927"/>
                  </a:lnTo>
                  <a:lnTo>
                    <a:pt x="49511" y="83339"/>
                  </a:lnTo>
                  <a:lnTo>
                    <a:pt x="51506" y="84917"/>
                  </a:lnTo>
                  <a:lnTo>
                    <a:pt x="52769" y="87973"/>
                  </a:lnTo>
                  <a:lnTo>
                    <a:pt x="53299" y="89438"/>
                  </a:lnTo>
                  <a:lnTo>
                    <a:pt x="56771" y="87859"/>
                  </a:lnTo>
                  <a:lnTo>
                    <a:pt x="60560" y="87026"/>
                  </a:lnTo>
                  <a:lnTo>
                    <a:pt x="64449" y="85018"/>
                  </a:lnTo>
                  <a:lnTo>
                    <a:pt x="65585" y="82922"/>
                  </a:lnTo>
                  <a:lnTo>
                    <a:pt x="66431" y="80814"/>
                  </a:lnTo>
                  <a:lnTo>
                    <a:pt x="64853" y="79235"/>
                  </a:lnTo>
                  <a:lnTo>
                    <a:pt x="63476" y="77771"/>
                  </a:lnTo>
                  <a:lnTo>
                    <a:pt x="61065" y="78503"/>
                  </a:lnTo>
                  <a:lnTo>
                    <a:pt x="58956" y="78604"/>
                  </a:lnTo>
                  <a:lnTo>
                    <a:pt x="57693" y="76293"/>
                  </a:lnTo>
                  <a:lnTo>
                    <a:pt x="55799" y="74740"/>
                  </a:lnTo>
                  <a:lnTo>
                    <a:pt x="56746" y="73149"/>
                  </a:lnTo>
                  <a:lnTo>
                    <a:pt x="59587" y="75460"/>
                  </a:lnTo>
                  <a:lnTo>
                    <a:pt x="61696" y="76609"/>
                  </a:lnTo>
                  <a:lnTo>
                    <a:pt x="63476" y="76722"/>
                  </a:lnTo>
                  <a:lnTo>
                    <a:pt x="65269" y="77669"/>
                  </a:lnTo>
                  <a:lnTo>
                    <a:pt x="67997" y="78086"/>
                  </a:lnTo>
                  <a:lnTo>
                    <a:pt x="71368" y="77669"/>
                  </a:lnTo>
                  <a:lnTo>
                    <a:pt x="73995" y="79564"/>
                  </a:lnTo>
                  <a:lnTo>
                    <a:pt x="75358" y="81874"/>
                  </a:lnTo>
                  <a:lnTo>
                    <a:pt x="76621" y="82076"/>
                  </a:lnTo>
                  <a:lnTo>
                    <a:pt x="77884" y="80612"/>
                  </a:lnTo>
                  <a:lnTo>
                    <a:pt x="78515" y="83137"/>
                  </a:lnTo>
                  <a:lnTo>
                    <a:pt x="79147" y="85864"/>
                  </a:lnTo>
                  <a:lnTo>
                    <a:pt x="80510" y="88806"/>
                  </a:lnTo>
                  <a:lnTo>
                    <a:pt x="81988" y="92178"/>
                  </a:lnTo>
                  <a:lnTo>
                    <a:pt x="82505" y="94072"/>
                  </a:lnTo>
                  <a:lnTo>
                    <a:pt x="84298" y="91231"/>
                  </a:lnTo>
                  <a:lnTo>
                    <a:pt x="84298" y="88188"/>
                  </a:lnTo>
                  <a:lnTo>
                    <a:pt x="85245" y="86609"/>
                  </a:lnTo>
                  <a:lnTo>
                    <a:pt x="87291" y="84816"/>
                  </a:lnTo>
                  <a:lnTo>
                    <a:pt x="90322" y="82089"/>
                  </a:lnTo>
                  <a:lnTo>
                    <a:pt x="91622" y="80296"/>
                  </a:lnTo>
                  <a:lnTo>
                    <a:pt x="94375" y="79665"/>
                  </a:lnTo>
                  <a:lnTo>
                    <a:pt x="95120" y="82720"/>
                  </a:lnTo>
                  <a:lnTo>
                    <a:pt x="96913" y="83554"/>
                  </a:lnTo>
                  <a:lnTo>
                    <a:pt x="96913" y="86925"/>
                  </a:lnTo>
                  <a:lnTo>
                    <a:pt x="98857" y="85763"/>
                  </a:lnTo>
                  <a:lnTo>
                    <a:pt x="100701" y="89652"/>
                  </a:lnTo>
                  <a:lnTo>
                    <a:pt x="100701" y="93857"/>
                  </a:lnTo>
                  <a:lnTo>
                    <a:pt x="102696" y="94905"/>
                  </a:lnTo>
                  <a:lnTo>
                    <a:pt x="103694" y="97014"/>
                  </a:lnTo>
                  <a:lnTo>
                    <a:pt x="105133" y="98908"/>
                  </a:lnTo>
                  <a:lnTo>
                    <a:pt x="107179" y="99741"/>
                  </a:lnTo>
                  <a:lnTo>
                    <a:pt x="107179" y="99741"/>
                  </a:lnTo>
                  <a:lnTo>
                    <a:pt x="106560" y="97746"/>
                  </a:lnTo>
                  <a:lnTo>
                    <a:pt x="106257" y="96067"/>
                  </a:lnTo>
                  <a:lnTo>
                    <a:pt x="104577" y="94804"/>
                  </a:lnTo>
                  <a:lnTo>
                    <a:pt x="103428" y="93226"/>
                  </a:lnTo>
                  <a:lnTo>
                    <a:pt x="102797" y="91761"/>
                  </a:lnTo>
                  <a:lnTo>
                    <a:pt x="103113" y="89551"/>
                  </a:lnTo>
                  <a:lnTo>
                    <a:pt x="103845" y="88604"/>
                  </a:lnTo>
                  <a:lnTo>
                    <a:pt x="105537" y="90183"/>
                  </a:lnTo>
                  <a:lnTo>
                    <a:pt x="107217" y="91963"/>
                  </a:lnTo>
                  <a:lnTo>
                    <a:pt x="108050" y="92393"/>
                  </a:lnTo>
                  <a:cubicBezTo>
                    <a:pt x="108050" y="92393"/>
                    <a:pt x="110146" y="90814"/>
                    <a:pt x="110146" y="90498"/>
                  </a:cubicBezTo>
                  <a:lnTo>
                    <a:pt x="110146" y="86925"/>
                  </a:lnTo>
                  <a:lnTo>
                    <a:pt x="108252" y="85132"/>
                  </a:lnTo>
                  <a:lnTo>
                    <a:pt x="107469" y="83554"/>
                  </a:lnTo>
                  <a:cubicBezTo>
                    <a:pt x="107469" y="83554"/>
                    <a:pt x="107747" y="81975"/>
                    <a:pt x="108063" y="81773"/>
                  </a:cubicBezTo>
                  <a:cubicBezTo>
                    <a:pt x="108378" y="81559"/>
                    <a:pt x="110209" y="80927"/>
                    <a:pt x="110209" y="80927"/>
                  </a:cubicBezTo>
                  <a:lnTo>
                    <a:pt x="110752" y="82190"/>
                  </a:lnTo>
                  <a:lnTo>
                    <a:pt x="112646" y="80826"/>
                  </a:lnTo>
                  <a:lnTo>
                    <a:pt x="116434" y="78932"/>
                  </a:lnTo>
                  <a:lnTo>
                    <a:pt x="118177" y="75775"/>
                  </a:lnTo>
                  <a:lnTo>
                    <a:pt x="118960" y="73566"/>
                  </a:lnTo>
                  <a:lnTo>
                    <a:pt x="118960" y="69891"/>
                  </a:lnTo>
                  <a:lnTo>
                    <a:pt x="117520" y="66949"/>
                  </a:lnTo>
                  <a:lnTo>
                    <a:pt x="116093" y="65169"/>
                  </a:lnTo>
                  <a:lnTo>
                    <a:pt x="118278" y="63691"/>
                  </a:lnTo>
                  <a:lnTo>
                    <a:pt x="118947" y="63174"/>
                  </a:lnTo>
                  <a:lnTo>
                    <a:pt x="117280" y="62643"/>
                  </a:lnTo>
                  <a:lnTo>
                    <a:pt x="115816" y="63174"/>
                  </a:lnTo>
                  <a:lnTo>
                    <a:pt x="114868" y="62113"/>
                  </a:lnTo>
                  <a:lnTo>
                    <a:pt x="114237" y="61280"/>
                  </a:lnTo>
                  <a:lnTo>
                    <a:pt x="116030" y="60219"/>
                  </a:lnTo>
                  <a:lnTo>
                    <a:pt x="116876" y="58540"/>
                  </a:lnTo>
                  <a:lnTo>
                    <a:pt x="117924" y="59070"/>
                  </a:lnTo>
                  <a:lnTo>
                    <a:pt x="117394" y="60964"/>
                  </a:lnTo>
                  <a:lnTo>
                    <a:pt x="117394" y="60964"/>
                  </a:lnTo>
                  <a:lnTo>
                    <a:pt x="119086" y="60118"/>
                  </a:lnTo>
                  <a:lnTo>
                    <a:pt x="120235" y="61065"/>
                  </a:lnTo>
                  <a:lnTo>
                    <a:pt x="121182" y="62744"/>
                  </a:lnTo>
                  <a:lnTo>
                    <a:pt x="122129" y="63906"/>
                  </a:lnTo>
                  <a:lnTo>
                    <a:pt x="122129" y="65484"/>
                  </a:lnTo>
                  <a:lnTo>
                    <a:pt x="122975" y="66318"/>
                  </a:lnTo>
                  <a:lnTo>
                    <a:pt x="124806" y="64853"/>
                  </a:lnTo>
                  <a:lnTo>
                    <a:pt x="124263" y="62542"/>
                  </a:lnTo>
                  <a:lnTo>
                    <a:pt x="122621" y="60850"/>
                  </a:lnTo>
                  <a:lnTo>
                    <a:pt x="122116" y="59802"/>
                  </a:lnTo>
                  <a:lnTo>
                    <a:pt x="123594" y="58540"/>
                  </a:lnTo>
                  <a:lnTo>
                    <a:pt x="123707" y="55699"/>
                  </a:lnTo>
                  <a:lnTo>
                    <a:pt x="124970" y="54651"/>
                  </a:lnTo>
                  <a:lnTo>
                    <a:pt x="126233" y="55383"/>
                  </a:lnTo>
                  <a:lnTo>
                    <a:pt x="128127" y="52125"/>
                  </a:lnTo>
                  <a:lnTo>
                    <a:pt x="129705" y="47289"/>
                  </a:lnTo>
                  <a:lnTo>
                    <a:pt x="128544" y="44031"/>
                  </a:lnTo>
                  <a:lnTo>
                    <a:pt x="127811" y="41102"/>
                  </a:lnTo>
                  <a:lnTo>
                    <a:pt x="126132" y="39523"/>
                  </a:lnTo>
                  <a:lnTo>
                    <a:pt x="123922" y="38892"/>
                  </a:lnTo>
                  <a:lnTo>
                    <a:pt x="122558" y="38362"/>
                  </a:lnTo>
                  <a:lnTo>
                    <a:pt x="121498" y="37516"/>
                  </a:lnTo>
                  <a:lnTo>
                    <a:pt x="123606" y="33311"/>
                  </a:lnTo>
                  <a:lnTo>
                    <a:pt x="124440" y="30533"/>
                  </a:lnTo>
                  <a:lnTo>
                    <a:pt x="126650" y="29220"/>
                  </a:lnTo>
                  <a:lnTo>
                    <a:pt x="130021" y="29220"/>
                  </a:lnTo>
                  <a:lnTo>
                    <a:pt x="132332" y="28588"/>
                  </a:lnTo>
                  <a:lnTo>
                    <a:pt x="132231" y="28588"/>
                  </a:lnTo>
                  <a:lnTo>
                    <a:pt x="132231" y="23222"/>
                  </a:lnTo>
                  <a:lnTo>
                    <a:pt x="135072" y="21959"/>
                  </a:lnTo>
                  <a:lnTo>
                    <a:pt x="135804" y="23853"/>
                  </a:lnTo>
                  <a:lnTo>
                    <a:pt x="136650" y="21959"/>
                  </a:lnTo>
                  <a:lnTo>
                    <a:pt x="136650" y="20065"/>
                  </a:lnTo>
                  <a:lnTo>
                    <a:pt x="138115" y="20899"/>
                  </a:lnTo>
                  <a:lnTo>
                    <a:pt x="137433" y="24788"/>
                  </a:lnTo>
                  <a:lnTo>
                    <a:pt x="136006" y="30571"/>
                  </a:lnTo>
                  <a:lnTo>
                    <a:pt x="136006" y="33942"/>
                  </a:lnTo>
                  <a:lnTo>
                    <a:pt x="139428" y="38677"/>
                  </a:lnTo>
                  <a:lnTo>
                    <a:pt x="140426" y="42049"/>
                  </a:lnTo>
                  <a:lnTo>
                    <a:pt x="140426" y="43412"/>
                  </a:lnTo>
                  <a:lnTo>
                    <a:pt x="141688" y="42364"/>
                  </a:lnTo>
                  <a:lnTo>
                    <a:pt x="141688" y="38993"/>
                  </a:lnTo>
                  <a:lnTo>
                    <a:pt x="143166" y="35622"/>
                  </a:lnTo>
                  <a:lnTo>
                    <a:pt x="142370" y="32894"/>
                  </a:lnTo>
                  <a:lnTo>
                    <a:pt x="142244" y="31316"/>
                  </a:lnTo>
                  <a:lnTo>
                    <a:pt x="141966" y="29220"/>
                  </a:lnTo>
                  <a:lnTo>
                    <a:pt x="140085" y="27742"/>
                  </a:lnTo>
                  <a:lnTo>
                    <a:pt x="139782" y="24800"/>
                  </a:lnTo>
                  <a:lnTo>
                    <a:pt x="142522" y="23020"/>
                  </a:lnTo>
                  <a:lnTo>
                    <a:pt x="144832" y="23336"/>
                  </a:lnTo>
                  <a:lnTo>
                    <a:pt x="144832" y="20697"/>
                  </a:lnTo>
                  <a:lnTo>
                    <a:pt x="145881" y="18967"/>
                  </a:lnTo>
                  <a:lnTo>
                    <a:pt x="148090" y="17855"/>
                  </a:lnTo>
                  <a:lnTo>
                    <a:pt x="148936" y="17855"/>
                  </a:lnTo>
                  <a:lnTo>
                    <a:pt x="147573" y="14067"/>
                  </a:lnTo>
                  <a:lnTo>
                    <a:pt x="144315" y="12868"/>
                  </a:lnTo>
                  <a:lnTo>
                    <a:pt x="144832" y="10784"/>
                  </a:lnTo>
                  <a:lnTo>
                    <a:pt x="144517" y="8751"/>
                  </a:lnTo>
                  <a:lnTo>
                    <a:pt x="144315" y="7577"/>
                  </a:lnTo>
                  <a:lnTo>
                    <a:pt x="146310" y="8613"/>
                  </a:lnTo>
                  <a:lnTo>
                    <a:pt x="147674" y="7565"/>
                  </a:lnTo>
                  <a:lnTo>
                    <a:pt x="148936" y="8398"/>
                  </a:lnTo>
                  <a:lnTo>
                    <a:pt x="149669" y="6188"/>
                  </a:lnTo>
                  <a:lnTo>
                    <a:pt x="148406" y="4509"/>
                  </a:lnTo>
                  <a:lnTo>
                    <a:pt x="147775" y="2084"/>
                  </a:lnTo>
                  <a:lnTo>
                    <a:pt x="144201" y="1567"/>
                  </a:lnTo>
                  <a:lnTo>
                    <a:pt x="144201" y="3031"/>
                  </a:lnTo>
                  <a:lnTo>
                    <a:pt x="142623" y="2981"/>
                  </a:lnTo>
                  <a:lnTo>
                    <a:pt x="141890" y="2084"/>
                  </a:lnTo>
                  <a:lnTo>
                    <a:pt x="134440" y="2084"/>
                  </a:lnTo>
                  <a:lnTo>
                    <a:pt x="131069" y="2400"/>
                  </a:lnTo>
                  <a:lnTo>
                    <a:pt x="133493" y="4774"/>
                  </a:lnTo>
                  <a:lnTo>
                    <a:pt x="130867" y="4799"/>
                  </a:lnTo>
                  <a:lnTo>
                    <a:pt x="130337" y="3499"/>
                  </a:lnTo>
                  <a:lnTo>
                    <a:pt x="127294" y="4837"/>
                  </a:lnTo>
                  <a:lnTo>
                    <a:pt x="124654" y="6504"/>
                  </a:lnTo>
                  <a:lnTo>
                    <a:pt x="123076" y="6504"/>
                  </a:lnTo>
                  <a:lnTo>
                    <a:pt x="122028" y="4294"/>
                  </a:lnTo>
                  <a:lnTo>
                    <a:pt x="119503" y="3928"/>
                  </a:lnTo>
                  <a:lnTo>
                    <a:pt x="117407" y="5115"/>
                  </a:lnTo>
                  <a:lnTo>
                    <a:pt x="114149" y="4016"/>
                  </a:lnTo>
                  <a:lnTo>
                    <a:pt x="112040" y="3158"/>
                  </a:lnTo>
                  <a:lnTo>
                    <a:pt x="107835" y="3461"/>
                  </a:lnTo>
                  <a:lnTo>
                    <a:pt x="106055" y="4610"/>
                  </a:lnTo>
                  <a:lnTo>
                    <a:pt x="107204" y="7767"/>
                  </a:lnTo>
                  <a:lnTo>
                    <a:pt x="104792" y="7767"/>
                  </a:lnTo>
                  <a:lnTo>
                    <a:pt x="103529" y="7653"/>
                  </a:lnTo>
                  <a:lnTo>
                    <a:pt x="101951" y="8448"/>
                  </a:lnTo>
                  <a:lnTo>
                    <a:pt x="102898" y="10153"/>
                  </a:lnTo>
                  <a:lnTo>
                    <a:pt x="100587" y="9484"/>
                  </a:lnTo>
                  <a:lnTo>
                    <a:pt x="99741" y="6529"/>
                  </a:lnTo>
                  <a:lnTo>
                    <a:pt x="97115" y="4319"/>
                  </a:lnTo>
                  <a:lnTo>
                    <a:pt x="93327" y="4837"/>
                  </a:lnTo>
                  <a:lnTo>
                    <a:pt x="94173" y="7577"/>
                  </a:lnTo>
                  <a:lnTo>
                    <a:pt x="91016" y="7463"/>
                  </a:lnTo>
                  <a:lnTo>
                    <a:pt x="89968" y="6100"/>
                  </a:lnTo>
                  <a:lnTo>
                    <a:pt x="87758" y="7249"/>
                  </a:lnTo>
                  <a:lnTo>
                    <a:pt x="86066" y="7779"/>
                  </a:lnTo>
                  <a:lnTo>
                    <a:pt x="83541" y="10822"/>
                  </a:lnTo>
                  <a:lnTo>
                    <a:pt x="83023" y="8827"/>
                  </a:lnTo>
                  <a:lnTo>
                    <a:pt x="85233" y="5468"/>
                  </a:lnTo>
                  <a:lnTo>
                    <a:pt x="84601" y="2312"/>
                  </a:lnTo>
                  <a:lnTo>
                    <a:pt x="8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505;p78">
              <a:extLst>
                <a:ext uri="{FF2B5EF4-FFF2-40B4-BE49-F238E27FC236}">
                  <a16:creationId xmlns:a16="http://schemas.microsoft.com/office/drawing/2014/main" id="{0ED5C6E8-42FE-0B49-9184-A0414E0AE9D5}"/>
                </a:ext>
              </a:extLst>
            </p:cNvPr>
            <p:cNvSpPr/>
            <p:nvPr/>
          </p:nvSpPr>
          <p:spPr>
            <a:xfrm>
              <a:off x="3167575" y="993250"/>
              <a:ext cx="3759100" cy="3349975"/>
            </a:xfrm>
            <a:custGeom>
              <a:avLst/>
              <a:gdLst/>
              <a:ahLst/>
              <a:cxnLst/>
              <a:rect l="l" t="t" r="r" b="b"/>
              <a:pathLst>
                <a:path w="150364" h="133999" extrusionOk="0">
                  <a:moveTo>
                    <a:pt x="81786" y="784"/>
                  </a:moveTo>
                  <a:lnTo>
                    <a:pt x="84653" y="2892"/>
                  </a:lnTo>
                  <a:lnTo>
                    <a:pt x="85234" y="5797"/>
                  </a:lnTo>
                  <a:lnTo>
                    <a:pt x="83024" y="9168"/>
                  </a:lnTo>
                  <a:lnTo>
                    <a:pt x="83731" y="11895"/>
                  </a:lnTo>
                  <a:lnTo>
                    <a:pt x="86597" y="8448"/>
                  </a:lnTo>
                  <a:lnTo>
                    <a:pt x="88239" y="7931"/>
                  </a:lnTo>
                  <a:lnTo>
                    <a:pt x="90209" y="6895"/>
                  </a:lnTo>
                  <a:lnTo>
                    <a:pt x="91193" y="8171"/>
                  </a:lnTo>
                  <a:lnTo>
                    <a:pt x="94931" y="8297"/>
                  </a:lnTo>
                  <a:lnTo>
                    <a:pt x="94931" y="8297"/>
                  </a:lnTo>
                  <a:lnTo>
                    <a:pt x="94072" y="5494"/>
                  </a:lnTo>
                  <a:lnTo>
                    <a:pt x="97355" y="5039"/>
                  </a:lnTo>
                  <a:lnTo>
                    <a:pt x="99805" y="7110"/>
                  </a:lnTo>
                  <a:lnTo>
                    <a:pt x="100664" y="10140"/>
                  </a:lnTo>
                  <a:lnTo>
                    <a:pt x="103871" y="11075"/>
                  </a:lnTo>
                  <a:lnTo>
                    <a:pt x="102722" y="8991"/>
                  </a:lnTo>
                  <a:lnTo>
                    <a:pt x="103922" y="8385"/>
                  </a:lnTo>
                  <a:lnTo>
                    <a:pt x="105121" y="8486"/>
                  </a:lnTo>
                  <a:lnTo>
                    <a:pt x="107987" y="8486"/>
                  </a:lnTo>
                  <a:lnTo>
                    <a:pt x="106763" y="5153"/>
                  </a:lnTo>
                  <a:lnTo>
                    <a:pt x="108265" y="4180"/>
                  </a:lnTo>
                  <a:lnTo>
                    <a:pt x="112319" y="3890"/>
                  </a:lnTo>
                  <a:lnTo>
                    <a:pt x="114377" y="4723"/>
                  </a:lnTo>
                  <a:lnTo>
                    <a:pt x="117761" y="5860"/>
                  </a:lnTo>
                  <a:lnTo>
                    <a:pt x="119895" y="4673"/>
                  </a:lnTo>
                  <a:lnTo>
                    <a:pt x="122142" y="5001"/>
                  </a:lnTo>
                  <a:lnTo>
                    <a:pt x="123216" y="7236"/>
                  </a:lnTo>
                  <a:lnTo>
                    <a:pt x="125084" y="7236"/>
                  </a:lnTo>
                  <a:lnTo>
                    <a:pt x="127749" y="5544"/>
                  </a:lnTo>
                  <a:lnTo>
                    <a:pt x="130489" y="4332"/>
                  </a:lnTo>
                  <a:lnTo>
                    <a:pt x="130981" y="5532"/>
                  </a:lnTo>
                  <a:lnTo>
                    <a:pt x="134580" y="5494"/>
                  </a:lnTo>
                  <a:lnTo>
                    <a:pt x="132105" y="3069"/>
                  </a:lnTo>
                  <a:lnTo>
                    <a:pt x="134769" y="2817"/>
                  </a:lnTo>
                  <a:lnTo>
                    <a:pt x="142080" y="2817"/>
                  </a:lnTo>
                  <a:lnTo>
                    <a:pt x="142813" y="3713"/>
                  </a:lnTo>
                  <a:lnTo>
                    <a:pt x="144858" y="3776"/>
                  </a:lnTo>
                  <a:lnTo>
                    <a:pt x="144858" y="2337"/>
                  </a:lnTo>
                  <a:lnTo>
                    <a:pt x="147864" y="2779"/>
                  </a:lnTo>
                  <a:lnTo>
                    <a:pt x="148432" y="4989"/>
                  </a:lnTo>
                  <a:lnTo>
                    <a:pt x="149657" y="6643"/>
                  </a:lnTo>
                  <a:lnTo>
                    <a:pt x="149101" y="8309"/>
                  </a:lnTo>
                  <a:lnTo>
                    <a:pt x="147990" y="7564"/>
                  </a:lnTo>
                  <a:lnTo>
                    <a:pt x="146601" y="8638"/>
                  </a:lnTo>
                  <a:lnTo>
                    <a:pt x="144214" y="7400"/>
                  </a:lnTo>
                  <a:lnTo>
                    <a:pt x="144846" y="11163"/>
                  </a:lnTo>
                  <a:lnTo>
                    <a:pt x="144278" y="13461"/>
                  </a:lnTo>
                  <a:lnTo>
                    <a:pt x="147662" y="14724"/>
                  </a:lnTo>
                  <a:lnTo>
                    <a:pt x="148823" y="17944"/>
                  </a:lnTo>
                  <a:lnTo>
                    <a:pt x="148356" y="17944"/>
                  </a:lnTo>
                  <a:lnTo>
                    <a:pt x="145995" y="19118"/>
                  </a:lnTo>
                  <a:lnTo>
                    <a:pt x="144846" y="21012"/>
                  </a:lnTo>
                  <a:lnTo>
                    <a:pt x="144846" y="23373"/>
                  </a:lnTo>
                  <a:lnTo>
                    <a:pt x="142775" y="23096"/>
                  </a:lnTo>
                  <a:lnTo>
                    <a:pt x="139770" y="25040"/>
                  </a:lnTo>
                  <a:lnTo>
                    <a:pt x="140111" y="28311"/>
                  </a:lnTo>
                  <a:lnTo>
                    <a:pt x="141992" y="29788"/>
                  </a:lnTo>
                  <a:lnTo>
                    <a:pt x="142257" y="31745"/>
                  </a:lnTo>
                  <a:lnTo>
                    <a:pt x="142396" y="33387"/>
                  </a:lnTo>
                  <a:lnTo>
                    <a:pt x="143154" y="36000"/>
                  </a:lnTo>
                  <a:lnTo>
                    <a:pt x="141727" y="39271"/>
                  </a:lnTo>
                  <a:lnTo>
                    <a:pt x="141702" y="42604"/>
                  </a:lnTo>
                  <a:lnTo>
                    <a:pt x="141070" y="43135"/>
                  </a:lnTo>
                  <a:lnTo>
                    <a:pt x="141070" y="42440"/>
                  </a:lnTo>
                  <a:lnTo>
                    <a:pt x="140060" y="38993"/>
                  </a:lnTo>
                  <a:lnTo>
                    <a:pt x="136651" y="34245"/>
                  </a:lnTo>
                  <a:lnTo>
                    <a:pt x="136651" y="31025"/>
                  </a:lnTo>
                  <a:lnTo>
                    <a:pt x="138078" y="25255"/>
                  </a:lnTo>
                  <a:lnTo>
                    <a:pt x="138797" y="21151"/>
                  </a:lnTo>
                  <a:lnTo>
                    <a:pt x="136663" y="19939"/>
                  </a:lnTo>
                  <a:lnTo>
                    <a:pt x="136663" y="22300"/>
                  </a:lnTo>
                  <a:lnTo>
                    <a:pt x="136158" y="23437"/>
                  </a:lnTo>
                  <a:lnTo>
                    <a:pt x="135578" y="21947"/>
                  </a:lnTo>
                  <a:lnTo>
                    <a:pt x="132244" y="23424"/>
                  </a:lnTo>
                  <a:lnTo>
                    <a:pt x="132244" y="28765"/>
                  </a:lnTo>
                  <a:lnTo>
                    <a:pt x="130312" y="29295"/>
                  </a:lnTo>
                  <a:lnTo>
                    <a:pt x="126890" y="29295"/>
                  </a:lnTo>
                  <a:lnTo>
                    <a:pt x="124504" y="30722"/>
                  </a:lnTo>
                  <a:lnTo>
                    <a:pt x="123645" y="33576"/>
                  </a:lnTo>
                  <a:lnTo>
                    <a:pt x="121435" y="38008"/>
                  </a:lnTo>
                  <a:lnTo>
                    <a:pt x="122685" y="39006"/>
                  </a:lnTo>
                  <a:lnTo>
                    <a:pt x="124163" y="39586"/>
                  </a:lnTo>
                  <a:lnTo>
                    <a:pt x="126297" y="40193"/>
                  </a:lnTo>
                  <a:lnTo>
                    <a:pt x="127862" y="41657"/>
                  </a:lnTo>
                  <a:lnTo>
                    <a:pt x="128582" y="44549"/>
                  </a:lnTo>
                  <a:lnTo>
                    <a:pt x="129706" y="47706"/>
                  </a:lnTo>
                  <a:lnTo>
                    <a:pt x="128178" y="52403"/>
                  </a:lnTo>
                  <a:lnTo>
                    <a:pt x="126461" y="55358"/>
                  </a:lnTo>
                  <a:lnTo>
                    <a:pt x="125274" y="54676"/>
                  </a:lnTo>
                  <a:lnTo>
                    <a:pt x="123733" y="55951"/>
                  </a:lnTo>
                  <a:lnTo>
                    <a:pt x="123620" y="58792"/>
                  </a:lnTo>
                  <a:lnTo>
                    <a:pt x="122067" y="60118"/>
                  </a:lnTo>
                  <a:lnTo>
                    <a:pt x="122673" y="61393"/>
                  </a:lnTo>
                  <a:lnTo>
                    <a:pt x="124314" y="63098"/>
                  </a:lnTo>
                  <a:lnTo>
                    <a:pt x="124807" y="65131"/>
                  </a:lnTo>
                  <a:lnTo>
                    <a:pt x="123342" y="66305"/>
                  </a:lnTo>
                  <a:lnTo>
                    <a:pt x="122786" y="65750"/>
                  </a:lnTo>
                  <a:lnTo>
                    <a:pt x="122786" y="64196"/>
                  </a:lnTo>
                  <a:lnTo>
                    <a:pt x="121801" y="62997"/>
                  </a:lnTo>
                  <a:lnTo>
                    <a:pt x="120854" y="61317"/>
                  </a:lnTo>
                  <a:lnTo>
                    <a:pt x="119465" y="60143"/>
                  </a:lnTo>
                  <a:lnTo>
                    <a:pt x="118241" y="60762"/>
                  </a:lnTo>
                  <a:lnTo>
                    <a:pt x="118241" y="60762"/>
                  </a:lnTo>
                  <a:lnTo>
                    <a:pt x="118645" y="59297"/>
                  </a:lnTo>
                  <a:lnTo>
                    <a:pt x="117079" y="58514"/>
                  </a:lnTo>
                  <a:lnTo>
                    <a:pt x="116132" y="60396"/>
                  </a:lnTo>
                  <a:lnTo>
                    <a:pt x="114112" y="61583"/>
                  </a:lnTo>
                  <a:lnTo>
                    <a:pt x="114970" y="62719"/>
                  </a:lnTo>
                  <a:lnTo>
                    <a:pt x="116056" y="63931"/>
                  </a:lnTo>
                  <a:lnTo>
                    <a:pt x="117622" y="63376"/>
                  </a:lnTo>
                  <a:lnTo>
                    <a:pt x="118607" y="63691"/>
                  </a:lnTo>
                  <a:lnTo>
                    <a:pt x="115968" y="65497"/>
                  </a:lnTo>
                  <a:lnTo>
                    <a:pt x="117597" y="67530"/>
                  </a:lnTo>
                  <a:lnTo>
                    <a:pt x="119011" y="70371"/>
                  </a:lnTo>
                  <a:lnTo>
                    <a:pt x="119011" y="73919"/>
                  </a:lnTo>
                  <a:lnTo>
                    <a:pt x="118266" y="76028"/>
                  </a:lnTo>
                  <a:lnTo>
                    <a:pt x="116574" y="79096"/>
                  </a:lnTo>
                  <a:lnTo>
                    <a:pt x="112824" y="80978"/>
                  </a:lnTo>
                  <a:lnTo>
                    <a:pt x="111245" y="82114"/>
                  </a:lnTo>
                  <a:lnTo>
                    <a:pt x="110740" y="80940"/>
                  </a:lnTo>
                  <a:lnTo>
                    <a:pt x="110462" y="81041"/>
                  </a:lnTo>
                  <a:cubicBezTo>
                    <a:pt x="110159" y="81142"/>
                    <a:pt x="108594" y="81697"/>
                    <a:pt x="108253" y="81912"/>
                  </a:cubicBezTo>
                  <a:cubicBezTo>
                    <a:pt x="107886" y="82165"/>
                    <a:pt x="107634" y="83276"/>
                    <a:pt x="107520" y="83907"/>
                  </a:cubicBezTo>
                  <a:lnTo>
                    <a:pt x="107495" y="84008"/>
                  </a:lnTo>
                  <a:lnTo>
                    <a:pt x="108341" y="85688"/>
                  </a:lnTo>
                  <a:lnTo>
                    <a:pt x="110197" y="87468"/>
                  </a:lnTo>
                  <a:lnTo>
                    <a:pt x="110197" y="90852"/>
                  </a:lnTo>
                  <a:cubicBezTo>
                    <a:pt x="110046" y="91092"/>
                    <a:pt x="109174" y="91824"/>
                    <a:pt x="108379" y="92430"/>
                  </a:cubicBezTo>
                  <a:lnTo>
                    <a:pt x="107760" y="92115"/>
                  </a:lnTo>
                  <a:lnTo>
                    <a:pt x="106093" y="90360"/>
                  </a:lnTo>
                  <a:lnTo>
                    <a:pt x="104161" y="88541"/>
                  </a:lnTo>
                  <a:lnTo>
                    <a:pt x="103164" y="89829"/>
                  </a:lnTo>
                  <a:lnTo>
                    <a:pt x="102823" y="92203"/>
                  </a:lnTo>
                  <a:lnTo>
                    <a:pt x="103492" y="93756"/>
                  </a:lnTo>
                  <a:lnTo>
                    <a:pt x="104679" y="95398"/>
                  </a:lnTo>
                  <a:lnTo>
                    <a:pt x="106321" y="96648"/>
                  </a:lnTo>
                  <a:lnTo>
                    <a:pt x="106611" y="98239"/>
                  </a:lnTo>
                  <a:lnTo>
                    <a:pt x="107028" y="99602"/>
                  </a:lnTo>
                  <a:lnTo>
                    <a:pt x="105689" y="99047"/>
                  </a:lnTo>
                  <a:lnTo>
                    <a:pt x="104313" y="97254"/>
                  </a:lnTo>
                  <a:lnTo>
                    <a:pt x="103290" y="95082"/>
                  </a:lnTo>
                  <a:lnTo>
                    <a:pt x="101371" y="94072"/>
                  </a:lnTo>
                  <a:lnTo>
                    <a:pt x="101371" y="90056"/>
                  </a:lnTo>
                  <a:lnTo>
                    <a:pt x="99351" y="85725"/>
                  </a:lnTo>
                  <a:lnTo>
                    <a:pt x="97583" y="86773"/>
                  </a:lnTo>
                  <a:lnTo>
                    <a:pt x="97583" y="83756"/>
                  </a:lnTo>
                  <a:lnTo>
                    <a:pt x="95739" y="82897"/>
                  </a:lnTo>
                  <a:lnTo>
                    <a:pt x="94944" y="79690"/>
                  </a:lnTo>
                  <a:lnTo>
                    <a:pt x="91774" y="80422"/>
                  </a:lnTo>
                  <a:lnTo>
                    <a:pt x="90423" y="82278"/>
                  </a:lnTo>
                  <a:lnTo>
                    <a:pt x="87431" y="84980"/>
                  </a:lnTo>
                  <a:lnTo>
                    <a:pt x="85372" y="86773"/>
                  </a:lnTo>
                  <a:lnTo>
                    <a:pt x="84324" y="88503"/>
                  </a:lnTo>
                  <a:lnTo>
                    <a:pt x="84324" y="91546"/>
                  </a:lnTo>
                  <a:lnTo>
                    <a:pt x="82961" y="93706"/>
                  </a:lnTo>
                  <a:lnTo>
                    <a:pt x="82620" y="92456"/>
                  </a:lnTo>
                  <a:lnTo>
                    <a:pt x="81142" y="89084"/>
                  </a:lnTo>
                  <a:lnTo>
                    <a:pt x="79791" y="86180"/>
                  </a:lnTo>
                  <a:lnTo>
                    <a:pt x="79160" y="83465"/>
                  </a:lnTo>
                  <a:lnTo>
                    <a:pt x="78377" y="80359"/>
                  </a:lnTo>
                  <a:lnTo>
                    <a:pt x="76837" y="82152"/>
                  </a:lnTo>
                  <a:lnTo>
                    <a:pt x="75890" y="82000"/>
                  </a:lnTo>
                  <a:lnTo>
                    <a:pt x="74602" y="79803"/>
                  </a:lnTo>
                  <a:lnTo>
                    <a:pt x="71773" y="77745"/>
                  </a:lnTo>
                  <a:lnTo>
                    <a:pt x="68326" y="78175"/>
                  </a:lnTo>
                  <a:lnTo>
                    <a:pt x="65687" y="77770"/>
                  </a:lnTo>
                  <a:lnTo>
                    <a:pt x="63957" y="76849"/>
                  </a:lnTo>
                  <a:lnTo>
                    <a:pt x="62113" y="76710"/>
                  </a:lnTo>
                  <a:lnTo>
                    <a:pt x="60118" y="75624"/>
                  </a:lnTo>
                  <a:lnTo>
                    <a:pt x="56999" y="73086"/>
                  </a:lnTo>
                  <a:lnTo>
                    <a:pt x="55737" y="75232"/>
                  </a:lnTo>
                  <a:lnTo>
                    <a:pt x="57782" y="76912"/>
                  </a:lnTo>
                  <a:lnTo>
                    <a:pt x="59108" y="79349"/>
                  </a:lnTo>
                  <a:lnTo>
                    <a:pt x="61419" y="79235"/>
                  </a:lnTo>
                  <a:lnTo>
                    <a:pt x="63717" y="78541"/>
                  </a:lnTo>
                  <a:lnTo>
                    <a:pt x="64954" y="79879"/>
                  </a:lnTo>
                  <a:lnTo>
                    <a:pt x="66394" y="81306"/>
                  </a:lnTo>
                  <a:lnTo>
                    <a:pt x="65636" y="83187"/>
                  </a:lnTo>
                  <a:lnTo>
                    <a:pt x="64538" y="85208"/>
                  </a:lnTo>
                  <a:lnTo>
                    <a:pt x="60775" y="87140"/>
                  </a:lnTo>
                  <a:lnTo>
                    <a:pt x="57025" y="87973"/>
                  </a:lnTo>
                  <a:lnTo>
                    <a:pt x="53805" y="89425"/>
                  </a:lnTo>
                  <a:lnTo>
                    <a:pt x="53388" y="88263"/>
                  </a:lnTo>
                  <a:lnTo>
                    <a:pt x="52100" y="85132"/>
                  </a:lnTo>
                  <a:lnTo>
                    <a:pt x="50105" y="83554"/>
                  </a:lnTo>
                  <a:lnTo>
                    <a:pt x="49297" y="81230"/>
                  </a:lnTo>
                  <a:lnTo>
                    <a:pt x="47782" y="78831"/>
                  </a:lnTo>
                  <a:lnTo>
                    <a:pt x="45117" y="75169"/>
                  </a:lnTo>
                  <a:lnTo>
                    <a:pt x="43387" y="75801"/>
                  </a:lnTo>
                  <a:lnTo>
                    <a:pt x="44284" y="77341"/>
                  </a:lnTo>
                  <a:lnTo>
                    <a:pt x="45332" y="80182"/>
                  </a:lnTo>
                  <a:lnTo>
                    <a:pt x="46203" y="81382"/>
                  </a:lnTo>
                  <a:lnTo>
                    <a:pt x="48325" y="86281"/>
                  </a:lnTo>
                  <a:lnTo>
                    <a:pt x="49726" y="87241"/>
                  </a:lnTo>
                  <a:lnTo>
                    <a:pt x="51772" y="89198"/>
                  </a:lnTo>
                  <a:lnTo>
                    <a:pt x="52264" y="90271"/>
                  </a:lnTo>
                  <a:lnTo>
                    <a:pt x="53009" y="92506"/>
                  </a:lnTo>
                  <a:lnTo>
                    <a:pt x="54550" y="91736"/>
                  </a:lnTo>
                  <a:lnTo>
                    <a:pt x="58287" y="91218"/>
                  </a:lnTo>
                  <a:lnTo>
                    <a:pt x="59525" y="90612"/>
                  </a:lnTo>
                  <a:lnTo>
                    <a:pt x="59904" y="91837"/>
                  </a:lnTo>
                  <a:cubicBezTo>
                    <a:pt x="59664" y="92443"/>
                    <a:pt x="59070" y="93946"/>
                    <a:pt x="59070" y="94362"/>
                  </a:cubicBezTo>
                  <a:cubicBezTo>
                    <a:pt x="59045" y="94615"/>
                    <a:pt x="58338" y="96016"/>
                    <a:pt x="57681" y="97191"/>
                  </a:cubicBezTo>
                  <a:lnTo>
                    <a:pt x="54487" y="99148"/>
                  </a:lnTo>
                  <a:lnTo>
                    <a:pt x="51784" y="102128"/>
                  </a:lnTo>
                  <a:lnTo>
                    <a:pt x="48855" y="104792"/>
                  </a:lnTo>
                  <a:lnTo>
                    <a:pt x="49474" y="106408"/>
                  </a:lnTo>
                  <a:lnTo>
                    <a:pt x="49411" y="108719"/>
                  </a:lnTo>
                  <a:lnTo>
                    <a:pt x="50257" y="110727"/>
                  </a:lnTo>
                  <a:lnTo>
                    <a:pt x="50257" y="113189"/>
                  </a:lnTo>
                  <a:lnTo>
                    <a:pt x="48767" y="115487"/>
                  </a:lnTo>
                  <a:lnTo>
                    <a:pt x="44587" y="118694"/>
                  </a:lnTo>
                  <a:lnTo>
                    <a:pt x="44587" y="120096"/>
                  </a:lnTo>
                  <a:lnTo>
                    <a:pt x="44297" y="123897"/>
                  </a:lnTo>
                  <a:lnTo>
                    <a:pt x="42845" y="123897"/>
                  </a:lnTo>
                  <a:lnTo>
                    <a:pt x="42175" y="126927"/>
                  </a:lnTo>
                  <a:lnTo>
                    <a:pt x="39713" y="129730"/>
                  </a:lnTo>
                  <a:lnTo>
                    <a:pt x="38084" y="131536"/>
                  </a:lnTo>
                  <a:lnTo>
                    <a:pt x="35647" y="133367"/>
                  </a:lnTo>
                  <a:lnTo>
                    <a:pt x="31404" y="133367"/>
                  </a:lnTo>
                  <a:lnTo>
                    <a:pt x="29776" y="130842"/>
                  </a:lnTo>
                  <a:lnTo>
                    <a:pt x="29371" y="128581"/>
                  </a:lnTo>
                  <a:lnTo>
                    <a:pt x="28210" y="126334"/>
                  </a:lnTo>
                  <a:lnTo>
                    <a:pt x="26278" y="123796"/>
                  </a:lnTo>
                  <a:lnTo>
                    <a:pt x="26278" y="120222"/>
                  </a:lnTo>
                  <a:lnTo>
                    <a:pt x="24384" y="117495"/>
                  </a:lnTo>
                  <a:lnTo>
                    <a:pt x="24384" y="115285"/>
                  </a:lnTo>
                  <a:lnTo>
                    <a:pt x="26278" y="112659"/>
                  </a:lnTo>
                  <a:lnTo>
                    <a:pt x="26278" y="109654"/>
                  </a:lnTo>
                  <a:lnTo>
                    <a:pt x="25672" y="106509"/>
                  </a:lnTo>
                  <a:lnTo>
                    <a:pt x="23563" y="103340"/>
                  </a:lnTo>
                  <a:lnTo>
                    <a:pt x="23992" y="99262"/>
                  </a:lnTo>
                  <a:lnTo>
                    <a:pt x="22679" y="97140"/>
                  </a:lnTo>
                  <a:lnTo>
                    <a:pt x="19838" y="97279"/>
                  </a:lnTo>
                  <a:lnTo>
                    <a:pt x="18916" y="95701"/>
                  </a:lnTo>
                  <a:lnTo>
                    <a:pt x="16353" y="95410"/>
                  </a:lnTo>
                  <a:lnTo>
                    <a:pt x="13600" y="96787"/>
                  </a:lnTo>
                  <a:lnTo>
                    <a:pt x="11113" y="96787"/>
                  </a:lnTo>
                  <a:lnTo>
                    <a:pt x="8486" y="97090"/>
                  </a:lnTo>
                  <a:lnTo>
                    <a:pt x="5570" y="95385"/>
                  </a:lnTo>
                  <a:lnTo>
                    <a:pt x="1453" y="91067"/>
                  </a:lnTo>
                  <a:lnTo>
                    <a:pt x="645" y="87746"/>
                  </a:lnTo>
                  <a:lnTo>
                    <a:pt x="1175" y="84905"/>
                  </a:lnTo>
                  <a:lnTo>
                    <a:pt x="658" y="82518"/>
                  </a:lnTo>
                  <a:lnTo>
                    <a:pt x="1642" y="80132"/>
                  </a:lnTo>
                  <a:lnTo>
                    <a:pt x="4029" y="76306"/>
                  </a:lnTo>
                  <a:lnTo>
                    <a:pt x="6681" y="74386"/>
                  </a:lnTo>
                  <a:lnTo>
                    <a:pt x="7325" y="72353"/>
                  </a:lnTo>
                  <a:lnTo>
                    <a:pt x="9055" y="70523"/>
                  </a:lnTo>
                  <a:lnTo>
                    <a:pt x="10683" y="68894"/>
                  </a:lnTo>
                  <a:lnTo>
                    <a:pt x="11870" y="69487"/>
                  </a:lnTo>
                  <a:lnTo>
                    <a:pt x="16328" y="67858"/>
                  </a:lnTo>
                  <a:lnTo>
                    <a:pt x="20457" y="67871"/>
                  </a:lnTo>
                  <a:lnTo>
                    <a:pt x="22490" y="67543"/>
                  </a:lnTo>
                  <a:lnTo>
                    <a:pt x="23639" y="67795"/>
                  </a:lnTo>
                  <a:lnTo>
                    <a:pt x="24005" y="70560"/>
                  </a:lnTo>
                  <a:lnTo>
                    <a:pt x="26619" y="71116"/>
                  </a:lnTo>
                  <a:lnTo>
                    <a:pt x="29334" y="73338"/>
                  </a:lnTo>
                  <a:lnTo>
                    <a:pt x="31152" y="71747"/>
                  </a:lnTo>
                  <a:lnTo>
                    <a:pt x="32894" y="71457"/>
                  </a:lnTo>
                  <a:lnTo>
                    <a:pt x="38349" y="73035"/>
                  </a:lnTo>
                  <a:lnTo>
                    <a:pt x="41784" y="72505"/>
                  </a:lnTo>
                  <a:lnTo>
                    <a:pt x="44739" y="71154"/>
                  </a:lnTo>
                  <a:lnTo>
                    <a:pt x="45648" y="67719"/>
                  </a:lnTo>
                  <a:lnTo>
                    <a:pt x="44461" y="65989"/>
                  </a:lnTo>
                  <a:lnTo>
                    <a:pt x="41910" y="67442"/>
                  </a:lnTo>
                  <a:lnTo>
                    <a:pt x="39347" y="66785"/>
                  </a:lnTo>
                  <a:lnTo>
                    <a:pt x="37819" y="65762"/>
                  </a:lnTo>
                  <a:lnTo>
                    <a:pt x="38715" y="63590"/>
                  </a:lnTo>
                  <a:lnTo>
                    <a:pt x="40067" y="62820"/>
                  </a:lnTo>
                  <a:lnTo>
                    <a:pt x="42466" y="62227"/>
                  </a:lnTo>
                  <a:lnTo>
                    <a:pt x="45610" y="63073"/>
                  </a:lnTo>
                  <a:lnTo>
                    <a:pt x="50244" y="62075"/>
                  </a:lnTo>
                  <a:lnTo>
                    <a:pt x="47946" y="60345"/>
                  </a:lnTo>
                  <a:lnTo>
                    <a:pt x="45458" y="57782"/>
                  </a:lnTo>
                  <a:lnTo>
                    <a:pt x="46304" y="55206"/>
                  </a:lnTo>
                  <a:lnTo>
                    <a:pt x="43501" y="56999"/>
                  </a:lnTo>
                  <a:lnTo>
                    <a:pt x="43602" y="58312"/>
                  </a:lnTo>
                  <a:lnTo>
                    <a:pt x="42289" y="58312"/>
                  </a:lnTo>
                  <a:lnTo>
                    <a:pt x="41632" y="55938"/>
                  </a:lnTo>
                  <a:lnTo>
                    <a:pt x="39511" y="56469"/>
                  </a:lnTo>
                  <a:lnTo>
                    <a:pt x="37832" y="60042"/>
                  </a:lnTo>
                  <a:lnTo>
                    <a:pt x="37933" y="62265"/>
                  </a:lnTo>
                  <a:lnTo>
                    <a:pt x="36632" y="62530"/>
                  </a:lnTo>
                  <a:lnTo>
                    <a:pt x="35167" y="62757"/>
                  </a:lnTo>
                  <a:lnTo>
                    <a:pt x="33639" y="64398"/>
                  </a:lnTo>
                  <a:lnTo>
                    <a:pt x="34776" y="65750"/>
                  </a:lnTo>
                  <a:lnTo>
                    <a:pt x="33829" y="66659"/>
                  </a:lnTo>
                  <a:lnTo>
                    <a:pt x="32427" y="65585"/>
                  </a:lnTo>
                  <a:lnTo>
                    <a:pt x="30988" y="61886"/>
                  </a:lnTo>
                  <a:lnTo>
                    <a:pt x="28033" y="58893"/>
                  </a:lnTo>
                  <a:lnTo>
                    <a:pt x="25242" y="56974"/>
                  </a:lnTo>
                  <a:lnTo>
                    <a:pt x="24636" y="59146"/>
                  </a:lnTo>
                  <a:lnTo>
                    <a:pt x="27136" y="61595"/>
                  </a:lnTo>
                  <a:lnTo>
                    <a:pt x="29712" y="63085"/>
                  </a:lnTo>
                  <a:lnTo>
                    <a:pt x="29574" y="63401"/>
                  </a:lnTo>
                  <a:lnTo>
                    <a:pt x="28172" y="62921"/>
                  </a:lnTo>
                  <a:lnTo>
                    <a:pt x="28172" y="64967"/>
                  </a:lnTo>
                  <a:lnTo>
                    <a:pt x="27541" y="65333"/>
                  </a:lnTo>
                  <a:lnTo>
                    <a:pt x="27541" y="64537"/>
                  </a:lnTo>
                  <a:lnTo>
                    <a:pt x="26720" y="63148"/>
                  </a:lnTo>
                  <a:lnTo>
                    <a:pt x="25255" y="61785"/>
                  </a:lnTo>
                  <a:lnTo>
                    <a:pt x="23273" y="59575"/>
                  </a:lnTo>
                  <a:lnTo>
                    <a:pt x="21467" y="59575"/>
                  </a:lnTo>
                  <a:lnTo>
                    <a:pt x="20141" y="60295"/>
                  </a:lnTo>
                  <a:lnTo>
                    <a:pt x="17515" y="59600"/>
                  </a:lnTo>
                  <a:lnTo>
                    <a:pt x="17174" y="61557"/>
                  </a:lnTo>
                  <a:lnTo>
                    <a:pt x="16277" y="61949"/>
                  </a:lnTo>
                  <a:lnTo>
                    <a:pt x="15179" y="63919"/>
                  </a:lnTo>
                  <a:lnTo>
                    <a:pt x="13386" y="66507"/>
                  </a:lnTo>
                  <a:lnTo>
                    <a:pt x="11391" y="66406"/>
                  </a:lnTo>
                  <a:lnTo>
                    <a:pt x="10065" y="67176"/>
                  </a:lnTo>
                  <a:lnTo>
                    <a:pt x="9143" y="66381"/>
                  </a:lnTo>
                  <a:lnTo>
                    <a:pt x="6719" y="65649"/>
                  </a:lnTo>
                  <a:lnTo>
                    <a:pt x="6719" y="60610"/>
                  </a:lnTo>
                  <a:lnTo>
                    <a:pt x="8827" y="59499"/>
                  </a:lnTo>
                  <a:lnTo>
                    <a:pt x="12413" y="59954"/>
                  </a:lnTo>
                  <a:lnTo>
                    <a:pt x="14156" y="58148"/>
                  </a:lnTo>
                  <a:lnTo>
                    <a:pt x="13070" y="55825"/>
                  </a:lnTo>
                  <a:lnTo>
                    <a:pt x="12110" y="55320"/>
                  </a:lnTo>
                  <a:lnTo>
                    <a:pt x="13045" y="55168"/>
                  </a:lnTo>
                  <a:lnTo>
                    <a:pt x="14749" y="55168"/>
                  </a:lnTo>
                  <a:lnTo>
                    <a:pt x="16694" y="53186"/>
                  </a:lnTo>
                  <a:lnTo>
                    <a:pt x="17616" y="49840"/>
                  </a:lnTo>
                  <a:lnTo>
                    <a:pt x="20381" y="48691"/>
                  </a:lnTo>
                  <a:lnTo>
                    <a:pt x="20608" y="45913"/>
                  </a:lnTo>
                  <a:lnTo>
                    <a:pt x="21568" y="44764"/>
                  </a:lnTo>
                  <a:lnTo>
                    <a:pt x="22250" y="45559"/>
                  </a:lnTo>
                  <a:lnTo>
                    <a:pt x="21442" y="48211"/>
                  </a:lnTo>
                  <a:lnTo>
                    <a:pt x="25924" y="48211"/>
                  </a:lnTo>
                  <a:lnTo>
                    <a:pt x="29788" y="47504"/>
                  </a:lnTo>
                  <a:lnTo>
                    <a:pt x="30558" y="44915"/>
                  </a:lnTo>
                  <a:lnTo>
                    <a:pt x="31733" y="43539"/>
                  </a:lnTo>
                  <a:lnTo>
                    <a:pt x="32023" y="41910"/>
                  </a:lnTo>
                  <a:lnTo>
                    <a:pt x="34687" y="41821"/>
                  </a:lnTo>
                  <a:lnTo>
                    <a:pt x="37390" y="40129"/>
                  </a:lnTo>
                  <a:lnTo>
                    <a:pt x="35369" y="38841"/>
                  </a:lnTo>
                  <a:lnTo>
                    <a:pt x="32768" y="39599"/>
                  </a:lnTo>
                  <a:lnTo>
                    <a:pt x="31253" y="39422"/>
                  </a:lnTo>
                  <a:lnTo>
                    <a:pt x="30205" y="36303"/>
                  </a:lnTo>
                  <a:lnTo>
                    <a:pt x="33147" y="32604"/>
                  </a:lnTo>
                  <a:lnTo>
                    <a:pt x="31202" y="31215"/>
                  </a:lnTo>
                  <a:lnTo>
                    <a:pt x="29586" y="32591"/>
                  </a:lnTo>
                  <a:lnTo>
                    <a:pt x="28955" y="34372"/>
                  </a:lnTo>
                  <a:lnTo>
                    <a:pt x="27136" y="35874"/>
                  </a:lnTo>
                  <a:lnTo>
                    <a:pt x="26897" y="38425"/>
                  </a:lnTo>
                  <a:lnTo>
                    <a:pt x="28462" y="40723"/>
                  </a:lnTo>
                  <a:cubicBezTo>
                    <a:pt x="28361" y="41241"/>
                    <a:pt x="28071" y="42667"/>
                    <a:pt x="28071" y="42933"/>
                  </a:cubicBezTo>
                  <a:cubicBezTo>
                    <a:pt x="28008" y="43147"/>
                    <a:pt x="27288" y="44233"/>
                    <a:pt x="26619" y="45155"/>
                  </a:cubicBezTo>
                  <a:lnTo>
                    <a:pt x="24131" y="44902"/>
                  </a:lnTo>
                  <a:lnTo>
                    <a:pt x="24308" y="43640"/>
                  </a:lnTo>
                  <a:lnTo>
                    <a:pt x="22553" y="40622"/>
                  </a:lnTo>
                  <a:lnTo>
                    <a:pt x="21076" y="42465"/>
                  </a:lnTo>
                  <a:lnTo>
                    <a:pt x="19687" y="42718"/>
                  </a:lnTo>
                  <a:lnTo>
                    <a:pt x="18740" y="39321"/>
                  </a:lnTo>
                  <a:lnTo>
                    <a:pt x="19510" y="37680"/>
                  </a:lnTo>
                  <a:lnTo>
                    <a:pt x="21985" y="35205"/>
                  </a:lnTo>
                  <a:lnTo>
                    <a:pt x="23386" y="32326"/>
                  </a:lnTo>
                  <a:lnTo>
                    <a:pt x="25874" y="28790"/>
                  </a:lnTo>
                  <a:lnTo>
                    <a:pt x="29712" y="24750"/>
                  </a:lnTo>
                  <a:lnTo>
                    <a:pt x="33021" y="23639"/>
                  </a:lnTo>
                  <a:lnTo>
                    <a:pt x="35294" y="24232"/>
                  </a:lnTo>
                  <a:lnTo>
                    <a:pt x="38008" y="25381"/>
                  </a:lnTo>
                  <a:lnTo>
                    <a:pt x="41481" y="27212"/>
                  </a:lnTo>
                  <a:lnTo>
                    <a:pt x="42188" y="29068"/>
                  </a:lnTo>
                  <a:lnTo>
                    <a:pt x="41039" y="29813"/>
                  </a:lnTo>
                  <a:lnTo>
                    <a:pt x="36556" y="28942"/>
                  </a:lnTo>
                  <a:lnTo>
                    <a:pt x="39284" y="30975"/>
                  </a:lnTo>
                  <a:lnTo>
                    <a:pt x="40976" y="34245"/>
                  </a:lnTo>
                  <a:lnTo>
                    <a:pt x="41910" y="32781"/>
                  </a:lnTo>
                  <a:lnTo>
                    <a:pt x="44436" y="32907"/>
                  </a:lnTo>
                  <a:lnTo>
                    <a:pt x="43135" y="30886"/>
                  </a:lnTo>
                  <a:lnTo>
                    <a:pt x="45181" y="29712"/>
                  </a:lnTo>
                  <a:lnTo>
                    <a:pt x="45471" y="27237"/>
                  </a:lnTo>
                  <a:lnTo>
                    <a:pt x="46191" y="27528"/>
                  </a:lnTo>
                  <a:lnTo>
                    <a:pt x="46809" y="30634"/>
                  </a:lnTo>
                  <a:lnTo>
                    <a:pt x="49082" y="27982"/>
                  </a:lnTo>
                  <a:lnTo>
                    <a:pt x="52971" y="25924"/>
                  </a:lnTo>
                  <a:lnTo>
                    <a:pt x="56330" y="25217"/>
                  </a:lnTo>
                  <a:lnTo>
                    <a:pt x="55648" y="23815"/>
                  </a:lnTo>
                  <a:lnTo>
                    <a:pt x="55863" y="23159"/>
                  </a:lnTo>
                  <a:lnTo>
                    <a:pt x="58224" y="23714"/>
                  </a:lnTo>
                  <a:lnTo>
                    <a:pt x="61596" y="25406"/>
                  </a:lnTo>
                  <a:lnTo>
                    <a:pt x="61596" y="23171"/>
                  </a:lnTo>
                  <a:lnTo>
                    <a:pt x="59449" y="21277"/>
                  </a:lnTo>
                  <a:lnTo>
                    <a:pt x="59500" y="18828"/>
                  </a:lnTo>
                  <a:lnTo>
                    <a:pt x="60245" y="15532"/>
                  </a:lnTo>
                  <a:lnTo>
                    <a:pt x="61457" y="15987"/>
                  </a:lnTo>
                  <a:lnTo>
                    <a:pt x="62252" y="17944"/>
                  </a:lnTo>
                  <a:lnTo>
                    <a:pt x="63300" y="20899"/>
                  </a:lnTo>
                  <a:lnTo>
                    <a:pt x="64614" y="24333"/>
                  </a:lnTo>
                  <a:lnTo>
                    <a:pt x="63464" y="26530"/>
                  </a:lnTo>
                  <a:lnTo>
                    <a:pt x="65813" y="27364"/>
                  </a:lnTo>
                  <a:lnTo>
                    <a:pt x="67114" y="25659"/>
                  </a:lnTo>
                  <a:lnTo>
                    <a:pt x="66470" y="24270"/>
                  </a:lnTo>
                  <a:cubicBezTo>
                    <a:pt x="67215" y="24106"/>
                    <a:pt x="67947" y="23879"/>
                    <a:pt x="68667" y="23601"/>
                  </a:cubicBezTo>
                  <a:lnTo>
                    <a:pt x="69134" y="23386"/>
                  </a:lnTo>
                  <a:lnTo>
                    <a:pt x="67530" y="22060"/>
                  </a:lnTo>
                  <a:lnTo>
                    <a:pt x="65952" y="21770"/>
                  </a:lnTo>
                  <a:lnTo>
                    <a:pt x="64715" y="17982"/>
                  </a:lnTo>
                  <a:lnTo>
                    <a:pt x="65864" y="17211"/>
                  </a:lnTo>
                  <a:lnTo>
                    <a:pt x="66407" y="15696"/>
                  </a:lnTo>
                  <a:lnTo>
                    <a:pt x="69071" y="17275"/>
                  </a:lnTo>
                  <a:lnTo>
                    <a:pt x="70750" y="16252"/>
                  </a:lnTo>
                  <a:lnTo>
                    <a:pt x="68313" y="14964"/>
                  </a:lnTo>
                  <a:lnTo>
                    <a:pt x="67152" y="13726"/>
                  </a:lnTo>
                  <a:lnTo>
                    <a:pt x="70321" y="11946"/>
                  </a:lnTo>
                  <a:lnTo>
                    <a:pt x="69033" y="10683"/>
                  </a:lnTo>
                  <a:lnTo>
                    <a:pt x="70460" y="7943"/>
                  </a:lnTo>
                  <a:lnTo>
                    <a:pt x="73743" y="5481"/>
                  </a:lnTo>
                  <a:lnTo>
                    <a:pt x="74501" y="2968"/>
                  </a:lnTo>
                  <a:lnTo>
                    <a:pt x="75624" y="1554"/>
                  </a:lnTo>
                  <a:lnTo>
                    <a:pt x="77468" y="1554"/>
                  </a:lnTo>
                  <a:lnTo>
                    <a:pt x="78554" y="4206"/>
                  </a:lnTo>
                  <a:lnTo>
                    <a:pt x="80019" y="2097"/>
                  </a:lnTo>
                  <a:lnTo>
                    <a:pt x="81786" y="784"/>
                  </a:lnTo>
                  <a:close/>
                  <a:moveTo>
                    <a:pt x="81786" y="1"/>
                  </a:moveTo>
                  <a:lnTo>
                    <a:pt x="79614" y="1605"/>
                  </a:lnTo>
                  <a:lnTo>
                    <a:pt x="78705" y="2880"/>
                  </a:lnTo>
                  <a:lnTo>
                    <a:pt x="77910" y="910"/>
                  </a:lnTo>
                  <a:lnTo>
                    <a:pt x="75334" y="910"/>
                  </a:lnTo>
                  <a:lnTo>
                    <a:pt x="73983" y="2615"/>
                  </a:lnTo>
                  <a:lnTo>
                    <a:pt x="73213" y="5090"/>
                  </a:lnTo>
                  <a:lnTo>
                    <a:pt x="70043" y="7476"/>
                  </a:lnTo>
                  <a:lnTo>
                    <a:pt x="68263" y="10784"/>
                  </a:lnTo>
                  <a:lnTo>
                    <a:pt x="69286" y="11794"/>
                  </a:lnTo>
                  <a:lnTo>
                    <a:pt x="66154" y="13562"/>
                  </a:lnTo>
                  <a:lnTo>
                    <a:pt x="67897" y="15431"/>
                  </a:lnTo>
                  <a:lnTo>
                    <a:pt x="69475" y="16277"/>
                  </a:lnTo>
                  <a:lnTo>
                    <a:pt x="69071" y="16517"/>
                  </a:lnTo>
                  <a:lnTo>
                    <a:pt x="66066" y="14737"/>
                  </a:lnTo>
                  <a:lnTo>
                    <a:pt x="65346" y="16795"/>
                  </a:lnTo>
                  <a:lnTo>
                    <a:pt x="63970" y="17704"/>
                  </a:lnTo>
                  <a:lnTo>
                    <a:pt x="65472" y="22313"/>
                  </a:lnTo>
                  <a:lnTo>
                    <a:pt x="67253" y="22654"/>
                  </a:lnTo>
                  <a:lnTo>
                    <a:pt x="67934" y="23209"/>
                  </a:lnTo>
                  <a:cubicBezTo>
                    <a:pt x="67290" y="23411"/>
                    <a:pt x="66634" y="23588"/>
                    <a:pt x="65965" y="23727"/>
                  </a:cubicBezTo>
                  <a:lnTo>
                    <a:pt x="65573" y="23803"/>
                  </a:lnTo>
                  <a:lnTo>
                    <a:pt x="66394" y="25571"/>
                  </a:lnTo>
                  <a:lnTo>
                    <a:pt x="65611" y="26606"/>
                  </a:lnTo>
                  <a:lnTo>
                    <a:pt x="64386" y="26177"/>
                  </a:lnTo>
                  <a:lnTo>
                    <a:pt x="65333" y="24371"/>
                  </a:lnTo>
                  <a:lnTo>
                    <a:pt x="63906" y="20671"/>
                  </a:lnTo>
                  <a:lnTo>
                    <a:pt x="62858" y="17717"/>
                  </a:lnTo>
                  <a:lnTo>
                    <a:pt x="61962" y="15482"/>
                  </a:lnTo>
                  <a:lnTo>
                    <a:pt x="59815" y="14686"/>
                  </a:lnTo>
                  <a:lnTo>
                    <a:pt x="58894" y="18714"/>
                  </a:lnTo>
                  <a:lnTo>
                    <a:pt x="58830" y="21555"/>
                  </a:lnTo>
                  <a:lnTo>
                    <a:pt x="60990" y="23449"/>
                  </a:lnTo>
                  <a:lnTo>
                    <a:pt x="60990" y="24371"/>
                  </a:lnTo>
                  <a:lnTo>
                    <a:pt x="58502" y="23121"/>
                  </a:lnTo>
                  <a:lnTo>
                    <a:pt x="55459" y="22401"/>
                  </a:lnTo>
                  <a:lnTo>
                    <a:pt x="54992" y="23853"/>
                  </a:lnTo>
                  <a:lnTo>
                    <a:pt x="55434" y="24762"/>
                  </a:lnTo>
                  <a:lnTo>
                    <a:pt x="52807" y="25305"/>
                  </a:lnTo>
                  <a:lnTo>
                    <a:pt x="48729" y="27439"/>
                  </a:lnTo>
                  <a:lnTo>
                    <a:pt x="47176" y="29232"/>
                  </a:lnTo>
                  <a:lnTo>
                    <a:pt x="46746" y="27073"/>
                  </a:lnTo>
                  <a:lnTo>
                    <a:pt x="44941" y="26316"/>
                  </a:lnTo>
                  <a:lnTo>
                    <a:pt x="44600" y="29321"/>
                  </a:lnTo>
                  <a:lnTo>
                    <a:pt x="42238" y="30672"/>
                  </a:lnTo>
                  <a:lnTo>
                    <a:pt x="43249" y="32212"/>
                  </a:lnTo>
                  <a:lnTo>
                    <a:pt x="41582" y="32137"/>
                  </a:lnTo>
                  <a:lnTo>
                    <a:pt x="41039" y="32983"/>
                  </a:lnTo>
                  <a:lnTo>
                    <a:pt x="39814" y="30634"/>
                  </a:lnTo>
                  <a:lnTo>
                    <a:pt x="39145" y="30078"/>
                  </a:lnTo>
                  <a:lnTo>
                    <a:pt x="41178" y="30482"/>
                  </a:lnTo>
                  <a:lnTo>
                    <a:pt x="42971" y="29321"/>
                  </a:lnTo>
                  <a:lnTo>
                    <a:pt x="41999" y="26770"/>
                  </a:lnTo>
                  <a:lnTo>
                    <a:pt x="38299" y="24813"/>
                  </a:lnTo>
                  <a:lnTo>
                    <a:pt x="35496" y="23639"/>
                  </a:lnTo>
                  <a:lnTo>
                    <a:pt x="32983" y="22982"/>
                  </a:lnTo>
                  <a:lnTo>
                    <a:pt x="29359" y="24194"/>
                  </a:lnTo>
                  <a:lnTo>
                    <a:pt x="25381" y="28386"/>
                  </a:lnTo>
                  <a:lnTo>
                    <a:pt x="22831" y="32010"/>
                  </a:lnTo>
                  <a:lnTo>
                    <a:pt x="21492" y="34801"/>
                  </a:lnTo>
                  <a:lnTo>
                    <a:pt x="19005" y="37276"/>
                  </a:lnTo>
                  <a:lnTo>
                    <a:pt x="18058" y="39258"/>
                  </a:lnTo>
                  <a:lnTo>
                    <a:pt x="19219" y="43438"/>
                  </a:lnTo>
                  <a:lnTo>
                    <a:pt x="21404" y="43046"/>
                  </a:lnTo>
                  <a:lnTo>
                    <a:pt x="22452" y="41733"/>
                  </a:lnTo>
                  <a:lnTo>
                    <a:pt x="23639" y="43766"/>
                  </a:lnTo>
                  <a:lnTo>
                    <a:pt x="23399" y="45458"/>
                  </a:lnTo>
                  <a:lnTo>
                    <a:pt x="26909" y="45824"/>
                  </a:lnTo>
                  <a:lnTo>
                    <a:pt x="27010" y="45673"/>
                  </a:lnTo>
                  <a:cubicBezTo>
                    <a:pt x="28702" y="43387"/>
                    <a:pt x="28702" y="43072"/>
                    <a:pt x="28702" y="42970"/>
                  </a:cubicBezTo>
                  <a:cubicBezTo>
                    <a:pt x="28702" y="42794"/>
                    <a:pt x="28904" y="41683"/>
                    <a:pt x="29106" y="40723"/>
                  </a:cubicBezTo>
                  <a:lnTo>
                    <a:pt x="29144" y="40597"/>
                  </a:lnTo>
                  <a:lnTo>
                    <a:pt x="27566" y="38261"/>
                  </a:lnTo>
                  <a:lnTo>
                    <a:pt x="27743" y="36190"/>
                  </a:lnTo>
                  <a:lnTo>
                    <a:pt x="29498" y="34750"/>
                  </a:lnTo>
                  <a:lnTo>
                    <a:pt x="30129" y="32957"/>
                  </a:lnTo>
                  <a:lnTo>
                    <a:pt x="31240" y="32010"/>
                  </a:lnTo>
                  <a:lnTo>
                    <a:pt x="32238" y="32730"/>
                  </a:lnTo>
                  <a:lnTo>
                    <a:pt x="29510" y="36177"/>
                  </a:lnTo>
                  <a:lnTo>
                    <a:pt x="30773" y="39991"/>
                  </a:lnTo>
                  <a:lnTo>
                    <a:pt x="32831" y="40243"/>
                  </a:lnTo>
                  <a:lnTo>
                    <a:pt x="35281" y="39523"/>
                  </a:lnTo>
                  <a:lnTo>
                    <a:pt x="36203" y="40129"/>
                  </a:lnTo>
                  <a:lnTo>
                    <a:pt x="34498" y="41190"/>
                  </a:lnTo>
                  <a:lnTo>
                    <a:pt x="31493" y="41291"/>
                  </a:lnTo>
                  <a:lnTo>
                    <a:pt x="31139" y="43248"/>
                  </a:lnTo>
                  <a:lnTo>
                    <a:pt x="30041" y="44549"/>
                  </a:lnTo>
                  <a:lnTo>
                    <a:pt x="29296" y="46948"/>
                  </a:lnTo>
                  <a:lnTo>
                    <a:pt x="25861" y="47592"/>
                  </a:lnTo>
                  <a:lnTo>
                    <a:pt x="22288" y="47592"/>
                  </a:lnTo>
                  <a:lnTo>
                    <a:pt x="22957" y="45420"/>
                  </a:lnTo>
                  <a:lnTo>
                    <a:pt x="21543" y="43804"/>
                  </a:lnTo>
                  <a:lnTo>
                    <a:pt x="19990" y="45660"/>
                  </a:lnTo>
                  <a:lnTo>
                    <a:pt x="19775" y="48261"/>
                  </a:lnTo>
                  <a:lnTo>
                    <a:pt x="17085" y="49385"/>
                  </a:lnTo>
                  <a:lnTo>
                    <a:pt x="16113" y="52857"/>
                  </a:lnTo>
                  <a:lnTo>
                    <a:pt x="14484" y="54524"/>
                  </a:lnTo>
                  <a:lnTo>
                    <a:pt x="12982" y="54524"/>
                  </a:lnTo>
                  <a:lnTo>
                    <a:pt x="10178" y="55004"/>
                  </a:lnTo>
                  <a:lnTo>
                    <a:pt x="12590" y="56279"/>
                  </a:lnTo>
                  <a:lnTo>
                    <a:pt x="13398" y="58022"/>
                  </a:lnTo>
                  <a:lnTo>
                    <a:pt x="12186" y="59285"/>
                  </a:lnTo>
                  <a:lnTo>
                    <a:pt x="8714" y="58855"/>
                  </a:lnTo>
                  <a:lnTo>
                    <a:pt x="6100" y="60232"/>
                  </a:lnTo>
                  <a:lnTo>
                    <a:pt x="6100" y="66116"/>
                  </a:lnTo>
                  <a:lnTo>
                    <a:pt x="8777" y="66899"/>
                  </a:lnTo>
                  <a:lnTo>
                    <a:pt x="10002" y="67947"/>
                  </a:lnTo>
                  <a:lnTo>
                    <a:pt x="11555" y="67038"/>
                  </a:lnTo>
                  <a:lnTo>
                    <a:pt x="13714" y="67151"/>
                  </a:lnTo>
                  <a:lnTo>
                    <a:pt x="15709" y="64247"/>
                  </a:lnTo>
                  <a:lnTo>
                    <a:pt x="16719" y="62441"/>
                  </a:lnTo>
                  <a:lnTo>
                    <a:pt x="17729" y="61999"/>
                  </a:lnTo>
                  <a:lnTo>
                    <a:pt x="18020" y="60383"/>
                  </a:lnTo>
                  <a:lnTo>
                    <a:pt x="20229" y="60964"/>
                  </a:lnTo>
                  <a:lnTo>
                    <a:pt x="21631" y="60194"/>
                  </a:lnTo>
                  <a:lnTo>
                    <a:pt x="22982" y="60194"/>
                  </a:lnTo>
                  <a:lnTo>
                    <a:pt x="24800" y="62227"/>
                  </a:lnTo>
                  <a:lnTo>
                    <a:pt x="26202" y="63502"/>
                  </a:lnTo>
                  <a:lnTo>
                    <a:pt x="26909" y="64702"/>
                  </a:lnTo>
                  <a:lnTo>
                    <a:pt x="26909" y="66444"/>
                  </a:lnTo>
                  <a:lnTo>
                    <a:pt x="28803" y="65333"/>
                  </a:lnTo>
                  <a:lnTo>
                    <a:pt x="28803" y="63805"/>
                  </a:lnTo>
                  <a:lnTo>
                    <a:pt x="29927" y="64171"/>
                  </a:lnTo>
                  <a:lnTo>
                    <a:pt x="30521" y="62807"/>
                  </a:lnTo>
                  <a:lnTo>
                    <a:pt x="27553" y="61115"/>
                  </a:lnTo>
                  <a:lnTo>
                    <a:pt x="25343" y="58956"/>
                  </a:lnTo>
                  <a:lnTo>
                    <a:pt x="25609" y="57997"/>
                  </a:lnTo>
                  <a:lnTo>
                    <a:pt x="27629" y="59386"/>
                  </a:lnTo>
                  <a:lnTo>
                    <a:pt x="30432" y="62176"/>
                  </a:lnTo>
                  <a:lnTo>
                    <a:pt x="31910" y="65977"/>
                  </a:lnTo>
                  <a:lnTo>
                    <a:pt x="33879" y="67492"/>
                  </a:lnTo>
                  <a:lnTo>
                    <a:pt x="35660" y="65800"/>
                  </a:lnTo>
                  <a:lnTo>
                    <a:pt x="34498" y="64424"/>
                  </a:lnTo>
                  <a:lnTo>
                    <a:pt x="35496" y="63338"/>
                  </a:lnTo>
                  <a:lnTo>
                    <a:pt x="36758" y="63148"/>
                  </a:lnTo>
                  <a:lnTo>
                    <a:pt x="38602" y="62782"/>
                  </a:lnTo>
                  <a:lnTo>
                    <a:pt x="38488" y="60168"/>
                  </a:lnTo>
                  <a:lnTo>
                    <a:pt x="39966" y="57012"/>
                  </a:lnTo>
                  <a:lnTo>
                    <a:pt x="41203" y="56696"/>
                  </a:lnTo>
                  <a:lnTo>
                    <a:pt x="41809" y="58944"/>
                  </a:lnTo>
                  <a:lnTo>
                    <a:pt x="44284" y="58944"/>
                  </a:lnTo>
                  <a:lnTo>
                    <a:pt x="44158" y="57315"/>
                  </a:lnTo>
                  <a:lnTo>
                    <a:pt x="45155" y="56683"/>
                  </a:lnTo>
                  <a:lnTo>
                    <a:pt x="44739" y="57946"/>
                  </a:lnTo>
                  <a:lnTo>
                    <a:pt x="47529" y="60812"/>
                  </a:lnTo>
                  <a:lnTo>
                    <a:pt x="48767" y="61747"/>
                  </a:lnTo>
                  <a:lnTo>
                    <a:pt x="45635" y="62416"/>
                  </a:lnTo>
                  <a:lnTo>
                    <a:pt x="42478" y="61570"/>
                  </a:lnTo>
                  <a:lnTo>
                    <a:pt x="39877" y="62214"/>
                  </a:lnTo>
                  <a:lnTo>
                    <a:pt x="38223" y="63136"/>
                  </a:lnTo>
                  <a:lnTo>
                    <a:pt x="37036" y="66002"/>
                  </a:lnTo>
                  <a:lnTo>
                    <a:pt x="39044" y="67341"/>
                  </a:lnTo>
                  <a:lnTo>
                    <a:pt x="41999" y="68111"/>
                  </a:lnTo>
                  <a:lnTo>
                    <a:pt x="44284" y="66823"/>
                  </a:lnTo>
                  <a:lnTo>
                    <a:pt x="44979" y="67833"/>
                  </a:lnTo>
                  <a:lnTo>
                    <a:pt x="44208" y="70712"/>
                  </a:lnTo>
                  <a:lnTo>
                    <a:pt x="41658" y="71886"/>
                  </a:lnTo>
                  <a:lnTo>
                    <a:pt x="38400" y="72391"/>
                  </a:lnTo>
                  <a:lnTo>
                    <a:pt x="32932" y="70813"/>
                  </a:lnTo>
                  <a:lnTo>
                    <a:pt x="30887" y="71154"/>
                  </a:lnTo>
                  <a:lnTo>
                    <a:pt x="29334" y="72518"/>
                  </a:lnTo>
                  <a:lnTo>
                    <a:pt x="26922" y="70535"/>
                  </a:lnTo>
                  <a:lnTo>
                    <a:pt x="24586" y="70030"/>
                  </a:lnTo>
                  <a:lnTo>
                    <a:pt x="24207" y="67277"/>
                  </a:lnTo>
                  <a:lnTo>
                    <a:pt x="22515" y="66899"/>
                  </a:lnTo>
                  <a:lnTo>
                    <a:pt x="20406" y="67252"/>
                  </a:lnTo>
                  <a:lnTo>
                    <a:pt x="16227" y="67227"/>
                  </a:lnTo>
                  <a:lnTo>
                    <a:pt x="11908" y="68805"/>
                  </a:lnTo>
                  <a:lnTo>
                    <a:pt x="10570" y="68136"/>
                  </a:lnTo>
                  <a:lnTo>
                    <a:pt x="8613" y="70081"/>
                  </a:lnTo>
                  <a:lnTo>
                    <a:pt x="6782" y="72025"/>
                  </a:lnTo>
                  <a:lnTo>
                    <a:pt x="6163" y="73995"/>
                  </a:lnTo>
                  <a:lnTo>
                    <a:pt x="3612" y="75826"/>
                  </a:lnTo>
                  <a:lnTo>
                    <a:pt x="1087" y="79854"/>
                  </a:lnTo>
                  <a:lnTo>
                    <a:pt x="1" y="82468"/>
                  </a:lnTo>
                  <a:lnTo>
                    <a:pt x="531" y="84917"/>
                  </a:lnTo>
                  <a:lnTo>
                    <a:pt x="14" y="87758"/>
                  </a:lnTo>
                  <a:lnTo>
                    <a:pt x="885" y="91382"/>
                  </a:lnTo>
                  <a:lnTo>
                    <a:pt x="5140" y="95852"/>
                  </a:lnTo>
                  <a:lnTo>
                    <a:pt x="8347" y="97746"/>
                  </a:lnTo>
                  <a:lnTo>
                    <a:pt x="11151" y="97418"/>
                  </a:lnTo>
                  <a:lnTo>
                    <a:pt x="13752" y="97418"/>
                  </a:lnTo>
                  <a:lnTo>
                    <a:pt x="16467" y="96054"/>
                  </a:lnTo>
                  <a:lnTo>
                    <a:pt x="18525" y="96294"/>
                  </a:lnTo>
                  <a:lnTo>
                    <a:pt x="19497" y="97923"/>
                  </a:lnTo>
                  <a:lnTo>
                    <a:pt x="22338" y="97784"/>
                  </a:lnTo>
                  <a:lnTo>
                    <a:pt x="23336" y="99400"/>
                  </a:lnTo>
                  <a:lnTo>
                    <a:pt x="22906" y="103492"/>
                  </a:lnTo>
                  <a:lnTo>
                    <a:pt x="25066" y="106686"/>
                  </a:lnTo>
                  <a:lnTo>
                    <a:pt x="25659" y="109717"/>
                  </a:lnTo>
                  <a:lnTo>
                    <a:pt x="25659" y="112457"/>
                  </a:lnTo>
                  <a:lnTo>
                    <a:pt x="23765" y="115083"/>
                  </a:lnTo>
                  <a:lnTo>
                    <a:pt x="23765" y="117697"/>
                  </a:lnTo>
                  <a:lnTo>
                    <a:pt x="25659" y="120437"/>
                  </a:lnTo>
                  <a:lnTo>
                    <a:pt x="25659" y="124010"/>
                  </a:lnTo>
                  <a:lnTo>
                    <a:pt x="27692" y="126675"/>
                  </a:lnTo>
                  <a:lnTo>
                    <a:pt x="28778" y="128733"/>
                  </a:lnTo>
                  <a:lnTo>
                    <a:pt x="29157" y="130993"/>
                  </a:lnTo>
                  <a:lnTo>
                    <a:pt x="31051" y="133998"/>
                  </a:lnTo>
                  <a:lnTo>
                    <a:pt x="35849" y="133998"/>
                  </a:lnTo>
                  <a:lnTo>
                    <a:pt x="38501" y="132003"/>
                  </a:lnTo>
                  <a:lnTo>
                    <a:pt x="40193" y="130160"/>
                  </a:lnTo>
                  <a:lnTo>
                    <a:pt x="42769" y="127243"/>
                  </a:lnTo>
                  <a:lnTo>
                    <a:pt x="43362" y="124541"/>
                  </a:lnTo>
                  <a:lnTo>
                    <a:pt x="44865" y="124541"/>
                  </a:lnTo>
                  <a:lnTo>
                    <a:pt x="45206" y="120121"/>
                  </a:lnTo>
                  <a:lnTo>
                    <a:pt x="45206" y="119010"/>
                  </a:lnTo>
                  <a:lnTo>
                    <a:pt x="49183" y="115954"/>
                  </a:lnTo>
                  <a:lnTo>
                    <a:pt x="50888" y="113379"/>
                  </a:lnTo>
                  <a:lnTo>
                    <a:pt x="50888" y="110651"/>
                  </a:lnTo>
                  <a:lnTo>
                    <a:pt x="50042" y="108606"/>
                  </a:lnTo>
                  <a:lnTo>
                    <a:pt x="50092" y="106295"/>
                  </a:lnTo>
                  <a:lnTo>
                    <a:pt x="49600" y="104969"/>
                  </a:lnTo>
                  <a:lnTo>
                    <a:pt x="52239" y="102570"/>
                  </a:lnTo>
                  <a:lnTo>
                    <a:pt x="54853" y="99653"/>
                  </a:lnTo>
                  <a:lnTo>
                    <a:pt x="58149" y="97645"/>
                  </a:lnTo>
                  <a:lnTo>
                    <a:pt x="58186" y="97570"/>
                  </a:lnTo>
                  <a:cubicBezTo>
                    <a:pt x="58641" y="96761"/>
                    <a:pt x="59702" y="94817"/>
                    <a:pt x="59702" y="94362"/>
                  </a:cubicBezTo>
                  <a:cubicBezTo>
                    <a:pt x="59702" y="94148"/>
                    <a:pt x="60131" y="92948"/>
                    <a:pt x="60522" y="91963"/>
                  </a:cubicBezTo>
                  <a:lnTo>
                    <a:pt x="60573" y="91862"/>
                  </a:lnTo>
                  <a:lnTo>
                    <a:pt x="59904" y="89716"/>
                  </a:lnTo>
                  <a:lnTo>
                    <a:pt x="58149" y="90587"/>
                  </a:lnTo>
                  <a:lnTo>
                    <a:pt x="54411" y="91117"/>
                  </a:lnTo>
                  <a:lnTo>
                    <a:pt x="53375" y="91610"/>
                  </a:lnTo>
                  <a:lnTo>
                    <a:pt x="52858" y="90031"/>
                  </a:lnTo>
                  <a:lnTo>
                    <a:pt x="52327" y="88870"/>
                  </a:lnTo>
                  <a:lnTo>
                    <a:pt x="50118" y="86748"/>
                  </a:lnTo>
                  <a:lnTo>
                    <a:pt x="48830" y="85852"/>
                  </a:lnTo>
                  <a:lnTo>
                    <a:pt x="46772" y="81104"/>
                  </a:lnTo>
                  <a:lnTo>
                    <a:pt x="45913" y="79917"/>
                  </a:lnTo>
                  <a:lnTo>
                    <a:pt x="44852" y="77076"/>
                  </a:lnTo>
                  <a:lnTo>
                    <a:pt x="44309" y="76142"/>
                  </a:lnTo>
                  <a:lnTo>
                    <a:pt x="44890" y="75927"/>
                  </a:lnTo>
                  <a:lnTo>
                    <a:pt x="47264" y="79185"/>
                  </a:lnTo>
                  <a:lnTo>
                    <a:pt x="48716" y="81470"/>
                  </a:lnTo>
                  <a:lnTo>
                    <a:pt x="49562" y="83945"/>
                  </a:lnTo>
                  <a:lnTo>
                    <a:pt x="51570" y="85523"/>
                  </a:lnTo>
                  <a:lnTo>
                    <a:pt x="52795" y="88478"/>
                  </a:lnTo>
                  <a:lnTo>
                    <a:pt x="53439" y="90271"/>
                  </a:lnTo>
                  <a:lnTo>
                    <a:pt x="57189" y="88579"/>
                  </a:lnTo>
                  <a:lnTo>
                    <a:pt x="60939" y="87746"/>
                  </a:lnTo>
                  <a:lnTo>
                    <a:pt x="65005" y="85675"/>
                  </a:lnTo>
                  <a:lnTo>
                    <a:pt x="66230" y="83453"/>
                  </a:lnTo>
                  <a:lnTo>
                    <a:pt x="67139" y="81154"/>
                  </a:lnTo>
                  <a:lnTo>
                    <a:pt x="65422" y="79437"/>
                  </a:lnTo>
                  <a:lnTo>
                    <a:pt x="63932" y="77821"/>
                  </a:lnTo>
                  <a:lnTo>
                    <a:pt x="61356" y="78616"/>
                  </a:lnTo>
                  <a:lnTo>
                    <a:pt x="59487" y="78705"/>
                  </a:lnTo>
                  <a:lnTo>
                    <a:pt x="58325" y="76571"/>
                  </a:lnTo>
                  <a:lnTo>
                    <a:pt x="56570" y="75094"/>
                  </a:lnTo>
                  <a:lnTo>
                    <a:pt x="57189" y="74045"/>
                  </a:lnTo>
                  <a:lnTo>
                    <a:pt x="59790" y="76154"/>
                  </a:lnTo>
                  <a:lnTo>
                    <a:pt x="61886" y="77303"/>
                  </a:lnTo>
                  <a:lnTo>
                    <a:pt x="63742" y="77442"/>
                  </a:lnTo>
                  <a:lnTo>
                    <a:pt x="65472" y="78364"/>
                  </a:lnTo>
                  <a:lnTo>
                    <a:pt x="68351" y="78818"/>
                  </a:lnTo>
                  <a:lnTo>
                    <a:pt x="71634" y="78414"/>
                  </a:lnTo>
                  <a:lnTo>
                    <a:pt x="74109" y="80195"/>
                  </a:lnTo>
                  <a:lnTo>
                    <a:pt x="75511" y="82569"/>
                  </a:lnTo>
                  <a:lnTo>
                    <a:pt x="77089" y="82834"/>
                  </a:lnTo>
                  <a:lnTo>
                    <a:pt x="78074" y="81697"/>
                  </a:lnTo>
                  <a:lnTo>
                    <a:pt x="78541" y="83617"/>
                  </a:lnTo>
                  <a:lnTo>
                    <a:pt x="79173" y="86357"/>
                  </a:lnTo>
                  <a:lnTo>
                    <a:pt x="80562" y="89349"/>
                  </a:lnTo>
                  <a:lnTo>
                    <a:pt x="82014" y="92670"/>
                  </a:lnTo>
                  <a:lnTo>
                    <a:pt x="82721" y="95246"/>
                  </a:lnTo>
                  <a:lnTo>
                    <a:pt x="84930" y="91723"/>
                  </a:lnTo>
                  <a:lnTo>
                    <a:pt x="84930" y="88668"/>
                  </a:lnTo>
                  <a:lnTo>
                    <a:pt x="85802" y="87215"/>
                  </a:lnTo>
                  <a:lnTo>
                    <a:pt x="87822" y="85460"/>
                  </a:lnTo>
                  <a:lnTo>
                    <a:pt x="90840" y="82720"/>
                  </a:lnTo>
                  <a:lnTo>
                    <a:pt x="92115" y="80990"/>
                  </a:lnTo>
                  <a:lnTo>
                    <a:pt x="94451" y="80447"/>
                  </a:lnTo>
                  <a:lnTo>
                    <a:pt x="95158" y="83339"/>
                  </a:lnTo>
                  <a:lnTo>
                    <a:pt x="96914" y="84160"/>
                  </a:lnTo>
                  <a:lnTo>
                    <a:pt x="96914" y="87885"/>
                  </a:lnTo>
                  <a:lnTo>
                    <a:pt x="99035" y="86622"/>
                  </a:lnTo>
                  <a:lnTo>
                    <a:pt x="100702" y="90132"/>
                  </a:lnTo>
                  <a:lnTo>
                    <a:pt x="100702" y="94451"/>
                  </a:lnTo>
                  <a:lnTo>
                    <a:pt x="102772" y="95549"/>
                  </a:lnTo>
                  <a:lnTo>
                    <a:pt x="103720" y="97557"/>
                  </a:lnTo>
                  <a:lnTo>
                    <a:pt x="105247" y="99565"/>
                  </a:lnTo>
                  <a:lnTo>
                    <a:pt x="107975" y="100701"/>
                  </a:lnTo>
                  <a:lnTo>
                    <a:pt x="107192" y="98100"/>
                  </a:lnTo>
                  <a:lnTo>
                    <a:pt x="106864" y="96294"/>
                  </a:lnTo>
                  <a:lnTo>
                    <a:pt x="105121" y="94994"/>
                  </a:lnTo>
                  <a:lnTo>
                    <a:pt x="104023" y="93478"/>
                  </a:lnTo>
                  <a:lnTo>
                    <a:pt x="103442" y="92127"/>
                  </a:lnTo>
                  <a:lnTo>
                    <a:pt x="103732" y="90082"/>
                  </a:lnTo>
                  <a:lnTo>
                    <a:pt x="104212" y="89476"/>
                  </a:lnTo>
                  <a:lnTo>
                    <a:pt x="105626" y="90801"/>
                  </a:lnTo>
                  <a:lnTo>
                    <a:pt x="107306" y="92595"/>
                  </a:lnTo>
                  <a:lnTo>
                    <a:pt x="108417" y="93163"/>
                  </a:lnTo>
                  <a:lnTo>
                    <a:pt x="108568" y="93049"/>
                  </a:lnTo>
                  <a:cubicBezTo>
                    <a:pt x="110803" y="91382"/>
                    <a:pt x="110803" y="91041"/>
                    <a:pt x="110803" y="90902"/>
                  </a:cubicBezTo>
                  <a:lnTo>
                    <a:pt x="110803" y="87203"/>
                  </a:lnTo>
                  <a:lnTo>
                    <a:pt x="108846" y="85359"/>
                  </a:lnTo>
                  <a:lnTo>
                    <a:pt x="108139" y="83932"/>
                  </a:lnTo>
                  <a:cubicBezTo>
                    <a:pt x="108265" y="83238"/>
                    <a:pt x="108480" y="82556"/>
                    <a:pt x="108581" y="82455"/>
                  </a:cubicBezTo>
                  <a:cubicBezTo>
                    <a:pt x="108758" y="82341"/>
                    <a:pt x="109654" y="82000"/>
                    <a:pt x="110374" y="81748"/>
                  </a:cubicBezTo>
                  <a:lnTo>
                    <a:pt x="110967" y="83099"/>
                  </a:lnTo>
                  <a:lnTo>
                    <a:pt x="113139" y="81521"/>
                  </a:lnTo>
                  <a:lnTo>
                    <a:pt x="117016" y="79589"/>
                  </a:lnTo>
                  <a:lnTo>
                    <a:pt x="118821" y="76293"/>
                  </a:lnTo>
                  <a:lnTo>
                    <a:pt x="119604" y="74083"/>
                  </a:lnTo>
                  <a:lnTo>
                    <a:pt x="119630" y="70232"/>
                  </a:lnTo>
                  <a:lnTo>
                    <a:pt x="118140" y="67227"/>
                  </a:lnTo>
                  <a:lnTo>
                    <a:pt x="116890" y="65649"/>
                  </a:lnTo>
                  <a:lnTo>
                    <a:pt x="118809" y="64348"/>
                  </a:lnTo>
                  <a:lnTo>
                    <a:pt x="119958" y="63451"/>
                  </a:lnTo>
                  <a:lnTo>
                    <a:pt x="117622" y="62719"/>
                  </a:lnTo>
                  <a:lnTo>
                    <a:pt x="116258" y="63212"/>
                  </a:lnTo>
                  <a:lnTo>
                    <a:pt x="115475" y="62340"/>
                  </a:lnTo>
                  <a:lnTo>
                    <a:pt x="115059" y="61772"/>
                  </a:lnTo>
                  <a:lnTo>
                    <a:pt x="116624" y="60863"/>
                  </a:lnTo>
                  <a:lnTo>
                    <a:pt x="117369" y="59373"/>
                  </a:lnTo>
                  <a:lnTo>
                    <a:pt x="117900" y="59638"/>
                  </a:lnTo>
                  <a:lnTo>
                    <a:pt x="117256" y="61974"/>
                  </a:lnTo>
                  <a:lnTo>
                    <a:pt x="119390" y="60901"/>
                  </a:lnTo>
                  <a:lnTo>
                    <a:pt x="120337" y="61684"/>
                  </a:lnTo>
                  <a:lnTo>
                    <a:pt x="121284" y="63350"/>
                  </a:lnTo>
                  <a:lnTo>
                    <a:pt x="122168" y="64424"/>
                  </a:lnTo>
                  <a:lnTo>
                    <a:pt x="122168" y="66015"/>
                  </a:lnTo>
                  <a:lnTo>
                    <a:pt x="123291" y="67151"/>
                  </a:lnTo>
                  <a:lnTo>
                    <a:pt x="125501" y="65383"/>
                  </a:lnTo>
                  <a:lnTo>
                    <a:pt x="124882" y="62782"/>
                  </a:lnTo>
                  <a:lnTo>
                    <a:pt x="123216" y="61078"/>
                  </a:lnTo>
                  <a:lnTo>
                    <a:pt x="122837" y="60295"/>
                  </a:lnTo>
                  <a:lnTo>
                    <a:pt x="124238" y="59095"/>
                  </a:lnTo>
                  <a:lnTo>
                    <a:pt x="124352" y="56254"/>
                  </a:lnTo>
                  <a:lnTo>
                    <a:pt x="125337" y="55433"/>
                  </a:lnTo>
                  <a:lnTo>
                    <a:pt x="126688" y="56229"/>
                  </a:lnTo>
                  <a:lnTo>
                    <a:pt x="128734" y="52693"/>
                  </a:lnTo>
                  <a:lnTo>
                    <a:pt x="130363" y="47693"/>
                  </a:lnTo>
                  <a:lnTo>
                    <a:pt x="129176" y="44359"/>
                  </a:lnTo>
                  <a:lnTo>
                    <a:pt x="128418" y="41329"/>
                  </a:lnTo>
                  <a:lnTo>
                    <a:pt x="126625" y="39650"/>
                  </a:lnTo>
                  <a:lnTo>
                    <a:pt x="124365" y="39006"/>
                  </a:lnTo>
                  <a:lnTo>
                    <a:pt x="123039" y="38501"/>
                  </a:lnTo>
                  <a:lnTo>
                    <a:pt x="122231" y="37844"/>
                  </a:lnTo>
                  <a:lnTo>
                    <a:pt x="124238" y="33816"/>
                  </a:lnTo>
                  <a:lnTo>
                    <a:pt x="125047" y="31152"/>
                  </a:lnTo>
                  <a:lnTo>
                    <a:pt x="127067" y="29939"/>
                  </a:lnTo>
                  <a:lnTo>
                    <a:pt x="130350" y="29939"/>
                  </a:lnTo>
                  <a:lnTo>
                    <a:pt x="135009" y="28677"/>
                  </a:lnTo>
                  <a:lnTo>
                    <a:pt x="132875" y="28677"/>
                  </a:lnTo>
                  <a:lnTo>
                    <a:pt x="132875" y="23841"/>
                  </a:lnTo>
                  <a:lnTo>
                    <a:pt x="135224" y="22793"/>
                  </a:lnTo>
                  <a:lnTo>
                    <a:pt x="136108" y="25091"/>
                  </a:lnTo>
                  <a:lnTo>
                    <a:pt x="137257" y="22490"/>
                  </a:lnTo>
                  <a:lnTo>
                    <a:pt x="137282" y="21025"/>
                  </a:lnTo>
                  <a:lnTo>
                    <a:pt x="138090" y="21479"/>
                  </a:lnTo>
                  <a:lnTo>
                    <a:pt x="137446" y="25129"/>
                  </a:lnTo>
                  <a:lnTo>
                    <a:pt x="136032" y="30912"/>
                  </a:lnTo>
                  <a:lnTo>
                    <a:pt x="136019" y="34447"/>
                  </a:lnTo>
                  <a:lnTo>
                    <a:pt x="139467" y="39220"/>
                  </a:lnTo>
                  <a:lnTo>
                    <a:pt x="140452" y="42491"/>
                  </a:lnTo>
                  <a:lnTo>
                    <a:pt x="140452" y="44486"/>
                  </a:lnTo>
                  <a:lnTo>
                    <a:pt x="142346" y="42907"/>
                  </a:lnTo>
                  <a:lnTo>
                    <a:pt x="142346" y="39460"/>
                  </a:lnTo>
                  <a:lnTo>
                    <a:pt x="143836" y="36051"/>
                  </a:lnTo>
                  <a:lnTo>
                    <a:pt x="143028" y="33273"/>
                  </a:lnTo>
                  <a:lnTo>
                    <a:pt x="142901" y="31682"/>
                  </a:lnTo>
                  <a:lnTo>
                    <a:pt x="142598" y="29447"/>
                  </a:lnTo>
                  <a:lnTo>
                    <a:pt x="140742" y="27982"/>
                  </a:lnTo>
                  <a:lnTo>
                    <a:pt x="140464" y="25356"/>
                  </a:lnTo>
                  <a:lnTo>
                    <a:pt x="142939" y="23740"/>
                  </a:lnTo>
                  <a:lnTo>
                    <a:pt x="145502" y="24093"/>
                  </a:lnTo>
                  <a:lnTo>
                    <a:pt x="145502" y="21189"/>
                  </a:lnTo>
                  <a:lnTo>
                    <a:pt x="146462" y="19611"/>
                  </a:lnTo>
                  <a:lnTo>
                    <a:pt x="148508" y="18588"/>
                  </a:lnTo>
                  <a:lnTo>
                    <a:pt x="149732" y="18588"/>
                  </a:lnTo>
                  <a:lnTo>
                    <a:pt x="148141" y="14231"/>
                  </a:lnTo>
                  <a:lnTo>
                    <a:pt x="145010" y="13070"/>
                  </a:lnTo>
                  <a:lnTo>
                    <a:pt x="145490" y="11214"/>
                  </a:lnTo>
                  <a:lnTo>
                    <a:pt x="145161" y="9105"/>
                  </a:lnTo>
                  <a:lnTo>
                    <a:pt x="145060" y="8562"/>
                  </a:lnTo>
                  <a:lnTo>
                    <a:pt x="146664" y="9395"/>
                  </a:lnTo>
                  <a:lnTo>
                    <a:pt x="148015" y="8360"/>
                  </a:lnTo>
                  <a:lnTo>
                    <a:pt x="149442" y="9307"/>
                  </a:lnTo>
                  <a:lnTo>
                    <a:pt x="150364" y="6542"/>
                  </a:lnTo>
                  <a:lnTo>
                    <a:pt x="149038" y="4774"/>
                  </a:lnTo>
                  <a:lnTo>
                    <a:pt x="148369" y="2223"/>
                  </a:lnTo>
                  <a:lnTo>
                    <a:pt x="144227" y="1605"/>
                  </a:lnTo>
                  <a:lnTo>
                    <a:pt x="144227" y="3120"/>
                  </a:lnTo>
                  <a:lnTo>
                    <a:pt x="143116" y="3082"/>
                  </a:lnTo>
                  <a:lnTo>
                    <a:pt x="142384" y="2185"/>
                  </a:lnTo>
                  <a:lnTo>
                    <a:pt x="134744" y="2185"/>
                  </a:lnTo>
                  <a:lnTo>
                    <a:pt x="130704" y="2564"/>
                  </a:lnTo>
                  <a:lnTo>
                    <a:pt x="133065" y="4875"/>
                  </a:lnTo>
                  <a:lnTo>
                    <a:pt x="131411" y="4888"/>
                  </a:lnTo>
                  <a:lnTo>
                    <a:pt x="130842" y="3486"/>
                  </a:lnTo>
                  <a:lnTo>
                    <a:pt x="127458" y="4989"/>
                  </a:lnTo>
                  <a:lnTo>
                    <a:pt x="124908" y="6605"/>
                  </a:lnTo>
                  <a:lnTo>
                    <a:pt x="123620" y="6605"/>
                  </a:lnTo>
                  <a:lnTo>
                    <a:pt x="122584" y="4420"/>
                  </a:lnTo>
                  <a:lnTo>
                    <a:pt x="119781" y="4016"/>
                  </a:lnTo>
                  <a:lnTo>
                    <a:pt x="117710" y="5178"/>
                  </a:lnTo>
                  <a:lnTo>
                    <a:pt x="114604" y="4143"/>
                  </a:lnTo>
                  <a:lnTo>
                    <a:pt x="112432" y="3259"/>
                  </a:lnTo>
                  <a:lnTo>
                    <a:pt x="108076" y="3574"/>
                  </a:lnTo>
                  <a:lnTo>
                    <a:pt x="106005" y="4900"/>
                  </a:lnTo>
                  <a:lnTo>
                    <a:pt x="107091" y="7842"/>
                  </a:lnTo>
                  <a:lnTo>
                    <a:pt x="105146" y="7842"/>
                  </a:lnTo>
                  <a:lnTo>
                    <a:pt x="103795" y="7729"/>
                  </a:lnTo>
                  <a:lnTo>
                    <a:pt x="101851" y="8714"/>
                  </a:lnTo>
                  <a:lnTo>
                    <a:pt x="102583" y="10039"/>
                  </a:lnTo>
                  <a:lnTo>
                    <a:pt x="102583" y="10039"/>
                  </a:lnTo>
                  <a:lnTo>
                    <a:pt x="101169" y="9623"/>
                  </a:lnTo>
                  <a:lnTo>
                    <a:pt x="100348" y="6744"/>
                  </a:lnTo>
                  <a:lnTo>
                    <a:pt x="97545" y="4370"/>
                  </a:lnTo>
                  <a:lnTo>
                    <a:pt x="93252" y="4963"/>
                  </a:lnTo>
                  <a:lnTo>
                    <a:pt x="94072" y="7628"/>
                  </a:lnTo>
                  <a:lnTo>
                    <a:pt x="91509" y="7539"/>
                  </a:lnTo>
                  <a:lnTo>
                    <a:pt x="90385" y="6074"/>
                  </a:lnTo>
                  <a:lnTo>
                    <a:pt x="87999" y="7337"/>
                  </a:lnTo>
                  <a:lnTo>
                    <a:pt x="86231" y="7893"/>
                  </a:lnTo>
                  <a:lnTo>
                    <a:pt x="84034" y="10544"/>
                  </a:lnTo>
                  <a:lnTo>
                    <a:pt x="83706" y="9282"/>
                  </a:lnTo>
                  <a:lnTo>
                    <a:pt x="85915" y="5923"/>
                  </a:lnTo>
                  <a:lnTo>
                    <a:pt x="85234" y="2526"/>
                  </a:lnTo>
                  <a:lnTo>
                    <a:pt x="817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506;p78">
              <a:extLst>
                <a:ext uri="{FF2B5EF4-FFF2-40B4-BE49-F238E27FC236}">
                  <a16:creationId xmlns:a16="http://schemas.microsoft.com/office/drawing/2014/main" id="{701DC0F7-5FB2-B348-BF3E-04ACA25C778A}"/>
                </a:ext>
              </a:extLst>
            </p:cNvPr>
            <p:cNvSpPr/>
            <p:nvPr/>
          </p:nvSpPr>
          <p:spPr>
            <a:xfrm>
              <a:off x="4467225" y="3815075"/>
              <a:ext cx="177425" cy="289800"/>
            </a:xfrm>
            <a:custGeom>
              <a:avLst/>
              <a:gdLst/>
              <a:ahLst/>
              <a:cxnLst/>
              <a:rect l="l" t="t" r="r" b="b"/>
              <a:pathLst>
                <a:path w="7097" h="11592" extrusionOk="0">
                  <a:moveTo>
                    <a:pt x="5683" y="0"/>
                  </a:moveTo>
                  <a:lnTo>
                    <a:pt x="4572" y="1339"/>
                  </a:lnTo>
                  <a:lnTo>
                    <a:pt x="2602" y="2513"/>
                  </a:lnTo>
                  <a:lnTo>
                    <a:pt x="1023" y="3271"/>
                  </a:lnTo>
                  <a:lnTo>
                    <a:pt x="1415" y="5809"/>
                  </a:lnTo>
                  <a:lnTo>
                    <a:pt x="1023" y="7362"/>
                  </a:lnTo>
                  <a:lnTo>
                    <a:pt x="1" y="8524"/>
                  </a:lnTo>
                  <a:lnTo>
                    <a:pt x="556" y="10809"/>
                  </a:lnTo>
                  <a:lnTo>
                    <a:pt x="2134" y="11592"/>
                  </a:lnTo>
                  <a:lnTo>
                    <a:pt x="3864" y="9849"/>
                  </a:lnTo>
                  <a:lnTo>
                    <a:pt x="5203" y="6541"/>
                  </a:lnTo>
                  <a:lnTo>
                    <a:pt x="6226" y="3384"/>
                  </a:lnTo>
                  <a:lnTo>
                    <a:pt x="7097" y="1655"/>
                  </a:lnTo>
                  <a:lnTo>
                    <a:pt x="61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507;p78">
              <a:extLst>
                <a:ext uri="{FF2B5EF4-FFF2-40B4-BE49-F238E27FC236}">
                  <a16:creationId xmlns:a16="http://schemas.microsoft.com/office/drawing/2014/main" id="{97465FEF-A687-E44C-AF73-8886586AFF5B}"/>
                </a:ext>
              </a:extLst>
            </p:cNvPr>
            <p:cNvSpPr/>
            <p:nvPr/>
          </p:nvSpPr>
          <p:spPr>
            <a:xfrm>
              <a:off x="4458375" y="3806875"/>
              <a:ext cx="194800" cy="307475"/>
            </a:xfrm>
            <a:custGeom>
              <a:avLst/>
              <a:gdLst/>
              <a:ahLst/>
              <a:cxnLst/>
              <a:rect l="l" t="t" r="r" b="b"/>
              <a:pathLst>
                <a:path w="7792" h="12299" extrusionOk="0">
                  <a:moveTo>
                    <a:pt x="6327" y="644"/>
                  </a:moveTo>
                  <a:lnTo>
                    <a:pt x="7097" y="1995"/>
                  </a:lnTo>
                  <a:lnTo>
                    <a:pt x="6277" y="3611"/>
                  </a:lnTo>
                  <a:lnTo>
                    <a:pt x="5266" y="6756"/>
                  </a:lnTo>
                  <a:lnTo>
                    <a:pt x="3953" y="10001"/>
                  </a:lnTo>
                  <a:lnTo>
                    <a:pt x="2413" y="11529"/>
                  </a:lnTo>
                  <a:lnTo>
                    <a:pt x="1175" y="10910"/>
                  </a:lnTo>
                  <a:lnTo>
                    <a:pt x="695" y="8940"/>
                  </a:lnTo>
                  <a:lnTo>
                    <a:pt x="1668" y="7829"/>
                  </a:lnTo>
                  <a:lnTo>
                    <a:pt x="2097" y="6149"/>
                  </a:lnTo>
                  <a:lnTo>
                    <a:pt x="1731" y="3776"/>
                  </a:lnTo>
                  <a:lnTo>
                    <a:pt x="3120" y="3119"/>
                  </a:lnTo>
                  <a:lnTo>
                    <a:pt x="5090" y="1932"/>
                  </a:lnTo>
                  <a:lnTo>
                    <a:pt x="6176" y="644"/>
                  </a:lnTo>
                  <a:close/>
                  <a:moveTo>
                    <a:pt x="5873" y="0"/>
                  </a:moveTo>
                  <a:lnTo>
                    <a:pt x="4711" y="1427"/>
                  </a:lnTo>
                  <a:lnTo>
                    <a:pt x="2817" y="2563"/>
                  </a:lnTo>
                  <a:lnTo>
                    <a:pt x="1024" y="3409"/>
                  </a:lnTo>
                  <a:lnTo>
                    <a:pt x="1440" y="6124"/>
                  </a:lnTo>
                  <a:lnTo>
                    <a:pt x="1087" y="7538"/>
                  </a:lnTo>
                  <a:lnTo>
                    <a:pt x="1" y="8776"/>
                  </a:lnTo>
                  <a:lnTo>
                    <a:pt x="632" y="11352"/>
                  </a:lnTo>
                  <a:lnTo>
                    <a:pt x="2552" y="12299"/>
                  </a:lnTo>
                  <a:lnTo>
                    <a:pt x="4420" y="10405"/>
                  </a:lnTo>
                  <a:lnTo>
                    <a:pt x="5847" y="6958"/>
                  </a:lnTo>
                  <a:lnTo>
                    <a:pt x="6845" y="3851"/>
                  </a:lnTo>
                  <a:lnTo>
                    <a:pt x="7792" y="1970"/>
                  </a:lnTo>
                  <a:lnTo>
                    <a:pt x="66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508;p78">
              <a:extLst>
                <a:ext uri="{FF2B5EF4-FFF2-40B4-BE49-F238E27FC236}">
                  <a16:creationId xmlns:a16="http://schemas.microsoft.com/office/drawing/2014/main" id="{1ABDC344-EF10-3740-ADDC-06CE7BC054F9}"/>
                </a:ext>
              </a:extLst>
            </p:cNvPr>
            <p:cNvSpPr/>
            <p:nvPr/>
          </p:nvSpPr>
          <p:spPr>
            <a:xfrm>
              <a:off x="5304725" y="3312525"/>
              <a:ext cx="45475" cy="78625"/>
            </a:xfrm>
            <a:custGeom>
              <a:avLst/>
              <a:gdLst/>
              <a:ahLst/>
              <a:cxnLst/>
              <a:rect l="l" t="t" r="r" b="b"/>
              <a:pathLst>
                <a:path w="1819" h="3145" extrusionOk="0">
                  <a:moveTo>
                    <a:pt x="480" y="0"/>
                  </a:moveTo>
                  <a:lnTo>
                    <a:pt x="0" y="1654"/>
                  </a:lnTo>
                  <a:lnTo>
                    <a:pt x="480" y="3144"/>
                  </a:lnTo>
                  <a:lnTo>
                    <a:pt x="1503" y="2753"/>
                  </a:lnTo>
                  <a:lnTo>
                    <a:pt x="1818" y="1566"/>
                  </a:lnTo>
                  <a:lnTo>
                    <a:pt x="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509;p78">
              <a:extLst>
                <a:ext uri="{FF2B5EF4-FFF2-40B4-BE49-F238E27FC236}">
                  <a16:creationId xmlns:a16="http://schemas.microsoft.com/office/drawing/2014/main" id="{E01B512B-C4F3-354C-8F8C-460DF80ADC16}"/>
                </a:ext>
              </a:extLst>
            </p:cNvPr>
            <p:cNvSpPr/>
            <p:nvPr/>
          </p:nvSpPr>
          <p:spPr>
            <a:xfrm>
              <a:off x="5296500" y="3296100"/>
              <a:ext cx="62525" cy="105475"/>
            </a:xfrm>
            <a:custGeom>
              <a:avLst/>
              <a:gdLst/>
              <a:ahLst/>
              <a:cxnLst/>
              <a:rect l="l" t="t" r="r" b="b"/>
              <a:pathLst>
                <a:path w="2501" h="4219" extrusionOk="0">
                  <a:moveTo>
                    <a:pt x="948" y="1301"/>
                  </a:moveTo>
                  <a:lnTo>
                    <a:pt x="1806" y="2311"/>
                  </a:lnTo>
                  <a:lnTo>
                    <a:pt x="1567" y="3170"/>
                  </a:lnTo>
                  <a:lnTo>
                    <a:pt x="1011" y="3397"/>
                  </a:lnTo>
                  <a:lnTo>
                    <a:pt x="657" y="2299"/>
                  </a:lnTo>
                  <a:lnTo>
                    <a:pt x="948" y="1301"/>
                  </a:lnTo>
                  <a:close/>
                  <a:moveTo>
                    <a:pt x="670" y="1"/>
                  </a:moveTo>
                  <a:lnTo>
                    <a:pt x="1" y="2311"/>
                  </a:lnTo>
                  <a:lnTo>
                    <a:pt x="607" y="4218"/>
                  </a:lnTo>
                  <a:lnTo>
                    <a:pt x="2097" y="3650"/>
                  </a:lnTo>
                  <a:lnTo>
                    <a:pt x="2501" y="2147"/>
                  </a:lnTo>
                  <a:lnTo>
                    <a:pt x="6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510;p78">
              <a:extLst>
                <a:ext uri="{FF2B5EF4-FFF2-40B4-BE49-F238E27FC236}">
                  <a16:creationId xmlns:a16="http://schemas.microsoft.com/office/drawing/2014/main" id="{07E49EE8-42D1-7849-B7A1-AF6B26E449D7}"/>
                </a:ext>
              </a:extLst>
            </p:cNvPr>
            <p:cNvSpPr/>
            <p:nvPr/>
          </p:nvSpPr>
          <p:spPr>
            <a:xfrm>
              <a:off x="5643750" y="3420800"/>
              <a:ext cx="232675" cy="252250"/>
            </a:xfrm>
            <a:custGeom>
              <a:avLst/>
              <a:gdLst/>
              <a:ahLst/>
              <a:cxnLst/>
              <a:rect l="l" t="t" r="r" b="b"/>
              <a:pathLst>
                <a:path w="9307" h="10090" extrusionOk="0">
                  <a:moveTo>
                    <a:pt x="1" y="0"/>
                  </a:moveTo>
                  <a:lnTo>
                    <a:pt x="948" y="1301"/>
                  </a:lnTo>
                  <a:lnTo>
                    <a:pt x="2337" y="1553"/>
                  </a:lnTo>
                  <a:cubicBezTo>
                    <a:pt x="2337" y="1553"/>
                    <a:pt x="3536" y="3852"/>
                    <a:pt x="3688" y="4091"/>
                  </a:cubicBezTo>
                  <a:cubicBezTo>
                    <a:pt x="3852" y="4331"/>
                    <a:pt x="5897" y="8233"/>
                    <a:pt x="5897" y="8233"/>
                  </a:cubicBezTo>
                  <a:lnTo>
                    <a:pt x="7804" y="10089"/>
                  </a:lnTo>
                  <a:lnTo>
                    <a:pt x="8587" y="10089"/>
                  </a:lnTo>
                  <a:lnTo>
                    <a:pt x="9307" y="8119"/>
                  </a:lnTo>
                  <a:lnTo>
                    <a:pt x="7880" y="5039"/>
                  </a:lnTo>
                  <a:lnTo>
                    <a:pt x="4647" y="1882"/>
                  </a:lnTo>
                  <a:lnTo>
                    <a:pt x="3473" y="1061"/>
                  </a:lnTo>
                  <a:lnTo>
                    <a:pt x="19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511;p78">
              <a:extLst>
                <a:ext uri="{FF2B5EF4-FFF2-40B4-BE49-F238E27FC236}">
                  <a16:creationId xmlns:a16="http://schemas.microsoft.com/office/drawing/2014/main" id="{CEC3BE29-D988-D14B-9793-1F4078415DD0}"/>
                </a:ext>
              </a:extLst>
            </p:cNvPr>
            <p:cNvSpPr/>
            <p:nvPr/>
          </p:nvSpPr>
          <p:spPr>
            <a:xfrm>
              <a:off x="5628275" y="3412900"/>
              <a:ext cx="256350" cy="268025"/>
            </a:xfrm>
            <a:custGeom>
              <a:avLst/>
              <a:gdLst/>
              <a:ahLst/>
              <a:cxnLst/>
              <a:rect l="l" t="t" r="r" b="b"/>
              <a:pathLst>
                <a:path w="10254" h="10721" extrusionOk="0">
                  <a:moveTo>
                    <a:pt x="2488" y="632"/>
                  </a:moveTo>
                  <a:lnTo>
                    <a:pt x="5052" y="2438"/>
                  </a:lnTo>
                  <a:lnTo>
                    <a:pt x="8246" y="5544"/>
                  </a:lnTo>
                  <a:lnTo>
                    <a:pt x="9585" y="8448"/>
                  </a:lnTo>
                  <a:lnTo>
                    <a:pt x="9004" y="10090"/>
                  </a:lnTo>
                  <a:lnTo>
                    <a:pt x="8562" y="10090"/>
                  </a:lnTo>
                  <a:lnTo>
                    <a:pt x="6782" y="8360"/>
                  </a:lnTo>
                  <a:cubicBezTo>
                    <a:pt x="6478" y="7792"/>
                    <a:pt x="4723" y="4471"/>
                    <a:pt x="4572" y="4231"/>
                  </a:cubicBezTo>
                  <a:cubicBezTo>
                    <a:pt x="4458" y="4067"/>
                    <a:pt x="3688" y="2614"/>
                    <a:pt x="3233" y="1731"/>
                  </a:cubicBezTo>
                  <a:lnTo>
                    <a:pt x="3158" y="1592"/>
                  </a:lnTo>
                  <a:lnTo>
                    <a:pt x="1743" y="1327"/>
                  </a:lnTo>
                  <a:lnTo>
                    <a:pt x="1238" y="632"/>
                  </a:lnTo>
                  <a:close/>
                  <a:moveTo>
                    <a:pt x="1" y="1"/>
                  </a:moveTo>
                  <a:lnTo>
                    <a:pt x="1390" y="1907"/>
                  </a:lnTo>
                  <a:lnTo>
                    <a:pt x="2741" y="2160"/>
                  </a:lnTo>
                  <a:cubicBezTo>
                    <a:pt x="3019" y="2690"/>
                    <a:pt x="3903" y="4370"/>
                    <a:pt x="4041" y="4584"/>
                  </a:cubicBezTo>
                  <a:cubicBezTo>
                    <a:pt x="4155" y="4748"/>
                    <a:pt x="5430" y="7135"/>
                    <a:pt x="6251" y="8701"/>
                  </a:cubicBezTo>
                  <a:lnTo>
                    <a:pt x="8297" y="10721"/>
                  </a:lnTo>
                  <a:lnTo>
                    <a:pt x="9433" y="10721"/>
                  </a:lnTo>
                  <a:lnTo>
                    <a:pt x="10254" y="8423"/>
                  </a:lnTo>
                  <a:lnTo>
                    <a:pt x="8789" y="5228"/>
                  </a:lnTo>
                  <a:lnTo>
                    <a:pt x="5443" y="1945"/>
                  </a:lnTo>
                  <a:lnTo>
                    <a:pt x="26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512;p78">
              <a:extLst>
                <a:ext uri="{FF2B5EF4-FFF2-40B4-BE49-F238E27FC236}">
                  <a16:creationId xmlns:a16="http://schemas.microsoft.com/office/drawing/2014/main" id="{56692B83-262F-F84E-9216-291251765878}"/>
                </a:ext>
              </a:extLst>
            </p:cNvPr>
            <p:cNvSpPr/>
            <p:nvPr/>
          </p:nvSpPr>
          <p:spPr>
            <a:xfrm>
              <a:off x="5873550" y="3662925"/>
              <a:ext cx="284775" cy="73250"/>
            </a:xfrm>
            <a:custGeom>
              <a:avLst/>
              <a:gdLst/>
              <a:ahLst/>
              <a:cxnLst/>
              <a:rect l="l" t="t" r="r" b="b"/>
              <a:pathLst>
                <a:path w="11391" h="2930" extrusionOk="0">
                  <a:moveTo>
                    <a:pt x="1150" y="0"/>
                  </a:moveTo>
                  <a:lnTo>
                    <a:pt x="1" y="998"/>
                  </a:lnTo>
                  <a:lnTo>
                    <a:pt x="2324" y="2058"/>
                  </a:lnTo>
                  <a:lnTo>
                    <a:pt x="5696" y="2930"/>
                  </a:lnTo>
                  <a:lnTo>
                    <a:pt x="11391" y="2930"/>
                  </a:lnTo>
                  <a:lnTo>
                    <a:pt x="8082" y="1667"/>
                  </a:lnTo>
                  <a:lnTo>
                    <a:pt x="5708" y="1667"/>
                  </a:lnTo>
                  <a:lnTo>
                    <a:pt x="11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513;p78">
              <a:extLst>
                <a:ext uri="{FF2B5EF4-FFF2-40B4-BE49-F238E27FC236}">
                  <a16:creationId xmlns:a16="http://schemas.microsoft.com/office/drawing/2014/main" id="{98838790-50F9-5146-BFE6-8EA6C2408464}"/>
                </a:ext>
              </a:extLst>
            </p:cNvPr>
            <p:cNvSpPr/>
            <p:nvPr/>
          </p:nvSpPr>
          <p:spPr>
            <a:xfrm>
              <a:off x="5859050" y="3654075"/>
              <a:ext cx="342200" cy="90000"/>
            </a:xfrm>
            <a:custGeom>
              <a:avLst/>
              <a:gdLst/>
              <a:ahLst/>
              <a:cxnLst/>
              <a:rect l="l" t="t" r="r" b="b"/>
              <a:pathLst>
                <a:path w="13688" h="3600" extrusionOk="0">
                  <a:moveTo>
                    <a:pt x="1806" y="720"/>
                  </a:moveTo>
                  <a:lnTo>
                    <a:pt x="6187" y="2311"/>
                  </a:lnTo>
                  <a:lnTo>
                    <a:pt x="8599" y="2337"/>
                  </a:lnTo>
                  <a:lnTo>
                    <a:pt x="10266" y="2968"/>
                  </a:lnTo>
                  <a:lnTo>
                    <a:pt x="6314" y="2968"/>
                  </a:lnTo>
                  <a:lnTo>
                    <a:pt x="3043" y="2122"/>
                  </a:lnTo>
                  <a:lnTo>
                    <a:pt x="1174" y="1263"/>
                  </a:lnTo>
                  <a:lnTo>
                    <a:pt x="1806" y="720"/>
                  </a:lnTo>
                  <a:close/>
                  <a:moveTo>
                    <a:pt x="1667" y="1"/>
                  </a:moveTo>
                  <a:lnTo>
                    <a:pt x="0" y="1428"/>
                  </a:lnTo>
                  <a:lnTo>
                    <a:pt x="2829" y="2715"/>
                  </a:lnTo>
                  <a:lnTo>
                    <a:pt x="6200" y="3587"/>
                  </a:lnTo>
                  <a:lnTo>
                    <a:pt x="13688" y="3599"/>
                  </a:lnTo>
                  <a:lnTo>
                    <a:pt x="8763" y="1731"/>
                  </a:lnTo>
                  <a:lnTo>
                    <a:pt x="6352" y="1705"/>
                  </a:lnTo>
                  <a:lnTo>
                    <a:pt x="16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514;p78">
              <a:extLst>
                <a:ext uri="{FF2B5EF4-FFF2-40B4-BE49-F238E27FC236}">
                  <a16:creationId xmlns:a16="http://schemas.microsoft.com/office/drawing/2014/main" id="{F51F660A-E53C-D44B-96AF-68D43D9E9F9E}"/>
                </a:ext>
              </a:extLst>
            </p:cNvPr>
            <p:cNvSpPr/>
            <p:nvPr/>
          </p:nvSpPr>
          <p:spPr>
            <a:xfrm>
              <a:off x="6185775" y="3706475"/>
              <a:ext cx="137975" cy="31600"/>
            </a:xfrm>
            <a:custGeom>
              <a:avLst/>
              <a:gdLst/>
              <a:ahLst/>
              <a:cxnLst/>
              <a:rect l="l" t="t" r="r" b="b"/>
              <a:pathLst>
                <a:path w="5519" h="1264" extrusionOk="0">
                  <a:moveTo>
                    <a:pt x="3397" y="1"/>
                  </a:moveTo>
                  <a:lnTo>
                    <a:pt x="0" y="556"/>
                  </a:lnTo>
                  <a:lnTo>
                    <a:pt x="1818" y="1263"/>
                  </a:lnTo>
                  <a:lnTo>
                    <a:pt x="5518" y="556"/>
                  </a:lnTo>
                  <a:lnTo>
                    <a:pt x="33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515;p78">
              <a:extLst>
                <a:ext uri="{FF2B5EF4-FFF2-40B4-BE49-F238E27FC236}">
                  <a16:creationId xmlns:a16="http://schemas.microsoft.com/office/drawing/2014/main" id="{CD8F6511-3ADF-E044-8422-99C4796F5731}"/>
                </a:ext>
              </a:extLst>
            </p:cNvPr>
            <p:cNvSpPr/>
            <p:nvPr/>
          </p:nvSpPr>
          <p:spPr>
            <a:xfrm>
              <a:off x="6156100" y="3698600"/>
              <a:ext cx="203625" cy="47675"/>
            </a:xfrm>
            <a:custGeom>
              <a:avLst/>
              <a:gdLst/>
              <a:ahLst/>
              <a:cxnLst/>
              <a:rect l="l" t="t" r="r" b="b"/>
              <a:pathLst>
                <a:path w="8145" h="1907" extrusionOk="0">
                  <a:moveTo>
                    <a:pt x="4571" y="644"/>
                  </a:moveTo>
                  <a:lnTo>
                    <a:pt x="5278" y="821"/>
                  </a:lnTo>
                  <a:lnTo>
                    <a:pt x="3031" y="1250"/>
                  </a:lnTo>
                  <a:lnTo>
                    <a:pt x="2374" y="998"/>
                  </a:lnTo>
                  <a:lnTo>
                    <a:pt x="4571" y="644"/>
                  </a:lnTo>
                  <a:close/>
                  <a:moveTo>
                    <a:pt x="4596" y="0"/>
                  </a:moveTo>
                  <a:lnTo>
                    <a:pt x="0" y="745"/>
                  </a:lnTo>
                  <a:lnTo>
                    <a:pt x="2968" y="1907"/>
                  </a:lnTo>
                  <a:lnTo>
                    <a:pt x="8145" y="922"/>
                  </a:lnTo>
                  <a:lnTo>
                    <a:pt x="459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516;p78">
              <a:extLst>
                <a:ext uri="{FF2B5EF4-FFF2-40B4-BE49-F238E27FC236}">
                  <a16:creationId xmlns:a16="http://schemas.microsoft.com/office/drawing/2014/main" id="{324DCB57-14E5-7046-8EDD-8913F6134311}"/>
                </a:ext>
              </a:extLst>
            </p:cNvPr>
            <p:cNvSpPr/>
            <p:nvPr/>
          </p:nvSpPr>
          <p:spPr>
            <a:xfrm>
              <a:off x="6158300" y="3493725"/>
              <a:ext cx="139875" cy="161950"/>
            </a:xfrm>
            <a:custGeom>
              <a:avLst/>
              <a:gdLst/>
              <a:ahLst/>
              <a:cxnLst/>
              <a:rect l="l" t="t" r="r" b="b"/>
              <a:pathLst>
                <a:path w="5595" h="6478" extrusionOk="0">
                  <a:moveTo>
                    <a:pt x="3864" y="0"/>
                  </a:moveTo>
                  <a:lnTo>
                    <a:pt x="632" y="1579"/>
                  </a:lnTo>
                  <a:lnTo>
                    <a:pt x="1" y="4925"/>
                  </a:lnTo>
                  <a:lnTo>
                    <a:pt x="1099" y="6478"/>
                  </a:lnTo>
                  <a:lnTo>
                    <a:pt x="1730" y="4420"/>
                  </a:lnTo>
                  <a:lnTo>
                    <a:pt x="3473" y="6225"/>
                  </a:lnTo>
                  <a:lnTo>
                    <a:pt x="3473" y="4331"/>
                  </a:lnTo>
                  <a:lnTo>
                    <a:pt x="2678" y="3510"/>
                  </a:lnTo>
                  <a:lnTo>
                    <a:pt x="4104" y="2765"/>
                  </a:lnTo>
                  <a:lnTo>
                    <a:pt x="1895" y="2765"/>
                  </a:lnTo>
                  <a:lnTo>
                    <a:pt x="5594" y="1023"/>
                  </a:lnTo>
                  <a:lnTo>
                    <a:pt x="38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517;p78">
              <a:extLst>
                <a:ext uri="{FF2B5EF4-FFF2-40B4-BE49-F238E27FC236}">
                  <a16:creationId xmlns:a16="http://schemas.microsoft.com/office/drawing/2014/main" id="{9571C7EE-5E66-DC4F-83FC-ECC048DF9EAF}"/>
                </a:ext>
              </a:extLst>
            </p:cNvPr>
            <p:cNvSpPr/>
            <p:nvPr/>
          </p:nvSpPr>
          <p:spPr>
            <a:xfrm>
              <a:off x="6149775" y="3484875"/>
              <a:ext cx="165125" cy="188175"/>
            </a:xfrm>
            <a:custGeom>
              <a:avLst/>
              <a:gdLst/>
              <a:ahLst/>
              <a:cxnLst/>
              <a:rect l="l" t="t" r="r" b="b"/>
              <a:pathLst>
                <a:path w="6605" h="7527" extrusionOk="0">
                  <a:moveTo>
                    <a:pt x="4193" y="708"/>
                  </a:moveTo>
                  <a:lnTo>
                    <a:pt x="5266" y="1339"/>
                  </a:lnTo>
                  <a:lnTo>
                    <a:pt x="1023" y="3334"/>
                  </a:lnTo>
                  <a:lnTo>
                    <a:pt x="1023" y="3334"/>
                  </a:lnTo>
                  <a:lnTo>
                    <a:pt x="1251" y="2147"/>
                  </a:lnTo>
                  <a:lnTo>
                    <a:pt x="4193" y="708"/>
                  </a:lnTo>
                  <a:close/>
                  <a:moveTo>
                    <a:pt x="3157" y="3423"/>
                  </a:moveTo>
                  <a:lnTo>
                    <a:pt x="2501" y="3776"/>
                  </a:lnTo>
                  <a:lnTo>
                    <a:pt x="3486" y="4812"/>
                  </a:lnTo>
                  <a:lnTo>
                    <a:pt x="3486" y="5796"/>
                  </a:lnTo>
                  <a:lnTo>
                    <a:pt x="1933" y="4168"/>
                  </a:lnTo>
                  <a:lnTo>
                    <a:pt x="1326" y="6125"/>
                  </a:lnTo>
                  <a:lnTo>
                    <a:pt x="670" y="5203"/>
                  </a:lnTo>
                  <a:lnTo>
                    <a:pt x="1011" y="3423"/>
                  </a:lnTo>
                  <a:close/>
                  <a:moveTo>
                    <a:pt x="4218" y="1"/>
                  </a:moveTo>
                  <a:lnTo>
                    <a:pt x="683" y="1718"/>
                  </a:lnTo>
                  <a:lnTo>
                    <a:pt x="1" y="5354"/>
                  </a:lnTo>
                  <a:lnTo>
                    <a:pt x="1554" y="7526"/>
                  </a:lnTo>
                  <a:lnTo>
                    <a:pt x="2210" y="5392"/>
                  </a:lnTo>
                  <a:lnTo>
                    <a:pt x="4117" y="7375"/>
                  </a:lnTo>
                  <a:lnTo>
                    <a:pt x="4117" y="4572"/>
                  </a:lnTo>
                  <a:lnTo>
                    <a:pt x="3536" y="3953"/>
                  </a:lnTo>
                  <a:lnTo>
                    <a:pt x="5708" y="2804"/>
                  </a:lnTo>
                  <a:lnTo>
                    <a:pt x="3650" y="2804"/>
                  </a:lnTo>
                  <a:lnTo>
                    <a:pt x="6605" y="1415"/>
                  </a:lnTo>
                  <a:lnTo>
                    <a:pt x="42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518;p78">
              <a:extLst>
                <a:ext uri="{FF2B5EF4-FFF2-40B4-BE49-F238E27FC236}">
                  <a16:creationId xmlns:a16="http://schemas.microsoft.com/office/drawing/2014/main" id="{3FFDFE67-EAA4-3942-92F4-6161A2FDF6E3}"/>
                </a:ext>
              </a:extLst>
            </p:cNvPr>
            <p:cNvSpPr/>
            <p:nvPr/>
          </p:nvSpPr>
          <p:spPr>
            <a:xfrm>
              <a:off x="5945525" y="3367450"/>
              <a:ext cx="213125" cy="254775"/>
            </a:xfrm>
            <a:custGeom>
              <a:avLst/>
              <a:gdLst/>
              <a:ahLst/>
              <a:cxnLst/>
              <a:rect l="l" t="t" r="r" b="b"/>
              <a:pathLst>
                <a:path w="8525" h="10191" extrusionOk="0">
                  <a:moveTo>
                    <a:pt x="6542" y="0"/>
                  </a:moveTo>
                  <a:lnTo>
                    <a:pt x="3941" y="3119"/>
                  </a:lnTo>
                  <a:lnTo>
                    <a:pt x="2817" y="5291"/>
                  </a:lnTo>
                  <a:lnTo>
                    <a:pt x="935" y="5291"/>
                  </a:lnTo>
                  <a:lnTo>
                    <a:pt x="1" y="6869"/>
                  </a:lnTo>
                  <a:lnTo>
                    <a:pt x="1491" y="9067"/>
                  </a:lnTo>
                  <a:lnTo>
                    <a:pt x="2817" y="9546"/>
                  </a:lnTo>
                  <a:lnTo>
                    <a:pt x="4686" y="9344"/>
                  </a:lnTo>
                  <a:lnTo>
                    <a:pt x="6049" y="10190"/>
                  </a:lnTo>
                  <a:lnTo>
                    <a:pt x="7363" y="6516"/>
                  </a:lnTo>
                  <a:lnTo>
                    <a:pt x="8524" y="4874"/>
                  </a:lnTo>
                  <a:lnTo>
                    <a:pt x="7653" y="3384"/>
                  </a:lnTo>
                  <a:lnTo>
                    <a:pt x="8512" y="2134"/>
                  </a:lnTo>
                  <a:lnTo>
                    <a:pt x="65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519;p78">
              <a:extLst>
                <a:ext uri="{FF2B5EF4-FFF2-40B4-BE49-F238E27FC236}">
                  <a16:creationId xmlns:a16="http://schemas.microsoft.com/office/drawing/2014/main" id="{9B877136-963F-604D-B3D7-C8BD620633B5}"/>
                </a:ext>
              </a:extLst>
            </p:cNvPr>
            <p:cNvSpPr/>
            <p:nvPr/>
          </p:nvSpPr>
          <p:spPr>
            <a:xfrm>
              <a:off x="5936075" y="3355775"/>
              <a:ext cx="232350" cy="278450"/>
            </a:xfrm>
            <a:custGeom>
              <a:avLst/>
              <a:gdLst/>
              <a:ahLst/>
              <a:cxnLst/>
              <a:rect l="l" t="t" r="r" b="b"/>
              <a:pathLst>
                <a:path w="9294" h="11138" extrusionOk="0">
                  <a:moveTo>
                    <a:pt x="6932" y="947"/>
                  </a:moveTo>
                  <a:lnTo>
                    <a:pt x="8486" y="2627"/>
                  </a:lnTo>
                  <a:lnTo>
                    <a:pt x="7652" y="3839"/>
                  </a:lnTo>
                  <a:lnTo>
                    <a:pt x="8523" y="5329"/>
                  </a:lnTo>
                  <a:lnTo>
                    <a:pt x="7475" y="6806"/>
                  </a:lnTo>
                  <a:lnTo>
                    <a:pt x="6263" y="10190"/>
                  </a:lnTo>
                  <a:lnTo>
                    <a:pt x="5139" y="9496"/>
                  </a:lnTo>
                  <a:lnTo>
                    <a:pt x="3220" y="9685"/>
                  </a:lnTo>
                  <a:lnTo>
                    <a:pt x="2071" y="9281"/>
                  </a:lnTo>
                  <a:lnTo>
                    <a:pt x="745" y="7324"/>
                  </a:lnTo>
                  <a:lnTo>
                    <a:pt x="1490" y="6074"/>
                  </a:lnTo>
                  <a:lnTo>
                    <a:pt x="3384" y="6074"/>
                  </a:lnTo>
                  <a:lnTo>
                    <a:pt x="4584" y="3763"/>
                  </a:lnTo>
                  <a:lnTo>
                    <a:pt x="6932" y="947"/>
                  </a:lnTo>
                  <a:close/>
                  <a:moveTo>
                    <a:pt x="6907" y="0"/>
                  </a:moveTo>
                  <a:lnTo>
                    <a:pt x="4079" y="3397"/>
                  </a:lnTo>
                  <a:lnTo>
                    <a:pt x="3005" y="5442"/>
                  </a:lnTo>
                  <a:lnTo>
                    <a:pt x="1137" y="5442"/>
                  </a:lnTo>
                  <a:lnTo>
                    <a:pt x="0" y="7336"/>
                  </a:lnTo>
                  <a:lnTo>
                    <a:pt x="1667" y="9799"/>
                  </a:lnTo>
                  <a:lnTo>
                    <a:pt x="3157" y="10329"/>
                  </a:lnTo>
                  <a:lnTo>
                    <a:pt x="4988" y="10140"/>
                  </a:lnTo>
                  <a:lnTo>
                    <a:pt x="6591" y="11137"/>
                  </a:lnTo>
                  <a:lnTo>
                    <a:pt x="8018" y="7147"/>
                  </a:lnTo>
                  <a:lnTo>
                    <a:pt x="9281" y="5379"/>
                  </a:lnTo>
                  <a:lnTo>
                    <a:pt x="8397" y="3877"/>
                  </a:lnTo>
                  <a:lnTo>
                    <a:pt x="9294" y="2576"/>
                  </a:lnTo>
                  <a:lnTo>
                    <a:pt x="69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520;p78">
              <a:extLst>
                <a:ext uri="{FF2B5EF4-FFF2-40B4-BE49-F238E27FC236}">
                  <a16:creationId xmlns:a16="http://schemas.microsoft.com/office/drawing/2014/main" id="{DE4F8217-B076-5C4A-96A1-4620B6733140}"/>
                </a:ext>
              </a:extLst>
            </p:cNvPr>
            <p:cNvSpPr/>
            <p:nvPr/>
          </p:nvSpPr>
          <p:spPr>
            <a:xfrm>
              <a:off x="6429775" y="3529075"/>
              <a:ext cx="453650" cy="254450"/>
            </a:xfrm>
            <a:custGeom>
              <a:avLst/>
              <a:gdLst/>
              <a:ahLst/>
              <a:cxnLst/>
              <a:rect l="l" t="t" r="r" b="b"/>
              <a:pathLst>
                <a:path w="18146" h="10178" extrusionOk="0">
                  <a:moveTo>
                    <a:pt x="1794" y="0"/>
                  </a:moveTo>
                  <a:lnTo>
                    <a:pt x="1" y="745"/>
                  </a:lnTo>
                  <a:lnTo>
                    <a:pt x="1705" y="2576"/>
                  </a:lnTo>
                  <a:lnTo>
                    <a:pt x="2223" y="4496"/>
                  </a:lnTo>
                  <a:lnTo>
                    <a:pt x="4281" y="4496"/>
                  </a:lnTo>
                  <a:lnTo>
                    <a:pt x="5847" y="5039"/>
                  </a:lnTo>
                  <a:lnTo>
                    <a:pt x="5847" y="6705"/>
                  </a:lnTo>
                  <a:lnTo>
                    <a:pt x="8764" y="8915"/>
                  </a:lnTo>
                  <a:lnTo>
                    <a:pt x="11214" y="8915"/>
                  </a:lnTo>
                  <a:lnTo>
                    <a:pt x="12236" y="7412"/>
                  </a:lnTo>
                  <a:lnTo>
                    <a:pt x="14055" y="8120"/>
                  </a:lnTo>
                  <a:lnTo>
                    <a:pt x="15633" y="10178"/>
                  </a:lnTo>
                  <a:lnTo>
                    <a:pt x="18146" y="10178"/>
                  </a:lnTo>
                  <a:lnTo>
                    <a:pt x="14522" y="5443"/>
                  </a:lnTo>
                  <a:lnTo>
                    <a:pt x="10431" y="3157"/>
                  </a:lnTo>
                  <a:lnTo>
                    <a:pt x="5531" y="1819"/>
                  </a:lnTo>
                  <a:lnTo>
                    <a:pt x="3650" y="2652"/>
                  </a:lnTo>
                  <a:lnTo>
                    <a:pt x="3094" y="733"/>
                  </a:lnTo>
                  <a:lnTo>
                    <a:pt x="17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521;p78">
              <a:extLst>
                <a:ext uri="{FF2B5EF4-FFF2-40B4-BE49-F238E27FC236}">
                  <a16:creationId xmlns:a16="http://schemas.microsoft.com/office/drawing/2014/main" id="{6C5C408E-0354-8847-A719-B4E46953AC2B}"/>
                </a:ext>
              </a:extLst>
            </p:cNvPr>
            <p:cNvSpPr/>
            <p:nvPr/>
          </p:nvSpPr>
          <p:spPr>
            <a:xfrm>
              <a:off x="6416200" y="3519925"/>
              <a:ext cx="483325" cy="271500"/>
            </a:xfrm>
            <a:custGeom>
              <a:avLst/>
              <a:gdLst/>
              <a:ahLst/>
              <a:cxnLst/>
              <a:rect l="l" t="t" r="r" b="b"/>
              <a:pathLst>
                <a:path w="19333" h="10860" extrusionOk="0">
                  <a:moveTo>
                    <a:pt x="2312" y="707"/>
                  </a:moveTo>
                  <a:lnTo>
                    <a:pt x="3372" y="1313"/>
                  </a:lnTo>
                  <a:lnTo>
                    <a:pt x="3991" y="3447"/>
                  </a:lnTo>
                  <a:lnTo>
                    <a:pt x="6112" y="2513"/>
                  </a:lnTo>
                  <a:lnTo>
                    <a:pt x="10860" y="3814"/>
                  </a:lnTo>
                  <a:lnTo>
                    <a:pt x="14863" y="6061"/>
                  </a:lnTo>
                  <a:lnTo>
                    <a:pt x="18058" y="10228"/>
                  </a:lnTo>
                  <a:lnTo>
                    <a:pt x="16328" y="10228"/>
                  </a:lnTo>
                  <a:lnTo>
                    <a:pt x="14787" y="8233"/>
                  </a:lnTo>
                  <a:lnTo>
                    <a:pt x="12653" y="7400"/>
                  </a:lnTo>
                  <a:lnTo>
                    <a:pt x="11580" y="8965"/>
                  </a:lnTo>
                  <a:lnTo>
                    <a:pt x="9408" y="8965"/>
                  </a:lnTo>
                  <a:lnTo>
                    <a:pt x="6706" y="6920"/>
                  </a:lnTo>
                  <a:lnTo>
                    <a:pt x="6706" y="5177"/>
                  </a:lnTo>
                  <a:lnTo>
                    <a:pt x="4913" y="4571"/>
                  </a:lnTo>
                  <a:lnTo>
                    <a:pt x="3006" y="4546"/>
                  </a:lnTo>
                  <a:lnTo>
                    <a:pt x="2526" y="2778"/>
                  </a:lnTo>
                  <a:lnTo>
                    <a:pt x="1074" y="1225"/>
                  </a:lnTo>
                  <a:lnTo>
                    <a:pt x="2312" y="707"/>
                  </a:lnTo>
                  <a:close/>
                  <a:moveTo>
                    <a:pt x="2362" y="0"/>
                  </a:moveTo>
                  <a:lnTo>
                    <a:pt x="1" y="998"/>
                  </a:lnTo>
                  <a:lnTo>
                    <a:pt x="1958" y="3094"/>
                  </a:lnTo>
                  <a:lnTo>
                    <a:pt x="2526" y="5177"/>
                  </a:lnTo>
                  <a:lnTo>
                    <a:pt x="4761" y="5177"/>
                  </a:lnTo>
                  <a:lnTo>
                    <a:pt x="6074" y="5632"/>
                  </a:lnTo>
                  <a:lnTo>
                    <a:pt x="6074" y="7223"/>
                  </a:lnTo>
                  <a:lnTo>
                    <a:pt x="9206" y="9597"/>
                  </a:lnTo>
                  <a:lnTo>
                    <a:pt x="11921" y="9597"/>
                  </a:lnTo>
                  <a:lnTo>
                    <a:pt x="12906" y="8170"/>
                  </a:lnTo>
                  <a:lnTo>
                    <a:pt x="14396" y="8751"/>
                  </a:lnTo>
                  <a:lnTo>
                    <a:pt x="16025" y="10859"/>
                  </a:lnTo>
                  <a:lnTo>
                    <a:pt x="19333" y="10859"/>
                  </a:lnTo>
                  <a:lnTo>
                    <a:pt x="15317" y="5607"/>
                  </a:lnTo>
                  <a:lnTo>
                    <a:pt x="11125" y="3245"/>
                  </a:lnTo>
                  <a:lnTo>
                    <a:pt x="6049" y="1844"/>
                  </a:lnTo>
                  <a:lnTo>
                    <a:pt x="4395" y="2576"/>
                  </a:lnTo>
                  <a:lnTo>
                    <a:pt x="3903" y="884"/>
                  </a:lnTo>
                  <a:lnTo>
                    <a:pt x="236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522;p78">
              <a:extLst>
                <a:ext uri="{FF2B5EF4-FFF2-40B4-BE49-F238E27FC236}">
                  <a16:creationId xmlns:a16="http://schemas.microsoft.com/office/drawing/2014/main" id="{4B0771EC-ADAE-314B-B1B8-3911C3DFA8F5}"/>
                </a:ext>
              </a:extLst>
            </p:cNvPr>
            <p:cNvSpPr/>
            <p:nvPr/>
          </p:nvSpPr>
          <p:spPr>
            <a:xfrm>
              <a:off x="5992575" y="3785400"/>
              <a:ext cx="867500" cy="764650"/>
            </a:xfrm>
            <a:custGeom>
              <a:avLst/>
              <a:gdLst/>
              <a:ahLst/>
              <a:cxnLst/>
              <a:rect l="l" t="t" r="r" b="b"/>
              <a:pathLst>
                <a:path w="34700" h="30586" extrusionOk="0">
                  <a:moveTo>
                    <a:pt x="18082" y="1"/>
                  </a:moveTo>
                  <a:lnTo>
                    <a:pt x="15494" y="2602"/>
                  </a:lnTo>
                  <a:lnTo>
                    <a:pt x="13953" y="3574"/>
                  </a:lnTo>
                  <a:lnTo>
                    <a:pt x="12577" y="3006"/>
                  </a:lnTo>
                  <a:lnTo>
                    <a:pt x="9976" y="5430"/>
                  </a:lnTo>
                  <a:lnTo>
                    <a:pt x="8195" y="7627"/>
                  </a:lnTo>
                  <a:lnTo>
                    <a:pt x="4950" y="9572"/>
                  </a:lnTo>
                  <a:lnTo>
                    <a:pt x="1617" y="10228"/>
                  </a:lnTo>
                  <a:lnTo>
                    <a:pt x="0" y="12779"/>
                  </a:lnTo>
                  <a:lnTo>
                    <a:pt x="0" y="15999"/>
                  </a:lnTo>
                  <a:lnTo>
                    <a:pt x="973" y="20835"/>
                  </a:lnTo>
                  <a:lnTo>
                    <a:pt x="480" y="22704"/>
                  </a:lnTo>
                  <a:lnTo>
                    <a:pt x="1857" y="24244"/>
                  </a:lnTo>
                  <a:lnTo>
                    <a:pt x="5481" y="23424"/>
                  </a:lnTo>
                  <a:lnTo>
                    <a:pt x="9408" y="22211"/>
                  </a:lnTo>
                  <a:lnTo>
                    <a:pt x="12223" y="20999"/>
                  </a:lnTo>
                  <a:lnTo>
                    <a:pt x="16214" y="21365"/>
                  </a:lnTo>
                  <a:lnTo>
                    <a:pt x="18070" y="24964"/>
                  </a:lnTo>
                  <a:lnTo>
                    <a:pt x="20103" y="23184"/>
                  </a:lnTo>
                  <a:lnTo>
                    <a:pt x="20911" y="26833"/>
                  </a:lnTo>
                  <a:cubicBezTo>
                    <a:pt x="20911" y="26833"/>
                    <a:pt x="21719" y="29421"/>
                    <a:pt x="22047" y="29421"/>
                  </a:cubicBezTo>
                  <a:cubicBezTo>
                    <a:pt x="22349" y="29421"/>
                    <a:pt x="23677" y="30586"/>
                    <a:pt x="24015" y="30586"/>
                  </a:cubicBezTo>
                  <a:cubicBezTo>
                    <a:pt x="24045" y="30586"/>
                    <a:pt x="24067" y="30577"/>
                    <a:pt x="24080" y="30558"/>
                  </a:cubicBezTo>
                  <a:cubicBezTo>
                    <a:pt x="24232" y="30318"/>
                    <a:pt x="25621" y="29990"/>
                    <a:pt x="25621" y="29990"/>
                  </a:cubicBezTo>
                  <a:lnTo>
                    <a:pt x="28133" y="30229"/>
                  </a:lnTo>
                  <a:cubicBezTo>
                    <a:pt x="28133" y="30229"/>
                    <a:pt x="30735" y="28045"/>
                    <a:pt x="30735" y="27729"/>
                  </a:cubicBezTo>
                  <a:cubicBezTo>
                    <a:pt x="30735" y="27401"/>
                    <a:pt x="32831" y="23348"/>
                    <a:pt x="32831" y="23348"/>
                  </a:cubicBezTo>
                  <a:lnTo>
                    <a:pt x="34371" y="19699"/>
                  </a:lnTo>
                  <a:lnTo>
                    <a:pt x="34700" y="14193"/>
                  </a:lnTo>
                  <a:lnTo>
                    <a:pt x="31303" y="8107"/>
                  </a:lnTo>
                  <a:lnTo>
                    <a:pt x="30078" y="5114"/>
                  </a:lnTo>
                  <a:lnTo>
                    <a:pt x="29434" y="3081"/>
                  </a:lnTo>
                  <a:lnTo>
                    <a:pt x="27654" y="1"/>
                  </a:lnTo>
                  <a:lnTo>
                    <a:pt x="26025" y="3410"/>
                  </a:lnTo>
                  <a:lnTo>
                    <a:pt x="26113" y="4950"/>
                  </a:lnTo>
                  <a:lnTo>
                    <a:pt x="24333" y="6251"/>
                  </a:lnTo>
                  <a:lnTo>
                    <a:pt x="21971" y="4054"/>
                  </a:lnTo>
                  <a:lnTo>
                    <a:pt x="22224" y="1301"/>
                  </a:lnTo>
                  <a:lnTo>
                    <a:pt x="180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523;p78">
              <a:extLst>
                <a:ext uri="{FF2B5EF4-FFF2-40B4-BE49-F238E27FC236}">
                  <a16:creationId xmlns:a16="http://schemas.microsoft.com/office/drawing/2014/main" id="{C87B1283-EAAE-7047-8AE8-B9EC97CA0E64}"/>
                </a:ext>
              </a:extLst>
            </p:cNvPr>
            <p:cNvSpPr/>
            <p:nvPr/>
          </p:nvSpPr>
          <p:spPr>
            <a:xfrm>
              <a:off x="5985000" y="3768350"/>
              <a:ext cx="883600" cy="789850"/>
            </a:xfrm>
            <a:custGeom>
              <a:avLst/>
              <a:gdLst/>
              <a:ahLst/>
              <a:cxnLst/>
              <a:rect l="l" t="t" r="r" b="b"/>
              <a:pathLst>
                <a:path w="35344" h="31594" extrusionOk="0">
                  <a:moveTo>
                    <a:pt x="18474" y="1049"/>
                  </a:moveTo>
                  <a:lnTo>
                    <a:pt x="22186" y="2210"/>
                  </a:lnTo>
                  <a:lnTo>
                    <a:pt x="21946" y="4862"/>
                  </a:lnTo>
                  <a:lnTo>
                    <a:pt x="24598" y="7337"/>
                  </a:lnTo>
                  <a:lnTo>
                    <a:pt x="26732" y="5784"/>
                  </a:lnTo>
                  <a:lnTo>
                    <a:pt x="26643" y="4155"/>
                  </a:lnTo>
                  <a:lnTo>
                    <a:pt x="27969" y="1364"/>
                  </a:lnTo>
                  <a:lnTo>
                    <a:pt x="29447" y="3890"/>
                  </a:lnTo>
                  <a:lnTo>
                    <a:pt x="30091" y="5910"/>
                  </a:lnTo>
                  <a:lnTo>
                    <a:pt x="31315" y="8941"/>
                  </a:lnTo>
                  <a:lnTo>
                    <a:pt x="34674" y="14938"/>
                  </a:lnTo>
                  <a:lnTo>
                    <a:pt x="34359" y="20305"/>
                  </a:lnTo>
                  <a:lnTo>
                    <a:pt x="32856" y="23891"/>
                  </a:lnTo>
                  <a:cubicBezTo>
                    <a:pt x="31530" y="26442"/>
                    <a:pt x="30810" y="27932"/>
                    <a:pt x="30722" y="28336"/>
                  </a:cubicBezTo>
                  <a:cubicBezTo>
                    <a:pt x="30583" y="28601"/>
                    <a:pt x="29396" y="29687"/>
                    <a:pt x="28335" y="30596"/>
                  </a:cubicBezTo>
                  <a:lnTo>
                    <a:pt x="25898" y="30356"/>
                  </a:lnTo>
                  <a:lnTo>
                    <a:pt x="25848" y="30369"/>
                  </a:lnTo>
                  <a:cubicBezTo>
                    <a:pt x="25052" y="30558"/>
                    <a:pt x="24522" y="30747"/>
                    <a:pt x="24257" y="30937"/>
                  </a:cubicBezTo>
                  <a:cubicBezTo>
                    <a:pt x="23979" y="30773"/>
                    <a:pt x="23714" y="30596"/>
                    <a:pt x="23461" y="30406"/>
                  </a:cubicBezTo>
                  <a:cubicBezTo>
                    <a:pt x="22931" y="30028"/>
                    <a:pt x="22666" y="29851"/>
                    <a:pt x="22464" y="29800"/>
                  </a:cubicBezTo>
                  <a:cubicBezTo>
                    <a:pt x="22262" y="29560"/>
                    <a:pt x="21832" y="28411"/>
                    <a:pt x="21517" y="27439"/>
                  </a:cubicBezTo>
                  <a:lnTo>
                    <a:pt x="20595" y="23272"/>
                  </a:lnTo>
                  <a:lnTo>
                    <a:pt x="18474" y="25141"/>
                  </a:lnTo>
                  <a:lnTo>
                    <a:pt x="16706" y="21744"/>
                  </a:lnTo>
                  <a:lnTo>
                    <a:pt x="12463" y="21353"/>
                  </a:lnTo>
                  <a:lnTo>
                    <a:pt x="9610" y="22590"/>
                  </a:lnTo>
                  <a:lnTo>
                    <a:pt x="5708" y="23803"/>
                  </a:lnTo>
                  <a:lnTo>
                    <a:pt x="2261" y="24573"/>
                  </a:lnTo>
                  <a:lnTo>
                    <a:pt x="1124" y="23297"/>
                  </a:lnTo>
                  <a:lnTo>
                    <a:pt x="1591" y="21530"/>
                  </a:lnTo>
                  <a:lnTo>
                    <a:pt x="619" y="16681"/>
                  </a:lnTo>
                  <a:lnTo>
                    <a:pt x="619" y="13537"/>
                  </a:lnTo>
                  <a:lnTo>
                    <a:pt x="2109" y="11188"/>
                  </a:lnTo>
                  <a:lnTo>
                    <a:pt x="5316" y="10557"/>
                  </a:lnTo>
                  <a:lnTo>
                    <a:pt x="8662" y="8574"/>
                  </a:lnTo>
                  <a:lnTo>
                    <a:pt x="10493" y="6352"/>
                  </a:lnTo>
                  <a:lnTo>
                    <a:pt x="12943" y="4054"/>
                  </a:lnTo>
                  <a:lnTo>
                    <a:pt x="14282" y="4609"/>
                  </a:lnTo>
                  <a:lnTo>
                    <a:pt x="15961" y="3549"/>
                  </a:lnTo>
                  <a:lnTo>
                    <a:pt x="18474" y="1049"/>
                  </a:lnTo>
                  <a:close/>
                  <a:moveTo>
                    <a:pt x="27944" y="1"/>
                  </a:moveTo>
                  <a:lnTo>
                    <a:pt x="26025" y="4016"/>
                  </a:lnTo>
                  <a:lnTo>
                    <a:pt x="26100" y="5468"/>
                  </a:lnTo>
                  <a:lnTo>
                    <a:pt x="24674" y="6516"/>
                  </a:lnTo>
                  <a:lnTo>
                    <a:pt x="22615" y="4609"/>
                  </a:lnTo>
                  <a:lnTo>
                    <a:pt x="22868" y="1756"/>
                  </a:lnTo>
                  <a:lnTo>
                    <a:pt x="18310" y="316"/>
                  </a:lnTo>
                  <a:lnTo>
                    <a:pt x="15607" y="3018"/>
                  </a:lnTo>
                  <a:lnTo>
                    <a:pt x="14231" y="3890"/>
                  </a:lnTo>
                  <a:lnTo>
                    <a:pt x="12817" y="3309"/>
                  </a:lnTo>
                  <a:lnTo>
                    <a:pt x="10039" y="5910"/>
                  </a:lnTo>
                  <a:lnTo>
                    <a:pt x="8296" y="8057"/>
                  </a:lnTo>
                  <a:lnTo>
                    <a:pt x="5152" y="9951"/>
                  </a:lnTo>
                  <a:lnTo>
                    <a:pt x="1743" y="10633"/>
                  </a:lnTo>
                  <a:lnTo>
                    <a:pt x="0" y="13360"/>
                  </a:lnTo>
                  <a:lnTo>
                    <a:pt x="0" y="16744"/>
                  </a:lnTo>
                  <a:lnTo>
                    <a:pt x="947" y="21504"/>
                  </a:lnTo>
                  <a:lnTo>
                    <a:pt x="430" y="23462"/>
                  </a:lnTo>
                  <a:lnTo>
                    <a:pt x="2046" y="25267"/>
                  </a:lnTo>
                  <a:lnTo>
                    <a:pt x="5872" y="24409"/>
                  </a:lnTo>
                  <a:lnTo>
                    <a:pt x="9824" y="23184"/>
                  </a:lnTo>
                  <a:lnTo>
                    <a:pt x="12564" y="21997"/>
                  </a:lnTo>
                  <a:lnTo>
                    <a:pt x="16314" y="22338"/>
                  </a:lnTo>
                  <a:lnTo>
                    <a:pt x="18284" y="26151"/>
                  </a:lnTo>
                  <a:lnTo>
                    <a:pt x="20216" y="24459"/>
                  </a:lnTo>
                  <a:lnTo>
                    <a:pt x="20923" y="27616"/>
                  </a:lnTo>
                  <a:cubicBezTo>
                    <a:pt x="21795" y="30419"/>
                    <a:pt x="22136" y="30419"/>
                    <a:pt x="22325" y="30419"/>
                  </a:cubicBezTo>
                  <a:cubicBezTo>
                    <a:pt x="22590" y="30571"/>
                    <a:pt x="22855" y="30735"/>
                    <a:pt x="23095" y="30924"/>
                  </a:cubicBezTo>
                  <a:cubicBezTo>
                    <a:pt x="23752" y="31391"/>
                    <a:pt x="24067" y="31593"/>
                    <a:pt x="24320" y="31593"/>
                  </a:cubicBezTo>
                  <a:cubicBezTo>
                    <a:pt x="24345" y="31581"/>
                    <a:pt x="24383" y="31581"/>
                    <a:pt x="24421" y="31568"/>
                  </a:cubicBezTo>
                  <a:cubicBezTo>
                    <a:pt x="24509" y="31555"/>
                    <a:pt x="24598" y="31505"/>
                    <a:pt x="24648" y="31429"/>
                  </a:cubicBezTo>
                  <a:cubicBezTo>
                    <a:pt x="24749" y="31341"/>
                    <a:pt x="25355" y="31126"/>
                    <a:pt x="25962" y="30987"/>
                  </a:cubicBezTo>
                  <a:lnTo>
                    <a:pt x="28563" y="31240"/>
                  </a:lnTo>
                  <a:lnTo>
                    <a:pt x="28664" y="31151"/>
                  </a:lnTo>
                  <a:cubicBezTo>
                    <a:pt x="31366" y="28866"/>
                    <a:pt x="31366" y="28550"/>
                    <a:pt x="31366" y="28424"/>
                  </a:cubicBezTo>
                  <a:cubicBezTo>
                    <a:pt x="31416" y="28146"/>
                    <a:pt x="32464" y="26037"/>
                    <a:pt x="33449" y="24143"/>
                  </a:cubicBezTo>
                  <a:lnTo>
                    <a:pt x="34990" y="20494"/>
                  </a:lnTo>
                  <a:lnTo>
                    <a:pt x="35343" y="14787"/>
                  </a:lnTo>
                  <a:lnTo>
                    <a:pt x="31909" y="8663"/>
                  </a:lnTo>
                  <a:lnTo>
                    <a:pt x="30697" y="5683"/>
                  </a:lnTo>
                  <a:lnTo>
                    <a:pt x="30053" y="3662"/>
                  </a:lnTo>
                  <a:lnTo>
                    <a:pt x="279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524;p78">
              <a:extLst>
                <a:ext uri="{FF2B5EF4-FFF2-40B4-BE49-F238E27FC236}">
                  <a16:creationId xmlns:a16="http://schemas.microsoft.com/office/drawing/2014/main" id="{66D434BA-E005-3C44-B16C-1CFF963567B4}"/>
                </a:ext>
              </a:extLst>
            </p:cNvPr>
            <p:cNvSpPr/>
            <p:nvPr/>
          </p:nvSpPr>
          <p:spPr>
            <a:xfrm>
              <a:off x="6575950" y="4616250"/>
              <a:ext cx="97550" cy="109575"/>
            </a:xfrm>
            <a:custGeom>
              <a:avLst/>
              <a:gdLst/>
              <a:ahLst/>
              <a:cxnLst/>
              <a:rect l="l" t="t" r="r" b="b"/>
              <a:pathLst>
                <a:path w="3902" h="4383" extrusionOk="0">
                  <a:moveTo>
                    <a:pt x="303" y="1"/>
                  </a:moveTo>
                  <a:lnTo>
                    <a:pt x="0" y="430"/>
                  </a:lnTo>
                  <a:lnTo>
                    <a:pt x="0" y="2955"/>
                  </a:lnTo>
                  <a:lnTo>
                    <a:pt x="1326" y="4382"/>
                  </a:lnTo>
                  <a:lnTo>
                    <a:pt x="3498" y="2753"/>
                  </a:lnTo>
                  <a:lnTo>
                    <a:pt x="3902" y="430"/>
                  </a:lnTo>
                  <a:lnTo>
                    <a:pt x="2273" y="1213"/>
                  </a:lnTo>
                  <a:lnTo>
                    <a:pt x="3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525;p78">
              <a:extLst>
                <a:ext uri="{FF2B5EF4-FFF2-40B4-BE49-F238E27FC236}">
                  <a16:creationId xmlns:a16="http://schemas.microsoft.com/office/drawing/2014/main" id="{76853327-8DD2-1A46-A190-614901A92832}"/>
                </a:ext>
              </a:extLst>
            </p:cNvPr>
            <p:cNvSpPr/>
            <p:nvPr/>
          </p:nvSpPr>
          <p:spPr>
            <a:xfrm>
              <a:off x="6568050" y="4609625"/>
              <a:ext cx="115875" cy="126600"/>
            </a:xfrm>
            <a:custGeom>
              <a:avLst/>
              <a:gdLst/>
              <a:ahLst/>
              <a:cxnLst/>
              <a:rect l="l" t="t" r="r" b="b"/>
              <a:pathLst>
                <a:path w="4635" h="5064" extrusionOk="0">
                  <a:moveTo>
                    <a:pt x="783" y="1"/>
                  </a:moveTo>
                  <a:lnTo>
                    <a:pt x="455" y="531"/>
                  </a:lnTo>
                  <a:lnTo>
                    <a:pt x="2564" y="1844"/>
                  </a:lnTo>
                  <a:lnTo>
                    <a:pt x="3814" y="1251"/>
                  </a:lnTo>
                  <a:lnTo>
                    <a:pt x="3536" y="2842"/>
                  </a:lnTo>
                  <a:lnTo>
                    <a:pt x="1680" y="4218"/>
                  </a:lnTo>
                  <a:lnTo>
                    <a:pt x="632" y="3094"/>
                  </a:lnTo>
                  <a:lnTo>
                    <a:pt x="632" y="695"/>
                  </a:lnTo>
                  <a:lnTo>
                    <a:pt x="0" y="695"/>
                  </a:lnTo>
                  <a:lnTo>
                    <a:pt x="0" y="3347"/>
                  </a:lnTo>
                  <a:lnTo>
                    <a:pt x="1592" y="5064"/>
                  </a:lnTo>
                  <a:lnTo>
                    <a:pt x="4104" y="3208"/>
                  </a:lnTo>
                  <a:lnTo>
                    <a:pt x="4635" y="139"/>
                  </a:lnTo>
                  <a:lnTo>
                    <a:pt x="2602" y="1124"/>
                  </a:lnTo>
                  <a:lnTo>
                    <a:pt x="7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526;p78">
              <a:extLst>
                <a:ext uri="{FF2B5EF4-FFF2-40B4-BE49-F238E27FC236}">
                  <a16:creationId xmlns:a16="http://schemas.microsoft.com/office/drawing/2014/main" id="{91CE854C-32D5-5B41-A33C-59C3DE25283B}"/>
                </a:ext>
              </a:extLst>
            </p:cNvPr>
            <p:cNvSpPr/>
            <p:nvPr/>
          </p:nvSpPr>
          <p:spPr>
            <a:xfrm>
              <a:off x="6995150" y="4713800"/>
              <a:ext cx="195750" cy="190700"/>
            </a:xfrm>
            <a:custGeom>
              <a:avLst/>
              <a:gdLst/>
              <a:ahLst/>
              <a:cxnLst/>
              <a:rect l="l" t="t" r="r" b="b"/>
              <a:pathLst>
                <a:path w="7830" h="7628" extrusionOk="0">
                  <a:moveTo>
                    <a:pt x="6883" y="0"/>
                  </a:moveTo>
                  <a:lnTo>
                    <a:pt x="4648" y="1932"/>
                  </a:lnTo>
                  <a:lnTo>
                    <a:pt x="2615" y="2905"/>
                  </a:lnTo>
                  <a:lnTo>
                    <a:pt x="468" y="4660"/>
                  </a:lnTo>
                  <a:lnTo>
                    <a:pt x="1" y="5859"/>
                  </a:lnTo>
                  <a:lnTo>
                    <a:pt x="1958" y="7627"/>
                  </a:lnTo>
                  <a:lnTo>
                    <a:pt x="4471" y="4622"/>
                  </a:lnTo>
                  <a:lnTo>
                    <a:pt x="6921" y="2425"/>
                  </a:lnTo>
                  <a:lnTo>
                    <a:pt x="7830" y="1124"/>
                  </a:lnTo>
                  <a:lnTo>
                    <a:pt x="78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527;p78">
              <a:extLst>
                <a:ext uri="{FF2B5EF4-FFF2-40B4-BE49-F238E27FC236}">
                  <a16:creationId xmlns:a16="http://schemas.microsoft.com/office/drawing/2014/main" id="{2909B420-E2B9-7D48-8A56-2832CB8C5F3A}"/>
                </a:ext>
              </a:extLst>
            </p:cNvPr>
            <p:cNvSpPr/>
            <p:nvPr/>
          </p:nvSpPr>
          <p:spPr>
            <a:xfrm>
              <a:off x="6985700" y="4705900"/>
              <a:ext cx="213100" cy="209650"/>
            </a:xfrm>
            <a:custGeom>
              <a:avLst/>
              <a:gdLst/>
              <a:ahLst/>
              <a:cxnLst/>
              <a:rect l="l" t="t" r="r" b="b"/>
              <a:pathLst>
                <a:path w="8524" h="8386" extrusionOk="0">
                  <a:moveTo>
                    <a:pt x="7905" y="632"/>
                  </a:moveTo>
                  <a:lnTo>
                    <a:pt x="7905" y="1339"/>
                  </a:lnTo>
                  <a:lnTo>
                    <a:pt x="7071" y="2526"/>
                  </a:lnTo>
                  <a:lnTo>
                    <a:pt x="4609" y="4736"/>
                  </a:lnTo>
                  <a:lnTo>
                    <a:pt x="2311" y="7489"/>
                  </a:lnTo>
                  <a:lnTo>
                    <a:pt x="758" y="6074"/>
                  </a:lnTo>
                  <a:lnTo>
                    <a:pt x="1111" y="5165"/>
                  </a:lnTo>
                  <a:lnTo>
                    <a:pt x="3169" y="3486"/>
                  </a:lnTo>
                  <a:lnTo>
                    <a:pt x="5165" y="2526"/>
                  </a:lnTo>
                  <a:lnTo>
                    <a:pt x="7387" y="632"/>
                  </a:lnTo>
                  <a:close/>
                  <a:moveTo>
                    <a:pt x="7147" y="1"/>
                  </a:moveTo>
                  <a:lnTo>
                    <a:pt x="4836" y="1971"/>
                  </a:lnTo>
                  <a:lnTo>
                    <a:pt x="2854" y="2943"/>
                  </a:lnTo>
                  <a:lnTo>
                    <a:pt x="568" y="4786"/>
                  </a:lnTo>
                  <a:lnTo>
                    <a:pt x="0" y="6251"/>
                  </a:lnTo>
                  <a:lnTo>
                    <a:pt x="2374" y="8385"/>
                  </a:lnTo>
                  <a:lnTo>
                    <a:pt x="5064" y="5165"/>
                  </a:lnTo>
                  <a:lnTo>
                    <a:pt x="7513" y="2981"/>
                  </a:lnTo>
                  <a:lnTo>
                    <a:pt x="8523" y="1541"/>
                  </a:lnTo>
                  <a:lnTo>
                    <a:pt x="8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528;p78">
              <a:extLst>
                <a:ext uri="{FF2B5EF4-FFF2-40B4-BE49-F238E27FC236}">
                  <a16:creationId xmlns:a16="http://schemas.microsoft.com/office/drawing/2014/main" id="{E76AB4DB-4851-2E44-B107-900CC1AFE8E3}"/>
                </a:ext>
              </a:extLst>
            </p:cNvPr>
            <p:cNvSpPr/>
            <p:nvPr/>
          </p:nvSpPr>
          <p:spPr>
            <a:xfrm>
              <a:off x="7223700" y="4478300"/>
              <a:ext cx="126625" cy="235850"/>
            </a:xfrm>
            <a:custGeom>
              <a:avLst/>
              <a:gdLst/>
              <a:ahLst/>
              <a:cxnLst/>
              <a:rect l="l" t="t" r="r" b="b"/>
              <a:pathLst>
                <a:path w="5065" h="9434" extrusionOk="0">
                  <a:moveTo>
                    <a:pt x="607" y="1"/>
                  </a:moveTo>
                  <a:lnTo>
                    <a:pt x="1099" y="3334"/>
                  </a:lnTo>
                  <a:lnTo>
                    <a:pt x="1175" y="5557"/>
                  </a:lnTo>
                  <a:lnTo>
                    <a:pt x="266" y="5948"/>
                  </a:lnTo>
                  <a:lnTo>
                    <a:pt x="1087" y="7792"/>
                  </a:lnTo>
                  <a:cubicBezTo>
                    <a:pt x="1087" y="7792"/>
                    <a:pt x="1" y="8612"/>
                    <a:pt x="317" y="8827"/>
                  </a:cubicBezTo>
                  <a:cubicBezTo>
                    <a:pt x="569" y="9004"/>
                    <a:pt x="809" y="9206"/>
                    <a:pt x="1036" y="9433"/>
                  </a:cubicBezTo>
                  <a:lnTo>
                    <a:pt x="2640" y="7716"/>
                  </a:lnTo>
                  <a:lnTo>
                    <a:pt x="3448" y="5531"/>
                  </a:lnTo>
                  <a:lnTo>
                    <a:pt x="5064" y="5026"/>
                  </a:lnTo>
                  <a:lnTo>
                    <a:pt x="4092" y="4370"/>
                  </a:lnTo>
                  <a:lnTo>
                    <a:pt x="2791" y="4370"/>
                  </a:lnTo>
                  <a:lnTo>
                    <a:pt x="2665" y="733"/>
                  </a:lnTo>
                  <a:lnTo>
                    <a:pt x="6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529;p78">
              <a:extLst>
                <a:ext uri="{FF2B5EF4-FFF2-40B4-BE49-F238E27FC236}">
                  <a16:creationId xmlns:a16="http://schemas.microsoft.com/office/drawing/2014/main" id="{C09A0D02-9F33-3C42-AC2E-36E46785287F}"/>
                </a:ext>
              </a:extLst>
            </p:cNvPr>
            <p:cNvSpPr/>
            <p:nvPr/>
          </p:nvSpPr>
          <p:spPr>
            <a:xfrm>
              <a:off x="7219600" y="4466625"/>
              <a:ext cx="149025" cy="258875"/>
            </a:xfrm>
            <a:custGeom>
              <a:avLst/>
              <a:gdLst/>
              <a:ahLst/>
              <a:cxnLst/>
              <a:rect l="l" t="t" r="r" b="b"/>
              <a:pathLst>
                <a:path w="5961" h="10355" extrusionOk="0">
                  <a:moveTo>
                    <a:pt x="1162" y="948"/>
                  </a:moveTo>
                  <a:lnTo>
                    <a:pt x="2526" y="1427"/>
                  </a:lnTo>
                  <a:lnTo>
                    <a:pt x="2652" y="5152"/>
                  </a:lnTo>
                  <a:lnTo>
                    <a:pt x="4155" y="5152"/>
                  </a:lnTo>
                  <a:lnTo>
                    <a:pt x="4509" y="5392"/>
                  </a:lnTo>
                  <a:lnTo>
                    <a:pt x="3372" y="5733"/>
                  </a:lnTo>
                  <a:lnTo>
                    <a:pt x="2539" y="8019"/>
                  </a:lnTo>
                  <a:lnTo>
                    <a:pt x="1188" y="9458"/>
                  </a:lnTo>
                  <a:cubicBezTo>
                    <a:pt x="1074" y="9344"/>
                    <a:pt x="922" y="9231"/>
                    <a:pt x="784" y="9117"/>
                  </a:cubicBezTo>
                  <a:cubicBezTo>
                    <a:pt x="973" y="8903"/>
                    <a:pt x="1200" y="8701"/>
                    <a:pt x="1440" y="8524"/>
                  </a:cubicBezTo>
                  <a:lnTo>
                    <a:pt x="1642" y="8360"/>
                  </a:lnTo>
                  <a:lnTo>
                    <a:pt x="847" y="6579"/>
                  </a:lnTo>
                  <a:lnTo>
                    <a:pt x="1667" y="6238"/>
                  </a:lnTo>
                  <a:lnTo>
                    <a:pt x="1566" y="3751"/>
                  </a:lnTo>
                  <a:lnTo>
                    <a:pt x="1162" y="948"/>
                  </a:lnTo>
                  <a:close/>
                  <a:moveTo>
                    <a:pt x="380" y="1"/>
                  </a:moveTo>
                  <a:lnTo>
                    <a:pt x="948" y="3814"/>
                  </a:lnTo>
                  <a:lnTo>
                    <a:pt x="1011" y="5822"/>
                  </a:lnTo>
                  <a:lnTo>
                    <a:pt x="1" y="6251"/>
                  </a:lnTo>
                  <a:lnTo>
                    <a:pt x="859" y="8158"/>
                  </a:lnTo>
                  <a:cubicBezTo>
                    <a:pt x="481" y="8473"/>
                    <a:pt x="114" y="8865"/>
                    <a:pt x="114" y="9193"/>
                  </a:cubicBezTo>
                  <a:cubicBezTo>
                    <a:pt x="114" y="9332"/>
                    <a:pt x="190" y="9471"/>
                    <a:pt x="304" y="9559"/>
                  </a:cubicBezTo>
                  <a:cubicBezTo>
                    <a:pt x="544" y="9723"/>
                    <a:pt x="771" y="9913"/>
                    <a:pt x="973" y="10127"/>
                  </a:cubicBezTo>
                  <a:lnTo>
                    <a:pt x="1200" y="10355"/>
                  </a:lnTo>
                  <a:lnTo>
                    <a:pt x="3044" y="8397"/>
                  </a:lnTo>
                  <a:lnTo>
                    <a:pt x="3852" y="6251"/>
                  </a:lnTo>
                  <a:lnTo>
                    <a:pt x="5961" y="5607"/>
                  </a:lnTo>
                  <a:lnTo>
                    <a:pt x="4357" y="4521"/>
                  </a:lnTo>
                  <a:lnTo>
                    <a:pt x="3258" y="4521"/>
                  </a:lnTo>
                  <a:lnTo>
                    <a:pt x="3132" y="973"/>
                  </a:lnTo>
                  <a:lnTo>
                    <a:pt x="3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530;p78">
              <a:extLst>
                <a:ext uri="{FF2B5EF4-FFF2-40B4-BE49-F238E27FC236}">
                  <a16:creationId xmlns:a16="http://schemas.microsoft.com/office/drawing/2014/main" id="{D942021C-F29A-5643-A81C-F1393073C73B}"/>
                </a:ext>
              </a:extLst>
            </p:cNvPr>
            <p:cNvSpPr/>
            <p:nvPr/>
          </p:nvSpPr>
          <p:spPr>
            <a:xfrm>
              <a:off x="6134625" y="2921400"/>
              <a:ext cx="43275" cy="96300"/>
            </a:xfrm>
            <a:custGeom>
              <a:avLst/>
              <a:gdLst/>
              <a:ahLst/>
              <a:cxnLst/>
              <a:rect l="l" t="t" r="r" b="b"/>
              <a:pathLst>
                <a:path w="1731" h="3852" extrusionOk="0">
                  <a:moveTo>
                    <a:pt x="1415" y="0"/>
                  </a:moveTo>
                  <a:lnTo>
                    <a:pt x="1" y="682"/>
                  </a:lnTo>
                  <a:lnTo>
                    <a:pt x="1" y="2627"/>
                  </a:lnTo>
                  <a:lnTo>
                    <a:pt x="1415" y="3852"/>
                  </a:lnTo>
                  <a:lnTo>
                    <a:pt x="1730" y="1920"/>
                  </a:lnTo>
                  <a:lnTo>
                    <a:pt x="14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531;p78">
              <a:extLst>
                <a:ext uri="{FF2B5EF4-FFF2-40B4-BE49-F238E27FC236}">
                  <a16:creationId xmlns:a16="http://schemas.microsoft.com/office/drawing/2014/main" id="{C29153A4-CD0E-F840-B9D9-ED1D8BFC9121}"/>
                </a:ext>
              </a:extLst>
            </p:cNvPr>
            <p:cNvSpPr/>
            <p:nvPr/>
          </p:nvSpPr>
          <p:spPr>
            <a:xfrm>
              <a:off x="6126725" y="2909725"/>
              <a:ext cx="59375" cy="122825"/>
            </a:xfrm>
            <a:custGeom>
              <a:avLst/>
              <a:gdLst/>
              <a:ahLst/>
              <a:cxnLst/>
              <a:rect l="l" t="t" r="r" b="b"/>
              <a:pathLst>
                <a:path w="2375" h="4913" extrusionOk="0">
                  <a:moveTo>
                    <a:pt x="1491" y="935"/>
                  </a:moveTo>
                  <a:lnTo>
                    <a:pt x="1731" y="2387"/>
                  </a:lnTo>
                  <a:lnTo>
                    <a:pt x="1516" y="3713"/>
                  </a:lnTo>
                  <a:lnTo>
                    <a:pt x="632" y="2955"/>
                  </a:lnTo>
                  <a:lnTo>
                    <a:pt x="632" y="1351"/>
                  </a:lnTo>
                  <a:lnTo>
                    <a:pt x="1491" y="935"/>
                  </a:lnTo>
                  <a:close/>
                  <a:moveTo>
                    <a:pt x="1983" y="0"/>
                  </a:moveTo>
                  <a:lnTo>
                    <a:pt x="1" y="960"/>
                  </a:lnTo>
                  <a:lnTo>
                    <a:pt x="1" y="3245"/>
                  </a:lnTo>
                  <a:lnTo>
                    <a:pt x="1958" y="4912"/>
                  </a:lnTo>
                  <a:lnTo>
                    <a:pt x="2375" y="2387"/>
                  </a:lnTo>
                  <a:lnTo>
                    <a:pt x="19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532;p78">
              <a:extLst>
                <a:ext uri="{FF2B5EF4-FFF2-40B4-BE49-F238E27FC236}">
                  <a16:creationId xmlns:a16="http://schemas.microsoft.com/office/drawing/2014/main" id="{26773FF1-BEB2-4342-8F60-6254515F5DC0}"/>
                </a:ext>
              </a:extLst>
            </p:cNvPr>
            <p:cNvSpPr/>
            <p:nvPr/>
          </p:nvSpPr>
          <p:spPr>
            <a:xfrm>
              <a:off x="5917450" y="3060600"/>
              <a:ext cx="65350" cy="60650"/>
            </a:xfrm>
            <a:custGeom>
              <a:avLst/>
              <a:gdLst/>
              <a:ahLst/>
              <a:cxnLst/>
              <a:rect l="l" t="t" r="r" b="b"/>
              <a:pathLst>
                <a:path w="2614" h="2426" extrusionOk="0">
                  <a:moveTo>
                    <a:pt x="1099" y="1"/>
                  </a:moveTo>
                  <a:lnTo>
                    <a:pt x="0" y="1175"/>
                  </a:lnTo>
                  <a:lnTo>
                    <a:pt x="568" y="2425"/>
                  </a:lnTo>
                  <a:lnTo>
                    <a:pt x="1440" y="2425"/>
                  </a:lnTo>
                  <a:lnTo>
                    <a:pt x="2614" y="708"/>
                  </a:lnTo>
                  <a:lnTo>
                    <a:pt x="10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533;p78">
              <a:extLst>
                <a:ext uri="{FF2B5EF4-FFF2-40B4-BE49-F238E27FC236}">
                  <a16:creationId xmlns:a16="http://schemas.microsoft.com/office/drawing/2014/main" id="{33B1E4FC-D4E6-E14C-8C10-709739E55E39}"/>
                </a:ext>
              </a:extLst>
            </p:cNvPr>
            <p:cNvSpPr/>
            <p:nvPr/>
          </p:nvSpPr>
          <p:spPr>
            <a:xfrm>
              <a:off x="5908275" y="3050825"/>
              <a:ext cx="86225" cy="78325"/>
            </a:xfrm>
            <a:custGeom>
              <a:avLst/>
              <a:gdLst/>
              <a:ahLst/>
              <a:cxnLst/>
              <a:rect l="l" t="t" r="r" b="b"/>
              <a:pathLst>
                <a:path w="3449" h="3133" extrusionOk="0">
                  <a:moveTo>
                    <a:pt x="1541" y="771"/>
                  </a:moveTo>
                  <a:lnTo>
                    <a:pt x="2514" y="1225"/>
                  </a:lnTo>
                  <a:lnTo>
                    <a:pt x="1630" y="2501"/>
                  </a:lnTo>
                  <a:lnTo>
                    <a:pt x="1137" y="2501"/>
                  </a:lnTo>
                  <a:lnTo>
                    <a:pt x="746" y="1617"/>
                  </a:lnTo>
                  <a:lnTo>
                    <a:pt x="1541" y="771"/>
                  </a:lnTo>
                  <a:close/>
                  <a:moveTo>
                    <a:pt x="1390" y="1"/>
                  </a:moveTo>
                  <a:lnTo>
                    <a:pt x="1" y="1503"/>
                  </a:lnTo>
                  <a:lnTo>
                    <a:pt x="733" y="3132"/>
                  </a:lnTo>
                  <a:lnTo>
                    <a:pt x="1971" y="3132"/>
                  </a:lnTo>
                  <a:lnTo>
                    <a:pt x="3448" y="960"/>
                  </a:lnTo>
                  <a:lnTo>
                    <a:pt x="1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534;p78">
              <a:extLst>
                <a:ext uri="{FF2B5EF4-FFF2-40B4-BE49-F238E27FC236}">
                  <a16:creationId xmlns:a16="http://schemas.microsoft.com/office/drawing/2014/main" id="{BDE540EF-8EAD-B14F-A3D8-8C73D67FD09C}"/>
                </a:ext>
              </a:extLst>
            </p:cNvPr>
            <p:cNvSpPr/>
            <p:nvPr/>
          </p:nvSpPr>
          <p:spPr>
            <a:xfrm>
              <a:off x="6168100" y="3083025"/>
              <a:ext cx="108300" cy="173650"/>
            </a:xfrm>
            <a:custGeom>
              <a:avLst/>
              <a:gdLst/>
              <a:ahLst/>
              <a:cxnLst/>
              <a:rect l="l" t="t" r="r" b="b"/>
              <a:pathLst>
                <a:path w="4332" h="6946" extrusionOk="0">
                  <a:moveTo>
                    <a:pt x="1578" y="0"/>
                  </a:moveTo>
                  <a:lnTo>
                    <a:pt x="707" y="1440"/>
                  </a:lnTo>
                  <a:lnTo>
                    <a:pt x="0" y="3132"/>
                  </a:lnTo>
                  <a:lnTo>
                    <a:pt x="783" y="5897"/>
                  </a:lnTo>
                  <a:lnTo>
                    <a:pt x="2399" y="5405"/>
                  </a:lnTo>
                  <a:lnTo>
                    <a:pt x="3472" y="6945"/>
                  </a:lnTo>
                  <a:lnTo>
                    <a:pt x="4331" y="5241"/>
                  </a:lnTo>
                  <a:lnTo>
                    <a:pt x="3472" y="3789"/>
                  </a:lnTo>
                  <a:lnTo>
                    <a:pt x="1818" y="2564"/>
                  </a:lnTo>
                  <a:lnTo>
                    <a:pt x="2399" y="1352"/>
                  </a:lnTo>
                  <a:lnTo>
                    <a:pt x="15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535;p78">
              <a:extLst>
                <a:ext uri="{FF2B5EF4-FFF2-40B4-BE49-F238E27FC236}">
                  <a16:creationId xmlns:a16="http://schemas.microsoft.com/office/drawing/2014/main" id="{1C99BC69-5BB4-044C-8CF9-59E26B8186B4}"/>
                </a:ext>
              </a:extLst>
            </p:cNvPr>
            <p:cNvSpPr/>
            <p:nvPr/>
          </p:nvSpPr>
          <p:spPr>
            <a:xfrm>
              <a:off x="6159575" y="3067875"/>
              <a:ext cx="125650" cy="204275"/>
            </a:xfrm>
            <a:custGeom>
              <a:avLst/>
              <a:gdLst/>
              <a:ahLst/>
              <a:cxnLst/>
              <a:rect l="l" t="t" r="r" b="b"/>
              <a:pathLst>
                <a:path w="5026" h="8171" extrusionOk="0">
                  <a:moveTo>
                    <a:pt x="1932" y="1213"/>
                  </a:moveTo>
                  <a:lnTo>
                    <a:pt x="2399" y="1970"/>
                  </a:lnTo>
                  <a:lnTo>
                    <a:pt x="1768" y="3271"/>
                  </a:lnTo>
                  <a:lnTo>
                    <a:pt x="3574" y="4609"/>
                  </a:lnTo>
                  <a:lnTo>
                    <a:pt x="4319" y="5872"/>
                  </a:lnTo>
                  <a:lnTo>
                    <a:pt x="3763" y="6933"/>
                  </a:lnTo>
                  <a:lnTo>
                    <a:pt x="2866" y="5645"/>
                  </a:lnTo>
                  <a:lnTo>
                    <a:pt x="1351" y="6099"/>
                  </a:lnTo>
                  <a:lnTo>
                    <a:pt x="682" y="3763"/>
                  </a:lnTo>
                  <a:lnTo>
                    <a:pt x="1326" y="2197"/>
                  </a:lnTo>
                  <a:lnTo>
                    <a:pt x="1932" y="1213"/>
                  </a:lnTo>
                  <a:close/>
                  <a:moveTo>
                    <a:pt x="1907" y="0"/>
                  </a:moveTo>
                  <a:lnTo>
                    <a:pt x="758" y="1920"/>
                  </a:lnTo>
                  <a:lnTo>
                    <a:pt x="0" y="3725"/>
                  </a:lnTo>
                  <a:lnTo>
                    <a:pt x="909" y="6895"/>
                  </a:lnTo>
                  <a:lnTo>
                    <a:pt x="2614" y="6377"/>
                  </a:lnTo>
                  <a:lnTo>
                    <a:pt x="3851" y="8170"/>
                  </a:lnTo>
                  <a:lnTo>
                    <a:pt x="5026" y="5834"/>
                  </a:lnTo>
                  <a:lnTo>
                    <a:pt x="4079" y="4230"/>
                  </a:lnTo>
                  <a:lnTo>
                    <a:pt x="2551" y="3081"/>
                  </a:lnTo>
                  <a:lnTo>
                    <a:pt x="3094" y="1945"/>
                  </a:lnTo>
                  <a:lnTo>
                    <a:pt x="19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536;p78">
              <a:extLst>
                <a:ext uri="{FF2B5EF4-FFF2-40B4-BE49-F238E27FC236}">
                  <a16:creationId xmlns:a16="http://schemas.microsoft.com/office/drawing/2014/main" id="{68D52E5F-D837-C042-9919-59DAFBD70913}"/>
                </a:ext>
              </a:extLst>
            </p:cNvPr>
            <p:cNvSpPr/>
            <p:nvPr/>
          </p:nvSpPr>
          <p:spPr>
            <a:xfrm>
              <a:off x="6241950" y="3244650"/>
              <a:ext cx="111475" cy="160375"/>
            </a:xfrm>
            <a:custGeom>
              <a:avLst/>
              <a:gdLst/>
              <a:ahLst/>
              <a:cxnLst/>
              <a:rect l="l" t="t" r="r" b="b"/>
              <a:pathLst>
                <a:path w="4459" h="6415" extrusionOk="0">
                  <a:moveTo>
                    <a:pt x="2248" y="0"/>
                  </a:moveTo>
                  <a:lnTo>
                    <a:pt x="1781" y="1693"/>
                  </a:lnTo>
                  <a:lnTo>
                    <a:pt x="2021" y="3069"/>
                  </a:lnTo>
                  <a:lnTo>
                    <a:pt x="518" y="3965"/>
                  </a:lnTo>
                  <a:lnTo>
                    <a:pt x="1" y="4281"/>
                  </a:lnTo>
                  <a:lnTo>
                    <a:pt x="1377" y="4912"/>
                  </a:lnTo>
                  <a:lnTo>
                    <a:pt x="2842" y="6415"/>
                  </a:lnTo>
                  <a:lnTo>
                    <a:pt x="4458" y="4912"/>
                  </a:lnTo>
                  <a:lnTo>
                    <a:pt x="3271" y="3208"/>
                  </a:lnTo>
                  <a:lnTo>
                    <a:pt x="3650" y="1541"/>
                  </a:lnTo>
                  <a:lnTo>
                    <a:pt x="22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537;p78">
              <a:extLst>
                <a:ext uri="{FF2B5EF4-FFF2-40B4-BE49-F238E27FC236}">
                  <a16:creationId xmlns:a16="http://schemas.microsoft.com/office/drawing/2014/main" id="{531AE06E-EA5F-084C-A2D7-1E3550961C4C}"/>
                </a:ext>
              </a:extLst>
            </p:cNvPr>
            <p:cNvSpPr/>
            <p:nvPr/>
          </p:nvSpPr>
          <p:spPr>
            <a:xfrm>
              <a:off x="6225225" y="3228550"/>
              <a:ext cx="138600" cy="187525"/>
            </a:xfrm>
            <a:custGeom>
              <a:avLst/>
              <a:gdLst/>
              <a:ahLst/>
              <a:cxnLst/>
              <a:rect l="l" t="t" r="r" b="b"/>
              <a:pathLst>
                <a:path w="5544" h="7501" extrusionOk="0">
                  <a:moveTo>
                    <a:pt x="3082" y="1276"/>
                  </a:moveTo>
                  <a:lnTo>
                    <a:pt x="3978" y="2273"/>
                  </a:lnTo>
                  <a:lnTo>
                    <a:pt x="3612" y="3915"/>
                  </a:lnTo>
                  <a:lnTo>
                    <a:pt x="4723" y="5519"/>
                  </a:lnTo>
                  <a:lnTo>
                    <a:pt x="3523" y="6617"/>
                  </a:lnTo>
                  <a:lnTo>
                    <a:pt x="2286" y="5342"/>
                  </a:lnTo>
                  <a:lnTo>
                    <a:pt x="1339" y="4887"/>
                  </a:lnTo>
                  <a:lnTo>
                    <a:pt x="3044" y="3877"/>
                  </a:lnTo>
                  <a:lnTo>
                    <a:pt x="2791" y="2362"/>
                  </a:lnTo>
                  <a:lnTo>
                    <a:pt x="3082" y="1276"/>
                  </a:lnTo>
                  <a:close/>
                  <a:moveTo>
                    <a:pt x="2766" y="1"/>
                  </a:moveTo>
                  <a:lnTo>
                    <a:pt x="2134" y="2324"/>
                  </a:lnTo>
                  <a:lnTo>
                    <a:pt x="2337" y="3549"/>
                  </a:lnTo>
                  <a:lnTo>
                    <a:pt x="1023" y="4344"/>
                  </a:lnTo>
                  <a:lnTo>
                    <a:pt x="1" y="4976"/>
                  </a:lnTo>
                  <a:lnTo>
                    <a:pt x="1857" y="5822"/>
                  </a:lnTo>
                  <a:lnTo>
                    <a:pt x="3498" y="7501"/>
                  </a:lnTo>
                  <a:lnTo>
                    <a:pt x="5544" y="5607"/>
                  </a:lnTo>
                  <a:lnTo>
                    <a:pt x="4281" y="3776"/>
                  </a:lnTo>
                  <a:lnTo>
                    <a:pt x="4660" y="2084"/>
                  </a:lnTo>
                  <a:lnTo>
                    <a:pt x="276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538;p78">
              <a:extLst>
                <a:ext uri="{FF2B5EF4-FFF2-40B4-BE49-F238E27FC236}">
                  <a16:creationId xmlns:a16="http://schemas.microsoft.com/office/drawing/2014/main" id="{5575CBAE-672E-0F47-90B6-CDA45E7D74F1}"/>
                </a:ext>
              </a:extLst>
            </p:cNvPr>
            <p:cNvSpPr/>
            <p:nvPr/>
          </p:nvSpPr>
          <p:spPr>
            <a:xfrm>
              <a:off x="6323400" y="2434950"/>
              <a:ext cx="220375" cy="347575"/>
            </a:xfrm>
            <a:custGeom>
              <a:avLst/>
              <a:gdLst/>
              <a:ahLst/>
              <a:cxnLst/>
              <a:rect l="l" t="t" r="r" b="b"/>
              <a:pathLst>
                <a:path w="8815" h="13903" extrusionOk="0">
                  <a:moveTo>
                    <a:pt x="7766" y="0"/>
                  </a:moveTo>
                  <a:lnTo>
                    <a:pt x="6718" y="392"/>
                  </a:lnTo>
                  <a:lnTo>
                    <a:pt x="6301" y="2235"/>
                  </a:lnTo>
                  <a:lnTo>
                    <a:pt x="6150" y="4836"/>
                  </a:lnTo>
                  <a:lnTo>
                    <a:pt x="4433" y="5960"/>
                  </a:lnTo>
                  <a:lnTo>
                    <a:pt x="3877" y="7337"/>
                  </a:lnTo>
                  <a:lnTo>
                    <a:pt x="2248" y="7425"/>
                  </a:lnTo>
                  <a:lnTo>
                    <a:pt x="847" y="9104"/>
                  </a:lnTo>
                  <a:lnTo>
                    <a:pt x="1" y="10367"/>
                  </a:lnTo>
                  <a:lnTo>
                    <a:pt x="1187" y="12640"/>
                  </a:lnTo>
                  <a:lnTo>
                    <a:pt x="1932" y="13903"/>
                  </a:lnTo>
                  <a:lnTo>
                    <a:pt x="2652" y="11478"/>
                  </a:lnTo>
                  <a:lnTo>
                    <a:pt x="2248" y="10304"/>
                  </a:lnTo>
                  <a:lnTo>
                    <a:pt x="4256" y="9799"/>
                  </a:lnTo>
                  <a:lnTo>
                    <a:pt x="6011" y="9799"/>
                  </a:lnTo>
                  <a:lnTo>
                    <a:pt x="8814" y="7576"/>
                  </a:lnTo>
                  <a:lnTo>
                    <a:pt x="8499" y="4660"/>
                  </a:lnTo>
                  <a:lnTo>
                    <a:pt x="8814" y="2639"/>
                  </a:lnTo>
                  <a:lnTo>
                    <a:pt x="77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539;p78">
              <a:extLst>
                <a:ext uri="{FF2B5EF4-FFF2-40B4-BE49-F238E27FC236}">
                  <a16:creationId xmlns:a16="http://schemas.microsoft.com/office/drawing/2014/main" id="{97D447E1-F7A5-4A42-8B56-7F18B54ED558}"/>
                </a:ext>
              </a:extLst>
            </p:cNvPr>
            <p:cNvSpPr/>
            <p:nvPr/>
          </p:nvSpPr>
          <p:spPr>
            <a:xfrm>
              <a:off x="6314250" y="2424850"/>
              <a:ext cx="238050" cy="377575"/>
            </a:xfrm>
            <a:custGeom>
              <a:avLst/>
              <a:gdLst/>
              <a:ahLst/>
              <a:cxnLst/>
              <a:rect l="l" t="t" r="r" b="b"/>
              <a:pathLst>
                <a:path w="9522" h="15103" extrusionOk="0">
                  <a:moveTo>
                    <a:pt x="7955" y="808"/>
                  </a:moveTo>
                  <a:lnTo>
                    <a:pt x="8852" y="3069"/>
                  </a:lnTo>
                  <a:lnTo>
                    <a:pt x="8536" y="5051"/>
                  </a:lnTo>
                  <a:lnTo>
                    <a:pt x="8852" y="7842"/>
                  </a:lnTo>
                  <a:lnTo>
                    <a:pt x="6263" y="9887"/>
                  </a:lnTo>
                  <a:lnTo>
                    <a:pt x="4622" y="9887"/>
                  </a:lnTo>
                  <a:lnTo>
                    <a:pt x="2210" y="10493"/>
                  </a:lnTo>
                  <a:lnTo>
                    <a:pt x="2690" y="11895"/>
                  </a:lnTo>
                  <a:lnTo>
                    <a:pt x="2197" y="13536"/>
                  </a:lnTo>
                  <a:lnTo>
                    <a:pt x="1844" y="12905"/>
                  </a:lnTo>
                  <a:lnTo>
                    <a:pt x="733" y="10784"/>
                  </a:lnTo>
                  <a:lnTo>
                    <a:pt x="1478" y="9710"/>
                  </a:lnTo>
                  <a:lnTo>
                    <a:pt x="2778" y="8132"/>
                  </a:lnTo>
                  <a:lnTo>
                    <a:pt x="4470" y="8044"/>
                  </a:lnTo>
                  <a:lnTo>
                    <a:pt x="5064" y="6579"/>
                  </a:lnTo>
                  <a:lnTo>
                    <a:pt x="6819" y="5417"/>
                  </a:lnTo>
                  <a:lnTo>
                    <a:pt x="6983" y="2715"/>
                  </a:lnTo>
                  <a:lnTo>
                    <a:pt x="7349" y="1036"/>
                  </a:lnTo>
                  <a:lnTo>
                    <a:pt x="7955" y="808"/>
                  </a:lnTo>
                  <a:close/>
                  <a:moveTo>
                    <a:pt x="8309" y="0"/>
                  </a:moveTo>
                  <a:lnTo>
                    <a:pt x="6806" y="556"/>
                  </a:lnTo>
                  <a:lnTo>
                    <a:pt x="6364" y="2627"/>
                  </a:lnTo>
                  <a:lnTo>
                    <a:pt x="6200" y="5064"/>
                  </a:lnTo>
                  <a:lnTo>
                    <a:pt x="4546" y="6162"/>
                  </a:lnTo>
                  <a:lnTo>
                    <a:pt x="4028" y="7450"/>
                  </a:lnTo>
                  <a:lnTo>
                    <a:pt x="2463" y="7526"/>
                  </a:lnTo>
                  <a:lnTo>
                    <a:pt x="973" y="9319"/>
                  </a:lnTo>
                  <a:lnTo>
                    <a:pt x="0" y="10758"/>
                  </a:lnTo>
                  <a:lnTo>
                    <a:pt x="1276" y="13208"/>
                  </a:lnTo>
                  <a:lnTo>
                    <a:pt x="2387" y="15102"/>
                  </a:lnTo>
                  <a:lnTo>
                    <a:pt x="3347" y="11870"/>
                  </a:lnTo>
                  <a:lnTo>
                    <a:pt x="3031" y="10923"/>
                  </a:lnTo>
                  <a:lnTo>
                    <a:pt x="4660" y="10506"/>
                  </a:lnTo>
                  <a:lnTo>
                    <a:pt x="6491" y="10506"/>
                  </a:lnTo>
                  <a:lnTo>
                    <a:pt x="9521" y="8119"/>
                  </a:lnTo>
                  <a:lnTo>
                    <a:pt x="9180" y="5076"/>
                  </a:lnTo>
                  <a:lnTo>
                    <a:pt x="9509" y="3005"/>
                  </a:lnTo>
                  <a:lnTo>
                    <a:pt x="83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5540;p78">
              <a:extLst>
                <a:ext uri="{FF2B5EF4-FFF2-40B4-BE49-F238E27FC236}">
                  <a16:creationId xmlns:a16="http://schemas.microsoft.com/office/drawing/2014/main" id="{4E58BEBD-AAE9-FD40-8EB9-63EB9FFBC0F3}"/>
                </a:ext>
              </a:extLst>
            </p:cNvPr>
            <p:cNvSpPr/>
            <p:nvPr/>
          </p:nvSpPr>
          <p:spPr>
            <a:xfrm>
              <a:off x="6470500" y="2285950"/>
              <a:ext cx="89675" cy="141450"/>
            </a:xfrm>
            <a:custGeom>
              <a:avLst/>
              <a:gdLst/>
              <a:ahLst/>
              <a:cxnLst/>
              <a:rect l="l" t="t" r="r" b="b"/>
              <a:pathLst>
                <a:path w="3587" h="5658" extrusionOk="0">
                  <a:moveTo>
                    <a:pt x="266" y="0"/>
                  </a:moveTo>
                  <a:lnTo>
                    <a:pt x="1" y="897"/>
                  </a:lnTo>
                  <a:lnTo>
                    <a:pt x="380" y="2677"/>
                  </a:lnTo>
                  <a:lnTo>
                    <a:pt x="76" y="3940"/>
                  </a:lnTo>
                  <a:lnTo>
                    <a:pt x="342" y="5657"/>
                  </a:lnTo>
                  <a:lnTo>
                    <a:pt x="2021" y="5657"/>
                  </a:lnTo>
                  <a:lnTo>
                    <a:pt x="1554" y="3801"/>
                  </a:lnTo>
                  <a:lnTo>
                    <a:pt x="1554" y="3801"/>
                  </a:lnTo>
                  <a:lnTo>
                    <a:pt x="2943" y="4420"/>
                  </a:lnTo>
                  <a:lnTo>
                    <a:pt x="3587" y="2677"/>
                  </a:lnTo>
                  <a:lnTo>
                    <a:pt x="3587" y="1566"/>
                  </a:lnTo>
                  <a:lnTo>
                    <a:pt x="1832" y="821"/>
                  </a:lnTo>
                  <a:lnTo>
                    <a:pt x="2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541;p78">
              <a:extLst>
                <a:ext uri="{FF2B5EF4-FFF2-40B4-BE49-F238E27FC236}">
                  <a16:creationId xmlns:a16="http://schemas.microsoft.com/office/drawing/2014/main" id="{98C10375-8B41-6C41-AA8B-ACAC897683B9}"/>
                </a:ext>
              </a:extLst>
            </p:cNvPr>
            <p:cNvSpPr/>
            <p:nvPr/>
          </p:nvSpPr>
          <p:spPr>
            <a:xfrm>
              <a:off x="6462300" y="2274900"/>
              <a:ext cx="105775" cy="160375"/>
            </a:xfrm>
            <a:custGeom>
              <a:avLst/>
              <a:gdLst/>
              <a:ahLst/>
              <a:cxnLst/>
              <a:rect l="l" t="t" r="r" b="b"/>
              <a:pathLst>
                <a:path w="4231" h="6415" extrusionOk="0">
                  <a:moveTo>
                    <a:pt x="783" y="897"/>
                  </a:moveTo>
                  <a:lnTo>
                    <a:pt x="2033" y="1541"/>
                  </a:lnTo>
                  <a:lnTo>
                    <a:pt x="3599" y="2210"/>
                  </a:lnTo>
                  <a:lnTo>
                    <a:pt x="3599" y="3069"/>
                  </a:lnTo>
                  <a:lnTo>
                    <a:pt x="3094" y="4432"/>
                  </a:lnTo>
                  <a:lnTo>
                    <a:pt x="1427" y="3700"/>
                  </a:lnTo>
                  <a:lnTo>
                    <a:pt x="1945" y="5784"/>
                  </a:lnTo>
                  <a:lnTo>
                    <a:pt x="935" y="5784"/>
                  </a:lnTo>
                  <a:lnTo>
                    <a:pt x="733" y="4395"/>
                  </a:lnTo>
                  <a:lnTo>
                    <a:pt x="1036" y="3119"/>
                  </a:lnTo>
                  <a:lnTo>
                    <a:pt x="657" y="1352"/>
                  </a:lnTo>
                  <a:lnTo>
                    <a:pt x="783" y="897"/>
                  </a:lnTo>
                  <a:close/>
                  <a:moveTo>
                    <a:pt x="392" y="0"/>
                  </a:moveTo>
                  <a:lnTo>
                    <a:pt x="0" y="1326"/>
                  </a:lnTo>
                  <a:lnTo>
                    <a:pt x="379" y="3119"/>
                  </a:lnTo>
                  <a:lnTo>
                    <a:pt x="89" y="4369"/>
                  </a:lnTo>
                  <a:lnTo>
                    <a:pt x="404" y="6415"/>
                  </a:lnTo>
                  <a:lnTo>
                    <a:pt x="2753" y="6415"/>
                  </a:lnTo>
                  <a:lnTo>
                    <a:pt x="2336" y="4799"/>
                  </a:lnTo>
                  <a:lnTo>
                    <a:pt x="2336" y="4799"/>
                  </a:lnTo>
                  <a:lnTo>
                    <a:pt x="3448" y="5291"/>
                  </a:lnTo>
                  <a:lnTo>
                    <a:pt x="4205" y="3233"/>
                  </a:lnTo>
                  <a:lnTo>
                    <a:pt x="4230" y="1793"/>
                  </a:lnTo>
                  <a:lnTo>
                    <a:pt x="2299" y="985"/>
                  </a:lnTo>
                  <a:lnTo>
                    <a:pt x="3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542;p78">
              <a:extLst>
                <a:ext uri="{FF2B5EF4-FFF2-40B4-BE49-F238E27FC236}">
                  <a16:creationId xmlns:a16="http://schemas.microsoft.com/office/drawing/2014/main" id="{034B04FD-EEAB-9448-9D31-FDF2C391C036}"/>
                </a:ext>
              </a:extLst>
            </p:cNvPr>
            <p:cNvSpPr/>
            <p:nvPr/>
          </p:nvSpPr>
          <p:spPr>
            <a:xfrm>
              <a:off x="6378950" y="1950375"/>
              <a:ext cx="126300" cy="303725"/>
            </a:xfrm>
            <a:custGeom>
              <a:avLst/>
              <a:gdLst/>
              <a:ahLst/>
              <a:cxnLst/>
              <a:rect l="l" t="t" r="r" b="b"/>
              <a:pathLst>
                <a:path w="5052" h="12149" extrusionOk="0">
                  <a:moveTo>
                    <a:pt x="708" y="1"/>
                  </a:moveTo>
                  <a:lnTo>
                    <a:pt x="1" y="1365"/>
                  </a:lnTo>
                  <a:lnTo>
                    <a:pt x="1428" y="5456"/>
                  </a:lnTo>
                  <a:lnTo>
                    <a:pt x="2211" y="7021"/>
                  </a:lnTo>
                  <a:lnTo>
                    <a:pt x="2211" y="8676"/>
                  </a:lnTo>
                  <a:lnTo>
                    <a:pt x="3271" y="12148"/>
                  </a:lnTo>
                  <a:lnTo>
                    <a:pt x="5052" y="12148"/>
                  </a:lnTo>
                  <a:lnTo>
                    <a:pt x="4168" y="8878"/>
                  </a:lnTo>
                  <a:lnTo>
                    <a:pt x="5052" y="8398"/>
                  </a:lnTo>
                  <a:lnTo>
                    <a:pt x="3360" y="5317"/>
                  </a:lnTo>
                  <a:lnTo>
                    <a:pt x="2185" y="2198"/>
                  </a:lnTo>
                  <a:lnTo>
                    <a:pt x="70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543;p78">
              <a:extLst>
                <a:ext uri="{FF2B5EF4-FFF2-40B4-BE49-F238E27FC236}">
                  <a16:creationId xmlns:a16="http://schemas.microsoft.com/office/drawing/2014/main" id="{BD58F352-D621-F340-8B82-4A62F282B847}"/>
                </a:ext>
              </a:extLst>
            </p:cNvPr>
            <p:cNvSpPr/>
            <p:nvPr/>
          </p:nvSpPr>
          <p:spPr>
            <a:xfrm>
              <a:off x="6370425" y="1934925"/>
              <a:ext cx="145575" cy="327050"/>
            </a:xfrm>
            <a:custGeom>
              <a:avLst/>
              <a:gdLst/>
              <a:ahLst/>
              <a:cxnLst/>
              <a:rect l="l" t="t" r="r" b="b"/>
              <a:pathLst>
                <a:path w="5823" h="13082" extrusionOk="0">
                  <a:moveTo>
                    <a:pt x="1074" y="1238"/>
                  </a:moveTo>
                  <a:lnTo>
                    <a:pt x="2249" y="2968"/>
                  </a:lnTo>
                  <a:lnTo>
                    <a:pt x="3423" y="6086"/>
                  </a:lnTo>
                  <a:lnTo>
                    <a:pt x="4963" y="8890"/>
                  </a:lnTo>
                  <a:lnTo>
                    <a:pt x="4143" y="9344"/>
                  </a:lnTo>
                  <a:lnTo>
                    <a:pt x="4976" y="12450"/>
                  </a:lnTo>
                  <a:lnTo>
                    <a:pt x="3852" y="12450"/>
                  </a:lnTo>
                  <a:lnTo>
                    <a:pt x="2867" y="9243"/>
                  </a:lnTo>
                  <a:lnTo>
                    <a:pt x="2867" y="7564"/>
                  </a:lnTo>
                  <a:lnTo>
                    <a:pt x="2072" y="5960"/>
                  </a:lnTo>
                  <a:lnTo>
                    <a:pt x="683" y="2008"/>
                  </a:lnTo>
                  <a:lnTo>
                    <a:pt x="1074" y="1238"/>
                  </a:lnTo>
                  <a:close/>
                  <a:moveTo>
                    <a:pt x="998" y="0"/>
                  </a:moveTo>
                  <a:lnTo>
                    <a:pt x="1" y="1957"/>
                  </a:lnTo>
                  <a:lnTo>
                    <a:pt x="1491" y="6213"/>
                  </a:lnTo>
                  <a:lnTo>
                    <a:pt x="2236" y="7715"/>
                  </a:lnTo>
                  <a:lnTo>
                    <a:pt x="2236" y="9294"/>
                  </a:lnTo>
                  <a:lnTo>
                    <a:pt x="3385" y="13082"/>
                  </a:lnTo>
                  <a:lnTo>
                    <a:pt x="5797" y="13082"/>
                  </a:lnTo>
                  <a:lnTo>
                    <a:pt x="4875" y="9660"/>
                  </a:lnTo>
                  <a:lnTo>
                    <a:pt x="5822" y="9142"/>
                  </a:lnTo>
                  <a:lnTo>
                    <a:pt x="3991" y="5834"/>
                  </a:lnTo>
                  <a:lnTo>
                    <a:pt x="2829" y="2715"/>
                  </a:lnTo>
                  <a:lnTo>
                    <a:pt x="99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544;p78">
              <a:extLst>
                <a:ext uri="{FF2B5EF4-FFF2-40B4-BE49-F238E27FC236}">
                  <a16:creationId xmlns:a16="http://schemas.microsoft.com/office/drawing/2014/main" id="{C3E4B1BF-2A4E-DB4D-887F-7D17347E0B94}"/>
                </a:ext>
              </a:extLst>
            </p:cNvPr>
            <p:cNvSpPr/>
            <p:nvPr/>
          </p:nvSpPr>
          <p:spPr>
            <a:xfrm>
              <a:off x="5626075" y="893825"/>
              <a:ext cx="145875" cy="113350"/>
            </a:xfrm>
            <a:custGeom>
              <a:avLst/>
              <a:gdLst/>
              <a:ahLst/>
              <a:cxnLst/>
              <a:rect l="l" t="t" r="r" b="b"/>
              <a:pathLst>
                <a:path w="5835" h="4534" extrusionOk="0">
                  <a:moveTo>
                    <a:pt x="4142" y="0"/>
                  </a:moveTo>
                  <a:lnTo>
                    <a:pt x="2362" y="796"/>
                  </a:lnTo>
                  <a:lnTo>
                    <a:pt x="480" y="796"/>
                  </a:lnTo>
                  <a:lnTo>
                    <a:pt x="0" y="2425"/>
                  </a:lnTo>
                  <a:lnTo>
                    <a:pt x="2362" y="4533"/>
                  </a:lnTo>
                  <a:lnTo>
                    <a:pt x="4458" y="3334"/>
                  </a:lnTo>
                  <a:lnTo>
                    <a:pt x="5834" y="2273"/>
                  </a:lnTo>
                  <a:lnTo>
                    <a:pt x="5834" y="480"/>
                  </a:lnTo>
                  <a:lnTo>
                    <a:pt x="41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545;p78">
              <a:extLst>
                <a:ext uri="{FF2B5EF4-FFF2-40B4-BE49-F238E27FC236}">
                  <a16:creationId xmlns:a16="http://schemas.microsoft.com/office/drawing/2014/main" id="{2EC1502B-DEC4-C544-8967-3ED528FF24A4}"/>
                </a:ext>
              </a:extLst>
            </p:cNvPr>
            <p:cNvSpPr/>
            <p:nvPr/>
          </p:nvSpPr>
          <p:spPr>
            <a:xfrm>
              <a:off x="5617225" y="885625"/>
              <a:ext cx="162600" cy="131025"/>
            </a:xfrm>
            <a:custGeom>
              <a:avLst/>
              <a:gdLst/>
              <a:ahLst/>
              <a:cxnLst/>
              <a:rect l="l" t="t" r="r" b="b"/>
              <a:pathLst>
                <a:path w="6504" h="5241" extrusionOk="0">
                  <a:moveTo>
                    <a:pt x="4521" y="657"/>
                  </a:moveTo>
                  <a:lnTo>
                    <a:pt x="5872" y="1048"/>
                  </a:lnTo>
                  <a:lnTo>
                    <a:pt x="5872" y="2437"/>
                  </a:lnTo>
                  <a:lnTo>
                    <a:pt x="4660" y="3371"/>
                  </a:lnTo>
                  <a:lnTo>
                    <a:pt x="2766" y="4470"/>
                  </a:lnTo>
                  <a:lnTo>
                    <a:pt x="708" y="2652"/>
                  </a:lnTo>
                  <a:lnTo>
                    <a:pt x="1074" y="1452"/>
                  </a:lnTo>
                  <a:lnTo>
                    <a:pt x="2728" y="1452"/>
                  </a:lnTo>
                  <a:lnTo>
                    <a:pt x="4521" y="657"/>
                  </a:lnTo>
                  <a:close/>
                  <a:moveTo>
                    <a:pt x="4471" y="0"/>
                  </a:moveTo>
                  <a:lnTo>
                    <a:pt x="2653" y="821"/>
                  </a:lnTo>
                  <a:lnTo>
                    <a:pt x="607" y="821"/>
                  </a:lnTo>
                  <a:lnTo>
                    <a:pt x="1" y="2854"/>
                  </a:lnTo>
                  <a:lnTo>
                    <a:pt x="2678" y="5240"/>
                  </a:lnTo>
                  <a:lnTo>
                    <a:pt x="5001" y="3902"/>
                  </a:lnTo>
                  <a:lnTo>
                    <a:pt x="6504" y="2753"/>
                  </a:lnTo>
                  <a:lnTo>
                    <a:pt x="6504" y="581"/>
                  </a:lnTo>
                  <a:lnTo>
                    <a:pt x="447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546;p78">
              <a:extLst>
                <a:ext uri="{FF2B5EF4-FFF2-40B4-BE49-F238E27FC236}">
                  <a16:creationId xmlns:a16="http://schemas.microsoft.com/office/drawing/2014/main" id="{09DB6578-4ECD-3C49-946D-51F209B230AD}"/>
                </a:ext>
              </a:extLst>
            </p:cNvPr>
            <p:cNvSpPr/>
            <p:nvPr/>
          </p:nvSpPr>
          <p:spPr>
            <a:xfrm>
              <a:off x="5828725" y="897925"/>
              <a:ext cx="80850" cy="36650"/>
            </a:xfrm>
            <a:custGeom>
              <a:avLst/>
              <a:gdLst/>
              <a:ahLst/>
              <a:cxnLst/>
              <a:rect l="l" t="t" r="r" b="b"/>
              <a:pathLst>
                <a:path w="3234" h="1466" extrusionOk="0">
                  <a:moveTo>
                    <a:pt x="1" y="1"/>
                  </a:moveTo>
                  <a:lnTo>
                    <a:pt x="885" y="1465"/>
                  </a:lnTo>
                  <a:lnTo>
                    <a:pt x="3233" y="733"/>
                  </a:lnTo>
                  <a:lnTo>
                    <a:pt x="23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547;p78">
              <a:extLst>
                <a:ext uri="{FF2B5EF4-FFF2-40B4-BE49-F238E27FC236}">
                  <a16:creationId xmlns:a16="http://schemas.microsoft.com/office/drawing/2014/main" id="{57DD9AAB-A5C3-0643-82ED-FCB9BEFC3632}"/>
                </a:ext>
              </a:extLst>
            </p:cNvPr>
            <p:cNvSpPr/>
            <p:nvPr/>
          </p:nvSpPr>
          <p:spPr>
            <a:xfrm>
              <a:off x="5814525" y="890350"/>
              <a:ext cx="111475" cy="53700"/>
            </a:xfrm>
            <a:custGeom>
              <a:avLst/>
              <a:gdLst/>
              <a:ahLst/>
              <a:cxnLst/>
              <a:rect l="l" t="t" r="r" b="b"/>
              <a:pathLst>
                <a:path w="4459" h="2148" extrusionOk="0">
                  <a:moveTo>
                    <a:pt x="2804" y="632"/>
                  </a:moveTo>
                  <a:lnTo>
                    <a:pt x="3157" y="922"/>
                  </a:lnTo>
                  <a:lnTo>
                    <a:pt x="1604" y="1402"/>
                  </a:lnTo>
                  <a:lnTo>
                    <a:pt x="1125" y="632"/>
                  </a:lnTo>
                  <a:close/>
                  <a:moveTo>
                    <a:pt x="1" y="0"/>
                  </a:moveTo>
                  <a:lnTo>
                    <a:pt x="1314" y="2147"/>
                  </a:lnTo>
                  <a:lnTo>
                    <a:pt x="4458" y="1175"/>
                  </a:lnTo>
                  <a:lnTo>
                    <a:pt x="30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548;p78">
              <a:extLst>
                <a:ext uri="{FF2B5EF4-FFF2-40B4-BE49-F238E27FC236}">
                  <a16:creationId xmlns:a16="http://schemas.microsoft.com/office/drawing/2014/main" id="{24C4C4C7-C189-5F48-A38A-B1AE5ACB0E17}"/>
                </a:ext>
              </a:extLst>
            </p:cNvPr>
            <p:cNvSpPr/>
            <p:nvPr/>
          </p:nvSpPr>
          <p:spPr>
            <a:xfrm>
              <a:off x="5765925" y="1013475"/>
              <a:ext cx="80825" cy="48625"/>
            </a:xfrm>
            <a:custGeom>
              <a:avLst/>
              <a:gdLst/>
              <a:ahLst/>
              <a:cxnLst/>
              <a:rect l="l" t="t" r="r" b="b"/>
              <a:pathLst>
                <a:path w="3233" h="1945" extrusionOk="0">
                  <a:moveTo>
                    <a:pt x="0" y="0"/>
                  </a:moveTo>
                  <a:lnTo>
                    <a:pt x="871" y="1945"/>
                  </a:lnTo>
                  <a:lnTo>
                    <a:pt x="3233" y="972"/>
                  </a:lnTo>
                  <a:lnTo>
                    <a:pt x="1616" y="16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549;p78">
              <a:extLst>
                <a:ext uri="{FF2B5EF4-FFF2-40B4-BE49-F238E27FC236}">
                  <a16:creationId xmlns:a16="http://schemas.microsoft.com/office/drawing/2014/main" id="{4E557736-FB45-334C-A66E-5BB0F5E4F53C}"/>
                </a:ext>
              </a:extLst>
            </p:cNvPr>
            <p:cNvSpPr/>
            <p:nvPr/>
          </p:nvSpPr>
          <p:spPr>
            <a:xfrm>
              <a:off x="5752975" y="1004300"/>
              <a:ext cx="113025" cy="68225"/>
            </a:xfrm>
            <a:custGeom>
              <a:avLst/>
              <a:gdLst/>
              <a:ahLst/>
              <a:cxnLst/>
              <a:rect l="l" t="t" r="r" b="b"/>
              <a:pathLst>
                <a:path w="4521" h="2729" extrusionOk="0">
                  <a:moveTo>
                    <a:pt x="1023" y="733"/>
                  </a:moveTo>
                  <a:lnTo>
                    <a:pt x="2046" y="847"/>
                  </a:lnTo>
                  <a:lnTo>
                    <a:pt x="2993" y="1314"/>
                  </a:lnTo>
                  <a:lnTo>
                    <a:pt x="1554" y="1908"/>
                  </a:lnTo>
                  <a:lnTo>
                    <a:pt x="1023" y="733"/>
                  </a:lnTo>
                  <a:close/>
                  <a:moveTo>
                    <a:pt x="0" y="1"/>
                  </a:moveTo>
                  <a:lnTo>
                    <a:pt x="1225" y="2728"/>
                  </a:lnTo>
                  <a:lnTo>
                    <a:pt x="4521" y="1365"/>
                  </a:lnTo>
                  <a:lnTo>
                    <a:pt x="2273" y="253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550;p78">
              <a:extLst>
                <a:ext uri="{FF2B5EF4-FFF2-40B4-BE49-F238E27FC236}">
                  <a16:creationId xmlns:a16="http://schemas.microsoft.com/office/drawing/2014/main" id="{5F97B9D5-B0E0-3E47-8E87-7ACCF918DCA4}"/>
                </a:ext>
              </a:extLst>
            </p:cNvPr>
            <p:cNvSpPr/>
            <p:nvPr/>
          </p:nvSpPr>
          <p:spPr>
            <a:xfrm>
              <a:off x="4952100" y="890350"/>
              <a:ext cx="78950" cy="112725"/>
            </a:xfrm>
            <a:custGeom>
              <a:avLst/>
              <a:gdLst/>
              <a:ahLst/>
              <a:cxnLst/>
              <a:rect l="l" t="t" r="r" b="b"/>
              <a:pathLst>
                <a:path w="3158" h="4509" extrusionOk="0">
                  <a:moveTo>
                    <a:pt x="1" y="0"/>
                  </a:moveTo>
                  <a:lnTo>
                    <a:pt x="1" y="1882"/>
                  </a:lnTo>
                  <a:lnTo>
                    <a:pt x="960" y="4508"/>
                  </a:lnTo>
                  <a:lnTo>
                    <a:pt x="3157" y="2576"/>
                  </a:lnTo>
                  <a:lnTo>
                    <a:pt x="3157" y="1251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51;p78">
              <a:extLst>
                <a:ext uri="{FF2B5EF4-FFF2-40B4-BE49-F238E27FC236}">
                  <a16:creationId xmlns:a16="http://schemas.microsoft.com/office/drawing/2014/main" id="{8F975EC3-5F88-EB4D-8CC3-93B7C5EE2DDF}"/>
                </a:ext>
              </a:extLst>
            </p:cNvPr>
            <p:cNvSpPr/>
            <p:nvPr/>
          </p:nvSpPr>
          <p:spPr>
            <a:xfrm>
              <a:off x="4944200" y="878675"/>
              <a:ext cx="94750" cy="137975"/>
            </a:xfrm>
            <a:custGeom>
              <a:avLst/>
              <a:gdLst/>
              <a:ahLst/>
              <a:cxnLst/>
              <a:rect l="l" t="t" r="r" b="b"/>
              <a:pathLst>
                <a:path w="3790" h="5519" extrusionOk="0">
                  <a:moveTo>
                    <a:pt x="620" y="922"/>
                  </a:moveTo>
                  <a:lnTo>
                    <a:pt x="3145" y="1932"/>
                  </a:lnTo>
                  <a:lnTo>
                    <a:pt x="3145" y="2892"/>
                  </a:lnTo>
                  <a:lnTo>
                    <a:pt x="1415" y="4432"/>
                  </a:lnTo>
                  <a:lnTo>
                    <a:pt x="632" y="2298"/>
                  </a:lnTo>
                  <a:lnTo>
                    <a:pt x="620" y="922"/>
                  </a:lnTo>
                  <a:close/>
                  <a:moveTo>
                    <a:pt x="1" y="0"/>
                  </a:moveTo>
                  <a:lnTo>
                    <a:pt x="1" y="2349"/>
                  </a:lnTo>
                  <a:lnTo>
                    <a:pt x="1137" y="5518"/>
                  </a:lnTo>
                  <a:lnTo>
                    <a:pt x="3789" y="3182"/>
                  </a:lnTo>
                  <a:lnTo>
                    <a:pt x="3789" y="1503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552;p78">
              <a:extLst>
                <a:ext uri="{FF2B5EF4-FFF2-40B4-BE49-F238E27FC236}">
                  <a16:creationId xmlns:a16="http://schemas.microsoft.com/office/drawing/2014/main" id="{04913827-BFD3-CF4D-BAF9-07641D72FCFB}"/>
                </a:ext>
              </a:extLst>
            </p:cNvPr>
            <p:cNvSpPr/>
            <p:nvPr/>
          </p:nvSpPr>
          <p:spPr>
            <a:xfrm>
              <a:off x="4770275" y="799125"/>
              <a:ext cx="164800" cy="161950"/>
            </a:xfrm>
            <a:custGeom>
              <a:avLst/>
              <a:gdLst/>
              <a:ahLst/>
              <a:cxnLst/>
              <a:rect l="l" t="t" r="r" b="b"/>
              <a:pathLst>
                <a:path w="6592" h="6478" extrusionOk="0">
                  <a:moveTo>
                    <a:pt x="1049" y="0"/>
                  </a:moveTo>
                  <a:lnTo>
                    <a:pt x="0" y="1856"/>
                  </a:lnTo>
                  <a:lnTo>
                    <a:pt x="948" y="4546"/>
                  </a:lnTo>
                  <a:lnTo>
                    <a:pt x="2539" y="6478"/>
                  </a:lnTo>
                  <a:lnTo>
                    <a:pt x="5064" y="6478"/>
                  </a:lnTo>
                  <a:lnTo>
                    <a:pt x="6592" y="6213"/>
                  </a:lnTo>
                  <a:lnTo>
                    <a:pt x="5695" y="3801"/>
                  </a:lnTo>
                  <a:lnTo>
                    <a:pt x="3296" y="2500"/>
                  </a:lnTo>
                  <a:lnTo>
                    <a:pt x="10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553;p78">
              <a:extLst>
                <a:ext uri="{FF2B5EF4-FFF2-40B4-BE49-F238E27FC236}">
                  <a16:creationId xmlns:a16="http://schemas.microsoft.com/office/drawing/2014/main" id="{7A26CE3E-3A08-354C-BBDF-9DB700BE4A5F}"/>
                </a:ext>
              </a:extLst>
            </p:cNvPr>
            <p:cNvSpPr/>
            <p:nvPr/>
          </p:nvSpPr>
          <p:spPr>
            <a:xfrm>
              <a:off x="4761750" y="785550"/>
              <a:ext cx="184075" cy="183425"/>
            </a:xfrm>
            <a:custGeom>
              <a:avLst/>
              <a:gdLst/>
              <a:ahLst/>
              <a:cxnLst/>
              <a:rect l="l" t="t" r="r" b="b"/>
              <a:pathLst>
                <a:path w="7363" h="7337" extrusionOk="0">
                  <a:moveTo>
                    <a:pt x="1453" y="1074"/>
                  </a:moveTo>
                  <a:lnTo>
                    <a:pt x="3410" y="3245"/>
                  </a:lnTo>
                  <a:lnTo>
                    <a:pt x="5784" y="4559"/>
                  </a:lnTo>
                  <a:lnTo>
                    <a:pt x="6503" y="6516"/>
                  </a:lnTo>
                  <a:lnTo>
                    <a:pt x="5405" y="6705"/>
                  </a:lnTo>
                  <a:lnTo>
                    <a:pt x="3031" y="6705"/>
                  </a:lnTo>
                  <a:lnTo>
                    <a:pt x="1566" y="4937"/>
                  </a:lnTo>
                  <a:lnTo>
                    <a:pt x="695" y="2425"/>
                  </a:lnTo>
                  <a:lnTo>
                    <a:pt x="1453" y="1074"/>
                  </a:lnTo>
                  <a:close/>
                  <a:moveTo>
                    <a:pt x="1326" y="0"/>
                  </a:moveTo>
                  <a:lnTo>
                    <a:pt x="1" y="2374"/>
                  </a:lnTo>
                  <a:lnTo>
                    <a:pt x="985" y="5203"/>
                  </a:lnTo>
                  <a:lnTo>
                    <a:pt x="2728" y="7337"/>
                  </a:lnTo>
                  <a:lnTo>
                    <a:pt x="5468" y="7337"/>
                  </a:lnTo>
                  <a:lnTo>
                    <a:pt x="7362" y="7008"/>
                  </a:lnTo>
                  <a:lnTo>
                    <a:pt x="6289" y="4129"/>
                  </a:lnTo>
                  <a:lnTo>
                    <a:pt x="3839" y="2791"/>
                  </a:lnTo>
                  <a:lnTo>
                    <a:pt x="13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554;p78">
              <a:extLst>
                <a:ext uri="{FF2B5EF4-FFF2-40B4-BE49-F238E27FC236}">
                  <a16:creationId xmlns:a16="http://schemas.microsoft.com/office/drawing/2014/main" id="{545BC1BC-1F7B-6E41-8812-85928FEC008B}"/>
                </a:ext>
              </a:extLst>
            </p:cNvPr>
            <p:cNvSpPr/>
            <p:nvPr/>
          </p:nvSpPr>
          <p:spPr>
            <a:xfrm>
              <a:off x="4392100" y="1174150"/>
              <a:ext cx="165750" cy="386075"/>
            </a:xfrm>
            <a:custGeom>
              <a:avLst/>
              <a:gdLst/>
              <a:ahLst/>
              <a:cxnLst/>
              <a:rect l="l" t="t" r="r" b="b"/>
              <a:pathLst>
                <a:path w="6630" h="15443" extrusionOk="0">
                  <a:moveTo>
                    <a:pt x="6629" y="0"/>
                  </a:moveTo>
                  <a:lnTo>
                    <a:pt x="4521" y="1036"/>
                  </a:lnTo>
                  <a:lnTo>
                    <a:pt x="2261" y="3056"/>
                  </a:lnTo>
                  <a:lnTo>
                    <a:pt x="0" y="6301"/>
                  </a:lnTo>
                  <a:lnTo>
                    <a:pt x="354" y="10594"/>
                  </a:lnTo>
                  <a:lnTo>
                    <a:pt x="51" y="12652"/>
                  </a:lnTo>
                  <a:lnTo>
                    <a:pt x="1288" y="15443"/>
                  </a:lnTo>
                  <a:lnTo>
                    <a:pt x="4357" y="15443"/>
                  </a:lnTo>
                  <a:lnTo>
                    <a:pt x="2425" y="11731"/>
                  </a:lnTo>
                  <a:lnTo>
                    <a:pt x="2955" y="7033"/>
                  </a:lnTo>
                  <a:lnTo>
                    <a:pt x="4634" y="4154"/>
                  </a:lnTo>
                  <a:lnTo>
                    <a:pt x="6629" y="1844"/>
                  </a:lnTo>
                  <a:lnTo>
                    <a:pt x="66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555;p78">
              <a:extLst>
                <a:ext uri="{FF2B5EF4-FFF2-40B4-BE49-F238E27FC236}">
                  <a16:creationId xmlns:a16="http://schemas.microsoft.com/office/drawing/2014/main" id="{8ED32607-0BD3-BA4F-8EC9-BD696160C108}"/>
                </a:ext>
              </a:extLst>
            </p:cNvPr>
            <p:cNvSpPr/>
            <p:nvPr/>
          </p:nvSpPr>
          <p:spPr>
            <a:xfrm>
              <a:off x="4383875" y="1161200"/>
              <a:ext cx="181875" cy="406925"/>
            </a:xfrm>
            <a:custGeom>
              <a:avLst/>
              <a:gdLst/>
              <a:ahLst/>
              <a:cxnLst/>
              <a:rect l="l" t="t" r="r" b="b"/>
              <a:pathLst>
                <a:path w="7275" h="16277" extrusionOk="0">
                  <a:moveTo>
                    <a:pt x="6643" y="1023"/>
                  </a:moveTo>
                  <a:lnTo>
                    <a:pt x="6643" y="2248"/>
                  </a:lnTo>
                  <a:lnTo>
                    <a:pt x="4686" y="4508"/>
                  </a:lnTo>
                  <a:lnTo>
                    <a:pt x="3006" y="7387"/>
                  </a:lnTo>
                  <a:lnTo>
                    <a:pt x="2425" y="12299"/>
                  </a:lnTo>
                  <a:lnTo>
                    <a:pt x="4168" y="15645"/>
                  </a:lnTo>
                  <a:lnTo>
                    <a:pt x="1819" y="15645"/>
                  </a:lnTo>
                  <a:lnTo>
                    <a:pt x="708" y="13120"/>
                  </a:lnTo>
                  <a:lnTo>
                    <a:pt x="999" y="11125"/>
                  </a:lnTo>
                  <a:lnTo>
                    <a:pt x="645" y="6895"/>
                  </a:lnTo>
                  <a:lnTo>
                    <a:pt x="2829" y="3789"/>
                  </a:lnTo>
                  <a:lnTo>
                    <a:pt x="5039" y="1806"/>
                  </a:lnTo>
                  <a:lnTo>
                    <a:pt x="6643" y="1023"/>
                  </a:lnTo>
                  <a:close/>
                  <a:moveTo>
                    <a:pt x="7274" y="0"/>
                  </a:moveTo>
                  <a:lnTo>
                    <a:pt x="4723" y="1263"/>
                  </a:lnTo>
                  <a:lnTo>
                    <a:pt x="2387" y="3347"/>
                  </a:lnTo>
                  <a:lnTo>
                    <a:pt x="1" y="6731"/>
                  </a:lnTo>
                  <a:lnTo>
                    <a:pt x="380" y="11112"/>
                  </a:lnTo>
                  <a:lnTo>
                    <a:pt x="64" y="13221"/>
                  </a:lnTo>
                  <a:lnTo>
                    <a:pt x="1415" y="16277"/>
                  </a:lnTo>
                  <a:lnTo>
                    <a:pt x="5203" y="16277"/>
                  </a:lnTo>
                  <a:lnTo>
                    <a:pt x="3069" y="12185"/>
                  </a:lnTo>
                  <a:lnTo>
                    <a:pt x="3587" y="7652"/>
                  </a:lnTo>
                  <a:lnTo>
                    <a:pt x="5203" y="4874"/>
                  </a:lnTo>
                  <a:lnTo>
                    <a:pt x="7274" y="2475"/>
                  </a:lnTo>
                  <a:lnTo>
                    <a:pt x="72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5556;p78">
              <a:extLst>
                <a:ext uri="{FF2B5EF4-FFF2-40B4-BE49-F238E27FC236}">
                  <a16:creationId xmlns:a16="http://schemas.microsoft.com/office/drawing/2014/main" id="{58DBCD4E-D566-7940-8790-E7429CB18341}"/>
                </a:ext>
              </a:extLst>
            </p:cNvPr>
            <p:cNvSpPr/>
            <p:nvPr/>
          </p:nvSpPr>
          <p:spPr>
            <a:xfrm>
              <a:off x="3327950" y="2153675"/>
              <a:ext cx="78950" cy="116200"/>
            </a:xfrm>
            <a:custGeom>
              <a:avLst/>
              <a:gdLst/>
              <a:ahLst/>
              <a:cxnLst/>
              <a:rect l="l" t="t" r="r" b="b"/>
              <a:pathLst>
                <a:path w="3158" h="4648" extrusionOk="0">
                  <a:moveTo>
                    <a:pt x="1288" y="1"/>
                  </a:moveTo>
                  <a:lnTo>
                    <a:pt x="1" y="1655"/>
                  </a:lnTo>
                  <a:lnTo>
                    <a:pt x="1" y="3069"/>
                  </a:lnTo>
                  <a:lnTo>
                    <a:pt x="1" y="3700"/>
                  </a:lnTo>
                  <a:lnTo>
                    <a:pt x="884" y="4647"/>
                  </a:lnTo>
                  <a:lnTo>
                    <a:pt x="2677" y="3915"/>
                  </a:lnTo>
                  <a:lnTo>
                    <a:pt x="3157" y="1731"/>
                  </a:lnTo>
                  <a:lnTo>
                    <a:pt x="3157" y="544"/>
                  </a:lnTo>
                  <a:lnTo>
                    <a:pt x="12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5557;p78">
              <a:extLst>
                <a:ext uri="{FF2B5EF4-FFF2-40B4-BE49-F238E27FC236}">
                  <a16:creationId xmlns:a16="http://schemas.microsoft.com/office/drawing/2014/main" id="{2D939E94-6F0A-FA40-8D04-9515E89EC7BD}"/>
                </a:ext>
              </a:extLst>
            </p:cNvPr>
            <p:cNvSpPr/>
            <p:nvPr/>
          </p:nvSpPr>
          <p:spPr>
            <a:xfrm>
              <a:off x="3320050" y="2144525"/>
              <a:ext cx="94725" cy="134825"/>
            </a:xfrm>
            <a:custGeom>
              <a:avLst/>
              <a:gdLst/>
              <a:ahLst/>
              <a:cxnLst/>
              <a:rect l="l" t="t" r="r" b="b"/>
              <a:pathLst>
                <a:path w="3789" h="5393" extrusionOk="0">
                  <a:moveTo>
                    <a:pt x="1718" y="720"/>
                  </a:moveTo>
                  <a:lnTo>
                    <a:pt x="3158" y="1150"/>
                  </a:lnTo>
                  <a:lnTo>
                    <a:pt x="3158" y="2059"/>
                  </a:lnTo>
                  <a:lnTo>
                    <a:pt x="2728" y="4054"/>
                  </a:lnTo>
                  <a:lnTo>
                    <a:pt x="1289" y="4647"/>
                  </a:lnTo>
                  <a:lnTo>
                    <a:pt x="632" y="3953"/>
                  </a:lnTo>
                  <a:lnTo>
                    <a:pt x="632" y="2122"/>
                  </a:lnTo>
                  <a:lnTo>
                    <a:pt x="1718" y="720"/>
                  </a:lnTo>
                  <a:close/>
                  <a:moveTo>
                    <a:pt x="1491" y="0"/>
                  </a:moveTo>
                  <a:lnTo>
                    <a:pt x="1" y="1907"/>
                  </a:lnTo>
                  <a:lnTo>
                    <a:pt x="1" y="4193"/>
                  </a:lnTo>
                  <a:lnTo>
                    <a:pt x="1125" y="5392"/>
                  </a:lnTo>
                  <a:lnTo>
                    <a:pt x="3271" y="4508"/>
                  </a:lnTo>
                  <a:lnTo>
                    <a:pt x="3789" y="2160"/>
                  </a:lnTo>
                  <a:lnTo>
                    <a:pt x="3789" y="682"/>
                  </a:lnTo>
                  <a:lnTo>
                    <a:pt x="14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5558;p78">
              <a:extLst>
                <a:ext uri="{FF2B5EF4-FFF2-40B4-BE49-F238E27FC236}">
                  <a16:creationId xmlns:a16="http://schemas.microsoft.com/office/drawing/2014/main" id="{A021DB97-A94C-FA4B-965F-E6A6CC461D46}"/>
                </a:ext>
              </a:extLst>
            </p:cNvPr>
            <p:cNvSpPr/>
            <p:nvPr/>
          </p:nvSpPr>
          <p:spPr>
            <a:xfrm>
              <a:off x="3404025" y="2057075"/>
              <a:ext cx="144925" cy="252250"/>
            </a:xfrm>
            <a:custGeom>
              <a:avLst/>
              <a:gdLst/>
              <a:ahLst/>
              <a:cxnLst/>
              <a:rect l="l" t="t" r="r" b="b"/>
              <a:pathLst>
                <a:path w="5797" h="10090" extrusionOk="0">
                  <a:moveTo>
                    <a:pt x="2602" y="1"/>
                  </a:moveTo>
                  <a:lnTo>
                    <a:pt x="834" y="443"/>
                  </a:lnTo>
                  <a:lnTo>
                    <a:pt x="1" y="1680"/>
                  </a:lnTo>
                  <a:lnTo>
                    <a:pt x="2097" y="4408"/>
                  </a:lnTo>
                  <a:lnTo>
                    <a:pt x="2311" y="6201"/>
                  </a:lnTo>
                  <a:lnTo>
                    <a:pt x="746" y="7703"/>
                  </a:lnTo>
                  <a:lnTo>
                    <a:pt x="746" y="10090"/>
                  </a:lnTo>
                  <a:lnTo>
                    <a:pt x="5796" y="9155"/>
                  </a:lnTo>
                  <a:lnTo>
                    <a:pt x="5796" y="7564"/>
                  </a:lnTo>
                  <a:lnTo>
                    <a:pt x="4837" y="5266"/>
                  </a:lnTo>
                  <a:lnTo>
                    <a:pt x="2728" y="2753"/>
                  </a:lnTo>
                  <a:lnTo>
                    <a:pt x="3700" y="1213"/>
                  </a:lnTo>
                  <a:lnTo>
                    <a:pt x="2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5559;p78">
              <a:extLst>
                <a:ext uri="{FF2B5EF4-FFF2-40B4-BE49-F238E27FC236}">
                  <a16:creationId xmlns:a16="http://schemas.microsoft.com/office/drawing/2014/main" id="{FC124415-E193-2046-B303-3B811CB6428A}"/>
                </a:ext>
              </a:extLst>
            </p:cNvPr>
            <p:cNvSpPr/>
            <p:nvPr/>
          </p:nvSpPr>
          <p:spPr>
            <a:xfrm>
              <a:off x="3394250" y="2048250"/>
              <a:ext cx="162600" cy="270550"/>
            </a:xfrm>
            <a:custGeom>
              <a:avLst/>
              <a:gdLst/>
              <a:ahLst/>
              <a:cxnLst/>
              <a:rect l="l" t="t" r="r" b="b"/>
              <a:pathLst>
                <a:path w="6504" h="10822" extrusionOk="0">
                  <a:moveTo>
                    <a:pt x="2879" y="707"/>
                  </a:moveTo>
                  <a:lnTo>
                    <a:pt x="3687" y="1604"/>
                  </a:lnTo>
                  <a:lnTo>
                    <a:pt x="2728" y="3132"/>
                  </a:lnTo>
                  <a:lnTo>
                    <a:pt x="4950" y="5783"/>
                  </a:lnTo>
                  <a:lnTo>
                    <a:pt x="5872" y="7980"/>
                  </a:lnTo>
                  <a:lnTo>
                    <a:pt x="5872" y="9243"/>
                  </a:lnTo>
                  <a:lnTo>
                    <a:pt x="1452" y="10064"/>
                  </a:lnTo>
                  <a:lnTo>
                    <a:pt x="1452" y="8195"/>
                  </a:lnTo>
                  <a:lnTo>
                    <a:pt x="3031" y="6667"/>
                  </a:lnTo>
                  <a:lnTo>
                    <a:pt x="2791" y="4634"/>
                  </a:lnTo>
                  <a:lnTo>
                    <a:pt x="783" y="2008"/>
                  </a:lnTo>
                  <a:lnTo>
                    <a:pt x="1414" y="1061"/>
                  </a:lnTo>
                  <a:lnTo>
                    <a:pt x="2879" y="707"/>
                  </a:lnTo>
                  <a:close/>
                  <a:moveTo>
                    <a:pt x="3094" y="0"/>
                  </a:moveTo>
                  <a:lnTo>
                    <a:pt x="1023" y="505"/>
                  </a:lnTo>
                  <a:lnTo>
                    <a:pt x="0" y="2046"/>
                  </a:lnTo>
                  <a:lnTo>
                    <a:pt x="2172" y="4887"/>
                  </a:lnTo>
                  <a:lnTo>
                    <a:pt x="2361" y="6440"/>
                  </a:lnTo>
                  <a:lnTo>
                    <a:pt x="821" y="7917"/>
                  </a:lnTo>
                  <a:lnTo>
                    <a:pt x="821" y="10822"/>
                  </a:lnTo>
                  <a:lnTo>
                    <a:pt x="6503" y="9774"/>
                  </a:lnTo>
                  <a:lnTo>
                    <a:pt x="6503" y="7917"/>
                  </a:lnTo>
                  <a:lnTo>
                    <a:pt x="5506" y="5493"/>
                  </a:lnTo>
                  <a:lnTo>
                    <a:pt x="3498" y="3094"/>
                  </a:lnTo>
                  <a:lnTo>
                    <a:pt x="4470" y="1541"/>
                  </a:lnTo>
                  <a:lnTo>
                    <a:pt x="30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5560;p78">
              <a:extLst>
                <a:ext uri="{FF2B5EF4-FFF2-40B4-BE49-F238E27FC236}">
                  <a16:creationId xmlns:a16="http://schemas.microsoft.com/office/drawing/2014/main" id="{F44D34FF-76F5-9A4C-8337-21603B2D84AC}"/>
                </a:ext>
              </a:extLst>
            </p:cNvPr>
            <p:cNvSpPr/>
            <p:nvPr/>
          </p:nvSpPr>
          <p:spPr>
            <a:xfrm>
              <a:off x="3658775" y="1084500"/>
              <a:ext cx="236775" cy="215300"/>
            </a:xfrm>
            <a:custGeom>
              <a:avLst/>
              <a:gdLst/>
              <a:ahLst/>
              <a:cxnLst/>
              <a:rect l="l" t="t" r="r" b="b"/>
              <a:pathLst>
                <a:path w="9471" h="8612" extrusionOk="0">
                  <a:moveTo>
                    <a:pt x="3498" y="0"/>
                  </a:moveTo>
                  <a:lnTo>
                    <a:pt x="1907" y="972"/>
                  </a:lnTo>
                  <a:lnTo>
                    <a:pt x="1907" y="1692"/>
                  </a:lnTo>
                  <a:lnTo>
                    <a:pt x="1" y="2273"/>
                  </a:lnTo>
                  <a:lnTo>
                    <a:pt x="2173" y="5026"/>
                  </a:lnTo>
                  <a:lnTo>
                    <a:pt x="3801" y="6162"/>
                  </a:lnTo>
                  <a:lnTo>
                    <a:pt x="3271" y="6970"/>
                  </a:lnTo>
                  <a:lnTo>
                    <a:pt x="5254" y="8612"/>
                  </a:lnTo>
                  <a:lnTo>
                    <a:pt x="6327" y="4028"/>
                  </a:lnTo>
                  <a:lnTo>
                    <a:pt x="7488" y="5278"/>
                  </a:lnTo>
                  <a:lnTo>
                    <a:pt x="7122" y="7046"/>
                  </a:lnTo>
                  <a:lnTo>
                    <a:pt x="8537" y="7046"/>
                  </a:lnTo>
                  <a:lnTo>
                    <a:pt x="9471" y="5177"/>
                  </a:lnTo>
                  <a:lnTo>
                    <a:pt x="6150" y="2513"/>
                  </a:lnTo>
                  <a:lnTo>
                    <a:pt x="349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5561;p78">
              <a:extLst>
                <a:ext uri="{FF2B5EF4-FFF2-40B4-BE49-F238E27FC236}">
                  <a16:creationId xmlns:a16="http://schemas.microsoft.com/office/drawing/2014/main" id="{0CDF6032-506C-C740-916A-F0A7B301928F}"/>
                </a:ext>
              </a:extLst>
            </p:cNvPr>
            <p:cNvSpPr/>
            <p:nvPr/>
          </p:nvSpPr>
          <p:spPr>
            <a:xfrm>
              <a:off x="3645200" y="1074400"/>
              <a:ext cx="260450" cy="239600"/>
            </a:xfrm>
            <a:custGeom>
              <a:avLst/>
              <a:gdLst/>
              <a:ahLst/>
              <a:cxnLst/>
              <a:rect l="l" t="t" r="r" b="b"/>
              <a:pathLst>
                <a:path w="10418" h="9584" extrusionOk="0">
                  <a:moveTo>
                    <a:pt x="4003" y="796"/>
                  </a:moveTo>
                  <a:lnTo>
                    <a:pt x="6491" y="3157"/>
                  </a:lnTo>
                  <a:lnTo>
                    <a:pt x="9610" y="5670"/>
                  </a:lnTo>
                  <a:lnTo>
                    <a:pt x="8878" y="7134"/>
                  </a:lnTo>
                  <a:lnTo>
                    <a:pt x="8057" y="7134"/>
                  </a:lnTo>
                  <a:lnTo>
                    <a:pt x="8372" y="5581"/>
                  </a:lnTo>
                  <a:lnTo>
                    <a:pt x="6693" y="3788"/>
                  </a:lnTo>
                  <a:lnTo>
                    <a:pt x="5607" y="8460"/>
                  </a:lnTo>
                  <a:lnTo>
                    <a:pt x="4231" y="7324"/>
                  </a:lnTo>
                  <a:lnTo>
                    <a:pt x="4774" y="6478"/>
                  </a:lnTo>
                  <a:lnTo>
                    <a:pt x="2943" y="5202"/>
                  </a:lnTo>
                  <a:lnTo>
                    <a:pt x="1074" y="2841"/>
                  </a:lnTo>
                  <a:lnTo>
                    <a:pt x="2779" y="2323"/>
                  </a:lnTo>
                  <a:lnTo>
                    <a:pt x="2779" y="1553"/>
                  </a:lnTo>
                  <a:lnTo>
                    <a:pt x="4003" y="796"/>
                  </a:lnTo>
                  <a:close/>
                  <a:moveTo>
                    <a:pt x="4092" y="0"/>
                  </a:moveTo>
                  <a:lnTo>
                    <a:pt x="2147" y="1200"/>
                  </a:lnTo>
                  <a:lnTo>
                    <a:pt x="2147" y="1856"/>
                  </a:lnTo>
                  <a:lnTo>
                    <a:pt x="1" y="2513"/>
                  </a:lnTo>
                  <a:lnTo>
                    <a:pt x="2476" y="5632"/>
                  </a:lnTo>
                  <a:lnTo>
                    <a:pt x="3915" y="6654"/>
                  </a:lnTo>
                  <a:lnTo>
                    <a:pt x="3397" y="7437"/>
                  </a:lnTo>
                  <a:lnTo>
                    <a:pt x="5986" y="9584"/>
                  </a:lnTo>
                  <a:lnTo>
                    <a:pt x="7047" y="5076"/>
                  </a:lnTo>
                  <a:lnTo>
                    <a:pt x="7691" y="5771"/>
                  </a:lnTo>
                  <a:lnTo>
                    <a:pt x="7274" y="7778"/>
                  </a:lnTo>
                  <a:lnTo>
                    <a:pt x="9269" y="7778"/>
                  </a:lnTo>
                  <a:lnTo>
                    <a:pt x="10418" y="5505"/>
                  </a:lnTo>
                  <a:lnTo>
                    <a:pt x="6908" y="2690"/>
                  </a:lnTo>
                  <a:lnTo>
                    <a:pt x="40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5562;p78">
              <a:extLst>
                <a:ext uri="{FF2B5EF4-FFF2-40B4-BE49-F238E27FC236}">
                  <a16:creationId xmlns:a16="http://schemas.microsoft.com/office/drawing/2014/main" id="{C7832A9C-CABA-5642-9BAE-5308320A7400}"/>
                </a:ext>
              </a:extLst>
            </p:cNvPr>
            <p:cNvSpPr/>
            <p:nvPr/>
          </p:nvSpPr>
          <p:spPr>
            <a:xfrm>
              <a:off x="3780950" y="1045975"/>
              <a:ext cx="134825" cy="91250"/>
            </a:xfrm>
            <a:custGeom>
              <a:avLst/>
              <a:gdLst/>
              <a:ahLst/>
              <a:cxnLst/>
              <a:rect l="l" t="t" r="r" b="b"/>
              <a:pathLst>
                <a:path w="5393" h="3650" extrusionOk="0">
                  <a:moveTo>
                    <a:pt x="1175" y="1"/>
                  </a:moveTo>
                  <a:lnTo>
                    <a:pt x="0" y="1137"/>
                  </a:lnTo>
                  <a:lnTo>
                    <a:pt x="2235" y="2842"/>
                  </a:lnTo>
                  <a:lnTo>
                    <a:pt x="3612" y="3650"/>
                  </a:lnTo>
                  <a:lnTo>
                    <a:pt x="5392" y="1819"/>
                  </a:lnTo>
                  <a:lnTo>
                    <a:pt x="4584" y="329"/>
                  </a:lnTo>
                  <a:lnTo>
                    <a:pt x="3208" y="1"/>
                  </a:lnTo>
                  <a:lnTo>
                    <a:pt x="2703" y="1137"/>
                  </a:lnTo>
                  <a:lnTo>
                    <a:pt x="11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5563;p78">
              <a:extLst>
                <a:ext uri="{FF2B5EF4-FFF2-40B4-BE49-F238E27FC236}">
                  <a16:creationId xmlns:a16="http://schemas.microsoft.com/office/drawing/2014/main" id="{6739B967-3DB7-4243-BB21-328041FCB015}"/>
                </a:ext>
              </a:extLst>
            </p:cNvPr>
            <p:cNvSpPr/>
            <p:nvPr/>
          </p:nvSpPr>
          <p:spPr>
            <a:xfrm>
              <a:off x="3768950" y="1035550"/>
              <a:ext cx="156600" cy="111475"/>
            </a:xfrm>
            <a:custGeom>
              <a:avLst/>
              <a:gdLst/>
              <a:ahLst/>
              <a:cxnLst/>
              <a:rect l="l" t="t" r="r" b="b"/>
              <a:pathLst>
                <a:path w="6264" h="4459" extrusionOk="0">
                  <a:moveTo>
                    <a:pt x="3864" y="784"/>
                  </a:moveTo>
                  <a:lnTo>
                    <a:pt x="4849" y="1011"/>
                  </a:lnTo>
                  <a:lnTo>
                    <a:pt x="5481" y="2185"/>
                  </a:lnTo>
                  <a:lnTo>
                    <a:pt x="4041" y="3663"/>
                  </a:lnTo>
                  <a:lnTo>
                    <a:pt x="2905" y="3006"/>
                  </a:lnTo>
                  <a:lnTo>
                    <a:pt x="960" y="1529"/>
                  </a:lnTo>
                  <a:lnTo>
                    <a:pt x="1680" y="834"/>
                  </a:lnTo>
                  <a:lnTo>
                    <a:pt x="3309" y="2046"/>
                  </a:lnTo>
                  <a:lnTo>
                    <a:pt x="3864" y="784"/>
                  </a:lnTo>
                  <a:close/>
                  <a:moveTo>
                    <a:pt x="1629" y="1"/>
                  </a:moveTo>
                  <a:lnTo>
                    <a:pt x="0" y="1579"/>
                  </a:lnTo>
                  <a:lnTo>
                    <a:pt x="2564" y="3524"/>
                  </a:lnTo>
                  <a:lnTo>
                    <a:pt x="4142" y="4458"/>
                  </a:lnTo>
                  <a:lnTo>
                    <a:pt x="6264" y="2299"/>
                  </a:lnTo>
                  <a:lnTo>
                    <a:pt x="5279" y="468"/>
                  </a:lnTo>
                  <a:lnTo>
                    <a:pt x="3511" y="51"/>
                  </a:lnTo>
                  <a:lnTo>
                    <a:pt x="3056" y="1062"/>
                  </a:lnTo>
                  <a:lnTo>
                    <a:pt x="162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5564;p78">
              <a:extLst>
                <a:ext uri="{FF2B5EF4-FFF2-40B4-BE49-F238E27FC236}">
                  <a16:creationId xmlns:a16="http://schemas.microsoft.com/office/drawing/2014/main" id="{2E648DEA-8620-2C4F-B146-E9050AE93C41}"/>
                </a:ext>
              </a:extLst>
            </p:cNvPr>
            <p:cNvSpPr/>
            <p:nvPr/>
          </p:nvSpPr>
          <p:spPr>
            <a:xfrm>
              <a:off x="3098775" y="1751200"/>
              <a:ext cx="166375" cy="133550"/>
            </a:xfrm>
            <a:custGeom>
              <a:avLst/>
              <a:gdLst/>
              <a:ahLst/>
              <a:cxnLst/>
              <a:rect l="l" t="t" r="r" b="b"/>
              <a:pathLst>
                <a:path w="6655" h="5342" extrusionOk="0">
                  <a:moveTo>
                    <a:pt x="5619" y="0"/>
                  </a:moveTo>
                  <a:lnTo>
                    <a:pt x="4205" y="985"/>
                  </a:lnTo>
                  <a:lnTo>
                    <a:pt x="2475" y="1869"/>
                  </a:lnTo>
                  <a:lnTo>
                    <a:pt x="1288" y="404"/>
                  </a:lnTo>
                  <a:lnTo>
                    <a:pt x="0" y="1856"/>
                  </a:lnTo>
                  <a:lnTo>
                    <a:pt x="341" y="2829"/>
                  </a:lnTo>
                  <a:lnTo>
                    <a:pt x="341" y="4028"/>
                  </a:lnTo>
                  <a:lnTo>
                    <a:pt x="2766" y="5341"/>
                  </a:lnTo>
                  <a:lnTo>
                    <a:pt x="4963" y="4369"/>
                  </a:lnTo>
                  <a:lnTo>
                    <a:pt x="6655" y="2854"/>
                  </a:lnTo>
                  <a:lnTo>
                    <a:pt x="6655" y="1515"/>
                  </a:lnTo>
                  <a:lnTo>
                    <a:pt x="56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5565;p78">
              <a:extLst>
                <a:ext uri="{FF2B5EF4-FFF2-40B4-BE49-F238E27FC236}">
                  <a16:creationId xmlns:a16="http://schemas.microsoft.com/office/drawing/2014/main" id="{B5225EE6-E149-C546-801A-7E79027C5639}"/>
                </a:ext>
              </a:extLst>
            </p:cNvPr>
            <p:cNvSpPr/>
            <p:nvPr/>
          </p:nvSpPr>
          <p:spPr>
            <a:xfrm>
              <a:off x="3089925" y="1740150"/>
              <a:ext cx="182800" cy="153450"/>
            </a:xfrm>
            <a:custGeom>
              <a:avLst/>
              <a:gdLst/>
              <a:ahLst/>
              <a:cxnLst/>
              <a:rect l="l" t="t" r="r" b="b"/>
              <a:pathLst>
                <a:path w="7312" h="6138" extrusionOk="0">
                  <a:moveTo>
                    <a:pt x="5885" y="884"/>
                  </a:moveTo>
                  <a:lnTo>
                    <a:pt x="6693" y="2046"/>
                  </a:lnTo>
                  <a:lnTo>
                    <a:pt x="6693" y="3157"/>
                  </a:lnTo>
                  <a:lnTo>
                    <a:pt x="5140" y="4546"/>
                  </a:lnTo>
                  <a:lnTo>
                    <a:pt x="3132" y="5443"/>
                  </a:lnTo>
                  <a:lnTo>
                    <a:pt x="1011" y="4281"/>
                  </a:lnTo>
                  <a:lnTo>
                    <a:pt x="1011" y="3271"/>
                  </a:lnTo>
                  <a:lnTo>
                    <a:pt x="708" y="2374"/>
                  </a:lnTo>
                  <a:lnTo>
                    <a:pt x="1630" y="1339"/>
                  </a:lnTo>
                  <a:lnTo>
                    <a:pt x="2741" y="2715"/>
                  </a:lnTo>
                  <a:lnTo>
                    <a:pt x="4698" y="1705"/>
                  </a:lnTo>
                  <a:lnTo>
                    <a:pt x="5885" y="884"/>
                  </a:lnTo>
                  <a:close/>
                  <a:moveTo>
                    <a:pt x="6049" y="0"/>
                  </a:moveTo>
                  <a:lnTo>
                    <a:pt x="4395" y="1162"/>
                  </a:lnTo>
                  <a:lnTo>
                    <a:pt x="2918" y="1920"/>
                  </a:lnTo>
                  <a:lnTo>
                    <a:pt x="1655" y="366"/>
                  </a:lnTo>
                  <a:lnTo>
                    <a:pt x="1" y="2235"/>
                  </a:lnTo>
                  <a:lnTo>
                    <a:pt x="380" y="3334"/>
                  </a:lnTo>
                  <a:lnTo>
                    <a:pt x="380" y="4660"/>
                  </a:lnTo>
                  <a:lnTo>
                    <a:pt x="3094" y="6137"/>
                  </a:lnTo>
                  <a:lnTo>
                    <a:pt x="5443" y="5102"/>
                  </a:lnTo>
                  <a:lnTo>
                    <a:pt x="7312" y="3435"/>
                  </a:lnTo>
                  <a:lnTo>
                    <a:pt x="7312" y="1856"/>
                  </a:lnTo>
                  <a:lnTo>
                    <a:pt x="60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5566;p78">
              <a:extLst>
                <a:ext uri="{FF2B5EF4-FFF2-40B4-BE49-F238E27FC236}">
                  <a16:creationId xmlns:a16="http://schemas.microsoft.com/office/drawing/2014/main" id="{CF403F37-4C72-6F4F-B586-65E83A6EE5B9}"/>
                </a:ext>
              </a:extLst>
            </p:cNvPr>
            <p:cNvSpPr/>
            <p:nvPr/>
          </p:nvSpPr>
          <p:spPr>
            <a:xfrm>
              <a:off x="3793250" y="2636350"/>
              <a:ext cx="57175" cy="35700"/>
            </a:xfrm>
            <a:custGeom>
              <a:avLst/>
              <a:gdLst/>
              <a:ahLst/>
              <a:cxnLst/>
              <a:rect l="l" t="t" r="r" b="b"/>
              <a:pathLst>
                <a:path w="2287" h="1428" extrusionOk="0">
                  <a:moveTo>
                    <a:pt x="1743" y="0"/>
                  </a:moveTo>
                  <a:lnTo>
                    <a:pt x="1" y="480"/>
                  </a:lnTo>
                  <a:lnTo>
                    <a:pt x="2286" y="1427"/>
                  </a:lnTo>
                  <a:lnTo>
                    <a:pt x="2286" y="1427"/>
                  </a:lnTo>
                  <a:lnTo>
                    <a:pt x="17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5567;p78">
              <a:extLst>
                <a:ext uri="{FF2B5EF4-FFF2-40B4-BE49-F238E27FC236}">
                  <a16:creationId xmlns:a16="http://schemas.microsoft.com/office/drawing/2014/main" id="{F1DE1F55-1C08-4548-959C-24516F01C543}"/>
                </a:ext>
              </a:extLst>
            </p:cNvPr>
            <p:cNvSpPr/>
            <p:nvPr/>
          </p:nvSpPr>
          <p:spPr>
            <a:xfrm>
              <a:off x="3768950" y="2626875"/>
              <a:ext cx="95675" cy="59375"/>
            </a:xfrm>
            <a:custGeom>
              <a:avLst/>
              <a:gdLst/>
              <a:ahLst/>
              <a:cxnLst/>
              <a:rect l="l" t="t" r="r" b="b"/>
              <a:pathLst>
                <a:path w="3827" h="2375" extrusionOk="0">
                  <a:moveTo>
                    <a:pt x="2526" y="758"/>
                  </a:moveTo>
                  <a:lnTo>
                    <a:pt x="2703" y="1238"/>
                  </a:lnTo>
                  <a:lnTo>
                    <a:pt x="1958" y="922"/>
                  </a:lnTo>
                  <a:lnTo>
                    <a:pt x="2526" y="758"/>
                  </a:lnTo>
                  <a:close/>
                  <a:moveTo>
                    <a:pt x="2905" y="0"/>
                  </a:moveTo>
                  <a:lnTo>
                    <a:pt x="0" y="796"/>
                  </a:lnTo>
                  <a:lnTo>
                    <a:pt x="3826" y="2374"/>
                  </a:lnTo>
                  <a:lnTo>
                    <a:pt x="29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5568;p78">
              <a:extLst>
                <a:ext uri="{FF2B5EF4-FFF2-40B4-BE49-F238E27FC236}">
                  <a16:creationId xmlns:a16="http://schemas.microsoft.com/office/drawing/2014/main" id="{123754B6-C38D-484F-8E31-E4F888773474}"/>
                </a:ext>
              </a:extLst>
            </p:cNvPr>
            <p:cNvSpPr/>
            <p:nvPr/>
          </p:nvSpPr>
          <p:spPr>
            <a:xfrm>
              <a:off x="3702975" y="2517025"/>
              <a:ext cx="43275" cy="68200"/>
            </a:xfrm>
            <a:custGeom>
              <a:avLst/>
              <a:gdLst/>
              <a:ahLst/>
              <a:cxnLst/>
              <a:rect l="l" t="t" r="r" b="b"/>
              <a:pathLst>
                <a:path w="1731" h="2728" extrusionOk="0">
                  <a:moveTo>
                    <a:pt x="733" y="0"/>
                  </a:moveTo>
                  <a:cubicBezTo>
                    <a:pt x="493" y="164"/>
                    <a:pt x="0" y="1288"/>
                    <a:pt x="0" y="1288"/>
                  </a:cubicBezTo>
                  <a:lnTo>
                    <a:pt x="695" y="2728"/>
                  </a:lnTo>
                  <a:lnTo>
                    <a:pt x="1730" y="2728"/>
                  </a:lnTo>
                  <a:lnTo>
                    <a:pt x="7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5569;p78">
              <a:extLst>
                <a:ext uri="{FF2B5EF4-FFF2-40B4-BE49-F238E27FC236}">
                  <a16:creationId xmlns:a16="http://schemas.microsoft.com/office/drawing/2014/main" id="{EE7AD215-ABF2-0248-94E1-90F5DA41311B}"/>
                </a:ext>
              </a:extLst>
            </p:cNvPr>
            <p:cNvSpPr/>
            <p:nvPr/>
          </p:nvSpPr>
          <p:spPr>
            <a:xfrm>
              <a:off x="3694450" y="2505025"/>
              <a:ext cx="62850" cy="88100"/>
            </a:xfrm>
            <a:custGeom>
              <a:avLst/>
              <a:gdLst/>
              <a:ahLst/>
              <a:cxnLst/>
              <a:rect l="l" t="t" r="r" b="b"/>
              <a:pathLst>
                <a:path w="2514" h="3524" extrusionOk="0">
                  <a:moveTo>
                    <a:pt x="973" y="1162"/>
                  </a:moveTo>
                  <a:lnTo>
                    <a:pt x="1604" y="2892"/>
                  </a:lnTo>
                  <a:lnTo>
                    <a:pt x="1225" y="2892"/>
                  </a:lnTo>
                  <a:lnTo>
                    <a:pt x="682" y="1756"/>
                  </a:lnTo>
                  <a:cubicBezTo>
                    <a:pt x="771" y="1554"/>
                    <a:pt x="884" y="1352"/>
                    <a:pt x="973" y="1162"/>
                  </a:cubicBezTo>
                  <a:close/>
                  <a:moveTo>
                    <a:pt x="1238" y="0"/>
                  </a:moveTo>
                  <a:lnTo>
                    <a:pt x="897" y="215"/>
                  </a:lnTo>
                  <a:cubicBezTo>
                    <a:pt x="619" y="405"/>
                    <a:pt x="253" y="1187"/>
                    <a:pt x="51" y="1642"/>
                  </a:cubicBezTo>
                  <a:lnTo>
                    <a:pt x="1" y="1768"/>
                  </a:lnTo>
                  <a:lnTo>
                    <a:pt x="834" y="3523"/>
                  </a:lnTo>
                  <a:lnTo>
                    <a:pt x="2513" y="3523"/>
                  </a:lnTo>
                  <a:lnTo>
                    <a:pt x="12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5570;p78">
              <a:extLst>
                <a:ext uri="{FF2B5EF4-FFF2-40B4-BE49-F238E27FC236}">
                  <a16:creationId xmlns:a16="http://schemas.microsoft.com/office/drawing/2014/main" id="{33DAE538-40BC-B548-BC89-E4E212323BDC}"/>
                </a:ext>
              </a:extLst>
            </p:cNvPr>
            <p:cNvSpPr/>
            <p:nvPr/>
          </p:nvSpPr>
          <p:spPr>
            <a:xfrm>
              <a:off x="3696975" y="2570375"/>
              <a:ext cx="25275" cy="78000"/>
            </a:xfrm>
            <a:custGeom>
              <a:avLst/>
              <a:gdLst/>
              <a:ahLst/>
              <a:cxnLst/>
              <a:rect l="l" t="t" r="r" b="b"/>
              <a:pathLst>
                <a:path w="1011" h="3120" extrusionOk="0">
                  <a:moveTo>
                    <a:pt x="455" y="0"/>
                  </a:moveTo>
                  <a:lnTo>
                    <a:pt x="1" y="1402"/>
                  </a:lnTo>
                  <a:lnTo>
                    <a:pt x="581" y="3119"/>
                  </a:lnTo>
                  <a:lnTo>
                    <a:pt x="1011" y="3119"/>
                  </a:lnTo>
                  <a:lnTo>
                    <a:pt x="1011" y="278"/>
                  </a:lnTo>
                  <a:lnTo>
                    <a:pt x="4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5571;p78">
              <a:extLst>
                <a:ext uri="{FF2B5EF4-FFF2-40B4-BE49-F238E27FC236}">
                  <a16:creationId xmlns:a16="http://schemas.microsoft.com/office/drawing/2014/main" id="{95B0C0D1-1152-F040-A175-D95476EBE7E5}"/>
                </a:ext>
              </a:extLst>
            </p:cNvPr>
            <p:cNvSpPr/>
            <p:nvPr/>
          </p:nvSpPr>
          <p:spPr>
            <a:xfrm>
              <a:off x="3688775" y="2563750"/>
              <a:ext cx="43275" cy="92500"/>
            </a:xfrm>
            <a:custGeom>
              <a:avLst/>
              <a:gdLst/>
              <a:ahLst/>
              <a:cxnLst/>
              <a:rect l="l" t="t" r="r" b="b"/>
              <a:pathLst>
                <a:path w="1731" h="3700" extrusionOk="0">
                  <a:moveTo>
                    <a:pt x="1023" y="846"/>
                  </a:moveTo>
                  <a:lnTo>
                    <a:pt x="1074" y="871"/>
                  </a:lnTo>
                  <a:lnTo>
                    <a:pt x="1074" y="2765"/>
                  </a:lnTo>
                  <a:lnTo>
                    <a:pt x="695" y="1755"/>
                  </a:lnTo>
                  <a:lnTo>
                    <a:pt x="1023" y="846"/>
                  </a:lnTo>
                  <a:close/>
                  <a:moveTo>
                    <a:pt x="632" y="0"/>
                  </a:moveTo>
                  <a:lnTo>
                    <a:pt x="0" y="1755"/>
                  </a:lnTo>
                  <a:lnTo>
                    <a:pt x="720" y="3700"/>
                  </a:lnTo>
                  <a:lnTo>
                    <a:pt x="1730" y="3700"/>
                  </a:lnTo>
                  <a:lnTo>
                    <a:pt x="1730" y="493"/>
                  </a:lnTo>
                  <a:lnTo>
                    <a:pt x="6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5572;p78">
              <a:extLst>
                <a:ext uri="{FF2B5EF4-FFF2-40B4-BE49-F238E27FC236}">
                  <a16:creationId xmlns:a16="http://schemas.microsoft.com/office/drawing/2014/main" id="{76F4B990-3357-5142-AFC3-924B8E1F50B3}"/>
                </a:ext>
              </a:extLst>
            </p:cNvPr>
            <p:cNvSpPr/>
            <p:nvPr/>
          </p:nvSpPr>
          <p:spPr>
            <a:xfrm>
              <a:off x="4360850" y="1623350"/>
              <a:ext cx="47375" cy="27475"/>
            </a:xfrm>
            <a:custGeom>
              <a:avLst/>
              <a:gdLst/>
              <a:ahLst/>
              <a:cxnLst/>
              <a:rect l="l" t="t" r="r" b="b"/>
              <a:pathLst>
                <a:path w="1895" h="1099" extrusionOk="0">
                  <a:moveTo>
                    <a:pt x="0" y="0"/>
                  </a:moveTo>
                  <a:lnTo>
                    <a:pt x="556" y="1099"/>
                  </a:lnTo>
                  <a:lnTo>
                    <a:pt x="1326" y="947"/>
                  </a:lnTo>
                  <a:lnTo>
                    <a:pt x="18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5573;p78">
              <a:extLst>
                <a:ext uri="{FF2B5EF4-FFF2-40B4-BE49-F238E27FC236}">
                  <a16:creationId xmlns:a16="http://schemas.microsoft.com/office/drawing/2014/main" id="{76BE4DF3-95EC-1548-BD2E-A2718683A790}"/>
                </a:ext>
              </a:extLst>
            </p:cNvPr>
            <p:cNvSpPr/>
            <p:nvPr/>
          </p:nvSpPr>
          <p:spPr>
            <a:xfrm>
              <a:off x="4347900" y="1615450"/>
              <a:ext cx="74200" cy="44550"/>
            </a:xfrm>
            <a:custGeom>
              <a:avLst/>
              <a:gdLst/>
              <a:ahLst/>
              <a:cxnLst/>
              <a:rect l="l" t="t" r="r" b="b"/>
              <a:pathLst>
                <a:path w="2968" h="1782" extrusionOk="0">
                  <a:moveTo>
                    <a:pt x="1857" y="632"/>
                  </a:moveTo>
                  <a:lnTo>
                    <a:pt x="1642" y="973"/>
                  </a:lnTo>
                  <a:lnTo>
                    <a:pt x="1238" y="1061"/>
                  </a:lnTo>
                  <a:lnTo>
                    <a:pt x="1023" y="632"/>
                  </a:lnTo>
                  <a:close/>
                  <a:moveTo>
                    <a:pt x="0" y="1"/>
                  </a:moveTo>
                  <a:lnTo>
                    <a:pt x="897" y="1781"/>
                  </a:lnTo>
                  <a:lnTo>
                    <a:pt x="2046" y="1541"/>
                  </a:lnTo>
                  <a:lnTo>
                    <a:pt x="29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5574;p78">
              <a:extLst>
                <a:ext uri="{FF2B5EF4-FFF2-40B4-BE49-F238E27FC236}">
                  <a16:creationId xmlns:a16="http://schemas.microsoft.com/office/drawing/2014/main" id="{9A6CD469-C457-7B48-92F3-3A34D0BF763D}"/>
                </a:ext>
              </a:extLst>
            </p:cNvPr>
            <p:cNvSpPr/>
            <p:nvPr/>
          </p:nvSpPr>
          <p:spPr>
            <a:xfrm>
              <a:off x="2445000" y="785850"/>
              <a:ext cx="922425" cy="1196450"/>
            </a:xfrm>
            <a:custGeom>
              <a:avLst/>
              <a:gdLst/>
              <a:ahLst/>
              <a:cxnLst/>
              <a:rect l="l" t="t" r="r" b="b"/>
              <a:pathLst>
                <a:path w="36897" h="47858" extrusionOk="0">
                  <a:moveTo>
                    <a:pt x="27288" y="1"/>
                  </a:moveTo>
                  <a:lnTo>
                    <a:pt x="21921" y="2324"/>
                  </a:lnTo>
                  <a:lnTo>
                    <a:pt x="20027" y="2375"/>
                  </a:lnTo>
                  <a:lnTo>
                    <a:pt x="19396" y="4067"/>
                  </a:lnTo>
                  <a:lnTo>
                    <a:pt x="20179" y="6378"/>
                  </a:lnTo>
                  <a:lnTo>
                    <a:pt x="18600" y="6378"/>
                  </a:lnTo>
                  <a:lnTo>
                    <a:pt x="18285" y="4016"/>
                  </a:lnTo>
                  <a:lnTo>
                    <a:pt x="17262" y="3625"/>
                  </a:lnTo>
                  <a:lnTo>
                    <a:pt x="16782" y="5203"/>
                  </a:lnTo>
                  <a:lnTo>
                    <a:pt x="15620" y="4850"/>
                  </a:lnTo>
                  <a:lnTo>
                    <a:pt x="15305" y="3006"/>
                  </a:lnTo>
                  <a:lnTo>
                    <a:pt x="13411" y="3322"/>
                  </a:lnTo>
                  <a:lnTo>
                    <a:pt x="11277" y="4105"/>
                  </a:lnTo>
                  <a:lnTo>
                    <a:pt x="9698" y="5683"/>
                  </a:lnTo>
                  <a:lnTo>
                    <a:pt x="7489" y="6163"/>
                  </a:lnTo>
                  <a:lnTo>
                    <a:pt x="6150" y="7893"/>
                  </a:lnTo>
                  <a:lnTo>
                    <a:pt x="6933" y="9080"/>
                  </a:lnTo>
                  <a:lnTo>
                    <a:pt x="5355" y="10418"/>
                  </a:lnTo>
                  <a:lnTo>
                    <a:pt x="2678" y="11529"/>
                  </a:lnTo>
                  <a:lnTo>
                    <a:pt x="784" y="11883"/>
                  </a:lnTo>
                  <a:lnTo>
                    <a:pt x="1251" y="13575"/>
                  </a:lnTo>
                  <a:lnTo>
                    <a:pt x="2678" y="13726"/>
                  </a:lnTo>
                  <a:lnTo>
                    <a:pt x="3069" y="14598"/>
                  </a:lnTo>
                  <a:lnTo>
                    <a:pt x="1" y="14838"/>
                  </a:lnTo>
                  <a:lnTo>
                    <a:pt x="1" y="16176"/>
                  </a:lnTo>
                  <a:lnTo>
                    <a:pt x="1731" y="17363"/>
                  </a:lnTo>
                  <a:cubicBezTo>
                    <a:pt x="1731" y="17363"/>
                    <a:pt x="1944" y="16942"/>
                    <a:pt x="2599" y="16942"/>
                  </a:cubicBezTo>
                  <a:cubicBezTo>
                    <a:pt x="2926" y="16942"/>
                    <a:pt x="3364" y="17047"/>
                    <a:pt x="3940" y="17363"/>
                  </a:cubicBezTo>
                  <a:cubicBezTo>
                    <a:pt x="5683" y="18310"/>
                    <a:pt x="5759" y="18310"/>
                    <a:pt x="5759" y="18310"/>
                  </a:cubicBezTo>
                  <a:lnTo>
                    <a:pt x="7337" y="21378"/>
                  </a:lnTo>
                  <a:lnTo>
                    <a:pt x="6946" y="25331"/>
                  </a:lnTo>
                  <a:lnTo>
                    <a:pt x="6946" y="29434"/>
                  </a:lnTo>
                  <a:lnTo>
                    <a:pt x="8436" y="29902"/>
                  </a:lnTo>
                  <a:lnTo>
                    <a:pt x="7615" y="31164"/>
                  </a:lnTo>
                  <a:lnTo>
                    <a:pt x="5683" y="30849"/>
                  </a:lnTo>
                  <a:lnTo>
                    <a:pt x="5683" y="33223"/>
                  </a:lnTo>
                  <a:lnTo>
                    <a:pt x="7173" y="34321"/>
                  </a:lnTo>
                  <a:lnTo>
                    <a:pt x="6074" y="36695"/>
                  </a:lnTo>
                  <a:lnTo>
                    <a:pt x="6541" y="40546"/>
                  </a:lnTo>
                  <a:lnTo>
                    <a:pt x="7135" y="43463"/>
                  </a:lnTo>
                  <a:lnTo>
                    <a:pt x="7627" y="46153"/>
                  </a:lnTo>
                  <a:lnTo>
                    <a:pt x="9218" y="45913"/>
                  </a:lnTo>
                  <a:lnTo>
                    <a:pt x="10885" y="47857"/>
                  </a:lnTo>
                  <a:lnTo>
                    <a:pt x="12186" y="45647"/>
                  </a:lnTo>
                  <a:lnTo>
                    <a:pt x="13310" y="42175"/>
                  </a:lnTo>
                  <a:lnTo>
                    <a:pt x="14812" y="39776"/>
                  </a:lnTo>
                  <a:lnTo>
                    <a:pt x="16946" y="39195"/>
                  </a:lnTo>
                  <a:lnTo>
                    <a:pt x="20103" y="37857"/>
                  </a:lnTo>
                  <a:lnTo>
                    <a:pt x="21770" y="35798"/>
                  </a:lnTo>
                  <a:lnTo>
                    <a:pt x="24762" y="35407"/>
                  </a:lnTo>
                  <a:lnTo>
                    <a:pt x="28462" y="33071"/>
                  </a:lnTo>
                  <a:lnTo>
                    <a:pt x="26480" y="32869"/>
                  </a:lnTo>
                  <a:lnTo>
                    <a:pt x="25545" y="32869"/>
                  </a:lnTo>
                  <a:lnTo>
                    <a:pt x="26480" y="30659"/>
                  </a:lnTo>
                  <a:lnTo>
                    <a:pt x="28462" y="32478"/>
                  </a:lnTo>
                  <a:lnTo>
                    <a:pt x="29232" y="30735"/>
                  </a:lnTo>
                  <a:lnTo>
                    <a:pt x="28538" y="28487"/>
                  </a:lnTo>
                  <a:lnTo>
                    <a:pt x="28538" y="28487"/>
                  </a:lnTo>
                  <a:cubicBezTo>
                    <a:pt x="28538" y="28487"/>
                    <a:pt x="28571" y="28497"/>
                    <a:pt x="28628" y="28497"/>
                  </a:cubicBezTo>
                  <a:cubicBezTo>
                    <a:pt x="28850" y="28497"/>
                    <a:pt x="29441" y="28361"/>
                    <a:pt x="29952" y="27048"/>
                  </a:cubicBezTo>
                  <a:cubicBezTo>
                    <a:pt x="30176" y="26473"/>
                    <a:pt x="30217" y="26354"/>
                    <a:pt x="30211" y="26354"/>
                  </a:cubicBezTo>
                  <a:lnTo>
                    <a:pt x="30211" y="26354"/>
                  </a:lnTo>
                  <a:cubicBezTo>
                    <a:pt x="30207" y="26354"/>
                    <a:pt x="30180" y="26414"/>
                    <a:pt x="30178" y="26414"/>
                  </a:cubicBezTo>
                  <a:cubicBezTo>
                    <a:pt x="30175" y="26414"/>
                    <a:pt x="30241" y="26250"/>
                    <a:pt x="30596" y="25381"/>
                  </a:cubicBezTo>
                  <a:cubicBezTo>
                    <a:pt x="31467" y="23260"/>
                    <a:pt x="31455" y="23247"/>
                    <a:pt x="31455" y="23247"/>
                  </a:cubicBezTo>
                  <a:cubicBezTo>
                    <a:pt x="31455" y="23247"/>
                    <a:pt x="32086" y="23007"/>
                    <a:pt x="31455" y="21593"/>
                  </a:cubicBezTo>
                  <a:cubicBezTo>
                    <a:pt x="30823" y="20179"/>
                    <a:pt x="29876" y="20722"/>
                    <a:pt x="30823" y="20166"/>
                  </a:cubicBezTo>
                  <a:lnTo>
                    <a:pt x="31770" y="19623"/>
                  </a:lnTo>
                  <a:lnTo>
                    <a:pt x="32642" y="19068"/>
                  </a:lnTo>
                  <a:lnTo>
                    <a:pt x="32250" y="16694"/>
                  </a:lnTo>
                  <a:lnTo>
                    <a:pt x="32642" y="14042"/>
                  </a:lnTo>
                  <a:lnTo>
                    <a:pt x="34611" y="11858"/>
                  </a:lnTo>
                  <a:lnTo>
                    <a:pt x="36354" y="9762"/>
                  </a:lnTo>
                  <a:lnTo>
                    <a:pt x="36897" y="8032"/>
                  </a:lnTo>
                  <a:lnTo>
                    <a:pt x="34851" y="7085"/>
                  </a:lnTo>
                  <a:lnTo>
                    <a:pt x="32566" y="7943"/>
                  </a:lnTo>
                  <a:lnTo>
                    <a:pt x="30280" y="10090"/>
                  </a:lnTo>
                  <a:lnTo>
                    <a:pt x="31770" y="7451"/>
                  </a:lnTo>
                  <a:lnTo>
                    <a:pt x="31859" y="7009"/>
                  </a:lnTo>
                  <a:lnTo>
                    <a:pt x="27439" y="7009"/>
                  </a:lnTo>
                  <a:lnTo>
                    <a:pt x="27351" y="5986"/>
                  </a:lnTo>
                  <a:lnTo>
                    <a:pt x="29232" y="5759"/>
                  </a:lnTo>
                  <a:lnTo>
                    <a:pt x="31859" y="5759"/>
                  </a:lnTo>
                  <a:lnTo>
                    <a:pt x="31543" y="3625"/>
                  </a:lnTo>
                  <a:lnTo>
                    <a:pt x="30672" y="1655"/>
                  </a:lnTo>
                  <a:lnTo>
                    <a:pt x="272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5575;p78">
              <a:extLst>
                <a:ext uri="{FF2B5EF4-FFF2-40B4-BE49-F238E27FC236}">
                  <a16:creationId xmlns:a16="http://schemas.microsoft.com/office/drawing/2014/main" id="{57FBEF3A-B7F4-AB4A-93C8-E8841D4853BA}"/>
                </a:ext>
              </a:extLst>
            </p:cNvPr>
            <p:cNvSpPr/>
            <p:nvPr/>
          </p:nvSpPr>
          <p:spPr>
            <a:xfrm>
              <a:off x="2437100" y="777350"/>
              <a:ext cx="939800" cy="1218525"/>
            </a:xfrm>
            <a:custGeom>
              <a:avLst/>
              <a:gdLst/>
              <a:ahLst/>
              <a:cxnLst/>
              <a:rect l="l" t="t" r="r" b="b"/>
              <a:pathLst>
                <a:path w="37592" h="48741" extrusionOk="0">
                  <a:moveTo>
                    <a:pt x="26909" y="31530"/>
                  </a:moveTo>
                  <a:lnTo>
                    <a:pt x="28601" y="33070"/>
                  </a:lnTo>
                  <a:lnTo>
                    <a:pt x="26796" y="32893"/>
                  </a:lnTo>
                  <a:lnTo>
                    <a:pt x="26341" y="32893"/>
                  </a:lnTo>
                  <a:lnTo>
                    <a:pt x="26909" y="31530"/>
                  </a:lnTo>
                  <a:close/>
                  <a:moveTo>
                    <a:pt x="27591" y="682"/>
                  </a:moveTo>
                  <a:lnTo>
                    <a:pt x="30748" y="2222"/>
                  </a:lnTo>
                  <a:lnTo>
                    <a:pt x="31543" y="4053"/>
                  </a:lnTo>
                  <a:lnTo>
                    <a:pt x="31809" y="5783"/>
                  </a:lnTo>
                  <a:lnTo>
                    <a:pt x="29498" y="5783"/>
                  </a:lnTo>
                  <a:lnTo>
                    <a:pt x="27339" y="6048"/>
                  </a:lnTo>
                  <a:lnTo>
                    <a:pt x="27465" y="7665"/>
                  </a:lnTo>
                  <a:lnTo>
                    <a:pt x="31796" y="7665"/>
                  </a:lnTo>
                  <a:lnTo>
                    <a:pt x="29321" y="12059"/>
                  </a:lnTo>
                  <a:lnTo>
                    <a:pt x="33046" y="8574"/>
                  </a:lnTo>
                  <a:lnTo>
                    <a:pt x="35155" y="7778"/>
                  </a:lnTo>
                  <a:lnTo>
                    <a:pt x="36834" y="8548"/>
                  </a:lnTo>
                  <a:lnTo>
                    <a:pt x="36380" y="9963"/>
                  </a:lnTo>
                  <a:lnTo>
                    <a:pt x="34700" y="11996"/>
                  </a:lnTo>
                  <a:lnTo>
                    <a:pt x="32667" y="14256"/>
                  </a:lnTo>
                  <a:lnTo>
                    <a:pt x="32250" y="17059"/>
                  </a:lnTo>
                  <a:lnTo>
                    <a:pt x="32617" y="19269"/>
                  </a:lnTo>
                  <a:lnTo>
                    <a:pt x="31935" y="19698"/>
                  </a:lnTo>
                  <a:cubicBezTo>
                    <a:pt x="31922" y="19711"/>
                    <a:pt x="31834" y="19761"/>
                    <a:pt x="30988" y="20254"/>
                  </a:cubicBezTo>
                  <a:cubicBezTo>
                    <a:pt x="30584" y="20494"/>
                    <a:pt x="30432" y="20582"/>
                    <a:pt x="30432" y="20809"/>
                  </a:cubicBezTo>
                  <a:cubicBezTo>
                    <a:pt x="30445" y="20986"/>
                    <a:pt x="30558" y="21125"/>
                    <a:pt x="30710" y="21188"/>
                  </a:cubicBezTo>
                  <a:cubicBezTo>
                    <a:pt x="30887" y="21289"/>
                    <a:pt x="31215" y="21466"/>
                    <a:pt x="31480" y="22072"/>
                  </a:cubicBezTo>
                  <a:cubicBezTo>
                    <a:pt x="31872" y="22943"/>
                    <a:pt x="31733" y="23259"/>
                    <a:pt x="31657" y="23309"/>
                  </a:cubicBezTo>
                  <a:lnTo>
                    <a:pt x="31455" y="23385"/>
                  </a:lnTo>
                  <a:lnTo>
                    <a:pt x="31455" y="23537"/>
                  </a:lnTo>
                  <a:cubicBezTo>
                    <a:pt x="31404" y="23676"/>
                    <a:pt x="31228" y="24118"/>
                    <a:pt x="30609" y="25620"/>
                  </a:cubicBezTo>
                  <a:cubicBezTo>
                    <a:pt x="30432" y="26062"/>
                    <a:pt x="30319" y="26353"/>
                    <a:pt x="30243" y="26555"/>
                  </a:cubicBezTo>
                  <a:lnTo>
                    <a:pt x="30218" y="26618"/>
                  </a:lnTo>
                  <a:cubicBezTo>
                    <a:pt x="30218" y="26618"/>
                    <a:pt x="30218" y="26630"/>
                    <a:pt x="30218" y="26630"/>
                  </a:cubicBezTo>
                  <a:cubicBezTo>
                    <a:pt x="30205" y="26681"/>
                    <a:pt x="30154" y="26832"/>
                    <a:pt x="29978" y="27287"/>
                  </a:cubicBezTo>
                  <a:cubicBezTo>
                    <a:pt x="29498" y="28499"/>
                    <a:pt x="29018" y="28537"/>
                    <a:pt x="28955" y="28537"/>
                  </a:cubicBezTo>
                  <a:lnTo>
                    <a:pt x="28399" y="28373"/>
                  </a:lnTo>
                  <a:lnTo>
                    <a:pt x="28399" y="28373"/>
                  </a:lnTo>
                  <a:lnTo>
                    <a:pt x="29220" y="31062"/>
                  </a:lnTo>
                  <a:lnTo>
                    <a:pt x="28677" y="32287"/>
                  </a:lnTo>
                  <a:lnTo>
                    <a:pt x="26682" y="30469"/>
                  </a:lnTo>
                  <a:lnTo>
                    <a:pt x="25394" y="33525"/>
                  </a:lnTo>
                  <a:lnTo>
                    <a:pt x="26758" y="33525"/>
                  </a:lnTo>
                  <a:lnTo>
                    <a:pt x="27844" y="33626"/>
                  </a:lnTo>
                  <a:lnTo>
                    <a:pt x="24977" y="35431"/>
                  </a:lnTo>
                  <a:lnTo>
                    <a:pt x="21922" y="35835"/>
                  </a:lnTo>
                  <a:lnTo>
                    <a:pt x="20230" y="37931"/>
                  </a:lnTo>
                  <a:lnTo>
                    <a:pt x="17199" y="39232"/>
                  </a:lnTo>
                  <a:lnTo>
                    <a:pt x="14939" y="39838"/>
                  </a:lnTo>
                  <a:lnTo>
                    <a:pt x="13360" y="42351"/>
                  </a:lnTo>
                  <a:lnTo>
                    <a:pt x="12211" y="45861"/>
                  </a:lnTo>
                  <a:lnTo>
                    <a:pt x="11163" y="47654"/>
                  </a:lnTo>
                  <a:lnTo>
                    <a:pt x="9661" y="45874"/>
                  </a:lnTo>
                  <a:lnTo>
                    <a:pt x="8209" y="46101"/>
                  </a:lnTo>
                  <a:lnTo>
                    <a:pt x="7767" y="43715"/>
                  </a:lnTo>
                  <a:lnTo>
                    <a:pt x="7173" y="40823"/>
                  </a:lnTo>
                  <a:lnTo>
                    <a:pt x="6719" y="37048"/>
                  </a:lnTo>
                  <a:lnTo>
                    <a:pt x="7893" y="34535"/>
                  </a:lnTo>
                  <a:lnTo>
                    <a:pt x="6315" y="33373"/>
                  </a:lnTo>
                  <a:lnTo>
                    <a:pt x="6315" y="31542"/>
                  </a:lnTo>
                  <a:lnTo>
                    <a:pt x="8082" y="31833"/>
                  </a:lnTo>
                  <a:lnTo>
                    <a:pt x="9244" y="30040"/>
                  </a:lnTo>
                  <a:lnTo>
                    <a:pt x="7577" y="29509"/>
                  </a:lnTo>
                  <a:lnTo>
                    <a:pt x="7577" y="25671"/>
                  </a:lnTo>
                  <a:lnTo>
                    <a:pt x="7981" y="21643"/>
                  </a:lnTo>
                  <a:lnTo>
                    <a:pt x="6277" y="18309"/>
                  </a:lnTo>
                  <a:lnTo>
                    <a:pt x="6125" y="18309"/>
                  </a:lnTo>
                  <a:cubicBezTo>
                    <a:pt x="6024" y="18271"/>
                    <a:pt x="5645" y="18082"/>
                    <a:pt x="4408" y="17413"/>
                  </a:cubicBezTo>
                  <a:cubicBezTo>
                    <a:pt x="3845" y="17104"/>
                    <a:pt x="3347" y="16952"/>
                    <a:pt x="2915" y="16952"/>
                  </a:cubicBezTo>
                  <a:cubicBezTo>
                    <a:pt x="2746" y="16952"/>
                    <a:pt x="2587" y="16975"/>
                    <a:pt x="2438" y="17021"/>
                  </a:cubicBezTo>
                  <a:cubicBezTo>
                    <a:pt x="2274" y="17072"/>
                    <a:pt x="2122" y="17147"/>
                    <a:pt x="1983" y="17261"/>
                  </a:cubicBezTo>
                  <a:lnTo>
                    <a:pt x="620" y="16339"/>
                  </a:lnTo>
                  <a:lnTo>
                    <a:pt x="620" y="15455"/>
                  </a:lnTo>
                  <a:lnTo>
                    <a:pt x="3852" y="15203"/>
                  </a:lnTo>
                  <a:lnTo>
                    <a:pt x="3208" y="13763"/>
                  </a:lnTo>
                  <a:lnTo>
                    <a:pt x="1819" y="13612"/>
                  </a:lnTo>
                  <a:lnTo>
                    <a:pt x="1504" y="12450"/>
                  </a:lnTo>
                  <a:lnTo>
                    <a:pt x="3057" y="12160"/>
                  </a:lnTo>
                  <a:lnTo>
                    <a:pt x="5797" y="11036"/>
                  </a:lnTo>
                  <a:lnTo>
                    <a:pt x="7678" y="9470"/>
                  </a:lnTo>
                  <a:lnTo>
                    <a:pt x="6857" y="8233"/>
                  </a:lnTo>
                  <a:lnTo>
                    <a:pt x="7994" y="6781"/>
                  </a:lnTo>
                  <a:lnTo>
                    <a:pt x="10178" y="6301"/>
                  </a:lnTo>
                  <a:lnTo>
                    <a:pt x="11769" y="4710"/>
                  </a:lnTo>
                  <a:lnTo>
                    <a:pt x="13777" y="3965"/>
                  </a:lnTo>
                  <a:lnTo>
                    <a:pt x="15355" y="3712"/>
                  </a:lnTo>
                  <a:lnTo>
                    <a:pt x="15646" y="5430"/>
                  </a:lnTo>
                  <a:lnTo>
                    <a:pt x="17325" y="5935"/>
                  </a:lnTo>
                  <a:lnTo>
                    <a:pt x="17792" y="4382"/>
                  </a:lnTo>
                  <a:lnTo>
                    <a:pt x="18323" y="4584"/>
                  </a:lnTo>
                  <a:lnTo>
                    <a:pt x="18651" y="7033"/>
                  </a:lnTo>
                  <a:lnTo>
                    <a:pt x="20949" y="7033"/>
                  </a:lnTo>
                  <a:lnTo>
                    <a:pt x="20053" y="4407"/>
                  </a:lnTo>
                  <a:lnTo>
                    <a:pt x="20570" y="3031"/>
                  </a:lnTo>
                  <a:lnTo>
                    <a:pt x="22250" y="2980"/>
                  </a:lnTo>
                  <a:lnTo>
                    <a:pt x="27591" y="682"/>
                  </a:lnTo>
                  <a:close/>
                  <a:moveTo>
                    <a:pt x="27604" y="0"/>
                  </a:moveTo>
                  <a:lnTo>
                    <a:pt x="22161" y="2361"/>
                  </a:lnTo>
                  <a:lnTo>
                    <a:pt x="20116" y="2424"/>
                  </a:lnTo>
                  <a:lnTo>
                    <a:pt x="19371" y="4407"/>
                  </a:lnTo>
                  <a:lnTo>
                    <a:pt x="20053" y="6415"/>
                  </a:lnTo>
                  <a:lnTo>
                    <a:pt x="19194" y="6415"/>
                  </a:lnTo>
                  <a:lnTo>
                    <a:pt x="18891" y="4142"/>
                  </a:lnTo>
                  <a:lnTo>
                    <a:pt x="17376" y="3548"/>
                  </a:lnTo>
                  <a:lnTo>
                    <a:pt x="16896" y="5152"/>
                  </a:lnTo>
                  <a:lnTo>
                    <a:pt x="16214" y="4937"/>
                  </a:lnTo>
                  <a:lnTo>
                    <a:pt x="15861" y="2993"/>
                  </a:lnTo>
                  <a:lnTo>
                    <a:pt x="13600" y="3359"/>
                  </a:lnTo>
                  <a:lnTo>
                    <a:pt x="11479" y="4154"/>
                  </a:lnTo>
                  <a:lnTo>
                    <a:pt x="9850" y="5733"/>
                  </a:lnTo>
                  <a:lnTo>
                    <a:pt x="7628" y="6200"/>
                  </a:lnTo>
                  <a:lnTo>
                    <a:pt x="6075" y="8208"/>
                  </a:lnTo>
                  <a:lnTo>
                    <a:pt x="6832" y="9344"/>
                  </a:lnTo>
                  <a:lnTo>
                    <a:pt x="5506" y="10480"/>
                  </a:lnTo>
                  <a:lnTo>
                    <a:pt x="2905" y="11541"/>
                  </a:lnTo>
                  <a:lnTo>
                    <a:pt x="708" y="11958"/>
                  </a:lnTo>
                  <a:lnTo>
                    <a:pt x="1339" y="14193"/>
                  </a:lnTo>
                  <a:lnTo>
                    <a:pt x="2792" y="14344"/>
                  </a:lnTo>
                  <a:lnTo>
                    <a:pt x="2918" y="14635"/>
                  </a:lnTo>
                  <a:lnTo>
                    <a:pt x="1" y="14862"/>
                  </a:lnTo>
                  <a:lnTo>
                    <a:pt x="1" y="16655"/>
                  </a:lnTo>
                  <a:lnTo>
                    <a:pt x="2173" y="18132"/>
                  </a:lnTo>
                  <a:lnTo>
                    <a:pt x="2337" y="17817"/>
                  </a:lnTo>
                  <a:cubicBezTo>
                    <a:pt x="2400" y="17716"/>
                    <a:pt x="2514" y="17640"/>
                    <a:pt x="2627" y="17615"/>
                  </a:cubicBezTo>
                  <a:cubicBezTo>
                    <a:pt x="2703" y="17592"/>
                    <a:pt x="2796" y="17576"/>
                    <a:pt x="2911" y="17576"/>
                  </a:cubicBezTo>
                  <a:cubicBezTo>
                    <a:pt x="3180" y="17576"/>
                    <a:pt x="3565" y="17663"/>
                    <a:pt x="4105" y="17956"/>
                  </a:cubicBezTo>
                  <a:cubicBezTo>
                    <a:pt x="5153" y="18536"/>
                    <a:pt x="5620" y="18764"/>
                    <a:pt x="5847" y="18865"/>
                  </a:cubicBezTo>
                  <a:lnTo>
                    <a:pt x="7325" y="21756"/>
                  </a:lnTo>
                  <a:lnTo>
                    <a:pt x="6933" y="25645"/>
                  </a:lnTo>
                  <a:lnTo>
                    <a:pt x="6933" y="29976"/>
                  </a:lnTo>
                  <a:lnTo>
                    <a:pt x="8259" y="30393"/>
                  </a:lnTo>
                  <a:lnTo>
                    <a:pt x="7767" y="31138"/>
                  </a:lnTo>
                  <a:lnTo>
                    <a:pt x="5671" y="30785"/>
                  </a:lnTo>
                  <a:lnTo>
                    <a:pt x="5671" y="33689"/>
                  </a:lnTo>
                  <a:lnTo>
                    <a:pt x="7097" y="34737"/>
                  </a:lnTo>
                  <a:lnTo>
                    <a:pt x="6062" y="36947"/>
                  </a:lnTo>
                  <a:lnTo>
                    <a:pt x="6554" y="40924"/>
                  </a:lnTo>
                  <a:lnTo>
                    <a:pt x="7148" y="43828"/>
                  </a:lnTo>
                  <a:lnTo>
                    <a:pt x="7691" y="46808"/>
                  </a:lnTo>
                  <a:lnTo>
                    <a:pt x="9408" y="46556"/>
                  </a:lnTo>
                  <a:lnTo>
                    <a:pt x="11252" y="48740"/>
                  </a:lnTo>
                  <a:lnTo>
                    <a:pt x="12780" y="46152"/>
                  </a:lnTo>
                  <a:lnTo>
                    <a:pt x="13916" y="42654"/>
                  </a:lnTo>
                  <a:lnTo>
                    <a:pt x="15343" y="40381"/>
                  </a:lnTo>
                  <a:lnTo>
                    <a:pt x="17388" y="39826"/>
                  </a:lnTo>
                  <a:lnTo>
                    <a:pt x="20621" y="38449"/>
                  </a:lnTo>
                  <a:lnTo>
                    <a:pt x="22250" y="36429"/>
                  </a:lnTo>
                  <a:lnTo>
                    <a:pt x="25116" y="36050"/>
                  </a:lnTo>
                  <a:lnTo>
                    <a:pt x="29738" y="33184"/>
                  </a:lnTo>
                  <a:lnTo>
                    <a:pt x="29005" y="33108"/>
                  </a:lnTo>
                  <a:lnTo>
                    <a:pt x="29877" y="31100"/>
                  </a:lnTo>
                  <a:lnTo>
                    <a:pt x="29270" y="29105"/>
                  </a:lnTo>
                  <a:cubicBezTo>
                    <a:pt x="29637" y="28979"/>
                    <a:pt x="30142" y="28600"/>
                    <a:pt x="30558" y="27514"/>
                  </a:cubicBezTo>
                  <a:cubicBezTo>
                    <a:pt x="30659" y="27274"/>
                    <a:pt x="30748" y="27022"/>
                    <a:pt x="30824" y="26782"/>
                  </a:cubicBezTo>
                  <a:lnTo>
                    <a:pt x="31202" y="25847"/>
                  </a:lnTo>
                  <a:cubicBezTo>
                    <a:pt x="31720" y="24585"/>
                    <a:pt x="31935" y="24054"/>
                    <a:pt x="32036" y="23815"/>
                  </a:cubicBezTo>
                  <a:cubicBezTo>
                    <a:pt x="32149" y="23726"/>
                    <a:pt x="32238" y="23600"/>
                    <a:pt x="32288" y="23474"/>
                  </a:cubicBezTo>
                  <a:cubicBezTo>
                    <a:pt x="32452" y="23070"/>
                    <a:pt x="32389" y="22514"/>
                    <a:pt x="32074" y="21807"/>
                  </a:cubicBezTo>
                  <a:cubicBezTo>
                    <a:pt x="31910" y="21403"/>
                    <a:pt x="31644" y="21062"/>
                    <a:pt x="31303" y="20797"/>
                  </a:cubicBezTo>
                  <a:cubicBezTo>
                    <a:pt x="31834" y="20494"/>
                    <a:pt x="32112" y="20329"/>
                    <a:pt x="32250" y="20228"/>
                  </a:cubicBezTo>
                  <a:lnTo>
                    <a:pt x="32263" y="20241"/>
                  </a:lnTo>
                  <a:lnTo>
                    <a:pt x="33311" y="19572"/>
                  </a:lnTo>
                  <a:lnTo>
                    <a:pt x="32894" y="17046"/>
                  </a:lnTo>
                  <a:lnTo>
                    <a:pt x="33261" y="14534"/>
                  </a:lnTo>
                  <a:lnTo>
                    <a:pt x="35167" y="12412"/>
                  </a:lnTo>
                  <a:lnTo>
                    <a:pt x="36897" y="10329"/>
                  </a:lnTo>
                  <a:lnTo>
                    <a:pt x="37592" y="8220"/>
                  </a:lnTo>
                  <a:lnTo>
                    <a:pt x="35167" y="7096"/>
                  </a:lnTo>
                  <a:lnTo>
                    <a:pt x="32756" y="8018"/>
                  </a:lnTo>
                  <a:lnTo>
                    <a:pt x="31872" y="8801"/>
                  </a:lnTo>
                  <a:lnTo>
                    <a:pt x="32364" y="7942"/>
                  </a:lnTo>
                  <a:lnTo>
                    <a:pt x="32541" y="7046"/>
                  </a:lnTo>
                  <a:lnTo>
                    <a:pt x="28046" y="7046"/>
                  </a:lnTo>
                  <a:lnTo>
                    <a:pt x="28008" y="6604"/>
                  </a:lnTo>
                  <a:lnTo>
                    <a:pt x="29536" y="6415"/>
                  </a:lnTo>
                  <a:lnTo>
                    <a:pt x="32541" y="6415"/>
                  </a:lnTo>
                  <a:lnTo>
                    <a:pt x="32162" y="3927"/>
                  </a:lnTo>
                  <a:lnTo>
                    <a:pt x="31228" y="1768"/>
                  </a:lnTo>
                  <a:lnTo>
                    <a:pt x="2760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5576;p78">
              <a:extLst>
                <a:ext uri="{FF2B5EF4-FFF2-40B4-BE49-F238E27FC236}">
                  <a16:creationId xmlns:a16="http://schemas.microsoft.com/office/drawing/2014/main" id="{EFD4FB7F-62D4-5B4D-B495-62A6AD037D49}"/>
                </a:ext>
              </a:extLst>
            </p:cNvPr>
            <p:cNvSpPr/>
            <p:nvPr/>
          </p:nvSpPr>
          <p:spPr>
            <a:xfrm>
              <a:off x="2067150" y="740400"/>
              <a:ext cx="667350" cy="530050"/>
            </a:xfrm>
            <a:custGeom>
              <a:avLst/>
              <a:gdLst/>
              <a:ahLst/>
              <a:cxnLst/>
              <a:rect l="l" t="t" r="r" b="b"/>
              <a:pathLst>
                <a:path w="26694" h="21202" extrusionOk="0">
                  <a:moveTo>
                    <a:pt x="19218" y="1"/>
                  </a:moveTo>
                  <a:lnTo>
                    <a:pt x="14635" y="556"/>
                  </a:lnTo>
                  <a:lnTo>
                    <a:pt x="11415" y="1895"/>
                  </a:lnTo>
                  <a:lnTo>
                    <a:pt x="10228" y="3157"/>
                  </a:lnTo>
                  <a:lnTo>
                    <a:pt x="12122" y="5165"/>
                  </a:lnTo>
                  <a:lnTo>
                    <a:pt x="14016" y="6100"/>
                  </a:lnTo>
                  <a:lnTo>
                    <a:pt x="11099" y="6163"/>
                  </a:lnTo>
                  <a:lnTo>
                    <a:pt x="9041" y="4660"/>
                  </a:lnTo>
                  <a:lnTo>
                    <a:pt x="8814" y="2766"/>
                  </a:lnTo>
                  <a:lnTo>
                    <a:pt x="7627" y="2286"/>
                  </a:lnTo>
                  <a:lnTo>
                    <a:pt x="5190" y="6706"/>
                  </a:lnTo>
                  <a:lnTo>
                    <a:pt x="4786" y="9711"/>
                  </a:lnTo>
                  <a:lnTo>
                    <a:pt x="5733" y="11756"/>
                  </a:lnTo>
                  <a:lnTo>
                    <a:pt x="7627" y="12236"/>
                  </a:lnTo>
                  <a:lnTo>
                    <a:pt x="8650" y="13688"/>
                  </a:lnTo>
                  <a:lnTo>
                    <a:pt x="6288" y="13082"/>
                  </a:lnTo>
                  <a:lnTo>
                    <a:pt x="5101" y="14509"/>
                  </a:lnTo>
                  <a:lnTo>
                    <a:pt x="2816" y="14509"/>
                  </a:lnTo>
                  <a:lnTo>
                    <a:pt x="1642" y="14004"/>
                  </a:lnTo>
                  <a:lnTo>
                    <a:pt x="417" y="12741"/>
                  </a:lnTo>
                  <a:cubicBezTo>
                    <a:pt x="177" y="12905"/>
                    <a:pt x="0" y="14332"/>
                    <a:pt x="0" y="14332"/>
                  </a:cubicBezTo>
                  <a:lnTo>
                    <a:pt x="1212" y="15822"/>
                  </a:lnTo>
                  <a:lnTo>
                    <a:pt x="631" y="18007"/>
                  </a:lnTo>
                  <a:lnTo>
                    <a:pt x="51" y="19459"/>
                  </a:lnTo>
                  <a:lnTo>
                    <a:pt x="3914" y="20494"/>
                  </a:lnTo>
                  <a:lnTo>
                    <a:pt x="6566" y="21201"/>
                  </a:lnTo>
                  <a:lnTo>
                    <a:pt x="7551" y="20810"/>
                  </a:lnTo>
                  <a:lnTo>
                    <a:pt x="7551" y="19232"/>
                  </a:lnTo>
                  <a:lnTo>
                    <a:pt x="5809" y="18689"/>
                  </a:lnTo>
                  <a:lnTo>
                    <a:pt x="3927" y="18032"/>
                  </a:lnTo>
                  <a:lnTo>
                    <a:pt x="3296" y="16403"/>
                  </a:lnTo>
                  <a:lnTo>
                    <a:pt x="4748" y="16138"/>
                  </a:lnTo>
                  <a:lnTo>
                    <a:pt x="7071" y="17653"/>
                  </a:lnTo>
                  <a:lnTo>
                    <a:pt x="9129" y="17653"/>
                  </a:lnTo>
                  <a:lnTo>
                    <a:pt x="11024" y="18348"/>
                  </a:lnTo>
                  <a:lnTo>
                    <a:pt x="11806" y="15140"/>
                  </a:lnTo>
                  <a:lnTo>
                    <a:pt x="13625" y="13398"/>
                  </a:lnTo>
                  <a:lnTo>
                    <a:pt x="15115" y="12224"/>
                  </a:lnTo>
                  <a:lnTo>
                    <a:pt x="15115" y="10405"/>
                  </a:lnTo>
                  <a:lnTo>
                    <a:pt x="18587" y="9231"/>
                  </a:lnTo>
                  <a:lnTo>
                    <a:pt x="21277" y="7728"/>
                  </a:lnTo>
                  <a:lnTo>
                    <a:pt x="23322" y="5986"/>
                  </a:lnTo>
                  <a:lnTo>
                    <a:pt x="25494" y="5216"/>
                  </a:lnTo>
                  <a:lnTo>
                    <a:pt x="26694" y="3322"/>
                  </a:lnTo>
                  <a:lnTo>
                    <a:pt x="25671" y="1390"/>
                  </a:lnTo>
                  <a:lnTo>
                    <a:pt x="227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5577;p78">
              <a:extLst>
                <a:ext uri="{FF2B5EF4-FFF2-40B4-BE49-F238E27FC236}">
                  <a16:creationId xmlns:a16="http://schemas.microsoft.com/office/drawing/2014/main" id="{24A61BCF-47FA-8C41-9286-0560A0268108}"/>
                </a:ext>
              </a:extLst>
            </p:cNvPr>
            <p:cNvSpPr/>
            <p:nvPr/>
          </p:nvSpPr>
          <p:spPr>
            <a:xfrm>
              <a:off x="2057975" y="732525"/>
              <a:ext cx="685375" cy="546450"/>
            </a:xfrm>
            <a:custGeom>
              <a:avLst/>
              <a:gdLst/>
              <a:ahLst/>
              <a:cxnLst/>
              <a:rect l="l" t="t" r="r" b="b"/>
              <a:pathLst>
                <a:path w="27415" h="21858" extrusionOk="0">
                  <a:moveTo>
                    <a:pt x="23058" y="631"/>
                  </a:moveTo>
                  <a:lnTo>
                    <a:pt x="25811" y="1919"/>
                  </a:lnTo>
                  <a:lnTo>
                    <a:pt x="26682" y="3599"/>
                  </a:lnTo>
                  <a:lnTo>
                    <a:pt x="25646" y="5240"/>
                  </a:lnTo>
                  <a:lnTo>
                    <a:pt x="23576" y="5998"/>
                  </a:lnTo>
                  <a:lnTo>
                    <a:pt x="21480" y="7753"/>
                  </a:lnTo>
                  <a:lnTo>
                    <a:pt x="18853" y="9230"/>
                  </a:lnTo>
                  <a:lnTo>
                    <a:pt x="15166" y="10493"/>
                  </a:lnTo>
                  <a:lnTo>
                    <a:pt x="15166" y="12387"/>
                  </a:lnTo>
                  <a:lnTo>
                    <a:pt x="13764" y="13486"/>
                  </a:lnTo>
                  <a:lnTo>
                    <a:pt x="11883" y="15291"/>
                  </a:lnTo>
                  <a:lnTo>
                    <a:pt x="11163" y="18246"/>
                  </a:lnTo>
                  <a:lnTo>
                    <a:pt x="9597" y="17678"/>
                  </a:lnTo>
                  <a:lnTo>
                    <a:pt x="7539" y="17665"/>
                  </a:lnTo>
                  <a:lnTo>
                    <a:pt x="5191" y="16125"/>
                  </a:lnTo>
                  <a:lnTo>
                    <a:pt x="3233" y="16478"/>
                  </a:lnTo>
                  <a:lnTo>
                    <a:pt x="4067" y="18600"/>
                  </a:lnTo>
                  <a:lnTo>
                    <a:pt x="6087" y="19307"/>
                  </a:lnTo>
                  <a:lnTo>
                    <a:pt x="7602" y="19786"/>
                  </a:lnTo>
                  <a:lnTo>
                    <a:pt x="7602" y="20910"/>
                  </a:lnTo>
                  <a:lnTo>
                    <a:pt x="6921" y="21188"/>
                  </a:lnTo>
                  <a:lnTo>
                    <a:pt x="847" y="19559"/>
                  </a:lnTo>
                  <a:lnTo>
                    <a:pt x="1301" y="18398"/>
                  </a:lnTo>
                  <a:lnTo>
                    <a:pt x="1920" y="16062"/>
                  </a:lnTo>
                  <a:lnTo>
                    <a:pt x="695" y="14559"/>
                  </a:lnTo>
                  <a:cubicBezTo>
                    <a:pt x="733" y="14243"/>
                    <a:pt x="796" y="13915"/>
                    <a:pt x="872" y="13612"/>
                  </a:cubicBezTo>
                  <a:lnTo>
                    <a:pt x="1769" y="14534"/>
                  </a:lnTo>
                  <a:lnTo>
                    <a:pt x="3057" y="15114"/>
                  </a:lnTo>
                  <a:lnTo>
                    <a:pt x="5620" y="15140"/>
                  </a:lnTo>
                  <a:lnTo>
                    <a:pt x="6769" y="13751"/>
                  </a:lnTo>
                  <a:lnTo>
                    <a:pt x="9762" y="14521"/>
                  </a:lnTo>
                  <a:lnTo>
                    <a:pt x="8183" y="12261"/>
                  </a:lnTo>
                  <a:lnTo>
                    <a:pt x="6327" y="11794"/>
                  </a:lnTo>
                  <a:lnTo>
                    <a:pt x="5481" y="9963"/>
                  </a:lnTo>
                  <a:lnTo>
                    <a:pt x="5860" y="7122"/>
                  </a:lnTo>
                  <a:lnTo>
                    <a:pt x="8133" y="3005"/>
                  </a:lnTo>
                  <a:lnTo>
                    <a:pt x="8890" y="3296"/>
                  </a:lnTo>
                  <a:lnTo>
                    <a:pt x="9130" y="5152"/>
                  </a:lnTo>
                  <a:lnTo>
                    <a:pt x="11365" y="6793"/>
                  </a:lnTo>
                  <a:lnTo>
                    <a:pt x="15684" y="6692"/>
                  </a:lnTo>
                  <a:lnTo>
                    <a:pt x="12678" y="5228"/>
                  </a:lnTo>
                  <a:lnTo>
                    <a:pt x="11024" y="3472"/>
                  </a:lnTo>
                  <a:lnTo>
                    <a:pt x="11971" y="2475"/>
                  </a:lnTo>
                  <a:lnTo>
                    <a:pt x="15090" y="1174"/>
                  </a:lnTo>
                  <a:lnTo>
                    <a:pt x="19585" y="631"/>
                  </a:lnTo>
                  <a:close/>
                  <a:moveTo>
                    <a:pt x="19548" y="0"/>
                  </a:moveTo>
                  <a:lnTo>
                    <a:pt x="14977" y="556"/>
                  </a:lnTo>
                  <a:lnTo>
                    <a:pt x="11656" y="1919"/>
                  </a:lnTo>
                  <a:lnTo>
                    <a:pt x="10166" y="3472"/>
                  </a:lnTo>
                  <a:lnTo>
                    <a:pt x="12262" y="5695"/>
                  </a:lnTo>
                  <a:lnTo>
                    <a:pt x="13083" y="6124"/>
                  </a:lnTo>
                  <a:lnTo>
                    <a:pt x="11567" y="6162"/>
                  </a:lnTo>
                  <a:lnTo>
                    <a:pt x="9724" y="4798"/>
                  </a:lnTo>
                  <a:lnTo>
                    <a:pt x="9471" y="2854"/>
                  </a:lnTo>
                  <a:lnTo>
                    <a:pt x="7868" y="2210"/>
                  </a:lnTo>
                  <a:lnTo>
                    <a:pt x="5279" y="6869"/>
                  </a:lnTo>
                  <a:lnTo>
                    <a:pt x="4837" y="10064"/>
                  </a:lnTo>
                  <a:lnTo>
                    <a:pt x="5885" y="12337"/>
                  </a:lnTo>
                  <a:lnTo>
                    <a:pt x="7804" y="12816"/>
                  </a:lnTo>
                  <a:lnTo>
                    <a:pt x="8272" y="13486"/>
                  </a:lnTo>
                  <a:lnTo>
                    <a:pt x="6542" y="13044"/>
                  </a:lnTo>
                  <a:lnTo>
                    <a:pt x="5330" y="14508"/>
                  </a:lnTo>
                  <a:lnTo>
                    <a:pt x="3259" y="14508"/>
                  </a:lnTo>
                  <a:lnTo>
                    <a:pt x="2185" y="14054"/>
                  </a:lnTo>
                  <a:lnTo>
                    <a:pt x="822" y="12652"/>
                  </a:lnTo>
                  <a:lnTo>
                    <a:pt x="607" y="12791"/>
                  </a:lnTo>
                  <a:cubicBezTo>
                    <a:pt x="519" y="12854"/>
                    <a:pt x="253" y="13031"/>
                    <a:pt x="51" y="14609"/>
                  </a:cubicBezTo>
                  <a:lnTo>
                    <a:pt x="39" y="14748"/>
                  </a:lnTo>
                  <a:lnTo>
                    <a:pt x="1238" y="16213"/>
                  </a:lnTo>
                  <a:lnTo>
                    <a:pt x="708" y="18208"/>
                  </a:lnTo>
                  <a:lnTo>
                    <a:pt x="1" y="19989"/>
                  </a:lnTo>
                  <a:lnTo>
                    <a:pt x="6946" y="21857"/>
                  </a:lnTo>
                  <a:lnTo>
                    <a:pt x="8234" y="21340"/>
                  </a:lnTo>
                  <a:lnTo>
                    <a:pt x="8234" y="19319"/>
                  </a:lnTo>
                  <a:lnTo>
                    <a:pt x="6289" y="18701"/>
                  </a:lnTo>
                  <a:lnTo>
                    <a:pt x="4547" y="18094"/>
                  </a:lnTo>
                  <a:lnTo>
                    <a:pt x="4092" y="16958"/>
                  </a:lnTo>
                  <a:lnTo>
                    <a:pt x="5052" y="16781"/>
                  </a:lnTo>
                  <a:lnTo>
                    <a:pt x="7350" y="18284"/>
                  </a:lnTo>
                  <a:lnTo>
                    <a:pt x="9433" y="18284"/>
                  </a:lnTo>
                  <a:lnTo>
                    <a:pt x="11605" y="19079"/>
                  </a:lnTo>
                  <a:lnTo>
                    <a:pt x="12464" y="15620"/>
                  </a:lnTo>
                  <a:lnTo>
                    <a:pt x="14181" y="13953"/>
                  </a:lnTo>
                  <a:lnTo>
                    <a:pt x="15797" y="12690"/>
                  </a:lnTo>
                  <a:lnTo>
                    <a:pt x="15797" y="10948"/>
                  </a:lnTo>
                  <a:lnTo>
                    <a:pt x="19106" y="9811"/>
                  </a:lnTo>
                  <a:lnTo>
                    <a:pt x="21833" y="8283"/>
                  </a:lnTo>
                  <a:lnTo>
                    <a:pt x="23853" y="6579"/>
                  </a:lnTo>
                  <a:lnTo>
                    <a:pt x="26063" y="5783"/>
                  </a:lnTo>
                  <a:lnTo>
                    <a:pt x="27414" y="3637"/>
                  </a:lnTo>
                  <a:lnTo>
                    <a:pt x="26265" y="1452"/>
                  </a:lnTo>
                  <a:lnTo>
                    <a:pt x="232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5578;p78">
              <a:extLst>
                <a:ext uri="{FF2B5EF4-FFF2-40B4-BE49-F238E27FC236}">
                  <a16:creationId xmlns:a16="http://schemas.microsoft.com/office/drawing/2014/main" id="{3356F26F-87F1-9A4E-BC64-A0009A51D1B9}"/>
                </a:ext>
              </a:extLst>
            </p:cNvPr>
            <p:cNvSpPr/>
            <p:nvPr/>
          </p:nvSpPr>
          <p:spPr>
            <a:xfrm>
              <a:off x="2007475" y="1152350"/>
              <a:ext cx="49275" cy="59075"/>
            </a:xfrm>
            <a:custGeom>
              <a:avLst/>
              <a:gdLst/>
              <a:ahLst/>
              <a:cxnLst/>
              <a:rect l="l" t="t" r="r" b="b"/>
              <a:pathLst>
                <a:path w="1971" h="2363" extrusionOk="0">
                  <a:moveTo>
                    <a:pt x="1339" y="1"/>
                  </a:moveTo>
                  <a:cubicBezTo>
                    <a:pt x="1023" y="241"/>
                    <a:pt x="1" y="1554"/>
                    <a:pt x="1" y="1554"/>
                  </a:cubicBezTo>
                  <a:lnTo>
                    <a:pt x="1339" y="2362"/>
                  </a:lnTo>
                  <a:lnTo>
                    <a:pt x="1970" y="1188"/>
                  </a:lnTo>
                  <a:lnTo>
                    <a:pt x="133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5579;p78">
              <a:extLst>
                <a:ext uri="{FF2B5EF4-FFF2-40B4-BE49-F238E27FC236}">
                  <a16:creationId xmlns:a16="http://schemas.microsoft.com/office/drawing/2014/main" id="{D1576469-D152-244C-864E-90059097BF34}"/>
                </a:ext>
              </a:extLst>
            </p:cNvPr>
            <p:cNvSpPr/>
            <p:nvPr/>
          </p:nvSpPr>
          <p:spPr>
            <a:xfrm>
              <a:off x="1995800" y="1140375"/>
              <a:ext cx="70100" cy="82100"/>
            </a:xfrm>
            <a:custGeom>
              <a:avLst/>
              <a:gdLst/>
              <a:ahLst/>
              <a:cxnLst/>
              <a:rect l="l" t="t" r="r" b="b"/>
              <a:pathLst>
                <a:path w="2804" h="3284" extrusionOk="0">
                  <a:moveTo>
                    <a:pt x="1730" y="998"/>
                  </a:moveTo>
                  <a:lnTo>
                    <a:pt x="2084" y="1667"/>
                  </a:lnTo>
                  <a:lnTo>
                    <a:pt x="1692" y="2399"/>
                  </a:lnTo>
                  <a:lnTo>
                    <a:pt x="935" y="1945"/>
                  </a:lnTo>
                  <a:cubicBezTo>
                    <a:pt x="1200" y="1629"/>
                    <a:pt x="1516" y="1250"/>
                    <a:pt x="1730" y="998"/>
                  </a:cubicBezTo>
                  <a:close/>
                  <a:moveTo>
                    <a:pt x="1920" y="0"/>
                  </a:moveTo>
                  <a:lnTo>
                    <a:pt x="1617" y="227"/>
                  </a:lnTo>
                  <a:cubicBezTo>
                    <a:pt x="1288" y="480"/>
                    <a:pt x="392" y="1616"/>
                    <a:pt x="228" y="1844"/>
                  </a:cubicBezTo>
                  <a:lnTo>
                    <a:pt x="0" y="2121"/>
                  </a:lnTo>
                  <a:lnTo>
                    <a:pt x="1932" y="3283"/>
                  </a:lnTo>
                  <a:lnTo>
                    <a:pt x="2804" y="1654"/>
                  </a:lnTo>
                  <a:lnTo>
                    <a:pt x="19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5580;p78">
              <a:extLst>
                <a:ext uri="{FF2B5EF4-FFF2-40B4-BE49-F238E27FC236}">
                  <a16:creationId xmlns:a16="http://schemas.microsoft.com/office/drawing/2014/main" id="{B1DA4479-3A32-D440-826D-5509394C3607}"/>
                </a:ext>
              </a:extLst>
            </p:cNvPr>
            <p:cNvSpPr/>
            <p:nvPr/>
          </p:nvSpPr>
          <p:spPr>
            <a:xfrm>
              <a:off x="2092700" y="954125"/>
              <a:ext cx="54950" cy="101675"/>
            </a:xfrm>
            <a:custGeom>
              <a:avLst/>
              <a:gdLst/>
              <a:ahLst/>
              <a:cxnLst/>
              <a:rect l="l" t="t" r="r" b="b"/>
              <a:pathLst>
                <a:path w="2198" h="4067" extrusionOk="0">
                  <a:moveTo>
                    <a:pt x="1125" y="0"/>
                  </a:moveTo>
                  <a:lnTo>
                    <a:pt x="1" y="2096"/>
                  </a:lnTo>
                  <a:lnTo>
                    <a:pt x="455" y="4066"/>
                  </a:lnTo>
                  <a:lnTo>
                    <a:pt x="847" y="4066"/>
                  </a:lnTo>
                  <a:lnTo>
                    <a:pt x="847" y="2488"/>
                  </a:lnTo>
                  <a:lnTo>
                    <a:pt x="2198" y="1717"/>
                  </a:lnTo>
                  <a:lnTo>
                    <a:pt x="11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5581;p78">
              <a:extLst>
                <a:ext uri="{FF2B5EF4-FFF2-40B4-BE49-F238E27FC236}">
                  <a16:creationId xmlns:a16="http://schemas.microsoft.com/office/drawing/2014/main" id="{32061E92-8C3C-AF49-B93F-E26605109650}"/>
                </a:ext>
              </a:extLst>
            </p:cNvPr>
            <p:cNvSpPr/>
            <p:nvPr/>
          </p:nvSpPr>
          <p:spPr>
            <a:xfrm>
              <a:off x="2084500" y="938325"/>
              <a:ext cx="73900" cy="125350"/>
            </a:xfrm>
            <a:custGeom>
              <a:avLst/>
              <a:gdLst/>
              <a:ahLst/>
              <a:cxnLst/>
              <a:rect l="l" t="t" r="r" b="b"/>
              <a:pathLst>
                <a:path w="2956" h="5014" extrusionOk="0">
                  <a:moveTo>
                    <a:pt x="1478" y="1263"/>
                  </a:moveTo>
                  <a:lnTo>
                    <a:pt x="2084" y="2236"/>
                  </a:lnTo>
                  <a:lnTo>
                    <a:pt x="859" y="2943"/>
                  </a:lnTo>
                  <a:lnTo>
                    <a:pt x="859" y="3637"/>
                  </a:lnTo>
                  <a:lnTo>
                    <a:pt x="670" y="2779"/>
                  </a:lnTo>
                  <a:lnTo>
                    <a:pt x="1478" y="1263"/>
                  </a:lnTo>
                  <a:close/>
                  <a:moveTo>
                    <a:pt x="1440" y="1"/>
                  </a:moveTo>
                  <a:lnTo>
                    <a:pt x="1" y="2690"/>
                  </a:lnTo>
                  <a:lnTo>
                    <a:pt x="531" y="5014"/>
                  </a:lnTo>
                  <a:lnTo>
                    <a:pt x="1491" y="5014"/>
                  </a:lnTo>
                  <a:lnTo>
                    <a:pt x="1491" y="3296"/>
                  </a:lnTo>
                  <a:lnTo>
                    <a:pt x="2955" y="2463"/>
                  </a:lnTo>
                  <a:lnTo>
                    <a:pt x="144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5582;p78">
              <a:extLst>
                <a:ext uri="{FF2B5EF4-FFF2-40B4-BE49-F238E27FC236}">
                  <a16:creationId xmlns:a16="http://schemas.microsoft.com/office/drawing/2014/main" id="{0F903749-9A09-0649-87AA-BB9B9E101843}"/>
                </a:ext>
              </a:extLst>
            </p:cNvPr>
            <p:cNvSpPr/>
            <p:nvPr/>
          </p:nvSpPr>
          <p:spPr>
            <a:xfrm>
              <a:off x="1999575" y="874575"/>
              <a:ext cx="83050" cy="141750"/>
            </a:xfrm>
            <a:custGeom>
              <a:avLst/>
              <a:gdLst/>
              <a:ahLst/>
              <a:cxnLst/>
              <a:rect l="l" t="t" r="r" b="b"/>
              <a:pathLst>
                <a:path w="3322" h="5670" extrusionOk="0">
                  <a:moveTo>
                    <a:pt x="796" y="0"/>
                  </a:moveTo>
                  <a:lnTo>
                    <a:pt x="796" y="1882"/>
                  </a:lnTo>
                  <a:lnTo>
                    <a:pt x="1" y="2601"/>
                  </a:lnTo>
                  <a:lnTo>
                    <a:pt x="1264" y="4407"/>
                  </a:lnTo>
                  <a:lnTo>
                    <a:pt x="1617" y="5670"/>
                  </a:lnTo>
                  <a:lnTo>
                    <a:pt x="3322" y="2286"/>
                  </a:lnTo>
                  <a:lnTo>
                    <a:pt x="3322" y="631"/>
                  </a:lnTo>
                  <a:lnTo>
                    <a:pt x="79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5583;p78">
              <a:extLst>
                <a:ext uri="{FF2B5EF4-FFF2-40B4-BE49-F238E27FC236}">
                  <a16:creationId xmlns:a16="http://schemas.microsoft.com/office/drawing/2014/main" id="{820F56DE-5EFF-B349-AC7F-812EDE9BF41A}"/>
                </a:ext>
              </a:extLst>
            </p:cNvPr>
            <p:cNvSpPr/>
            <p:nvPr/>
          </p:nvSpPr>
          <p:spPr>
            <a:xfrm>
              <a:off x="1989175" y="864475"/>
              <a:ext cx="101025" cy="173625"/>
            </a:xfrm>
            <a:custGeom>
              <a:avLst/>
              <a:gdLst/>
              <a:ahLst/>
              <a:cxnLst/>
              <a:rect l="l" t="t" r="r" b="b"/>
              <a:pathLst>
                <a:path w="4041" h="6945" extrusionOk="0">
                  <a:moveTo>
                    <a:pt x="1528" y="808"/>
                  </a:moveTo>
                  <a:lnTo>
                    <a:pt x="3422" y="1275"/>
                  </a:lnTo>
                  <a:lnTo>
                    <a:pt x="3422" y="2614"/>
                  </a:lnTo>
                  <a:lnTo>
                    <a:pt x="2109" y="5202"/>
                  </a:lnTo>
                  <a:lnTo>
                    <a:pt x="1970" y="4735"/>
                  </a:lnTo>
                  <a:lnTo>
                    <a:pt x="834" y="3043"/>
                  </a:lnTo>
                  <a:lnTo>
                    <a:pt x="1528" y="2437"/>
                  </a:lnTo>
                  <a:lnTo>
                    <a:pt x="1528" y="808"/>
                  </a:lnTo>
                  <a:close/>
                  <a:moveTo>
                    <a:pt x="884" y="0"/>
                  </a:moveTo>
                  <a:lnTo>
                    <a:pt x="884" y="2147"/>
                  </a:lnTo>
                  <a:lnTo>
                    <a:pt x="0" y="2955"/>
                  </a:lnTo>
                  <a:lnTo>
                    <a:pt x="1389" y="4950"/>
                  </a:lnTo>
                  <a:lnTo>
                    <a:pt x="1932" y="6945"/>
                  </a:lnTo>
                  <a:lnTo>
                    <a:pt x="4041" y="2765"/>
                  </a:lnTo>
                  <a:lnTo>
                    <a:pt x="4041" y="783"/>
                  </a:lnTo>
                  <a:lnTo>
                    <a:pt x="8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5584;p78">
              <a:extLst>
                <a:ext uri="{FF2B5EF4-FFF2-40B4-BE49-F238E27FC236}">
                  <a16:creationId xmlns:a16="http://schemas.microsoft.com/office/drawing/2014/main" id="{E0111C52-C5CB-1A47-8699-2F73612C8C69}"/>
                </a:ext>
              </a:extLst>
            </p:cNvPr>
            <p:cNvSpPr/>
            <p:nvPr/>
          </p:nvSpPr>
          <p:spPr>
            <a:xfrm>
              <a:off x="1924775" y="1047875"/>
              <a:ext cx="106400" cy="104500"/>
            </a:xfrm>
            <a:custGeom>
              <a:avLst/>
              <a:gdLst/>
              <a:ahLst/>
              <a:cxnLst/>
              <a:rect l="l" t="t" r="r" b="b"/>
              <a:pathLst>
                <a:path w="4256" h="4180" extrusionOk="0">
                  <a:moveTo>
                    <a:pt x="0" y="0"/>
                  </a:moveTo>
                  <a:lnTo>
                    <a:pt x="0" y="1894"/>
                  </a:lnTo>
                  <a:lnTo>
                    <a:pt x="1263" y="2690"/>
                  </a:lnTo>
                  <a:lnTo>
                    <a:pt x="947" y="4180"/>
                  </a:lnTo>
                  <a:cubicBezTo>
                    <a:pt x="947" y="4180"/>
                    <a:pt x="2481" y="3571"/>
                    <a:pt x="2595" y="3571"/>
                  </a:cubicBezTo>
                  <a:cubicBezTo>
                    <a:pt x="2599" y="3571"/>
                    <a:pt x="2601" y="3572"/>
                    <a:pt x="2601" y="3574"/>
                  </a:cubicBezTo>
                  <a:cubicBezTo>
                    <a:pt x="2601" y="3574"/>
                    <a:pt x="2602" y="3575"/>
                    <a:pt x="2602" y="3575"/>
                  </a:cubicBezTo>
                  <a:cubicBezTo>
                    <a:pt x="2638" y="3575"/>
                    <a:pt x="4256" y="1389"/>
                    <a:pt x="4256" y="1389"/>
                  </a:cubicBezTo>
                  <a:lnTo>
                    <a:pt x="3296" y="0"/>
                  </a:lnTo>
                  <a:lnTo>
                    <a:pt x="2147" y="79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5585;p78">
              <a:extLst>
                <a:ext uri="{FF2B5EF4-FFF2-40B4-BE49-F238E27FC236}">
                  <a16:creationId xmlns:a16="http://schemas.microsoft.com/office/drawing/2014/main" id="{491AD337-6446-2347-BC6F-43130A82FFED}"/>
                </a:ext>
              </a:extLst>
            </p:cNvPr>
            <p:cNvSpPr/>
            <p:nvPr/>
          </p:nvSpPr>
          <p:spPr>
            <a:xfrm>
              <a:off x="1916875" y="1036500"/>
              <a:ext cx="124100" cy="128500"/>
            </a:xfrm>
            <a:custGeom>
              <a:avLst/>
              <a:gdLst/>
              <a:ahLst/>
              <a:cxnLst/>
              <a:rect l="l" t="t" r="r" b="b"/>
              <a:pathLst>
                <a:path w="4964" h="5140" extrusionOk="0">
                  <a:moveTo>
                    <a:pt x="3524" y="897"/>
                  </a:moveTo>
                  <a:lnTo>
                    <a:pt x="4180" y="1844"/>
                  </a:lnTo>
                  <a:cubicBezTo>
                    <a:pt x="3675" y="2526"/>
                    <a:pt x="2968" y="3473"/>
                    <a:pt x="2753" y="3738"/>
                  </a:cubicBezTo>
                  <a:cubicBezTo>
                    <a:pt x="2577" y="3789"/>
                    <a:pt x="2261" y="3903"/>
                    <a:pt x="1693" y="4130"/>
                  </a:cubicBezTo>
                  <a:lnTo>
                    <a:pt x="1933" y="2981"/>
                  </a:lnTo>
                  <a:lnTo>
                    <a:pt x="632" y="2173"/>
                  </a:lnTo>
                  <a:lnTo>
                    <a:pt x="632" y="910"/>
                  </a:lnTo>
                  <a:lnTo>
                    <a:pt x="2501" y="1604"/>
                  </a:lnTo>
                  <a:lnTo>
                    <a:pt x="3524" y="897"/>
                  </a:lnTo>
                  <a:close/>
                  <a:moveTo>
                    <a:pt x="1" y="1"/>
                  </a:moveTo>
                  <a:lnTo>
                    <a:pt x="1" y="2526"/>
                  </a:lnTo>
                  <a:lnTo>
                    <a:pt x="1225" y="3284"/>
                  </a:lnTo>
                  <a:lnTo>
                    <a:pt x="834" y="5140"/>
                  </a:lnTo>
                  <a:lnTo>
                    <a:pt x="1377" y="4925"/>
                  </a:lnTo>
                  <a:cubicBezTo>
                    <a:pt x="1996" y="4685"/>
                    <a:pt x="2690" y="4420"/>
                    <a:pt x="2905" y="4344"/>
                  </a:cubicBezTo>
                  <a:cubicBezTo>
                    <a:pt x="2916" y="4347"/>
                    <a:pt x="2927" y="4348"/>
                    <a:pt x="2938" y="4348"/>
                  </a:cubicBezTo>
                  <a:cubicBezTo>
                    <a:pt x="3130" y="4348"/>
                    <a:pt x="3368" y="4002"/>
                    <a:pt x="4824" y="2021"/>
                  </a:cubicBezTo>
                  <a:lnTo>
                    <a:pt x="4963" y="1832"/>
                  </a:lnTo>
                  <a:lnTo>
                    <a:pt x="3688" y="13"/>
                  </a:lnTo>
                  <a:lnTo>
                    <a:pt x="2412" y="88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5586;p78">
              <a:extLst>
                <a:ext uri="{FF2B5EF4-FFF2-40B4-BE49-F238E27FC236}">
                  <a16:creationId xmlns:a16="http://schemas.microsoft.com/office/drawing/2014/main" id="{FB2CFCCE-12D2-DA49-B81B-0875F45D5DB9}"/>
                </a:ext>
              </a:extLst>
            </p:cNvPr>
            <p:cNvSpPr/>
            <p:nvPr/>
          </p:nvSpPr>
          <p:spPr>
            <a:xfrm>
              <a:off x="1706650" y="1016300"/>
              <a:ext cx="192575" cy="136400"/>
            </a:xfrm>
            <a:custGeom>
              <a:avLst/>
              <a:gdLst/>
              <a:ahLst/>
              <a:cxnLst/>
              <a:rect l="l" t="t" r="r" b="b"/>
              <a:pathLst>
                <a:path w="7703" h="5456" extrusionOk="0">
                  <a:moveTo>
                    <a:pt x="2412" y="1"/>
                  </a:moveTo>
                  <a:lnTo>
                    <a:pt x="1616" y="518"/>
                  </a:lnTo>
                  <a:cubicBezTo>
                    <a:pt x="1376" y="594"/>
                    <a:pt x="0" y="2147"/>
                    <a:pt x="0" y="2147"/>
                  </a:cubicBezTo>
                  <a:lnTo>
                    <a:pt x="859" y="4029"/>
                  </a:lnTo>
                  <a:lnTo>
                    <a:pt x="1692" y="5456"/>
                  </a:lnTo>
                  <a:lnTo>
                    <a:pt x="4142" y="4849"/>
                  </a:lnTo>
                  <a:lnTo>
                    <a:pt x="5253" y="4269"/>
                  </a:lnTo>
                  <a:lnTo>
                    <a:pt x="7387" y="4837"/>
                  </a:lnTo>
                  <a:lnTo>
                    <a:pt x="7703" y="2652"/>
                  </a:lnTo>
                  <a:lnTo>
                    <a:pt x="6907" y="480"/>
                  </a:lnTo>
                  <a:lnTo>
                    <a:pt x="5013" y="1819"/>
                  </a:lnTo>
                  <a:lnTo>
                    <a:pt x="4520" y="2968"/>
                  </a:lnTo>
                  <a:lnTo>
                    <a:pt x="3043" y="2652"/>
                  </a:lnTo>
                  <a:lnTo>
                    <a:pt x="3043" y="1263"/>
                  </a:lnTo>
                  <a:lnTo>
                    <a:pt x="24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5587;p78">
              <a:extLst>
                <a:ext uri="{FF2B5EF4-FFF2-40B4-BE49-F238E27FC236}">
                  <a16:creationId xmlns:a16="http://schemas.microsoft.com/office/drawing/2014/main" id="{A619869A-A8EF-A747-9191-C82451BEEF72}"/>
                </a:ext>
              </a:extLst>
            </p:cNvPr>
            <p:cNvSpPr/>
            <p:nvPr/>
          </p:nvSpPr>
          <p:spPr>
            <a:xfrm>
              <a:off x="1697800" y="1004950"/>
              <a:ext cx="209625" cy="156600"/>
            </a:xfrm>
            <a:custGeom>
              <a:avLst/>
              <a:gdLst/>
              <a:ahLst/>
              <a:cxnLst/>
              <a:rect l="l" t="t" r="r" b="b"/>
              <a:pathLst>
                <a:path w="8385" h="6264" extrusionOk="0">
                  <a:moveTo>
                    <a:pt x="2652" y="909"/>
                  </a:moveTo>
                  <a:lnTo>
                    <a:pt x="3094" y="1793"/>
                  </a:lnTo>
                  <a:lnTo>
                    <a:pt x="3094" y="3359"/>
                  </a:lnTo>
                  <a:lnTo>
                    <a:pt x="5064" y="3788"/>
                  </a:lnTo>
                  <a:lnTo>
                    <a:pt x="5632" y="2475"/>
                  </a:lnTo>
                  <a:lnTo>
                    <a:pt x="7122" y="1427"/>
                  </a:lnTo>
                  <a:lnTo>
                    <a:pt x="7728" y="3132"/>
                  </a:lnTo>
                  <a:lnTo>
                    <a:pt x="7476" y="4887"/>
                  </a:lnTo>
                  <a:lnTo>
                    <a:pt x="5582" y="4382"/>
                  </a:lnTo>
                  <a:lnTo>
                    <a:pt x="4395" y="5000"/>
                  </a:lnTo>
                  <a:lnTo>
                    <a:pt x="2210" y="5531"/>
                  </a:lnTo>
                  <a:lnTo>
                    <a:pt x="1503" y="4356"/>
                  </a:lnTo>
                  <a:lnTo>
                    <a:pt x="733" y="2664"/>
                  </a:lnTo>
                  <a:cubicBezTo>
                    <a:pt x="1288" y="2033"/>
                    <a:pt x="1920" y="1364"/>
                    <a:pt x="2084" y="1263"/>
                  </a:cubicBezTo>
                  <a:lnTo>
                    <a:pt x="2652" y="909"/>
                  </a:lnTo>
                  <a:close/>
                  <a:moveTo>
                    <a:pt x="2917" y="0"/>
                  </a:moveTo>
                  <a:lnTo>
                    <a:pt x="1831" y="682"/>
                  </a:lnTo>
                  <a:cubicBezTo>
                    <a:pt x="1705" y="745"/>
                    <a:pt x="1352" y="1010"/>
                    <a:pt x="139" y="2387"/>
                  </a:cubicBezTo>
                  <a:lnTo>
                    <a:pt x="0" y="2551"/>
                  </a:lnTo>
                  <a:lnTo>
                    <a:pt x="947" y="4647"/>
                  </a:lnTo>
                  <a:lnTo>
                    <a:pt x="1907" y="6263"/>
                  </a:lnTo>
                  <a:lnTo>
                    <a:pt x="4584" y="5606"/>
                  </a:lnTo>
                  <a:lnTo>
                    <a:pt x="5645" y="5051"/>
                  </a:lnTo>
                  <a:lnTo>
                    <a:pt x="8006" y="5682"/>
                  </a:lnTo>
                  <a:lnTo>
                    <a:pt x="8385" y="3068"/>
                  </a:lnTo>
                  <a:lnTo>
                    <a:pt x="7438" y="429"/>
                  </a:lnTo>
                  <a:lnTo>
                    <a:pt x="5127" y="2058"/>
                  </a:lnTo>
                  <a:lnTo>
                    <a:pt x="4710" y="3043"/>
                  </a:lnTo>
                  <a:lnTo>
                    <a:pt x="3738" y="2841"/>
                  </a:lnTo>
                  <a:lnTo>
                    <a:pt x="3738" y="1642"/>
                  </a:lnTo>
                  <a:lnTo>
                    <a:pt x="29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5588;p78">
              <a:extLst>
                <a:ext uri="{FF2B5EF4-FFF2-40B4-BE49-F238E27FC236}">
                  <a16:creationId xmlns:a16="http://schemas.microsoft.com/office/drawing/2014/main" id="{A3C97AFA-70A5-4F41-8B26-C1DC01FBC349}"/>
                </a:ext>
              </a:extLst>
            </p:cNvPr>
            <p:cNvSpPr/>
            <p:nvPr/>
          </p:nvSpPr>
          <p:spPr>
            <a:xfrm>
              <a:off x="1640975" y="919700"/>
              <a:ext cx="161975" cy="96625"/>
            </a:xfrm>
            <a:custGeom>
              <a:avLst/>
              <a:gdLst/>
              <a:ahLst/>
              <a:cxnLst/>
              <a:rect l="l" t="t" r="r" b="b"/>
              <a:pathLst>
                <a:path w="6479" h="3865" extrusionOk="0">
                  <a:moveTo>
                    <a:pt x="5203" y="1"/>
                  </a:moveTo>
                  <a:lnTo>
                    <a:pt x="3549" y="632"/>
                  </a:lnTo>
                  <a:lnTo>
                    <a:pt x="783" y="1819"/>
                  </a:lnTo>
                  <a:lnTo>
                    <a:pt x="1" y="3334"/>
                  </a:lnTo>
                  <a:lnTo>
                    <a:pt x="1579" y="3865"/>
                  </a:lnTo>
                  <a:lnTo>
                    <a:pt x="3157" y="3334"/>
                  </a:lnTo>
                  <a:lnTo>
                    <a:pt x="4572" y="3094"/>
                  </a:lnTo>
                  <a:lnTo>
                    <a:pt x="5759" y="1933"/>
                  </a:lnTo>
                  <a:lnTo>
                    <a:pt x="6478" y="708"/>
                  </a:lnTo>
                  <a:lnTo>
                    <a:pt x="52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5589;p78">
              <a:extLst>
                <a:ext uri="{FF2B5EF4-FFF2-40B4-BE49-F238E27FC236}">
                  <a16:creationId xmlns:a16="http://schemas.microsoft.com/office/drawing/2014/main" id="{65DD7552-965E-3E4C-9C95-06DB80FCCDDA}"/>
                </a:ext>
              </a:extLst>
            </p:cNvPr>
            <p:cNvSpPr/>
            <p:nvPr/>
          </p:nvSpPr>
          <p:spPr>
            <a:xfrm>
              <a:off x="1629625" y="910875"/>
              <a:ext cx="184375" cy="113650"/>
            </a:xfrm>
            <a:custGeom>
              <a:avLst/>
              <a:gdLst/>
              <a:ahLst/>
              <a:cxnLst/>
              <a:rect l="l" t="t" r="r" b="b"/>
              <a:pathLst>
                <a:path w="7375" h="4546" extrusionOk="0">
                  <a:moveTo>
                    <a:pt x="5632" y="707"/>
                  </a:moveTo>
                  <a:lnTo>
                    <a:pt x="6503" y="1175"/>
                  </a:lnTo>
                  <a:lnTo>
                    <a:pt x="5960" y="2084"/>
                  </a:lnTo>
                  <a:lnTo>
                    <a:pt x="4874" y="3144"/>
                  </a:lnTo>
                  <a:lnTo>
                    <a:pt x="3561" y="3372"/>
                  </a:lnTo>
                  <a:lnTo>
                    <a:pt x="2033" y="3877"/>
                  </a:lnTo>
                  <a:lnTo>
                    <a:pt x="909" y="3511"/>
                  </a:lnTo>
                  <a:lnTo>
                    <a:pt x="1477" y="2412"/>
                  </a:lnTo>
                  <a:lnTo>
                    <a:pt x="4116" y="1276"/>
                  </a:lnTo>
                  <a:lnTo>
                    <a:pt x="5632" y="707"/>
                  </a:lnTo>
                  <a:close/>
                  <a:moveTo>
                    <a:pt x="5682" y="0"/>
                  </a:moveTo>
                  <a:lnTo>
                    <a:pt x="3877" y="695"/>
                  </a:lnTo>
                  <a:lnTo>
                    <a:pt x="1010" y="1920"/>
                  </a:lnTo>
                  <a:lnTo>
                    <a:pt x="0" y="3877"/>
                  </a:lnTo>
                  <a:lnTo>
                    <a:pt x="2033" y="4546"/>
                  </a:lnTo>
                  <a:lnTo>
                    <a:pt x="3687" y="4003"/>
                  </a:lnTo>
                  <a:lnTo>
                    <a:pt x="5177" y="3750"/>
                  </a:lnTo>
                  <a:lnTo>
                    <a:pt x="6427" y="2513"/>
                  </a:lnTo>
                  <a:lnTo>
                    <a:pt x="7374" y="947"/>
                  </a:lnTo>
                  <a:lnTo>
                    <a:pt x="56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5590;p78">
              <a:extLst>
                <a:ext uri="{FF2B5EF4-FFF2-40B4-BE49-F238E27FC236}">
                  <a16:creationId xmlns:a16="http://schemas.microsoft.com/office/drawing/2014/main" id="{A70AAB2C-E93D-FF48-AE43-A1F49634863A}"/>
                </a:ext>
              </a:extLst>
            </p:cNvPr>
            <p:cNvSpPr/>
            <p:nvPr/>
          </p:nvSpPr>
          <p:spPr>
            <a:xfrm>
              <a:off x="1843950" y="961050"/>
              <a:ext cx="72950" cy="40125"/>
            </a:xfrm>
            <a:custGeom>
              <a:avLst/>
              <a:gdLst/>
              <a:ahLst/>
              <a:cxnLst/>
              <a:rect l="l" t="t" r="r" b="b"/>
              <a:pathLst>
                <a:path w="2918" h="1605" extrusionOk="0">
                  <a:moveTo>
                    <a:pt x="392" y="1"/>
                  </a:moveTo>
                  <a:lnTo>
                    <a:pt x="1" y="594"/>
                  </a:lnTo>
                  <a:lnTo>
                    <a:pt x="1024" y="1605"/>
                  </a:lnTo>
                  <a:lnTo>
                    <a:pt x="2211" y="670"/>
                  </a:lnTo>
                  <a:lnTo>
                    <a:pt x="29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5591;p78">
              <a:extLst>
                <a:ext uri="{FF2B5EF4-FFF2-40B4-BE49-F238E27FC236}">
                  <a16:creationId xmlns:a16="http://schemas.microsoft.com/office/drawing/2014/main" id="{4C48FD5A-9F29-1741-B49C-5887D27A5041}"/>
                </a:ext>
              </a:extLst>
            </p:cNvPr>
            <p:cNvSpPr/>
            <p:nvPr/>
          </p:nvSpPr>
          <p:spPr>
            <a:xfrm>
              <a:off x="1833850" y="953475"/>
              <a:ext cx="102950" cy="58125"/>
            </a:xfrm>
            <a:custGeom>
              <a:avLst/>
              <a:gdLst/>
              <a:ahLst/>
              <a:cxnLst/>
              <a:rect l="l" t="t" r="r" b="b"/>
              <a:pathLst>
                <a:path w="4118" h="2325" extrusionOk="0">
                  <a:moveTo>
                    <a:pt x="2526" y="632"/>
                  </a:moveTo>
                  <a:lnTo>
                    <a:pt x="1453" y="1491"/>
                  </a:lnTo>
                  <a:lnTo>
                    <a:pt x="809" y="860"/>
                  </a:lnTo>
                  <a:lnTo>
                    <a:pt x="973" y="632"/>
                  </a:lnTo>
                  <a:close/>
                  <a:moveTo>
                    <a:pt x="632" y="1"/>
                  </a:moveTo>
                  <a:lnTo>
                    <a:pt x="1" y="948"/>
                  </a:lnTo>
                  <a:lnTo>
                    <a:pt x="1402" y="2324"/>
                  </a:lnTo>
                  <a:lnTo>
                    <a:pt x="2829" y="1213"/>
                  </a:lnTo>
                  <a:lnTo>
                    <a:pt x="41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5592;p78">
              <a:extLst>
                <a:ext uri="{FF2B5EF4-FFF2-40B4-BE49-F238E27FC236}">
                  <a16:creationId xmlns:a16="http://schemas.microsoft.com/office/drawing/2014/main" id="{A8AA805D-7DC1-E342-9178-C86C83DCAAC8}"/>
                </a:ext>
              </a:extLst>
            </p:cNvPr>
            <p:cNvSpPr/>
            <p:nvPr/>
          </p:nvSpPr>
          <p:spPr>
            <a:xfrm>
              <a:off x="1900150" y="882450"/>
              <a:ext cx="40425" cy="51500"/>
            </a:xfrm>
            <a:custGeom>
              <a:avLst/>
              <a:gdLst/>
              <a:ahLst/>
              <a:cxnLst/>
              <a:rect l="l" t="t" r="r" b="b"/>
              <a:pathLst>
                <a:path w="1617" h="2060" extrusionOk="0">
                  <a:moveTo>
                    <a:pt x="354" y="1"/>
                  </a:moveTo>
                  <a:lnTo>
                    <a:pt x="0" y="708"/>
                  </a:lnTo>
                  <a:lnTo>
                    <a:pt x="695" y="1137"/>
                  </a:lnTo>
                  <a:lnTo>
                    <a:pt x="1351" y="2059"/>
                  </a:lnTo>
                  <a:lnTo>
                    <a:pt x="1617" y="1339"/>
                  </a:lnTo>
                  <a:lnTo>
                    <a:pt x="1617" y="316"/>
                  </a:lnTo>
                  <a:lnTo>
                    <a:pt x="35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5593;p78">
              <a:extLst>
                <a:ext uri="{FF2B5EF4-FFF2-40B4-BE49-F238E27FC236}">
                  <a16:creationId xmlns:a16="http://schemas.microsoft.com/office/drawing/2014/main" id="{3DB4BA8D-29F9-8243-A30B-ED40A095A69B}"/>
                </a:ext>
              </a:extLst>
            </p:cNvPr>
            <p:cNvSpPr/>
            <p:nvPr/>
          </p:nvSpPr>
          <p:spPr>
            <a:xfrm>
              <a:off x="1889725" y="873000"/>
              <a:ext cx="58750" cy="77975"/>
            </a:xfrm>
            <a:custGeom>
              <a:avLst/>
              <a:gdLst/>
              <a:ahLst/>
              <a:cxnLst/>
              <a:rect l="l" t="t" r="r" b="b"/>
              <a:pathLst>
                <a:path w="2350" h="3119" extrusionOk="0">
                  <a:moveTo>
                    <a:pt x="948" y="745"/>
                  </a:moveTo>
                  <a:lnTo>
                    <a:pt x="1718" y="934"/>
                  </a:lnTo>
                  <a:lnTo>
                    <a:pt x="1718" y="1654"/>
                  </a:lnTo>
                  <a:lnTo>
                    <a:pt x="1680" y="1768"/>
                  </a:lnTo>
                  <a:lnTo>
                    <a:pt x="1364" y="1326"/>
                  </a:lnTo>
                  <a:lnTo>
                    <a:pt x="821" y="972"/>
                  </a:lnTo>
                  <a:lnTo>
                    <a:pt x="948" y="745"/>
                  </a:lnTo>
                  <a:close/>
                  <a:moveTo>
                    <a:pt x="607" y="0"/>
                  </a:moveTo>
                  <a:lnTo>
                    <a:pt x="1" y="1200"/>
                  </a:lnTo>
                  <a:lnTo>
                    <a:pt x="885" y="1755"/>
                  </a:lnTo>
                  <a:lnTo>
                    <a:pt x="1857" y="3119"/>
                  </a:lnTo>
                  <a:lnTo>
                    <a:pt x="2324" y="1818"/>
                  </a:lnTo>
                  <a:lnTo>
                    <a:pt x="2349" y="442"/>
                  </a:lnTo>
                  <a:lnTo>
                    <a:pt x="6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5594;p78">
              <a:extLst>
                <a:ext uri="{FF2B5EF4-FFF2-40B4-BE49-F238E27FC236}">
                  <a16:creationId xmlns:a16="http://schemas.microsoft.com/office/drawing/2014/main" id="{229B8EE4-1DC6-4541-8863-6EB943D50EBE}"/>
                </a:ext>
              </a:extLst>
            </p:cNvPr>
            <p:cNvSpPr/>
            <p:nvPr/>
          </p:nvSpPr>
          <p:spPr>
            <a:xfrm>
              <a:off x="1439900" y="1099950"/>
              <a:ext cx="185325" cy="192275"/>
            </a:xfrm>
            <a:custGeom>
              <a:avLst/>
              <a:gdLst/>
              <a:ahLst/>
              <a:cxnLst/>
              <a:rect l="l" t="t" r="r" b="b"/>
              <a:pathLst>
                <a:path w="7413" h="7691" extrusionOk="0">
                  <a:moveTo>
                    <a:pt x="5682" y="1"/>
                  </a:moveTo>
                  <a:lnTo>
                    <a:pt x="3826" y="354"/>
                  </a:lnTo>
                  <a:cubicBezTo>
                    <a:pt x="3586" y="544"/>
                    <a:pt x="2374" y="834"/>
                    <a:pt x="2374" y="834"/>
                  </a:cubicBezTo>
                  <a:lnTo>
                    <a:pt x="2374" y="2337"/>
                  </a:lnTo>
                  <a:lnTo>
                    <a:pt x="1111" y="3991"/>
                  </a:lnTo>
                  <a:lnTo>
                    <a:pt x="0" y="4900"/>
                  </a:lnTo>
                  <a:lnTo>
                    <a:pt x="632" y="7691"/>
                  </a:lnTo>
                  <a:lnTo>
                    <a:pt x="2058" y="7691"/>
                  </a:lnTo>
                  <a:lnTo>
                    <a:pt x="4293" y="5254"/>
                  </a:lnTo>
                  <a:lnTo>
                    <a:pt x="5834" y="4622"/>
                  </a:lnTo>
                  <a:lnTo>
                    <a:pt x="7412" y="3650"/>
                  </a:lnTo>
                  <a:lnTo>
                    <a:pt x="7412" y="1705"/>
                  </a:lnTo>
                  <a:lnTo>
                    <a:pt x="6238" y="910"/>
                  </a:lnTo>
                  <a:lnTo>
                    <a:pt x="56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5595;p78">
              <a:extLst>
                <a:ext uri="{FF2B5EF4-FFF2-40B4-BE49-F238E27FC236}">
                  <a16:creationId xmlns:a16="http://schemas.microsoft.com/office/drawing/2014/main" id="{D9EC8629-BFB0-564E-B491-732797D81110}"/>
                </a:ext>
              </a:extLst>
            </p:cNvPr>
            <p:cNvSpPr/>
            <p:nvPr/>
          </p:nvSpPr>
          <p:spPr>
            <a:xfrm>
              <a:off x="1431375" y="1091425"/>
              <a:ext cx="201725" cy="208700"/>
            </a:xfrm>
            <a:custGeom>
              <a:avLst/>
              <a:gdLst/>
              <a:ahLst/>
              <a:cxnLst/>
              <a:rect l="l" t="t" r="r" b="b"/>
              <a:pathLst>
                <a:path w="8069" h="8348" extrusionOk="0">
                  <a:moveTo>
                    <a:pt x="5859" y="708"/>
                  </a:moveTo>
                  <a:lnTo>
                    <a:pt x="6301" y="1428"/>
                  </a:lnTo>
                  <a:lnTo>
                    <a:pt x="7438" y="2223"/>
                  </a:lnTo>
                  <a:lnTo>
                    <a:pt x="7438" y="3814"/>
                  </a:lnTo>
                  <a:lnTo>
                    <a:pt x="6049" y="4673"/>
                  </a:lnTo>
                  <a:lnTo>
                    <a:pt x="4521" y="5304"/>
                  </a:lnTo>
                  <a:lnTo>
                    <a:pt x="2260" y="7716"/>
                  </a:lnTo>
                  <a:lnTo>
                    <a:pt x="1225" y="7716"/>
                  </a:lnTo>
                  <a:lnTo>
                    <a:pt x="695" y="5367"/>
                  </a:lnTo>
                  <a:lnTo>
                    <a:pt x="1642" y="4584"/>
                  </a:lnTo>
                  <a:lnTo>
                    <a:pt x="3018" y="2791"/>
                  </a:lnTo>
                  <a:lnTo>
                    <a:pt x="3018" y="1428"/>
                  </a:lnTo>
                  <a:cubicBezTo>
                    <a:pt x="3422" y="1327"/>
                    <a:pt x="4003" y="1163"/>
                    <a:pt x="4281" y="998"/>
                  </a:cubicBezTo>
                  <a:lnTo>
                    <a:pt x="5859" y="708"/>
                  </a:lnTo>
                  <a:close/>
                  <a:moveTo>
                    <a:pt x="6175" y="1"/>
                  </a:moveTo>
                  <a:lnTo>
                    <a:pt x="4117" y="380"/>
                  </a:lnTo>
                  <a:lnTo>
                    <a:pt x="4028" y="405"/>
                  </a:lnTo>
                  <a:lnTo>
                    <a:pt x="3965" y="443"/>
                  </a:lnTo>
                  <a:cubicBezTo>
                    <a:pt x="3851" y="544"/>
                    <a:pt x="3182" y="733"/>
                    <a:pt x="2639" y="872"/>
                  </a:cubicBezTo>
                  <a:lnTo>
                    <a:pt x="2399" y="923"/>
                  </a:lnTo>
                  <a:lnTo>
                    <a:pt x="2399" y="2564"/>
                  </a:lnTo>
                  <a:lnTo>
                    <a:pt x="1225" y="4105"/>
                  </a:lnTo>
                  <a:lnTo>
                    <a:pt x="0" y="5115"/>
                  </a:lnTo>
                  <a:lnTo>
                    <a:pt x="733" y="8347"/>
                  </a:lnTo>
                  <a:lnTo>
                    <a:pt x="2538" y="8347"/>
                  </a:lnTo>
                  <a:lnTo>
                    <a:pt x="4836" y="5847"/>
                  </a:lnTo>
                  <a:lnTo>
                    <a:pt x="6352" y="5228"/>
                  </a:lnTo>
                  <a:lnTo>
                    <a:pt x="8069" y="4168"/>
                  </a:lnTo>
                  <a:lnTo>
                    <a:pt x="8069" y="1870"/>
                  </a:lnTo>
                  <a:lnTo>
                    <a:pt x="6806" y="1024"/>
                  </a:lnTo>
                  <a:lnTo>
                    <a:pt x="61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5596;p78">
              <a:extLst>
                <a:ext uri="{FF2B5EF4-FFF2-40B4-BE49-F238E27FC236}">
                  <a16:creationId xmlns:a16="http://schemas.microsoft.com/office/drawing/2014/main" id="{B6819883-8AD6-674B-AF20-D1E056892381}"/>
                </a:ext>
              </a:extLst>
            </p:cNvPr>
            <p:cNvSpPr/>
            <p:nvPr/>
          </p:nvSpPr>
          <p:spPr>
            <a:xfrm>
              <a:off x="1514700" y="1211400"/>
              <a:ext cx="329275" cy="270225"/>
            </a:xfrm>
            <a:custGeom>
              <a:avLst/>
              <a:gdLst/>
              <a:ahLst/>
              <a:cxnLst/>
              <a:rect l="l" t="t" r="r" b="b"/>
              <a:pathLst>
                <a:path w="13171" h="10809" extrusionOk="0">
                  <a:moveTo>
                    <a:pt x="12072" y="0"/>
                  </a:moveTo>
                  <a:lnTo>
                    <a:pt x="9623" y="480"/>
                  </a:lnTo>
                  <a:lnTo>
                    <a:pt x="8676" y="4180"/>
                  </a:lnTo>
                  <a:lnTo>
                    <a:pt x="7678" y="3536"/>
                  </a:lnTo>
                  <a:lnTo>
                    <a:pt x="8297" y="1503"/>
                  </a:lnTo>
                  <a:lnTo>
                    <a:pt x="4925" y="707"/>
                  </a:lnTo>
                  <a:lnTo>
                    <a:pt x="1440" y="1818"/>
                  </a:lnTo>
                  <a:lnTo>
                    <a:pt x="1074" y="2993"/>
                  </a:lnTo>
                  <a:lnTo>
                    <a:pt x="2791" y="3574"/>
                  </a:lnTo>
                  <a:lnTo>
                    <a:pt x="1" y="3940"/>
                  </a:lnTo>
                  <a:lnTo>
                    <a:pt x="1" y="6389"/>
                  </a:lnTo>
                  <a:lnTo>
                    <a:pt x="2842" y="6389"/>
                  </a:lnTo>
                  <a:lnTo>
                    <a:pt x="3549" y="6781"/>
                  </a:lnTo>
                  <a:lnTo>
                    <a:pt x="632" y="7021"/>
                  </a:lnTo>
                  <a:lnTo>
                    <a:pt x="1503" y="8637"/>
                  </a:lnTo>
                  <a:lnTo>
                    <a:pt x="1819" y="10177"/>
                  </a:lnTo>
                  <a:lnTo>
                    <a:pt x="4736" y="10177"/>
                  </a:lnTo>
                  <a:lnTo>
                    <a:pt x="6706" y="9142"/>
                  </a:lnTo>
                  <a:lnTo>
                    <a:pt x="8751" y="10809"/>
                  </a:lnTo>
                  <a:lnTo>
                    <a:pt x="10570" y="10089"/>
                  </a:lnTo>
                  <a:lnTo>
                    <a:pt x="11529" y="8789"/>
                  </a:lnTo>
                  <a:lnTo>
                    <a:pt x="10102" y="5695"/>
                  </a:lnTo>
                  <a:lnTo>
                    <a:pt x="11201" y="2614"/>
                  </a:lnTo>
                  <a:lnTo>
                    <a:pt x="13171" y="1111"/>
                  </a:lnTo>
                  <a:lnTo>
                    <a:pt x="1207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5597;p78">
              <a:extLst>
                <a:ext uri="{FF2B5EF4-FFF2-40B4-BE49-F238E27FC236}">
                  <a16:creationId xmlns:a16="http://schemas.microsoft.com/office/drawing/2014/main" id="{A925BC2B-0E4A-D34F-809A-E4D109AB5C5B}"/>
                </a:ext>
              </a:extLst>
            </p:cNvPr>
            <p:cNvSpPr/>
            <p:nvPr/>
          </p:nvSpPr>
          <p:spPr>
            <a:xfrm>
              <a:off x="1506825" y="1202875"/>
              <a:ext cx="349150" cy="287600"/>
            </a:xfrm>
            <a:custGeom>
              <a:avLst/>
              <a:gdLst/>
              <a:ahLst/>
              <a:cxnLst/>
              <a:rect l="l" t="t" r="r" b="b"/>
              <a:pathLst>
                <a:path w="13966" h="11504" extrusionOk="0">
                  <a:moveTo>
                    <a:pt x="12274" y="682"/>
                  </a:moveTo>
                  <a:lnTo>
                    <a:pt x="13006" y="1414"/>
                  </a:lnTo>
                  <a:lnTo>
                    <a:pt x="11238" y="2766"/>
                  </a:lnTo>
                  <a:lnTo>
                    <a:pt x="10064" y="6061"/>
                  </a:lnTo>
                  <a:lnTo>
                    <a:pt x="11478" y="9092"/>
                  </a:lnTo>
                  <a:lnTo>
                    <a:pt x="10683" y="10178"/>
                  </a:lnTo>
                  <a:lnTo>
                    <a:pt x="9129" y="10784"/>
                  </a:lnTo>
                  <a:lnTo>
                    <a:pt x="7059" y="9117"/>
                  </a:lnTo>
                  <a:lnTo>
                    <a:pt x="4975" y="10203"/>
                  </a:lnTo>
                  <a:lnTo>
                    <a:pt x="2399" y="10203"/>
                  </a:lnTo>
                  <a:lnTo>
                    <a:pt x="2134" y="8915"/>
                  </a:lnTo>
                  <a:lnTo>
                    <a:pt x="1465" y="7640"/>
                  </a:lnTo>
                  <a:lnTo>
                    <a:pt x="4937" y="7349"/>
                  </a:lnTo>
                  <a:lnTo>
                    <a:pt x="3245" y="6415"/>
                  </a:lnTo>
                  <a:lnTo>
                    <a:pt x="644" y="6415"/>
                  </a:lnTo>
                  <a:lnTo>
                    <a:pt x="644" y="4559"/>
                  </a:lnTo>
                  <a:lnTo>
                    <a:pt x="4495" y="4053"/>
                  </a:lnTo>
                  <a:lnTo>
                    <a:pt x="1781" y="3132"/>
                  </a:lnTo>
                  <a:lnTo>
                    <a:pt x="2008" y="2399"/>
                  </a:lnTo>
                  <a:lnTo>
                    <a:pt x="5253" y="1377"/>
                  </a:lnTo>
                  <a:lnTo>
                    <a:pt x="8208" y="2071"/>
                  </a:lnTo>
                  <a:lnTo>
                    <a:pt x="7627" y="4003"/>
                  </a:lnTo>
                  <a:lnTo>
                    <a:pt x="9193" y="5026"/>
                  </a:lnTo>
                  <a:lnTo>
                    <a:pt x="10190" y="1086"/>
                  </a:lnTo>
                  <a:lnTo>
                    <a:pt x="12274" y="682"/>
                  </a:lnTo>
                  <a:close/>
                  <a:moveTo>
                    <a:pt x="12488" y="0"/>
                  </a:moveTo>
                  <a:lnTo>
                    <a:pt x="9685" y="543"/>
                  </a:lnTo>
                  <a:lnTo>
                    <a:pt x="8801" y="4016"/>
                  </a:lnTo>
                  <a:lnTo>
                    <a:pt x="8372" y="3738"/>
                  </a:lnTo>
                  <a:lnTo>
                    <a:pt x="9003" y="1616"/>
                  </a:lnTo>
                  <a:lnTo>
                    <a:pt x="5228" y="733"/>
                  </a:lnTo>
                  <a:lnTo>
                    <a:pt x="1503" y="1907"/>
                  </a:lnTo>
                  <a:lnTo>
                    <a:pt x="998" y="3536"/>
                  </a:lnTo>
                  <a:lnTo>
                    <a:pt x="1717" y="3788"/>
                  </a:lnTo>
                  <a:lnTo>
                    <a:pt x="0" y="4003"/>
                  </a:lnTo>
                  <a:lnTo>
                    <a:pt x="0" y="7046"/>
                  </a:lnTo>
                  <a:lnTo>
                    <a:pt x="1010" y="7046"/>
                  </a:lnTo>
                  <a:lnTo>
                    <a:pt x="442" y="7097"/>
                  </a:lnTo>
                  <a:lnTo>
                    <a:pt x="1515" y="9079"/>
                  </a:lnTo>
                  <a:lnTo>
                    <a:pt x="1882" y="10834"/>
                  </a:lnTo>
                  <a:lnTo>
                    <a:pt x="5127" y="10834"/>
                  </a:lnTo>
                  <a:lnTo>
                    <a:pt x="6983" y="9862"/>
                  </a:lnTo>
                  <a:lnTo>
                    <a:pt x="9016" y="11503"/>
                  </a:lnTo>
                  <a:lnTo>
                    <a:pt x="11087" y="10708"/>
                  </a:lnTo>
                  <a:lnTo>
                    <a:pt x="12210" y="9167"/>
                  </a:lnTo>
                  <a:lnTo>
                    <a:pt x="10758" y="6023"/>
                  </a:lnTo>
                  <a:lnTo>
                    <a:pt x="11781" y="3144"/>
                  </a:lnTo>
                  <a:lnTo>
                    <a:pt x="13966" y="1490"/>
                  </a:lnTo>
                  <a:lnTo>
                    <a:pt x="124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5598;p78">
              <a:extLst>
                <a:ext uri="{FF2B5EF4-FFF2-40B4-BE49-F238E27FC236}">
                  <a16:creationId xmlns:a16="http://schemas.microsoft.com/office/drawing/2014/main" id="{593AF222-F5E9-E64A-9DBC-C3713B078E74}"/>
                </a:ext>
              </a:extLst>
            </p:cNvPr>
            <p:cNvSpPr/>
            <p:nvPr/>
          </p:nvSpPr>
          <p:spPr>
            <a:xfrm>
              <a:off x="1843950" y="1219275"/>
              <a:ext cx="96625" cy="163875"/>
            </a:xfrm>
            <a:custGeom>
              <a:avLst/>
              <a:gdLst/>
              <a:ahLst/>
              <a:cxnLst/>
              <a:rect l="l" t="t" r="r" b="b"/>
              <a:pathLst>
                <a:path w="3865" h="6555" extrusionOk="0">
                  <a:moveTo>
                    <a:pt x="2602" y="1"/>
                  </a:moveTo>
                  <a:lnTo>
                    <a:pt x="2046" y="1339"/>
                  </a:lnTo>
                  <a:lnTo>
                    <a:pt x="1466" y="3334"/>
                  </a:lnTo>
                  <a:lnTo>
                    <a:pt x="1024" y="1642"/>
                  </a:lnTo>
                  <a:lnTo>
                    <a:pt x="1" y="3246"/>
                  </a:lnTo>
                  <a:lnTo>
                    <a:pt x="392" y="5026"/>
                  </a:lnTo>
                  <a:lnTo>
                    <a:pt x="1024" y="6554"/>
                  </a:lnTo>
                  <a:lnTo>
                    <a:pt x="3057" y="5014"/>
                  </a:lnTo>
                  <a:lnTo>
                    <a:pt x="3865" y="3221"/>
                  </a:lnTo>
                  <a:lnTo>
                    <a:pt x="3865" y="1339"/>
                  </a:lnTo>
                  <a:lnTo>
                    <a:pt x="2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5599;p78">
              <a:extLst>
                <a:ext uri="{FF2B5EF4-FFF2-40B4-BE49-F238E27FC236}">
                  <a16:creationId xmlns:a16="http://schemas.microsoft.com/office/drawing/2014/main" id="{67147432-FFE3-4045-931F-118389E76935}"/>
                </a:ext>
              </a:extLst>
            </p:cNvPr>
            <p:cNvSpPr/>
            <p:nvPr/>
          </p:nvSpPr>
          <p:spPr>
            <a:xfrm>
              <a:off x="1835425" y="1205075"/>
              <a:ext cx="113050" cy="190700"/>
            </a:xfrm>
            <a:custGeom>
              <a:avLst/>
              <a:gdLst/>
              <a:ahLst/>
              <a:cxnLst/>
              <a:rect l="l" t="t" r="r" b="b"/>
              <a:pathLst>
                <a:path w="4522" h="7628" extrusionOk="0">
                  <a:moveTo>
                    <a:pt x="3044" y="1150"/>
                  </a:moveTo>
                  <a:lnTo>
                    <a:pt x="3890" y="2034"/>
                  </a:lnTo>
                  <a:lnTo>
                    <a:pt x="3890" y="3726"/>
                  </a:lnTo>
                  <a:lnTo>
                    <a:pt x="3145" y="5380"/>
                  </a:lnTo>
                  <a:lnTo>
                    <a:pt x="1503" y="6630"/>
                  </a:lnTo>
                  <a:lnTo>
                    <a:pt x="1049" y="5519"/>
                  </a:lnTo>
                  <a:lnTo>
                    <a:pt x="683" y="3877"/>
                  </a:lnTo>
                  <a:lnTo>
                    <a:pt x="1238" y="2981"/>
                  </a:lnTo>
                  <a:lnTo>
                    <a:pt x="1781" y="5089"/>
                  </a:lnTo>
                  <a:lnTo>
                    <a:pt x="2678" y="2034"/>
                  </a:lnTo>
                  <a:lnTo>
                    <a:pt x="3044" y="1150"/>
                  </a:lnTo>
                  <a:close/>
                  <a:moveTo>
                    <a:pt x="2842" y="1"/>
                  </a:moveTo>
                  <a:lnTo>
                    <a:pt x="2084" y="1819"/>
                  </a:lnTo>
                  <a:lnTo>
                    <a:pt x="1819" y="2715"/>
                  </a:lnTo>
                  <a:lnTo>
                    <a:pt x="1491" y="1427"/>
                  </a:lnTo>
                  <a:lnTo>
                    <a:pt x="1" y="3763"/>
                  </a:lnTo>
                  <a:lnTo>
                    <a:pt x="443" y="5708"/>
                  </a:lnTo>
                  <a:lnTo>
                    <a:pt x="1238" y="7627"/>
                  </a:lnTo>
                  <a:lnTo>
                    <a:pt x="3650" y="5784"/>
                  </a:lnTo>
                  <a:lnTo>
                    <a:pt x="4496" y="3915"/>
                  </a:lnTo>
                  <a:lnTo>
                    <a:pt x="4521" y="1781"/>
                  </a:lnTo>
                  <a:lnTo>
                    <a:pt x="28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5600;p78">
              <a:extLst>
                <a:ext uri="{FF2B5EF4-FFF2-40B4-BE49-F238E27FC236}">
                  <a16:creationId xmlns:a16="http://schemas.microsoft.com/office/drawing/2014/main" id="{E4707554-03B7-0A4F-B9EA-5EB07490ADB8}"/>
                </a:ext>
              </a:extLst>
            </p:cNvPr>
            <p:cNvSpPr/>
            <p:nvPr/>
          </p:nvSpPr>
          <p:spPr>
            <a:xfrm>
              <a:off x="1794700" y="1458875"/>
              <a:ext cx="74850" cy="69800"/>
            </a:xfrm>
            <a:custGeom>
              <a:avLst/>
              <a:gdLst/>
              <a:ahLst/>
              <a:cxnLst/>
              <a:rect l="l" t="t" r="r" b="b"/>
              <a:pathLst>
                <a:path w="2994" h="2792" extrusionOk="0">
                  <a:moveTo>
                    <a:pt x="1971" y="1"/>
                  </a:moveTo>
                  <a:lnTo>
                    <a:pt x="872" y="847"/>
                  </a:lnTo>
                  <a:lnTo>
                    <a:pt x="1" y="1465"/>
                  </a:lnTo>
                  <a:lnTo>
                    <a:pt x="1504" y="2791"/>
                  </a:lnTo>
                  <a:lnTo>
                    <a:pt x="2994" y="2791"/>
                  </a:lnTo>
                  <a:lnTo>
                    <a:pt x="19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5601;p78">
              <a:extLst>
                <a:ext uri="{FF2B5EF4-FFF2-40B4-BE49-F238E27FC236}">
                  <a16:creationId xmlns:a16="http://schemas.microsoft.com/office/drawing/2014/main" id="{4BBA44B1-57DC-3543-9233-4BCE45668EA2}"/>
                </a:ext>
              </a:extLst>
            </p:cNvPr>
            <p:cNvSpPr/>
            <p:nvPr/>
          </p:nvSpPr>
          <p:spPr>
            <a:xfrm>
              <a:off x="1782075" y="1445925"/>
              <a:ext cx="98850" cy="90625"/>
            </a:xfrm>
            <a:custGeom>
              <a:avLst/>
              <a:gdLst/>
              <a:ahLst/>
              <a:cxnLst/>
              <a:rect l="l" t="t" r="r" b="b"/>
              <a:pathLst>
                <a:path w="3954" h="3625" extrusionOk="0">
                  <a:moveTo>
                    <a:pt x="2324" y="1024"/>
                  </a:moveTo>
                  <a:lnTo>
                    <a:pt x="3057" y="2994"/>
                  </a:lnTo>
                  <a:lnTo>
                    <a:pt x="2122" y="2994"/>
                  </a:lnTo>
                  <a:lnTo>
                    <a:pt x="1011" y="2009"/>
                  </a:lnTo>
                  <a:lnTo>
                    <a:pt x="2324" y="1024"/>
                  </a:lnTo>
                  <a:close/>
                  <a:moveTo>
                    <a:pt x="2627" y="1"/>
                  </a:moveTo>
                  <a:lnTo>
                    <a:pt x="1188" y="1112"/>
                  </a:lnTo>
                  <a:lnTo>
                    <a:pt x="1" y="1958"/>
                  </a:lnTo>
                  <a:lnTo>
                    <a:pt x="1882" y="3625"/>
                  </a:lnTo>
                  <a:lnTo>
                    <a:pt x="3953" y="3625"/>
                  </a:lnTo>
                  <a:lnTo>
                    <a:pt x="26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5602;p78">
              <a:extLst>
                <a:ext uri="{FF2B5EF4-FFF2-40B4-BE49-F238E27FC236}">
                  <a16:creationId xmlns:a16="http://schemas.microsoft.com/office/drawing/2014/main" id="{7495BC9F-DEE5-F84C-9712-B2ED4160EFEA}"/>
                </a:ext>
              </a:extLst>
            </p:cNvPr>
            <p:cNvSpPr/>
            <p:nvPr/>
          </p:nvSpPr>
          <p:spPr>
            <a:xfrm>
              <a:off x="241275" y="1079650"/>
              <a:ext cx="2559200" cy="3887025"/>
            </a:xfrm>
            <a:custGeom>
              <a:avLst/>
              <a:gdLst/>
              <a:ahLst/>
              <a:cxnLst/>
              <a:rect l="l" t="t" r="r" b="b"/>
              <a:pathLst>
                <a:path w="102368" h="155481" extrusionOk="0">
                  <a:moveTo>
                    <a:pt x="22033" y="0"/>
                  </a:moveTo>
                  <a:cubicBezTo>
                    <a:pt x="21541" y="0"/>
                    <a:pt x="20848" y="207"/>
                    <a:pt x="19875" y="825"/>
                  </a:cubicBezTo>
                  <a:cubicBezTo>
                    <a:pt x="16958" y="2669"/>
                    <a:pt x="16718" y="2669"/>
                    <a:pt x="16718" y="2669"/>
                  </a:cubicBezTo>
                  <a:lnTo>
                    <a:pt x="14357" y="4096"/>
                  </a:lnTo>
                  <a:lnTo>
                    <a:pt x="14357" y="5043"/>
                  </a:lnTo>
                  <a:lnTo>
                    <a:pt x="15304" y="8351"/>
                  </a:lnTo>
                  <a:lnTo>
                    <a:pt x="15532" y="10056"/>
                  </a:lnTo>
                  <a:lnTo>
                    <a:pt x="13423" y="9450"/>
                  </a:lnTo>
                  <a:lnTo>
                    <a:pt x="12665" y="8869"/>
                  </a:lnTo>
                  <a:lnTo>
                    <a:pt x="10051" y="10043"/>
                  </a:lnTo>
                  <a:lnTo>
                    <a:pt x="9319" y="11584"/>
                  </a:lnTo>
                  <a:lnTo>
                    <a:pt x="9319" y="12606"/>
                  </a:lnTo>
                  <a:lnTo>
                    <a:pt x="11920" y="12998"/>
                  </a:lnTo>
                  <a:lnTo>
                    <a:pt x="13890" y="12846"/>
                  </a:lnTo>
                  <a:lnTo>
                    <a:pt x="13890" y="12846"/>
                  </a:lnTo>
                  <a:lnTo>
                    <a:pt x="12236" y="14854"/>
                  </a:lnTo>
                  <a:lnTo>
                    <a:pt x="9281" y="15447"/>
                  </a:lnTo>
                  <a:lnTo>
                    <a:pt x="7324" y="17884"/>
                  </a:lnTo>
                  <a:lnTo>
                    <a:pt x="5922" y="20094"/>
                  </a:lnTo>
                  <a:lnTo>
                    <a:pt x="6478" y="22228"/>
                  </a:lnTo>
                  <a:lnTo>
                    <a:pt x="7665" y="23491"/>
                  </a:lnTo>
                  <a:lnTo>
                    <a:pt x="9559" y="25069"/>
                  </a:lnTo>
                  <a:cubicBezTo>
                    <a:pt x="9559" y="25069"/>
                    <a:pt x="8448" y="26534"/>
                    <a:pt x="8372" y="26862"/>
                  </a:cubicBezTo>
                  <a:cubicBezTo>
                    <a:pt x="8296" y="27191"/>
                    <a:pt x="2841" y="30196"/>
                    <a:pt x="2841" y="30196"/>
                  </a:cubicBezTo>
                  <a:lnTo>
                    <a:pt x="0" y="31610"/>
                  </a:lnTo>
                  <a:lnTo>
                    <a:pt x="0" y="31610"/>
                  </a:lnTo>
                  <a:lnTo>
                    <a:pt x="4344" y="30903"/>
                  </a:lnTo>
                  <a:lnTo>
                    <a:pt x="10178" y="28529"/>
                  </a:lnTo>
                  <a:lnTo>
                    <a:pt x="12476" y="25852"/>
                  </a:lnTo>
                  <a:lnTo>
                    <a:pt x="14446" y="24110"/>
                  </a:lnTo>
                  <a:lnTo>
                    <a:pt x="16883" y="22380"/>
                  </a:lnTo>
                  <a:lnTo>
                    <a:pt x="15393" y="25132"/>
                  </a:lnTo>
                  <a:lnTo>
                    <a:pt x="17287" y="24741"/>
                  </a:lnTo>
                  <a:cubicBezTo>
                    <a:pt x="17287" y="24741"/>
                    <a:pt x="19648" y="24034"/>
                    <a:pt x="19812" y="23794"/>
                  </a:cubicBezTo>
                  <a:cubicBezTo>
                    <a:pt x="19818" y="23784"/>
                    <a:pt x="19832" y="23779"/>
                    <a:pt x="19854" y="23779"/>
                  </a:cubicBezTo>
                  <a:cubicBezTo>
                    <a:pt x="20342" y="23779"/>
                    <a:pt x="24610" y="26319"/>
                    <a:pt x="24610" y="26319"/>
                  </a:cubicBezTo>
                  <a:lnTo>
                    <a:pt x="26113" y="29085"/>
                  </a:lnTo>
                  <a:lnTo>
                    <a:pt x="26820" y="33100"/>
                  </a:lnTo>
                  <a:lnTo>
                    <a:pt x="26189" y="36105"/>
                  </a:lnTo>
                  <a:lnTo>
                    <a:pt x="25633" y="38151"/>
                  </a:lnTo>
                  <a:lnTo>
                    <a:pt x="26429" y="40045"/>
                  </a:lnTo>
                  <a:lnTo>
                    <a:pt x="27376" y="37040"/>
                  </a:lnTo>
                  <a:lnTo>
                    <a:pt x="28474" y="36105"/>
                  </a:lnTo>
                  <a:lnTo>
                    <a:pt x="29194" y="40512"/>
                  </a:lnTo>
                  <a:lnTo>
                    <a:pt x="30457" y="43505"/>
                  </a:lnTo>
                  <a:lnTo>
                    <a:pt x="28083" y="42015"/>
                  </a:lnTo>
                  <a:lnTo>
                    <a:pt x="27856" y="43505"/>
                  </a:lnTo>
                  <a:lnTo>
                    <a:pt x="29585" y="47293"/>
                  </a:lnTo>
                  <a:lnTo>
                    <a:pt x="29346" y="49894"/>
                  </a:lnTo>
                  <a:lnTo>
                    <a:pt x="28083" y="52419"/>
                  </a:lnTo>
                  <a:lnTo>
                    <a:pt x="27616" y="56763"/>
                  </a:lnTo>
                  <a:lnTo>
                    <a:pt x="27931" y="61258"/>
                  </a:lnTo>
                  <a:lnTo>
                    <a:pt x="29661" y="64011"/>
                  </a:lnTo>
                  <a:lnTo>
                    <a:pt x="31404" y="65198"/>
                  </a:lnTo>
                  <a:lnTo>
                    <a:pt x="32666" y="68670"/>
                  </a:lnTo>
                  <a:lnTo>
                    <a:pt x="33538" y="71713"/>
                  </a:lnTo>
                  <a:lnTo>
                    <a:pt x="34081" y="73708"/>
                  </a:lnTo>
                  <a:lnTo>
                    <a:pt x="36631" y="76398"/>
                  </a:lnTo>
                  <a:lnTo>
                    <a:pt x="36631" y="76398"/>
                  </a:lnTo>
                  <a:lnTo>
                    <a:pt x="36050" y="73241"/>
                  </a:lnTo>
                  <a:lnTo>
                    <a:pt x="34560" y="71347"/>
                  </a:lnTo>
                  <a:lnTo>
                    <a:pt x="33929" y="66852"/>
                  </a:lnTo>
                  <a:lnTo>
                    <a:pt x="35343" y="68506"/>
                  </a:lnTo>
                  <a:lnTo>
                    <a:pt x="36215" y="71713"/>
                  </a:lnTo>
                  <a:lnTo>
                    <a:pt x="38424" y="73784"/>
                  </a:lnTo>
                  <a:lnTo>
                    <a:pt x="40470" y="77332"/>
                  </a:lnTo>
                  <a:lnTo>
                    <a:pt x="40634" y="79618"/>
                  </a:lnTo>
                  <a:lnTo>
                    <a:pt x="42288" y="81436"/>
                  </a:lnTo>
                  <a:lnTo>
                    <a:pt x="46241" y="82623"/>
                  </a:lnTo>
                  <a:lnTo>
                    <a:pt x="49082" y="84113"/>
                  </a:lnTo>
                  <a:lnTo>
                    <a:pt x="49940" y="83557"/>
                  </a:lnTo>
                  <a:lnTo>
                    <a:pt x="52541" y="85616"/>
                  </a:lnTo>
                  <a:lnTo>
                    <a:pt x="55458" y="86247"/>
                  </a:lnTo>
                  <a:lnTo>
                    <a:pt x="57428" y="88457"/>
                  </a:lnTo>
                  <a:lnTo>
                    <a:pt x="58855" y="90035"/>
                  </a:lnTo>
                  <a:lnTo>
                    <a:pt x="61380" y="91373"/>
                  </a:lnTo>
                  <a:lnTo>
                    <a:pt x="62643" y="90275"/>
                  </a:lnTo>
                  <a:lnTo>
                    <a:pt x="64221" y="92081"/>
                  </a:lnTo>
                  <a:lnTo>
                    <a:pt x="63906" y="95553"/>
                  </a:lnTo>
                  <a:lnTo>
                    <a:pt x="62378" y="97346"/>
                  </a:lnTo>
                  <a:lnTo>
                    <a:pt x="61595" y="99644"/>
                  </a:lnTo>
                  <a:lnTo>
                    <a:pt x="61355" y="101854"/>
                  </a:lnTo>
                  <a:lnTo>
                    <a:pt x="60875" y="103028"/>
                  </a:lnTo>
                  <a:lnTo>
                    <a:pt x="63325" y="105629"/>
                  </a:lnTo>
                  <a:lnTo>
                    <a:pt x="65459" y="108862"/>
                  </a:lnTo>
                  <a:lnTo>
                    <a:pt x="67580" y="112170"/>
                  </a:lnTo>
                  <a:lnTo>
                    <a:pt x="69550" y="113281"/>
                  </a:lnTo>
                  <a:lnTo>
                    <a:pt x="70813" y="115011"/>
                  </a:lnTo>
                  <a:lnTo>
                    <a:pt x="71293" y="119746"/>
                  </a:lnTo>
                  <a:lnTo>
                    <a:pt x="71532" y="123610"/>
                  </a:lnTo>
                  <a:lnTo>
                    <a:pt x="71293" y="127562"/>
                  </a:lnTo>
                  <a:lnTo>
                    <a:pt x="71444" y="129608"/>
                  </a:lnTo>
                  <a:lnTo>
                    <a:pt x="70661" y="132765"/>
                  </a:lnTo>
                  <a:lnTo>
                    <a:pt x="70585" y="135214"/>
                  </a:lnTo>
                  <a:lnTo>
                    <a:pt x="70813" y="138220"/>
                  </a:lnTo>
                  <a:lnTo>
                    <a:pt x="72151" y="139167"/>
                  </a:lnTo>
                  <a:lnTo>
                    <a:pt x="70346" y="143334"/>
                  </a:lnTo>
                  <a:lnTo>
                    <a:pt x="71684" y="145392"/>
                  </a:lnTo>
                  <a:lnTo>
                    <a:pt x="72000" y="147210"/>
                  </a:lnTo>
                  <a:lnTo>
                    <a:pt x="73225" y="150998"/>
                  </a:lnTo>
                  <a:lnTo>
                    <a:pt x="75548" y="154344"/>
                  </a:lnTo>
                  <a:lnTo>
                    <a:pt x="77278" y="155481"/>
                  </a:lnTo>
                  <a:lnTo>
                    <a:pt x="80283" y="155481"/>
                  </a:lnTo>
                  <a:lnTo>
                    <a:pt x="81546" y="153991"/>
                  </a:lnTo>
                  <a:lnTo>
                    <a:pt x="78313" y="152248"/>
                  </a:lnTo>
                  <a:lnTo>
                    <a:pt x="77126" y="149331"/>
                  </a:lnTo>
                  <a:cubicBezTo>
                    <a:pt x="77126" y="149331"/>
                    <a:pt x="75864" y="148826"/>
                    <a:pt x="77050" y="147399"/>
                  </a:cubicBezTo>
                  <a:cubicBezTo>
                    <a:pt x="78237" y="145985"/>
                    <a:pt x="78237" y="145960"/>
                    <a:pt x="78237" y="145960"/>
                  </a:cubicBezTo>
                  <a:lnTo>
                    <a:pt x="78553" y="144925"/>
                  </a:lnTo>
                  <a:lnTo>
                    <a:pt x="76899" y="143738"/>
                  </a:lnTo>
                  <a:lnTo>
                    <a:pt x="77758" y="142083"/>
                  </a:lnTo>
                  <a:lnTo>
                    <a:pt x="78553" y="141528"/>
                  </a:lnTo>
                  <a:lnTo>
                    <a:pt x="78945" y="139318"/>
                  </a:lnTo>
                  <a:lnTo>
                    <a:pt x="78389" y="138055"/>
                  </a:lnTo>
                  <a:lnTo>
                    <a:pt x="78465" y="136957"/>
                  </a:lnTo>
                  <a:lnTo>
                    <a:pt x="79892" y="137108"/>
                  </a:lnTo>
                  <a:lnTo>
                    <a:pt x="79967" y="135530"/>
                  </a:lnTo>
                  <a:lnTo>
                    <a:pt x="79967" y="134962"/>
                  </a:lnTo>
                  <a:lnTo>
                    <a:pt x="81861" y="134406"/>
                  </a:lnTo>
                  <a:lnTo>
                    <a:pt x="83755" y="133926"/>
                  </a:lnTo>
                  <a:lnTo>
                    <a:pt x="83755" y="131805"/>
                  </a:lnTo>
                  <a:lnTo>
                    <a:pt x="83604" y="130542"/>
                  </a:lnTo>
                  <a:lnTo>
                    <a:pt x="83516" y="129595"/>
                  </a:lnTo>
                  <a:lnTo>
                    <a:pt x="86205" y="130063"/>
                  </a:lnTo>
                  <a:lnTo>
                    <a:pt x="87821" y="128484"/>
                  </a:lnTo>
                  <a:lnTo>
                    <a:pt x="89261" y="126047"/>
                  </a:lnTo>
                  <a:lnTo>
                    <a:pt x="90612" y="124065"/>
                  </a:lnTo>
                  <a:lnTo>
                    <a:pt x="91079" y="121312"/>
                  </a:lnTo>
                  <a:lnTo>
                    <a:pt x="93605" y="119570"/>
                  </a:lnTo>
                  <a:lnTo>
                    <a:pt x="96294" y="118155"/>
                  </a:lnTo>
                  <a:lnTo>
                    <a:pt x="97633" y="117360"/>
                  </a:lnTo>
                  <a:lnTo>
                    <a:pt x="98188" y="113572"/>
                  </a:lnTo>
                  <a:lnTo>
                    <a:pt x="99047" y="110415"/>
                  </a:lnTo>
                  <a:lnTo>
                    <a:pt x="99451" y="108445"/>
                  </a:lnTo>
                  <a:lnTo>
                    <a:pt x="101257" y="106160"/>
                  </a:lnTo>
                  <a:lnTo>
                    <a:pt x="102368" y="104190"/>
                  </a:lnTo>
                  <a:lnTo>
                    <a:pt x="101332" y="102296"/>
                  </a:lnTo>
                  <a:cubicBezTo>
                    <a:pt x="101332" y="102296"/>
                    <a:pt x="101888" y="102220"/>
                    <a:pt x="98655" y="100957"/>
                  </a:cubicBezTo>
                  <a:lnTo>
                    <a:pt x="95423" y="99695"/>
                  </a:lnTo>
                  <a:lnTo>
                    <a:pt x="93529" y="99379"/>
                  </a:lnTo>
                  <a:lnTo>
                    <a:pt x="91471" y="98596"/>
                  </a:lnTo>
                  <a:lnTo>
                    <a:pt x="89185" y="97649"/>
                  </a:lnTo>
                  <a:lnTo>
                    <a:pt x="88011" y="94884"/>
                  </a:lnTo>
                  <a:lnTo>
                    <a:pt x="86508" y="92750"/>
                  </a:lnTo>
                  <a:lnTo>
                    <a:pt x="83124" y="91651"/>
                  </a:lnTo>
                  <a:lnTo>
                    <a:pt x="80914" y="91411"/>
                  </a:lnTo>
                  <a:lnTo>
                    <a:pt x="78616" y="89202"/>
                  </a:lnTo>
                  <a:lnTo>
                    <a:pt x="76571" y="88015"/>
                  </a:lnTo>
                  <a:lnTo>
                    <a:pt x="74121" y="87787"/>
                  </a:lnTo>
                  <a:lnTo>
                    <a:pt x="71596" y="87156"/>
                  </a:lnTo>
                  <a:lnTo>
                    <a:pt x="68755" y="87232"/>
                  </a:lnTo>
                  <a:cubicBezTo>
                    <a:pt x="68755" y="87232"/>
                    <a:pt x="65522" y="88179"/>
                    <a:pt x="65446" y="88495"/>
                  </a:cubicBezTo>
                  <a:cubicBezTo>
                    <a:pt x="65358" y="88810"/>
                    <a:pt x="64903" y="90174"/>
                    <a:pt x="64903" y="90174"/>
                  </a:cubicBezTo>
                  <a:lnTo>
                    <a:pt x="63325" y="88911"/>
                  </a:lnTo>
                  <a:lnTo>
                    <a:pt x="61595" y="89467"/>
                  </a:lnTo>
                  <a:lnTo>
                    <a:pt x="59852" y="88596"/>
                  </a:lnTo>
                  <a:lnTo>
                    <a:pt x="58590" y="85994"/>
                  </a:lnTo>
                  <a:lnTo>
                    <a:pt x="59385" y="83949"/>
                  </a:lnTo>
                  <a:lnTo>
                    <a:pt x="57491" y="83317"/>
                  </a:lnTo>
                  <a:lnTo>
                    <a:pt x="54966" y="83002"/>
                  </a:lnTo>
                  <a:lnTo>
                    <a:pt x="55673" y="81032"/>
                  </a:lnTo>
                  <a:lnTo>
                    <a:pt x="56380" y="79643"/>
                  </a:lnTo>
                  <a:lnTo>
                    <a:pt x="56532" y="78507"/>
                  </a:lnTo>
                  <a:lnTo>
                    <a:pt x="53779" y="78507"/>
                  </a:lnTo>
                  <a:lnTo>
                    <a:pt x="52592" y="80476"/>
                  </a:lnTo>
                  <a:lnTo>
                    <a:pt x="49915" y="81423"/>
                  </a:lnTo>
                  <a:lnTo>
                    <a:pt x="47933" y="78747"/>
                  </a:lnTo>
                  <a:lnTo>
                    <a:pt x="47541" y="75160"/>
                  </a:lnTo>
                  <a:lnTo>
                    <a:pt x="48412" y="72218"/>
                  </a:lnTo>
                  <a:lnTo>
                    <a:pt x="51165" y="70173"/>
                  </a:lnTo>
                  <a:lnTo>
                    <a:pt x="54095" y="69769"/>
                  </a:lnTo>
                  <a:lnTo>
                    <a:pt x="55433" y="70880"/>
                  </a:lnTo>
                  <a:lnTo>
                    <a:pt x="56064" y="69693"/>
                  </a:lnTo>
                  <a:lnTo>
                    <a:pt x="58198" y="69693"/>
                  </a:lnTo>
                  <a:lnTo>
                    <a:pt x="60964" y="70552"/>
                  </a:lnTo>
                  <a:lnTo>
                    <a:pt x="61191" y="72521"/>
                  </a:lnTo>
                  <a:lnTo>
                    <a:pt x="62529" y="74567"/>
                  </a:lnTo>
                  <a:lnTo>
                    <a:pt x="62933" y="72484"/>
                  </a:lnTo>
                  <a:lnTo>
                    <a:pt x="62769" y="68759"/>
                  </a:lnTo>
                  <a:lnTo>
                    <a:pt x="63805" y="66852"/>
                  </a:lnTo>
                  <a:lnTo>
                    <a:pt x="66797" y="64806"/>
                  </a:lnTo>
                  <a:lnTo>
                    <a:pt x="68300" y="62281"/>
                  </a:lnTo>
                  <a:lnTo>
                    <a:pt x="69083" y="60248"/>
                  </a:lnTo>
                  <a:lnTo>
                    <a:pt x="71684" y="57697"/>
                  </a:lnTo>
                  <a:lnTo>
                    <a:pt x="73338" y="57697"/>
                  </a:lnTo>
                  <a:lnTo>
                    <a:pt x="74197" y="55412"/>
                  </a:lnTo>
                  <a:lnTo>
                    <a:pt x="76722" y="53758"/>
                  </a:lnTo>
                  <a:lnTo>
                    <a:pt x="77833" y="55488"/>
                  </a:lnTo>
                  <a:lnTo>
                    <a:pt x="79879" y="54187"/>
                  </a:lnTo>
                  <a:lnTo>
                    <a:pt x="83351" y="52748"/>
                  </a:lnTo>
                  <a:lnTo>
                    <a:pt x="82569" y="51876"/>
                  </a:lnTo>
                  <a:lnTo>
                    <a:pt x="79412" y="52104"/>
                  </a:lnTo>
                  <a:lnTo>
                    <a:pt x="78692" y="50525"/>
                  </a:lnTo>
                  <a:lnTo>
                    <a:pt x="78692" y="49187"/>
                  </a:lnTo>
                  <a:lnTo>
                    <a:pt x="77833" y="48707"/>
                  </a:lnTo>
                  <a:lnTo>
                    <a:pt x="76091" y="49502"/>
                  </a:lnTo>
                  <a:lnTo>
                    <a:pt x="78540" y="48240"/>
                  </a:lnTo>
                  <a:lnTo>
                    <a:pt x="80902" y="48240"/>
                  </a:lnTo>
                  <a:lnTo>
                    <a:pt x="83111" y="48391"/>
                  </a:lnTo>
                  <a:lnTo>
                    <a:pt x="85725" y="46901"/>
                  </a:lnTo>
                  <a:cubicBezTo>
                    <a:pt x="85725" y="46901"/>
                    <a:pt x="87619" y="45474"/>
                    <a:pt x="87695" y="45361"/>
                  </a:cubicBezTo>
                  <a:cubicBezTo>
                    <a:pt x="87771" y="45247"/>
                    <a:pt x="86041" y="42204"/>
                    <a:pt x="86041" y="42204"/>
                  </a:cubicBezTo>
                  <a:lnTo>
                    <a:pt x="83983" y="40297"/>
                  </a:lnTo>
                  <a:lnTo>
                    <a:pt x="83591" y="38151"/>
                  </a:lnTo>
                  <a:lnTo>
                    <a:pt x="83111" y="33820"/>
                  </a:lnTo>
                  <a:lnTo>
                    <a:pt x="81066" y="36105"/>
                  </a:lnTo>
                  <a:lnTo>
                    <a:pt x="79172" y="35701"/>
                  </a:lnTo>
                  <a:lnTo>
                    <a:pt x="78856" y="33656"/>
                  </a:lnTo>
                  <a:lnTo>
                    <a:pt x="79639" y="32203"/>
                  </a:lnTo>
                  <a:lnTo>
                    <a:pt x="77909" y="31724"/>
                  </a:lnTo>
                  <a:lnTo>
                    <a:pt x="76798" y="30575"/>
                  </a:lnTo>
                  <a:lnTo>
                    <a:pt x="73957" y="30575"/>
                  </a:lnTo>
                  <a:lnTo>
                    <a:pt x="73098" y="30650"/>
                  </a:lnTo>
                  <a:lnTo>
                    <a:pt x="73010" y="33491"/>
                  </a:lnTo>
                  <a:lnTo>
                    <a:pt x="71671" y="34918"/>
                  </a:lnTo>
                  <a:lnTo>
                    <a:pt x="72467" y="36156"/>
                  </a:lnTo>
                  <a:lnTo>
                    <a:pt x="72694" y="38479"/>
                  </a:lnTo>
                  <a:lnTo>
                    <a:pt x="70573" y="40285"/>
                  </a:lnTo>
                  <a:lnTo>
                    <a:pt x="68603" y="40979"/>
                  </a:lnTo>
                  <a:lnTo>
                    <a:pt x="68603" y="44136"/>
                  </a:lnTo>
                  <a:lnTo>
                    <a:pt x="67340" y="44767"/>
                  </a:lnTo>
                  <a:lnTo>
                    <a:pt x="65913" y="42962"/>
                  </a:lnTo>
                  <a:lnTo>
                    <a:pt x="66545" y="40196"/>
                  </a:lnTo>
                  <a:lnTo>
                    <a:pt x="64386" y="39098"/>
                  </a:lnTo>
                  <a:lnTo>
                    <a:pt x="62113" y="37747"/>
                  </a:lnTo>
                  <a:lnTo>
                    <a:pt x="61115" y="36888"/>
                  </a:lnTo>
                  <a:lnTo>
                    <a:pt x="60092" y="36888"/>
                  </a:lnTo>
                  <a:lnTo>
                    <a:pt x="59852" y="34123"/>
                  </a:lnTo>
                  <a:lnTo>
                    <a:pt x="60244" y="31686"/>
                  </a:lnTo>
                  <a:lnTo>
                    <a:pt x="61088" y="29679"/>
                  </a:lnTo>
                  <a:lnTo>
                    <a:pt x="61088" y="29679"/>
                  </a:lnTo>
                  <a:cubicBezTo>
                    <a:pt x="61170" y="29674"/>
                    <a:pt x="61518" y="29543"/>
                    <a:pt x="62694" y="28958"/>
                  </a:cubicBezTo>
                  <a:cubicBezTo>
                    <a:pt x="63454" y="28578"/>
                    <a:pt x="63639" y="28510"/>
                    <a:pt x="63679" y="28510"/>
                  </a:cubicBezTo>
                  <a:cubicBezTo>
                    <a:pt x="63702" y="28510"/>
                    <a:pt x="63680" y="28531"/>
                    <a:pt x="63688" y="28531"/>
                  </a:cubicBezTo>
                  <a:cubicBezTo>
                    <a:pt x="63704" y="28531"/>
                    <a:pt x="63843" y="28444"/>
                    <a:pt x="64739" y="27910"/>
                  </a:cubicBezTo>
                  <a:cubicBezTo>
                    <a:pt x="66873" y="26648"/>
                    <a:pt x="66873" y="26648"/>
                    <a:pt x="66873" y="26648"/>
                  </a:cubicBezTo>
                  <a:lnTo>
                    <a:pt x="68451" y="25145"/>
                  </a:lnTo>
                  <a:lnTo>
                    <a:pt x="69714" y="23870"/>
                  </a:lnTo>
                  <a:lnTo>
                    <a:pt x="70585" y="23642"/>
                  </a:lnTo>
                  <a:lnTo>
                    <a:pt x="73969" y="23642"/>
                  </a:lnTo>
                  <a:lnTo>
                    <a:pt x="74121" y="21597"/>
                  </a:lnTo>
                  <a:lnTo>
                    <a:pt x="75144" y="19779"/>
                  </a:lnTo>
                  <a:lnTo>
                    <a:pt x="74677" y="18049"/>
                  </a:lnTo>
                  <a:lnTo>
                    <a:pt x="73035" y="16660"/>
                  </a:lnTo>
                  <a:lnTo>
                    <a:pt x="71987" y="18693"/>
                  </a:lnTo>
                  <a:lnTo>
                    <a:pt x="70371" y="19943"/>
                  </a:lnTo>
                  <a:lnTo>
                    <a:pt x="69234" y="20726"/>
                  </a:lnTo>
                  <a:lnTo>
                    <a:pt x="69234" y="18276"/>
                  </a:lnTo>
                  <a:lnTo>
                    <a:pt x="69487" y="17013"/>
                  </a:lnTo>
                  <a:lnTo>
                    <a:pt x="69487" y="17013"/>
                  </a:lnTo>
                  <a:lnTo>
                    <a:pt x="68439" y="17960"/>
                  </a:lnTo>
                  <a:lnTo>
                    <a:pt x="67403" y="15599"/>
                  </a:lnTo>
                  <a:lnTo>
                    <a:pt x="68565" y="14336"/>
                  </a:lnTo>
                  <a:lnTo>
                    <a:pt x="69373" y="12594"/>
                  </a:lnTo>
                  <a:lnTo>
                    <a:pt x="70636" y="9841"/>
                  </a:lnTo>
                  <a:lnTo>
                    <a:pt x="71633" y="9450"/>
                  </a:lnTo>
                  <a:lnTo>
                    <a:pt x="73401" y="7783"/>
                  </a:lnTo>
                  <a:lnTo>
                    <a:pt x="72618" y="7379"/>
                  </a:lnTo>
                  <a:lnTo>
                    <a:pt x="71633" y="7240"/>
                  </a:lnTo>
                  <a:lnTo>
                    <a:pt x="69234" y="7240"/>
                  </a:lnTo>
                  <a:lnTo>
                    <a:pt x="69234" y="9450"/>
                  </a:lnTo>
                  <a:lnTo>
                    <a:pt x="67164" y="12152"/>
                  </a:lnTo>
                  <a:lnTo>
                    <a:pt x="65408" y="14854"/>
                  </a:lnTo>
                  <a:lnTo>
                    <a:pt x="66280" y="16091"/>
                  </a:lnTo>
                  <a:lnTo>
                    <a:pt x="65926" y="18516"/>
                  </a:lnTo>
                  <a:lnTo>
                    <a:pt x="62921" y="20094"/>
                  </a:lnTo>
                  <a:lnTo>
                    <a:pt x="62921" y="18276"/>
                  </a:lnTo>
                  <a:lnTo>
                    <a:pt x="61191" y="18124"/>
                  </a:lnTo>
                  <a:lnTo>
                    <a:pt x="59701" y="19299"/>
                  </a:lnTo>
                  <a:lnTo>
                    <a:pt x="57845" y="16698"/>
                  </a:lnTo>
                  <a:lnTo>
                    <a:pt x="55673" y="16698"/>
                  </a:lnTo>
                  <a:lnTo>
                    <a:pt x="54966" y="18049"/>
                  </a:lnTo>
                  <a:lnTo>
                    <a:pt x="54259" y="19071"/>
                  </a:lnTo>
                  <a:lnTo>
                    <a:pt x="53223" y="16786"/>
                  </a:lnTo>
                  <a:cubicBezTo>
                    <a:pt x="53223" y="16786"/>
                    <a:pt x="52623" y="16998"/>
                    <a:pt x="52038" y="16998"/>
                  </a:cubicBezTo>
                  <a:cubicBezTo>
                    <a:pt x="51500" y="16998"/>
                    <a:pt x="50974" y="16819"/>
                    <a:pt x="50938" y="16129"/>
                  </a:cubicBezTo>
                  <a:cubicBezTo>
                    <a:pt x="50862" y="14690"/>
                    <a:pt x="50862" y="14677"/>
                    <a:pt x="50862" y="14677"/>
                  </a:cubicBezTo>
                  <a:lnTo>
                    <a:pt x="47629" y="11672"/>
                  </a:lnTo>
                  <a:lnTo>
                    <a:pt x="46594" y="10952"/>
                  </a:lnTo>
                  <a:lnTo>
                    <a:pt x="44788" y="11268"/>
                  </a:lnTo>
                  <a:lnTo>
                    <a:pt x="43993" y="8869"/>
                  </a:lnTo>
                  <a:lnTo>
                    <a:pt x="42579" y="8427"/>
                  </a:lnTo>
                  <a:lnTo>
                    <a:pt x="39030" y="8869"/>
                  </a:lnTo>
                  <a:lnTo>
                    <a:pt x="36972" y="8427"/>
                  </a:lnTo>
                  <a:lnTo>
                    <a:pt x="34295" y="6141"/>
                  </a:lnTo>
                  <a:lnTo>
                    <a:pt x="30747" y="4462"/>
                  </a:lnTo>
                  <a:lnTo>
                    <a:pt x="28159" y="1962"/>
                  </a:lnTo>
                  <a:lnTo>
                    <a:pt x="26037" y="194"/>
                  </a:lnTo>
                  <a:lnTo>
                    <a:pt x="23196" y="825"/>
                  </a:lnTo>
                  <a:cubicBezTo>
                    <a:pt x="23196" y="825"/>
                    <a:pt x="23017" y="0"/>
                    <a:pt x="220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5603;p78">
              <a:extLst>
                <a:ext uri="{FF2B5EF4-FFF2-40B4-BE49-F238E27FC236}">
                  <a16:creationId xmlns:a16="http://schemas.microsoft.com/office/drawing/2014/main" id="{93FC860A-D4BC-164B-B36E-50492F3FC8AC}"/>
                </a:ext>
              </a:extLst>
            </p:cNvPr>
            <p:cNvSpPr/>
            <p:nvPr/>
          </p:nvSpPr>
          <p:spPr>
            <a:xfrm>
              <a:off x="238125" y="1071925"/>
              <a:ext cx="2568675" cy="3902025"/>
            </a:xfrm>
            <a:custGeom>
              <a:avLst/>
              <a:gdLst/>
              <a:ahLst/>
              <a:cxnLst/>
              <a:rect l="l" t="t" r="r" b="b"/>
              <a:pathLst>
                <a:path w="102747" h="156081" extrusionOk="0">
                  <a:moveTo>
                    <a:pt x="61468" y="29836"/>
                  </a:moveTo>
                  <a:cubicBezTo>
                    <a:pt x="61506" y="29899"/>
                    <a:pt x="61519" y="29962"/>
                    <a:pt x="61506" y="30025"/>
                  </a:cubicBezTo>
                  <a:lnTo>
                    <a:pt x="61342" y="29899"/>
                  </a:lnTo>
                  <a:lnTo>
                    <a:pt x="61468" y="29836"/>
                  </a:lnTo>
                  <a:close/>
                  <a:moveTo>
                    <a:pt x="101181" y="102504"/>
                  </a:moveTo>
                  <a:lnTo>
                    <a:pt x="101282" y="102542"/>
                  </a:lnTo>
                  <a:lnTo>
                    <a:pt x="101193" y="102718"/>
                  </a:lnTo>
                  <a:cubicBezTo>
                    <a:pt x="101155" y="102655"/>
                    <a:pt x="101143" y="102567"/>
                    <a:pt x="101181" y="102504"/>
                  </a:cubicBezTo>
                  <a:close/>
                  <a:moveTo>
                    <a:pt x="22159" y="618"/>
                  </a:moveTo>
                  <a:cubicBezTo>
                    <a:pt x="22328" y="618"/>
                    <a:pt x="22461" y="648"/>
                    <a:pt x="22565" y="692"/>
                  </a:cubicBezTo>
                  <a:cubicBezTo>
                    <a:pt x="22779" y="781"/>
                    <a:pt x="22943" y="970"/>
                    <a:pt x="23019" y="1198"/>
                  </a:cubicBezTo>
                  <a:lnTo>
                    <a:pt x="23385" y="1437"/>
                  </a:lnTo>
                  <a:lnTo>
                    <a:pt x="26075" y="844"/>
                  </a:lnTo>
                  <a:lnTo>
                    <a:pt x="28057" y="2498"/>
                  </a:lnTo>
                  <a:lnTo>
                    <a:pt x="30658" y="4998"/>
                  </a:lnTo>
                  <a:lnTo>
                    <a:pt x="34257" y="6716"/>
                  </a:lnTo>
                  <a:lnTo>
                    <a:pt x="36909" y="8976"/>
                  </a:lnTo>
                  <a:lnTo>
                    <a:pt x="37048" y="9052"/>
                  </a:lnTo>
                  <a:lnTo>
                    <a:pt x="39093" y="9481"/>
                  </a:lnTo>
                  <a:lnTo>
                    <a:pt x="39207" y="9481"/>
                  </a:lnTo>
                  <a:lnTo>
                    <a:pt x="42679" y="9052"/>
                  </a:lnTo>
                  <a:lnTo>
                    <a:pt x="43879" y="9430"/>
                  </a:lnTo>
                  <a:lnTo>
                    <a:pt x="44624" y="11678"/>
                  </a:lnTo>
                  <a:lnTo>
                    <a:pt x="44978" y="11893"/>
                  </a:lnTo>
                  <a:lnTo>
                    <a:pt x="46657" y="11590"/>
                  </a:lnTo>
                  <a:lnTo>
                    <a:pt x="47541" y="12208"/>
                  </a:lnTo>
                  <a:lnTo>
                    <a:pt x="50685" y="15125"/>
                  </a:lnTo>
                  <a:cubicBezTo>
                    <a:pt x="50698" y="15302"/>
                    <a:pt x="50710" y="15668"/>
                    <a:pt x="50761" y="16464"/>
                  </a:cubicBezTo>
                  <a:cubicBezTo>
                    <a:pt x="50761" y="16830"/>
                    <a:pt x="50937" y="17183"/>
                    <a:pt x="51253" y="17385"/>
                  </a:cubicBezTo>
                  <a:cubicBezTo>
                    <a:pt x="51517" y="17561"/>
                    <a:pt x="51851" y="17620"/>
                    <a:pt x="52180" y="17620"/>
                  </a:cubicBezTo>
                  <a:cubicBezTo>
                    <a:pt x="52561" y="17620"/>
                    <a:pt x="52935" y="17541"/>
                    <a:pt x="53185" y="17474"/>
                  </a:cubicBezTo>
                  <a:lnTo>
                    <a:pt x="54094" y="19507"/>
                  </a:lnTo>
                  <a:lnTo>
                    <a:pt x="54637" y="19557"/>
                  </a:lnTo>
                  <a:lnTo>
                    <a:pt x="55370" y="18497"/>
                  </a:lnTo>
                  <a:lnTo>
                    <a:pt x="55988" y="17322"/>
                  </a:lnTo>
                  <a:lnTo>
                    <a:pt x="57807" y="17322"/>
                  </a:lnTo>
                  <a:lnTo>
                    <a:pt x="59562" y="19784"/>
                  </a:lnTo>
                  <a:lnTo>
                    <a:pt x="60016" y="19848"/>
                  </a:lnTo>
                  <a:lnTo>
                    <a:pt x="61418" y="18762"/>
                  </a:lnTo>
                  <a:lnTo>
                    <a:pt x="62744" y="18875"/>
                  </a:lnTo>
                  <a:lnTo>
                    <a:pt x="62744" y="20403"/>
                  </a:lnTo>
                  <a:lnTo>
                    <a:pt x="63198" y="20681"/>
                  </a:lnTo>
                  <a:lnTo>
                    <a:pt x="66204" y="19103"/>
                  </a:lnTo>
                  <a:lnTo>
                    <a:pt x="66355" y="18875"/>
                  </a:lnTo>
                  <a:lnTo>
                    <a:pt x="66709" y="16451"/>
                  </a:lnTo>
                  <a:lnTo>
                    <a:pt x="66658" y="16224"/>
                  </a:lnTo>
                  <a:lnTo>
                    <a:pt x="65913" y="15150"/>
                  </a:lnTo>
                  <a:lnTo>
                    <a:pt x="67542" y="12650"/>
                  </a:lnTo>
                  <a:lnTo>
                    <a:pt x="69613" y="9961"/>
                  </a:lnTo>
                  <a:lnTo>
                    <a:pt x="69676" y="9771"/>
                  </a:lnTo>
                  <a:lnTo>
                    <a:pt x="69676" y="7877"/>
                  </a:lnTo>
                  <a:lnTo>
                    <a:pt x="71709" y="7877"/>
                  </a:lnTo>
                  <a:lnTo>
                    <a:pt x="72631" y="8004"/>
                  </a:lnTo>
                  <a:lnTo>
                    <a:pt x="72984" y="8180"/>
                  </a:lnTo>
                  <a:lnTo>
                    <a:pt x="71570" y="9493"/>
                  </a:lnTo>
                  <a:lnTo>
                    <a:pt x="70636" y="9872"/>
                  </a:lnTo>
                  <a:lnTo>
                    <a:pt x="70472" y="10024"/>
                  </a:lnTo>
                  <a:lnTo>
                    <a:pt x="68413" y="14469"/>
                  </a:lnTo>
                  <a:lnTo>
                    <a:pt x="67290" y="15693"/>
                  </a:lnTo>
                  <a:lnTo>
                    <a:pt x="67226" y="16034"/>
                  </a:lnTo>
                  <a:lnTo>
                    <a:pt x="68274" y="18408"/>
                  </a:lnTo>
                  <a:lnTo>
                    <a:pt x="68780" y="18509"/>
                  </a:lnTo>
                  <a:lnTo>
                    <a:pt x="69108" y="18206"/>
                  </a:lnTo>
                  <a:lnTo>
                    <a:pt x="69108" y="18206"/>
                  </a:lnTo>
                  <a:lnTo>
                    <a:pt x="69045" y="18522"/>
                  </a:lnTo>
                  <a:lnTo>
                    <a:pt x="69045" y="21035"/>
                  </a:lnTo>
                  <a:lnTo>
                    <a:pt x="69537" y="21287"/>
                  </a:lnTo>
                  <a:lnTo>
                    <a:pt x="70686" y="20504"/>
                  </a:lnTo>
                  <a:lnTo>
                    <a:pt x="72315" y="19254"/>
                  </a:lnTo>
                  <a:lnTo>
                    <a:pt x="73262" y="17474"/>
                  </a:lnTo>
                  <a:lnTo>
                    <a:pt x="74525" y="18534"/>
                  </a:lnTo>
                  <a:lnTo>
                    <a:pt x="74929" y="20050"/>
                  </a:lnTo>
                  <a:lnTo>
                    <a:pt x="73982" y="21742"/>
                  </a:lnTo>
                  <a:lnTo>
                    <a:pt x="73805" y="23636"/>
                  </a:lnTo>
                  <a:lnTo>
                    <a:pt x="70699" y="23636"/>
                  </a:lnTo>
                  <a:lnTo>
                    <a:pt x="69752" y="23863"/>
                  </a:lnTo>
                  <a:lnTo>
                    <a:pt x="69613" y="23951"/>
                  </a:lnTo>
                  <a:lnTo>
                    <a:pt x="68350" y="25227"/>
                  </a:lnTo>
                  <a:lnTo>
                    <a:pt x="66797" y="26704"/>
                  </a:lnTo>
                  <a:cubicBezTo>
                    <a:pt x="66721" y="26755"/>
                    <a:pt x="66368" y="26982"/>
                    <a:pt x="64701" y="27954"/>
                  </a:cubicBezTo>
                  <a:lnTo>
                    <a:pt x="64171" y="28270"/>
                  </a:lnTo>
                  <a:lnTo>
                    <a:pt x="63779" y="28510"/>
                  </a:lnTo>
                  <a:cubicBezTo>
                    <a:pt x="63602" y="28535"/>
                    <a:pt x="63299" y="28674"/>
                    <a:pt x="62668" y="28990"/>
                  </a:cubicBezTo>
                  <a:cubicBezTo>
                    <a:pt x="61443" y="29608"/>
                    <a:pt x="61216" y="29684"/>
                    <a:pt x="61178" y="29684"/>
                  </a:cubicBezTo>
                  <a:lnTo>
                    <a:pt x="61178" y="29785"/>
                  </a:lnTo>
                  <a:lnTo>
                    <a:pt x="61039" y="29684"/>
                  </a:lnTo>
                  <a:cubicBezTo>
                    <a:pt x="60938" y="29747"/>
                    <a:pt x="60875" y="29861"/>
                    <a:pt x="60862" y="29974"/>
                  </a:cubicBezTo>
                  <a:lnTo>
                    <a:pt x="60079" y="31868"/>
                  </a:lnTo>
                  <a:lnTo>
                    <a:pt x="59663" y="34381"/>
                  </a:lnTo>
                  <a:lnTo>
                    <a:pt x="59663" y="34457"/>
                  </a:lnTo>
                  <a:lnTo>
                    <a:pt x="59890" y="37222"/>
                  </a:lnTo>
                  <a:lnTo>
                    <a:pt x="60206" y="37500"/>
                  </a:lnTo>
                  <a:lnTo>
                    <a:pt x="61115" y="37500"/>
                  </a:lnTo>
                  <a:lnTo>
                    <a:pt x="62075" y="38321"/>
                  </a:lnTo>
                  <a:lnTo>
                    <a:pt x="64360" y="39685"/>
                  </a:lnTo>
                  <a:lnTo>
                    <a:pt x="66317" y="40669"/>
                  </a:lnTo>
                  <a:lnTo>
                    <a:pt x="65736" y="43195"/>
                  </a:lnTo>
                  <a:lnTo>
                    <a:pt x="65800" y="43460"/>
                  </a:lnTo>
                  <a:lnTo>
                    <a:pt x="67214" y="45278"/>
                  </a:lnTo>
                  <a:lnTo>
                    <a:pt x="67605" y="45354"/>
                  </a:lnTo>
                  <a:lnTo>
                    <a:pt x="68868" y="44723"/>
                  </a:lnTo>
                  <a:lnTo>
                    <a:pt x="69045" y="44445"/>
                  </a:lnTo>
                  <a:lnTo>
                    <a:pt x="69045" y="41516"/>
                  </a:lnTo>
                  <a:lnTo>
                    <a:pt x="70800" y="40884"/>
                  </a:lnTo>
                  <a:lnTo>
                    <a:pt x="73035" y="39028"/>
                  </a:lnTo>
                  <a:lnTo>
                    <a:pt x="73136" y="38750"/>
                  </a:lnTo>
                  <a:lnTo>
                    <a:pt x="72909" y="36414"/>
                  </a:lnTo>
                  <a:lnTo>
                    <a:pt x="72858" y="36275"/>
                  </a:lnTo>
                  <a:lnTo>
                    <a:pt x="72201" y="35253"/>
                  </a:lnTo>
                  <a:lnTo>
                    <a:pt x="73376" y="34015"/>
                  </a:lnTo>
                  <a:lnTo>
                    <a:pt x="73464" y="33800"/>
                  </a:lnTo>
                  <a:lnTo>
                    <a:pt x="73527" y="31250"/>
                  </a:lnTo>
                  <a:lnTo>
                    <a:pt x="74095" y="31199"/>
                  </a:lnTo>
                  <a:lnTo>
                    <a:pt x="76798" y="31199"/>
                  </a:lnTo>
                  <a:lnTo>
                    <a:pt x="77808" y="32247"/>
                  </a:lnTo>
                  <a:lnTo>
                    <a:pt x="77947" y="32323"/>
                  </a:lnTo>
                  <a:lnTo>
                    <a:pt x="79298" y="32702"/>
                  </a:lnTo>
                  <a:lnTo>
                    <a:pt x="78704" y="33813"/>
                  </a:lnTo>
                  <a:lnTo>
                    <a:pt x="78666" y="34015"/>
                  </a:lnTo>
                  <a:lnTo>
                    <a:pt x="78982" y="36061"/>
                  </a:lnTo>
                  <a:lnTo>
                    <a:pt x="79235" y="36326"/>
                  </a:lnTo>
                  <a:lnTo>
                    <a:pt x="81129" y="36730"/>
                  </a:lnTo>
                  <a:lnTo>
                    <a:pt x="81419" y="36629"/>
                  </a:lnTo>
                  <a:lnTo>
                    <a:pt x="82998" y="34861"/>
                  </a:lnTo>
                  <a:lnTo>
                    <a:pt x="83402" y="38523"/>
                  </a:lnTo>
                  <a:lnTo>
                    <a:pt x="83793" y="40657"/>
                  </a:lnTo>
                  <a:lnTo>
                    <a:pt x="83894" y="40834"/>
                  </a:lnTo>
                  <a:lnTo>
                    <a:pt x="85902" y="42715"/>
                  </a:lnTo>
                  <a:cubicBezTo>
                    <a:pt x="86558" y="43864"/>
                    <a:pt x="87253" y="45127"/>
                    <a:pt x="87455" y="45569"/>
                  </a:cubicBezTo>
                  <a:cubicBezTo>
                    <a:pt x="87152" y="45821"/>
                    <a:pt x="86369" y="46415"/>
                    <a:pt x="85687" y="46932"/>
                  </a:cubicBezTo>
                  <a:lnTo>
                    <a:pt x="83162" y="48385"/>
                  </a:lnTo>
                  <a:lnTo>
                    <a:pt x="81028" y="48220"/>
                  </a:lnTo>
                  <a:lnTo>
                    <a:pt x="78654" y="48220"/>
                  </a:lnTo>
                  <a:lnTo>
                    <a:pt x="78515" y="48258"/>
                  </a:lnTo>
                  <a:lnTo>
                    <a:pt x="76065" y="49521"/>
                  </a:lnTo>
                  <a:lnTo>
                    <a:pt x="76343" y="50089"/>
                  </a:lnTo>
                  <a:lnTo>
                    <a:pt x="77934" y="49369"/>
                  </a:lnTo>
                  <a:lnTo>
                    <a:pt x="78502" y="49685"/>
                  </a:lnTo>
                  <a:lnTo>
                    <a:pt x="78502" y="50834"/>
                  </a:lnTo>
                  <a:lnTo>
                    <a:pt x="79235" y="52539"/>
                  </a:lnTo>
                  <a:lnTo>
                    <a:pt x="79550" y="52728"/>
                  </a:lnTo>
                  <a:lnTo>
                    <a:pt x="82556" y="52514"/>
                  </a:lnTo>
                  <a:lnTo>
                    <a:pt x="82934" y="52930"/>
                  </a:lnTo>
                  <a:lnTo>
                    <a:pt x="79828" y="54231"/>
                  </a:lnTo>
                  <a:lnTo>
                    <a:pt x="78048" y="55355"/>
                  </a:lnTo>
                  <a:lnTo>
                    <a:pt x="77113" y="53890"/>
                  </a:lnTo>
                  <a:lnTo>
                    <a:pt x="76671" y="53802"/>
                  </a:lnTo>
                  <a:lnTo>
                    <a:pt x="74146" y="55456"/>
                  </a:lnTo>
                  <a:lnTo>
                    <a:pt x="74032" y="55607"/>
                  </a:lnTo>
                  <a:lnTo>
                    <a:pt x="73237" y="57691"/>
                  </a:lnTo>
                  <a:lnTo>
                    <a:pt x="71797" y="57691"/>
                  </a:lnTo>
                  <a:lnTo>
                    <a:pt x="71583" y="57779"/>
                  </a:lnTo>
                  <a:lnTo>
                    <a:pt x="68982" y="60330"/>
                  </a:lnTo>
                  <a:lnTo>
                    <a:pt x="68136" y="62426"/>
                  </a:lnTo>
                  <a:lnTo>
                    <a:pt x="66671" y="64888"/>
                  </a:lnTo>
                  <a:lnTo>
                    <a:pt x="63741" y="66908"/>
                  </a:lnTo>
                  <a:lnTo>
                    <a:pt x="63640" y="67009"/>
                  </a:lnTo>
                  <a:lnTo>
                    <a:pt x="62618" y="68916"/>
                  </a:lnTo>
                  <a:lnTo>
                    <a:pt x="62580" y="69068"/>
                  </a:lnTo>
                  <a:lnTo>
                    <a:pt x="62731" y="72767"/>
                  </a:lnTo>
                  <a:lnTo>
                    <a:pt x="62491" y="74043"/>
                  </a:lnTo>
                  <a:lnTo>
                    <a:pt x="61620" y="72717"/>
                  </a:lnTo>
                  <a:lnTo>
                    <a:pt x="61393" y="70823"/>
                  </a:lnTo>
                  <a:lnTo>
                    <a:pt x="61178" y="70558"/>
                  </a:lnTo>
                  <a:lnTo>
                    <a:pt x="58413" y="69686"/>
                  </a:lnTo>
                  <a:lnTo>
                    <a:pt x="56190" y="69674"/>
                  </a:lnTo>
                  <a:lnTo>
                    <a:pt x="55913" y="69838"/>
                  </a:lnTo>
                  <a:lnTo>
                    <a:pt x="55471" y="70684"/>
                  </a:lnTo>
                  <a:lnTo>
                    <a:pt x="54423" y="69838"/>
                  </a:lnTo>
                  <a:lnTo>
                    <a:pt x="54183" y="69762"/>
                  </a:lnTo>
                  <a:lnTo>
                    <a:pt x="51266" y="70166"/>
                  </a:lnTo>
                  <a:lnTo>
                    <a:pt x="51114" y="70229"/>
                  </a:lnTo>
                  <a:lnTo>
                    <a:pt x="48362" y="72287"/>
                  </a:lnTo>
                  <a:lnTo>
                    <a:pt x="48248" y="72452"/>
                  </a:lnTo>
                  <a:lnTo>
                    <a:pt x="47377" y="75381"/>
                  </a:lnTo>
                  <a:lnTo>
                    <a:pt x="47377" y="75507"/>
                  </a:lnTo>
                  <a:lnTo>
                    <a:pt x="47768" y="79093"/>
                  </a:lnTo>
                  <a:lnTo>
                    <a:pt x="47819" y="79245"/>
                  </a:lnTo>
                  <a:lnTo>
                    <a:pt x="49801" y="81934"/>
                  </a:lnTo>
                  <a:lnTo>
                    <a:pt x="50155" y="82048"/>
                  </a:lnTo>
                  <a:lnTo>
                    <a:pt x="52832" y="81101"/>
                  </a:lnTo>
                  <a:lnTo>
                    <a:pt x="52996" y="80962"/>
                  </a:lnTo>
                  <a:lnTo>
                    <a:pt x="54082" y="79144"/>
                  </a:lnTo>
                  <a:lnTo>
                    <a:pt x="56304" y="79144"/>
                  </a:lnTo>
                  <a:lnTo>
                    <a:pt x="56203" y="79876"/>
                  </a:lnTo>
                  <a:lnTo>
                    <a:pt x="55496" y="81240"/>
                  </a:lnTo>
                  <a:lnTo>
                    <a:pt x="54789" y="83210"/>
                  </a:lnTo>
                  <a:lnTo>
                    <a:pt x="55054" y="83639"/>
                  </a:lnTo>
                  <a:lnTo>
                    <a:pt x="57516" y="83930"/>
                  </a:lnTo>
                  <a:lnTo>
                    <a:pt x="59095" y="84460"/>
                  </a:lnTo>
                  <a:lnTo>
                    <a:pt x="58413" y="86202"/>
                  </a:lnTo>
                  <a:lnTo>
                    <a:pt x="58425" y="86455"/>
                  </a:lnTo>
                  <a:lnTo>
                    <a:pt x="59688" y="89056"/>
                  </a:lnTo>
                  <a:lnTo>
                    <a:pt x="59840" y="89195"/>
                  </a:lnTo>
                  <a:lnTo>
                    <a:pt x="61569" y="90066"/>
                  </a:lnTo>
                  <a:lnTo>
                    <a:pt x="61809" y="90079"/>
                  </a:lnTo>
                  <a:lnTo>
                    <a:pt x="63388" y="89586"/>
                  </a:lnTo>
                  <a:lnTo>
                    <a:pt x="64827" y="90735"/>
                  </a:lnTo>
                  <a:lnTo>
                    <a:pt x="65320" y="90597"/>
                  </a:lnTo>
                  <a:cubicBezTo>
                    <a:pt x="65345" y="90546"/>
                    <a:pt x="65749" y="89397"/>
                    <a:pt x="65863" y="88980"/>
                  </a:cubicBezTo>
                  <a:cubicBezTo>
                    <a:pt x="66166" y="88766"/>
                    <a:pt x="67656" y="88261"/>
                    <a:pt x="68944" y="87882"/>
                  </a:cubicBezTo>
                  <a:lnTo>
                    <a:pt x="71696" y="87806"/>
                  </a:lnTo>
                  <a:lnTo>
                    <a:pt x="74222" y="88437"/>
                  </a:lnTo>
                  <a:lnTo>
                    <a:pt x="76596" y="88665"/>
                  </a:lnTo>
                  <a:lnTo>
                    <a:pt x="78553" y="89788"/>
                  </a:lnTo>
                  <a:lnTo>
                    <a:pt x="80813" y="91973"/>
                  </a:lnTo>
                  <a:lnTo>
                    <a:pt x="81002" y="92061"/>
                  </a:lnTo>
                  <a:lnTo>
                    <a:pt x="83174" y="92289"/>
                  </a:lnTo>
                  <a:lnTo>
                    <a:pt x="86432" y="93362"/>
                  </a:lnTo>
                  <a:lnTo>
                    <a:pt x="87846" y="95370"/>
                  </a:lnTo>
                  <a:lnTo>
                    <a:pt x="89021" y="98097"/>
                  </a:lnTo>
                  <a:lnTo>
                    <a:pt x="89185" y="98274"/>
                  </a:lnTo>
                  <a:lnTo>
                    <a:pt x="91470" y="99221"/>
                  </a:lnTo>
                  <a:lnTo>
                    <a:pt x="93529" y="100016"/>
                  </a:lnTo>
                  <a:lnTo>
                    <a:pt x="95448" y="100345"/>
                  </a:lnTo>
                  <a:lnTo>
                    <a:pt x="98655" y="101595"/>
                  </a:lnTo>
                  <a:cubicBezTo>
                    <a:pt x="100625" y="102365"/>
                    <a:pt x="101092" y="102655"/>
                    <a:pt x="101193" y="102731"/>
                  </a:cubicBezTo>
                  <a:lnTo>
                    <a:pt x="101168" y="102782"/>
                  </a:lnTo>
                  <a:lnTo>
                    <a:pt x="102115" y="104524"/>
                  </a:lnTo>
                  <a:lnTo>
                    <a:pt x="101130" y="106305"/>
                  </a:lnTo>
                  <a:lnTo>
                    <a:pt x="99312" y="108590"/>
                  </a:lnTo>
                  <a:lnTo>
                    <a:pt x="99249" y="108716"/>
                  </a:lnTo>
                  <a:lnTo>
                    <a:pt x="98857" y="110673"/>
                  </a:lnTo>
                  <a:lnTo>
                    <a:pt x="97986" y="113855"/>
                  </a:lnTo>
                  <a:lnTo>
                    <a:pt x="97456" y="117492"/>
                  </a:lnTo>
                  <a:lnTo>
                    <a:pt x="96256" y="118199"/>
                  </a:lnTo>
                  <a:lnTo>
                    <a:pt x="93541" y="119639"/>
                  </a:lnTo>
                  <a:lnTo>
                    <a:pt x="91016" y="121369"/>
                  </a:lnTo>
                  <a:lnTo>
                    <a:pt x="90889" y="121583"/>
                  </a:lnTo>
                  <a:lnTo>
                    <a:pt x="90422" y="124260"/>
                  </a:lnTo>
                  <a:lnTo>
                    <a:pt x="89096" y="126192"/>
                  </a:lnTo>
                  <a:lnTo>
                    <a:pt x="87682" y="128604"/>
                  </a:lnTo>
                  <a:lnTo>
                    <a:pt x="86205" y="130031"/>
                  </a:lnTo>
                  <a:lnTo>
                    <a:pt x="83679" y="129589"/>
                  </a:lnTo>
                  <a:lnTo>
                    <a:pt x="83313" y="129930"/>
                  </a:lnTo>
                  <a:lnTo>
                    <a:pt x="83389" y="130889"/>
                  </a:lnTo>
                  <a:lnTo>
                    <a:pt x="83553" y="132114"/>
                  </a:lnTo>
                  <a:lnTo>
                    <a:pt x="83553" y="134008"/>
                  </a:lnTo>
                  <a:lnTo>
                    <a:pt x="81886" y="134412"/>
                  </a:lnTo>
                  <a:lnTo>
                    <a:pt x="79992" y="134968"/>
                  </a:lnTo>
                  <a:lnTo>
                    <a:pt x="79765" y="135271"/>
                  </a:lnTo>
                  <a:lnTo>
                    <a:pt x="79765" y="135801"/>
                  </a:lnTo>
                  <a:lnTo>
                    <a:pt x="79702" y="137039"/>
                  </a:lnTo>
                  <a:lnTo>
                    <a:pt x="78616" y="136912"/>
                  </a:lnTo>
                  <a:lnTo>
                    <a:pt x="78262" y="137215"/>
                  </a:lnTo>
                  <a:lnTo>
                    <a:pt x="78187" y="138314"/>
                  </a:lnTo>
                  <a:lnTo>
                    <a:pt x="78212" y="138465"/>
                  </a:lnTo>
                  <a:lnTo>
                    <a:pt x="78730" y="139640"/>
                  </a:lnTo>
                  <a:lnTo>
                    <a:pt x="78376" y="141622"/>
                  </a:lnTo>
                  <a:lnTo>
                    <a:pt x="77694" y="142102"/>
                  </a:lnTo>
                  <a:lnTo>
                    <a:pt x="77593" y="142216"/>
                  </a:lnTo>
                  <a:lnTo>
                    <a:pt x="76722" y="143882"/>
                  </a:lnTo>
                  <a:lnTo>
                    <a:pt x="76823" y="144274"/>
                  </a:lnTo>
                  <a:lnTo>
                    <a:pt x="78300" y="145335"/>
                  </a:lnTo>
                  <a:lnTo>
                    <a:pt x="78060" y="146105"/>
                  </a:lnTo>
                  <a:cubicBezTo>
                    <a:pt x="77997" y="146181"/>
                    <a:pt x="77757" y="146484"/>
                    <a:pt x="76924" y="147481"/>
                  </a:cubicBezTo>
                  <a:cubicBezTo>
                    <a:pt x="76444" y="148062"/>
                    <a:pt x="76255" y="148592"/>
                    <a:pt x="76381" y="149059"/>
                  </a:cubicBezTo>
                  <a:cubicBezTo>
                    <a:pt x="76469" y="149388"/>
                    <a:pt x="76697" y="149678"/>
                    <a:pt x="77000" y="149842"/>
                  </a:cubicBezTo>
                  <a:lnTo>
                    <a:pt x="78136" y="152646"/>
                  </a:lnTo>
                  <a:lnTo>
                    <a:pt x="78275" y="152810"/>
                  </a:lnTo>
                  <a:lnTo>
                    <a:pt x="81167" y="154363"/>
                  </a:lnTo>
                  <a:lnTo>
                    <a:pt x="80245" y="155449"/>
                  </a:lnTo>
                  <a:lnTo>
                    <a:pt x="77492" y="155449"/>
                  </a:lnTo>
                  <a:lnTo>
                    <a:pt x="75889" y="154401"/>
                  </a:lnTo>
                  <a:lnTo>
                    <a:pt x="73628" y="151130"/>
                  </a:lnTo>
                  <a:lnTo>
                    <a:pt x="72429" y="147443"/>
                  </a:lnTo>
                  <a:lnTo>
                    <a:pt x="72113" y="145625"/>
                  </a:lnTo>
                  <a:lnTo>
                    <a:pt x="70825" y="143605"/>
                  </a:lnTo>
                  <a:lnTo>
                    <a:pt x="72568" y="139577"/>
                  </a:lnTo>
                  <a:lnTo>
                    <a:pt x="72454" y="139198"/>
                  </a:lnTo>
                  <a:lnTo>
                    <a:pt x="71242" y="138327"/>
                  </a:lnTo>
                  <a:lnTo>
                    <a:pt x="71014" y="135523"/>
                  </a:lnTo>
                  <a:lnTo>
                    <a:pt x="71090" y="133112"/>
                  </a:lnTo>
                  <a:lnTo>
                    <a:pt x="71873" y="129993"/>
                  </a:lnTo>
                  <a:lnTo>
                    <a:pt x="71886" y="129892"/>
                  </a:lnTo>
                  <a:lnTo>
                    <a:pt x="71722" y="127884"/>
                  </a:lnTo>
                  <a:lnTo>
                    <a:pt x="71962" y="123907"/>
                  </a:lnTo>
                  <a:lnTo>
                    <a:pt x="71722" y="120030"/>
                  </a:lnTo>
                  <a:lnTo>
                    <a:pt x="71242" y="115295"/>
                  </a:lnTo>
                  <a:lnTo>
                    <a:pt x="71191" y="115131"/>
                  </a:lnTo>
                  <a:lnTo>
                    <a:pt x="69929" y="113401"/>
                  </a:lnTo>
                  <a:lnTo>
                    <a:pt x="67921" y="112252"/>
                  </a:lnTo>
                  <a:lnTo>
                    <a:pt x="65837" y="109007"/>
                  </a:lnTo>
                  <a:lnTo>
                    <a:pt x="63678" y="105724"/>
                  </a:lnTo>
                  <a:lnTo>
                    <a:pt x="61367" y="103274"/>
                  </a:lnTo>
                  <a:lnTo>
                    <a:pt x="61772" y="102277"/>
                  </a:lnTo>
                  <a:lnTo>
                    <a:pt x="62024" y="100029"/>
                  </a:lnTo>
                  <a:lnTo>
                    <a:pt x="62782" y="97832"/>
                  </a:lnTo>
                  <a:lnTo>
                    <a:pt x="64246" y="96051"/>
                  </a:lnTo>
                  <a:lnTo>
                    <a:pt x="64322" y="95887"/>
                  </a:lnTo>
                  <a:lnTo>
                    <a:pt x="64638" y="92415"/>
                  </a:lnTo>
                  <a:lnTo>
                    <a:pt x="64562" y="92175"/>
                  </a:lnTo>
                  <a:lnTo>
                    <a:pt x="62971" y="90369"/>
                  </a:lnTo>
                  <a:lnTo>
                    <a:pt x="62529" y="90344"/>
                  </a:lnTo>
                  <a:lnTo>
                    <a:pt x="61431" y="91304"/>
                  </a:lnTo>
                  <a:lnTo>
                    <a:pt x="59145" y="90091"/>
                  </a:lnTo>
                  <a:lnTo>
                    <a:pt x="55799" y="86341"/>
                  </a:lnTo>
                  <a:lnTo>
                    <a:pt x="55622" y="86253"/>
                  </a:lnTo>
                  <a:lnTo>
                    <a:pt x="52781" y="85634"/>
                  </a:lnTo>
                  <a:lnTo>
                    <a:pt x="50243" y="83626"/>
                  </a:lnTo>
                  <a:lnTo>
                    <a:pt x="49877" y="83614"/>
                  </a:lnTo>
                  <a:lnTo>
                    <a:pt x="49157" y="84068"/>
                  </a:lnTo>
                  <a:lnTo>
                    <a:pt x="46430" y="82629"/>
                  </a:lnTo>
                  <a:lnTo>
                    <a:pt x="42566" y="81467"/>
                  </a:lnTo>
                  <a:lnTo>
                    <a:pt x="41051" y="79801"/>
                  </a:lnTo>
                  <a:lnTo>
                    <a:pt x="40899" y="77629"/>
                  </a:lnTo>
                  <a:lnTo>
                    <a:pt x="40861" y="77490"/>
                  </a:lnTo>
                  <a:lnTo>
                    <a:pt x="38803" y="73942"/>
                  </a:lnTo>
                  <a:lnTo>
                    <a:pt x="36606" y="71858"/>
                  </a:lnTo>
                  <a:lnTo>
                    <a:pt x="35760" y="68739"/>
                  </a:lnTo>
                  <a:lnTo>
                    <a:pt x="34282" y="66959"/>
                  </a:lnTo>
                  <a:lnTo>
                    <a:pt x="33727" y="67199"/>
                  </a:lnTo>
                  <a:lnTo>
                    <a:pt x="34358" y="71694"/>
                  </a:lnTo>
                  <a:lnTo>
                    <a:pt x="34421" y="71858"/>
                  </a:lnTo>
                  <a:lnTo>
                    <a:pt x="35873" y="73689"/>
                  </a:lnTo>
                  <a:lnTo>
                    <a:pt x="36240" y="75722"/>
                  </a:lnTo>
                  <a:lnTo>
                    <a:pt x="36240" y="75722"/>
                  </a:lnTo>
                  <a:lnTo>
                    <a:pt x="34484" y="73866"/>
                  </a:lnTo>
                  <a:lnTo>
                    <a:pt x="33070" y="68878"/>
                  </a:lnTo>
                  <a:lnTo>
                    <a:pt x="31808" y="65406"/>
                  </a:lnTo>
                  <a:lnTo>
                    <a:pt x="31694" y="65242"/>
                  </a:lnTo>
                  <a:lnTo>
                    <a:pt x="30014" y="64093"/>
                  </a:lnTo>
                  <a:lnTo>
                    <a:pt x="28360" y="61454"/>
                  </a:lnTo>
                  <a:lnTo>
                    <a:pt x="28045" y="57097"/>
                  </a:lnTo>
                  <a:lnTo>
                    <a:pt x="28512" y="52817"/>
                  </a:lnTo>
                  <a:lnTo>
                    <a:pt x="29749" y="50354"/>
                  </a:lnTo>
                  <a:lnTo>
                    <a:pt x="30014" y="47627"/>
                  </a:lnTo>
                  <a:lnTo>
                    <a:pt x="29989" y="47475"/>
                  </a:lnTo>
                  <a:lnTo>
                    <a:pt x="28310" y="43776"/>
                  </a:lnTo>
                  <a:lnTo>
                    <a:pt x="28449" y="42841"/>
                  </a:lnTo>
                  <a:lnTo>
                    <a:pt x="30419" y="44079"/>
                  </a:lnTo>
                  <a:lnTo>
                    <a:pt x="30873" y="43700"/>
                  </a:lnTo>
                  <a:lnTo>
                    <a:pt x="29623" y="40733"/>
                  </a:lnTo>
                  <a:lnTo>
                    <a:pt x="28916" y="36364"/>
                  </a:lnTo>
                  <a:lnTo>
                    <a:pt x="28411" y="36174"/>
                  </a:lnTo>
                  <a:lnTo>
                    <a:pt x="27300" y="37109"/>
                  </a:lnTo>
                  <a:lnTo>
                    <a:pt x="27211" y="37260"/>
                  </a:lnTo>
                  <a:lnTo>
                    <a:pt x="26517" y="39432"/>
                  </a:lnTo>
                  <a:lnTo>
                    <a:pt x="26100" y="38435"/>
                  </a:lnTo>
                  <a:lnTo>
                    <a:pt x="26630" y="36477"/>
                  </a:lnTo>
                  <a:lnTo>
                    <a:pt x="27262" y="33472"/>
                  </a:lnTo>
                  <a:lnTo>
                    <a:pt x="27262" y="33358"/>
                  </a:lnTo>
                  <a:lnTo>
                    <a:pt x="26555" y="29330"/>
                  </a:lnTo>
                  <a:lnTo>
                    <a:pt x="25027" y="26477"/>
                  </a:lnTo>
                  <a:lnTo>
                    <a:pt x="24901" y="26363"/>
                  </a:lnTo>
                  <a:cubicBezTo>
                    <a:pt x="21319" y="24236"/>
                    <a:pt x="20275" y="23768"/>
                    <a:pt x="19914" y="23768"/>
                  </a:cubicBezTo>
                  <a:cubicBezTo>
                    <a:pt x="19779" y="23768"/>
                    <a:pt x="19739" y="23832"/>
                    <a:pt x="19698" y="23901"/>
                  </a:cubicBezTo>
                  <a:cubicBezTo>
                    <a:pt x="19521" y="24040"/>
                    <a:pt x="18322" y="24444"/>
                    <a:pt x="17337" y="24747"/>
                  </a:cubicBezTo>
                  <a:lnTo>
                    <a:pt x="16112" y="24999"/>
                  </a:lnTo>
                  <a:lnTo>
                    <a:pt x="17299" y="22840"/>
                  </a:lnTo>
                  <a:lnTo>
                    <a:pt x="16832" y="22436"/>
                  </a:lnTo>
                  <a:lnTo>
                    <a:pt x="14370" y="24191"/>
                  </a:lnTo>
                  <a:lnTo>
                    <a:pt x="12362" y="25959"/>
                  </a:lnTo>
                  <a:lnTo>
                    <a:pt x="10127" y="28573"/>
                  </a:lnTo>
                  <a:lnTo>
                    <a:pt x="4394" y="30896"/>
                  </a:lnTo>
                  <a:lnTo>
                    <a:pt x="2134" y="31262"/>
                  </a:lnTo>
                  <a:lnTo>
                    <a:pt x="3132" y="30770"/>
                  </a:lnTo>
                  <a:cubicBezTo>
                    <a:pt x="8687" y="27702"/>
                    <a:pt x="8763" y="27399"/>
                    <a:pt x="8801" y="27247"/>
                  </a:cubicBezTo>
                  <a:cubicBezTo>
                    <a:pt x="8852" y="27058"/>
                    <a:pt x="9432" y="26224"/>
                    <a:pt x="9937" y="25555"/>
                  </a:cubicBezTo>
                  <a:lnTo>
                    <a:pt x="9887" y="25126"/>
                  </a:lnTo>
                  <a:lnTo>
                    <a:pt x="8018" y="23573"/>
                  </a:lnTo>
                  <a:lnTo>
                    <a:pt x="6882" y="22373"/>
                  </a:lnTo>
                  <a:lnTo>
                    <a:pt x="6389" y="20454"/>
                  </a:lnTo>
                  <a:lnTo>
                    <a:pt x="7702" y="18396"/>
                  </a:lnTo>
                  <a:lnTo>
                    <a:pt x="9584" y="16034"/>
                  </a:lnTo>
                  <a:lnTo>
                    <a:pt x="12425" y="15466"/>
                  </a:lnTo>
                  <a:lnTo>
                    <a:pt x="12602" y="15365"/>
                  </a:lnTo>
                  <a:lnTo>
                    <a:pt x="14256" y="13332"/>
                  </a:lnTo>
                  <a:lnTo>
                    <a:pt x="13991" y="12814"/>
                  </a:lnTo>
                  <a:lnTo>
                    <a:pt x="12059" y="12979"/>
                  </a:lnTo>
                  <a:lnTo>
                    <a:pt x="9761" y="12625"/>
                  </a:lnTo>
                  <a:lnTo>
                    <a:pt x="9761" y="11943"/>
                  </a:lnTo>
                  <a:lnTo>
                    <a:pt x="10405" y="10579"/>
                  </a:lnTo>
                  <a:lnTo>
                    <a:pt x="12753" y="9531"/>
                  </a:lnTo>
                  <a:lnTo>
                    <a:pt x="13347" y="9999"/>
                  </a:lnTo>
                  <a:lnTo>
                    <a:pt x="15582" y="10655"/>
                  </a:lnTo>
                  <a:lnTo>
                    <a:pt x="15986" y="10302"/>
                  </a:lnTo>
                  <a:lnTo>
                    <a:pt x="15733" y="8572"/>
                  </a:lnTo>
                  <a:lnTo>
                    <a:pt x="14799" y="5301"/>
                  </a:lnTo>
                  <a:lnTo>
                    <a:pt x="14799" y="4582"/>
                  </a:lnTo>
                  <a:lnTo>
                    <a:pt x="16996" y="3268"/>
                  </a:lnTo>
                  <a:cubicBezTo>
                    <a:pt x="17249" y="3167"/>
                    <a:pt x="17943" y="2814"/>
                    <a:pt x="20178" y="1387"/>
                  </a:cubicBezTo>
                  <a:cubicBezTo>
                    <a:pt x="21117" y="797"/>
                    <a:pt x="21746" y="618"/>
                    <a:pt x="22159" y="618"/>
                  </a:cubicBezTo>
                  <a:close/>
                  <a:moveTo>
                    <a:pt x="22164" y="0"/>
                  </a:moveTo>
                  <a:cubicBezTo>
                    <a:pt x="21532" y="0"/>
                    <a:pt x="20754" y="291"/>
                    <a:pt x="19837" y="869"/>
                  </a:cubicBezTo>
                  <a:cubicBezTo>
                    <a:pt x="17274" y="2498"/>
                    <a:pt x="16819" y="2675"/>
                    <a:pt x="16781" y="2688"/>
                  </a:cubicBezTo>
                  <a:lnTo>
                    <a:pt x="14332" y="4127"/>
                  </a:lnTo>
                  <a:lnTo>
                    <a:pt x="14180" y="4392"/>
                  </a:lnTo>
                  <a:lnTo>
                    <a:pt x="14180" y="5339"/>
                  </a:lnTo>
                  <a:lnTo>
                    <a:pt x="15127" y="8698"/>
                  </a:lnTo>
                  <a:lnTo>
                    <a:pt x="15291" y="9923"/>
                  </a:lnTo>
                  <a:lnTo>
                    <a:pt x="13688" y="9468"/>
                  </a:lnTo>
                  <a:lnTo>
                    <a:pt x="12993" y="8925"/>
                  </a:lnTo>
                  <a:lnTo>
                    <a:pt x="12665" y="8875"/>
                  </a:lnTo>
                  <a:lnTo>
                    <a:pt x="10051" y="10062"/>
                  </a:lnTo>
                  <a:lnTo>
                    <a:pt x="9887" y="10213"/>
                  </a:lnTo>
                  <a:lnTo>
                    <a:pt x="9155" y="11754"/>
                  </a:lnTo>
                  <a:lnTo>
                    <a:pt x="9129" y="12915"/>
                  </a:lnTo>
                  <a:lnTo>
                    <a:pt x="9395" y="13231"/>
                  </a:lnTo>
                  <a:lnTo>
                    <a:pt x="11983" y="13623"/>
                  </a:lnTo>
                  <a:lnTo>
                    <a:pt x="12059" y="13623"/>
                  </a:lnTo>
                  <a:lnTo>
                    <a:pt x="13284" y="13521"/>
                  </a:lnTo>
                  <a:lnTo>
                    <a:pt x="12185" y="14873"/>
                  </a:lnTo>
                  <a:lnTo>
                    <a:pt x="9344" y="15441"/>
                  </a:lnTo>
                  <a:lnTo>
                    <a:pt x="9155" y="15554"/>
                  </a:lnTo>
                  <a:lnTo>
                    <a:pt x="7185" y="18029"/>
                  </a:lnTo>
                  <a:lnTo>
                    <a:pt x="5771" y="20239"/>
                  </a:lnTo>
                  <a:lnTo>
                    <a:pt x="5733" y="20479"/>
                  </a:lnTo>
                  <a:lnTo>
                    <a:pt x="6288" y="22613"/>
                  </a:lnTo>
                  <a:lnTo>
                    <a:pt x="6364" y="22752"/>
                  </a:lnTo>
                  <a:lnTo>
                    <a:pt x="7576" y="24040"/>
                  </a:lnTo>
                  <a:lnTo>
                    <a:pt x="9243" y="25416"/>
                  </a:lnTo>
                  <a:cubicBezTo>
                    <a:pt x="8877" y="25909"/>
                    <a:pt x="8334" y="26679"/>
                    <a:pt x="8208" y="27032"/>
                  </a:cubicBezTo>
                  <a:cubicBezTo>
                    <a:pt x="7841" y="27386"/>
                    <a:pt x="4874" y="29091"/>
                    <a:pt x="2841" y="30214"/>
                  </a:cubicBezTo>
                  <a:lnTo>
                    <a:pt x="0" y="31629"/>
                  </a:lnTo>
                  <a:lnTo>
                    <a:pt x="189" y="32222"/>
                  </a:lnTo>
                  <a:lnTo>
                    <a:pt x="4533" y="31515"/>
                  </a:lnTo>
                  <a:lnTo>
                    <a:pt x="10430" y="29128"/>
                  </a:lnTo>
                  <a:lnTo>
                    <a:pt x="10556" y="29040"/>
                  </a:lnTo>
                  <a:lnTo>
                    <a:pt x="12804" y="26388"/>
                  </a:lnTo>
                  <a:lnTo>
                    <a:pt x="14748" y="24684"/>
                  </a:lnTo>
                  <a:lnTo>
                    <a:pt x="16087" y="23737"/>
                  </a:lnTo>
                  <a:lnTo>
                    <a:pt x="15241" y="25302"/>
                  </a:lnTo>
                  <a:lnTo>
                    <a:pt x="15582" y="25757"/>
                  </a:lnTo>
                  <a:lnTo>
                    <a:pt x="17488" y="25366"/>
                  </a:lnTo>
                  <a:cubicBezTo>
                    <a:pt x="19180" y="24861"/>
                    <a:pt x="19787" y="24595"/>
                    <a:pt x="20026" y="24431"/>
                  </a:cubicBezTo>
                  <a:cubicBezTo>
                    <a:pt x="20544" y="24595"/>
                    <a:pt x="22628" y="25757"/>
                    <a:pt x="24496" y="26868"/>
                  </a:cubicBezTo>
                  <a:lnTo>
                    <a:pt x="25936" y="29507"/>
                  </a:lnTo>
                  <a:lnTo>
                    <a:pt x="26618" y="33409"/>
                  </a:lnTo>
                  <a:lnTo>
                    <a:pt x="26012" y="36338"/>
                  </a:lnTo>
                  <a:lnTo>
                    <a:pt x="25456" y="38384"/>
                  </a:lnTo>
                  <a:lnTo>
                    <a:pt x="25469" y="38586"/>
                  </a:lnTo>
                  <a:lnTo>
                    <a:pt x="26264" y="40480"/>
                  </a:lnTo>
                  <a:lnTo>
                    <a:pt x="26858" y="40455"/>
                  </a:lnTo>
                  <a:lnTo>
                    <a:pt x="27767" y="37538"/>
                  </a:lnTo>
                  <a:lnTo>
                    <a:pt x="28373" y="37033"/>
                  </a:lnTo>
                  <a:lnTo>
                    <a:pt x="29004" y="40884"/>
                  </a:lnTo>
                  <a:lnTo>
                    <a:pt x="29888" y="43018"/>
                  </a:lnTo>
                  <a:lnTo>
                    <a:pt x="28360" y="42058"/>
                  </a:lnTo>
                  <a:lnTo>
                    <a:pt x="27893" y="42273"/>
                  </a:lnTo>
                  <a:lnTo>
                    <a:pt x="27653" y="43763"/>
                  </a:lnTo>
                  <a:lnTo>
                    <a:pt x="27678" y="43953"/>
                  </a:lnTo>
                  <a:lnTo>
                    <a:pt x="29383" y="47652"/>
                  </a:lnTo>
                  <a:lnTo>
                    <a:pt x="29156" y="50114"/>
                  </a:lnTo>
                  <a:lnTo>
                    <a:pt x="27918" y="52589"/>
                  </a:lnTo>
                  <a:lnTo>
                    <a:pt x="27413" y="57085"/>
                  </a:lnTo>
                  <a:lnTo>
                    <a:pt x="27729" y="61580"/>
                  </a:lnTo>
                  <a:lnTo>
                    <a:pt x="27779" y="61719"/>
                  </a:lnTo>
                  <a:lnTo>
                    <a:pt x="29522" y="64484"/>
                  </a:lnTo>
                  <a:lnTo>
                    <a:pt x="31252" y="65696"/>
                  </a:lnTo>
                  <a:lnTo>
                    <a:pt x="32464" y="69030"/>
                  </a:lnTo>
                  <a:lnTo>
                    <a:pt x="33891" y="74080"/>
                  </a:lnTo>
                  <a:lnTo>
                    <a:pt x="33967" y="74219"/>
                  </a:lnTo>
                  <a:lnTo>
                    <a:pt x="36505" y="76896"/>
                  </a:lnTo>
                  <a:lnTo>
                    <a:pt x="37048" y="76631"/>
                  </a:lnTo>
                  <a:lnTo>
                    <a:pt x="36467" y="73474"/>
                  </a:lnTo>
                  <a:lnTo>
                    <a:pt x="36404" y="73335"/>
                  </a:lnTo>
                  <a:lnTo>
                    <a:pt x="34964" y="71505"/>
                  </a:lnTo>
                  <a:lnTo>
                    <a:pt x="34484" y="68171"/>
                  </a:lnTo>
                  <a:lnTo>
                    <a:pt x="34484" y="68171"/>
                  </a:lnTo>
                  <a:lnTo>
                    <a:pt x="35166" y="68954"/>
                  </a:lnTo>
                  <a:lnTo>
                    <a:pt x="36012" y="72098"/>
                  </a:lnTo>
                  <a:lnTo>
                    <a:pt x="36101" y="72237"/>
                  </a:lnTo>
                  <a:lnTo>
                    <a:pt x="38273" y="74295"/>
                  </a:lnTo>
                  <a:lnTo>
                    <a:pt x="40268" y="77730"/>
                  </a:lnTo>
                  <a:lnTo>
                    <a:pt x="40419" y="79939"/>
                  </a:lnTo>
                  <a:lnTo>
                    <a:pt x="40508" y="80141"/>
                  </a:lnTo>
                  <a:lnTo>
                    <a:pt x="42162" y="81947"/>
                  </a:lnTo>
                  <a:lnTo>
                    <a:pt x="42301" y="82035"/>
                  </a:lnTo>
                  <a:lnTo>
                    <a:pt x="46202" y="83197"/>
                  </a:lnTo>
                  <a:lnTo>
                    <a:pt x="49043" y="84700"/>
                  </a:lnTo>
                  <a:lnTo>
                    <a:pt x="49359" y="84687"/>
                  </a:lnTo>
                  <a:lnTo>
                    <a:pt x="50028" y="84245"/>
                  </a:lnTo>
                  <a:lnTo>
                    <a:pt x="52453" y="86165"/>
                  </a:lnTo>
                  <a:lnTo>
                    <a:pt x="52592" y="86228"/>
                  </a:lnTo>
                  <a:lnTo>
                    <a:pt x="55407" y="86834"/>
                  </a:lnTo>
                  <a:lnTo>
                    <a:pt x="58716" y="90546"/>
                  </a:lnTo>
                  <a:lnTo>
                    <a:pt x="61330" y="91960"/>
                  </a:lnTo>
                  <a:lnTo>
                    <a:pt x="61683" y="91910"/>
                  </a:lnTo>
                  <a:lnTo>
                    <a:pt x="62706" y="91013"/>
                  </a:lnTo>
                  <a:lnTo>
                    <a:pt x="63994" y="92491"/>
                  </a:lnTo>
                  <a:lnTo>
                    <a:pt x="63691" y="95723"/>
                  </a:lnTo>
                  <a:lnTo>
                    <a:pt x="62251" y="97466"/>
                  </a:lnTo>
                  <a:lnTo>
                    <a:pt x="61405" y="99840"/>
                  </a:lnTo>
                  <a:lnTo>
                    <a:pt x="61165" y="102074"/>
                  </a:lnTo>
                  <a:lnTo>
                    <a:pt x="60711" y="103224"/>
                  </a:lnTo>
                  <a:lnTo>
                    <a:pt x="60774" y="103552"/>
                  </a:lnTo>
                  <a:lnTo>
                    <a:pt x="63186" y="106115"/>
                  </a:lnTo>
                  <a:lnTo>
                    <a:pt x="65320" y="109335"/>
                  </a:lnTo>
                  <a:lnTo>
                    <a:pt x="67441" y="112656"/>
                  </a:lnTo>
                  <a:lnTo>
                    <a:pt x="67555" y="112757"/>
                  </a:lnTo>
                  <a:lnTo>
                    <a:pt x="69461" y="113818"/>
                  </a:lnTo>
                  <a:lnTo>
                    <a:pt x="70623" y="115421"/>
                  </a:lnTo>
                  <a:lnTo>
                    <a:pt x="71090" y="120055"/>
                  </a:lnTo>
                  <a:lnTo>
                    <a:pt x="71330" y="123881"/>
                  </a:lnTo>
                  <a:lnTo>
                    <a:pt x="71090" y="127871"/>
                  </a:lnTo>
                  <a:lnTo>
                    <a:pt x="71254" y="129866"/>
                  </a:lnTo>
                  <a:lnTo>
                    <a:pt x="70472" y="132973"/>
                  </a:lnTo>
                  <a:lnTo>
                    <a:pt x="70383" y="135511"/>
                  </a:lnTo>
                  <a:lnTo>
                    <a:pt x="70623" y="138516"/>
                  </a:lnTo>
                  <a:lnTo>
                    <a:pt x="70749" y="138743"/>
                  </a:lnTo>
                  <a:lnTo>
                    <a:pt x="71886" y="139539"/>
                  </a:lnTo>
                  <a:lnTo>
                    <a:pt x="70168" y="143491"/>
                  </a:lnTo>
                  <a:lnTo>
                    <a:pt x="70194" y="143794"/>
                  </a:lnTo>
                  <a:lnTo>
                    <a:pt x="71507" y="145789"/>
                  </a:lnTo>
                  <a:lnTo>
                    <a:pt x="71823" y="147582"/>
                  </a:lnTo>
                  <a:lnTo>
                    <a:pt x="73035" y="151370"/>
                  </a:lnTo>
                  <a:lnTo>
                    <a:pt x="75409" y="154805"/>
                  </a:lnTo>
                  <a:lnTo>
                    <a:pt x="77227" y="156030"/>
                  </a:lnTo>
                  <a:lnTo>
                    <a:pt x="77391" y="156080"/>
                  </a:lnTo>
                  <a:lnTo>
                    <a:pt x="80396" y="156080"/>
                  </a:lnTo>
                  <a:lnTo>
                    <a:pt x="80624" y="155966"/>
                  </a:lnTo>
                  <a:lnTo>
                    <a:pt x="81886" y="154476"/>
                  </a:lnTo>
                  <a:lnTo>
                    <a:pt x="81798" y="153984"/>
                  </a:lnTo>
                  <a:lnTo>
                    <a:pt x="78666" y="152305"/>
                  </a:lnTo>
                  <a:lnTo>
                    <a:pt x="77530" y="149501"/>
                  </a:lnTo>
                  <a:lnTo>
                    <a:pt x="77353" y="149325"/>
                  </a:lnTo>
                  <a:cubicBezTo>
                    <a:pt x="77176" y="149249"/>
                    <a:pt x="77038" y="149097"/>
                    <a:pt x="76974" y="148908"/>
                  </a:cubicBezTo>
                  <a:cubicBezTo>
                    <a:pt x="76911" y="148643"/>
                    <a:pt x="77063" y="148289"/>
                    <a:pt x="77391" y="147885"/>
                  </a:cubicBezTo>
                  <a:cubicBezTo>
                    <a:pt x="78363" y="146723"/>
                    <a:pt x="78591" y="146458"/>
                    <a:pt x="78641" y="146332"/>
                  </a:cubicBezTo>
                  <a:lnTo>
                    <a:pt x="78957" y="145309"/>
                  </a:lnTo>
                  <a:lnTo>
                    <a:pt x="78831" y="144956"/>
                  </a:lnTo>
                  <a:lnTo>
                    <a:pt x="77404" y="143933"/>
                  </a:lnTo>
                  <a:lnTo>
                    <a:pt x="78111" y="142582"/>
                  </a:lnTo>
                  <a:lnTo>
                    <a:pt x="78831" y="142077"/>
                  </a:lnTo>
                  <a:lnTo>
                    <a:pt x="78957" y="141862"/>
                  </a:lnTo>
                  <a:lnTo>
                    <a:pt x="79361" y="139652"/>
                  </a:lnTo>
                  <a:lnTo>
                    <a:pt x="79336" y="139476"/>
                  </a:lnTo>
                  <a:lnTo>
                    <a:pt x="78818" y="138289"/>
                  </a:lnTo>
                  <a:lnTo>
                    <a:pt x="78869" y="137582"/>
                  </a:lnTo>
                  <a:lnTo>
                    <a:pt x="79954" y="137708"/>
                  </a:lnTo>
                  <a:lnTo>
                    <a:pt x="80308" y="137417"/>
                  </a:lnTo>
                  <a:lnTo>
                    <a:pt x="80384" y="135814"/>
                  </a:lnTo>
                  <a:lnTo>
                    <a:pt x="80384" y="135498"/>
                  </a:lnTo>
                  <a:lnTo>
                    <a:pt x="82038" y="135018"/>
                  </a:lnTo>
                  <a:lnTo>
                    <a:pt x="83932" y="134551"/>
                  </a:lnTo>
                  <a:lnTo>
                    <a:pt x="84172" y="134235"/>
                  </a:lnTo>
                  <a:lnTo>
                    <a:pt x="84172" y="132076"/>
                  </a:lnTo>
                  <a:lnTo>
                    <a:pt x="84020" y="130826"/>
                  </a:lnTo>
                  <a:lnTo>
                    <a:pt x="83970" y="130283"/>
                  </a:lnTo>
                  <a:lnTo>
                    <a:pt x="86243" y="130675"/>
                  </a:lnTo>
                  <a:lnTo>
                    <a:pt x="86521" y="130586"/>
                  </a:lnTo>
                  <a:lnTo>
                    <a:pt x="88137" y="129008"/>
                  </a:lnTo>
                  <a:lnTo>
                    <a:pt x="89614" y="126520"/>
                  </a:lnTo>
                  <a:lnTo>
                    <a:pt x="90965" y="124551"/>
                  </a:lnTo>
                  <a:lnTo>
                    <a:pt x="91470" y="121798"/>
                  </a:lnTo>
                  <a:lnTo>
                    <a:pt x="93857" y="120156"/>
                  </a:lnTo>
                  <a:lnTo>
                    <a:pt x="96546" y="118742"/>
                  </a:lnTo>
                  <a:lnTo>
                    <a:pt x="97897" y="117947"/>
                  </a:lnTo>
                  <a:lnTo>
                    <a:pt x="98049" y="117719"/>
                  </a:lnTo>
                  <a:lnTo>
                    <a:pt x="98592" y="113982"/>
                  </a:lnTo>
                  <a:lnTo>
                    <a:pt x="99463" y="110800"/>
                  </a:lnTo>
                  <a:lnTo>
                    <a:pt x="99842" y="108906"/>
                  </a:lnTo>
                  <a:lnTo>
                    <a:pt x="101648" y="106645"/>
                  </a:lnTo>
                  <a:lnTo>
                    <a:pt x="102746" y="104676"/>
                  </a:lnTo>
                  <a:lnTo>
                    <a:pt x="102746" y="104373"/>
                  </a:lnTo>
                  <a:lnTo>
                    <a:pt x="101799" y="102617"/>
                  </a:lnTo>
                  <a:cubicBezTo>
                    <a:pt x="101824" y="102352"/>
                    <a:pt x="101774" y="102125"/>
                    <a:pt x="98882" y="100989"/>
                  </a:cubicBezTo>
                  <a:lnTo>
                    <a:pt x="95650" y="99726"/>
                  </a:lnTo>
                  <a:lnTo>
                    <a:pt x="93718" y="99410"/>
                  </a:lnTo>
                  <a:lnTo>
                    <a:pt x="91710" y="98627"/>
                  </a:lnTo>
                  <a:lnTo>
                    <a:pt x="89551" y="97731"/>
                  </a:lnTo>
                  <a:lnTo>
                    <a:pt x="88415" y="95092"/>
                  </a:lnTo>
                  <a:lnTo>
                    <a:pt x="86887" y="92907"/>
                  </a:lnTo>
                  <a:lnTo>
                    <a:pt x="86735" y="92794"/>
                  </a:lnTo>
                  <a:lnTo>
                    <a:pt x="83338" y="91682"/>
                  </a:lnTo>
                  <a:lnTo>
                    <a:pt x="81179" y="91455"/>
                  </a:lnTo>
                  <a:lnTo>
                    <a:pt x="78970" y="89321"/>
                  </a:lnTo>
                  <a:lnTo>
                    <a:pt x="76861" y="88084"/>
                  </a:lnTo>
                  <a:lnTo>
                    <a:pt x="74335" y="87819"/>
                  </a:lnTo>
                  <a:lnTo>
                    <a:pt x="71810" y="87187"/>
                  </a:lnTo>
                  <a:lnTo>
                    <a:pt x="71722" y="87175"/>
                  </a:lnTo>
                  <a:lnTo>
                    <a:pt x="68881" y="87263"/>
                  </a:lnTo>
                  <a:lnTo>
                    <a:pt x="68792" y="87276"/>
                  </a:lnTo>
                  <a:cubicBezTo>
                    <a:pt x="65395" y="88273"/>
                    <a:pt x="65320" y="88576"/>
                    <a:pt x="65269" y="88753"/>
                  </a:cubicBezTo>
                  <a:cubicBezTo>
                    <a:pt x="65219" y="88942"/>
                    <a:pt x="65029" y="89523"/>
                    <a:pt x="64878" y="89965"/>
                  </a:cubicBezTo>
                  <a:lnTo>
                    <a:pt x="63640" y="88993"/>
                  </a:lnTo>
                  <a:lnTo>
                    <a:pt x="63350" y="88930"/>
                  </a:lnTo>
                  <a:lnTo>
                    <a:pt x="61734" y="89448"/>
                  </a:lnTo>
                  <a:lnTo>
                    <a:pt x="60218" y="88690"/>
                  </a:lnTo>
                  <a:lnTo>
                    <a:pt x="59057" y="86303"/>
                  </a:lnTo>
                  <a:lnTo>
                    <a:pt x="59802" y="84384"/>
                  </a:lnTo>
                  <a:lnTo>
                    <a:pt x="59600" y="83967"/>
                  </a:lnTo>
                  <a:lnTo>
                    <a:pt x="57655" y="83311"/>
                  </a:lnTo>
                  <a:lnTo>
                    <a:pt x="55521" y="83046"/>
                  </a:lnTo>
                  <a:lnTo>
                    <a:pt x="56077" y="81480"/>
                  </a:lnTo>
                  <a:lnTo>
                    <a:pt x="56796" y="80104"/>
                  </a:lnTo>
                  <a:lnTo>
                    <a:pt x="56986" y="78853"/>
                  </a:lnTo>
                  <a:lnTo>
                    <a:pt x="56670" y="78500"/>
                  </a:lnTo>
                  <a:lnTo>
                    <a:pt x="53905" y="78500"/>
                  </a:lnTo>
                  <a:lnTo>
                    <a:pt x="53640" y="78651"/>
                  </a:lnTo>
                  <a:lnTo>
                    <a:pt x="52516" y="80533"/>
                  </a:lnTo>
                  <a:lnTo>
                    <a:pt x="50155" y="81366"/>
                  </a:lnTo>
                  <a:lnTo>
                    <a:pt x="48374" y="78942"/>
                  </a:lnTo>
                  <a:lnTo>
                    <a:pt x="47995" y="75495"/>
                  </a:lnTo>
                  <a:lnTo>
                    <a:pt x="48816" y="72717"/>
                  </a:lnTo>
                  <a:lnTo>
                    <a:pt x="51443" y="70772"/>
                  </a:lnTo>
                  <a:lnTo>
                    <a:pt x="54132" y="70393"/>
                  </a:lnTo>
                  <a:lnTo>
                    <a:pt x="55370" y="71416"/>
                  </a:lnTo>
                  <a:lnTo>
                    <a:pt x="55849" y="71315"/>
                  </a:lnTo>
                  <a:lnTo>
                    <a:pt x="56392" y="70305"/>
                  </a:lnTo>
                  <a:lnTo>
                    <a:pt x="58286" y="70305"/>
                  </a:lnTo>
                  <a:lnTo>
                    <a:pt x="60799" y="71088"/>
                  </a:lnTo>
                  <a:lnTo>
                    <a:pt x="61014" y="72856"/>
                  </a:lnTo>
                  <a:lnTo>
                    <a:pt x="61064" y="72995"/>
                  </a:lnTo>
                  <a:lnTo>
                    <a:pt x="62403" y="75040"/>
                  </a:lnTo>
                  <a:lnTo>
                    <a:pt x="62971" y="74926"/>
                  </a:lnTo>
                  <a:lnTo>
                    <a:pt x="63363" y="72843"/>
                  </a:lnTo>
                  <a:lnTo>
                    <a:pt x="63363" y="72767"/>
                  </a:lnTo>
                  <a:lnTo>
                    <a:pt x="63211" y="69131"/>
                  </a:lnTo>
                  <a:lnTo>
                    <a:pt x="64158" y="67376"/>
                  </a:lnTo>
                  <a:lnTo>
                    <a:pt x="67087" y="65355"/>
                  </a:lnTo>
                  <a:lnTo>
                    <a:pt x="68704" y="62691"/>
                  </a:lnTo>
                  <a:lnTo>
                    <a:pt x="69461" y="60721"/>
                  </a:lnTo>
                  <a:lnTo>
                    <a:pt x="71924" y="58322"/>
                  </a:lnTo>
                  <a:lnTo>
                    <a:pt x="73452" y="58322"/>
                  </a:lnTo>
                  <a:lnTo>
                    <a:pt x="73755" y="58107"/>
                  </a:lnTo>
                  <a:lnTo>
                    <a:pt x="74575" y="55923"/>
                  </a:lnTo>
                  <a:lnTo>
                    <a:pt x="76747" y="54496"/>
                  </a:lnTo>
                  <a:lnTo>
                    <a:pt x="77682" y="55961"/>
                  </a:lnTo>
                  <a:lnTo>
                    <a:pt x="78124" y="56062"/>
                  </a:lnTo>
                  <a:lnTo>
                    <a:pt x="80119" y="54786"/>
                  </a:lnTo>
                  <a:lnTo>
                    <a:pt x="83591" y="53347"/>
                  </a:lnTo>
                  <a:lnTo>
                    <a:pt x="83705" y="52855"/>
                  </a:lnTo>
                  <a:lnTo>
                    <a:pt x="82909" y="51983"/>
                  </a:lnTo>
                  <a:lnTo>
                    <a:pt x="82657" y="51870"/>
                  </a:lnTo>
                  <a:lnTo>
                    <a:pt x="79715" y="52084"/>
                  </a:lnTo>
                  <a:lnTo>
                    <a:pt x="79134" y="50771"/>
                  </a:lnTo>
                  <a:lnTo>
                    <a:pt x="79134" y="49496"/>
                  </a:lnTo>
                  <a:lnTo>
                    <a:pt x="78970" y="49218"/>
                  </a:lnTo>
                  <a:lnTo>
                    <a:pt x="78528" y="48978"/>
                  </a:lnTo>
                  <a:lnTo>
                    <a:pt x="78742" y="48864"/>
                  </a:lnTo>
                  <a:lnTo>
                    <a:pt x="81002" y="48864"/>
                  </a:lnTo>
                  <a:lnTo>
                    <a:pt x="83212" y="49029"/>
                  </a:lnTo>
                  <a:lnTo>
                    <a:pt x="83389" y="48991"/>
                  </a:lnTo>
                  <a:lnTo>
                    <a:pt x="86028" y="47463"/>
                  </a:lnTo>
                  <a:cubicBezTo>
                    <a:pt x="87973" y="46023"/>
                    <a:pt x="88048" y="45910"/>
                    <a:pt x="88074" y="45847"/>
                  </a:cubicBezTo>
                  <a:cubicBezTo>
                    <a:pt x="88213" y="45657"/>
                    <a:pt x="88263" y="45569"/>
                    <a:pt x="86432" y="42362"/>
                  </a:cubicBezTo>
                  <a:lnTo>
                    <a:pt x="84399" y="40455"/>
                  </a:lnTo>
                  <a:lnTo>
                    <a:pt x="84033" y="38435"/>
                  </a:lnTo>
                  <a:lnTo>
                    <a:pt x="83553" y="34103"/>
                  </a:lnTo>
                  <a:lnTo>
                    <a:pt x="83010" y="33927"/>
                  </a:lnTo>
                  <a:lnTo>
                    <a:pt x="81078" y="36086"/>
                  </a:lnTo>
                  <a:lnTo>
                    <a:pt x="79576" y="35758"/>
                  </a:lnTo>
                  <a:lnTo>
                    <a:pt x="79310" y="34028"/>
                  </a:lnTo>
                  <a:lnTo>
                    <a:pt x="80055" y="32677"/>
                  </a:lnTo>
                  <a:lnTo>
                    <a:pt x="79866" y="32222"/>
                  </a:lnTo>
                  <a:lnTo>
                    <a:pt x="78212" y="31755"/>
                  </a:lnTo>
                  <a:lnTo>
                    <a:pt x="77164" y="30669"/>
                  </a:lnTo>
                  <a:lnTo>
                    <a:pt x="76937" y="30568"/>
                  </a:lnTo>
                  <a:lnTo>
                    <a:pt x="74070" y="30568"/>
                  </a:lnTo>
                  <a:lnTo>
                    <a:pt x="73199" y="30656"/>
                  </a:lnTo>
                  <a:lnTo>
                    <a:pt x="72921" y="30959"/>
                  </a:lnTo>
                  <a:lnTo>
                    <a:pt x="72845" y="33674"/>
                  </a:lnTo>
                  <a:lnTo>
                    <a:pt x="71583" y="35013"/>
                  </a:lnTo>
                  <a:lnTo>
                    <a:pt x="71545" y="35391"/>
                  </a:lnTo>
                  <a:lnTo>
                    <a:pt x="72290" y="36566"/>
                  </a:lnTo>
                  <a:lnTo>
                    <a:pt x="72492" y="38662"/>
                  </a:lnTo>
                  <a:lnTo>
                    <a:pt x="70535" y="40316"/>
                  </a:lnTo>
                  <a:lnTo>
                    <a:pt x="68615" y="40998"/>
                  </a:lnTo>
                  <a:lnTo>
                    <a:pt x="68401" y="41288"/>
                  </a:lnTo>
                  <a:lnTo>
                    <a:pt x="68401" y="44256"/>
                  </a:lnTo>
                  <a:lnTo>
                    <a:pt x="67555" y="44685"/>
                  </a:lnTo>
                  <a:lnTo>
                    <a:pt x="66380" y="43195"/>
                  </a:lnTo>
                  <a:lnTo>
                    <a:pt x="66974" y="40581"/>
                  </a:lnTo>
                  <a:lnTo>
                    <a:pt x="66822" y="40228"/>
                  </a:lnTo>
                  <a:lnTo>
                    <a:pt x="64676" y="39142"/>
                  </a:lnTo>
                  <a:lnTo>
                    <a:pt x="62453" y="37816"/>
                  </a:lnTo>
                  <a:lnTo>
                    <a:pt x="61443" y="36957"/>
                  </a:lnTo>
                  <a:lnTo>
                    <a:pt x="61241" y="36881"/>
                  </a:lnTo>
                  <a:lnTo>
                    <a:pt x="60509" y="36881"/>
                  </a:lnTo>
                  <a:lnTo>
                    <a:pt x="60307" y="34444"/>
                  </a:lnTo>
                  <a:lnTo>
                    <a:pt x="60686" y="32083"/>
                  </a:lnTo>
                  <a:lnTo>
                    <a:pt x="61456" y="30252"/>
                  </a:lnTo>
                  <a:cubicBezTo>
                    <a:pt x="61974" y="30050"/>
                    <a:pt x="62479" y="29823"/>
                    <a:pt x="62971" y="29558"/>
                  </a:cubicBezTo>
                  <a:cubicBezTo>
                    <a:pt x="63413" y="29330"/>
                    <a:pt x="63640" y="29229"/>
                    <a:pt x="63754" y="29179"/>
                  </a:cubicBezTo>
                  <a:cubicBezTo>
                    <a:pt x="63761" y="29180"/>
                    <a:pt x="63768" y="29180"/>
                    <a:pt x="63775" y="29180"/>
                  </a:cubicBezTo>
                  <a:cubicBezTo>
                    <a:pt x="63887" y="29180"/>
                    <a:pt x="64048" y="29086"/>
                    <a:pt x="64499" y="28813"/>
                  </a:cubicBezTo>
                  <a:lnTo>
                    <a:pt x="65029" y="28497"/>
                  </a:lnTo>
                  <a:cubicBezTo>
                    <a:pt x="66469" y="27638"/>
                    <a:pt x="66999" y="27323"/>
                    <a:pt x="67201" y="27171"/>
                  </a:cubicBezTo>
                  <a:lnTo>
                    <a:pt x="67214" y="27184"/>
                  </a:lnTo>
                  <a:lnTo>
                    <a:pt x="68792" y="25681"/>
                  </a:lnTo>
                  <a:lnTo>
                    <a:pt x="69992" y="24456"/>
                  </a:lnTo>
                  <a:lnTo>
                    <a:pt x="70737" y="24267"/>
                  </a:lnTo>
                  <a:lnTo>
                    <a:pt x="74083" y="24267"/>
                  </a:lnTo>
                  <a:lnTo>
                    <a:pt x="74399" y="23977"/>
                  </a:lnTo>
                  <a:lnTo>
                    <a:pt x="74550" y="21994"/>
                  </a:lnTo>
                  <a:lnTo>
                    <a:pt x="75548" y="20252"/>
                  </a:lnTo>
                  <a:lnTo>
                    <a:pt x="75573" y="20012"/>
                  </a:lnTo>
                  <a:lnTo>
                    <a:pt x="75106" y="18269"/>
                  </a:lnTo>
                  <a:lnTo>
                    <a:pt x="75005" y="18118"/>
                  </a:lnTo>
                  <a:lnTo>
                    <a:pt x="73363" y="16741"/>
                  </a:lnTo>
                  <a:lnTo>
                    <a:pt x="72883" y="16830"/>
                  </a:lnTo>
                  <a:lnTo>
                    <a:pt x="71873" y="18800"/>
                  </a:lnTo>
                  <a:lnTo>
                    <a:pt x="70320" y="19999"/>
                  </a:lnTo>
                  <a:lnTo>
                    <a:pt x="69676" y="20441"/>
                  </a:lnTo>
                  <a:lnTo>
                    <a:pt x="69676" y="18623"/>
                  </a:lnTo>
                  <a:lnTo>
                    <a:pt x="69929" y="17385"/>
                  </a:lnTo>
                  <a:lnTo>
                    <a:pt x="69411" y="17082"/>
                  </a:lnTo>
                  <a:lnTo>
                    <a:pt x="68691" y="17739"/>
                  </a:lnTo>
                  <a:lnTo>
                    <a:pt x="67896" y="15959"/>
                  </a:lnTo>
                  <a:lnTo>
                    <a:pt x="68918" y="14860"/>
                  </a:lnTo>
                  <a:lnTo>
                    <a:pt x="71002" y="10403"/>
                  </a:lnTo>
                  <a:lnTo>
                    <a:pt x="71873" y="10049"/>
                  </a:lnTo>
                  <a:lnTo>
                    <a:pt x="73767" y="8332"/>
                  </a:lnTo>
                  <a:lnTo>
                    <a:pt x="73691" y="7827"/>
                  </a:lnTo>
                  <a:lnTo>
                    <a:pt x="72896" y="7410"/>
                  </a:lnTo>
                  <a:lnTo>
                    <a:pt x="71785" y="7233"/>
                  </a:lnTo>
                  <a:lnTo>
                    <a:pt x="69373" y="7233"/>
                  </a:lnTo>
                  <a:lnTo>
                    <a:pt x="69057" y="7549"/>
                  </a:lnTo>
                  <a:lnTo>
                    <a:pt x="69057" y="9658"/>
                  </a:lnTo>
                  <a:lnTo>
                    <a:pt x="67037" y="12284"/>
                  </a:lnTo>
                  <a:lnTo>
                    <a:pt x="65294" y="14986"/>
                  </a:lnTo>
                  <a:lnTo>
                    <a:pt x="65294" y="15340"/>
                  </a:lnTo>
                  <a:lnTo>
                    <a:pt x="66077" y="16476"/>
                  </a:lnTo>
                  <a:lnTo>
                    <a:pt x="65762" y="18623"/>
                  </a:lnTo>
                  <a:lnTo>
                    <a:pt x="63375" y="19885"/>
                  </a:lnTo>
                  <a:lnTo>
                    <a:pt x="63375" y="18585"/>
                  </a:lnTo>
                  <a:lnTo>
                    <a:pt x="63085" y="18269"/>
                  </a:lnTo>
                  <a:lnTo>
                    <a:pt x="61342" y="18118"/>
                  </a:lnTo>
                  <a:lnTo>
                    <a:pt x="61128" y="18181"/>
                  </a:lnTo>
                  <a:lnTo>
                    <a:pt x="59890" y="19153"/>
                  </a:lnTo>
                  <a:lnTo>
                    <a:pt x="58223" y="16830"/>
                  </a:lnTo>
                  <a:lnTo>
                    <a:pt x="57971" y="16703"/>
                  </a:lnTo>
                  <a:lnTo>
                    <a:pt x="55799" y="16703"/>
                  </a:lnTo>
                  <a:lnTo>
                    <a:pt x="55521" y="16868"/>
                  </a:lnTo>
                  <a:lnTo>
                    <a:pt x="54827" y="18168"/>
                  </a:lnTo>
                  <a:lnTo>
                    <a:pt x="54435" y="18736"/>
                  </a:lnTo>
                  <a:lnTo>
                    <a:pt x="53652" y="16969"/>
                  </a:lnTo>
                  <a:lnTo>
                    <a:pt x="53261" y="16792"/>
                  </a:lnTo>
                  <a:cubicBezTo>
                    <a:pt x="53061" y="16867"/>
                    <a:pt x="52586" y="16997"/>
                    <a:pt x="52167" y="16997"/>
                  </a:cubicBezTo>
                  <a:cubicBezTo>
                    <a:pt x="51950" y="16997"/>
                    <a:pt x="51749" y="16962"/>
                    <a:pt x="51607" y="16868"/>
                  </a:cubicBezTo>
                  <a:cubicBezTo>
                    <a:pt x="51455" y="16767"/>
                    <a:pt x="51379" y="16590"/>
                    <a:pt x="51392" y="16426"/>
                  </a:cubicBezTo>
                  <a:cubicBezTo>
                    <a:pt x="51316" y="15112"/>
                    <a:pt x="51316" y="14986"/>
                    <a:pt x="51316" y="14974"/>
                  </a:cubicBezTo>
                  <a:lnTo>
                    <a:pt x="51215" y="14746"/>
                  </a:lnTo>
                  <a:lnTo>
                    <a:pt x="47945" y="11716"/>
                  </a:lnTo>
                  <a:lnTo>
                    <a:pt x="46922" y="11009"/>
                  </a:lnTo>
                  <a:lnTo>
                    <a:pt x="46682" y="10958"/>
                  </a:lnTo>
                  <a:lnTo>
                    <a:pt x="45142" y="11223"/>
                  </a:lnTo>
                  <a:lnTo>
                    <a:pt x="44435" y="9077"/>
                  </a:lnTo>
                  <a:lnTo>
                    <a:pt x="44233" y="8875"/>
                  </a:lnTo>
                  <a:lnTo>
                    <a:pt x="42806" y="8433"/>
                  </a:lnTo>
                  <a:lnTo>
                    <a:pt x="42679" y="8420"/>
                  </a:lnTo>
                  <a:lnTo>
                    <a:pt x="39182" y="8862"/>
                  </a:lnTo>
                  <a:lnTo>
                    <a:pt x="37262" y="8445"/>
                  </a:lnTo>
                  <a:lnTo>
                    <a:pt x="34649" y="6210"/>
                  </a:lnTo>
                  <a:lnTo>
                    <a:pt x="31075" y="4506"/>
                  </a:lnTo>
                  <a:lnTo>
                    <a:pt x="28499" y="2031"/>
                  </a:lnTo>
                  <a:lnTo>
                    <a:pt x="26365" y="263"/>
                  </a:lnTo>
                  <a:lnTo>
                    <a:pt x="26100" y="187"/>
                  </a:lnTo>
                  <a:lnTo>
                    <a:pt x="23524" y="756"/>
                  </a:lnTo>
                  <a:cubicBezTo>
                    <a:pt x="23360" y="465"/>
                    <a:pt x="23120" y="238"/>
                    <a:pt x="22817" y="124"/>
                  </a:cubicBezTo>
                  <a:cubicBezTo>
                    <a:pt x="22620" y="41"/>
                    <a:pt x="22402" y="0"/>
                    <a:pt x="221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5604;p78">
              <a:extLst>
                <a:ext uri="{FF2B5EF4-FFF2-40B4-BE49-F238E27FC236}">
                  <a16:creationId xmlns:a16="http://schemas.microsoft.com/office/drawing/2014/main" id="{CBDC6681-F6FB-8044-B688-3C5AE651547E}"/>
                </a:ext>
              </a:extLst>
            </p:cNvPr>
            <p:cNvSpPr/>
            <p:nvPr/>
          </p:nvSpPr>
          <p:spPr>
            <a:xfrm>
              <a:off x="1940550" y="1654925"/>
              <a:ext cx="124725" cy="149650"/>
            </a:xfrm>
            <a:custGeom>
              <a:avLst/>
              <a:gdLst/>
              <a:ahLst/>
              <a:cxnLst/>
              <a:rect l="l" t="t" r="r" b="b"/>
              <a:pathLst>
                <a:path w="4989" h="5986" extrusionOk="0">
                  <a:moveTo>
                    <a:pt x="2425" y="0"/>
                  </a:moveTo>
                  <a:lnTo>
                    <a:pt x="1023" y="1200"/>
                  </a:lnTo>
                  <a:lnTo>
                    <a:pt x="1" y="3851"/>
                  </a:lnTo>
                  <a:lnTo>
                    <a:pt x="1" y="5985"/>
                  </a:lnTo>
                  <a:lnTo>
                    <a:pt x="2362" y="4104"/>
                  </a:lnTo>
                  <a:lnTo>
                    <a:pt x="3511" y="4887"/>
                  </a:lnTo>
                  <a:lnTo>
                    <a:pt x="4988" y="4419"/>
                  </a:lnTo>
                  <a:lnTo>
                    <a:pt x="3271" y="2210"/>
                  </a:lnTo>
                  <a:lnTo>
                    <a:pt x="24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5605;p78">
              <a:extLst>
                <a:ext uri="{FF2B5EF4-FFF2-40B4-BE49-F238E27FC236}">
                  <a16:creationId xmlns:a16="http://schemas.microsoft.com/office/drawing/2014/main" id="{5BBDCD52-F3C2-C947-93D0-1050F2B853E4}"/>
                </a:ext>
              </a:extLst>
            </p:cNvPr>
            <p:cNvSpPr/>
            <p:nvPr/>
          </p:nvSpPr>
          <p:spPr>
            <a:xfrm>
              <a:off x="1932650" y="1641650"/>
              <a:ext cx="145575" cy="179325"/>
            </a:xfrm>
            <a:custGeom>
              <a:avLst/>
              <a:gdLst/>
              <a:ahLst/>
              <a:cxnLst/>
              <a:rect l="l" t="t" r="r" b="b"/>
              <a:pathLst>
                <a:path w="5823" h="7173" extrusionOk="0">
                  <a:moveTo>
                    <a:pt x="2602" y="1049"/>
                  </a:moveTo>
                  <a:lnTo>
                    <a:pt x="3297" y="2842"/>
                  </a:lnTo>
                  <a:lnTo>
                    <a:pt x="4774" y="4774"/>
                  </a:lnTo>
                  <a:lnTo>
                    <a:pt x="3877" y="5064"/>
                  </a:lnTo>
                  <a:lnTo>
                    <a:pt x="2665" y="4231"/>
                  </a:lnTo>
                  <a:lnTo>
                    <a:pt x="632" y="5860"/>
                  </a:lnTo>
                  <a:lnTo>
                    <a:pt x="632" y="4433"/>
                  </a:lnTo>
                  <a:lnTo>
                    <a:pt x="1605" y="1907"/>
                  </a:lnTo>
                  <a:lnTo>
                    <a:pt x="2602" y="1049"/>
                  </a:lnTo>
                  <a:close/>
                  <a:moveTo>
                    <a:pt x="2880" y="1"/>
                  </a:moveTo>
                  <a:lnTo>
                    <a:pt x="1074" y="1541"/>
                  </a:lnTo>
                  <a:lnTo>
                    <a:pt x="26" y="4269"/>
                  </a:lnTo>
                  <a:lnTo>
                    <a:pt x="1" y="7173"/>
                  </a:lnTo>
                  <a:lnTo>
                    <a:pt x="1" y="7173"/>
                  </a:lnTo>
                  <a:lnTo>
                    <a:pt x="2703" y="5026"/>
                  </a:lnTo>
                  <a:lnTo>
                    <a:pt x="3776" y="5771"/>
                  </a:lnTo>
                  <a:lnTo>
                    <a:pt x="5822" y="5102"/>
                  </a:lnTo>
                  <a:lnTo>
                    <a:pt x="3865" y="2577"/>
                  </a:lnTo>
                  <a:lnTo>
                    <a:pt x="28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5606;p78">
              <a:extLst>
                <a:ext uri="{FF2B5EF4-FFF2-40B4-BE49-F238E27FC236}">
                  <a16:creationId xmlns:a16="http://schemas.microsoft.com/office/drawing/2014/main" id="{8731F820-134B-3A48-8F6F-0F726B4A269E}"/>
                </a:ext>
              </a:extLst>
            </p:cNvPr>
            <p:cNvSpPr/>
            <p:nvPr/>
          </p:nvSpPr>
          <p:spPr>
            <a:xfrm>
              <a:off x="2019475" y="1292525"/>
              <a:ext cx="410075" cy="583375"/>
            </a:xfrm>
            <a:custGeom>
              <a:avLst/>
              <a:gdLst/>
              <a:ahLst/>
              <a:cxnLst/>
              <a:rect l="l" t="t" r="r" b="b"/>
              <a:pathLst>
                <a:path w="16403" h="23335" extrusionOk="0">
                  <a:moveTo>
                    <a:pt x="4129" y="0"/>
                  </a:moveTo>
                  <a:lnTo>
                    <a:pt x="1213" y="2122"/>
                  </a:lnTo>
                  <a:lnTo>
                    <a:pt x="0" y="4407"/>
                  </a:lnTo>
                  <a:lnTo>
                    <a:pt x="0" y="7248"/>
                  </a:lnTo>
                  <a:lnTo>
                    <a:pt x="2122" y="6857"/>
                  </a:lnTo>
                  <a:lnTo>
                    <a:pt x="4571" y="8347"/>
                  </a:lnTo>
                  <a:lnTo>
                    <a:pt x="6541" y="8827"/>
                  </a:lnTo>
                  <a:lnTo>
                    <a:pt x="7210" y="7576"/>
                  </a:lnTo>
                  <a:lnTo>
                    <a:pt x="8170" y="11339"/>
                  </a:lnTo>
                  <a:lnTo>
                    <a:pt x="9521" y="12842"/>
                  </a:lnTo>
                  <a:lnTo>
                    <a:pt x="8258" y="15052"/>
                  </a:lnTo>
                  <a:cubicBezTo>
                    <a:pt x="8258" y="15052"/>
                    <a:pt x="8978" y="16314"/>
                    <a:pt x="6996" y="16706"/>
                  </a:cubicBezTo>
                  <a:cubicBezTo>
                    <a:pt x="5026" y="17097"/>
                    <a:pt x="6364" y="16946"/>
                    <a:pt x="5026" y="17097"/>
                  </a:cubicBezTo>
                  <a:cubicBezTo>
                    <a:pt x="3688" y="17261"/>
                    <a:pt x="3688" y="17539"/>
                    <a:pt x="3688" y="17539"/>
                  </a:cubicBezTo>
                  <a:lnTo>
                    <a:pt x="4180" y="18915"/>
                  </a:lnTo>
                  <a:lnTo>
                    <a:pt x="6604" y="18915"/>
                  </a:lnTo>
                  <a:lnTo>
                    <a:pt x="7943" y="20810"/>
                  </a:lnTo>
                  <a:lnTo>
                    <a:pt x="9521" y="22539"/>
                  </a:lnTo>
                  <a:lnTo>
                    <a:pt x="11579" y="23335"/>
                  </a:lnTo>
                  <a:lnTo>
                    <a:pt x="10405" y="20532"/>
                  </a:lnTo>
                  <a:lnTo>
                    <a:pt x="12375" y="21693"/>
                  </a:lnTo>
                  <a:lnTo>
                    <a:pt x="13473" y="20115"/>
                  </a:lnTo>
                  <a:lnTo>
                    <a:pt x="12059" y="16794"/>
                  </a:lnTo>
                  <a:lnTo>
                    <a:pt x="12615" y="15923"/>
                  </a:lnTo>
                  <a:lnTo>
                    <a:pt x="14420" y="18360"/>
                  </a:lnTo>
                  <a:lnTo>
                    <a:pt x="15683" y="16794"/>
                  </a:lnTo>
                  <a:lnTo>
                    <a:pt x="16403" y="15052"/>
                  </a:lnTo>
                  <a:lnTo>
                    <a:pt x="12931" y="12135"/>
                  </a:lnTo>
                  <a:lnTo>
                    <a:pt x="14269" y="11630"/>
                  </a:lnTo>
                  <a:lnTo>
                    <a:pt x="13549" y="8195"/>
                  </a:lnTo>
                  <a:lnTo>
                    <a:pt x="12211" y="5821"/>
                  </a:lnTo>
                  <a:lnTo>
                    <a:pt x="10721" y="4963"/>
                  </a:lnTo>
                  <a:lnTo>
                    <a:pt x="9067" y="3624"/>
                  </a:lnTo>
                  <a:lnTo>
                    <a:pt x="10557" y="3069"/>
                  </a:lnTo>
                  <a:lnTo>
                    <a:pt x="10165" y="1414"/>
                  </a:lnTo>
                  <a:lnTo>
                    <a:pt x="7918" y="354"/>
                  </a:lnTo>
                  <a:lnTo>
                    <a:pt x="5670" y="1326"/>
                  </a:lnTo>
                  <a:lnTo>
                    <a:pt x="5165" y="2677"/>
                  </a:lnTo>
                  <a:lnTo>
                    <a:pt x="3814" y="4256"/>
                  </a:lnTo>
                  <a:lnTo>
                    <a:pt x="2993" y="3069"/>
                  </a:lnTo>
                  <a:lnTo>
                    <a:pt x="41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5607;p78">
              <a:extLst>
                <a:ext uri="{FF2B5EF4-FFF2-40B4-BE49-F238E27FC236}">
                  <a16:creationId xmlns:a16="http://schemas.microsoft.com/office/drawing/2014/main" id="{377F2066-10AD-774E-956C-46FDBC0FF1A6}"/>
                </a:ext>
              </a:extLst>
            </p:cNvPr>
            <p:cNvSpPr/>
            <p:nvPr/>
          </p:nvSpPr>
          <p:spPr>
            <a:xfrm>
              <a:off x="2011275" y="1270725"/>
              <a:ext cx="427750" cy="619075"/>
            </a:xfrm>
            <a:custGeom>
              <a:avLst/>
              <a:gdLst/>
              <a:ahLst/>
              <a:cxnLst/>
              <a:rect l="l" t="t" r="r" b="b"/>
              <a:pathLst>
                <a:path w="17110" h="24763" extrusionOk="0">
                  <a:moveTo>
                    <a:pt x="8246" y="1567"/>
                  </a:moveTo>
                  <a:lnTo>
                    <a:pt x="10228" y="2501"/>
                  </a:lnTo>
                  <a:lnTo>
                    <a:pt x="10518" y="3739"/>
                  </a:lnTo>
                  <a:lnTo>
                    <a:pt x="8763" y="4383"/>
                  </a:lnTo>
                  <a:lnTo>
                    <a:pt x="10885" y="6087"/>
                  </a:lnTo>
                  <a:lnTo>
                    <a:pt x="12311" y="6908"/>
                  </a:lnTo>
                  <a:lnTo>
                    <a:pt x="13587" y="9156"/>
                  </a:lnTo>
                  <a:lnTo>
                    <a:pt x="14231" y="12287"/>
                  </a:lnTo>
                  <a:lnTo>
                    <a:pt x="12640" y="12881"/>
                  </a:lnTo>
                  <a:lnTo>
                    <a:pt x="16340" y="15999"/>
                  </a:lnTo>
                  <a:lnTo>
                    <a:pt x="15733" y="17477"/>
                  </a:lnTo>
                  <a:lnTo>
                    <a:pt x="14761" y="18689"/>
                  </a:lnTo>
                  <a:lnTo>
                    <a:pt x="12918" y="16227"/>
                  </a:lnTo>
                  <a:lnTo>
                    <a:pt x="12021" y="17616"/>
                  </a:lnTo>
                  <a:lnTo>
                    <a:pt x="13448" y="20937"/>
                  </a:lnTo>
                  <a:lnTo>
                    <a:pt x="12615" y="22136"/>
                  </a:lnTo>
                  <a:lnTo>
                    <a:pt x="10076" y="20633"/>
                  </a:lnTo>
                  <a:lnTo>
                    <a:pt x="11339" y="23639"/>
                  </a:lnTo>
                  <a:lnTo>
                    <a:pt x="10051" y="23146"/>
                  </a:lnTo>
                  <a:lnTo>
                    <a:pt x="8549" y="21492"/>
                  </a:lnTo>
                  <a:lnTo>
                    <a:pt x="7109" y="19459"/>
                  </a:lnTo>
                  <a:lnTo>
                    <a:pt x="4748" y="19459"/>
                  </a:lnTo>
                  <a:lnTo>
                    <a:pt x="4407" y="18500"/>
                  </a:lnTo>
                  <a:cubicBezTo>
                    <a:pt x="4723" y="18373"/>
                    <a:pt x="5064" y="18297"/>
                    <a:pt x="5417" y="18272"/>
                  </a:cubicBezTo>
                  <a:cubicBezTo>
                    <a:pt x="6124" y="18196"/>
                    <a:pt x="6124" y="18196"/>
                    <a:pt x="6238" y="18146"/>
                  </a:cubicBezTo>
                  <a:cubicBezTo>
                    <a:pt x="6301" y="18121"/>
                    <a:pt x="6453" y="18070"/>
                    <a:pt x="7412" y="17881"/>
                  </a:cubicBezTo>
                  <a:cubicBezTo>
                    <a:pt x="8208" y="17717"/>
                    <a:pt x="8725" y="17401"/>
                    <a:pt x="8940" y="16934"/>
                  </a:cubicBezTo>
                  <a:cubicBezTo>
                    <a:pt x="9079" y="16618"/>
                    <a:pt x="9079" y="16265"/>
                    <a:pt x="8953" y="15936"/>
                  </a:cubicBezTo>
                  <a:lnTo>
                    <a:pt x="10253" y="13676"/>
                  </a:lnTo>
                  <a:lnTo>
                    <a:pt x="8801" y="12060"/>
                  </a:lnTo>
                  <a:lnTo>
                    <a:pt x="7652" y="7590"/>
                  </a:lnTo>
                  <a:lnTo>
                    <a:pt x="6718" y="9332"/>
                  </a:lnTo>
                  <a:lnTo>
                    <a:pt x="5026" y="8928"/>
                  </a:lnTo>
                  <a:lnTo>
                    <a:pt x="2513" y="7388"/>
                  </a:lnTo>
                  <a:lnTo>
                    <a:pt x="644" y="7741"/>
                  </a:lnTo>
                  <a:lnTo>
                    <a:pt x="644" y="5367"/>
                  </a:lnTo>
                  <a:lnTo>
                    <a:pt x="1793" y="3208"/>
                  </a:lnTo>
                  <a:lnTo>
                    <a:pt x="3801" y="1744"/>
                  </a:lnTo>
                  <a:lnTo>
                    <a:pt x="3801" y="1744"/>
                  </a:lnTo>
                  <a:lnTo>
                    <a:pt x="2980" y="3991"/>
                  </a:lnTo>
                  <a:lnTo>
                    <a:pt x="4129" y="5645"/>
                  </a:lnTo>
                  <a:lnTo>
                    <a:pt x="5745" y="3751"/>
                  </a:lnTo>
                  <a:lnTo>
                    <a:pt x="6263" y="2438"/>
                  </a:lnTo>
                  <a:lnTo>
                    <a:pt x="8246" y="1567"/>
                  </a:lnTo>
                  <a:close/>
                  <a:moveTo>
                    <a:pt x="5114" y="1"/>
                  </a:moveTo>
                  <a:lnTo>
                    <a:pt x="1288" y="2779"/>
                  </a:lnTo>
                  <a:lnTo>
                    <a:pt x="0" y="5203"/>
                  </a:lnTo>
                  <a:lnTo>
                    <a:pt x="0" y="8486"/>
                  </a:lnTo>
                  <a:lnTo>
                    <a:pt x="2374" y="8044"/>
                  </a:lnTo>
                  <a:lnTo>
                    <a:pt x="4723" y="9471"/>
                  </a:lnTo>
                  <a:lnTo>
                    <a:pt x="7021" y="10039"/>
                  </a:lnTo>
                  <a:lnTo>
                    <a:pt x="7425" y="9294"/>
                  </a:lnTo>
                  <a:lnTo>
                    <a:pt x="8208" y="12350"/>
                  </a:lnTo>
                  <a:lnTo>
                    <a:pt x="9458" y="13739"/>
                  </a:lnTo>
                  <a:lnTo>
                    <a:pt x="8321" y="15747"/>
                  </a:lnTo>
                  <a:lnTo>
                    <a:pt x="8233" y="15911"/>
                  </a:lnTo>
                  <a:lnTo>
                    <a:pt x="8309" y="16063"/>
                  </a:lnTo>
                  <a:cubicBezTo>
                    <a:pt x="8410" y="16252"/>
                    <a:pt x="8422" y="16467"/>
                    <a:pt x="8347" y="16669"/>
                  </a:cubicBezTo>
                  <a:cubicBezTo>
                    <a:pt x="8220" y="16946"/>
                    <a:pt x="7842" y="17148"/>
                    <a:pt x="7273" y="17262"/>
                  </a:cubicBezTo>
                  <a:cubicBezTo>
                    <a:pt x="6263" y="17464"/>
                    <a:pt x="6099" y="17527"/>
                    <a:pt x="6011" y="17565"/>
                  </a:cubicBezTo>
                  <a:cubicBezTo>
                    <a:pt x="5783" y="17603"/>
                    <a:pt x="5556" y="17641"/>
                    <a:pt x="5329" y="17654"/>
                  </a:cubicBezTo>
                  <a:cubicBezTo>
                    <a:pt x="4937" y="17704"/>
                    <a:pt x="3712" y="17843"/>
                    <a:pt x="3712" y="18411"/>
                  </a:cubicBezTo>
                  <a:lnTo>
                    <a:pt x="4293" y="20103"/>
                  </a:lnTo>
                  <a:lnTo>
                    <a:pt x="6793" y="20103"/>
                  </a:lnTo>
                  <a:lnTo>
                    <a:pt x="8056" y="21884"/>
                  </a:lnTo>
                  <a:lnTo>
                    <a:pt x="9685" y="23677"/>
                  </a:lnTo>
                  <a:lnTo>
                    <a:pt x="12488" y="24763"/>
                  </a:lnTo>
                  <a:lnTo>
                    <a:pt x="11390" y="22161"/>
                  </a:lnTo>
                  <a:lnTo>
                    <a:pt x="12791" y="22982"/>
                  </a:lnTo>
                  <a:lnTo>
                    <a:pt x="14168" y="20987"/>
                  </a:lnTo>
                  <a:lnTo>
                    <a:pt x="12741" y="17666"/>
                  </a:lnTo>
                  <a:lnTo>
                    <a:pt x="12968" y="17325"/>
                  </a:lnTo>
                  <a:lnTo>
                    <a:pt x="14748" y="19712"/>
                  </a:lnTo>
                  <a:lnTo>
                    <a:pt x="16264" y="17830"/>
                  </a:lnTo>
                  <a:lnTo>
                    <a:pt x="17110" y="15810"/>
                  </a:lnTo>
                  <a:lnTo>
                    <a:pt x="13877" y="13083"/>
                  </a:lnTo>
                  <a:lnTo>
                    <a:pt x="14963" y="12678"/>
                  </a:lnTo>
                  <a:lnTo>
                    <a:pt x="14193" y="8979"/>
                  </a:lnTo>
                  <a:lnTo>
                    <a:pt x="12779" y="6453"/>
                  </a:lnTo>
                  <a:lnTo>
                    <a:pt x="11238" y="5569"/>
                  </a:lnTo>
                  <a:lnTo>
                    <a:pt x="10013" y="4585"/>
                  </a:lnTo>
                  <a:lnTo>
                    <a:pt x="11263" y="4117"/>
                  </a:lnTo>
                  <a:lnTo>
                    <a:pt x="10771" y="2047"/>
                  </a:lnTo>
                  <a:lnTo>
                    <a:pt x="8258" y="860"/>
                  </a:lnTo>
                  <a:lnTo>
                    <a:pt x="5758" y="1958"/>
                  </a:lnTo>
                  <a:lnTo>
                    <a:pt x="5215" y="3372"/>
                  </a:lnTo>
                  <a:lnTo>
                    <a:pt x="4180" y="4597"/>
                  </a:lnTo>
                  <a:lnTo>
                    <a:pt x="3675" y="3890"/>
                  </a:lnTo>
                  <a:lnTo>
                    <a:pt x="51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5608;p78">
              <a:extLst>
                <a:ext uri="{FF2B5EF4-FFF2-40B4-BE49-F238E27FC236}">
                  <a16:creationId xmlns:a16="http://schemas.microsoft.com/office/drawing/2014/main" id="{3EE6BBB8-6840-1148-B502-9A0945D1DDF7}"/>
                </a:ext>
              </a:extLst>
            </p:cNvPr>
            <p:cNvSpPr/>
            <p:nvPr/>
          </p:nvSpPr>
          <p:spPr>
            <a:xfrm>
              <a:off x="2342725" y="2272700"/>
              <a:ext cx="102300" cy="109875"/>
            </a:xfrm>
            <a:custGeom>
              <a:avLst/>
              <a:gdLst/>
              <a:ahLst/>
              <a:cxnLst/>
              <a:rect l="l" t="t" r="r" b="b"/>
              <a:pathLst>
                <a:path w="4092" h="4395" extrusionOk="0">
                  <a:moveTo>
                    <a:pt x="112" y="2946"/>
                  </a:moveTo>
                  <a:cubicBezTo>
                    <a:pt x="41" y="2963"/>
                    <a:pt x="1" y="2986"/>
                    <a:pt x="1" y="3018"/>
                  </a:cubicBezTo>
                  <a:cubicBezTo>
                    <a:pt x="1" y="3026"/>
                    <a:pt x="3" y="3031"/>
                    <a:pt x="9" y="3031"/>
                  </a:cubicBezTo>
                  <a:cubicBezTo>
                    <a:pt x="25" y="3031"/>
                    <a:pt x="60" y="3000"/>
                    <a:pt x="112" y="2946"/>
                  </a:cubicBezTo>
                  <a:close/>
                  <a:moveTo>
                    <a:pt x="2337" y="0"/>
                  </a:moveTo>
                  <a:cubicBezTo>
                    <a:pt x="2337" y="0"/>
                    <a:pt x="576" y="2455"/>
                    <a:pt x="112" y="2946"/>
                  </a:cubicBezTo>
                  <a:lnTo>
                    <a:pt x="112" y="2946"/>
                  </a:lnTo>
                  <a:cubicBezTo>
                    <a:pt x="226" y="2918"/>
                    <a:pt x="419" y="2908"/>
                    <a:pt x="644" y="2908"/>
                  </a:cubicBezTo>
                  <a:cubicBezTo>
                    <a:pt x="1336" y="2908"/>
                    <a:pt x="2337" y="3005"/>
                    <a:pt x="2337" y="3005"/>
                  </a:cubicBezTo>
                  <a:lnTo>
                    <a:pt x="3145" y="4394"/>
                  </a:lnTo>
                  <a:lnTo>
                    <a:pt x="4092" y="3990"/>
                  </a:lnTo>
                  <a:lnTo>
                    <a:pt x="4092" y="2096"/>
                  </a:lnTo>
                  <a:lnTo>
                    <a:pt x="2438" y="1465"/>
                  </a:lnTo>
                  <a:lnTo>
                    <a:pt x="23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5609;p78">
              <a:extLst>
                <a:ext uri="{FF2B5EF4-FFF2-40B4-BE49-F238E27FC236}">
                  <a16:creationId xmlns:a16="http://schemas.microsoft.com/office/drawing/2014/main" id="{30D62484-0E5C-0B42-B675-1938B623399C}"/>
                </a:ext>
              </a:extLst>
            </p:cNvPr>
            <p:cNvSpPr/>
            <p:nvPr/>
          </p:nvSpPr>
          <p:spPr>
            <a:xfrm>
              <a:off x="2334825" y="2250600"/>
              <a:ext cx="118400" cy="142075"/>
            </a:xfrm>
            <a:custGeom>
              <a:avLst/>
              <a:gdLst/>
              <a:ahLst/>
              <a:cxnLst/>
              <a:rect l="l" t="t" r="r" b="b"/>
              <a:pathLst>
                <a:path w="4736" h="5683" extrusionOk="0">
                  <a:moveTo>
                    <a:pt x="2387" y="1781"/>
                  </a:moveTo>
                  <a:lnTo>
                    <a:pt x="2450" y="2576"/>
                  </a:lnTo>
                  <a:lnTo>
                    <a:pt x="4079" y="3207"/>
                  </a:lnTo>
                  <a:lnTo>
                    <a:pt x="4079" y="4659"/>
                  </a:lnTo>
                  <a:lnTo>
                    <a:pt x="3587" y="4874"/>
                  </a:lnTo>
                  <a:lnTo>
                    <a:pt x="2829" y="3586"/>
                  </a:lnTo>
                  <a:lnTo>
                    <a:pt x="2665" y="3574"/>
                  </a:lnTo>
                  <a:cubicBezTo>
                    <a:pt x="1983" y="3510"/>
                    <a:pt x="1491" y="3473"/>
                    <a:pt x="1125" y="3473"/>
                  </a:cubicBezTo>
                  <a:lnTo>
                    <a:pt x="1137" y="3473"/>
                  </a:lnTo>
                  <a:cubicBezTo>
                    <a:pt x="1428" y="3106"/>
                    <a:pt x="1819" y="2576"/>
                    <a:pt x="2387" y="1781"/>
                  </a:cubicBezTo>
                  <a:close/>
                  <a:moveTo>
                    <a:pt x="2905" y="0"/>
                  </a:moveTo>
                  <a:lnTo>
                    <a:pt x="2400" y="707"/>
                  </a:lnTo>
                  <a:cubicBezTo>
                    <a:pt x="1541" y="1894"/>
                    <a:pt x="582" y="3195"/>
                    <a:pt x="253" y="3561"/>
                  </a:cubicBezTo>
                  <a:cubicBezTo>
                    <a:pt x="203" y="3574"/>
                    <a:pt x="165" y="3599"/>
                    <a:pt x="127" y="3637"/>
                  </a:cubicBezTo>
                  <a:lnTo>
                    <a:pt x="1" y="3763"/>
                  </a:lnTo>
                  <a:lnTo>
                    <a:pt x="1" y="4142"/>
                  </a:lnTo>
                  <a:lnTo>
                    <a:pt x="228" y="4218"/>
                  </a:lnTo>
                  <a:cubicBezTo>
                    <a:pt x="268" y="4227"/>
                    <a:pt x="302" y="4237"/>
                    <a:pt x="339" y="4237"/>
                  </a:cubicBezTo>
                  <a:cubicBezTo>
                    <a:pt x="396" y="4237"/>
                    <a:pt x="462" y="4214"/>
                    <a:pt x="569" y="4129"/>
                  </a:cubicBezTo>
                  <a:cubicBezTo>
                    <a:pt x="771" y="4117"/>
                    <a:pt x="974" y="4111"/>
                    <a:pt x="1176" y="4111"/>
                  </a:cubicBezTo>
                  <a:cubicBezTo>
                    <a:pt x="1605" y="4111"/>
                    <a:pt x="2034" y="4137"/>
                    <a:pt x="2463" y="4180"/>
                  </a:cubicBezTo>
                  <a:lnTo>
                    <a:pt x="3334" y="5682"/>
                  </a:lnTo>
                  <a:lnTo>
                    <a:pt x="4736" y="5076"/>
                  </a:lnTo>
                  <a:lnTo>
                    <a:pt x="4736" y="2753"/>
                  </a:lnTo>
                  <a:lnTo>
                    <a:pt x="3069" y="2121"/>
                  </a:lnTo>
                  <a:lnTo>
                    <a:pt x="29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5610;p78">
              <a:extLst>
                <a:ext uri="{FF2B5EF4-FFF2-40B4-BE49-F238E27FC236}">
                  <a16:creationId xmlns:a16="http://schemas.microsoft.com/office/drawing/2014/main" id="{46D230DA-F040-B743-91E8-C2B2644B2ECF}"/>
                </a:ext>
              </a:extLst>
            </p:cNvPr>
            <p:cNvSpPr/>
            <p:nvPr/>
          </p:nvSpPr>
          <p:spPr>
            <a:xfrm>
              <a:off x="1713900" y="3010725"/>
              <a:ext cx="224775" cy="69925"/>
            </a:xfrm>
            <a:custGeom>
              <a:avLst/>
              <a:gdLst/>
              <a:ahLst/>
              <a:cxnLst/>
              <a:rect l="l" t="t" r="r" b="b"/>
              <a:pathLst>
                <a:path w="8991" h="2797" extrusionOk="0">
                  <a:moveTo>
                    <a:pt x="1112" y="1"/>
                  </a:moveTo>
                  <a:lnTo>
                    <a:pt x="0" y="556"/>
                  </a:lnTo>
                  <a:lnTo>
                    <a:pt x="1112" y="834"/>
                  </a:lnTo>
                  <a:cubicBezTo>
                    <a:pt x="1112" y="834"/>
                    <a:pt x="3864" y="1125"/>
                    <a:pt x="4104" y="1125"/>
                  </a:cubicBezTo>
                  <a:cubicBezTo>
                    <a:pt x="4344" y="1125"/>
                    <a:pt x="6705" y="2110"/>
                    <a:pt x="6705" y="2110"/>
                  </a:cubicBezTo>
                  <a:cubicBezTo>
                    <a:pt x="6705" y="2110"/>
                    <a:pt x="5423" y="2797"/>
                    <a:pt x="5497" y="2797"/>
                  </a:cubicBezTo>
                  <a:cubicBezTo>
                    <a:pt x="5501" y="2797"/>
                    <a:pt x="5508" y="2795"/>
                    <a:pt x="5518" y="2791"/>
                  </a:cubicBezTo>
                  <a:cubicBezTo>
                    <a:pt x="5758" y="2716"/>
                    <a:pt x="8991" y="2463"/>
                    <a:pt x="8991" y="2463"/>
                  </a:cubicBezTo>
                  <a:lnTo>
                    <a:pt x="7892" y="1390"/>
                  </a:lnTo>
                  <a:lnTo>
                    <a:pt x="32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5611;p78">
              <a:extLst>
                <a:ext uri="{FF2B5EF4-FFF2-40B4-BE49-F238E27FC236}">
                  <a16:creationId xmlns:a16="http://schemas.microsoft.com/office/drawing/2014/main" id="{C3B6F8B4-084B-1242-AAC0-FB140CCE4A2C}"/>
                </a:ext>
              </a:extLst>
            </p:cNvPr>
            <p:cNvSpPr/>
            <p:nvPr/>
          </p:nvSpPr>
          <p:spPr>
            <a:xfrm>
              <a:off x="1691475" y="3002850"/>
              <a:ext cx="265200" cy="86825"/>
            </a:xfrm>
            <a:custGeom>
              <a:avLst/>
              <a:gdLst/>
              <a:ahLst/>
              <a:cxnLst/>
              <a:rect l="l" t="t" r="r" b="b"/>
              <a:pathLst>
                <a:path w="10608" h="3473" extrusionOk="0">
                  <a:moveTo>
                    <a:pt x="4079" y="644"/>
                  </a:moveTo>
                  <a:lnTo>
                    <a:pt x="8613" y="1995"/>
                  </a:lnTo>
                  <a:lnTo>
                    <a:pt x="9168" y="2526"/>
                  </a:lnTo>
                  <a:cubicBezTo>
                    <a:pt x="8764" y="2551"/>
                    <a:pt x="8310" y="2589"/>
                    <a:pt x="7880" y="2627"/>
                  </a:cubicBezTo>
                  <a:lnTo>
                    <a:pt x="8335" y="2387"/>
                  </a:lnTo>
                  <a:lnTo>
                    <a:pt x="7716" y="2134"/>
                  </a:lnTo>
                  <a:cubicBezTo>
                    <a:pt x="6112" y="1465"/>
                    <a:pt x="5191" y="1124"/>
                    <a:pt x="5001" y="1124"/>
                  </a:cubicBezTo>
                  <a:cubicBezTo>
                    <a:pt x="4824" y="1124"/>
                    <a:pt x="3095" y="947"/>
                    <a:pt x="2072" y="846"/>
                  </a:cubicBezTo>
                  <a:lnTo>
                    <a:pt x="1807" y="770"/>
                  </a:lnTo>
                  <a:lnTo>
                    <a:pt x="2072" y="644"/>
                  </a:lnTo>
                  <a:close/>
                  <a:moveTo>
                    <a:pt x="1933" y="0"/>
                  </a:moveTo>
                  <a:lnTo>
                    <a:pt x="1" y="973"/>
                  </a:lnTo>
                  <a:lnTo>
                    <a:pt x="1971" y="1465"/>
                  </a:lnTo>
                  <a:cubicBezTo>
                    <a:pt x="2438" y="1515"/>
                    <a:pt x="4749" y="1755"/>
                    <a:pt x="4976" y="1755"/>
                  </a:cubicBezTo>
                  <a:cubicBezTo>
                    <a:pt x="5127" y="1781"/>
                    <a:pt x="5974" y="2096"/>
                    <a:pt x="6857" y="2462"/>
                  </a:cubicBezTo>
                  <a:cubicBezTo>
                    <a:pt x="5974" y="2942"/>
                    <a:pt x="5986" y="2980"/>
                    <a:pt x="6100" y="3233"/>
                  </a:cubicBezTo>
                  <a:lnTo>
                    <a:pt x="6251" y="3473"/>
                  </a:lnTo>
                  <a:lnTo>
                    <a:pt x="6516" y="3410"/>
                  </a:lnTo>
                  <a:cubicBezTo>
                    <a:pt x="6706" y="3359"/>
                    <a:pt x="8411" y="3207"/>
                    <a:pt x="9913" y="3094"/>
                  </a:cubicBezTo>
                  <a:lnTo>
                    <a:pt x="10608" y="3043"/>
                  </a:lnTo>
                  <a:lnTo>
                    <a:pt x="8953" y="1427"/>
                  </a:lnTo>
                  <a:lnTo>
                    <a:pt x="4231" y="13"/>
                  </a:lnTo>
                  <a:lnTo>
                    <a:pt x="19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5612;p78">
              <a:extLst>
                <a:ext uri="{FF2B5EF4-FFF2-40B4-BE49-F238E27FC236}">
                  <a16:creationId xmlns:a16="http://schemas.microsoft.com/office/drawing/2014/main" id="{826BB511-B769-DE48-9F22-D582A6A238BB}"/>
                </a:ext>
              </a:extLst>
            </p:cNvPr>
            <p:cNvSpPr/>
            <p:nvPr/>
          </p:nvSpPr>
          <p:spPr>
            <a:xfrm>
              <a:off x="1938650" y="3067875"/>
              <a:ext cx="120300" cy="55275"/>
            </a:xfrm>
            <a:custGeom>
              <a:avLst/>
              <a:gdLst/>
              <a:ahLst/>
              <a:cxnLst/>
              <a:rect l="l" t="t" r="r" b="b"/>
              <a:pathLst>
                <a:path w="4812" h="2211" extrusionOk="0">
                  <a:moveTo>
                    <a:pt x="1807" y="0"/>
                  </a:moveTo>
                  <a:lnTo>
                    <a:pt x="1099" y="1036"/>
                  </a:lnTo>
                  <a:lnTo>
                    <a:pt x="1" y="2210"/>
                  </a:lnTo>
                  <a:lnTo>
                    <a:pt x="1" y="2210"/>
                  </a:lnTo>
                  <a:lnTo>
                    <a:pt x="2842" y="1743"/>
                  </a:lnTo>
                  <a:lnTo>
                    <a:pt x="4812" y="2210"/>
                  </a:lnTo>
                  <a:lnTo>
                    <a:pt x="4812" y="2210"/>
                  </a:lnTo>
                  <a:lnTo>
                    <a:pt x="4408" y="493"/>
                  </a:lnTo>
                  <a:lnTo>
                    <a:pt x="18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5613;p78">
              <a:extLst>
                <a:ext uri="{FF2B5EF4-FFF2-40B4-BE49-F238E27FC236}">
                  <a16:creationId xmlns:a16="http://schemas.microsoft.com/office/drawing/2014/main" id="{A458506A-7A2B-0946-9073-452EA3CBA54A}"/>
                </a:ext>
              </a:extLst>
            </p:cNvPr>
            <p:cNvSpPr/>
            <p:nvPr/>
          </p:nvSpPr>
          <p:spPr>
            <a:xfrm>
              <a:off x="1916875" y="3059350"/>
              <a:ext cx="152175" cy="75475"/>
            </a:xfrm>
            <a:custGeom>
              <a:avLst/>
              <a:gdLst/>
              <a:ahLst/>
              <a:cxnLst/>
              <a:rect l="l" t="t" r="r" b="b"/>
              <a:pathLst>
                <a:path w="6087" h="3019" extrusionOk="0">
                  <a:moveTo>
                    <a:pt x="2829" y="695"/>
                  </a:moveTo>
                  <a:lnTo>
                    <a:pt x="5026" y="1099"/>
                  </a:lnTo>
                  <a:lnTo>
                    <a:pt x="5253" y="2122"/>
                  </a:lnTo>
                  <a:lnTo>
                    <a:pt x="5253" y="2122"/>
                  </a:lnTo>
                  <a:lnTo>
                    <a:pt x="3713" y="1756"/>
                  </a:lnTo>
                  <a:lnTo>
                    <a:pt x="1731" y="2084"/>
                  </a:lnTo>
                  <a:lnTo>
                    <a:pt x="2236" y="1541"/>
                  </a:lnTo>
                  <a:lnTo>
                    <a:pt x="2829" y="695"/>
                  </a:lnTo>
                  <a:close/>
                  <a:moveTo>
                    <a:pt x="2526" y="0"/>
                  </a:moveTo>
                  <a:lnTo>
                    <a:pt x="1743" y="1162"/>
                  </a:lnTo>
                  <a:lnTo>
                    <a:pt x="1" y="3018"/>
                  </a:lnTo>
                  <a:lnTo>
                    <a:pt x="3675" y="2400"/>
                  </a:lnTo>
                  <a:lnTo>
                    <a:pt x="6087" y="2980"/>
                  </a:lnTo>
                  <a:lnTo>
                    <a:pt x="5531" y="556"/>
                  </a:lnTo>
                  <a:lnTo>
                    <a:pt x="25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5614;p78">
              <a:extLst>
                <a:ext uri="{FF2B5EF4-FFF2-40B4-BE49-F238E27FC236}">
                  <a16:creationId xmlns:a16="http://schemas.microsoft.com/office/drawing/2014/main" id="{4E136FDF-82E0-9545-9161-D0126182670C}"/>
                </a:ext>
              </a:extLst>
            </p:cNvPr>
            <p:cNvSpPr/>
            <p:nvPr/>
          </p:nvSpPr>
          <p:spPr>
            <a:xfrm>
              <a:off x="1843950" y="3121225"/>
              <a:ext cx="55275" cy="29075"/>
            </a:xfrm>
            <a:custGeom>
              <a:avLst/>
              <a:gdLst/>
              <a:ahLst/>
              <a:cxnLst/>
              <a:rect l="l" t="t" r="r" b="b"/>
              <a:pathLst>
                <a:path w="2211" h="1163" extrusionOk="0">
                  <a:moveTo>
                    <a:pt x="1" y="0"/>
                  </a:moveTo>
                  <a:lnTo>
                    <a:pt x="1226" y="1162"/>
                  </a:lnTo>
                  <a:lnTo>
                    <a:pt x="2211" y="278"/>
                  </a:lnTo>
                  <a:lnTo>
                    <a:pt x="16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5615;p78">
              <a:extLst>
                <a:ext uri="{FF2B5EF4-FFF2-40B4-BE49-F238E27FC236}">
                  <a16:creationId xmlns:a16="http://schemas.microsoft.com/office/drawing/2014/main" id="{A7868F63-24E1-C14F-AD6B-2DFFE91E31F1}"/>
                </a:ext>
              </a:extLst>
            </p:cNvPr>
            <p:cNvSpPr/>
            <p:nvPr/>
          </p:nvSpPr>
          <p:spPr>
            <a:xfrm>
              <a:off x="1824375" y="3113325"/>
              <a:ext cx="88750" cy="47700"/>
            </a:xfrm>
            <a:custGeom>
              <a:avLst/>
              <a:gdLst/>
              <a:ahLst/>
              <a:cxnLst/>
              <a:rect l="l" t="t" r="r" b="b"/>
              <a:pathLst>
                <a:path w="3550" h="1908" extrusionOk="0">
                  <a:moveTo>
                    <a:pt x="2375" y="632"/>
                  </a:moveTo>
                  <a:lnTo>
                    <a:pt x="2438" y="670"/>
                  </a:lnTo>
                  <a:lnTo>
                    <a:pt x="2021" y="1049"/>
                  </a:lnTo>
                  <a:lnTo>
                    <a:pt x="1579" y="632"/>
                  </a:lnTo>
                  <a:close/>
                  <a:moveTo>
                    <a:pt x="1" y="1"/>
                  </a:moveTo>
                  <a:lnTo>
                    <a:pt x="1996" y="1907"/>
                  </a:lnTo>
                  <a:lnTo>
                    <a:pt x="3549" y="518"/>
                  </a:lnTo>
                  <a:lnTo>
                    <a:pt x="25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5616;p78">
              <a:extLst>
                <a:ext uri="{FF2B5EF4-FFF2-40B4-BE49-F238E27FC236}">
                  <a16:creationId xmlns:a16="http://schemas.microsoft.com/office/drawing/2014/main" id="{26E5E5EC-80DD-9541-B876-ABFB96DA7CEA}"/>
                </a:ext>
              </a:extLst>
            </p:cNvPr>
            <p:cNvSpPr/>
            <p:nvPr/>
          </p:nvSpPr>
          <p:spPr>
            <a:xfrm>
              <a:off x="2090500" y="3105425"/>
              <a:ext cx="65050" cy="33175"/>
            </a:xfrm>
            <a:custGeom>
              <a:avLst/>
              <a:gdLst/>
              <a:ahLst/>
              <a:cxnLst/>
              <a:rect l="l" t="t" r="r" b="b"/>
              <a:pathLst>
                <a:path w="2602" h="1327" extrusionOk="0">
                  <a:moveTo>
                    <a:pt x="0" y="1"/>
                  </a:moveTo>
                  <a:lnTo>
                    <a:pt x="468" y="1327"/>
                  </a:lnTo>
                  <a:lnTo>
                    <a:pt x="2602" y="658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5617;p78">
              <a:extLst>
                <a:ext uri="{FF2B5EF4-FFF2-40B4-BE49-F238E27FC236}">
                  <a16:creationId xmlns:a16="http://schemas.microsoft.com/office/drawing/2014/main" id="{FB7D1222-2AF7-C64E-B3CB-0D3A904965D7}"/>
                </a:ext>
              </a:extLst>
            </p:cNvPr>
            <p:cNvSpPr/>
            <p:nvPr/>
          </p:nvSpPr>
          <p:spPr>
            <a:xfrm>
              <a:off x="2077875" y="3094075"/>
              <a:ext cx="106725" cy="54325"/>
            </a:xfrm>
            <a:custGeom>
              <a:avLst/>
              <a:gdLst/>
              <a:ahLst/>
              <a:cxnLst/>
              <a:rect l="l" t="t" r="r" b="b"/>
              <a:pathLst>
                <a:path w="4269" h="2173" extrusionOk="0">
                  <a:moveTo>
                    <a:pt x="998" y="910"/>
                  </a:moveTo>
                  <a:lnTo>
                    <a:pt x="1945" y="1137"/>
                  </a:lnTo>
                  <a:lnTo>
                    <a:pt x="1162" y="1377"/>
                  </a:lnTo>
                  <a:lnTo>
                    <a:pt x="998" y="910"/>
                  </a:lnTo>
                  <a:close/>
                  <a:moveTo>
                    <a:pt x="0" y="0"/>
                  </a:moveTo>
                  <a:lnTo>
                    <a:pt x="783" y="2172"/>
                  </a:lnTo>
                  <a:lnTo>
                    <a:pt x="4268" y="108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24718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451C2-46D3-DC4F-9A24-13CCBBEC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Trait Perspectives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CAC21-5596-FF46-A359-81DD30DE7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4273" y="2147200"/>
            <a:ext cx="2962200" cy="11355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en-US" sz="1600" dirty="0"/>
              <a:t>traits influence health, cognitions, career success, and interpersonal relations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0FA2653-E509-4942-8378-F5080FC03842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57204" y="2147200"/>
            <a:ext cx="3720850" cy="1135500"/>
          </a:xfrm>
        </p:spPr>
        <p:txBody>
          <a:bodyPr/>
          <a:lstStyle/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/>
              <a:t>Ignores the role of the situation in behavior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/>
              <a:t>Ignores nuances of an individual’s personality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B454D16-05EC-D645-BBE0-D91A450DDD84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959823" y="1588300"/>
            <a:ext cx="2962200" cy="558900"/>
          </a:xfrm>
        </p:spPr>
        <p:txBody>
          <a:bodyPr/>
          <a:lstStyle/>
          <a:p>
            <a:r>
              <a:rPr lang="en-US" dirty="0"/>
              <a:t>Criticisms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13D1A93-FEED-9940-A42E-B6E8DEE055D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304273" y="1588300"/>
            <a:ext cx="2962200" cy="558900"/>
          </a:xfrm>
        </p:spPr>
        <p:txBody>
          <a:bodyPr/>
          <a:lstStyle/>
          <a:p>
            <a:r>
              <a:rPr lang="en-US" dirty="0"/>
              <a:t>Contributions</a:t>
            </a:r>
          </a:p>
        </p:txBody>
      </p:sp>
    </p:spTree>
    <p:extLst>
      <p:ext uri="{BB962C8B-B14F-4D97-AF65-F5344CB8AC3E}">
        <p14:creationId xmlns:p14="http://schemas.microsoft.com/office/powerpoint/2010/main" val="2170008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6FAD-BBE8-4749-837F-B3A76BF20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1550" y="919448"/>
            <a:ext cx="4860900" cy="2409300"/>
          </a:xfrm>
        </p:spPr>
        <p:txBody>
          <a:bodyPr/>
          <a:lstStyle/>
          <a:p>
            <a:pPr algn="ctr"/>
            <a:r>
              <a:rPr lang="en-US" dirty="0"/>
              <a:t>Quiz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82573D-CEA2-3948-89E5-9E739922C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1550" y="3328748"/>
            <a:ext cx="4860900" cy="749000"/>
          </a:xfrm>
        </p:spPr>
        <p:txBody>
          <a:bodyPr/>
          <a:lstStyle/>
          <a:p>
            <a:pPr algn="ctr"/>
            <a:r>
              <a:rPr lang="en-US" dirty="0"/>
              <a:t>Take out a paper</a:t>
            </a:r>
          </a:p>
          <a:p>
            <a:pPr algn="ctr"/>
            <a:r>
              <a:rPr lang="en-US" dirty="0"/>
              <a:t>Put your name at the top</a:t>
            </a:r>
          </a:p>
        </p:txBody>
      </p:sp>
    </p:spTree>
    <p:extLst>
      <p:ext uri="{BB962C8B-B14F-4D97-AF65-F5344CB8AC3E}">
        <p14:creationId xmlns:p14="http://schemas.microsoft.com/office/powerpoint/2010/main" val="102849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D222-7395-AC43-9674-5FE6F24B8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What is one criticism of Trait Perspectives?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E3AB9-ED4D-FB47-B4C1-39323B492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956816"/>
            <a:ext cx="7704000" cy="2675336"/>
          </a:xfrm>
        </p:spPr>
        <p:txBody>
          <a:bodyPr/>
          <a:lstStyle/>
          <a:p>
            <a:pPr marL="482600" indent="-342900">
              <a:buFont typeface="+mj-lt"/>
              <a:buAutoNum type="alphaLcParenR"/>
            </a:pPr>
            <a:r>
              <a:rPr lang="en-US" altLang="en-US" sz="1600" dirty="0"/>
              <a:t>Ignores the role of the situation in behavior</a:t>
            </a:r>
          </a:p>
          <a:p>
            <a:pPr marL="482600" indent="-342900">
              <a:buFont typeface="+mj-lt"/>
              <a:buAutoNum type="alphaLcParenR"/>
            </a:pPr>
            <a:r>
              <a:rPr lang="en-US" altLang="en-US" sz="1600" dirty="0"/>
              <a:t>Too optimistic about human nature</a:t>
            </a:r>
          </a:p>
          <a:p>
            <a:pPr marL="482600" indent="-342900">
              <a:buFont typeface="+mj-lt"/>
              <a:buAutoNum type="alphaLcParenR"/>
            </a:pPr>
            <a:r>
              <a:rPr lang="en-US" altLang="en-US" sz="1600" dirty="0"/>
              <a:t>Does not hold people accountable for negative behaviors</a:t>
            </a:r>
          </a:p>
          <a:p>
            <a:pPr marL="482600" indent="-342900">
              <a:buFont typeface="+mj-lt"/>
              <a:buAutoNum type="alphaLcParenR"/>
            </a:pPr>
            <a:r>
              <a:rPr lang="en-US" altLang="en-US" sz="1600" dirty="0"/>
              <a:t>Too much faith in unconscious mind’s control</a:t>
            </a:r>
          </a:p>
          <a:p>
            <a:pPr marL="482600" indent="-342900">
              <a:buFont typeface="+mj-lt"/>
              <a:buAutoNum type="alphaLcParenR"/>
            </a:pPr>
            <a:endParaRPr lang="en-US" altLang="en-US" sz="1600" dirty="0"/>
          </a:p>
          <a:p>
            <a:pPr marL="482600" indent="-342900">
              <a:buFont typeface="+mj-lt"/>
              <a:buAutoNum type="alphaLcParenR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06839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A43B-2FF8-2F40-B2B2-EA7245D1C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Which of Freud’s personality structures deals with the demands of reality?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57636-200E-CB4E-8256-24DBDF9E9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2432304"/>
            <a:ext cx="7704000" cy="2199848"/>
          </a:xfrm>
        </p:spPr>
        <p:txBody>
          <a:bodyPr/>
          <a:lstStyle/>
          <a:p>
            <a:pPr marL="482600" indent="-342900">
              <a:buFont typeface="+mj-lt"/>
              <a:buAutoNum type="alphaLcParenR"/>
            </a:pPr>
            <a:r>
              <a:rPr lang="en-US" sz="1600" dirty="0"/>
              <a:t>Id</a:t>
            </a:r>
          </a:p>
          <a:p>
            <a:pPr marL="482600" indent="-342900">
              <a:buFont typeface="+mj-lt"/>
              <a:buAutoNum type="alphaLcParenR"/>
            </a:pPr>
            <a:r>
              <a:rPr lang="en-US" sz="1600" dirty="0"/>
              <a:t>Ego</a:t>
            </a:r>
          </a:p>
          <a:p>
            <a:pPr marL="482600" indent="-342900">
              <a:buFont typeface="+mj-lt"/>
              <a:buAutoNum type="alphaLcParenR"/>
            </a:pPr>
            <a:r>
              <a:rPr lang="en-US" sz="1600" dirty="0"/>
              <a:t>Superego</a:t>
            </a:r>
          </a:p>
        </p:txBody>
      </p:sp>
    </p:spTree>
    <p:extLst>
      <p:ext uri="{BB962C8B-B14F-4D97-AF65-F5344CB8AC3E}">
        <p14:creationId xmlns:p14="http://schemas.microsoft.com/office/powerpoint/2010/main" val="3866072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5E7D9-02B0-CE41-B637-ECFE7AA1D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characteristic in the 5 Factor Model compares people on organization and carefulness?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B4621-35FD-0A45-B5D9-B6FA1A748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2441448"/>
            <a:ext cx="7704000" cy="2190704"/>
          </a:xfrm>
        </p:spPr>
        <p:txBody>
          <a:bodyPr/>
          <a:lstStyle/>
          <a:p>
            <a:pPr marL="482600" indent="-342900">
              <a:buFont typeface="+mj-lt"/>
              <a:buAutoNum type="alphaLcParenR"/>
            </a:pPr>
            <a:r>
              <a:rPr lang="en-US" sz="1600" dirty="0"/>
              <a:t>Conscientiousness </a:t>
            </a:r>
          </a:p>
          <a:p>
            <a:pPr marL="482600" indent="-342900">
              <a:buFont typeface="+mj-lt"/>
              <a:buAutoNum type="alphaLcParenR"/>
            </a:pPr>
            <a:r>
              <a:rPr lang="en-US" sz="1600" dirty="0"/>
              <a:t>Extraversion</a:t>
            </a:r>
          </a:p>
          <a:p>
            <a:pPr marL="482600" indent="-342900">
              <a:buFont typeface="+mj-lt"/>
              <a:buAutoNum type="alphaLcParenR"/>
            </a:pPr>
            <a:r>
              <a:rPr lang="en-US" sz="1600" dirty="0"/>
              <a:t>Agreeableness</a:t>
            </a:r>
          </a:p>
          <a:p>
            <a:pPr marL="482600" indent="-342900">
              <a:buFont typeface="+mj-lt"/>
              <a:buAutoNum type="alphaLcParenR"/>
            </a:pPr>
            <a:r>
              <a:rPr lang="en-US" sz="1600" dirty="0"/>
              <a:t>Neuroticism</a:t>
            </a:r>
          </a:p>
          <a:p>
            <a:pPr marL="482600" indent="-342900">
              <a:buFont typeface="+mj-lt"/>
              <a:buAutoNum type="alphaLcParenR"/>
            </a:pPr>
            <a:endParaRPr lang="en-US" sz="1600" dirty="0"/>
          </a:p>
          <a:p>
            <a:pPr marL="482600" indent="-342900">
              <a:buFont typeface="+mj-lt"/>
              <a:buAutoNum type="alphaLcParenR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13988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5BD61-218C-2643-B546-71A0DF5E6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21225"/>
            <a:ext cx="4766400" cy="572700"/>
          </a:xfrm>
        </p:spPr>
        <p:txBody>
          <a:bodyPr/>
          <a:lstStyle/>
          <a:p>
            <a:r>
              <a:rPr lang="en-US" dirty="0"/>
              <a:t>Social Cognitive Perspective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AA37A-3B7F-2F43-9243-2A52C7B40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837544"/>
            <a:ext cx="4766400" cy="3416400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altLang="en-US" sz="1600" dirty="0"/>
              <a:t>Emphasis is on conscious awareness, beliefs, expectations, and goals.</a:t>
            </a:r>
          </a:p>
          <a:p>
            <a:pPr>
              <a:buClr>
                <a:schemeClr val="tx1"/>
              </a:buClr>
            </a:pPr>
            <a:endParaRPr lang="en-US" altLang="en-US" sz="1600" dirty="0"/>
          </a:p>
          <a:p>
            <a:pPr>
              <a:buClr>
                <a:schemeClr val="tx1"/>
              </a:buClr>
            </a:pPr>
            <a:r>
              <a:rPr lang="en-US" altLang="en-US" sz="1600" dirty="0"/>
              <a:t>Incorporates principles from </a:t>
            </a:r>
            <a:br>
              <a:rPr lang="en-US" altLang="en-US" sz="1600" dirty="0"/>
            </a:br>
            <a:r>
              <a:rPr lang="en-US" altLang="en-US" sz="1600" dirty="0"/>
              <a:t>behaviorism when exploring:</a:t>
            </a:r>
          </a:p>
          <a:p>
            <a:pPr lvl="1">
              <a:buClr>
                <a:schemeClr val="tx1"/>
              </a:buClr>
            </a:pPr>
            <a:r>
              <a:rPr lang="en-US" altLang="en-US" sz="1600" dirty="0"/>
              <a:t>reasoning</a:t>
            </a:r>
          </a:p>
          <a:p>
            <a:pPr lvl="1">
              <a:buClr>
                <a:schemeClr val="tx1"/>
              </a:buClr>
            </a:pPr>
            <a:r>
              <a:rPr lang="en-US" altLang="en-US" sz="1600" dirty="0"/>
              <a:t>beliefs</a:t>
            </a:r>
          </a:p>
          <a:p>
            <a:pPr lvl="1">
              <a:buClr>
                <a:schemeClr val="tx1"/>
              </a:buClr>
            </a:pPr>
            <a:r>
              <a:rPr lang="en-US" altLang="en-US" sz="1600" dirty="0"/>
              <a:t>self reflection</a:t>
            </a:r>
          </a:p>
          <a:p>
            <a:pPr lvl="1">
              <a:buClr>
                <a:schemeClr val="tx1"/>
              </a:buClr>
            </a:pPr>
            <a:r>
              <a:rPr lang="en-US" altLang="en-US" sz="1600" dirty="0"/>
              <a:t>interpretation of situation</a:t>
            </a:r>
          </a:p>
          <a:p>
            <a:endParaRPr lang="en-US" sz="1600" dirty="0"/>
          </a:p>
        </p:txBody>
      </p:sp>
      <p:pic>
        <p:nvPicPr>
          <p:cNvPr id="4" name="Picture 3" descr="kin35406_ta1216.png">
            <a:extLst>
              <a:ext uri="{FF2B5EF4-FFF2-40B4-BE49-F238E27FC236}">
                <a16:creationId xmlns:a16="http://schemas.microsoft.com/office/drawing/2014/main" id="{04C667F5-2526-704D-8753-949A1D88F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040" y="807575"/>
            <a:ext cx="2880106" cy="379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16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ocial Cognitive Learning Theory - Emergency Communication Preparedness  Implementation Kit">
            <a:extLst>
              <a:ext uri="{FF2B5EF4-FFF2-40B4-BE49-F238E27FC236}">
                <a16:creationId xmlns:a16="http://schemas.microsoft.com/office/drawing/2014/main" id="{AD1B9ABE-A2D6-0748-A2D3-D3582C94F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56" y="208802"/>
            <a:ext cx="7985887" cy="4725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411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960B2-673F-4146-A81F-7D256F32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Cognition Perspective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72A25-A0A6-254C-90B3-37D380C18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832" y="1517504"/>
            <a:ext cx="3614256" cy="3416400"/>
          </a:xfrm>
        </p:spPr>
        <p:txBody>
          <a:bodyPr/>
          <a:lstStyle/>
          <a:p>
            <a:pPr marL="139700" indent="0">
              <a:buNone/>
            </a:pPr>
            <a:r>
              <a:rPr lang="en-US" sz="2000" b="1" dirty="0"/>
              <a:t>Locus of Control </a:t>
            </a:r>
          </a:p>
          <a:p>
            <a:r>
              <a:rPr lang="en-US" sz="1600" dirty="0"/>
              <a:t>Internal vs External</a:t>
            </a:r>
          </a:p>
          <a:p>
            <a:r>
              <a:rPr lang="en-US" sz="1600" dirty="0"/>
              <a:t>What is controlling my choices and behaviors?</a:t>
            </a:r>
          </a:p>
          <a:p>
            <a:pPr lvl="1"/>
            <a:r>
              <a:rPr lang="en-US" sz="1600" u="sng" dirty="0"/>
              <a:t>Self-Efficacy:</a:t>
            </a:r>
            <a:r>
              <a:rPr lang="en-US" sz="1600" dirty="0"/>
              <a:t> the belief that one can master a situation and produce positive change </a:t>
            </a:r>
          </a:p>
          <a:p>
            <a:endParaRPr lang="en-US" sz="1600" dirty="0"/>
          </a:p>
          <a:p>
            <a:r>
              <a:rPr lang="en-US" sz="1600" dirty="0"/>
              <a:t>Which do you think is better?</a:t>
            </a:r>
          </a:p>
        </p:txBody>
      </p:sp>
      <p:grpSp>
        <p:nvGrpSpPr>
          <p:cNvPr id="6" name="Google Shape;2846;p71">
            <a:extLst>
              <a:ext uri="{FF2B5EF4-FFF2-40B4-BE49-F238E27FC236}">
                <a16:creationId xmlns:a16="http://schemas.microsoft.com/office/drawing/2014/main" id="{2F6D046D-A763-014F-AC26-4F2A8B81DFF3}"/>
              </a:ext>
            </a:extLst>
          </p:cNvPr>
          <p:cNvGrpSpPr/>
          <p:nvPr/>
        </p:nvGrpSpPr>
        <p:grpSpPr>
          <a:xfrm>
            <a:off x="6135624" y="1903375"/>
            <a:ext cx="1317474" cy="1617065"/>
            <a:chOff x="4230038" y="2703181"/>
            <a:chExt cx="1313200" cy="1797400"/>
          </a:xfrm>
        </p:grpSpPr>
        <p:sp>
          <p:nvSpPr>
            <p:cNvPr id="7" name="Google Shape;2847;p71">
              <a:extLst>
                <a:ext uri="{FF2B5EF4-FFF2-40B4-BE49-F238E27FC236}">
                  <a16:creationId xmlns:a16="http://schemas.microsoft.com/office/drawing/2014/main" id="{E8BD9412-0458-0843-B868-01DCB3515815}"/>
                </a:ext>
              </a:extLst>
            </p:cNvPr>
            <p:cNvSpPr/>
            <p:nvPr/>
          </p:nvSpPr>
          <p:spPr>
            <a:xfrm>
              <a:off x="4230125" y="2703181"/>
              <a:ext cx="1313025" cy="1797400"/>
            </a:xfrm>
            <a:custGeom>
              <a:avLst/>
              <a:gdLst/>
              <a:ahLst/>
              <a:cxnLst/>
              <a:rect l="l" t="t" r="r" b="b"/>
              <a:pathLst>
                <a:path w="52521" h="71896" extrusionOk="0">
                  <a:moveTo>
                    <a:pt x="9174" y="1"/>
                  </a:moveTo>
                  <a:cubicBezTo>
                    <a:pt x="7386" y="1"/>
                    <a:pt x="5586" y="586"/>
                    <a:pt x="4082" y="1792"/>
                  </a:cubicBezTo>
                  <a:cubicBezTo>
                    <a:pt x="566" y="4603"/>
                    <a:pt x="1" y="9734"/>
                    <a:pt x="2812" y="13250"/>
                  </a:cubicBezTo>
                  <a:cubicBezTo>
                    <a:pt x="4001" y="14740"/>
                    <a:pt x="5609" y="15694"/>
                    <a:pt x="7334" y="16091"/>
                  </a:cubicBezTo>
                  <a:cubicBezTo>
                    <a:pt x="6203" y="18792"/>
                    <a:pt x="5821" y="23115"/>
                    <a:pt x="6585" y="26976"/>
                  </a:cubicBezTo>
                  <a:cubicBezTo>
                    <a:pt x="5704" y="31601"/>
                    <a:pt x="4170" y="36174"/>
                    <a:pt x="3304" y="40820"/>
                  </a:cubicBezTo>
                  <a:cubicBezTo>
                    <a:pt x="1476" y="50656"/>
                    <a:pt x="2731" y="61035"/>
                    <a:pt x="6856" y="70144"/>
                  </a:cubicBezTo>
                  <a:cubicBezTo>
                    <a:pt x="6020" y="67267"/>
                    <a:pt x="6666" y="65123"/>
                    <a:pt x="7429" y="62224"/>
                  </a:cubicBezTo>
                  <a:lnTo>
                    <a:pt x="7429" y="62224"/>
                  </a:lnTo>
                  <a:cubicBezTo>
                    <a:pt x="7297" y="65615"/>
                    <a:pt x="9183" y="69014"/>
                    <a:pt x="12134" y="70702"/>
                  </a:cubicBezTo>
                  <a:cubicBezTo>
                    <a:pt x="13534" y="71500"/>
                    <a:pt x="15144" y="71896"/>
                    <a:pt x="16755" y="71896"/>
                  </a:cubicBezTo>
                  <a:cubicBezTo>
                    <a:pt x="18540" y="71896"/>
                    <a:pt x="20326" y="71410"/>
                    <a:pt x="21831" y="70445"/>
                  </a:cubicBezTo>
                  <a:cubicBezTo>
                    <a:pt x="20517" y="69197"/>
                    <a:pt x="19665" y="67487"/>
                    <a:pt x="19386" y="65703"/>
                  </a:cubicBezTo>
                  <a:lnTo>
                    <a:pt x="19386" y="65703"/>
                  </a:lnTo>
                  <a:cubicBezTo>
                    <a:pt x="19988" y="66048"/>
                    <a:pt x="20862" y="66503"/>
                    <a:pt x="21977" y="66885"/>
                  </a:cubicBezTo>
                  <a:cubicBezTo>
                    <a:pt x="24033" y="68977"/>
                    <a:pt x="26727" y="70445"/>
                    <a:pt x="29611" y="70966"/>
                  </a:cubicBezTo>
                  <a:cubicBezTo>
                    <a:pt x="30415" y="71111"/>
                    <a:pt x="31229" y="71182"/>
                    <a:pt x="32044" y="71182"/>
                  </a:cubicBezTo>
                  <a:cubicBezTo>
                    <a:pt x="35652" y="71182"/>
                    <a:pt x="39262" y="69796"/>
                    <a:pt x="41884" y="67311"/>
                  </a:cubicBezTo>
                  <a:cubicBezTo>
                    <a:pt x="40130" y="66841"/>
                    <a:pt x="38743" y="65197"/>
                    <a:pt x="38574" y="63384"/>
                  </a:cubicBezTo>
                  <a:lnTo>
                    <a:pt x="38574" y="63384"/>
                  </a:lnTo>
                  <a:cubicBezTo>
                    <a:pt x="41665" y="66022"/>
                    <a:pt x="45572" y="68786"/>
                    <a:pt x="49360" y="68786"/>
                  </a:cubicBezTo>
                  <a:cubicBezTo>
                    <a:pt x="50430" y="68786"/>
                    <a:pt x="51491" y="68566"/>
                    <a:pt x="52520" y="68060"/>
                  </a:cubicBezTo>
                  <a:cubicBezTo>
                    <a:pt x="49606" y="65432"/>
                    <a:pt x="49048" y="61138"/>
                    <a:pt x="48681" y="57233"/>
                  </a:cubicBezTo>
                  <a:cubicBezTo>
                    <a:pt x="48072" y="50803"/>
                    <a:pt x="47463" y="44373"/>
                    <a:pt x="46854" y="37943"/>
                  </a:cubicBezTo>
                  <a:cubicBezTo>
                    <a:pt x="46883" y="37869"/>
                    <a:pt x="46912" y="37796"/>
                    <a:pt x="46934" y="37722"/>
                  </a:cubicBezTo>
                  <a:cubicBezTo>
                    <a:pt x="47977" y="34882"/>
                    <a:pt x="47712" y="32136"/>
                    <a:pt x="46377" y="31358"/>
                  </a:cubicBezTo>
                  <a:cubicBezTo>
                    <a:pt x="49298" y="26161"/>
                    <a:pt x="48645" y="17382"/>
                    <a:pt x="46208" y="14432"/>
                  </a:cubicBezTo>
                  <a:cubicBezTo>
                    <a:pt x="43502" y="9429"/>
                    <a:pt x="38882" y="5281"/>
                    <a:pt x="33175" y="5281"/>
                  </a:cubicBezTo>
                  <a:cubicBezTo>
                    <a:pt x="31188" y="5281"/>
                    <a:pt x="29068" y="5785"/>
                    <a:pt x="26851" y="6930"/>
                  </a:cubicBezTo>
                  <a:cubicBezTo>
                    <a:pt x="24908" y="5733"/>
                    <a:pt x="22988" y="5230"/>
                    <a:pt x="21155" y="5230"/>
                  </a:cubicBezTo>
                  <a:cubicBezTo>
                    <a:pt x="19727" y="5230"/>
                    <a:pt x="18352" y="5536"/>
                    <a:pt x="17059" y="6056"/>
                  </a:cubicBezTo>
                  <a:cubicBezTo>
                    <a:pt x="16773" y="4992"/>
                    <a:pt x="16274" y="3972"/>
                    <a:pt x="15540" y="3054"/>
                  </a:cubicBezTo>
                  <a:cubicBezTo>
                    <a:pt x="13932" y="1047"/>
                    <a:pt x="11564" y="1"/>
                    <a:pt x="9174" y="1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2848;p71">
              <a:extLst>
                <a:ext uri="{FF2B5EF4-FFF2-40B4-BE49-F238E27FC236}">
                  <a16:creationId xmlns:a16="http://schemas.microsoft.com/office/drawing/2014/main" id="{5440BDAB-C5F8-D440-ADA4-480233B11344}"/>
                </a:ext>
              </a:extLst>
            </p:cNvPr>
            <p:cNvGrpSpPr/>
            <p:nvPr/>
          </p:nvGrpSpPr>
          <p:grpSpPr>
            <a:xfrm>
              <a:off x="4230038" y="2703219"/>
              <a:ext cx="1313200" cy="1797325"/>
              <a:chOff x="212425" y="2658275"/>
              <a:chExt cx="1313200" cy="1797325"/>
            </a:xfrm>
          </p:grpSpPr>
          <p:sp>
            <p:nvSpPr>
              <p:cNvPr id="9" name="Google Shape;2849;p71">
                <a:extLst>
                  <a:ext uri="{FF2B5EF4-FFF2-40B4-BE49-F238E27FC236}">
                    <a16:creationId xmlns:a16="http://schemas.microsoft.com/office/drawing/2014/main" id="{3F80A6D2-1663-EB46-9E3A-F97D796385EE}"/>
                  </a:ext>
                </a:extLst>
              </p:cNvPr>
              <p:cNvSpPr/>
              <p:nvPr/>
            </p:nvSpPr>
            <p:spPr>
              <a:xfrm>
                <a:off x="249300" y="2952225"/>
                <a:ext cx="1276325" cy="1503375"/>
              </a:xfrm>
              <a:custGeom>
                <a:avLst/>
                <a:gdLst/>
                <a:ahLst/>
                <a:cxnLst/>
                <a:rect l="l" t="t" r="r" b="b"/>
                <a:pathLst>
                  <a:path w="51053" h="60135" extrusionOk="0">
                    <a:moveTo>
                      <a:pt x="21700" y="1"/>
                    </a:moveTo>
                    <a:cubicBezTo>
                      <a:pt x="19295" y="1"/>
                      <a:pt x="16906" y="354"/>
                      <a:pt x="14659" y="1202"/>
                    </a:cubicBezTo>
                    <a:cubicBezTo>
                      <a:pt x="10740" y="2692"/>
                      <a:pt x="5521" y="3294"/>
                      <a:pt x="5741" y="7486"/>
                    </a:cubicBezTo>
                    <a:cubicBezTo>
                      <a:pt x="6137" y="14811"/>
                      <a:pt x="3172" y="21851"/>
                      <a:pt x="1828" y="29066"/>
                    </a:cubicBezTo>
                    <a:cubicBezTo>
                      <a:pt x="1" y="38895"/>
                      <a:pt x="1263" y="49274"/>
                      <a:pt x="5389" y="58383"/>
                    </a:cubicBezTo>
                    <a:cubicBezTo>
                      <a:pt x="4552" y="55506"/>
                      <a:pt x="5190" y="53362"/>
                      <a:pt x="5954" y="50463"/>
                    </a:cubicBezTo>
                    <a:lnTo>
                      <a:pt x="5954" y="50463"/>
                    </a:lnTo>
                    <a:cubicBezTo>
                      <a:pt x="5829" y="53854"/>
                      <a:pt x="7715" y="57253"/>
                      <a:pt x="10666" y="58941"/>
                    </a:cubicBezTo>
                    <a:cubicBezTo>
                      <a:pt x="12066" y="59738"/>
                      <a:pt x="13676" y="60134"/>
                      <a:pt x="15286" y="60134"/>
                    </a:cubicBezTo>
                    <a:cubicBezTo>
                      <a:pt x="17070" y="60134"/>
                      <a:pt x="18855" y="59648"/>
                      <a:pt x="20355" y="58684"/>
                    </a:cubicBezTo>
                    <a:cubicBezTo>
                      <a:pt x="18454" y="56864"/>
                      <a:pt x="17515" y="54089"/>
                      <a:pt x="17918" y="51490"/>
                    </a:cubicBezTo>
                    <a:lnTo>
                      <a:pt x="17918" y="51490"/>
                    </a:lnTo>
                    <a:cubicBezTo>
                      <a:pt x="19871" y="55469"/>
                      <a:pt x="23783" y="58420"/>
                      <a:pt x="28143" y="59212"/>
                    </a:cubicBezTo>
                    <a:cubicBezTo>
                      <a:pt x="28944" y="59357"/>
                      <a:pt x="29757" y="59427"/>
                      <a:pt x="30569" y="59427"/>
                    </a:cubicBezTo>
                    <a:cubicBezTo>
                      <a:pt x="34180" y="59427"/>
                      <a:pt x="37792" y="58036"/>
                      <a:pt x="40416" y="55550"/>
                    </a:cubicBezTo>
                    <a:cubicBezTo>
                      <a:pt x="38655" y="55080"/>
                      <a:pt x="37275" y="53436"/>
                      <a:pt x="37106" y="51623"/>
                    </a:cubicBezTo>
                    <a:lnTo>
                      <a:pt x="37106" y="51623"/>
                    </a:lnTo>
                    <a:cubicBezTo>
                      <a:pt x="40190" y="54261"/>
                      <a:pt x="44100" y="57028"/>
                      <a:pt x="47888" y="57028"/>
                    </a:cubicBezTo>
                    <a:cubicBezTo>
                      <a:pt x="48960" y="57028"/>
                      <a:pt x="50022" y="56806"/>
                      <a:pt x="51052" y="56298"/>
                    </a:cubicBezTo>
                    <a:cubicBezTo>
                      <a:pt x="48131" y="53671"/>
                      <a:pt x="47580" y="49384"/>
                      <a:pt x="47206" y="45479"/>
                    </a:cubicBezTo>
                    <a:cubicBezTo>
                      <a:pt x="46523" y="38241"/>
                      <a:pt x="45841" y="31011"/>
                      <a:pt x="45158" y="23774"/>
                    </a:cubicBezTo>
                    <a:cubicBezTo>
                      <a:pt x="44652" y="18423"/>
                      <a:pt x="44042" y="12785"/>
                      <a:pt x="40916" y="8411"/>
                    </a:cubicBezTo>
                    <a:cubicBezTo>
                      <a:pt x="37745" y="3984"/>
                      <a:pt x="32415" y="1547"/>
                      <a:pt x="27072" y="534"/>
                    </a:cubicBezTo>
                    <a:cubicBezTo>
                      <a:pt x="25307" y="198"/>
                      <a:pt x="23499" y="1"/>
                      <a:pt x="217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2850;p71">
                <a:extLst>
                  <a:ext uri="{FF2B5EF4-FFF2-40B4-BE49-F238E27FC236}">
                    <a16:creationId xmlns:a16="http://schemas.microsoft.com/office/drawing/2014/main" id="{1E015E39-CF6D-B147-9AD8-80648DD909BD}"/>
                  </a:ext>
                </a:extLst>
              </p:cNvPr>
              <p:cNvSpPr/>
              <p:nvPr/>
            </p:nvSpPr>
            <p:spPr>
              <a:xfrm>
                <a:off x="686050" y="3852275"/>
                <a:ext cx="378425" cy="497175"/>
              </a:xfrm>
              <a:custGeom>
                <a:avLst/>
                <a:gdLst/>
                <a:ahLst/>
                <a:cxnLst/>
                <a:rect l="l" t="t" r="r" b="b"/>
                <a:pathLst>
                  <a:path w="15137" h="19887" extrusionOk="0">
                    <a:moveTo>
                      <a:pt x="111" y="1"/>
                    </a:moveTo>
                    <a:lnTo>
                      <a:pt x="45" y="10299"/>
                    </a:lnTo>
                    <a:lnTo>
                      <a:pt x="1" y="17669"/>
                    </a:lnTo>
                    <a:cubicBezTo>
                      <a:pt x="1030" y="18324"/>
                      <a:pt x="3777" y="19886"/>
                      <a:pt x="7588" y="19886"/>
                    </a:cubicBezTo>
                    <a:cubicBezTo>
                      <a:pt x="7746" y="19886"/>
                      <a:pt x="7906" y="19884"/>
                      <a:pt x="8068" y="19878"/>
                    </a:cubicBezTo>
                    <a:cubicBezTo>
                      <a:pt x="11540" y="19753"/>
                      <a:pt x="14050" y="18366"/>
                      <a:pt x="15136" y="17669"/>
                    </a:cubicBezTo>
                    <a:cubicBezTo>
                      <a:pt x="15114" y="14776"/>
                      <a:pt x="15085" y="11884"/>
                      <a:pt x="15056" y="9000"/>
                    </a:cubicBezTo>
                    <a:cubicBezTo>
                      <a:pt x="15026" y="5998"/>
                      <a:pt x="14997" y="3003"/>
                      <a:pt x="14967" y="1"/>
                    </a:cubicBezTo>
                    <a:close/>
                  </a:path>
                </a:pathLst>
              </a:custGeom>
              <a:solidFill>
                <a:srgbClr val="C85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2851;p71">
                <a:extLst>
                  <a:ext uri="{FF2B5EF4-FFF2-40B4-BE49-F238E27FC236}">
                    <a16:creationId xmlns:a16="http://schemas.microsoft.com/office/drawing/2014/main" id="{37F6F726-61C1-0144-8E19-319D5026BD83}"/>
                  </a:ext>
                </a:extLst>
              </p:cNvPr>
              <p:cNvSpPr/>
              <p:nvPr/>
            </p:nvSpPr>
            <p:spPr>
              <a:xfrm>
                <a:off x="687150" y="3852275"/>
                <a:ext cx="375300" cy="264450"/>
              </a:xfrm>
              <a:custGeom>
                <a:avLst/>
                <a:gdLst/>
                <a:ahLst/>
                <a:cxnLst/>
                <a:rect l="l" t="t" r="r" b="b"/>
                <a:pathLst>
                  <a:path w="15012" h="10578" extrusionOk="0">
                    <a:moveTo>
                      <a:pt x="67" y="1"/>
                    </a:moveTo>
                    <a:lnTo>
                      <a:pt x="1" y="10299"/>
                    </a:lnTo>
                    <a:cubicBezTo>
                      <a:pt x="1476" y="10482"/>
                      <a:pt x="2988" y="10578"/>
                      <a:pt x="4537" y="10578"/>
                    </a:cubicBezTo>
                    <a:cubicBezTo>
                      <a:pt x="8273" y="10578"/>
                      <a:pt x="11819" y="10013"/>
                      <a:pt x="15012" y="9000"/>
                    </a:cubicBezTo>
                    <a:cubicBezTo>
                      <a:pt x="14982" y="5998"/>
                      <a:pt x="14953" y="3003"/>
                      <a:pt x="14923" y="1"/>
                    </a:cubicBezTo>
                    <a:close/>
                  </a:path>
                </a:pathLst>
              </a:custGeom>
              <a:solidFill>
                <a:srgbClr val="8D211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2852;p71">
                <a:extLst>
                  <a:ext uri="{FF2B5EF4-FFF2-40B4-BE49-F238E27FC236}">
                    <a16:creationId xmlns:a16="http://schemas.microsoft.com/office/drawing/2014/main" id="{6930591C-0CC5-7546-BAE9-A256C1963BB3}"/>
                  </a:ext>
                </a:extLst>
              </p:cNvPr>
              <p:cNvSpPr/>
              <p:nvPr/>
            </p:nvSpPr>
            <p:spPr>
              <a:xfrm>
                <a:off x="390050" y="2851175"/>
                <a:ext cx="967000" cy="1147300"/>
              </a:xfrm>
              <a:custGeom>
                <a:avLst/>
                <a:gdLst/>
                <a:ahLst/>
                <a:cxnLst/>
                <a:rect l="l" t="t" r="r" b="b"/>
                <a:pathLst>
                  <a:path w="38680" h="45892" extrusionOk="0">
                    <a:moveTo>
                      <a:pt x="18971" y="0"/>
                    </a:moveTo>
                    <a:cubicBezTo>
                      <a:pt x="9459" y="0"/>
                      <a:pt x="1" y="6134"/>
                      <a:pt x="2878" y="19323"/>
                    </a:cubicBezTo>
                    <a:lnTo>
                      <a:pt x="5139" y="28645"/>
                    </a:lnTo>
                    <a:cubicBezTo>
                      <a:pt x="5300" y="30480"/>
                      <a:pt x="5807" y="33387"/>
                      <a:pt x="7503" y="36485"/>
                    </a:cubicBezTo>
                    <a:cubicBezTo>
                      <a:pt x="7532" y="36536"/>
                      <a:pt x="7686" y="36830"/>
                      <a:pt x="7862" y="37130"/>
                    </a:cubicBezTo>
                    <a:cubicBezTo>
                      <a:pt x="9504" y="39921"/>
                      <a:pt x="14287" y="45891"/>
                      <a:pt x="19965" y="45891"/>
                    </a:cubicBezTo>
                    <a:cubicBezTo>
                      <a:pt x="20276" y="45891"/>
                      <a:pt x="20590" y="45873"/>
                      <a:pt x="20906" y="45836"/>
                    </a:cubicBezTo>
                    <a:cubicBezTo>
                      <a:pt x="22653" y="45630"/>
                      <a:pt x="23886" y="44904"/>
                      <a:pt x="25229" y="44111"/>
                    </a:cubicBezTo>
                    <a:cubicBezTo>
                      <a:pt x="28099" y="42408"/>
                      <a:pt x="29604" y="40243"/>
                      <a:pt x="31065" y="38136"/>
                    </a:cubicBezTo>
                    <a:cubicBezTo>
                      <a:pt x="32320" y="36338"/>
                      <a:pt x="33906" y="33827"/>
                      <a:pt x="34728" y="30216"/>
                    </a:cubicBezTo>
                    <a:cubicBezTo>
                      <a:pt x="34970" y="29166"/>
                      <a:pt x="35080" y="28095"/>
                      <a:pt x="35080" y="27016"/>
                    </a:cubicBezTo>
                    <a:cubicBezTo>
                      <a:pt x="35080" y="24212"/>
                      <a:pt x="35080" y="21415"/>
                      <a:pt x="35080" y="18618"/>
                    </a:cubicBezTo>
                    <a:cubicBezTo>
                      <a:pt x="38679" y="6545"/>
                      <a:pt x="28796" y="0"/>
                      <a:pt x="18971" y="0"/>
                    </a:cubicBezTo>
                    <a:close/>
                  </a:path>
                </a:pathLst>
              </a:custGeom>
              <a:solidFill>
                <a:srgbClr val="C85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2853;p71">
                <a:extLst>
                  <a:ext uri="{FF2B5EF4-FFF2-40B4-BE49-F238E27FC236}">
                    <a16:creationId xmlns:a16="http://schemas.microsoft.com/office/drawing/2014/main" id="{BF277CA7-B434-AB4E-8151-1956FCFD4436}"/>
                  </a:ext>
                </a:extLst>
              </p:cNvPr>
              <p:cNvSpPr/>
              <p:nvPr/>
            </p:nvSpPr>
            <p:spPr>
              <a:xfrm>
                <a:off x="827350" y="3404325"/>
                <a:ext cx="98575" cy="237850"/>
              </a:xfrm>
              <a:custGeom>
                <a:avLst/>
                <a:gdLst/>
                <a:ahLst/>
                <a:cxnLst/>
                <a:rect l="l" t="t" r="r" b="b"/>
                <a:pathLst>
                  <a:path w="3943" h="9514" extrusionOk="0">
                    <a:moveTo>
                      <a:pt x="2474" y="1"/>
                    </a:moveTo>
                    <a:lnTo>
                      <a:pt x="2056" y="45"/>
                    </a:lnTo>
                    <a:cubicBezTo>
                      <a:pt x="2247" y="1807"/>
                      <a:pt x="2027" y="3355"/>
                      <a:pt x="1388" y="4647"/>
                    </a:cubicBezTo>
                    <a:cubicBezTo>
                      <a:pt x="1219" y="4970"/>
                      <a:pt x="1043" y="5271"/>
                      <a:pt x="867" y="5558"/>
                    </a:cubicBezTo>
                    <a:cubicBezTo>
                      <a:pt x="404" y="6314"/>
                      <a:pt x="1" y="6974"/>
                      <a:pt x="243" y="7745"/>
                    </a:cubicBezTo>
                    <a:cubicBezTo>
                      <a:pt x="434" y="8347"/>
                      <a:pt x="955" y="8846"/>
                      <a:pt x="1784" y="9228"/>
                    </a:cubicBezTo>
                    <a:cubicBezTo>
                      <a:pt x="2276" y="9448"/>
                      <a:pt x="2753" y="9514"/>
                      <a:pt x="3157" y="9514"/>
                    </a:cubicBezTo>
                    <a:cubicBezTo>
                      <a:pt x="3480" y="9514"/>
                      <a:pt x="3752" y="9470"/>
                      <a:pt x="3942" y="9426"/>
                    </a:cubicBezTo>
                    <a:lnTo>
                      <a:pt x="3847" y="9015"/>
                    </a:lnTo>
                    <a:cubicBezTo>
                      <a:pt x="3678" y="9051"/>
                      <a:pt x="3436" y="9091"/>
                      <a:pt x="3150" y="9091"/>
                    </a:cubicBezTo>
                    <a:cubicBezTo>
                      <a:pt x="2802" y="9091"/>
                      <a:pt x="2388" y="9032"/>
                      <a:pt x="1961" y="8839"/>
                    </a:cubicBezTo>
                    <a:cubicBezTo>
                      <a:pt x="1065" y="8428"/>
                      <a:pt x="757" y="7950"/>
                      <a:pt x="654" y="7620"/>
                    </a:cubicBezTo>
                    <a:cubicBezTo>
                      <a:pt x="470" y="7026"/>
                      <a:pt x="801" y="6475"/>
                      <a:pt x="1226" y="5778"/>
                    </a:cubicBezTo>
                    <a:cubicBezTo>
                      <a:pt x="1410" y="5484"/>
                      <a:pt x="1594" y="5176"/>
                      <a:pt x="1770" y="4831"/>
                    </a:cubicBezTo>
                    <a:cubicBezTo>
                      <a:pt x="2445" y="3466"/>
                      <a:pt x="2680" y="1843"/>
                      <a:pt x="2474" y="1"/>
                    </a:cubicBezTo>
                    <a:close/>
                  </a:path>
                </a:pathLst>
              </a:custGeom>
              <a:solidFill>
                <a:srgbClr val="8D211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854;p71">
                <a:extLst>
                  <a:ext uri="{FF2B5EF4-FFF2-40B4-BE49-F238E27FC236}">
                    <a16:creationId xmlns:a16="http://schemas.microsoft.com/office/drawing/2014/main" id="{C92FC26B-5E7D-0943-835B-D74FA4347273}"/>
                  </a:ext>
                </a:extLst>
              </p:cNvPr>
              <p:cNvSpPr/>
              <p:nvPr/>
            </p:nvSpPr>
            <p:spPr>
              <a:xfrm>
                <a:off x="726600" y="3712075"/>
                <a:ext cx="328325" cy="24425"/>
              </a:xfrm>
              <a:custGeom>
                <a:avLst/>
                <a:gdLst/>
                <a:ahLst/>
                <a:cxnLst/>
                <a:rect l="l" t="t" r="r" b="b"/>
                <a:pathLst>
                  <a:path w="13133" h="977" extrusionOk="0">
                    <a:moveTo>
                      <a:pt x="170" y="1"/>
                    </a:moveTo>
                    <a:lnTo>
                      <a:pt x="1" y="441"/>
                    </a:lnTo>
                    <a:cubicBezTo>
                      <a:pt x="493" y="632"/>
                      <a:pt x="984" y="793"/>
                      <a:pt x="1476" y="933"/>
                    </a:cubicBezTo>
                    <a:cubicBezTo>
                      <a:pt x="1381" y="749"/>
                      <a:pt x="1293" y="558"/>
                      <a:pt x="1212" y="360"/>
                    </a:cubicBezTo>
                    <a:cubicBezTo>
                      <a:pt x="867" y="257"/>
                      <a:pt x="515" y="133"/>
                      <a:pt x="170" y="1"/>
                    </a:cubicBezTo>
                    <a:close/>
                    <a:moveTo>
                      <a:pt x="12964" y="1"/>
                    </a:moveTo>
                    <a:cubicBezTo>
                      <a:pt x="12575" y="147"/>
                      <a:pt x="12186" y="287"/>
                      <a:pt x="11789" y="404"/>
                    </a:cubicBezTo>
                    <a:cubicBezTo>
                      <a:pt x="11701" y="602"/>
                      <a:pt x="11613" y="793"/>
                      <a:pt x="11510" y="977"/>
                    </a:cubicBezTo>
                    <a:cubicBezTo>
                      <a:pt x="12054" y="823"/>
                      <a:pt x="12597" y="647"/>
                      <a:pt x="13133" y="441"/>
                    </a:cubicBezTo>
                    <a:lnTo>
                      <a:pt x="12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2855;p71">
                <a:extLst>
                  <a:ext uri="{FF2B5EF4-FFF2-40B4-BE49-F238E27FC236}">
                    <a16:creationId xmlns:a16="http://schemas.microsoft.com/office/drawing/2014/main" id="{B90D660D-6937-BB44-B06F-7CB3572D5884}"/>
                  </a:ext>
                </a:extLst>
              </p:cNvPr>
              <p:cNvSpPr/>
              <p:nvPr/>
            </p:nvSpPr>
            <p:spPr>
              <a:xfrm>
                <a:off x="337575" y="2788875"/>
                <a:ext cx="1112800" cy="728150"/>
              </a:xfrm>
              <a:custGeom>
                <a:avLst/>
                <a:gdLst/>
                <a:ahLst/>
                <a:cxnLst/>
                <a:rect l="l" t="t" r="r" b="b"/>
                <a:pathLst>
                  <a:path w="44512" h="29126" extrusionOk="0">
                    <a:moveTo>
                      <a:pt x="16151" y="1"/>
                    </a:moveTo>
                    <a:cubicBezTo>
                      <a:pt x="10292" y="1"/>
                      <a:pt x="5313" y="5145"/>
                      <a:pt x="3289" y="9204"/>
                    </a:cubicBezTo>
                    <a:cubicBezTo>
                      <a:pt x="257" y="12853"/>
                      <a:pt x="0" y="25537"/>
                      <a:pt x="5873" y="29126"/>
                    </a:cubicBezTo>
                    <a:cubicBezTo>
                      <a:pt x="6768" y="24546"/>
                      <a:pt x="9058" y="20112"/>
                      <a:pt x="12633" y="16699"/>
                    </a:cubicBezTo>
                    <a:cubicBezTo>
                      <a:pt x="13499" y="15862"/>
                      <a:pt x="14439" y="15091"/>
                      <a:pt x="15459" y="14394"/>
                    </a:cubicBezTo>
                    <a:cubicBezTo>
                      <a:pt x="16428" y="13726"/>
                      <a:pt x="17470" y="13117"/>
                      <a:pt x="18579" y="12596"/>
                    </a:cubicBezTo>
                    <a:cubicBezTo>
                      <a:pt x="19650" y="12089"/>
                      <a:pt x="20781" y="11649"/>
                      <a:pt x="21970" y="11289"/>
                    </a:cubicBezTo>
                    <a:cubicBezTo>
                      <a:pt x="22058" y="11318"/>
                      <a:pt x="22131" y="11340"/>
                      <a:pt x="22212" y="11362"/>
                    </a:cubicBezTo>
                    <a:lnTo>
                      <a:pt x="22212" y="11384"/>
                    </a:lnTo>
                    <a:lnTo>
                      <a:pt x="22249" y="11370"/>
                    </a:lnTo>
                    <a:cubicBezTo>
                      <a:pt x="22667" y="11436"/>
                      <a:pt x="23086" y="11531"/>
                      <a:pt x="23526" y="11649"/>
                    </a:cubicBezTo>
                    <a:lnTo>
                      <a:pt x="23680" y="11700"/>
                    </a:lnTo>
                    <a:cubicBezTo>
                      <a:pt x="26066" y="12412"/>
                      <a:pt x="28591" y="13998"/>
                      <a:pt x="30742" y="15796"/>
                    </a:cubicBezTo>
                    <a:cubicBezTo>
                      <a:pt x="33413" y="18020"/>
                      <a:pt x="35520" y="20582"/>
                      <a:pt x="36085" y="22241"/>
                    </a:cubicBezTo>
                    <a:lnTo>
                      <a:pt x="36093" y="22241"/>
                    </a:lnTo>
                    <a:lnTo>
                      <a:pt x="36100" y="22263"/>
                    </a:lnTo>
                    <a:cubicBezTo>
                      <a:pt x="36893" y="24384"/>
                      <a:pt x="38075" y="26872"/>
                      <a:pt x="38625" y="29126"/>
                    </a:cubicBezTo>
                    <a:cubicBezTo>
                      <a:pt x="44512" y="25500"/>
                      <a:pt x="44233" y="12867"/>
                      <a:pt x="41209" y="9204"/>
                    </a:cubicBezTo>
                    <a:cubicBezTo>
                      <a:pt x="38503" y="4201"/>
                      <a:pt x="33879" y="54"/>
                      <a:pt x="28170" y="54"/>
                    </a:cubicBezTo>
                    <a:cubicBezTo>
                      <a:pt x="26182" y="54"/>
                      <a:pt x="24062" y="557"/>
                      <a:pt x="21845" y="1703"/>
                    </a:cubicBezTo>
                    <a:cubicBezTo>
                      <a:pt x="19903" y="504"/>
                      <a:pt x="17984" y="1"/>
                      <a:pt x="161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856;p71">
                <a:extLst>
                  <a:ext uri="{FF2B5EF4-FFF2-40B4-BE49-F238E27FC236}">
                    <a16:creationId xmlns:a16="http://schemas.microsoft.com/office/drawing/2014/main" id="{6452BEBA-9A71-CF4E-8E31-C56525C257D7}"/>
                  </a:ext>
                </a:extLst>
              </p:cNvPr>
              <p:cNvSpPr/>
              <p:nvPr/>
            </p:nvSpPr>
            <p:spPr>
              <a:xfrm>
                <a:off x="529150" y="3306150"/>
                <a:ext cx="277125" cy="78950"/>
              </a:xfrm>
              <a:custGeom>
                <a:avLst/>
                <a:gdLst/>
                <a:ahLst/>
                <a:cxnLst/>
                <a:rect l="l" t="t" r="r" b="b"/>
                <a:pathLst>
                  <a:path w="11085" h="3158" extrusionOk="0">
                    <a:moveTo>
                      <a:pt x="11085" y="1"/>
                    </a:moveTo>
                    <a:lnTo>
                      <a:pt x="6923" y="23"/>
                    </a:lnTo>
                    <a:cubicBezTo>
                      <a:pt x="5528" y="126"/>
                      <a:pt x="4823" y="177"/>
                      <a:pt x="4251" y="331"/>
                    </a:cubicBezTo>
                    <a:cubicBezTo>
                      <a:pt x="3436" y="559"/>
                      <a:pt x="1689" y="1183"/>
                      <a:pt x="1" y="3157"/>
                    </a:cubicBezTo>
                    <a:lnTo>
                      <a:pt x="6027" y="1623"/>
                    </a:lnTo>
                    <a:lnTo>
                      <a:pt x="10651" y="1763"/>
                    </a:lnTo>
                    <a:lnTo>
                      <a:pt x="110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857;p71">
                <a:extLst>
                  <a:ext uri="{FF2B5EF4-FFF2-40B4-BE49-F238E27FC236}">
                    <a16:creationId xmlns:a16="http://schemas.microsoft.com/office/drawing/2014/main" id="{BEA43A80-7BAB-3B4C-B153-7A61C36C1CF3}"/>
                  </a:ext>
                </a:extLst>
              </p:cNvPr>
              <p:cNvSpPr/>
              <p:nvPr/>
            </p:nvSpPr>
            <p:spPr>
              <a:xfrm>
                <a:off x="973425" y="3290000"/>
                <a:ext cx="267575" cy="106650"/>
              </a:xfrm>
              <a:custGeom>
                <a:avLst/>
                <a:gdLst/>
                <a:ahLst/>
                <a:cxnLst/>
                <a:rect l="l" t="t" r="r" b="b"/>
                <a:pathLst>
                  <a:path w="10703" h="4266" extrusionOk="0">
                    <a:moveTo>
                      <a:pt x="1" y="1"/>
                    </a:moveTo>
                    <a:lnTo>
                      <a:pt x="243" y="1799"/>
                    </a:lnTo>
                    <a:lnTo>
                      <a:pt x="4867" y="2130"/>
                    </a:lnTo>
                    <a:lnTo>
                      <a:pt x="10703" y="4266"/>
                    </a:lnTo>
                    <a:cubicBezTo>
                      <a:pt x="9227" y="2130"/>
                      <a:pt x="7546" y="1330"/>
                      <a:pt x="6761" y="1021"/>
                    </a:cubicBezTo>
                    <a:cubicBezTo>
                      <a:pt x="6203" y="808"/>
                      <a:pt x="5513" y="691"/>
                      <a:pt x="4133" y="449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2858;p71">
                <a:extLst>
                  <a:ext uri="{FF2B5EF4-FFF2-40B4-BE49-F238E27FC236}">
                    <a16:creationId xmlns:a16="http://schemas.microsoft.com/office/drawing/2014/main" id="{52AF97BC-02E5-2045-97E3-98C378F0AD17}"/>
                  </a:ext>
                </a:extLst>
              </p:cNvPr>
              <p:cNvSpPr/>
              <p:nvPr/>
            </p:nvSpPr>
            <p:spPr>
              <a:xfrm>
                <a:off x="512450" y="3454425"/>
                <a:ext cx="270325" cy="98200"/>
              </a:xfrm>
              <a:custGeom>
                <a:avLst/>
                <a:gdLst/>
                <a:ahLst/>
                <a:cxnLst/>
                <a:rect l="l" t="t" r="r" b="b"/>
                <a:pathLst>
                  <a:path w="10813" h="3928" extrusionOk="0">
                    <a:moveTo>
                      <a:pt x="5146" y="1"/>
                    </a:moveTo>
                    <a:cubicBezTo>
                      <a:pt x="4970" y="1"/>
                      <a:pt x="4794" y="16"/>
                      <a:pt x="4610" y="38"/>
                    </a:cubicBezTo>
                    <a:cubicBezTo>
                      <a:pt x="1939" y="368"/>
                      <a:pt x="1" y="3187"/>
                      <a:pt x="382" y="3810"/>
                    </a:cubicBezTo>
                    <a:cubicBezTo>
                      <a:pt x="441" y="3891"/>
                      <a:pt x="529" y="3928"/>
                      <a:pt x="669" y="3928"/>
                    </a:cubicBezTo>
                    <a:cubicBezTo>
                      <a:pt x="992" y="3928"/>
                      <a:pt x="1564" y="3715"/>
                      <a:pt x="2379" y="3510"/>
                    </a:cubicBezTo>
                    <a:cubicBezTo>
                      <a:pt x="3201" y="3297"/>
                      <a:pt x="4265" y="3084"/>
                      <a:pt x="5594" y="3084"/>
                    </a:cubicBezTo>
                    <a:lnTo>
                      <a:pt x="5631" y="3084"/>
                    </a:lnTo>
                    <a:cubicBezTo>
                      <a:pt x="8215" y="3091"/>
                      <a:pt x="9749" y="3899"/>
                      <a:pt x="10299" y="3899"/>
                    </a:cubicBezTo>
                    <a:cubicBezTo>
                      <a:pt x="10395" y="3899"/>
                      <a:pt x="10461" y="3869"/>
                      <a:pt x="10497" y="3810"/>
                    </a:cubicBezTo>
                    <a:cubicBezTo>
                      <a:pt x="10813" y="3231"/>
                      <a:pt x="8229" y="1"/>
                      <a:pt x="5146" y="1"/>
                    </a:cubicBezTo>
                    <a:close/>
                  </a:path>
                </a:pathLst>
              </a:custGeom>
              <a:solidFill>
                <a:srgbClr val="B642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859;p71">
                <a:extLst>
                  <a:ext uri="{FF2B5EF4-FFF2-40B4-BE49-F238E27FC236}">
                    <a16:creationId xmlns:a16="http://schemas.microsoft.com/office/drawing/2014/main" id="{AEB6404F-4C4C-6E49-994B-76B8BFF7CAF8}"/>
                  </a:ext>
                </a:extLst>
              </p:cNvPr>
              <p:cNvSpPr/>
              <p:nvPr/>
            </p:nvSpPr>
            <p:spPr>
              <a:xfrm>
                <a:off x="998025" y="3471875"/>
                <a:ext cx="270500" cy="98200"/>
              </a:xfrm>
              <a:custGeom>
                <a:avLst/>
                <a:gdLst/>
                <a:ahLst/>
                <a:cxnLst/>
                <a:rect l="l" t="t" r="r" b="b"/>
                <a:pathLst>
                  <a:path w="10820" h="3928" extrusionOk="0">
                    <a:moveTo>
                      <a:pt x="5153" y="0"/>
                    </a:moveTo>
                    <a:cubicBezTo>
                      <a:pt x="4977" y="0"/>
                      <a:pt x="4793" y="8"/>
                      <a:pt x="4617" y="30"/>
                    </a:cubicBezTo>
                    <a:cubicBezTo>
                      <a:pt x="1938" y="367"/>
                      <a:pt x="0" y="3186"/>
                      <a:pt x="389" y="3802"/>
                    </a:cubicBezTo>
                    <a:cubicBezTo>
                      <a:pt x="441" y="3891"/>
                      <a:pt x="536" y="3927"/>
                      <a:pt x="668" y="3927"/>
                    </a:cubicBezTo>
                    <a:cubicBezTo>
                      <a:pt x="998" y="3927"/>
                      <a:pt x="1564" y="3714"/>
                      <a:pt x="2386" y="3501"/>
                    </a:cubicBezTo>
                    <a:cubicBezTo>
                      <a:pt x="3200" y="3289"/>
                      <a:pt x="4272" y="3083"/>
                      <a:pt x="5593" y="3083"/>
                    </a:cubicBezTo>
                    <a:lnTo>
                      <a:pt x="5630" y="3083"/>
                    </a:lnTo>
                    <a:cubicBezTo>
                      <a:pt x="8221" y="3090"/>
                      <a:pt x="9755" y="3891"/>
                      <a:pt x="10299" y="3891"/>
                    </a:cubicBezTo>
                    <a:cubicBezTo>
                      <a:pt x="10401" y="3891"/>
                      <a:pt x="10467" y="3869"/>
                      <a:pt x="10504" y="3802"/>
                    </a:cubicBezTo>
                    <a:cubicBezTo>
                      <a:pt x="10820" y="3230"/>
                      <a:pt x="8229" y="0"/>
                      <a:pt x="5153" y="0"/>
                    </a:cubicBezTo>
                    <a:close/>
                  </a:path>
                </a:pathLst>
              </a:custGeom>
              <a:solidFill>
                <a:srgbClr val="B642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860;p71">
                <a:extLst>
                  <a:ext uri="{FF2B5EF4-FFF2-40B4-BE49-F238E27FC236}">
                    <a16:creationId xmlns:a16="http://schemas.microsoft.com/office/drawing/2014/main" id="{C6420DBE-60BD-CD48-BCF4-96BA5A0E45F0}"/>
                  </a:ext>
                </a:extLst>
              </p:cNvPr>
              <p:cNvSpPr/>
              <p:nvPr/>
            </p:nvSpPr>
            <p:spPr>
              <a:xfrm>
                <a:off x="366925" y="3422125"/>
                <a:ext cx="195475" cy="277875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11115" extrusionOk="0">
                    <a:moveTo>
                      <a:pt x="2464" y="0"/>
                    </a:moveTo>
                    <a:cubicBezTo>
                      <a:pt x="2273" y="0"/>
                      <a:pt x="2087" y="31"/>
                      <a:pt x="1909" y="96"/>
                    </a:cubicBezTo>
                    <a:cubicBezTo>
                      <a:pt x="361" y="662"/>
                      <a:pt x="1" y="3568"/>
                      <a:pt x="1102" y="6585"/>
                    </a:cubicBezTo>
                    <a:cubicBezTo>
                      <a:pt x="2083" y="9256"/>
                      <a:pt x="3875" y="11115"/>
                      <a:pt x="5353" y="11115"/>
                    </a:cubicBezTo>
                    <a:cubicBezTo>
                      <a:pt x="5545" y="11115"/>
                      <a:pt x="5731" y="11084"/>
                      <a:pt x="5910" y="11019"/>
                    </a:cubicBezTo>
                    <a:cubicBezTo>
                      <a:pt x="7459" y="10454"/>
                      <a:pt x="7818" y="7547"/>
                      <a:pt x="6717" y="4530"/>
                    </a:cubicBezTo>
                    <a:cubicBezTo>
                      <a:pt x="5736" y="1860"/>
                      <a:pt x="3938" y="0"/>
                      <a:pt x="2464" y="0"/>
                    </a:cubicBezTo>
                    <a:close/>
                  </a:path>
                </a:pathLst>
              </a:custGeom>
              <a:solidFill>
                <a:srgbClr val="C85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861;p71">
                <a:extLst>
                  <a:ext uri="{FF2B5EF4-FFF2-40B4-BE49-F238E27FC236}">
                    <a16:creationId xmlns:a16="http://schemas.microsoft.com/office/drawing/2014/main" id="{67A1808C-BD5E-4148-A4F1-9D5B81C3CEA7}"/>
                  </a:ext>
                </a:extLst>
              </p:cNvPr>
              <p:cNvSpPr/>
              <p:nvPr/>
            </p:nvSpPr>
            <p:spPr>
              <a:xfrm>
                <a:off x="397400" y="3483750"/>
                <a:ext cx="104800" cy="125600"/>
              </a:xfrm>
              <a:custGeom>
                <a:avLst/>
                <a:gdLst/>
                <a:ahLst/>
                <a:cxnLst/>
                <a:rect l="l" t="t" r="r" b="b"/>
                <a:pathLst>
                  <a:path w="4192" h="5024" extrusionOk="0">
                    <a:moveTo>
                      <a:pt x="1393" y="1"/>
                    </a:moveTo>
                    <a:cubicBezTo>
                      <a:pt x="1138" y="1"/>
                      <a:pt x="870" y="60"/>
                      <a:pt x="639" y="237"/>
                    </a:cubicBezTo>
                    <a:cubicBezTo>
                      <a:pt x="169" y="597"/>
                      <a:pt x="0" y="1316"/>
                      <a:pt x="213" y="2072"/>
                    </a:cubicBezTo>
                    <a:lnTo>
                      <a:pt x="624" y="1955"/>
                    </a:lnTo>
                    <a:cubicBezTo>
                      <a:pt x="463" y="1382"/>
                      <a:pt x="573" y="824"/>
                      <a:pt x="896" y="575"/>
                    </a:cubicBezTo>
                    <a:cubicBezTo>
                      <a:pt x="1044" y="464"/>
                      <a:pt x="1222" y="425"/>
                      <a:pt x="1398" y="425"/>
                    </a:cubicBezTo>
                    <a:cubicBezTo>
                      <a:pt x="1712" y="425"/>
                      <a:pt x="2019" y="548"/>
                      <a:pt x="2136" y="604"/>
                    </a:cubicBezTo>
                    <a:cubicBezTo>
                      <a:pt x="3744" y="1331"/>
                      <a:pt x="3480" y="4950"/>
                      <a:pt x="3480" y="4986"/>
                    </a:cubicBezTo>
                    <a:lnTo>
                      <a:pt x="3905" y="5023"/>
                    </a:lnTo>
                    <a:cubicBezTo>
                      <a:pt x="3913" y="4862"/>
                      <a:pt x="4192" y="1067"/>
                      <a:pt x="2313" y="215"/>
                    </a:cubicBezTo>
                    <a:cubicBezTo>
                      <a:pt x="2164" y="148"/>
                      <a:pt x="1794" y="1"/>
                      <a:pt x="1393" y="1"/>
                    </a:cubicBezTo>
                    <a:close/>
                  </a:path>
                </a:pathLst>
              </a:custGeom>
              <a:solidFill>
                <a:srgbClr val="8D211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862;p71">
                <a:extLst>
                  <a:ext uri="{FF2B5EF4-FFF2-40B4-BE49-F238E27FC236}">
                    <a16:creationId xmlns:a16="http://schemas.microsoft.com/office/drawing/2014/main" id="{533CE219-A620-9948-AB42-A0747A6BBB32}"/>
                  </a:ext>
                </a:extLst>
              </p:cNvPr>
              <p:cNvSpPr/>
              <p:nvPr/>
            </p:nvSpPr>
            <p:spPr>
              <a:xfrm>
                <a:off x="406750" y="3488925"/>
                <a:ext cx="48100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1924" h="3892" extrusionOk="0">
                    <a:moveTo>
                      <a:pt x="1784" y="1"/>
                    </a:moveTo>
                    <a:cubicBezTo>
                      <a:pt x="1711" y="23"/>
                      <a:pt x="1" y="661"/>
                      <a:pt x="1021" y="3891"/>
                    </a:cubicBezTo>
                    <a:lnTo>
                      <a:pt x="1432" y="3759"/>
                    </a:lnTo>
                    <a:cubicBezTo>
                      <a:pt x="537" y="955"/>
                      <a:pt x="1865" y="427"/>
                      <a:pt x="1924" y="405"/>
                    </a:cubicBezTo>
                    <a:lnTo>
                      <a:pt x="1784" y="1"/>
                    </a:lnTo>
                    <a:close/>
                  </a:path>
                </a:pathLst>
              </a:custGeom>
              <a:solidFill>
                <a:srgbClr val="8D211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863;p71">
                <a:extLst>
                  <a:ext uri="{FF2B5EF4-FFF2-40B4-BE49-F238E27FC236}">
                    <a16:creationId xmlns:a16="http://schemas.microsoft.com/office/drawing/2014/main" id="{1AE0EF91-4136-EA46-8574-F7A900D90BA1}"/>
                  </a:ext>
                </a:extLst>
              </p:cNvPr>
              <p:cNvSpPr/>
              <p:nvPr/>
            </p:nvSpPr>
            <p:spPr>
              <a:xfrm>
                <a:off x="1218225" y="3436800"/>
                <a:ext cx="195275" cy="277875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11115" extrusionOk="0">
                    <a:moveTo>
                      <a:pt x="5347" y="0"/>
                    </a:moveTo>
                    <a:cubicBezTo>
                      <a:pt x="3873" y="0"/>
                      <a:pt x="2076" y="1860"/>
                      <a:pt x="1102" y="4530"/>
                    </a:cubicBezTo>
                    <a:cubicBezTo>
                      <a:pt x="0" y="7547"/>
                      <a:pt x="360" y="10454"/>
                      <a:pt x="1909" y="11019"/>
                    </a:cubicBezTo>
                    <a:cubicBezTo>
                      <a:pt x="2086" y="11084"/>
                      <a:pt x="2272" y="11115"/>
                      <a:pt x="2463" y="11115"/>
                    </a:cubicBezTo>
                    <a:cubicBezTo>
                      <a:pt x="3937" y="11115"/>
                      <a:pt x="5735" y="9250"/>
                      <a:pt x="6709" y="6585"/>
                    </a:cubicBezTo>
                    <a:cubicBezTo>
                      <a:pt x="7811" y="3569"/>
                      <a:pt x="7451" y="662"/>
                      <a:pt x="5902" y="97"/>
                    </a:cubicBezTo>
                    <a:cubicBezTo>
                      <a:pt x="5724" y="32"/>
                      <a:pt x="5538" y="0"/>
                      <a:pt x="5347" y="0"/>
                    </a:cubicBezTo>
                    <a:close/>
                  </a:path>
                </a:pathLst>
              </a:custGeom>
              <a:solidFill>
                <a:srgbClr val="C85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864;p71">
                <a:extLst>
                  <a:ext uri="{FF2B5EF4-FFF2-40B4-BE49-F238E27FC236}">
                    <a16:creationId xmlns:a16="http://schemas.microsoft.com/office/drawing/2014/main" id="{839F1D6D-8928-8742-9322-A44BEF2D47F0}"/>
                  </a:ext>
                </a:extLst>
              </p:cNvPr>
              <p:cNvSpPr/>
              <p:nvPr/>
            </p:nvSpPr>
            <p:spPr>
              <a:xfrm>
                <a:off x="1278225" y="3498450"/>
                <a:ext cx="105000" cy="125575"/>
              </a:xfrm>
              <a:custGeom>
                <a:avLst/>
                <a:gdLst/>
                <a:ahLst/>
                <a:cxnLst/>
                <a:rect l="l" t="t" r="r" b="b"/>
                <a:pathLst>
                  <a:path w="4200" h="5023" extrusionOk="0">
                    <a:moveTo>
                      <a:pt x="2801" y="0"/>
                    </a:moveTo>
                    <a:cubicBezTo>
                      <a:pt x="2398" y="0"/>
                      <a:pt x="2028" y="147"/>
                      <a:pt x="1880" y="214"/>
                    </a:cubicBezTo>
                    <a:cubicBezTo>
                      <a:pt x="1" y="1066"/>
                      <a:pt x="280" y="4861"/>
                      <a:pt x="294" y="5022"/>
                    </a:cubicBezTo>
                    <a:lnTo>
                      <a:pt x="720" y="4986"/>
                    </a:lnTo>
                    <a:cubicBezTo>
                      <a:pt x="713" y="4949"/>
                      <a:pt x="449" y="1330"/>
                      <a:pt x="2056" y="603"/>
                    </a:cubicBezTo>
                    <a:cubicBezTo>
                      <a:pt x="2178" y="547"/>
                      <a:pt x="2488" y="421"/>
                      <a:pt x="2802" y="421"/>
                    </a:cubicBezTo>
                    <a:cubicBezTo>
                      <a:pt x="2978" y="421"/>
                      <a:pt x="3156" y="461"/>
                      <a:pt x="3304" y="574"/>
                    </a:cubicBezTo>
                    <a:cubicBezTo>
                      <a:pt x="3627" y="824"/>
                      <a:pt x="3737" y="1374"/>
                      <a:pt x="3575" y="1954"/>
                    </a:cubicBezTo>
                    <a:lnTo>
                      <a:pt x="3987" y="2064"/>
                    </a:lnTo>
                    <a:cubicBezTo>
                      <a:pt x="4199" y="1315"/>
                      <a:pt x="4031" y="596"/>
                      <a:pt x="3561" y="236"/>
                    </a:cubicBezTo>
                    <a:cubicBezTo>
                      <a:pt x="3327" y="60"/>
                      <a:pt x="3057" y="0"/>
                      <a:pt x="2801" y="0"/>
                    </a:cubicBezTo>
                    <a:close/>
                  </a:path>
                </a:pathLst>
              </a:custGeom>
              <a:solidFill>
                <a:srgbClr val="8D211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865;p71">
                <a:extLst>
                  <a:ext uri="{FF2B5EF4-FFF2-40B4-BE49-F238E27FC236}">
                    <a16:creationId xmlns:a16="http://schemas.microsoft.com/office/drawing/2014/main" id="{BA46B9DB-D7A9-4A4D-9C6B-8A02F94B73F5}"/>
                  </a:ext>
                </a:extLst>
              </p:cNvPr>
              <p:cNvSpPr/>
              <p:nvPr/>
            </p:nvSpPr>
            <p:spPr>
              <a:xfrm>
                <a:off x="1325575" y="3503625"/>
                <a:ext cx="48300" cy="97100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3884" extrusionOk="0">
                    <a:moveTo>
                      <a:pt x="147" y="0"/>
                    </a:moveTo>
                    <a:lnTo>
                      <a:pt x="1" y="404"/>
                    </a:lnTo>
                    <a:cubicBezTo>
                      <a:pt x="59" y="418"/>
                      <a:pt x="1388" y="954"/>
                      <a:pt x="500" y="3758"/>
                    </a:cubicBezTo>
                    <a:lnTo>
                      <a:pt x="903" y="3883"/>
                    </a:lnTo>
                    <a:cubicBezTo>
                      <a:pt x="1931" y="661"/>
                      <a:pt x="221" y="22"/>
                      <a:pt x="147" y="0"/>
                    </a:cubicBezTo>
                    <a:close/>
                  </a:path>
                </a:pathLst>
              </a:custGeom>
              <a:solidFill>
                <a:srgbClr val="8D211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866;p71">
                <a:extLst>
                  <a:ext uri="{FF2B5EF4-FFF2-40B4-BE49-F238E27FC236}">
                    <a16:creationId xmlns:a16="http://schemas.microsoft.com/office/drawing/2014/main" id="{3A663BD7-91C3-DF48-9207-C6F9886F5287}"/>
                  </a:ext>
                </a:extLst>
              </p:cNvPr>
              <p:cNvSpPr/>
              <p:nvPr/>
            </p:nvSpPr>
            <p:spPr>
              <a:xfrm>
                <a:off x="756875" y="3693000"/>
                <a:ext cx="264475" cy="120025"/>
              </a:xfrm>
              <a:custGeom>
                <a:avLst/>
                <a:gdLst/>
                <a:ahLst/>
                <a:cxnLst/>
                <a:rect l="l" t="t" r="r" b="b"/>
                <a:pathLst>
                  <a:path w="10579" h="4801" extrusionOk="0">
                    <a:moveTo>
                      <a:pt x="3216" y="0"/>
                    </a:moveTo>
                    <a:cubicBezTo>
                      <a:pt x="2519" y="0"/>
                      <a:pt x="1506" y="279"/>
                      <a:pt x="1" y="1123"/>
                    </a:cubicBezTo>
                    <a:cubicBezTo>
                      <a:pt x="1638" y="1637"/>
                      <a:pt x="3333" y="1909"/>
                      <a:pt x="5051" y="1938"/>
                    </a:cubicBezTo>
                    <a:cubicBezTo>
                      <a:pt x="5161" y="1945"/>
                      <a:pt x="5264" y="1945"/>
                      <a:pt x="5367" y="1945"/>
                    </a:cubicBezTo>
                    <a:cubicBezTo>
                      <a:pt x="7143" y="1945"/>
                      <a:pt x="8890" y="1681"/>
                      <a:pt x="10578" y="1167"/>
                    </a:cubicBezTo>
                    <a:cubicBezTo>
                      <a:pt x="9455" y="492"/>
                      <a:pt x="8472" y="250"/>
                      <a:pt x="7877" y="147"/>
                    </a:cubicBezTo>
                    <a:cubicBezTo>
                      <a:pt x="7539" y="96"/>
                      <a:pt x="7261" y="74"/>
                      <a:pt x="7033" y="74"/>
                    </a:cubicBezTo>
                    <a:cubicBezTo>
                      <a:pt x="6571" y="74"/>
                      <a:pt x="6284" y="162"/>
                      <a:pt x="6086" y="257"/>
                    </a:cubicBezTo>
                    <a:cubicBezTo>
                      <a:pt x="5624" y="477"/>
                      <a:pt x="5337" y="764"/>
                      <a:pt x="5337" y="764"/>
                    </a:cubicBezTo>
                    <a:cubicBezTo>
                      <a:pt x="5337" y="764"/>
                      <a:pt x="4185" y="228"/>
                      <a:pt x="3994" y="147"/>
                    </a:cubicBezTo>
                    <a:cubicBezTo>
                      <a:pt x="3796" y="66"/>
                      <a:pt x="3539" y="0"/>
                      <a:pt x="3216" y="0"/>
                    </a:cubicBezTo>
                    <a:close/>
                    <a:moveTo>
                      <a:pt x="265" y="1696"/>
                    </a:moveTo>
                    <a:cubicBezTo>
                      <a:pt x="1153" y="3384"/>
                      <a:pt x="2776" y="4544"/>
                      <a:pt x="4611" y="4764"/>
                    </a:cubicBezTo>
                    <a:cubicBezTo>
                      <a:pt x="4824" y="4786"/>
                      <a:pt x="5029" y="4801"/>
                      <a:pt x="5242" y="4801"/>
                    </a:cubicBezTo>
                    <a:cubicBezTo>
                      <a:pt x="7283" y="4801"/>
                      <a:pt x="9242" y="3634"/>
                      <a:pt x="10299" y="1740"/>
                    </a:cubicBezTo>
                    <a:lnTo>
                      <a:pt x="10299" y="1740"/>
                    </a:lnTo>
                    <a:cubicBezTo>
                      <a:pt x="8692" y="2188"/>
                      <a:pt x="7033" y="2415"/>
                      <a:pt x="5359" y="2415"/>
                    </a:cubicBezTo>
                    <a:lnTo>
                      <a:pt x="5044" y="2415"/>
                    </a:lnTo>
                    <a:cubicBezTo>
                      <a:pt x="3422" y="2386"/>
                      <a:pt x="1821" y="2144"/>
                      <a:pt x="265" y="1696"/>
                    </a:cubicBezTo>
                    <a:close/>
                  </a:path>
                </a:pathLst>
              </a:custGeom>
              <a:solidFill>
                <a:srgbClr val="BE39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867;p71">
                <a:extLst>
                  <a:ext uri="{FF2B5EF4-FFF2-40B4-BE49-F238E27FC236}">
                    <a16:creationId xmlns:a16="http://schemas.microsoft.com/office/drawing/2014/main" id="{4151F872-2D3B-DE49-BC1E-49DEE659F5B7}"/>
                  </a:ext>
                </a:extLst>
              </p:cNvPr>
              <p:cNvSpPr/>
              <p:nvPr/>
            </p:nvSpPr>
            <p:spPr>
              <a:xfrm>
                <a:off x="756875" y="3721075"/>
                <a:ext cx="264475" cy="32325"/>
              </a:xfrm>
              <a:custGeom>
                <a:avLst/>
                <a:gdLst/>
                <a:ahLst/>
                <a:cxnLst/>
                <a:rect l="l" t="t" r="r" b="b"/>
                <a:pathLst>
                  <a:path w="10579" h="1293" extrusionOk="0">
                    <a:moveTo>
                      <a:pt x="1" y="0"/>
                    </a:moveTo>
                    <a:cubicBezTo>
                      <a:pt x="82" y="198"/>
                      <a:pt x="170" y="389"/>
                      <a:pt x="265" y="573"/>
                    </a:cubicBezTo>
                    <a:cubicBezTo>
                      <a:pt x="1821" y="1021"/>
                      <a:pt x="3422" y="1263"/>
                      <a:pt x="5044" y="1292"/>
                    </a:cubicBezTo>
                    <a:lnTo>
                      <a:pt x="5359" y="1292"/>
                    </a:lnTo>
                    <a:cubicBezTo>
                      <a:pt x="7033" y="1292"/>
                      <a:pt x="8692" y="1065"/>
                      <a:pt x="10299" y="617"/>
                    </a:cubicBezTo>
                    <a:cubicBezTo>
                      <a:pt x="10402" y="433"/>
                      <a:pt x="10490" y="242"/>
                      <a:pt x="10578" y="44"/>
                    </a:cubicBezTo>
                    <a:lnTo>
                      <a:pt x="10578" y="44"/>
                    </a:lnTo>
                    <a:cubicBezTo>
                      <a:pt x="8890" y="558"/>
                      <a:pt x="7143" y="822"/>
                      <a:pt x="5367" y="822"/>
                    </a:cubicBezTo>
                    <a:cubicBezTo>
                      <a:pt x="5264" y="822"/>
                      <a:pt x="5161" y="822"/>
                      <a:pt x="5051" y="815"/>
                    </a:cubicBezTo>
                    <a:cubicBezTo>
                      <a:pt x="3333" y="786"/>
                      <a:pt x="1638" y="514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68;p71">
                <a:extLst>
                  <a:ext uri="{FF2B5EF4-FFF2-40B4-BE49-F238E27FC236}">
                    <a16:creationId xmlns:a16="http://schemas.microsoft.com/office/drawing/2014/main" id="{CF05242C-E4C5-A043-9316-CD04C8D17657}"/>
                  </a:ext>
                </a:extLst>
              </p:cNvPr>
              <p:cNvSpPr/>
              <p:nvPr/>
            </p:nvSpPr>
            <p:spPr>
              <a:xfrm>
                <a:off x="404175" y="3348050"/>
                <a:ext cx="184450" cy="769450"/>
              </a:xfrm>
              <a:custGeom>
                <a:avLst/>
                <a:gdLst/>
                <a:ahLst/>
                <a:cxnLst/>
                <a:rect l="l" t="t" r="r" b="b"/>
                <a:pathLst>
                  <a:path w="7378" h="30778" extrusionOk="0">
                    <a:moveTo>
                      <a:pt x="4101" y="1"/>
                    </a:moveTo>
                    <a:cubicBezTo>
                      <a:pt x="3808" y="1"/>
                      <a:pt x="3527" y="63"/>
                      <a:pt x="3289" y="226"/>
                    </a:cubicBezTo>
                    <a:cubicBezTo>
                      <a:pt x="2394" y="835"/>
                      <a:pt x="2599" y="2546"/>
                      <a:pt x="2665" y="3184"/>
                    </a:cubicBezTo>
                    <a:cubicBezTo>
                      <a:pt x="2665" y="3184"/>
                      <a:pt x="3084" y="6964"/>
                      <a:pt x="2695" y="18518"/>
                    </a:cubicBezTo>
                    <a:cubicBezTo>
                      <a:pt x="2614" y="21014"/>
                      <a:pt x="2108" y="24728"/>
                      <a:pt x="1" y="29271"/>
                    </a:cubicBezTo>
                    <a:cubicBezTo>
                      <a:pt x="610" y="29668"/>
                      <a:pt x="1454" y="30116"/>
                      <a:pt x="2526" y="30417"/>
                    </a:cubicBezTo>
                    <a:cubicBezTo>
                      <a:pt x="3465" y="30686"/>
                      <a:pt x="4342" y="30778"/>
                      <a:pt x="5107" y="30778"/>
                    </a:cubicBezTo>
                    <a:cubicBezTo>
                      <a:pt x="6011" y="30778"/>
                      <a:pt x="6759" y="30649"/>
                      <a:pt x="7268" y="30534"/>
                    </a:cubicBezTo>
                    <a:cubicBezTo>
                      <a:pt x="7378" y="24911"/>
                      <a:pt x="7253" y="18856"/>
                      <a:pt x="6798" y="12418"/>
                    </a:cubicBezTo>
                    <a:cubicBezTo>
                      <a:pt x="6497" y="8205"/>
                      <a:pt x="6079" y="4190"/>
                      <a:pt x="5580" y="373"/>
                    </a:cubicBezTo>
                    <a:cubicBezTo>
                      <a:pt x="5180" y="199"/>
                      <a:pt x="4623" y="1"/>
                      <a:pt x="41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869;p71">
                <a:extLst>
                  <a:ext uri="{FF2B5EF4-FFF2-40B4-BE49-F238E27FC236}">
                    <a16:creationId xmlns:a16="http://schemas.microsoft.com/office/drawing/2014/main" id="{805F530D-CCA9-4E4E-A069-19340D190AFC}"/>
                  </a:ext>
                </a:extLst>
              </p:cNvPr>
              <p:cNvSpPr/>
              <p:nvPr/>
            </p:nvSpPr>
            <p:spPr>
              <a:xfrm>
                <a:off x="1140425" y="3258950"/>
                <a:ext cx="184450" cy="769400"/>
              </a:xfrm>
              <a:custGeom>
                <a:avLst/>
                <a:gdLst/>
                <a:ahLst/>
                <a:cxnLst/>
                <a:rect l="l" t="t" r="r" b="b"/>
                <a:pathLst>
                  <a:path w="7378" h="30776" extrusionOk="0">
                    <a:moveTo>
                      <a:pt x="4102" y="1"/>
                    </a:moveTo>
                    <a:cubicBezTo>
                      <a:pt x="3810" y="1"/>
                      <a:pt x="3528" y="62"/>
                      <a:pt x="3289" y="223"/>
                    </a:cubicBezTo>
                    <a:cubicBezTo>
                      <a:pt x="2393" y="839"/>
                      <a:pt x="2599" y="2542"/>
                      <a:pt x="2672" y="3181"/>
                    </a:cubicBezTo>
                    <a:cubicBezTo>
                      <a:pt x="2672" y="3181"/>
                      <a:pt x="3083" y="6968"/>
                      <a:pt x="2694" y="18515"/>
                    </a:cubicBezTo>
                    <a:cubicBezTo>
                      <a:pt x="2613" y="21018"/>
                      <a:pt x="2107" y="24732"/>
                      <a:pt x="0" y="29275"/>
                    </a:cubicBezTo>
                    <a:cubicBezTo>
                      <a:pt x="609" y="29664"/>
                      <a:pt x="1461" y="30112"/>
                      <a:pt x="2533" y="30421"/>
                    </a:cubicBezTo>
                    <a:cubicBezTo>
                      <a:pt x="3463" y="30685"/>
                      <a:pt x="4335" y="30775"/>
                      <a:pt x="5098" y="30775"/>
                    </a:cubicBezTo>
                    <a:cubicBezTo>
                      <a:pt x="6009" y="30775"/>
                      <a:pt x="6763" y="30646"/>
                      <a:pt x="7274" y="30531"/>
                    </a:cubicBezTo>
                    <a:cubicBezTo>
                      <a:pt x="7377" y="24915"/>
                      <a:pt x="7260" y="18852"/>
                      <a:pt x="6797" y="12415"/>
                    </a:cubicBezTo>
                    <a:cubicBezTo>
                      <a:pt x="6504" y="8209"/>
                      <a:pt x="6085" y="4194"/>
                      <a:pt x="5579" y="377"/>
                    </a:cubicBezTo>
                    <a:cubicBezTo>
                      <a:pt x="5178" y="198"/>
                      <a:pt x="4624" y="1"/>
                      <a:pt x="41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2870;p71">
                <a:extLst>
                  <a:ext uri="{FF2B5EF4-FFF2-40B4-BE49-F238E27FC236}">
                    <a16:creationId xmlns:a16="http://schemas.microsoft.com/office/drawing/2014/main" id="{AF3A495C-E792-2843-BB3D-2314E7ADCA24}"/>
                  </a:ext>
                </a:extLst>
              </p:cNvPr>
              <p:cNvSpPr/>
              <p:nvPr/>
            </p:nvSpPr>
            <p:spPr>
              <a:xfrm>
                <a:off x="1012950" y="3426175"/>
                <a:ext cx="187125" cy="91275"/>
              </a:xfrm>
              <a:custGeom>
                <a:avLst/>
                <a:gdLst/>
                <a:ahLst/>
                <a:cxnLst/>
                <a:rect l="l" t="t" r="r" b="b"/>
                <a:pathLst>
                  <a:path w="7485" h="3651" extrusionOk="0">
                    <a:moveTo>
                      <a:pt x="5672" y="0"/>
                    </a:moveTo>
                    <a:cubicBezTo>
                      <a:pt x="5657" y="0"/>
                      <a:pt x="5642" y="8"/>
                      <a:pt x="5628" y="8"/>
                    </a:cubicBezTo>
                    <a:lnTo>
                      <a:pt x="5606" y="22"/>
                    </a:lnTo>
                    <a:cubicBezTo>
                      <a:pt x="5584" y="30"/>
                      <a:pt x="5562" y="45"/>
                      <a:pt x="5540" y="59"/>
                    </a:cubicBezTo>
                    <a:cubicBezTo>
                      <a:pt x="5532" y="67"/>
                      <a:pt x="5518" y="81"/>
                      <a:pt x="5503" y="89"/>
                    </a:cubicBezTo>
                    <a:cubicBezTo>
                      <a:pt x="5481" y="103"/>
                      <a:pt x="5466" y="118"/>
                      <a:pt x="5444" y="133"/>
                    </a:cubicBezTo>
                    <a:cubicBezTo>
                      <a:pt x="5430" y="147"/>
                      <a:pt x="5407" y="162"/>
                      <a:pt x="5393" y="177"/>
                    </a:cubicBezTo>
                    <a:cubicBezTo>
                      <a:pt x="5378" y="191"/>
                      <a:pt x="5363" y="206"/>
                      <a:pt x="5349" y="221"/>
                    </a:cubicBezTo>
                    <a:cubicBezTo>
                      <a:pt x="5305" y="257"/>
                      <a:pt x="5253" y="301"/>
                      <a:pt x="5195" y="353"/>
                    </a:cubicBezTo>
                    <a:cubicBezTo>
                      <a:pt x="5180" y="375"/>
                      <a:pt x="5158" y="390"/>
                      <a:pt x="5136" y="404"/>
                    </a:cubicBezTo>
                    <a:cubicBezTo>
                      <a:pt x="5114" y="426"/>
                      <a:pt x="5085" y="456"/>
                      <a:pt x="5062" y="478"/>
                    </a:cubicBezTo>
                    <a:cubicBezTo>
                      <a:pt x="5033" y="500"/>
                      <a:pt x="5004" y="529"/>
                      <a:pt x="4967" y="558"/>
                    </a:cubicBezTo>
                    <a:cubicBezTo>
                      <a:pt x="4952" y="566"/>
                      <a:pt x="4938" y="580"/>
                      <a:pt x="4923" y="595"/>
                    </a:cubicBezTo>
                    <a:cubicBezTo>
                      <a:pt x="4886" y="624"/>
                      <a:pt x="4850" y="654"/>
                      <a:pt x="4813" y="690"/>
                    </a:cubicBezTo>
                    <a:cubicBezTo>
                      <a:pt x="4725" y="757"/>
                      <a:pt x="4637" y="830"/>
                      <a:pt x="4541" y="896"/>
                    </a:cubicBezTo>
                    <a:lnTo>
                      <a:pt x="4519" y="911"/>
                    </a:lnTo>
                    <a:cubicBezTo>
                      <a:pt x="4468" y="940"/>
                      <a:pt x="4424" y="977"/>
                      <a:pt x="4373" y="1006"/>
                    </a:cubicBezTo>
                    <a:cubicBezTo>
                      <a:pt x="4365" y="1013"/>
                      <a:pt x="4350" y="1021"/>
                      <a:pt x="4343" y="1028"/>
                    </a:cubicBezTo>
                    <a:cubicBezTo>
                      <a:pt x="4233" y="1094"/>
                      <a:pt x="4123" y="1153"/>
                      <a:pt x="4013" y="1212"/>
                    </a:cubicBezTo>
                    <a:lnTo>
                      <a:pt x="4020" y="1204"/>
                    </a:lnTo>
                    <a:lnTo>
                      <a:pt x="4020" y="1204"/>
                    </a:lnTo>
                    <a:cubicBezTo>
                      <a:pt x="3683" y="1373"/>
                      <a:pt x="3293" y="1483"/>
                      <a:pt x="2868" y="1483"/>
                    </a:cubicBezTo>
                    <a:cubicBezTo>
                      <a:pt x="1441" y="1476"/>
                      <a:pt x="524" y="224"/>
                      <a:pt x="267" y="224"/>
                    </a:cubicBezTo>
                    <a:cubicBezTo>
                      <a:pt x="246" y="224"/>
                      <a:pt x="230" y="233"/>
                      <a:pt x="218" y="250"/>
                    </a:cubicBezTo>
                    <a:cubicBezTo>
                      <a:pt x="0" y="562"/>
                      <a:pt x="1200" y="3650"/>
                      <a:pt x="3046" y="3650"/>
                    </a:cubicBezTo>
                    <a:cubicBezTo>
                      <a:pt x="3070" y="3650"/>
                      <a:pt x="3094" y="3650"/>
                      <a:pt x="3117" y="3649"/>
                    </a:cubicBezTo>
                    <a:cubicBezTo>
                      <a:pt x="4057" y="3612"/>
                      <a:pt x="4769" y="2797"/>
                      <a:pt x="5217" y="1946"/>
                    </a:cubicBezTo>
                    <a:cubicBezTo>
                      <a:pt x="5312" y="1821"/>
                      <a:pt x="5385" y="1711"/>
                      <a:pt x="5437" y="1630"/>
                    </a:cubicBezTo>
                    <a:cubicBezTo>
                      <a:pt x="6119" y="1689"/>
                      <a:pt x="6802" y="1747"/>
                      <a:pt x="7485" y="1814"/>
                    </a:cubicBezTo>
                    <a:cubicBezTo>
                      <a:pt x="7301" y="1505"/>
                      <a:pt x="7066" y="1175"/>
                      <a:pt x="6765" y="859"/>
                    </a:cubicBezTo>
                    <a:cubicBezTo>
                      <a:pt x="6413" y="514"/>
                      <a:pt x="6068" y="287"/>
                      <a:pt x="5767" y="133"/>
                    </a:cubicBezTo>
                    <a:cubicBezTo>
                      <a:pt x="5760" y="111"/>
                      <a:pt x="5760" y="89"/>
                      <a:pt x="5752" y="74"/>
                    </a:cubicBezTo>
                    <a:lnTo>
                      <a:pt x="5752" y="67"/>
                    </a:lnTo>
                    <a:cubicBezTo>
                      <a:pt x="5745" y="52"/>
                      <a:pt x="5738" y="45"/>
                      <a:pt x="5738" y="37"/>
                    </a:cubicBezTo>
                    <a:lnTo>
                      <a:pt x="5730" y="22"/>
                    </a:lnTo>
                    <a:cubicBezTo>
                      <a:pt x="5716" y="8"/>
                      <a:pt x="5701" y="0"/>
                      <a:pt x="56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2871;p71">
                <a:extLst>
                  <a:ext uri="{FF2B5EF4-FFF2-40B4-BE49-F238E27FC236}">
                    <a16:creationId xmlns:a16="http://schemas.microsoft.com/office/drawing/2014/main" id="{BC5823EB-6EB0-6D40-9B87-C91E05699B60}"/>
                  </a:ext>
                </a:extLst>
              </p:cNvPr>
              <p:cNvSpPr/>
              <p:nvPr/>
            </p:nvSpPr>
            <p:spPr>
              <a:xfrm>
                <a:off x="595225" y="3426175"/>
                <a:ext cx="187125" cy="91275"/>
              </a:xfrm>
              <a:custGeom>
                <a:avLst/>
                <a:gdLst/>
                <a:ahLst/>
                <a:cxnLst/>
                <a:rect l="l" t="t" r="r" b="b"/>
                <a:pathLst>
                  <a:path w="7485" h="3651" extrusionOk="0">
                    <a:moveTo>
                      <a:pt x="1799" y="0"/>
                    </a:moveTo>
                    <a:cubicBezTo>
                      <a:pt x="1784" y="0"/>
                      <a:pt x="1769" y="8"/>
                      <a:pt x="1755" y="22"/>
                    </a:cubicBezTo>
                    <a:lnTo>
                      <a:pt x="1747" y="37"/>
                    </a:lnTo>
                    <a:cubicBezTo>
                      <a:pt x="1747" y="45"/>
                      <a:pt x="1740" y="52"/>
                      <a:pt x="1733" y="67"/>
                    </a:cubicBezTo>
                    <a:lnTo>
                      <a:pt x="1733" y="74"/>
                    </a:lnTo>
                    <a:cubicBezTo>
                      <a:pt x="1725" y="89"/>
                      <a:pt x="1725" y="111"/>
                      <a:pt x="1718" y="133"/>
                    </a:cubicBezTo>
                    <a:cubicBezTo>
                      <a:pt x="1417" y="287"/>
                      <a:pt x="1072" y="514"/>
                      <a:pt x="720" y="859"/>
                    </a:cubicBezTo>
                    <a:cubicBezTo>
                      <a:pt x="419" y="1175"/>
                      <a:pt x="184" y="1505"/>
                      <a:pt x="0" y="1814"/>
                    </a:cubicBezTo>
                    <a:cubicBezTo>
                      <a:pt x="683" y="1747"/>
                      <a:pt x="1365" y="1689"/>
                      <a:pt x="2048" y="1630"/>
                    </a:cubicBezTo>
                    <a:cubicBezTo>
                      <a:pt x="2100" y="1711"/>
                      <a:pt x="2173" y="1821"/>
                      <a:pt x="2268" y="1946"/>
                    </a:cubicBezTo>
                    <a:cubicBezTo>
                      <a:pt x="2716" y="2797"/>
                      <a:pt x="3428" y="3612"/>
                      <a:pt x="4368" y="3649"/>
                    </a:cubicBezTo>
                    <a:cubicBezTo>
                      <a:pt x="4391" y="3650"/>
                      <a:pt x="4415" y="3650"/>
                      <a:pt x="4439" y="3650"/>
                    </a:cubicBezTo>
                    <a:cubicBezTo>
                      <a:pt x="6285" y="3650"/>
                      <a:pt x="7485" y="562"/>
                      <a:pt x="7267" y="250"/>
                    </a:cubicBezTo>
                    <a:cubicBezTo>
                      <a:pt x="7255" y="233"/>
                      <a:pt x="7239" y="224"/>
                      <a:pt x="7218" y="224"/>
                    </a:cubicBezTo>
                    <a:cubicBezTo>
                      <a:pt x="6961" y="224"/>
                      <a:pt x="6044" y="1476"/>
                      <a:pt x="4617" y="1483"/>
                    </a:cubicBezTo>
                    <a:cubicBezTo>
                      <a:pt x="4192" y="1483"/>
                      <a:pt x="3802" y="1373"/>
                      <a:pt x="3465" y="1204"/>
                    </a:cubicBezTo>
                    <a:lnTo>
                      <a:pt x="3465" y="1204"/>
                    </a:lnTo>
                    <a:lnTo>
                      <a:pt x="3472" y="1212"/>
                    </a:lnTo>
                    <a:cubicBezTo>
                      <a:pt x="3362" y="1153"/>
                      <a:pt x="3252" y="1094"/>
                      <a:pt x="3142" y="1028"/>
                    </a:cubicBezTo>
                    <a:cubicBezTo>
                      <a:pt x="3135" y="1021"/>
                      <a:pt x="3120" y="1013"/>
                      <a:pt x="3112" y="1006"/>
                    </a:cubicBezTo>
                    <a:cubicBezTo>
                      <a:pt x="3061" y="977"/>
                      <a:pt x="3017" y="940"/>
                      <a:pt x="2966" y="911"/>
                    </a:cubicBezTo>
                    <a:lnTo>
                      <a:pt x="2944" y="896"/>
                    </a:lnTo>
                    <a:cubicBezTo>
                      <a:pt x="2848" y="830"/>
                      <a:pt x="2760" y="757"/>
                      <a:pt x="2672" y="690"/>
                    </a:cubicBezTo>
                    <a:cubicBezTo>
                      <a:pt x="2635" y="654"/>
                      <a:pt x="2599" y="624"/>
                      <a:pt x="2562" y="595"/>
                    </a:cubicBezTo>
                    <a:cubicBezTo>
                      <a:pt x="2547" y="580"/>
                      <a:pt x="2533" y="566"/>
                      <a:pt x="2518" y="558"/>
                    </a:cubicBezTo>
                    <a:cubicBezTo>
                      <a:pt x="2481" y="529"/>
                      <a:pt x="2452" y="500"/>
                      <a:pt x="2422" y="478"/>
                    </a:cubicBezTo>
                    <a:cubicBezTo>
                      <a:pt x="2400" y="456"/>
                      <a:pt x="2371" y="426"/>
                      <a:pt x="2349" y="404"/>
                    </a:cubicBezTo>
                    <a:cubicBezTo>
                      <a:pt x="2327" y="390"/>
                      <a:pt x="2305" y="375"/>
                      <a:pt x="2290" y="353"/>
                    </a:cubicBezTo>
                    <a:cubicBezTo>
                      <a:pt x="2232" y="301"/>
                      <a:pt x="2180" y="257"/>
                      <a:pt x="2136" y="221"/>
                    </a:cubicBezTo>
                    <a:cubicBezTo>
                      <a:pt x="2122" y="206"/>
                      <a:pt x="2107" y="191"/>
                      <a:pt x="2092" y="177"/>
                    </a:cubicBezTo>
                    <a:cubicBezTo>
                      <a:pt x="2070" y="162"/>
                      <a:pt x="2055" y="147"/>
                      <a:pt x="2041" y="133"/>
                    </a:cubicBezTo>
                    <a:cubicBezTo>
                      <a:pt x="2019" y="118"/>
                      <a:pt x="2004" y="103"/>
                      <a:pt x="1982" y="89"/>
                    </a:cubicBezTo>
                    <a:cubicBezTo>
                      <a:pt x="1967" y="81"/>
                      <a:pt x="1953" y="67"/>
                      <a:pt x="1945" y="59"/>
                    </a:cubicBezTo>
                    <a:cubicBezTo>
                      <a:pt x="1923" y="45"/>
                      <a:pt x="1901" y="30"/>
                      <a:pt x="1879" y="22"/>
                    </a:cubicBezTo>
                    <a:lnTo>
                      <a:pt x="1857" y="8"/>
                    </a:lnTo>
                    <a:cubicBezTo>
                      <a:pt x="1843" y="8"/>
                      <a:pt x="1828" y="0"/>
                      <a:pt x="18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2872;p71">
                <a:extLst>
                  <a:ext uri="{FF2B5EF4-FFF2-40B4-BE49-F238E27FC236}">
                    <a16:creationId xmlns:a16="http://schemas.microsoft.com/office/drawing/2014/main" id="{8CA9BF49-D7C8-304B-8CAA-F738974464FE}"/>
                  </a:ext>
                </a:extLst>
              </p:cNvPr>
              <p:cNvSpPr/>
              <p:nvPr/>
            </p:nvSpPr>
            <p:spPr>
              <a:xfrm>
                <a:off x="481800" y="2832650"/>
                <a:ext cx="82067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32827" h="20659" extrusionOk="0">
                    <a:moveTo>
                      <a:pt x="15147" y="0"/>
                    </a:moveTo>
                    <a:cubicBezTo>
                      <a:pt x="13805" y="0"/>
                      <a:pt x="12258" y="320"/>
                      <a:pt x="10681" y="899"/>
                    </a:cubicBezTo>
                    <a:cubicBezTo>
                      <a:pt x="8420" y="1721"/>
                      <a:pt x="6101" y="3064"/>
                      <a:pt x="4214" y="4745"/>
                    </a:cubicBezTo>
                    <a:cubicBezTo>
                      <a:pt x="1733" y="6947"/>
                      <a:pt x="1" y="9722"/>
                      <a:pt x="162" y="12628"/>
                    </a:cubicBezTo>
                    <a:cubicBezTo>
                      <a:pt x="184" y="13003"/>
                      <a:pt x="236" y="13384"/>
                      <a:pt x="324" y="13766"/>
                    </a:cubicBezTo>
                    <a:cubicBezTo>
                      <a:pt x="786" y="15777"/>
                      <a:pt x="2746" y="17187"/>
                      <a:pt x="4816" y="18185"/>
                    </a:cubicBezTo>
                    <a:cubicBezTo>
                      <a:pt x="6218" y="18860"/>
                      <a:pt x="7664" y="19352"/>
                      <a:pt x="8736" y="19719"/>
                    </a:cubicBezTo>
                    <a:cubicBezTo>
                      <a:pt x="10918" y="20470"/>
                      <a:pt x="12894" y="20659"/>
                      <a:pt x="15741" y="20659"/>
                    </a:cubicBezTo>
                    <a:cubicBezTo>
                      <a:pt x="16954" y="20659"/>
                      <a:pt x="18325" y="20625"/>
                      <a:pt x="19937" y="20585"/>
                    </a:cubicBezTo>
                    <a:cubicBezTo>
                      <a:pt x="21420" y="20548"/>
                      <a:pt x="23923" y="20424"/>
                      <a:pt x="26367" y="19558"/>
                    </a:cubicBezTo>
                    <a:cubicBezTo>
                      <a:pt x="26815" y="19396"/>
                      <a:pt x="27270" y="19205"/>
                      <a:pt x="27710" y="18992"/>
                    </a:cubicBezTo>
                    <a:cubicBezTo>
                      <a:pt x="29127" y="18295"/>
                      <a:pt x="30008" y="17495"/>
                      <a:pt x="30375" y="17165"/>
                    </a:cubicBezTo>
                    <a:cubicBezTo>
                      <a:pt x="31924" y="15755"/>
                      <a:pt x="32614" y="14449"/>
                      <a:pt x="32768" y="12738"/>
                    </a:cubicBezTo>
                    <a:cubicBezTo>
                      <a:pt x="32827" y="12144"/>
                      <a:pt x="32819" y="11505"/>
                      <a:pt x="32761" y="10786"/>
                    </a:cubicBezTo>
                    <a:cubicBezTo>
                      <a:pt x="32239" y="7204"/>
                      <a:pt x="29274" y="4488"/>
                      <a:pt x="25685" y="2682"/>
                    </a:cubicBezTo>
                    <a:cubicBezTo>
                      <a:pt x="24473" y="2073"/>
                      <a:pt x="23189" y="1559"/>
                      <a:pt x="21904" y="1155"/>
                    </a:cubicBezTo>
                    <a:cubicBezTo>
                      <a:pt x="19666" y="458"/>
                      <a:pt x="17427" y="69"/>
                      <a:pt x="15555" y="10"/>
                    </a:cubicBezTo>
                    <a:cubicBezTo>
                      <a:pt x="15421" y="4"/>
                      <a:pt x="15285" y="0"/>
                      <a:pt x="151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2873;p71">
                <a:extLst>
                  <a:ext uri="{FF2B5EF4-FFF2-40B4-BE49-F238E27FC236}">
                    <a16:creationId xmlns:a16="http://schemas.microsoft.com/office/drawing/2014/main" id="{77F74DD2-5CCD-2344-BC73-AA1F5A0BBB5D}"/>
                  </a:ext>
                </a:extLst>
              </p:cNvPr>
              <p:cNvSpPr/>
              <p:nvPr/>
            </p:nvSpPr>
            <p:spPr>
              <a:xfrm>
                <a:off x="485850" y="3148350"/>
                <a:ext cx="200" cy="2225"/>
              </a:xfrm>
              <a:custGeom>
                <a:avLst/>
                <a:gdLst/>
                <a:ahLst/>
                <a:cxnLst/>
                <a:rect l="l" t="t" r="r" b="b"/>
                <a:pathLst>
                  <a:path w="8" h="89" extrusionOk="0">
                    <a:moveTo>
                      <a:pt x="0" y="0"/>
                    </a:moveTo>
                    <a:lnTo>
                      <a:pt x="0" y="88"/>
                    </a:lnTo>
                    <a:lnTo>
                      <a:pt x="8" y="88"/>
                    </a:lnTo>
                    <a:cubicBezTo>
                      <a:pt x="8" y="59"/>
                      <a:pt x="8" y="30"/>
                      <a:pt x="0" y="0"/>
                    </a:cubicBezTo>
                    <a:close/>
                  </a:path>
                </a:pathLst>
              </a:custGeom>
              <a:solidFill>
                <a:srgbClr val="181B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2874;p71">
                <a:extLst>
                  <a:ext uri="{FF2B5EF4-FFF2-40B4-BE49-F238E27FC236}">
                    <a16:creationId xmlns:a16="http://schemas.microsoft.com/office/drawing/2014/main" id="{432527EB-A2D0-0F48-AD47-1A1E5B3B27E8}"/>
                  </a:ext>
                </a:extLst>
              </p:cNvPr>
              <p:cNvSpPr/>
              <p:nvPr/>
            </p:nvSpPr>
            <p:spPr>
              <a:xfrm>
                <a:off x="485850" y="3102275"/>
                <a:ext cx="130125" cy="48475"/>
              </a:xfrm>
              <a:custGeom>
                <a:avLst/>
                <a:gdLst/>
                <a:ahLst/>
                <a:cxnLst/>
                <a:rect l="l" t="t" r="r" b="b"/>
                <a:pathLst>
                  <a:path w="5205" h="1939" extrusionOk="0">
                    <a:moveTo>
                      <a:pt x="5197" y="1"/>
                    </a:moveTo>
                    <a:cubicBezTo>
                      <a:pt x="4661" y="339"/>
                      <a:pt x="4104" y="647"/>
                      <a:pt x="3524" y="911"/>
                    </a:cubicBezTo>
                    <a:cubicBezTo>
                      <a:pt x="2459" y="1396"/>
                      <a:pt x="1314" y="1755"/>
                      <a:pt x="169" y="1755"/>
                    </a:cubicBezTo>
                    <a:lnTo>
                      <a:pt x="162" y="1755"/>
                    </a:lnTo>
                    <a:cubicBezTo>
                      <a:pt x="110" y="1755"/>
                      <a:pt x="59" y="1755"/>
                      <a:pt x="8" y="1748"/>
                    </a:cubicBezTo>
                    <a:lnTo>
                      <a:pt x="0" y="1843"/>
                    </a:lnTo>
                    <a:cubicBezTo>
                      <a:pt x="8" y="1873"/>
                      <a:pt x="8" y="1902"/>
                      <a:pt x="8" y="1931"/>
                    </a:cubicBezTo>
                    <a:cubicBezTo>
                      <a:pt x="59" y="1939"/>
                      <a:pt x="110" y="1939"/>
                      <a:pt x="162" y="1939"/>
                    </a:cubicBezTo>
                    <a:cubicBezTo>
                      <a:pt x="1351" y="1939"/>
                      <a:pt x="2525" y="1564"/>
                      <a:pt x="3597" y="1073"/>
                    </a:cubicBezTo>
                    <a:cubicBezTo>
                      <a:pt x="4148" y="823"/>
                      <a:pt x="4683" y="537"/>
                      <a:pt x="5205" y="214"/>
                    </a:cubicBezTo>
                    <a:cubicBezTo>
                      <a:pt x="5197" y="140"/>
                      <a:pt x="5197" y="74"/>
                      <a:pt x="51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2875;p71">
                <a:extLst>
                  <a:ext uri="{FF2B5EF4-FFF2-40B4-BE49-F238E27FC236}">
                    <a16:creationId xmlns:a16="http://schemas.microsoft.com/office/drawing/2014/main" id="{1AAFF7C5-256C-A24F-A3BC-88C78249AFBE}"/>
                  </a:ext>
                </a:extLst>
              </p:cNvPr>
              <p:cNvSpPr/>
              <p:nvPr/>
            </p:nvSpPr>
            <p:spPr>
              <a:xfrm>
                <a:off x="748825" y="2852900"/>
                <a:ext cx="2225" cy="2225"/>
              </a:xfrm>
              <a:custGeom>
                <a:avLst/>
                <a:gdLst/>
                <a:ahLst/>
                <a:cxnLst/>
                <a:rect l="l" t="t" r="r" b="b"/>
                <a:pathLst>
                  <a:path w="89" h="89" extrusionOk="0">
                    <a:moveTo>
                      <a:pt x="0" y="0"/>
                    </a:moveTo>
                    <a:lnTo>
                      <a:pt x="0" y="89"/>
                    </a:lnTo>
                    <a:cubicBezTo>
                      <a:pt x="29" y="81"/>
                      <a:pt x="59" y="67"/>
                      <a:pt x="88" y="59"/>
                    </a:cubicBezTo>
                    <a:lnTo>
                      <a:pt x="81" y="45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181B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2876;p71">
                <a:extLst>
                  <a:ext uri="{FF2B5EF4-FFF2-40B4-BE49-F238E27FC236}">
                    <a16:creationId xmlns:a16="http://schemas.microsoft.com/office/drawing/2014/main" id="{98B783CC-FF99-CE4D-826D-5AEB62DEF76F}"/>
                  </a:ext>
                </a:extLst>
              </p:cNvPr>
              <p:cNvSpPr/>
              <p:nvPr/>
            </p:nvSpPr>
            <p:spPr>
              <a:xfrm>
                <a:off x="746800" y="2854375"/>
                <a:ext cx="15800" cy="51775"/>
              </a:xfrm>
              <a:custGeom>
                <a:avLst/>
                <a:gdLst/>
                <a:ahLst/>
                <a:cxnLst/>
                <a:rect l="l" t="t" r="r" b="b"/>
                <a:pathLst>
                  <a:path w="632" h="2071" extrusionOk="0">
                    <a:moveTo>
                      <a:pt x="169" y="0"/>
                    </a:moveTo>
                    <a:cubicBezTo>
                      <a:pt x="140" y="8"/>
                      <a:pt x="110" y="22"/>
                      <a:pt x="81" y="30"/>
                    </a:cubicBezTo>
                    <a:lnTo>
                      <a:pt x="0" y="74"/>
                    </a:lnTo>
                    <a:cubicBezTo>
                      <a:pt x="294" y="646"/>
                      <a:pt x="448" y="1307"/>
                      <a:pt x="448" y="1953"/>
                    </a:cubicBezTo>
                    <a:cubicBezTo>
                      <a:pt x="448" y="1982"/>
                      <a:pt x="448" y="2019"/>
                      <a:pt x="448" y="2055"/>
                    </a:cubicBezTo>
                    <a:cubicBezTo>
                      <a:pt x="448" y="2055"/>
                      <a:pt x="448" y="2063"/>
                      <a:pt x="448" y="2070"/>
                    </a:cubicBezTo>
                    <a:cubicBezTo>
                      <a:pt x="507" y="2041"/>
                      <a:pt x="573" y="2011"/>
                      <a:pt x="632" y="1989"/>
                    </a:cubicBezTo>
                    <a:cubicBezTo>
                      <a:pt x="632" y="1975"/>
                      <a:pt x="632" y="1960"/>
                      <a:pt x="632" y="1953"/>
                    </a:cubicBezTo>
                    <a:cubicBezTo>
                      <a:pt x="632" y="1277"/>
                      <a:pt x="470" y="595"/>
                      <a:pt x="1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2877;p71">
                <a:extLst>
                  <a:ext uri="{FF2B5EF4-FFF2-40B4-BE49-F238E27FC236}">
                    <a16:creationId xmlns:a16="http://schemas.microsoft.com/office/drawing/2014/main" id="{8AB1FE6F-A648-BA4C-8E76-70452E6C0B05}"/>
                  </a:ext>
                </a:extLst>
              </p:cNvPr>
              <p:cNvSpPr/>
              <p:nvPr/>
            </p:nvSpPr>
            <p:spPr>
              <a:xfrm>
                <a:off x="584750" y="2860800"/>
                <a:ext cx="444675" cy="92325"/>
              </a:xfrm>
              <a:custGeom>
                <a:avLst/>
                <a:gdLst/>
                <a:ahLst/>
                <a:cxnLst/>
                <a:rect l="l" t="t" r="r" b="b"/>
                <a:pathLst>
                  <a:path w="17787" h="3693" extrusionOk="0">
                    <a:moveTo>
                      <a:pt x="17698" y="0"/>
                    </a:moveTo>
                    <a:cubicBezTo>
                      <a:pt x="17698" y="0"/>
                      <a:pt x="17698" y="7"/>
                      <a:pt x="17698" y="7"/>
                    </a:cubicBezTo>
                    <a:cubicBezTo>
                      <a:pt x="17728" y="15"/>
                      <a:pt x="17757" y="22"/>
                      <a:pt x="17786" y="29"/>
                    </a:cubicBezTo>
                    <a:lnTo>
                      <a:pt x="17698" y="0"/>
                    </a:lnTo>
                    <a:close/>
                    <a:moveTo>
                      <a:pt x="96" y="3619"/>
                    </a:moveTo>
                    <a:lnTo>
                      <a:pt x="1" y="3634"/>
                    </a:lnTo>
                    <a:cubicBezTo>
                      <a:pt x="8" y="3656"/>
                      <a:pt x="8" y="3670"/>
                      <a:pt x="15" y="3692"/>
                    </a:cubicBezTo>
                    <a:cubicBezTo>
                      <a:pt x="38" y="3663"/>
                      <a:pt x="67" y="3641"/>
                      <a:pt x="96" y="3619"/>
                    </a:cubicBezTo>
                    <a:close/>
                  </a:path>
                </a:pathLst>
              </a:custGeom>
              <a:solidFill>
                <a:srgbClr val="181B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2878;p71">
                <a:extLst>
                  <a:ext uri="{FF2B5EF4-FFF2-40B4-BE49-F238E27FC236}">
                    <a16:creationId xmlns:a16="http://schemas.microsoft.com/office/drawing/2014/main" id="{EC286F17-306C-AE4F-AEF5-FFF95C4A56CC}"/>
                  </a:ext>
                </a:extLst>
              </p:cNvPr>
              <p:cNvSpPr/>
              <p:nvPr/>
            </p:nvSpPr>
            <p:spPr>
              <a:xfrm>
                <a:off x="585125" y="2860975"/>
                <a:ext cx="446500" cy="192350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7694" extrusionOk="0">
                    <a:moveTo>
                      <a:pt x="17683" y="0"/>
                    </a:moveTo>
                    <a:cubicBezTo>
                      <a:pt x="17470" y="573"/>
                      <a:pt x="17213" y="1124"/>
                      <a:pt x="16913" y="1659"/>
                    </a:cubicBezTo>
                    <a:cubicBezTo>
                      <a:pt x="16964" y="1681"/>
                      <a:pt x="17023" y="1711"/>
                      <a:pt x="17074" y="1740"/>
                    </a:cubicBezTo>
                    <a:cubicBezTo>
                      <a:pt x="17382" y="1204"/>
                      <a:pt x="17647" y="639"/>
                      <a:pt x="17859" y="59"/>
                    </a:cubicBezTo>
                    <a:lnTo>
                      <a:pt x="17771" y="22"/>
                    </a:lnTo>
                    <a:cubicBezTo>
                      <a:pt x="17742" y="15"/>
                      <a:pt x="17713" y="8"/>
                      <a:pt x="17683" y="0"/>
                    </a:cubicBezTo>
                    <a:close/>
                    <a:moveTo>
                      <a:pt x="169" y="3597"/>
                    </a:moveTo>
                    <a:lnTo>
                      <a:pt x="81" y="3612"/>
                    </a:lnTo>
                    <a:cubicBezTo>
                      <a:pt x="52" y="3634"/>
                      <a:pt x="23" y="3656"/>
                      <a:pt x="0" y="3685"/>
                    </a:cubicBezTo>
                    <a:cubicBezTo>
                      <a:pt x="0" y="3685"/>
                      <a:pt x="0" y="3693"/>
                      <a:pt x="0" y="3700"/>
                    </a:cubicBezTo>
                    <a:cubicBezTo>
                      <a:pt x="272" y="5256"/>
                      <a:pt x="1116" y="6746"/>
                      <a:pt x="2357" y="7693"/>
                    </a:cubicBezTo>
                    <a:cubicBezTo>
                      <a:pt x="2415" y="7642"/>
                      <a:pt x="2467" y="7605"/>
                      <a:pt x="2511" y="7576"/>
                    </a:cubicBezTo>
                    <a:cubicBezTo>
                      <a:pt x="1285" y="6665"/>
                      <a:pt x="441" y="5197"/>
                      <a:pt x="184" y="3671"/>
                    </a:cubicBezTo>
                    <a:cubicBezTo>
                      <a:pt x="177" y="3641"/>
                      <a:pt x="169" y="3619"/>
                      <a:pt x="169" y="359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2879;p71">
                <a:extLst>
                  <a:ext uri="{FF2B5EF4-FFF2-40B4-BE49-F238E27FC236}">
                    <a16:creationId xmlns:a16="http://schemas.microsoft.com/office/drawing/2014/main" id="{E6B34FC0-B451-7545-858B-EE3368970ED7}"/>
                  </a:ext>
                </a:extLst>
              </p:cNvPr>
              <p:cNvSpPr/>
              <p:nvPr/>
            </p:nvSpPr>
            <p:spPr>
              <a:xfrm>
                <a:off x="1138775" y="3321575"/>
                <a:ext cx="2225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89" h="45" extrusionOk="0">
                    <a:moveTo>
                      <a:pt x="88" y="1"/>
                    </a:moveTo>
                    <a:lnTo>
                      <a:pt x="88" y="1"/>
                    </a:lnTo>
                    <a:cubicBezTo>
                      <a:pt x="59" y="8"/>
                      <a:pt x="29" y="23"/>
                      <a:pt x="0" y="30"/>
                    </a:cubicBezTo>
                    <a:cubicBezTo>
                      <a:pt x="0" y="30"/>
                      <a:pt x="0" y="37"/>
                      <a:pt x="7" y="45"/>
                    </a:cubicBezTo>
                    <a:lnTo>
                      <a:pt x="88" y="1"/>
                    </a:lnTo>
                    <a:close/>
                  </a:path>
                </a:pathLst>
              </a:custGeom>
              <a:solidFill>
                <a:srgbClr val="181B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2880;p71">
                <a:extLst>
                  <a:ext uri="{FF2B5EF4-FFF2-40B4-BE49-F238E27FC236}">
                    <a16:creationId xmlns:a16="http://schemas.microsoft.com/office/drawing/2014/main" id="{D5C2ED5B-DAB6-7E44-B5CA-51F1405EF720}"/>
                  </a:ext>
                </a:extLst>
              </p:cNvPr>
              <p:cNvSpPr/>
              <p:nvPr/>
            </p:nvSpPr>
            <p:spPr>
              <a:xfrm>
                <a:off x="602200" y="3287250"/>
                <a:ext cx="2225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89" h="53" extrusionOk="0">
                    <a:moveTo>
                      <a:pt x="0" y="1"/>
                    </a:moveTo>
                    <a:lnTo>
                      <a:pt x="81" y="52"/>
                    </a:lnTo>
                    <a:cubicBezTo>
                      <a:pt x="81" y="45"/>
                      <a:pt x="81" y="45"/>
                      <a:pt x="88" y="38"/>
                    </a:cubicBezTo>
                    <a:cubicBezTo>
                      <a:pt x="59" y="23"/>
                      <a:pt x="29" y="16"/>
                      <a:pt x="0" y="1"/>
                    </a:cubicBezTo>
                    <a:close/>
                  </a:path>
                </a:pathLst>
              </a:custGeom>
              <a:solidFill>
                <a:srgbClr val="8539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2881;p71">
                <a:extLst>
                  <a:ext uri="{FF2B5EF4-FFF2-40B4-BE49-F238E27FC236}">
                    <a16:creationId xmlns:a16="http://schemas.microsoft.com/office/drawing/2014/main" id="{E97E2609-6496-A842-B49D-F78422CC430E}"/>
                  </a:ext>
                </a:extLst>
              </p:cNvPr>
              <p:cNvSpPr/>
              <p:nvPr/>
            </p:nvSpPr>
            <p:spPr>
              <a:xfrm>
                <a:off x="600350" y="3268175"/>
                <a:ext cx="542650" cy="57450"/>
              </a:xfrm>
              <a:custGeom>
                <a:avLst/>
                <a:gdLst/>
                <a:ahLst/>
                <a:cxnLst/>
                <a:rect l="l" t="t" r="r" b="b"/>
                <a:pathLst>
                  <a:path w="21706" h="2298" extrusionOk="0">
                    <a:moveTo>
                      <a:pt x="515" y="1"/>
                    </a:moveTo>
                    <a:cubicBezTo>
                      <a:pt x="331" y="235"/>
                      <a:pt x="162" y="470"/>
                      <a:pt x="1" y="713"/>
                    </a:cubicBezTo>
                    <a:lnTo>
                      <a:pt x="74" y="764"/>
                    </a:lnTo>
                    <a:cubicBezTo>
                      <a:pt x="103" y="779"/>
                      <a:pt x="133" y="786"/>
                      <a:pt x="162" y="801"/>
                    </a:cubicBezTo>
                    <a:cubicBezTo>
                      <a:pt x="316" y="566"/>
                      <a:pt x="485" y="338"/>
                      <a:pt x="654" y="111"/>
                    </a:cubicBezTo>
                    <a:cubicBezTo>
                      <a:pt x="610" y="74"/>
                      <a:pt x="559" y="37"/>
                      <a:pt x="515" y="1"/>
                    </a:cubicBezTo>
                    <a:close/>
                    <a:moveTo>
                      <a:pt x="20715" y="683"/>
                    </a:moveTo>
                    <a:cubicBezTo>
                      <a:pt x="20649" y="705"/>
                      <a:pt x="20583" y="727"/>
                      <a:pt x="20517" y="742"/>
                    </a:cubicBezTo>
                    <a:cubicBezTo>
                      <a:pt x="20921" y="1168"/>
                      <a:pt x="21266" y="1645"/>
                      <a:pt x="21537" y="2166"/>
                    </a:cubicBezTo>
                    <a:cubicBezTo>
                      <a:pt x="21566" y="2159"/>
                      <a:pt x="21596" y="2144"/>
                      <a:pt x="21625" y="2137"/>
                    </a:cubicBezTo>
                    <a:lnTo>
                      <a:pt x="21706" y="2092"/>
                    </a:lnTo>
                    <a:cubicBezTo>
                      <a:pt x="21442" y="1586"/>
                      <a:pt x="21104" y="1109"/>
                      <a:pt x="20715" y="683"/>
                    </a:cubicBezTo>
                    <a:close/>
                    <a:moveTo>
                      <a:pt x="12244" y="1138"/>
                    </a:moveTo>
                    <a:cubicBezTo>
                      <a:pt x="12237" y="1263"/>
                      <a:pt x="12222" y="1395"/>
                      <a:pt x="12193" y="1520"/>
                    </a:cubicBezTo>
                    <a:lnTo>
                      <a:pt x="12053" y="2298"/>
                    </a:lnTo>
                    <a:lnTo>
                      <a:pt x="12053" y="2298"/>
                    </a:lnTo>
                    <a:lnTo>
                      <a:pt x="12369" y="1579"/>
                    </a:lnTo>
                    <a:cubicBezTo>
                      <a:pt x="12420" y="1469"/>
                      <a:pt x="12472" y="1366"/>
                      <a:pt x="12531" y="1263"/>
                    </a:cubicBezTo>
                    <a:cubicBezTo>
                      <a:pt x="12435" y="1226"/>
                      <a:pt x="12340" y="1182"/>
                      <a:pt x="12244" y="113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2882;p71">
                <a:extLst>
                  <a:ext uri="{FF2B5EF4-FFF2-40B4-BE49-F238E27FC236}">
                    <a16:creationId xmlns:a16="http://schemas.microsoft.com/office/drawing/2014/main" id="{40F75848-1D20-DE47-B854-B51D2ABB7980}"/>
                  </a:ext>
                </a:extLst>
              </p:cNvPr>
              <p:cNvSpPr/>
              <p:nvPr/>
            </p:nvSpPr>
            <p:spPr>
              <a:xfrm>
                <a:off x="1121700" y="2896950"/>
                <a:ext cx="182625" cy="259125"/>
              </a:xfrm>
              <a:custGeom>
                <a:avLst/>
                <a:gdLst/>
                <a:ahLst/>
                <a:cxnLst/>
                <a:rect l="l" t="t" r="r" b="b"/>
                <a:pathLst>
                  <a:path w="7305" h="10365" extrusionOk="0">
                    <a:moveTo>
                      <a:pt x="81" y="0"/>
                    </a:moveTo>
                    <a:lnTo>
                      <a:pt x="30" y="37"/>
                    </a:lnTo>
                    <a:cubicBezTo>
                      <a:pt x="23" y="52"/>
                      <a:pt x="15" y="59"/>
                      <a:pt x="0" y="66"/>
                    </a:cubicBezTo>
                    <a:cubicBezTo>
                      <a:pt x="30" y="81"/>
                      <a:pt x="59" y="96"/>
                      <a:pt x="89" y="110"/>
                    </a:cubicBezTo>
                    <a:cubicBezTo>
                      <a:pt x="3678" y="1916"/>
                      <a:pt x="6643" y="4632"/>
                      <a:pt x="7165" y="8214"/>
                    </a:cubicBezTo>
                    <a:cubicBezTo>
                      <a:pt x="7223" y="8933"/>
                      <a:pt x="7231" y="9572"/>
                      <a:pt x="7172" y="10166"/>
                    </a:cubicBezTo>
                    <a:cubicBezTo>
                      <a:pt x="7172" y="10203"/>
                      <a:pt x="7165" y="10247"/>
                      <a:pt x="7165" y="10284"/>
                    </a:cubicBezTo>
                    <a:lnTo>
                      <a:pt x="7245" y="10365"/>
                    </a:lnTo>
                    <a:lnTo>
                      <a:pt x="7267" y="10174"/>
                    </a:lnTo>
                    <a:cubicBezTo>
                      <a:pt x="7289" y="9902"/>
                      <a:pt x="7304" y="9616"/>
                      <a:pt x="7304" y="9315"/>
                    </a:cubicBezTo>
                    <a:cubicBezTo>
                      <a:pt x="7304" y="8970"/>
                      <a:pt x="7282" y="8596"/>
                      <a:pt x="7253" y="8207"/>
                    </a:cubicBezTo>
                    <a:cubicBezTo>
                      <a:pt x="6988" y="6386"/>
                      <a:pt x="6108" y="4793"/>
                      <a:pt x="4845" y="3435"/>
                    </a:cubicBezTo>
                    <a:cubicBezTo>
                      <a:pt x="3583" y="2070"/>
                      <a:pt x="1938" y="932"/>
                      <a:pt x="133" y="30"/>
                    </a:cubicBez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181B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2883;p71">
                <a:extLst>
                  <a:ext uri="{FF2B5EF4-FFF2-40B4-BE49-F238E27FC236}">
                    <a16:creationId xmlns:a16="http://schemas.microsoft.com/office/drawing/2014/main" id="{98D22E67-4AA2-964E-99CF-B7812DCC6F34}"/>
                  </a:ext>
                </a:extLst>
              </p:cNvPr>
              <p:cNvSpPr/>
              <p:nvPr/>
            </p:nvSpPr>
            <p:spPr>
              <a:xfrm>
                <a:off x="1065925" y="2898600"/>
                <a:ext cx="236550" cy="255450"/>
              </a:xfrm>
              <a:custGeom>
                <a:avLst/>
                <a:gdLst/>
                <a:ahLst/>
                <a:cxnLst/>
                <a:rect l="l" t="t" r="r" b="b"/>
                <a:pathLst>
                  <a:path w="9462" h="10218" extrusionOk="0">
                    <a:moveTo>
                      <a:pt x="2231" y="0"/>
                    </a:moveTo>
                    <a:cubicBezTo>
                      <a:pt x="1299" y="771"/>
                      <a:pt x="507" y="1718"/>
                      <a:pt x="0" y="2753"/>
                    </a:cubicBezTo>
                    <a:cubicBezTo>
                      <a:pt x="15" y="2760"/>
                      <a:pt x="37" y="2767"/>
                      <a:pt x="59" y="2775"/>
                    </a:cubicBezTo>
                    <a:lnTo>
                      <a:pt x="198" y="2723"/>
                    </a:lnTo>
                    <a:cubicBezTo>
                      <a:pt x="198" y="2723"/>
                      <a:pt x="198" y="2731"/>
                      <a:pt x="206" y="2745"/>
                    </a:cubicBezTo>
                    <a:cubicBezTo>
                      <a:pt x="697" y="1784"/>
                      <a:pt x="1453" y="888"/>
                      <a:pt x="2334" y="154"/>
                    </a:cubicBezTo>
                    <a:cubicBezTo>
                      <a:pt x="4103" y="1050"/>
                      <a:pt x="5711" y="2166"/>
                      <a:pt x="6944" y="3494"/>
                    </a:cubicBezTo>
                    <a:cubicBezTo>
                      <a:pt x="8184" y="4837"/>
                      <a:pt x="9043" y="6394"/>
                      <a:pt x="9300" y="8163"/>
                    </a:cubicBezTo>
                    <a:cubicBezTo>
                      <a:pt x="9330" y="8544"/>
                      <a:pt x="9352" y="8904"/>
                      <a:pt x="9352" y="9249"/>
                    </a:cubicBezTo>
                    <a:cubicBezTo>
                      <a:pt x="9352" y="9476"/>
                      <a:pt x="9344" y="9697"/>
                      <a:pt x="9330" y="9902"/>
                    </a:cubicBezTo>
                    <a:cubicBezTo>
                      <a:pt x="8669" y="9271"/>
                      <a:pt x="8038" y="8544"/>
                      <a:pt x="7216" y="8089"/>
                    </a:cubicBezTo>
                    <a:cubicBezTo>
                      <a:pt x="6173" y="7517"/>
                      <a:pt x="4991" y="7480"/>
                      <a:pt x="3810" y="7480"/>
                    </a:cubicBezTo>
                    <a:lnTo>
                      <a:pt x="3127" y="7480"/>
                    </a:lnTo>
                    <a:cubicBezTo>
                      <a:pt x="3149" y="7539"/>
                      <a:pt x="3164" y="7597"/>
                      <a:pt x="3186" y="7663"/>
                    </a:cubicBezTo>
                    <a:lnTo>
                      <a:pt x="3824" y="7663"/>
                    </a:lnTo>
                    <a:cubicBezTo>
                      <a:pt x="4999" y="7663"/>
                      <a:pt x="6137" y="7707"/>
                      <a:pt x="7127" y="8251"/>
                    </a:cubicBezTo>
                    <a:cubicBezTo>
                      <a:pt x="7964" y="8713"/>
                      <a:pt x="8618" y="9491"/>
                      <a:pt x="9344" y="10166"/>
                    </a:cubicBezTo>
                    <a:lnTo>
                      <a:pt x="9396" y="10218"/>
                    </a:lnTo>
                    <a:cubicBezTo>
                      <a:pt x="9396" y="10181"/>
                      <a:pt x="9403" y="10137"/>
                      <a:pt x="9403" y="10100"/>
                    </a:cubicBezTo>
                    <a:cubicBezTo>
                      <a:pt x="9462" y="9506"/>
                      <a:pt x="9454" y="8867"/>
                      <a:pt x="9396" y="8148"/>
                    </a:cubicBezTo>
                    <a:cubicBezTo>
                      <a:pt x="8874" y="4566"/>
                      <a:pt x="5909" y="1850"/>
                      <a:pt x="2320" y="44"/>
                    </a:cubicBezTo>
                    <a:cubicBezTo>
                      <a:pt x="2290" y="30"/>
                      <a:pt x="2261" y="15"/>
                      <a:pt x="22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2884;p71">
                <a:extLst>
                  <a:ext uri="{FF2B5EF4-FFF2-40B4-BE49-F238E27FC236}">
                    <a16:creationId xmlns:a16="http://schemas.microsoft.com/office/drawing/2014/main" id="{1E70385F-96D3-854D-A45E-449F12F55366}"/>
                  </a:ext>
                </a:extLst>
              </p:cNvPr>
              <p:cNvSpPr/>
              <p:nvPr/>
            </p:nvSpPr>
            <p:spPr>
              <a:xfrm>
                <a:off x="579425" y="2891175"/>
                <a:ext cx="604500" cy="416775"/>
              </a:xfrm>
              <a:custGeom>
                <a:avLst/>
                <a:gdLst/>
                <a:ahLst/>
                <a:cxnLst/>
                <a:rect l="l" t="t" r="r" b="b"/>
                <a:pathLst>
                  <a:path w="24180" h="16671" extrusionOk="0">
                    <a:moveTo>
                      <a:pt x="15246" y="1"/>
                    </a:moveTo>
                    <a:cubicBezTo>
                      <a:pt x="14610" y="1"/>
                      <a:pt x="13973" y="159"/>
                      <a:pt x="13412" y="532"/>
                    </a:cubicBezTo>
                    <a:cubicBezTo>
                      <a:pt x="12597" y="1068"/>
                      <a:pt x="12237" y="1868"/>
                      <a:pt x="12090" y="2272"/>
                    </a:cubicBezTo>
                    <a:cubicBezTo>
                      <a:pt x="11914" y="1787"/>
                      <a:pt x="11547" y="1017"/>
                      <a:pt x="10769" y="532"/>
                    </a:cubicBezTo>
                    <a:cubicBezTo>
                      <a:pt x="10271" y="219"/>
                      <a:pt x="9726" y="95"/>
                      <a:pt x="9181" y="95"/>
                    </a:cubicBezTo>
                    <a:cubicBezTo>
                      <a:pt x="8040" y="95"/>
                      <a:pt x="6902" y="642"/>
                      <a:pt x="6211" y="1149"/>
                    </a:cubicBezTo>
                    <a:cubicBezTo>
                      <a:pt x="5242" y="1861"/>
                      <a:pt x="4765" y="2764"/>
                      <a:pt x="4537" y="3285"/>
                    </a:cubicBezTo>
                    <a:cubicBezTo>
                      <a:pt x="4442" y="3314"/>
                      <a:pt x="3003" y="3828"/>
                      <a:pt x="2739" y="5149"/>
                    </a:cubicBezTo>
                    <a:cubicBezTo>
                      <a:pt x="2636" y="5626"/>
                      <a:pt x="2732" y="6052"/>
                      <a:pt x="2820" y="6309"/>
                    </a:cubicBezTo>
                    <a:cubicBezTo>
                      <a:pt x="2820" y="6309"/>
                      <a:pt x="904" y="7520"/>
                      <a:pt x="1608" y="9333"/>
                    </a:cubicBezTo>
                    <a:cubicBezTo>
                      <a:pt x="1608" y="9333"/>
                      <a:pt x="970" y="9854"/>
                      <a:pt x="493" y="10669"/>
                    </a:cubicBezTo>
                    <a:cubicBezTo>
                      <a:pt x="214" y="11146"/>
                      <a:pt x="1" y="11726"/>
                      <a:pt x="1" y="12357"/>
                    </a:cubicBezTo>
                    <a:cubicBezTo>
                      <a:pt x="1" y="13813"/>
                      <a:pt x="1165" y="16002"/>
                      <a:pt x="4249" y="16002"/>
                    </a:cubicBezTo>
                    <a:cubicBezTo>
                      <a:pt x="4789" y="16002"/>
                      <a:pt x="5388" y="15935"/>
                      <a:pt x="6049" y="15785"/>
                    </a:cubicBezTo>
                    <a:cubicBezTo>
                      <a:pt x="6049" y="15785"/>
                      <a:pt x="7366" y="16671"/>
                      <a:pt x="9076" y="16671"/>
                    </a:cubicBezTo>
                    <a:cubicBezTo>
                      <a:pt x="9832" y="16671"/>
                      <a:pt x="10665" y="16498"/>
                      <a:pt x="11496" y="15998"/>
                    </a:cubicBezTo>
                    <a:lnTo>
                      <a:pt x="12090" y="15594"/>
                    </a:lnTo>
                    <a:lnTo>
                      <a:pt x="12685" y="15998"/>
                    </a:lnTo>
                    <a:cubicBezTo>
                      <a:pt x="13515" y="16498"/>
                      <a:pt x="14349" y="16671"/>
                      <a:pt x="15107" y="16671"/>
                    </a:cubicBezTo>
                    <a:cubicBezTo>
                      <a:pt x="16819" y="16671"/>
                      <a:pt x="18139" y="15785"/>
                      <a:pt x="18139" y="15785"/>
                    </a:cubicBezTo>
                    <a:cubicBezTo>
                      <a:pt x="18799" y="15935"/>
                      <a:pt x="19397" y="16002"/>
                      <a:pt x="19936" y="16002"/>
                    </a:cubicBezTo>
                    <a:cubicBezTo>
                      <a:pt x="23016" y="16002"/>
                      <a:pt x="24180" y="13813"/>
                      <a:pt x="24180" y="12357"/>
                    </a:cubicBezTo>
                    <a:cubicBezTo>
                      <a:pt x="24180" y="10640"/>
                      <a:pt x="22572" y="9333"/>
                      <a:pt x="22572" y="9333"/>
                    </a:cubicBezTo>
                    <a:cubicBezTo>
                      <a:pt x="23277" y="7520"/>
                      <a:pt x="21361" y="6309"/>
                      <a:pt x="21361" y="6309"/>
                    </a:cubicBezTo>
                    <a:cubicBezTo>
                      <a:pt x="21457" y="6015"/>
                      <a:pt x="21530" y="5604"/>
                      <a:pt x="21449" y="5149"/>
                    </a:cubicBezTo>
                    <a:cubicBezTo>
                      <a:pt x="21258" y="4114"/>
                      <a:pt x="20392" y="3512"/>
                      <a:pt x="19827" y="3219"/>
                    </a:cubicBezTo>
                    <a:cubicBezTo>
                      <a:pt x="19563" y="3079"/>
                      <a:pt x="19365" y="3013"/>
                      <a:pt x="19335" y="2998"/>
                    </a:cubicBezTo>
                    <a:cubicBezTo>
                      <a:pt x="19181" y="2529"/>
                      <a:pt x="18792" y="1574"/>
                      <a:pt x="17838" y="870"/>
                    </a:cubicBezTo>
                    <a:cubicBezTo>
                      <a:pt x="17147" y="355"/>
                      <a:pt x="16197" y="1"/>
                      <a:pt x="15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2885;p71">
                <a:extLst>
                  <a:ext uri="{FF2B5EF4-FFF2-40B4-BE49-F238E27FC236}">
                    <a16:creationId xmlns:a16="http://schemas.microsoft.com/office/drawing/2014/main" id="{F1B589E4-000B-264F-8397-39A45BA49C94}"/>
                  </a:ext>
                </a:extLst>
              </p:cNvPr>
              <p:cNvSpPr/>
              <p:nvPr/>
            </p:nvSpPr>
            <p:spPr>
              <a:xfrm>
                <a:off x="868275" y="2946850"/>
                <a:ext cx="29375" cy="33530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3412" extrusionOk="0">
                    <a:moveTo>
                      <a:pt x="617" y="1"/>
                    </a:moveTo>
                    <a:lnTo>
                      <a:pt x="463" y="96"/>
                    </a:lnTo>
                    <a:cubicBezTo>
                      <a:pt x="867" y="786"/>
                      <a:pt x="991" y="1293"/>
                      <a:pt x="991" y="1660"/>
                    </a:cubicBezTo>
                    <a:cubicBezTo>
                      <a:pt x="991" y="1872"/>
                      <a:pt x="955" y="2041"/>
                      <a:pt x="896" y="2181"/>
                    </a:cubicBezTo>
                    <a:cubicBezTo>
                      <a:pt x="793" y="2408"/>
                      <a:pt x="661" y="2533"/>
                      <a:pt x="529" y="2680"/>
                    </a:cubicBezTo>
                    <a:cubicBezTo>
                      <a:pt x="390" y="2819"/>
                      <a:pt x="250" y="2988"/>
                      <a:pt x="184" y="3274"/>
                    </a:cubicBezTo>
                    <a:cubicBezTo>
                      <a:pt x="169" y="3355"/>
                      <a:pt x="162" y="3429"/>
                      <a:pt x="162" y="3502"/>
                    </a:cubicBezTo>
                    <a:cubicBezTo>
                      <a:pt x="162" y="3634"/>
                      <a:pt x="184" y="3744"/>
                      <a:pt x="221" y="3847"/>
                    </a:cubicBezTo>
                    <a:cubicBezTo>
                      <a:pt x="338" y="4170"/>
                      <a:pt x="544" y="4427"/>
                      <a:pt x="602" y="4985"/>
                    </a:cubicBezTo>
                    <a:cubicBezTo>
                      <a:pt x="617" y="5065"/>
                      <a:pt x="617" y="5139"/>
                      <a:pt x="617" y="5205"/>
                    </a:cubicBezTo>
                    <a:cubicBezTo>
                      <a:pt x="617" y="5477"/>
                      <a:pt x="558" y="5645"/>
                      <a:pt x="500" y="5836"/>
                    </a:cubicBezTo>
                    <a:cubicBezTo>
                      <a:pt x="434" y="6020"/>
                      <a:pt x="368" y="6233"/>
                      <a:pt x="368" y="6556"/>
                    </a:cubicBezTo>
                    <a:cubicBezTo>
                      <a:pt x="368" y="6622"/>
                      <a:pt x="368" y="6680"/>
                      <a:pt x="375" y="6754"/>
                    </a:cubicBezTo>
                    <a:cubicBezTo>
                      <a:pt x="404" y="7209"/>
                      <a:pt x="529" y="7480"/>
                      <a:pt x="639" y="7701"/>
                    </a:cubicBezTo>
                    <a:cubicBezTo>
                      <a:pt x="698" y="7811"/>
                      <a:pt x="749" y="7906"/>
                      <a:pt x="786" y="8002"/>
                    </a:cubicBezTo>
                    <a:cubicBezTo>
                      <a:pt x="823" y="8104"/>
                      <a:pt x="845" y="8214"/>
                      <a:pt x="845" y="8354"/>
                    </a:cubicBezTo>
                    <a:cubicBezTo>
                      <a:pt x="845" y="8391"/>
                      <a:pt x="845" y="8427"/>
                      <a:pt x="837" y="8464"/>
                    </a:cubicBezTo>
                    <a:cubicBezTo>
                      <a:pt x="823" y="8677"/>
                      <a:pt x="764" y="8831"/>
                      <a:pt x="691" y="8963"/>
                    </a:cubicBezTo>
                    <a:cubicBezTo>
                      <a:pt x="580" y="9154"/>
                      <a:pt x="426" y="9301"/>
                      <a:pt x="279" y="9484"/>
                    </a:cubicBezTo>
                    <a:cubicBezTo>
                      <a:pt x="140" y="9660"/>
                      <a:pt x="8" y="9881"/>
                      <a:pt x="1" y="10196"/>
                    </a:cubicBezTo>
                    <a:cubicBezTo>
                      <a:pt x="1" y="10218"/>
                      <a:pt x="1" y="10240"/>
                      <a:pt x="1" y="10255"/>
                    </a:cubicBezTo>
                    <a:cubicBezTo>
                      <a:pt x="1" y="10461"/>
                      <a:pt x="45" y="10637"/>
                      <a:pt x="118" y="10798"/>
                    </a:cubicBezTo>
                    <a:cubicBezTo>
                      <a:pt x="228" y="11033"/>
                      <a:pt x="382" y="11231"/>
                      <a:pt x="507" y="11452"/>
                    </a:cubicBezTo>
                    <a:cubicBezTo>
                      <a:pt x="632" y="11672"/>
                      <a:pt x="727" y="11914"/>
                      <a:pt x="742" y="12259"/>
                    </a:cubicBezTo>
                    <a:cubicBezTo>
                      <a:pt x="742" y="12274"/>
                      <a:pt x="742" y="12288"/>
                      <a:pt x="742" y="12303"/>
                    </a:cubicBezTo>
                    <a:cubicBezTo>
                      <a:pt x="742" y="12729"/>
                      <a:pt x="588" y="13088"/>
                      <a:pt x="456" y="13323"/>
                    </a:cubicBezTo>
                    <a:lnTo>
                      <a:pt x="617" y="13411"/>
                    </a:lnTo>
                    <a:cubicBezTo>
                      <a:pt x="757" y="13162"/>
                      <a:pt x="925" y="12773"/>
                      <a:pt x="925" y="12303"/>
                    </a:cubicBezTo>
                    <a:cubicBezTo>
                      <a:pt x="925" y="12281"/>
                      <a:pt x="925" y="12266"/>
                      <a:pt x="925" y="12252"/>
                    </a:cubicBezTo>
                    <a:cubicBezTo>
                      <a:pt x="911" y="11752"/>
                      <a:pt x="713" y="11422"/>
                      <a:pt x="529" y="11136"/>
                    </a:cubicBezTo>
                    <a:cubicBezTo>
                      <a:pt x="434" y="10996"/>
                      <a:pt x="346" y="10857"/>
                      <a:pt x="287" y="10717"/>
                    </a:cubicBezTo>
                    <a:cubicBezTo>
                      <a:pt x="221" y="10578"/>
                      <a:pt x="184" y="10431"/>
                      <a:pt x="184" y="10255"/>
                    </a:cubicBezTo>
                    <a:cubicBezTo>
                      <a:pt x="184" y="10240"/>
                      <a:pt x="184" y="10226"/>
                      <a:pt x="184" y="10204"/>
                    </a:cubicBezTo>
                    <a:cubicBezTo>
                      <a:pt x="191" y="10020"/>
                      <a:pt x="235" y="9888"/>
                      <a:pt x="309" y="9771"/>
                    </a:cubicBezTo>
                    <a:cubicBezTo>
                      <a:pt x="404" y="9587"/>
                      <a:pt x="566" y="9448"/>
                      <a:pt x="713" y="9257"/>
                    </a:cubicBezTo>
                    <a:cubicBezTo>
                      <a:pt x="859" y="9066"/>
                      <a:pt x="991" y="8831"/>
                      <a:pt x="1021" y="8479"/>
                    </a:cubicBezTo>
                    <a:cubicBezTo>
                      <a:pt x="1028" y="8435"/>
                      <a:pt x="1028" y="8391"/>
                      <a:pt x="1028" y="8354"/>
                    </a:cubicBezTo>
                    <a:cubicBezTo>
                      <a:pt x="1028" y="8192"/>
                      <a:pt x="999" y="8060"/>
                      <a:pt x="955" y="7943"/>
                    </a:cubicBezTo>
                    <a:cubicBezTo>
                      <a:pt x="896" y="7767"/>
                      <a:pt x="801" y="7620"/>
                      <a:pt x="727" y="7444"/>
                    </a:cubicBezTo>
                    <a:cubicBezTo>
                      <a:pt x="646" y="7275"/>
                      <a:pt x="580" y="7062"/>
                      <a:pt x="558" y="6739"/>
                    </a:cubicBezTo>
                    <a:cubicBezTo>
                      <a:pt x="551" y="6673"/>
                      <a:pt x="551" y="6614"/>
                      <a:pt x="551" y="6556"/>
                    </a:cubicBezTo>
                    <a:cubicBezTo>
                      <a:pt x="551" y="6262"/>
                      <a:pt x="610" y="6078"/>
                      <a:pt x="669" y="5895"/>
                    </a:cubicBezTo>
                    <a:cubicBezTo>
                      <a:pt x="735" y="5704"/>
                      <a:pt x="801" y="5506"/>
                      <a:pt x="801" y="5205"/>
                    </a:cubicBezTo>
                    <a:cubicBezTo>
                      <a:pt x="801" y="5132"/>
                      <a:pt x="801" y="5051"/>
                      <a:pt x="786" y="4963"/>
                    </a:cubicBezTo>
                    <a:cubicBezTo>
                      <a:pt x="749" y="4566"/>
                      <a:pt x="632" y="4295"/>
                      <a:pt x="529" y="4082"/>
                    </a:cubicBezTo>
                    <a:cubicBezTo>
                      <a:pt x="478" y="3972"/>
                      <a:pt x="426" y="3876"/>
                      <a:pt x="397" y="3788"/>
                    </a:cubicBezTo>
                    <a:cubicBezTo>
                      <a:pt x="368" y="3693"/>
                      <a:pt x="346" y="3605"/>
                      <a:pt x="346" y="3502"/>
                    </a:cubicBezTo>
                    <a:cubicBezTo>
                      <a:pt x="346" y="3443"/>
                      <a:pt x="353" y="3385"/>
                      <a:pt x="368" y="3311"/>
                    </a:cubicBezTo>
                    <a:cubicBezTo>
                      <a:pt x="419" y="3069"/>
                      <a:pt x="529" y="2944"/>
                      <a:pt x="661" y="2805"/>
                    </a:cubicBezTo>
                    <a:cubicBezTo>
                      <a:pt x="793" y="2665"/>
                      <a:pt x="947" y="2518"/>
                      <a:pt x="1065" y="2254"/>
                    </a:cubicBezTo>
                    <a:cubicBezTo>
                      <a:pt x="1131" y="2093"/>
                      <a:pt x="1175" y="1894"/>
                      <a:pt x="1175" y="1660"/>
                    </a:cubicBezTo>
                    <a:cubicBezTo>
                      <a:pt x="1175" y="1249"/>
                      <a:pt x="1036" y="713"/>
                      <a:pt x="6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2886;p71">
                <a:extLst>
                  <a:ext uri="{FF2B5EF4-FFF2-40B4-BE49-F238E27FC236}">
                    <a16:creationId xmlns:a16="http://schemas.microsoft.com/office/drawing/2014/main" id="{E0985753-617D-6149-B9D6-7096757B497F}"/>
                  </a:ext>
                </a:extLst>
              </p:cNvPr>
              <p:cNvSpPr/>
              <p:nvPr/>
            </p:nvSpPr>
            <p:spPr>
              <a:xfrm>
                <a:off x="766075" y="3238825"/>
                <a:ext cx="84975" cy="63700"/>
              </a:xfrm>
              <a:custGeom>
                <a:avLst/>
                <a:gdLst/>
                <a:ahLst/>
                <a:cxnLst/>
                <a:rect l="l" t="t" r="r" b="b"/>
                <a:pathLst>
                  <a:path w="3399" h="2548" extrusionOk="0">
                    <a:moveTo>
                      <a:pt x="2811" y="0"/>
                    </a:moveTo>
                    <a:cubicBezTo>
                      <a:pt x="2151" y="0"/>
                      <a:pt x="1644" y="154"/>
                      <a:pt x="1248" y="396"/>
                    </a:cubicBezTo>
                    <a:cubicBezTo>
                      <a:pt x="661" y="756"/>
                      <a:pt x="352" y="1292"/>
                      <a:pt x="184" y="1732"/>
                    </a:cubicBezTo>
                    <a:cubicBezTo>
                      <a:pt x="22" y="2180"/>
                      <a:pt x="0" y="2532"/>
                      <a:pt x="0" y="2540"/>
                    </a:cubicBezTo>
                    <a:lnTo>
                      <a:pt x="184" y="2547"/>
                    </a:lnTo>
                    <a:lnTo>
                      <a:pt x="184" y="2540"/>
                    </a:lnTo>
                    <a:cubicBezTo>
                      <a:pt x="184" y="2481"/>
                      <a:pt x="242" y="1879"/>
                      <a:pt x="595" y="1307"/>
                    </a:cubicBezTo>
                    <a:cubicBezTo>
                      <a:pt x="771" y="1020"/>
                      <a:pt x="1020" y="741"/>
                      <a:pt x="1380" y="529"/>
                    </a:cubicBezTo>
                    <a:cubicBezTo>
                      <a:pt x="1740" y="323"/>
                      <a:pt x="2202" y="184"/>
                      <a:pt x="2811" y="184"/>
                    </a:cubicBezTo>
                    <a:cubicBezTo>
                      <a:pt x="2988" y="184"/>
                      <a:pt x="3171" y="191"/>
                      <a:pt x="3369" y="220"/>
                    </a:cubicBezTo>
                    <a:lnTo>
                      <a:pt x="3399" y="37"/>
                    </a:lnTo>
                    <a:cubicBezTo>
                      <a:pt x="3186" y="15"/>
                      <a:pt x="2995" y="0"/>
                      <a:pt x="2811" y="0"/>
                    </a:cubicBezTo>
                    <a:close/>
                  </a:path>
                </a:pathLst>
              </a:custGeom>
              <a:solidFill>
                <a:srgbClr val="F147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2887;p71">
                <a:extLst>
                  <a:ext uri="{FF2B5EF4-FFF2-40B4-BE49-F238E27FC236}">
                    <a16:creationId xmlns:a16="http://schemas.microsoft.com/office/drawing/2014/main" id="{00C33115-F897-0C47-B557-809B36C7EF82}"/>
                  </a:ext>
                </a:extLst>
              </p:cNvPr>
              <p:cNvSpPr/>
              <p:nvPr/>
            </p:nvSpPr>
            <p:spPr>
              <a:xfrm>
                <a:off x="727150" y="3192200"/>
                <a:ext cx="49400" cy="89575"/>
              </a:xfrm>
              <a:custGeom>
                <a:avLst/>
                <a:gdLst/>
                <a:ahLst/>
                <a:cxnLst/>
                <a:rect l="l" t="t" r="r" b="b"/>
                <a:pathLst>
                  <a:path w="1976" h="3583" extrusionOk="0">
                    <a:moveTo>
                      <a:pt x="397" y="1"/>
                    </a:moveTo>
                    <a:cubicBezTo>
                      <a:pt x="397" y="8"/>
                      <a:pt x="302" y="133"/>
                      <a:pt x="199" y="331"/>
                    </a:cubicBezTo>
                    <a:cubicBezTo>
                      <a:pt x="104" y="529"/>
                      <a:pt x="8" y="808"/>
                      <a:pt x="1" y="1124"/>
                    </a:cubicBezTo>
                    <a:cubicBezTo>
                      <a:pt x="1" y="1388"/>
                      <a:pt x="82" y="1682"/>
                      <a:pt x="287" y="1960"/>
                    </a:cubicBezTo>
                    <a:cubicBezTo>
                      <a:pt x="493" y="2239"/>
                      <a:pt x="823" y="2496"/>
                      <a:pt x="1337" y="2724"/>
                    </a:cubicBezTo>
                    <a:lnTo>
                      <a:pt x="1338" y="2721"/>
                    </a:lnTo>
                    <a:lnTo>
                      <a:pt x="1338" y="2721"/>
                    </a:lnTo>
                    <a:cubicBezTo>
                      <a:pt x="1370" y="2741"/>
                      <a:pt x="1474" y="2810"/>
                      <a:pt x="1572" y="2915"/>
                    </a:cubicBezTo>
                    <a:cubicBezTo>
                      <a:pt x="1630" y="2973"/>
                      <a:pt x="1689" y="3040"/>
                      <a:pt x="1726" y="3120"/>
                    </a:cubicBezTo>
                    <a:cubicBezTo>
                      <a:pt x="1770" y="3201"/>
                      <a:pt x="1792" y="3282"/>
                      <a:pt x="1792" y="3377"/>
                    </a:cubicBezTo>
                    <a:cubicBezTo>
                      <a:pt x="1792" y="3429"/>
                      <a:pt x="1785" y="3473"/>
                      <a:pt x="1770" y="3531"/>
                    </a:cubicBezTo>
                    <a:lnTo>
                      <a:pt x="1946" y="3583"/>
                    </a:lnTo>
                    <a:cubicBezTo>
                      <a:pt x="1968" y="3509"/>
                      <a:pt x="1975" y="3443"/>
                      <a:pt x="1975" y="3377"/>
                    </a:cubicBezTo>
                    <a:cubicBezTo>
                      <a:pt x="1975" y="3245"/>
                      <a:pt x="1939" y="3128"/>
                      <a:pt x="1887" y="3025"/>
                    </a:cubicBezTo>
                    <a:cubicBezTo>
                      <a:pt x="1807" y="2878"/>
                      <a:pt x="1689" y="2761"/>
                      <a:pt x="1594" y="2680"/>
                    </a:cubicBezTo>
                    <a:cubicBezTo>
                      <a:pt x="1498" y="2599"/>
                      <a:pt x="1425" y="2562"/>
                      <a:pt x="1418" y="2555"/>
                    </a:cubicBezTo>
                    <a:lnTo>
                      <a:pt x="1410" y="2555"/>
                    </a:lnTo>
                    <a:cubicBezTo>
                      <a:pt x="918" y="2342"/>
                      <a:pt x="610" y="2093"/>
                      <a:pt x="434" y="1850"/>
                    </a:cubicBezTo>
                    <a:cubicBezTo>
                      <a:pt x="250" y="1608"/>
                      <a:pt x="192" y="1359"/>
                      <a:pt x="184" y="1124"/>
                    </a:cubicBezTo>
                    <a:cubicBezTo>
                      <a:pt x="184" y="852"/>
                      <a:pt x="280" y="595"/>
                      <a:pt x="368" y="412"/>
                    </a:cubicBezTo>
                    <a:cubicBezTo>
                      <a:pt x="412" y="316"/>
                      <a:pt x="456" y="243"/>
                      <a:pt x="493" y="191"/>
                    </a:cubicBezTo>
                    <a:cubicBezTo>
                      <a:pt x="507" y="169"/>
                      <a:pt x="522" y="147"/>
                      <a:pt x="529" y="133"/>
                    </a:cubicBezTo>
                    <a:lnTo>
                      <a:pt x="544" y="118"/>
                    </a:lnTo>
                    <a:lnTo>
                      <a:pt x="397" y="1"/>
                    </a:lnTo>
                    <a:close/>
                  </a:path>
                </a:pathLst>
              </a:custGeom>
              <a:solidFill>
                <a:srgbClr val="F147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2888;p71">
                <a:extLst>
                  <a:ext uri="{FF2B5EF4-FFF2-40B4-BE49-F238E27FC236}">
                    <a16:creationId xmlns:a16="http://schemas.microsoft.com/office/drawing/2014/main" id="{F22B404C-0BBE-9842-B90D-9266911318CA}"/>
                  </a:ext>
                </a:extLst>
              </p:cNvPr>
              <p:cNvSpPr/>
              <p:nvPr/>
            </p:nvSpPr>
            <p:spPr>
              <a:xfrm>
                <a:off x="792675" y="3081725"/>
                <a:ext cx="95075" cy="55450"/>
              </a:xfrm>
              <a:custGeom>
                <a:avLst/>
                <a:gdLst/>
                <a:ahLst/>
                <a:cxnLst/>
                <a:rect l="l" t="t" r="r" b="b"/>
                <a:pathLst>
                  <a:path w="3803" h="2218" extrusionOk="0">
                    <a:moveTo>
                      <a:pt x="1417" y="1"/>
                    </a:moveTo>
                    <a:cubicBezTo>
                      <a:pt x="646" y="1"/>
                      <a:pt x="8" y="309"/>
                      <a:pt x="0" y="316"/>
                    </a:cubicBezTo>
                    <a:lnTo>
                      <a:pt x="81" y="478"/>
                    </a:lnTo>
                    <a:lnTo>
                      <a:pt x="88" y="478"/>
                    </a:lnTo>
                    <a:cubicBezTo>
                      <a:pt x="154" y="449"/>
                      <a:pt x="734" y="184"/>
                      <a:pt x="1417" y="184"/>
                    </a:cubicBezTo>
                    <a:cubicBezTo>
                      <a:pt x="1828" y="184"/>
                      <a:pt x="2276" y="280"/>
                      <a:pt x="2672" y="581"/>
                    </a:cubicBezTo>
                    <a:cubicBezTo>
                      <a:pt x="3069" y="874"/>
                      <a:pt x="3414" y="1381"/>
                      <a:pt x="3626" y="2218"/>
                    </a:cubicBezTo>
                    <a:lnTo>
                      <a:pt x="3803" y="2166"/>
                    </a:lnTo>
                    <a:cubicBezTo>
                      <a:pt x="3590" y="1307"/>
                      <a:pt x="3215" y="757"/>
                      <a:pt x="2782" y="434"/>
                    </a:cubicBezTo>
                    <a:cubicBezTo>
                      <a:pt x="2349" y="104"/>
                      <a:pt x="1857" y="1"/>
                      <a:pt x="14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2889;p71">
                <a:extLst>
                  <a:ext uri="{FF2B5EF4-FFF2-40B4-BE49-F238E27FC236}">
                    <a16:creationId xmlns:a16="http://schemas.microsoft.com/office/drawing/2014/main" id="{861FA7EC-A5D6-0F4B-9FDF-71590F3F153B}"/>
                  </a:ext>
                </a:extLst>
              </p:cNvPr>
              <p:cNvSpPr/>
              <p:nvPr/>
            </p:nvSpPr>
            <p:spPr>
              <a:xfrm>
                <a:off x="792675" y="2978975"/>
                <a:ext cx="84250" cy="55075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2203" extrusionOk="0">
                    <a:moveTo>
                      <a:pt x="1292" y="0"/>
                    </a:moveTo>
                    <a:cubicBezTo>
                      <a:pt x="580" y="0"/>
                      <a:pt x="8" y="345"/>
                      <a:pt x="0" y="345"/>
                    </a:cubicBezTo>
                    <a:lnTo>
                      <a:pt x="88" y="507"/>
                    </a:lnTo>
                    <a:lnTo>
                      <a:pt x="96" y="499"/>
                    </a:lnTo>
                    <a:cubicBezTo>
                      <a:pt x="154" y="470"/>
                      <a:pt x="683" y="184"/>
                      <a:pt x="1292" y="184"/>
                    </a:cubicBezTo>
                    <a:cubicBezTo>
                      <a:pt x="1645" y="184"/>
                      <a:pt x="2026" y="279"/>
                      <a:pt x="2364" y="573"/>
                    </a:cubicBezTo>
                    <a:cubicBezTo>
                      <a:pt x="2702" y="866"/>
                      <a:pt x="3003" y="1373"/>
                      <a:pt x="3186" y="2202"/>
                    </a:cubicBezTo>
                    <a:lnTo>
                      <a:pt x="3370" y="2166"/>
                    </a:lnTo>
                    <a:cubicBezTo>
                      <a:pt x="3179" y="1307"/>
                      <a:pt x="2856" y="764"/>
                      <a:pt x="2481" y="433"/>
                    </a:cubicBezTo>
                    <a:cubicBezTo>
                      <a:pt x="2107" y="110"/>
                      <a:pt x="1674" y="0"/>
                      <a:pt x="12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2890;p71">
                <a:extLst>
                  <a:ext uri="{FF2B5EF4-FFF2-40B4-BE49-F238E27FC236}">
                    <a16:creationId xmlns:a16="http://schemas.microsoft.com/office/drawing/2014/main" id="{CCDA26A9-F524-F642-8F4D-571AA32E1E07}"/>
                  </a:ext>
                </a:extLst>
              </p:cNvPr>
              <p:cNvSpPr/>
              <p:nvPr/>
            </p:nvSpPr>
            <p:spPr>
              <a:xfrm>
                <a:off x="801675" y="3187075"/>
                <a:ext cx="74525" cy="19650"/>
              </a:xfrm>
              <a:custGeom>
                <a:avLst/>
                <a:gdLst/>
                <a:ahLst/>
                <a:cxnLst/>
                <a:rect l="l" t="t" r="r" b="b"/>
                <a:pathLst>
                  <a:path w="2981" h="786" extrusionOk="0">
                    <a:moveTo>
                      <a:pt x="2855" y="0"/>
                    </a:moveTo>
                    <a:cubicBezTo>
                      <a:pt x="2334" y="477"/>
                      <a:pt x="1637" y="602"/>
                      <a:pt x="1064" y="602"/>
                    </a:cubicBezTo>
                    <a:cubicBezTo>
                      <a:pt x="778" y="602"/>
                      <a:pt x="521" y="573"/>
                      <a:pt x="338" y="536"/>
                    </a:cubicBezTo>
                    <a:cubicBezTo>
                      <a:pt x="250" y="521"/>
                      <a:pt x="176" y="507"/>
                      <a:pt x="125" y="492"/>
                    </a:cubicBezTo>
                    <a:cubicBezTo>
                      <a:pt x="103" y="492"/>
                      <a:pt x="81" y="485"/>
                      <a:pt x="73" y="485"/>
                    </a:cubicBezTo>
                    <a:lnTo>
                      <a:pt x="59" y="477"/>
                    </a:lnTo>
                    <a:lnTo>
                      <a:pt x="51" y="477"/>
                    </a:lnTo>
                    <a:lnTo>
                      <a:pt x="0" y="653"/>
                    </a:lnTo>
                    <a:cubicBezTo>
                      <a:pt x="7" y="653"/>
                      <a:pt x="462" y="786"/>
                      <a:pt x="1064" y="786"/>
                    </a:cubicBezTo>
                    <a:cubicBezTo>
                      <a:pt x="1659" y="786"/>
                      <a:pt x="2408" y="653"/>
                      <a:pt x="2980" y="132"/>
                    </a:cubicBezTo>
                    <a:lnTo>
                      <a:pt x="2855" y="0"/>
                    </a:lnTo>
                    <a:close/>
                  </a:path>
                </a:pathLst>
              </a:custGeom>
              <a:solidFill>
                <a:srgbClr val="F147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2891;p71">
                <a:extLst>
                  <a:ext uri="{FF2B5EF4-FFF2-40B4-BE49-F238E27FC236}">
                    <a16:creationId xmlns:a16="http://schemas.microsoft.com/office/drawing/2014/main" id="{DDF13001-230C-5C40-9B0B-EBA7BCCC0630}"/>
                  </a:ext>
                </a:extLst>
              </p:cNvPr>
              <p:cNvSpPr/>
              <p:nvPr/>
            </p:nvSpPr>
            <p:spPr>
              <a:xfrm>
                <a:off x="648975" y="3069450"/>
                <a:ext cx="70875" cy="183150"/>
              </a:xfrm>
              <a:custGeom>
                <a:avLst/>
                <a:gdLst/>
                <a:ahLst/>
                <a:cxnLst/>
                <a:rect l="l" t="t" r="r" b="b"/>
                <a:pathLst>
                  <a:path w="2835" h="7326" extrusionOk="0">
                    <a:moveTo>
                      <a:pt x="2731" y="0"/>
                    </a:moveTo>
                    <a:cubicBezTo>
                      <a:pt x="2724" y="0"/>
                      <a:pt x="2210" y="367"/>
                      <a:pt x="1689" y="940"/>
                    </a:cubicBezTo>
                    <a:cubicBezTo>
                      <a:pt x="1432" y="1226"/>
                      <a:pt x="1168" y="1556"/>
                      <a:pt x="970" y="1923"/>
                    </a:cubicBezTo>
                    <a:cubicBezTo>
                      <a:pt x="779" y="2283"/>
                      <a:pt x="640" y="2679"/>
                      <a:pt x="640" y="3083"/>
                    </a:cubicBezTo>
                    <a:cubicBezTo>
                      <a:pt x="640" y="3553"/>
                      <a:pt x="823" y="4029"/>
                      <a:pt x="1277" y="4465"/>
                    </a:cubicBezTo>
                    <a:lnTo>
                      <a:pt x="1277" y="4465"/>
                    </a:lnTo>
                    <a:cubicBezTo>
                      <a:pt x="1142" y="4521"/>
                      <a:pt x="930" y="4625"/>
                      <a:pt x="713" y="4793"/>
                    </a:cubicBezTo>
                    <a:cubicBezTo>
                      <a:pt x="537" y="4933"/>
                      <a:pt x="361" y="5109"/>
                      <a:pt x="228" y="5344"/>
                    </a:cubicBezTo>
                    <a:cubicBezTo>
                      <a:pt x="89" y="5571"/>
                      <a:pt x="1" y="5858"/>
                      <a:pt x="1" y="6188"/>
                    </a:cubicBezTo>
                    <a:cubicBezTo>
                      <a:pt x="1" y="6518"/>
                      <a:pt x="89" y="6900"/>
                      <a:pt x="295" y="7326"/>
                    </a:cubicBezTo>
                    <a:lnTo>
                      <a:pt x="463" y="7252"/>
                    </a:lnTo>
                    <a:cubicBezTo>
                      <a:pt x="265" y="6834"/>
                      <a:pt x="184" y="6489"/>
                      <a:pt x="184" y="6188"/>
                    </a:cubicBezTo>
                    <a:cubicBezTo>
                      <a:pt x="184" y="5887"/>
                      <a:pt x="265" y="5637"/>
                      <a:pt x="383" y="5432"/>
                    </a:cubicBezTo>
                    <a:cubicBezTo>
                      <a:pt x="566" y="5124"/>
                      <a:pt x="838" y="4911"/>
                      <a:pt x="1065" y="4771"/>
                    </a:cubicBezTo>
                    <a:cubicBezTo>
                      <a:pt x="1183" y="4705"/>
                      <a:pt x="1285" y="4661"/>
                      <a:pt x="1359" y="4632"/>
                    </a:cubicBezTo>
                    <a:cubicBezTo>
                      <a:pt x="1396" y="4610"/>
                      <a:pt x="1425" y="4602"/>
                      <a:pt x="1447" y="4595"/>
                    </a:cubicBezTo>
                    <a:lnTo>
                      <a:pt x="1469" y="4588"/>
                    </a:lnTo>
                    <a:lnTo>
                      <a:pt x="1476" y="4588"/>
                    </a:lnTo>
                    <a:lnTo>
                      <a:pt x="1638" y="4536"/>
                    </a:lnTo>
                    <a:lnTo>
                      <a:pt x="1513" y="4426"/>
                    </a:lnTo>
                    <a:cubicBezTo>
                      <a:pt x="1007" y="3993"/>
                      <a:pt x="823" y="3538"/>
                      <a:pt x="823" y="3083"/>
                    </a:cubicBezTo>
                    <a:cubicBezTo>
                      <a:pt x="823" y="2723"/>
                      <a:pt x="948" y="2356"/>
                      <a:pt x="1131" y="2011"/>
                    </a:cubicBezTo>
                    <a:cubicBezTo>
                      <a:pt x="1418" y="1490"/>
                      <a:pt x="1843" y="1020"/>
                      <a:pt x="2196" y="683"/>
                    </a:cubicBezTo>
                    <a:cubicBezTo>
                      <a:pt x="2379" y="521"/>
                      <a:pt x="2533" y="382"/>
                      <a:pt x="2651" y="286"/>
                    </a:cubicBezTo>
                    <a:cubicBezTo>
                      <a:pt x="2709" y="242"/>
                      <a:pt x="2754" y="206"/>
                      <a:pt x="2790" y="184"/>
                    </a:cubicBezTo>
                    <a:cubicBezTo>
                      <a:pt x="2805" y="169"/>
                      <a:pt x="2820" y="161"/>
                      <a:pt x="2827" y="154"/>
                    </a:cubicBezTo>
                    <a:lnTo>
                      <a:pt x="2834" y="147"/>
                    </a:lnTo>
                    <a:lnTo>
                      <a:pt x="273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2892;p71">
                <a:extLst>
                  <a:ext uri="{FF2B5EF4-FFF2-40B4-BE49-F238E27FC236}">
                    <a16:creationId xmlns:a16="http://schemas.microsoft.com/office/drawing/2014/main" id="{8D00D493-F7EE-0A43-97B3-11E3FBF5ADD9}"/>
                  </a:ext>
                </a:extLst>
              </p:cNvPr>
              <p:cNvSpPr/>
              <p:nvPr/>
            </p:nvSpPr>
            <p:spPr>
              <a:xfrm>
                <a:off x="688800" y="2972375"/>
                <a:ext cx="31050" cy="5672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2269" extrusionOk="0">
                    <a:moveTo>
                      <a:pt x="81" y="0"/>
                    </a:moveTo>
                    <a:cubicBezTo>
                      <a:pt x="74" y="7"/>
                      <a:pt x="1" y="206"/>
                      <a:pt x="1" y="499"/>
                    </a:cubicBezTo>
                    <a:cubicBezTo>
                      <a:pt x="1" y="734"/>
                      <a:pt x="45" y="1028"/>
                      <a:pt x="214" y="1336"/>
                    </a:cubicBezTo>
                    <a:cubicBezTo>
                      <a:pt x="382" y="1652"/>
                      <a:pt x="669" y="1975"/>
                      <a:pt x="1138" y="2268"/>
                    </a:cubicBezTo>
                    <a:lnTo>
                      <a:pt x="1241" y="2114"/>
                    </a:lnTo>
                    <a:cubicBezTo>
                      <a:pt x="793" y="1835"/>
                      <a:pt x="529" y="1534"/>
                      <a:pt x="375" y="1248"/>
                    </a:cubicBezTo>
                    <a:cubicBezTo>
                      <a:pt x="228" y="969"/>
                      <a:pt x="184" y="705"/>
                      <a:pt x="184" y="499"/>
                    </a:cubicBezTo>
                    <a:cubicBezTo>
                      <a:pt x="184" y="367"/>
                      <a:pt x="199" y="257"/>
                      <a:pt x="221" y="184"/>
                    </a:cubicBezTo>
                    <a:cubicBezTo>
                      <a:pt x="228" y="147"/>
                      <a:pt x="236" y="117"/>
                      <a:pt x="243" y="95"/>
                    </a:cubicBezTo>
                    <a:lnTo>
                      <a:pt x="250" y="73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2893;p71">
                <a:extLst>
                  <a:ext uri="{FF2B5EF4-FFF2-40B4-BE49-F238E27FC236}">
                    <a16:creationId xmlns:a16="http://schemas.microsoft.com/office/drawing/2014/main" id="{C213CE37-FCA9-D045-8AAE-3A51434149F0}"/>
                  </a:ext>
                </a:extLst>
              </p:cNvPr>
              <p:cNvSpPr/>
              <p:nvPr/>
            </p:nvSpPr>
            <p:spPr>
              <a:xfrm>
                <a:off x="798000" y="3043575"/>
                <a:ext cx="34525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1630" extrusionOk="0">
                    <a:moveTo>
                      <a:pt x="125" y="0"/>
                    </a:moveTo>
                    <a:cubicBezTo>
                      <a:pt x="52" y="0"/>
                      <a:pt x="8" y="7"/>
                      <a:pt x="0" y="7"/>
                    </a:cubicBezTo>
                    <a:lnTo>
                      <a:pt x="44" y="191"/>
                    </a:lnTo>
                    <a:cubicBezTo>
                      <a:pt x="44" y="184"/>
                      <a:pt x="74" y="184"/>
                      <a:pt x="125" y="184"/>
                    </a:cubicBezTo>
                    <a:cubicBezTo>
                      <a:pt x="242" y="184"/>
                      <a:pt x="455" y="213"/>
                      <a:pt x="661" y="396"/>
                    </a:cubicBezTo>
                    <a:cubicBezTo>
                      <a:pt x="874" y="587"/>
                      <a:pt x="1087" y="947"/>
                      <a:pt x="1197" y="1630"/>
                    </a:cubicBezTo>
                    <a:lnTo>
                      <a:pt x="1380" y="1600"/>
                    </a:lnTo>
                    <a:cubicBezTo>
                      <a:pt x="1270" y="896"/>
                      <a:pt x="1035" y="492"/>
                      <a:pt x="786" y="264"/>
                    </a:cubicBezTo>
                    <a:cubicBezTo>
                      <a:pt x="536" y="37"/>
                      <a:pt x="272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2894;p71">
                <a:extLst>
                  <a:ext uri="{FF2B5EF4-FFF2-40B4-BE49-F238E27FC236}">
                    <a16:creationId xmlns:a16="http://schemas.microsoft.com/office/drawing/2014/main" id="{DFD77B18-BD15-F745-88FE-B59B7BDE3B37}"/>
                  </a:ext>
                </a:extLst>
              </p:cNvPr>
              <p:cNvSpPr/>
              <p:nvPr/>
            </p:nvSpPr>
            <p:spPr>
              <a:xfrm>
                <a:off x="940575" y="3228175"/>
                <a:ext cx="85000" cy="63700"/>
              </a:xfrm>
              <a:custGeom>
                <a:avLst/>
                <a:gdLst/>
                <a:ahLst/>
                <a:cxnLst/>
                <a:rect l="l" t="t" r="r" b="b"/>
                <a:pathLst>
                  <a:path w="3400" h="2548" extrusionOk="0">
                    <a:moveTo>
                      <a:pt x="580" y="0"/>
                    </a:moveTo>
                    <a:cubicBezTo>
                      <a:pt x="397" y="0"/>
                      <a:pt x="206" y="15"/>
                      <a:pt x="1" y="37"/>
                    </a:cubicBezTo>
                    <a:lnTo>
                      <a:pt x="23" y="221"/>
                    </a:lnTo>
                    <a:cubicBezTo>
                      <a:pt x="221" y="199"/>
                      <a:pt x="404" y="184"/>
                      <a:pt x="580" y="184"/>
                    </a:cubicBezTo>
                    <a:cubicBezTo>
                      <a:pt x="1212" y="184"/>
                      <a:pt x="1689" y="331"/>
                      <a:pt x="2049" y="551"/>
                    </a:cubicBezTo>
                    <a:cubicBezTo>
                      <a:pt x="2592" y="881"/>
                      <a:pt x="2885" y="1380"/>
                      <a:pt x="3039" y="1799"/>
                    </a:cubicBezTo>
                    <a:cubicBezTo>
                      <a:pt x="3113" y="2012"/>
                      <a:pt x="3157" y="2195"/>
                      <a:pt x="3186" y="2335"/>
                    </a:cubicBezTo>
                    <a:cubicBezTo>
                      <a:pt x="3194" y="2401"/>
                      <a:pt x="3201" y="2452"/>
                      <a:pt x="3208" y="2489"/>
                    </a:cubicBezTo>
                    <a:cubicBezTo>
                      <a:pt x="3208" y="2511"/>
                      <a:pt x="3208" y="2525"/>
                      <a:pt x="3208" y="2533"/>
                    </a:cubicBezTo>
                    <a:lnTo>
                      <a:pt x="3216" y="2547"/>
                    </a:lnTo>
                    <a:lnTo>
                      <a:pt x="3399" y="2540"/>
                    </a:lnTo>
                    <a:cubicBezTo>
                      <a:pt x="3392" y="2533"/>
                      <a:pt x="3362" y="1901"/>
                      <a:pt x="2988" y="1270"/>
                    </a:cubicBezTo>
                    <a:cubicBezTo>
                      <a:pt x="2805" y="955"/>
                      <a:pt x="2540" y="639"/>
                      <a:pt x="2144" y="397"/>
                    </a:cubicBezTo>
                    <a:cubicBezTo>
                      <a:pt x="1755" y="154"/>
                      <a:pt x="1241" y="0"/>
                      <a:pt x="580" y="0"/>
                    </a:cubicBezTo>
                    <a:close/>
                  </a:path>
                </a:pathLst>
              </a:custGeom>
              <a:solidFill>
                <a:srgbClr val="F147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2895;p71">
                <a:extLst>
                  <a:ext uri="{FF2B5EF4-FFF2-40B4-BE49-F238E27FC236}">
                    <a16:creationId xmlns:a16="http://schemas.microsoft.com/office/drawing/2014/main" id="{2319CADE-6888-9A40-9BDB-754C046C7769}"/>
                  </a:ext>
                </a:extLst>
              </p:cNvPr>
              <p:cNvSpPr/>
              <p:nvPr/>
            </p:nvSpPr>
            <p:spPr>
              <a:xfrm>
                <a:off x="1014900" y="3181550"/>
                <a:ext cx="49375" cy="89575"/>
              </a:xfrm>
              <a:custGeom>
                <a:avLst/>
                <a:gdLst/>
                <a:ahLst/>
                <a:cxnLst/>
                <a:rect l="l" t="t" r="r" b="b"/>
                <a:pathLst>
                  <a:path w="1975" h="3583" extrusionOk="0">
                    <a:moveTo>
                      <a:pt x="1579" y="1"/>
                    </a:moveTo>
                    <a:lnTo>
                      <a:pt x="1432" y="118"/>
                    </a:lnTo>
                    <a:cubicBezTo>
                      <a:pt x="1454" y="140"/>
                      <a:pt x="1791" y="595"/>
                      <a:pt x="1791" y="1124"/>
                    </a:cubicBezTo>
                    <a:cubicBezTo>
                      <a:pt x="1791" y="1359"/>
                      <a:pt x="1725" y="1608"/>
                      <a:pt x="1549" y="1851"/>
                    </a:cubicBezTo>
                    <a:cubicBezTo>
                      <a:pt x="1366" y="2100"/>
                      <a:pt x="1057" y="2342"/>
                      <a:pt x="566" y="2555"/>
                    </a:cubicBezTo>
                    <a:lnTo>
                      <a:pt x="558" y="2555"/>
                    </a:lnTo>
                    <a:cubicBezTo>
                      <a:pt x="551" y="2563"/>
                      <a:pt x="419" y="2636"/>
                      <a:pt x="287" y="2776"/>
                    </a:cubicBezTo>
                    <a:cubicBezTo>
                      <a:pt x="213" y="2842"/>
                      <a:pt x="147" y="2930"/>
                      <a:pt x="96" y="3032"/>
                    </a:cubicBezTo>
                    <a:cubicBezTo>
                      <a:pt x="37" y="3128"/>
                      <a:pt x="0" y="3245"/>
                      <a:pt x="0" y="3377"/>
                    </a:cubicBezTo>
                    <a:cubicBezTo>
                      <a:pt x="0" y="3443"/>
                      <a:pt x="15" y="3510"/>
                      <a:pt x="37" y="3583"/>
                    </a:cubicBezTo>
                    <a:lnTo>
                      <a:pt x="213" y="3532"/>
                    </a:lnTo>
                    <a:cubicBezTo>
                      <a:pt x="191" y="3480"/>
                      <a:pt x="184" y="3429"/>
                      <a:pt x="184" y="3377"/>
                    </a:cubicBezTo>
                    <a:cubicBezTo>
                      <a:pt x="184" y="3282"/>
                      <a:pt x="213" y="3194"/>
                      <a:pt x="257" y="3113"/>
                    </a:cubicBezTo>
                    <a:cubicBezTo>
                      <a:pt x="316" y="2996"/>
                      <a:pt x="419" y="2893"/>
                      <a:pt x="500" y="2827"/>
                    </a:cubicBezTo>
                    <a:cubicBezTo>
                      <a:pt x="544" y="2790"/>
                      <a:pt x="580" y="2761"/>
                      <a:pt x="610" y="2746"/>
                    </a:cubicBezTo>
                    <a:cubicBezTo>
                      <a:pt x="624" y="2731"/>
                      <a:pt x="632" y="2731"/>
                      <a:pt x="639" y="2724"/>
                    </a:cubicBezTo>
                    <a:cubicBezTo>
                      <a:pt x="1153" y="2504"/>
                      <a:pt x="1491" y="2240"/>
                      <a:pt x="1696" y="1961"/>
                    </a:cubicBezTo>
                    <a:cubicBezTo>
                      <a:pt x="1902" y="1682"/>
                      <a:pt x="1975" y="1388"/>
                      <a:pt x="1975" y="1124"/>
                    </a:cubicBezTo>
                    <a:cubicBezTo>
                      <a:pt x="1975" y="808"/>
                      <a:pt x="1872" y="529"/>
                      <a:pt x="1777" y="331"/>
                    </a:cubicBezTo>
                    <a:cubicBezTo>
                      <a:pt x="1681" y="133"/>
                      <a:pt x="1579" y="8"/>
                      <a:pt x="1579" y="1"/>
                    </a:cubicBezTo>
                    <a:close/>
                  </a:path>
                </a:pathLst>
              </a:custGeom>
              <a:solidFill>
                <a:srgbClr val="F147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2896;p71">
                <a:extLst>
                  <a:ext uri="{FF2B5EF4-FFF2-40B4-BE49-F238E27FC236}">
                    <a16:creationId xmlns:a16="http://schemas.microsoft.com/office/drawing/2014/main" id="{0023CB39-EF16-C541-B3D8-472FC0BE3BD5}"/>
                  </a:ext>
                </a:extLst>
              </p:cNvPr>
              <p:cNvSpPr/>
              <p:nvPr/>
            </p:nvSpPr>
            <p:spPr>
              <a:xfrm>
                <a:off x="880750" y="3069625"/>
                <a:ext cx="95075" cy="55250"/>
              </a:xfrm>
              <a:custGeom>
                <a:avLst/>
                <a:gdLst/>
                <a:ahLst/>
                <a:cxnLst/>
                <a:rect l="l" t="t" r="r" b="b"/>
                <a:pathLst>
                  <a:path w="3803" h="2210" extrusionOk="0">
                    <a:moveTo>
                      <a:pt x="2386" y="0"/>
                    </a:moveTo>
                    <a:cubicBezTo>
                      <a:pt x="1946" y="0"/>
                      <a:pt x="1454" y="103"/>
                      <a:pt x="1021" y="426"/>
                    </a:cubicBezTo>
                    <a:cubicBezTo>
                      <a:pt x="588" y="756"/>
                      <a:pt x="214" y="1300"/>
                      <a:pt x="1" y="2166"/>
                    </a:cubicBezTo>
                    <a:lnTo>
                      <a:pt x="177" y="2210"/>
                    </a:lnTo>
                    <a:cubicBezTo>
                      <a:pt x="390" y="1373"/>
                      <a:pt x="735" y="874"/>
                      <a:pt x="1131" y="573"/>
                    </a:cubicBezTo>
                    <a:cubicBezTo>
                      <a:pt x="1527" y="279"/>
                      <a:pt x="1975" y="184"/>
                      <a:pt x="2386" y="184"/>
                    </a:cubicBezTo>
                    <a:cubicBezTo>
                      <a:pt x="2746" y="184"/>
                      <a:pt x="3084" y="257"/>
                      <a:pt x="3326" y="331"/>
                    </a:cubicBezTo>
                    <a:cubicBezTo>
                      <a:pt x="3451" y="367"/>
                      <a:pt x="3546" y="404"/>
                      <a:pt x="3619" y="433"/>
                    </a:cubicBezTo>
                    <a:cubicBezTo>
                      <a:pt x="3649" y="441"/>
                      <a:pt x="3678" y="455"/>
                      <a:pt x="3693" y="463"/>
                    </a:cubicBezTo>
                    <a:lnTo>
                      <a:pt x="3715" y="470"/>
                    </a:lnTo>
                    <a:lnTo>
                      <a:pt x="3722" y="477"/>
                    </a:lnTo>
                    <a:lnTo>
                      <a:pt x="3803" y="309"/>
                    </a:lnTo>
                    <a:cubicBezTo>
                      <a:pt x="3796" y="309"/>
                      <a:pt x="3157" y="0"/>
                      <a:pt x="238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2897;p71">
                <a:extLst>
                  <a:ext uri="{FF2B5EF4-FFF2-40B4-BE49-F238E27FC236}">
                    <a16:creationId xmlns:a16="http://schemas.microsoft.com/office/drawing/2014/main" id="{CD1EF37C-D98E-CF40-B8E4-F80E601BFCAC}"/>
                  </a:ext>
                </a:extLst>
              </p:cNvPr>
              <p:cNvSpPr/>
              <p:nvPr/>
            </p:nvSpPr>
            <p:spPr>
              <a:xfrm>
                <a:off x="893225" y="2939150"/>
                <a:ext cx="84275" cy="55075"/>
              </a:xfrm>
              <a:custGeom>
                <a:avLst/>
                <a:gdLst/>
                <a:ahLst/>
                <a:cxnLst/>
                <a:rect l="l" t="t" r="r" b="b"/>
                <a:pathLst>
                  <a:path w="3371" h="2203" extrusionOk="0">
                    <a:moveTo>
                      <a:pt x="2078" y="0"/>
                    </a:moveTo>
                    <a:cubicBezTo>
                      <a:pt x="1689" y="0"/>
                      <a:pt x="1263" y="103"/>
                      <a:pt x="882" y="433"/>
                    </a:cubicBezTo>
                    <a:cubicBezTo>
                      <a:pt x="507" y="764"/>
                      <a:pt x="192" y="1307"/>
                      <a:pt x="1" y="2158"/>
                    </a:cubicBezTo>
                    <a:lnTo>
                      <a:pt x="177" y="2202"/>
                    </a:lnTo>
                    <a:cubicBezTo>
                      <a:pt x="360" y="1366"/>
                      <a:pt x="669" y="867"/>
                      <a:pt x="1006" y="573"/>
                    </a:cubicBezTo>
                    <a:cubicBezTo>
                      <a:pt x="1344" y="279"/>
                      <a:pt x="1718" y="184"/>
                      <a:pt x="2078" y="184"/>
                    </a:cubicBezTo>
                    <a:cubicBezTo>
                      <a:pt x="2401" y="184"/>
                      <a:pt x="2702" y="265"/>
                      <a:pt x="2922" y="345"/>
                    </a:cubicBezTo>
                    <a:cubicBezTo>
                      <a:pt x="3032" y="382"/>
                      <a:pt x="3120" y="419"/>
                      <a:pt x="3187" y="456"/>
                    </a:cubicBezTo>
                    <a:cubicBezTo>
                      <a:pt x="3216" y="470"/>
                      <a:pt x="3238" y="478"/>
                      <a:pt x="3253" y="485"/>
                    </a:cubicBezTo>
                    <a:lnTo>
                      <a:pt x="3275" y="500"/>
                    </a:lnTo>
                    <a:lnTo>
                      <a:pt x="3370" y="345"/>
                    </a:lnTo>
                    <a:cubicBezTo>
                      <a:pt x="3363" y="338"/>
                      <a:pt x="2783" y="0"/>
                      <a:pt x="20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2898;p71">
                <a:extLst>
                  <a:ext uri="{FF2B5EF4-FFF2-40B4-BE49-F238E27FC236}">
                    <a16:creationId xmlns:a16="http://schemas.microsoft.com/office/drawing/2014/main" id="{C7DE1304-1F05-6D4F-8ED6-CE67D97785EF}"/>
                  </a:ext>
                </a:extLst>
              </p:cNvPr>
              <p:cNvSpPr/>
              <p:nvPr/>
            </p:nvSpPr>
            <p:spPr>
              <a:xfrm>
                <a:off x="885350" y="3181200"/>
                <a:ext cx="74525" cy="19650"/>
              </a:xfrm>
              <a:custGeom>
                <a:avLst/>
                <a:gdLst/>
                <a:ahLst/>
                <a:cxnLst/>
                <a:rect l="l" t="t" r="r" b="b"/>
                <a:pathLst>
                  <a:path w="2981" h="786" extrusionOk="0">
                    <a:moveTo>
                      <a:pt x="125" y="0"/>
                    </a:moveTo>
                    <a:lnTo>
                      <a:pt x="0" y="140"/>
                    </a:lnTo>
                    <a:cubicBezTo>
                      <a:pt x="580" y="661"/>
                      <a:pt x="1321" y="786"/>
                      <a:pt x="1916" y="786"/>
                    </a:cubicBezTo>
                    <a:cubicBezTo>
                      <a:pt x="2518" y="786"/>
                      <a:pt x="2973" y="661"/>
                      <a:pt x="2980" y="661"/>
                    </a:cubicBezTo>
                    <a:lnTo>
                      <a:pt x="2929" y="485"/>
                    </a:lnTo>
                    <a:cubicBezTo>
                      <a:pt x="2878" y="492"/>
                      <a:pt x="2459" y="602"/>
                      <a:pt x="1916" y="602"/>
                    </a:cubicBezTo>
                    <a:cubicBezTo>
                      <a:pt x="1343" y="602"/>
                      <a:pt x="653" y="485"/>
                      <a:pt x="125" y="0"/>
                    </a:cubicBezTo>
                    <a:close/>
                  </a:path>
                </a:pathLst>
              </a:custGeom>
              <a:solidFill>
                <a:srgbClr val="F147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2899;p71">
                <a:extLst>
                  <a:ext uri="{FF2B5EF4-FFF2-40B4-BE49-F238E27FC236}">
                    <a16:creationId xmlns:a16="http://schemas.microsoft.com/office/drawing/2014/main" id="{1B5AE0A5-879E-A042-A3C3-50A87FF4C29A}"/>
                  </a:ext>
                </a:extLst>
              </p:cNvPr>
              <p:cNvSpPr/>
              <p:nvPr/>
            </p:nvSpPr>
            <p:spPr>
              <a:xfrm>
                <a:off x="1048125" y="3065225"/>
                <a:ext cx="92675" cy="172525"/>
              </a:xfrm>
              <a:custGeom>
                <a:avLst/>
                <a:gdLst/>
                <a:ahLst/>
                <a:cxnLst/>
                <a:rect l="l" t="t" r="r" b="b"/>
                <a:pathLst>
                  <a:path w="3707" h="6901" extrusionOk="0">
                    <a:moveTo>
                      <a:pt x="88" y="0"/>
                    </a:moveTo>
                    <a:lnTo>
                      <a:pt x="0" y="162"/>
                    </a:lnTo>
                    <a:cubicBezTo>
                      <a:pt x="0" y="162"/>
                      <a:pt x="15" y="169"/>
                      <a:pt x="29" y="176"/>
                    </a:cubicBezTo>
                    <a:cubicBezTo>
                      <a:pt x="162" y="250"/>
                      <a:pt x="771" y="587"/>
                      <a:pt x="1343" y="1101"/>
                    </a:cubicBezTo>
                    <a:cubicBezTo>
                      <a:pt x="1630" y="1351"/>
                      <a:pt x="1901" y="1652"/>
                      <a:pt x="2107" y="1975"/>
                    </a:cubicBezTo>
                    <a:cubicBezTo>
                      <a:pt x="2305" y="2298"/>
                      <a:pt x="2437" y="2643"/>
                      <a:pt x="2437" y="3010"/>
                    </a:cubicBezTo>
                    <a:cubicBezTo>
                      <a:pt x="2437" y="3384"/>
                      <a:pt x="2298" y="3788"/>
                      <a:pt x="1938" y="4206"/>
                    </a:cubicBezTo>
                    <a:lnTo>
                      <a:pt x="1828" y="4331"/>
                    </a:lnTo>
                    <a:lnTo>
                      <a:pt x="1989" y="4360"/>
                    </a:lnTo>
                    <a:lnTo>
                      <a:pt x="1997" y="4360"/>
                    </a:lnTo>
                    <a:cubicBezTo>
                      <a:pt x="2033" y="4368"/>
                      <a:pt x="2422" y="4434"/>
                      <a:pt x="2797" y="4683"/>
                    </a:cubicBezTo>
                    <a:cubicBezTo>
                      <a:pt x="2980" y="4801"/>
                      <a:pt x="3164" y="4962"/>
                      <a:pt x="3296" y="5182"/>
                    </a:cubicBezTo>
                    <a:cubicBezTo>
                      <a:pt x="3428" y="5403"/>
                      <a:pt x="3523" y="5674"/>
                      <a:pt x="3523" y="6027"/>
                    </a:cubicBezTo>
                    <a:cubicBezTo>
                      <a:pt x="3523" y="6261"/>
                      <a:pt x="3479" y="6533"/>
                      <a:pt x="3384" y="6849"/>
                    </a:cubicBezTo>
                    <a:lnTo>
                      <a:pt x="3560" y="6900"/>
                    </a:lnTo>
                    <a:cubicBezTo>
                      <a:pt x="3663" y="6577"/>
                      <a:pt x="3707" y="6283"/>
                      <a:pt x="3707" y="6027"/>
                    </a:cubicBezTo>
                    <a:cubicBezTo>
                      <a:pt x="3707" y="5630"/>
                      <a:pt x="3597" y="5315"/>
                      <a:pt x="3435" y="5065"/>
                    </a:cubicBezTo>
                    <a:cubicBezTo>
                      <a:pt x="3200" y="4691"/>
                      <a:pt x="2841" y="4470"/>
                      <a:pt x="2547" y="4338"/>
                    </a:cubicBezTo>
                    <a:cubicBezTo>
                      <a:pt x="2396" y="4274"/>
                      <a:pt x="2262" y="4233"/>
                      <a:pt x="2166" y="4208"/>
                    </a:cubicBezTo>
                    <a:lnTo>
                      <a:pt x="2166" y="4208"/>
                    </a:lnTo>
                    <a:cubicBezTo>
                      <a:pt x="2486" y="3805"/>
                      <a:pt x="2621" y="3398"/>
                      <a:pt x="2621" y="3010"/>
                    </a:cubicBezTo>
                    <a:cubicBezTo>
                      <a:pt x="2621" y="2577"/>
                      <a:pt x="2459" y="2166"/>
                      <a:pt x="2217" y="1806"/>
                    </a:cubicBezTo>
                    <a:cubicBezTo>
                      <a:pt x="1857" y="1263"/>
                      <a:pt x="1329" y="815"/>
                      <a:pt x="888" y="499"/>
                    </a:cubicBezTo>
                    <a:cubicBezTo>
                      <a:pt x="440" y="184"/>
                      <a:pt x="88" y="0"/>
                      <a:pt x="88" y="0"/>
                    </a:cubicBezTo>
                    <a:close/>
                  </a:path>
                </a:pathLst>
              </a:custGeom>
              <a:solidFill>
                <a:srgbClr val="F147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2900;p71">
                <a:extLst>
                  <a:ext uri="{FF2B5EF4-FFF2-40B4-BE49-F238E27FC236}">
                    <a16:creationId xmlns:a16="http://schemas.microsoft.com/office/drawing/2014/main" id="{5C6923B7-F269-2944-8A5F-8D813E08CA4F}"/>
                  </a:ext>
                </a:extLst>
              </p:cNvPr>
              <p:cNvSpPr/>
              <p:nvPr/>
            </p:nvSpPr>
            <p:spPr>
              <a:xfrm>
                <a:off x="1041875" y="2966675"/>
                <a:ext cx="30850" cy="56725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2269" extrusionOk="0">
                    <a:moveTo>
                      <a:pt x="1160" y="0"/>
                    </a:moveTo>
                    <a:lnTo>
                      <a:pt x="984" y="67"/>
                    </a:lnTo>
                    <a:cubicBezTo>
                      <a:pt x="991" y="74"/>
                      <a:pt x="1050" y="243"/>
                      <a:pt x="1050" y="500"/>
                    </a:cubicBezTo>
                    <a:cubicBezTo>
                      <a:pt x="1050" y="705"/>
                      <a:pt x="1013" y="969"/>
                      <a:pt x="859" y="1248"/>
                    </a:cubicBezTo>
                    <a:cubicBezTo>
                      <a:pt x="705" y="1527"/>
                      <a:pt x="448" y="1828"/>
                      <a:pt x="0" y="2114"/>
                    </a:cubicBezTo>
                    <a:lnTo>
                      <a:pt x="96" y="2269"/>
                    </a:lnTo>
                    <a:cubicBezTo>
                      <a:pt x="566" y="1975"/>
                      <a:pt x="852" y="1645"/>
                      <a:pt x="1021" y="1336"/>
                    </a:cubicBezTo>
                    <a:cubicBezTo>
                      <a:pt x="1190" y="1021"/>
                      <a:pt x="1234" y="727"/>
                      <a:pt x="1234" y="500"/>
                    </a:cubicBezTo>
                    <a:cubicBezTo>
                      <a:pt x="1234" y="199"/>
                      <a:pt x="1160" y="8"/>
                      <a:pt x="1160" y="0"/>
                    </a:cubicBezTo>
                    <a:close/>
                  </a:path>
                </a:pathLst>
              </a:custGeom>
              <a:solidFill>
                <a:srgbClr val="F147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2901;p71">
                <a:extLst>
                  <a:ext uri="{FF2B5EF4-FFF2-40B4-BE49-F238E27FC236}">
                    <a16:creationId xmlns:a16="http://schemas.microsoft.com/office/drawing/2014/main" id="{C2EE0541-DD02-2945-A5DA-0CC3C9A54F26}"/>
                  </a:ext>
                </a:extLst>
              </p:cNvPr>
              <p:cNvSpPr/>
              <p:nvPr/>
            </p:nvSpPr>
            <p:spPr>
              <a:xfrm>
                <a:off x="936000" y="3031275"/>
                <a:ext cx="34525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1630" extrusionOk="0">
                    <a:moveTo>
                      <a:pt x="1255" y="0"/>
                    </a:moveTo>
                    <a:cubicBezTo>
                      <a:pt x="1108" y="0"/>
                      <a:pt x="844" y="44"/>
                      <a:pt x="595" y="264"/>
                    </a:cubicBezTo>
                    <a:cubicBezTo>
                      <a:pt x="345" y="492"/>
                      <a:pt x="110" y="896"/>
                      <a:pt x="0" y="1600"/>
                    </a:cubicBezTo>
                    <a:lnTo>
                      <a:pt x="184" y="1630"/>
                    </a:lnTo>
                    <a:cubicBezTo>
                      <a:pt x="294" y="954"/>
                      <a:pt x="507" y="595"/>
                      <a:pt x="719" y="404"/>
                    </a:cubicBezTo>
                    <a:cubicBezTo>
                      <a:pt x="925" y="213"/>
                      <a:pt x="1138" y="184"/>
                      <a:pt x="1255" y="184"/>
                    </a:cubicBezTo>
                    <a:cubicBezTo>
                      <a:pt x="1285" y="184"/>
                      <a:pt x="1307" y="184"/>
                      <a:pt x="1321" y="191"/>
                    </a:cubicBezTo>
                    <a:lnTo>
                      <a:pt x="1336" y="191"/>
                    </a:lnTo>
                    <a:lnTo>
                      <a:pt x="1380" y="15"/>
                    </a:lnTo>
                    <a:cubicBezTo>
                      <a:pt x="1373" y="8"/>
                      <a:pt x="1329" y="0"/>
                      <a:pt x="12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2902;p71">
                <a:extLst>
                  <a:ext uri="{FF2B5EF4-FFF2-40B4-BE49-F238E27FC236}">
                    <a16:creationId xmlns:a16="http://schemas.microsoft.com/office/drawing/2014/main" id="{1C4D4C1E-4CF8-3E48-8936-7DE1A60729AE}"/>
                  </a:ext>
                </a:extLst>
              </p:cNvPr>
              <p:cNvSpPr/>
              <p:nvPr/>
            </p:nvSpPr>
            <p:spPr>
              <a:xfrm>
                <a:off x="579425" y="2971625"/>
                <a:ext cx="604500" cy="336400"/>
              </a:xfrm>
              <a:custGeom>
                <a:avLst/>
                <a:gdLst/>
                <a:ahLst/>
                <a:cxnLst/>
                <a:rect l="l" t="t" r="r" b="b"/>
                <a:pathLst>
                  <a:path w="24180" h="13456" extrusionOk="0">
                    <a:moveTo>
                      <a:pt x="12362" y="8383"/>
                    </a:moveTo>
                    <a:cubicBezTo>
                      <a:pt x="12890" y="8868"/>
                      <a:pt x="13580" y="8985"/>
                      <a:pt x="14153" y="8985"/>
                    </a:cubicBezTo>
                    <a:cubicBezTo>
                      <a:pt x="14696" y="8985"/>
                      <a:pt x="15115" y="8875"/>
                      <a:pt x="15166" y="8868"/>
                    </a:cubicBezTo>
                    <a:lnTo>
                      <a:pt x="15217" y="9044"/>
                    </a:lnTo>
                    <a:cubicBezTo>
                      <a:pt x="15210" y="9044"/>
                      <a:pt x="14755" y="9169"/>
                      <a:pt x="14153" y="9169"/>
                    </a:cubicBezTo>
                    <a:cubicBezTo>
                      <a:pt x="13558" y="9169"/>
                      <a:pt x="12817" y="9044"/>
                      <a:pt x="12237" y="8523"/>
                    </a:cubicBezTo>
                    <a:lnTo>
                      <a:pt x="12362" y="8383"/>
                    </a:lnTo>
                    <a:close/>
                    <a:moveTo>
                      <a:pt x="18836" y="3744"/>
                    </a:moveTo>
                    <a:cubicBezTo>
                      <a:pt x="18836" y="3744"/>
                      <a:pt x="19188" y="3928"/>
                      <a:pt x="19636" y="4243"/>
                    </a:cubicBezTo>
                    <a:cubicBezTo>
                      <a:pt x="20077" y="4559"/>
                      <a:pt x="20605" y="5007"/>
                      <a:pt x="20965" y="5550"/>
                    </a:cubicBezTo>
                    <a:cubicBezTo>
                      <a:pt x="21207" y="5910"/>
                      <a:pt x="21369" y="6321"/>
                      <a:pt x="21369" y="6754"/>
                    </a:cubicBezTo>
                    <a:cubicBezTo>
                      <a:pt x="21369" y="7143"/>
                      <a:pt x="21236" y="7546"/>
                      <a:pt x="20921" y="7950"/>
                    </a:cubicBezTo>
                    <a:cubicBezTo>
                      <a:pt x="21016" y="7980"/>
                      <a:pt x="21148" y="8016"/>
                      <a:pt x="21295" y="8082"/>
                    </a:cubicBezTo>
                    <a:cubicBezTo>
                      <a:pt x="21589" y="8214"/>
                      <a:pt x="21948" y="8435"/>
                      <a:pt x="22183" y="8809"/>
                    </a:cubicBezTo>
                    <a:cubicBezTo>
                      <a:pt x="22345" y="9059"/>
                      <a:pt x="22455" y="9374"/>
                      <a:pt x="22455" y="9771"/>
                    </a:cubicBezTo>
                    <a:cubicBezTo>
                      <a:pt x="22455" y="10027"/>
                      <a:pt x="22411" y="10321"/>
                      <a:pt x="22308" y="10644"/>
                    </a:cubicBezTo>
                    <a:lnTo>
                      <a:pt x="22132" y="10593"/>
                    </a:lnTo>
                    <a:cubicBezTo>
                      <a:pt x="22227" y="10277"/>
                      <a:pt x="22271" y="10005"/>
                      <a:pt x="22271" y="9771"/>
                    </a:cubicBezTo>
                    <a:cubicBezTo>
                      <a:pt x="22271" y="9418"/>
                      <a:pt x="22176" y="9147"/>
                      <a:pt x="22044" y="8926"/>
                    </a:cubicBezTo>
                    <a:cubicBezTo>
                      <a:pt x="21912" y="8706"/>
                      <a:pt x="21728" y="8545"/>
                      <a:pt x="21545" y="8427"/>
                    </a:cubicBezTo>
                    <a:cubicBezTo>
                      <a:pt x="21170" y="8178"/>
                      <a:pt x="20781" y="8112"/>
                      <a:pt x="20745" y="8104"/>
                    </a:cubicBezTo>
                    <a:lnTo>
                      <a:pt x="20737" y="8104"/>
                    </a:lnTo>
                    <a:lnTo>
                      <a:pt x="20576" y="8075"/>
                    </a:lnTo>
                    <a:lnTo>
                      <a:pt x="20686" y="7950"/>
                    </a:lnTo>
                    <a:cubicBezTo>
                      <a:pt x="21046" y="7532"/>
                      <a:pt x="21185" y="7128"/>
                      <a:pt x="21185" y="6754"/>
                    </a:cubicBezTo>
                    <a:cubicBezTo>
                      <a:pt x="21185" y="6387"/>
                      <a:pt x="21053" y="6042"/>
                      <a:pt x="20855" y="5719"/>
                    </a:cubicBezTo>
                    <a:cubicBezTo>
                      <a:pt x="20649" y="5396"/>
                      <a:pt x="20378" y="5095"/>
                      <a:pt x="20091" y="4845"/>
                    </a:cubicBezTo>
                    <a:cubicBezTo>
                      <a:pt x="19519" y="4331"/>
                      <a:pt x="18910" y="3994"/>
                      <a:pt x="18777" y="3920"/>
                    </a:cubicBezTo>
                    <a:cubicBezTo>
                      <a:pt x="18763" y="3913"/>
                      <a:pt x="18748" y="3906"/>
                      <a:pt x="18748" y="3906"/>
                    </a:cubicBezTo>
                    <a:lnTo>
                      <a:pt x="18836" y="3744"/>
                    </a:lnTo>
                    <a:close/>
                    <a:moveTo>
                      <a:pt x="19827" y="1"/>
                    </a:moveTo>
                    <a:cubicBezTo>
                      <a:pt x="19798" y="52"/>
                      <a:pt x="19761" y="103"/>
                      <a:pt x="19732" y="162"/>
                    </a:cubicBezTo>
                    <a:cubicBezTo>
                      <a:pt x="19732" y="206"/>
                      <a:pt x="19732" y="250"/>
                      <a:pt x="19732" y="302"/>
                    </a:cubicBezTo>
                    <a:cubicBezTo>
                      <a:pt x="19732" y="529"/>
                      <a:pt x="19688" y="823"/>
                      <a:pt x="19519" y="1138"/>
                    </a:cubicBezTo>
                    <a:cubicBezTo>
                      <a:pt x="19350" y="1447"/>
                      <a:pt x="19064" y="1777"/>
                      <a:pt x="18594" y="2071"/>
                    </a:cubicBezTo>
                    <a:lnTo>
                      <a:pt x="18498" y="1916"/>
                    </a:lnTo>
                    <a:cubicBezTo>
                      <a:pt x="18946" y="1630"/>
                      <a:pt x="19203" y="1329"/>
                      <a:pt x="19357" y="1050"/>
                    </a:cubicBezTo>
                    <a:cubicBezTo>
                      <a:pt x="19475" y="830"/>
                      <a:pt x="19526" y="625"/>
                      <a:pt x="19541" y="441"/>
                    </a:cubicBezTo>
                    <a:lnTo>
                      <a:pt x="19541" y="441"/>
                    </a:lnTo>
                    <a:cubicBezTo>
                      <a:pt x="17552" y="3436"/>
                      <a:pt x="14938" y="5249"/>
                      <a:pt x="12259" y="6321"/>
                    </a:cubicBezTo>
                    <a:cubicBezTo>
                      <a:pt x="12289" y="6401"/>
                      <a:pt x="12311" y="6482"/>
                      <a:pt x="12333" y="6563"/>
                    </a:cubicBezTo>
                    <a:cubicBezTo>
                      <a:pt x="12391" y="6695"/>
                      <a:pt x="12465" y="6812"/>
                      <a:pt x="12509" y="6952"/>
                    </a:cubicBezTo>
                    <a:cubicBezTo>
                      <a:pt x="12553" y="7069"/>
                      <a:pt x="12582" y="7201"/>
                      <a:pt x="12582" y="7363"/>
                    </a:cubicBezTo>
                    <a:cubicBezTo>
                      <a:pt x="12582" y="7400"/>
                      <a:pt x="12582" y="7444"/>
                      <a:pt x="12575" y="7488"/>
                    </a:cubicBezTo>
                    <a:cubicBezTo>
                      <a:pt x="12545" y="7840"/>
                      <a:pt x="12413" y="8075"/>
                      <a:pt x="12267" y="8266"/>
                    </a:cubicBezTo>
                    <a:cubicBezTo>
                      <a:pt x="12120" y="8457"/>
                      <a:pt x="11958" y="8596"/>
                      <a:pt x="11863" y="8780"/>
                    </a:cubicBezTo>
                    <a:cubicBezTo>
                      <a:pt x="11789" y="8897"/>
                      <a:pt x="11745" y="9029"/>
                      <a:pt x="11738" y="9213"/>
                    </a:cubicBezTo>
                    <a:cubicBezTo>
                      <a:pt x="11738" y="9235"/>
                      <a:pt x="11738" y="9249"/>
                      <a:pt x="11738" y="9264"/>
                    </a:cubicBezTo>
                    <a:cubicBezTo>
                      <a:pt x="11738" y="9440"/>
                      <a:pt x="11775" y="9587"/>
                      <a:pt x="11841" y="9726"/>
                    </a:cubicBezTo>
                    <a:cubicBezTo>
                      <a:pt x="11900" y="9866"/>
                      <a:pt x="11988" y="10005"/>
                      <a:pt x="12083" y="10145"/>
                    </a:cubicBezTo>
                    <a:cubicBezTo>
                      <a:pt x="12267" y="10431"/>
                      <a:pt x="12465" y="10761"/>
                      <a:pt x="12479" y="11261"/>
                    </a:cubicBezTo>
                    <a:cubicBezTo>
                      <a:pt x="12479" y="11275"/>
                      <a:pt x="12479" y="11290"/>
                      <a:pt x="12479" y="11312"/>
                    </a:cubicBezTo>
                    <a:cubicBezTo>
                      <a:pt x="12479" y="11782"/>
                      <a:pt x="12311" y="12171"/>
                      <a:pt x="12171" y="12420"/>
                    </a:cubicBezTo>
                    <a:lnTo>
                      <a:pt x="12010" y="12332"/>
                    </a:lnTo>
                    <a:cubicBezTo>
                      <a:pt x="12142" y="12097"/>
                      <a:pt x="12296" y="11738"/>
                      <a:pt x="12296" y="11312"/>
                    </a:cubicBezTo>
                    <a:cubicBezTo>
                      <a:pt x="12296" y="11297"/>
                      <a:pt x="12296" y="11283"/>
                      <a:pt x="12296" y="11268"/>
                    </a:cubicBezTo>
                    <a:cubicBezTo>
                      <a:pt x="12281" y="10923"/>
                      <a:pt x="12186" y="10681"/>
                      <a:pt x="12061" y="10461"/>
                    </a:cubicBezTo>
                    <a:cubicBezTo>
                      <a:pt x="11936" y="10240"/>
                      <a:pt x="11782" y="10042"/>
                      <a:pt x="11672" y="9807"/>
                    </a:cubicBezTo>
                    <a:cubicBezTo>
                      <a:pt x="11599" y="9646"/>
                      <a:pt x="11555" y="9470"/>
                      <a:pt x="11555" y="9264"/>
                    </a:cubicBezTo>
                    <a:cubicBezTo>
                      <a:pt x="11555" y="9249"/>
                      <a:pt x="11555" y="9227"/>
                      <a:pt x="11555" y="9205"/>
                    </a:cubicBezTo>
                    <a:cubicBezTo>
                      <a:pt x="11555" y="9125"/>
                      <a:pt x="11569" y="9044"/>
                      <a:pt x="11584" y="8970"/>
                    </a:cubicBezTo>
                    <a:lnTo>
                      <a:pt x="11584" y="8970"/>
                    </a:lnTo>
                    <a:cubicBezTo>
                      <a:pt x="11063" y="9315"/>
                      <a:pt x="10454" y="9404"/>
                      <a:pt x="9954" y="9404"/>
                    </a:cubicBezTo>
                    <a:cubicBezTo>
                      <a:pt x="9352" y="9404"/>
                      <a:pt x="8897" y="9271"/>
                      <a:pt x="8890" y="9271"/>
                    </a:cubicBezTo>
                    <a:lnTo>
                      <a:pt x="8941" y="9095"/>
                    </a:lnTo>
                    <a:lnTo>
                      <a:pt x="8949" y="9095"/>
                    </a:lnTo>
                    <a:lnTo>
                      <a:pt x="8963" y="9103"/>
                    </a:lnTo>
                    <a:cubicBezTo>
                      <a:pt x="8971" y="9103"/>
                      <a:pt x="8993" y="9110"/>
                      <a:pt x="9015" y="9110"/>
                    </a:cubicBezTo>
                    <a:cubicBezTo>
                      <a:pt x="9066" y="9125"/>
                      <a:pt x="9140" y="9139"/>
                      <a:pt x="9228" y="9154"/>
                    </a:cubicBezTo>
                    <a:cubicBezTo>
                      <a:pt x="9411" y="9191"/>
                      <a:pt x="9668" y="9220"/>
                      <a:pt x="9954" y="9220"/>
                    </a:cubicBezTo>
                    <a:cubicBezTo>
                      <a:pt x="10527" y="9220"/>
                      <a:pt x="11217" y="9095"/>
                      <a:pt x="11738" y="8625"/>
                    </a:cubicBezTo>
                    <a:cubicBezTo>
                      <a:pt x="11767" y="8574"/>
                      <a:pt x="11804" y="8537"/>
                      <a:pt x="11833" y="8493"/>
                    </a:cubicBezTo>
                    <a:cubicBezTo>
                      <a:pt x="11980" y="8310"/>
                      <a:pt x="12134" y="8163"/>
                      <a:pt x="12245" y="7972"/>
                    </a:cubicBezTo>
                    <a:cubicBezTo>
                      <a:pt x="12318" y="7840"/>
                      <a:pt x="12377" y="7686"/>
                      <a:pt x="12391" y="7473"/>
                    </a:cubicBezTo>
                    <a:cubicBezTo>
                      <a:pt x="12399" y="7436"/>
                      <a:pt x="12399" y="7400"/>
                      <a:pt x="12399" y="7363"/>
                    </a:cubicBezTo>
                    <a:cubicBezTo>
                      <a:pt x="12399" y="7223"/>
                      <a:pt x="12377" y="7113"/>
                      <a:pt x="12340" y="7011"/>
                    </a:cubicBezTo>
                    <a:cubicBezTo>
                      <a:pt x="12303" y="6915"/>
                      <a:pt x="12252" y="6820"/>
                      <a:pt x="12193" y="6710"/>
                    </a:cubicBezTo>
                    <a:cubicBezTo>
                      <a:pt x="12149" y="6614"/>
                      <a:pt x="12105" y="6519"/>
                      <a:pt x="12061" y="6401"/>
                    </a:cubicBezTo>
                    <a:cubicBezTo>
                      <a:pt x="9360" y="7436"/>
                      <a:pt x="6600" y="7730"/>
                      <a:pt x="4339" y="7730"/>
                    </a:cubicBezTo>
                    <a:lnTo>
                      <a:pt x="3789" y="7730"/>
                    </a:lnTo>
                    <a:cubicBezTo>
                      <a:pt x="3899" y="7935"/>
                      <a:pt x="4060" y="8141"/>
                      <a:pt x="4295" y="8339"/>
                    </a:cubicBezTo>
                    <a:lnTo>
                      <a:pt x="4420" y="8449"/>
                    </a:lnTo>
                    <a:lnTo>
                      <a:pt x="4258" y="8501"/>
                    </a:lnTo>
                    <a:lnTo>
                      <a:pt x="4251" y="8501"/>
                    </a:lnTo>
                    <a:lnTo>
                      <a:pt x="4229" y="8508"/>
                    </a:lnTo>
                    <a:cubicBezTo>
                      <a:pt x="4207" y="8515"/>
                      <a:pt x="4178" y="8523"/>
                      <a:pt x="4141" y="8545"/>
                    </a:cubicBezTo>
                    <a:cubicBezTo>
                      <a:pt x="4067" y="8574"/>
                      <a:pt x="3965" y="8618"/>
                      <a:pt x="3847" y="8684"/>
                    </a:cubicBezTo>
                    <a:cubicBezTo>
                      <a:pt x="3620" y="8824"/>
                      <a:pt x="3348" y="9037"/>
                      <a:pt x="3165" y="9345"/>
                    </a:cubicBezTo>
                    <a:cubicBezTo>
                      <a:pt x="3047" y="9550"/>
                      <a:pt x="2966" y="9800"/>
                      <a:pt x="2966" y="10101"/>
                    </a:cubicBezTo>
                    <a:cubicBezTo>
                      <a:pt x="2966" y="10402"/>
                      <a:pt x="3047" y="10747"/>
                      <a:pt x="3245" y="11165"/>
                    </a:cubicBezTo>
                    <a:lnTo>
                      <a:pt x="3077" y="11239"/>
                    </a:lnTo>
                    <a:cubicBezTo>
                      <a:pt x="2871" y="10813"/>
                      <a:pt x="2783" y="10431"/>
                      <a:pt x="2783" y="10101"/>
                    </a:cubicBezTo>
                    <a:cubicBezTo>
                      <a:pt x="2783" y="9771"/>
                      <a:pt x="2871" y="9484"/>
                      <a:pt x="3010" y="9257"/>
                    </a:cubicBezTo>
                    <a:cubicBezTo>
                      <a:pt x="3143" y="9022"/>
                      <a:pt x="3319" y="8846"/>
                      <a:pt x="3495" y="8706"/>
                    </a:cubicBezTo>
                    <a:cubicBezTo>
                      <a:pt x="3715" y="8537"/>
                      <a:pt x="3928" y="8435"/>
                      <a:pt x="4060" y="8376"/>
                    </a:cubicBezTo>
                    <a:cubicBezTo>
                      <a:pt x="3840" y="8163"/>
                      <a:pt x="3686" y="7943"/>
                      <a:pt x="3583" y="7723"/>
                    </a:cubicBezTo>
                    <a:cubicBezTo>
                      <a:pt x="2320" y="7686"/>
                      <a:pt x="1256" y="7568"/>
                      <a:pt x="493" y="7451"/>
                    </a:cubicBezTo>
                    <a:cubicBezTo>
                      <a:pt x="214" y="7928"/>
                      <a:pt x="1" y="8508"/>
                      <a:pt x="1" y="9139"/>
                    </a:cubicBezTo>
                    <a:cubicBezTo>
                      <a:pt x="1" y="9991"/>
                      <a:pt x="397" y="11092"/>
                      <a:pt x="1352" y="11863"/>
                    </a:cubicBezTo>
                    <a:cubicBezTo>
                      <a:pt x="1396" y="11899"/>
                      <a:pt x="1447" y="11936"/>
                      <a:pt x="1491" y="11973"/>
                    </a:cubicBezTo>
                    <a:cubicBezTo>
                      <a:pt x="2152" y="12457"/>
                      <a:pt x="3054" y="12780"/>
                      <a:pt x="4244" y="12780"/>
                    </a:cubicBezTo>
                    <a:cubicBezTo>
                      <a:pt x="4787" y="12780"/>
                      <a:pt x="5381" y="12714"/>
                      <a:pt x="6049" y="12567"/>
                    </a:cubicBezTo>
                    <a:cubicBezTo>
                      <a:pt x="6049" y="12567"/>
                      <a:pt x="6607" y="12942"/>
                      <a:pt x="7466" y="13206"/>
                    </a:cubicBezTo>
                    <a:cubicBezTo>
                      <a:pt x="7473" y="13118"/>
                      <a:pt x="7510" y="12802"/>
                      <a:pt x="7650" y="12420"/>
                    </a:cubicBezTo>
                    <a:cubicBezTo>
                      <a:pt x="7657" y="12398"/>
                      <a:pt x="7672" y="12369"/>
                      <a:pt x="7679" y="12347"/>
                    </a:cubicBezTo>
                    <a:cubicBezTo>
                      <a:pt x="7694" y="12296"/>
                      <a:pt x="7701" y="12244"/>
                      <a:pt x="7701" y="12200"/>
                    </a:cubicBezTo>
                    <a:cubicBezTo>
                      <a:pt x="7701" y="12105"/>
                      <a:pt x="7679" y="12024"/>
                      <a:pt x="7635" y="11943"/>
                    </a:cubicBezTo>
                    <a:cubicBezTo>
                      <a:pt x="7598" y="11863"/>
                      <a:pt x="7539" y="11796"/>
                      <a:pt x="7481" y="11738"/>
                    </a:cubicBezTo>
                    <a:cubicBezTo>
                      <a:pt x="7378" y="11628"/>
                      <a:pt x="7268" y="11554"/>
                      <a:pt x="7246" y="11540"/>
                    </a:cubicBezTo>
                    <a:cubicBezTo>
                      <a:pt x="6732" y="11319"/>
                      <a:pt x="6402" y="11062"/>
                      <a:pt x="6196" y="10783"/>
                    </a:cubicBezTo>
                    <a:cubicBezTo>
                      <a:pt x="5991" y="10505"/>
                      <a:pt x="5910" y="10211"/>
                      <a:pt x="5910" y="9947"/>
                    </a:cubicBezTo>
                    <a:cubicBezTo>
                      <a:pt x="5917" y="9631"/>
                      <a:pt x="6013" y="9352"/>
                      <a:pt x="6108" y="9154"/>
                    </a:cubicBezTo>
                    <a:cubicBezTo>
                      <a:pt x="6211" y="8956"/>
                      <a:pt x="6306" y="8831"/>
                      <a:pt x="6306" y="8824"/>
                    </a:cubicBezTo>
                    <a:lnTo>
                      <a:pt x="6453" y="8941"/>
                    </a:lnTo>
                    <a:lnTo>
                      <a:pt x="6438" y="8956"/>
                    </a:lnTo>
                    <a:cubicBezTo>
                      <a:pt x="6431" y="8970"/>
                      <a:pt x="6416" y="8992"/>
                      <a:pt x="6402" y="9014"/>
                    </a:cubicBezTo>
                    <a:cubicBezTo>
                      <a:pt x="6365" y="9066"/>
                      <a:pt x="6321" y="9139"/>
                      <a:pt x="6277" y="9235"/>
                    </a:cubicBezTo>
                    <a:cubicBezTo>
                      <a:pt x="6189" y="9418"/>
                      <a:pt x="6093" y="9675"/>
                      <a:pt x="6093" y="9947"/>
                    </a:cubicBezTo>
                    <a:cubicBezTo>
                      <a:pt x="6101" y="10182"/>
                      <a:pt x="6159" y="10431"/>
                      <a:pt x="6343" y="10673"/>
                    </a:cubicBezTo>
                    <a:cubicBezTo>
                      <a:pt x="6519" y="10916"/>
                      <a:pt x="6827" y="11165"/>
                      <a:pt x="7319" y="11378"/>
                    </a:cubicBezTo>
                    <a:lnTo>
                      <a:pt x="7327" y="11378"/>
                    </a:lnTo>
                    <a:cubicBezTo>
                      <a:pt x="7334" y="11385"/>
                      <a:pt x="7407" y="11422"/>
                      <a:pt x="7503" y="11503"/>
                    </a:cubicBezTo>
                    <a:cubicBezTo>
                      <a:pt x="7598" y="11584"/>
                      <a:pt x="7716" y="11701"/>
                      <a:pt x="7796" y="11848"/>
                    </a:cubicBezTo>
                    <a:cubicBezTo>
                      <a:pt x="7818" y="11892"/>
                      <a:pt x="7833" y="11943"/>
                      <a:pt x="7855" y="11987"/>
                    </a:cubicBezTo>
                    <a:cubicBezTo>
                      <a:pt x="8039" y="11664"/>
                      <a:pt x="8310" y="11334"/>
                      <a:pt x="8714" y="11084"/>
                    </a:cubicBezTo>
                    <a:cubicBezTo>
                      <a:pt x="9103" y="10842"/>
                      <a:pt x="9617" y="10688"/>
                      <a:pt x="10277" y="10688"/>
                    </a:cubicBezTo>
                    <a:cubicBezTo>
                      <a:pt x="10461" y="10688"/>
                      <a:pt x="10652" y="10703"/>
                      <a:pt x="10865" y="10725"/>
                    </a:cubicBezTo>
                    <a:lnTo>
                      <a:pt x="10835" y="10908"/>
                    </a:lnTo>
                    <a:cubicBezTo>
                      <a:pt x="10637" y="10879"/>
                      <a:pt x="10454" y="10872"/>
                      <a:pt x="10277" y="10872"/>
                    </a:cubicBezTo>
                    <a:cubicBezTo>
                      <a:pt x="9668" y="10872"/>
                      <a:pt x="9206" y="11011"/>
                      <a:pt x="8846" y="11217"/>
                    </a:cubicBezTo>
                    <a:cubicBezTo>
                      <a:pt x="8486" y="11429"/>
                      <a:pt x="8237" y="11708"/>
                      <a:pt x="8061" y="11995"/>
                    </a:cubicBezTo>
                    <a:cubicBezTo>
                      <a:pt x="7708" y="12567"/>
                      <a:pt x="7650" y="13169"/>
                      <a:pt x="7650" y="13228"/>
                    </a:cubicBezTo>
                    <a:lnTo>
                      <a:pt x="7650" y="13235"/>
                    </a:lnTo>
                    <a:lnTo>
                      <a:pt x="7554" y="13228"/>
                    </a:lnTo>
                    <a:lnTo>
                      <a:pt x="7554" y="13228"/>
                    </a:lnTo>
                    <a:cubicBezTo>
                      <a:pt x="8002" y="13360"/>
                      <a:pt x="8516" y="13455"/>
                      <a:pt x="9081" y="13455"/>
                    </a:cubicBezTo>
                    <a:cubicBezTo>
                      <a:pt x="9837" y="13455"/>
                      <a:pt x="10666" y="13279"/>
                      <a:pt x="11496" y="12780"/>
                    </a:cubicBezTo>
                    <a:lnTo>
                      <a:pt x="12090" y="12376"/>
                    </a:lnTo>
                    <a:lnTo>
                      <a:pt x="12685" y="12780"/>
                    </a:lnTo>
                    <a:cubicBezTo>
                      <a:pt x="12817" y="12861"/>
                      <a:pt x="12949" y="12934"/>
                      <a:pt x="13081" y="13000"/>
                    </a:cubicBezTo>
                    <a:cubicBezTo>
                      <a:pt x="13177" y="13044"/>
                      <a:pt x="13272" y="13088"/>
                      <a:pt x="13368" y="13125"/>
                    </a:cubicBezTo>
                    <a:cubicBezTo>
                      <a:pt x="13962" y="13360"/>
                      <a:pt x="14549" y="13455"/>
                      <a:pt x="15100" y="13455"/>
                    </a:cubicBezTo>
                    <a:cubicBezTo>
                      <a:pt x="16223" y="13455"/>
                      <a:pt x="17185" y="13074"/>
                      <a:pt x="17706" y="12809"/>
                    </a:cubicBezTo>
                    <a:lnTo>
                      <a:pt x="17662" y="12809"/>
                    </a:lnTo>
                    <a:lnTo>
                      <a:pt x="17654" y="12795"/>
                    </a:lnTo>
                    <a:cubicBezTo>
                      <a:pt x="17654" y="12787"/>
                      <a:pt x="17654" y="12773"/>
                      <a:pt x="17654" y="12751"/>
                    </a:cubicBezTo>
                    <a:cubicBezTo>
                      <a:pt x="17647" y="12714"/>
                      <a:pt x="17640" y="12663"/>
                      <a:pt x="17632" y="12597"/>
                    </a:cubicBezTo>
                    <a:cubicBezTo>
                      <a:pt x="17603" y="12457"/>
                      <a:pt x="17559" y="12274"/>
                      <a:pt x="17485" y="12061"/>
                    </a:cubicBezTo>
                    <a:cubicBezTo>
                      <a:pt x="17331" y="11642"/>
                      <a:pt x="17038" y="11143"/>
                      <a:pt x="16495" y="10813"/>
                    </a:cubicBezTo>
                    <a:cubicBezTo>
                      <a:pt x="16135" y="10593"/>
                      <a:pt x="15658" y="10446"/>
                      <a:pt x="15026" y="10446"/>
                    </a:cubicBezTo>
                    <a:cubicBezTo>
                      <a:pt x="14850" y="10446"/>
                      <a:pt x="14667" y="10461"/>
                      <a:pt x="14469" y="10483"/>
                    </a:cubicBezTo>
                    <a:lnTo>
                      <a:pt x="14447" y="10299"/>
                    </a:lnTo>
                    <a:cubicBezTo>
                      <a:pt x="14652" y="10277"/>
                      <a:pt x="14843" y="10262"/>
                      <a:pt x="15026" y="10262"/>
                    </a:cubicBezTo>
                    <a:cubicBezTo>
                      <a:pt x="15687" y="10262"/>
                      <a:pt x="16201" y="10416"/>
                      <a:pt x="16590" y="10659"/>
                    </a:cubicBezTo>
                    <a:cubicBezTo>
                      <a:pt x="16986" y="10901"/>
                      <a:pt x="17251" y="11217"/>
                      <a:pt x="17434" y="11532"/>
                    </a:cubicBezTo>
                    <a:cubicBezTo>
                      <a:pt x="17441" y="11540"/>
                      <a:pt x="17449" y="11554"/>
                      <a:pt x="17456" y="11562"/>
                    </a:cubicBezTo>
                    <a:cubicBezTo>
                      <a:pt x="17471" y="11518"/>
                      <a:pt x="17493" y="11466"/>
                      <a:pt x="17515" y="11429"/>
                    </a:cubicBezTo>
                    <a:cubicBezTo>
                      <a:pt x="17566" y="11327"/>
                      <a:pt x="17632" y="11239"/>
                      <a:pt x="17706" y="11173"/>
                    </a:cubicBezTo>
                    <a:cubicBezTo>
                      <a:pt x="17838" y="11033"/>
                      <a:pt x="17970" y="10960"/>
                      <a:pt x="17977" y="10952"/>
                    </a:cubicBezTo>
                    <a:lnTo>
                      <a:pt x="17985" y="10952"/>
                    </a:lnTo>
                    <a:cubicBezTo>
                      <a:pt x="18476" y="10739"/>
                      <a:pt x="18785" y="10497"/>
                      <a:pt x="18968" y="10248"/>
                    </a:cubicBezTo>
                    <a:cubicBezTo>
                      <a:pt x="19144" y="10005"/>
                      <a:pt x="19210" y="9756"/>
                      <a:pt x="19210" y="9521"/>
                    </a:cubicBezTo>
                    <a:cubicBezTo>
                      <a:pt x="19210" y="8992"/>
                      <a:pt x="18873" y="8537"/>
                      <a:pt x="18851" y="8515"/>
                    </a:cubicBezTo>
                    <a:lnTo>
                      <a:pt x="18998" y="8398"/>
                    </a:lnTo>
                    <a:cubicBezTo>
                      <a:pt x="18998" y="8405"/>
                      <a:pt x="19100" y="8530"/>
                      <a:pt x="19196" y="8728"/>
                    </a:cubicBezTo>
                    <a:cubicBezTo>
                      <a:pt x="19291" y="8926"/>
                      <a:pt x="19394" y="9205"/>
                      <a:pt x="19394" y="9521"/>
                    </a:cubicBezTo>
                    <a:cubicBezTo>
                      <a:pt x="19394" y="9785"/>
                      <a:pt x="19321" y="10079"/>
                      <a:pt x="19115" y="10358"/>
                    </a:cubicBezTo>
                    <a:cubicBezTo>
                      <a:pt x="18910" y="10637"/>
                      <a:pt x="18572" y="10894"/>
                      <a:pt x="18065" y="11114"/>
                    </a:cubicBezTo>
                    <a:lnTo>
                      <a:pt x="18058" y="11121"/>
                    </a:lnTo>
                    <a:cubicBezTo>
                      <a:pt x="18051" y="11128"/>
                      <a:pt x="18043" y="11128"/>
                      <a:pt x="18029" y="11143"/>
                    </a:cubicBezTo>
                    <a:cubicBezTo>
                      <a:pt x="17999" y="11158"/>
                      <a:pt x="17963" y="11187"/>
                      <a:pt x="17919" y="11224"/>
                    </a:cubicBezTo>
                    <a:cubicBezTo>
                      <a:pt x="17838" y="11290"/>
                      <a:pt x="17735" y="11393"/>
                      <a:pt x="17676" y="11510"/>
                    </a:cubicBezTo>
                    <a:cubicBezTo>
                      <a:pt x="17632" y="11591"/>
                      <a:pt x="17603" y="11679"/>
                      <a:pt x="17603" y="11774"/>
                    </a:cubicBezTo>
                    <a:cubicBezTo>
                      <a:pt x="17603" y="11818"/>
                      <a:pt x="17610" y="11870"/>
                      <a:pt x="17625" y="11921"/>
                    </a:cubicBezTo>
                    <a:cubicBezTo>
                      <a:pt x="17779" y="12296"/>
                      <a:pt x="17823" y="12611"/>
                      <a:pt x="17838" y="12736"/>
                    </a:cubicBezTo>
                    <a:cubicBezTo>
                      <a:pt x="18029" y="12633"/>
                      <a:pt x="18139" y="12567"/>
                      <a:pt x="18139" y="12567"/>
                    </a:cubicBezTo>
                    <a:cubicBezTo>
                      <a:pt x="18799" y="12714"/>
                      <a:pt x="19394" y="12780"/>
                      <a:pt x="19937" y="12780"/>
                    </a:cubicBezTo>
                    <a:cubicBezTo>
                      <a:pt x="20466" y="12780"/>
                      <a:pt x="20935" y="12721"/>
                      <a:pt x="21354" y="12604"/>
                    </a:cubicBezTo>
                    <a:cubicBezTo>
                      <a:pt x="21420" y="12589"/>
                      <a:pt x="21486" y="12567"/>
                      <a:pt x="21552" y="12545"/>
                    </a:cubicBezTo>
                    <a:cubicBezTo>
                      <a:pt x="23431" y="11943"/>
                      <a:pt x="24180" y="10306"/>
                      <a:pt x="24180" y="9139"/>
                    </a:cubicBezTo>
                    <a:cubicBezTo>
                      <a:pt x="24180" y="7422"/>
                      <a:pt x="22572" y="6115"/>
                      <a:pt x="22572" y="6115"/>
                    </a:cubicBezTo>
                    <a:cubicBezTo>
                      <a:pt x="22682" y="5829"/>
                      <a:pt x="22726" y="5565"/>
                      <a:pt x="22726" y="5308"/>
                    </a:cubicBezTo>
                    <a:cubicBezTo>
                      <a:pt x="22726" y="3950"/>
                      <a:pt x="21361" y="3091"/>
                      <a:pt x="21361" y="3091"/>
                    </a:cubicBezTo>
                    <a:cubicBezTo>
                      <a:pt x="21427" y="2885"/>
                      <a:pt x="21479" y="2628"/>
                      <a:pt x="21479" y="2335"/>
                    </a:cubicBezTo>
                    <a:cubicBezTo>
                      <a:pt x="21479" y="2203"/>
                      <a:pt x="21471" y="2071"/>
                      <a:pt x="21449" y="1931"/>
                    </a:cubicBezTo>
                    <a:cubicBezTo>
                      <a:pt x="21258" y="896"/>
                      <a:pt x="20392" y="294"/>
                      <a:pt x="19827" y="1"/>
                    </a:cubicBezTo>
                    <a:close/>
                  </a:path>
                </a:pathLst>
              </a:custGeom>
              <a:solidFill>
                <a:srgbClr val="C4BFFA">
                  <a:alpha val="5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2903;p71">
                <a:extLst>
                  <a:ext uri="{FF2B5EF4-FFF2-40B4-BE49-F238E27FC236}">
                    <a16:creationId xmlns:a16="http://schemas.microsoft.com/office/drawing/2014/main" id="{A6DD6022-1AB2-2140-B12E-E1BFCC665953}"/>
                  </a:ext>
                </a:extLst>
              </p:cNvPr>
              <p:cNvSpPr/>
              <p:nvPr/>
            </p:nvSpPr>
            <p:spPr>
              <a:xfrm>
                <a:off x="868275" y="3131275"/>
                <a:ext cx="25725" cy="150875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6035" extrusionOk="0">
                    <a:moveTo>
                      <a:pt x="188" y="2233"/>
                    </a:moveTo>
                    <a:lnTo>
                      <a:pt x="188" y="2233"/>
                    </a:lnTo>
                    <a:cubicBezTo>
                      <a:pt x="186" y="2234"/>
                      <a:pt x="184" y="2236"/>
                      <a:pt x="184" y="2239"/>
                    </a:cubicBezTo>
                    <a:cubicBezTo>
                      <a:pt x="185" y="2237"/>
                      <a:pt x="187" y="2235"/>
                      <a:pt x="188" y="2233"/>
                    </a:cubicBezTo>
                    <a:close/>
                    <a:moveTo>
                      <a:pt x="536" y="1"/>
                    </a:moveTo>
                    <a:cubicBezTo>
                      <a:pt x="529" y="8"/>
                      <a:pt x="514" y="8"/>
                      <a:pt x="507" y="15"/>
                    </a:cubicBezTo>
                    <a:cubicBezTo>
                      <a:pt x="551" y="133"/>
                      <a:pt x="595" y="228"/>
                      <a:pt x="639" y="324"/>
                    </a:cubicBezTo>
                    <a:cubicBezTo>
                      <a:pt x="698" y="434"/>
                      <a:pt x="749" y="529"/>
                      <a:pt x="786" y="625"/>
                    </a:cubicBezTo>
                    <a:cubicBezTo>
                      <a:pt x="823" y="727"/>
                      <a:pt x="845" y="837"/>
                      <a:pt x="845" y="977"/>
                    </a:cubicBezTo>
                    <a:cubicBezTo>
                      <a:pt x="845" y="1014"/>
                      <a:pt x="845" y="1050"/>
                      <a:pt x="837" y="1087"/>
                    </a:cubicBezTo>
                    <a:cubicBezTo>
                      <a:pt x="823" y="1300"/>
                      <a:pt x="764" y="1454"/>
                      <a:pt x="691" y="1586"/>
                    </a:cubicBezTo>
                    <a:cubicBezTo>
                      <a:pt x="580" y="1777"/>
                      <a:pt x="426" y="1924"/>
                      <a:pt x="279" y="2107"/>
                    </a:cubicBezTo>
                    <a:cubicBezTo>
                      <a:pt x="251" y="2149"/>
                      <a:pt x="217" y="2185"/>
                      <a:pt x="188" y="2233"/>
                    </a:cubicBezTo>
                    <a:lnTo>
                      <a:pt x="188" y="2233"/>
                    </a:lnTo>
                    <a:cubicBezTo>
                      <a:pt x="190" y="2232"/>
                      <a:pt x="191" y="2232"/>
                      <a:pt x="191" y="2232"/>
                    </a:cubicBezTo>
                    <a:lnTo>
                      <a:pt x="316" y="2364"/>
                    </a:lnTo>
                    <a:cubicBezTo>
                      <a:pt x="228" y="2452"/>
                      <a:pt x="133" y="2518"/>
                      <a:pt x="30" y="2584"/>
                    </a:cubicBezTo>
                    <a:cubicBezTo>
                      <a:pt x="15" y="2658"/>
                      <a:pt x="1" y="2739"/>
                      <a:pt x="1" y="2819"/>
                    </a:cubicBezTo>
                    <a:cubicBezTo>
                      <a:pt x="1" y="2841"/>
                      <a:pt x="1" y="2863"/>
                      <a:pt x="1" y="2878"/>
                    </a:cubicBezTo>
                    <a:cubicBezTo>
                      <a:pt x="1" y="3084"/>
                      <a:pt x="45" y="3260"/>
                      <a:pt x="118" y="3421"/>
                    </a:cubicBezTo>
                    <a:cubicBezTo>
                      <a:pt x="228" y="3656"/>
                      <a:pt x="382" y="3854"/>
                      <a:pt x="507" y="4075"/>
                    </a:cubicBezTo>
                    <a:cubicBezTo>
                      <a:pt x="632" y="4295"/>
                      <a:pt x="727" y="4537"/>
                      <a:pt x="742" y="4882"/>
                    </a:cubicBezTo>
                    <a:cubicBezTo>
                      <a:pt x="742" y="4897"/>
                      <a:pt x="742" y="4911"/>
                      <a:pt x="742" y="4926"/>
                    </a:cubicBezTo>
                    <a:cubicBezTo>
                      <a:pt x="742" y="5352"/>
                      <a:pt x="588" y="5711"/>
                      <a:pt x="456" y="5946"/>
                    </a:cubicBezTo>
                    <a:lnTo>
                      <a:pt x="617" y="6034"/>
                    </a:lnTo>
                    <a:cubicBezTo>
                      <a:pt x="757" y="5785"/>
                      <a:pt x="925" y="5396"/>
                      <a:pt x="925" y="4926"/>
                    </a:cubicBezTo>
                    <a:cubicBezTo>
                      <a:pt x="925" y="4904"/>
                      <a:pt x="925" y="4889"/>
                      <a:pt x="925" y="4875"/>
                    </a:cubicBezTo>
                    <a:cubicBezTo>
                      <a:pt x="911" y="4375"/>
                      <a:pt x="713" y="4045"/>
                      <a:pt x="529" y="3759"/>
                    </a:cubicBezTo>
                    <a:cubicBezTo>
                      <a:pt x="434" y="3619"/>
                      <a:pt x="346" y="3480"/>
                      <a:pt x="287" y="3340"/>
                    </a:cubicBezTo>
                    <a:cubicBezTo>
                      <a:pt x="221" y="3201"/>
                      <a:pt x="184" y="3054"/>
                      <a:pt x="184" y="2878"/>
                    </a:cubicBezTo>
                    <a:cubicBezTo>
                      <a:pt x="184" y="2863"/>
                      <a:pt x="184" y="2849"/>
                      <a:pt x="184" y="2827"/>
                    </a:cubicBezTo>
                    <a:cubicBezTo>
                      <a:pt x="191" y="2643"/>
                      <a:pt x="235" y="2511"/>
                      <a:pt x="309" y="2394"/>
                    </a:cubicBezTo>
                    <a:cubicBezTo>
                      <a:pt x="404" y="2210"/>
                      <a:pt x="566" y="2071"/>
                      <a:pt x="713" y="1880"/>
                    </a:cubicBezTo>
                    <a:cubicBezTo>
                      <a:pt x="859" y="1689"/>
                      <a:pt x="991" y="1454"/>
                      <a:pt x="1021" y="1102"/>
                    </a:cubicBezTo>
                    <a:cubicBezTo>
                      <a:pt x="1028" y="1058"/>
                      <a:pt x="1028" y="1014"/>
                      <a:pt x="1028" y="977"/>
                    </a:cubicBezTo>
                    <a:cubicBezTo>
                      <a:pt x="1028" y="815"/>
                      <a:pt x="999" y="683"/>
                      <a:pt x="955" y="566"/>
                    </a:cubicBezTo>
                    <a:cubicBezTo>
                      <a:pt x="911" y="426"/>
                      <a:pt x="837" y="309"/>
                      <a:pt x="779" y="177"/>
                    </a:cubicBezTo>
                    <a:cubicBezTo>
                      <a:pt x="779" y="184"/>
                      <a:pt x="779" y="184"/>
                      <a:pt x="779" y="184"/>
                    </a:cubicBezTo>
                    <a:lnTo>
                      <a:pt x="602" y="236"/>
                    </a:lnTo>
                    <a:cubicBezTo>
                      <a:pt x="580" y="155"/>
                      <a:pt x="558" y="74"/>
                      <a:pt x="5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2904;p71">
                <a:extLst>
                  <a:ext uri="{FF2B5EF4-FFF2-40B4-BE49-F238E27FC236}">
                    <a16:creationId xmlns:a16="http://schemas.microsoft.com/office/drawing/2014/main" id="{7330910B-B275-5144-85DC-E473CE58FBD6}"/>
                  </a:ext>
                </a:extLst>
              </p:cNvPr>
              <p:cNvSpPr/>
              <p:nvPr/>
            </p:nvSpPr>
            <p:spPr>
              <a:xfrm>
                <a:off x="766075" y="3238825"/>
                <a:ext cx="84975" cy="63700"/>
              </a:xfrm>
              <a:custGeom>
                <a:avLst/>
                <a:gdLst/>
                <a:ahLst/>
                <a:cxnLst/>
                <a:rect l="l" t="t" r="r" b="b"/>
                <a:pathLst>
                  <a:path w="3399" h="2548" extrusionOk="0">
                    <a:moveTo>
                      <a:pt x="2811" y="0"/>
                    </a:moveTo>
                    <a:cubicBezTo>
                      <a:pt x="2151" y="0"/>
                      <a:pt x="1637" y="154"/>
                      <a:pt x="1248" y="396"/>
                    </a:cubicBezTo>
                    <a:cubicBezTo>
                      <a:pt x="844" y="646"/>
                      <a:pt x="573" y="976"/>
                      <a:pt x="389" y="1299"/>
                    </a:cubicBezTo>
                    <a:cubicBezTo>
                      <a:pt x="404" y="1365"/>
                      <a:pt x="418" y="1439"/>
                      <a:pt x="418" y="1512"/>
                    </a:cubicBezTo>
                    <a:cubicBezTo>
                      <a:pt x="418" y="1575"/>
                      <a:pt x="412" y="1637"/>
                      <a:pt x="392" y="1706"/>
                    </a:cubicBezTo>
                    <a:lnTo>
                      <a:pt x="392" y="1706"/>
                    </a:lnTo>
                    <a:cubicBezTo>
                      <a:pt x="446" y="1576"/>
                      <a:pt x="512" y="1441"/>
                      <a:pt x="595" y="1307"/>
                    </a:cubicBezTo>
                    <a:cubicBezTo>
                      <a:pt x="771" y="1020"/>
                      <a:pt x="1020" y="741"/>
                      <a:pt x="1380" y="529"/>
                    </a:cubicBezTo>
                    <a:cubicBezTo>
                      <a:pt x="1740" y="323"/>
                      <a:pt x="2202" y="184"/>
                      <a:pt x="2811" y="184"/>
                    </a:cubicBezTo>
                    <a:cubicBezTo>
                      <a:pt x="2988" y="184"/>
                      <a:pt x="3171" y="191"/>
                      <a:pt x="3369" y="220"/>
                    </a:cubicBezTo>
                    <a:lnTo>
                      <a:pt x="3399" y="37"/>
                    </a:lnTo>
                    <a:cubicBezTo>
                      <a:pt x="3186" y="15"/>
                      <a:pt x="2995" y="0"/>
                      <a:pt x="2811" y="0"/>
                    </a:cubicBezTo>
                    <a:close/>
                    <a:moveTo>
                      <a:pt x="392" y="1706"/>
                    </a:moveTo>
                    <a:lnTo>
                      <a:pt x="392" y="1706"/>
                    </a:lnTo>
                    <a:cubicBezTo>
                      <a:pt x="391" y="1710"/>
                      <a:pt x="389" y="1714"/>
                      <a:pt x="388" y="1717"/>
                    </a:cubicBezTo>
                    <a:lnTo>
                      <a:pt x="388" y="1717"/>
                    </a:lnTo>
                    <a:lnTo>
                      <a:pt x="389" y="1718"/>
                    </a:lnTo>
                    <a:cubicBezTo>
                      <a:pt x="390" y="1714"/>
                      <a:pt x="391" y="1710"/>
                      <a:pt x="392" y="1706"/>
                    </a:cubicBezTo>
                    <a:close/>
                    <a:moveTo>
                      <a:pt x="213" y="1659"/>
                    </a:moveTo>
                    <a:cubicBezTo>
                      <a:pt x="206" y="1681"/>
                      <a:pt x="191" y="1710"/>
                      <a:pt x="184" y="1732"/>
                    </a:cubicBezTo>
                    <a:cubicBezTo>
                      <a:pt x="44" y="2114"/>
                      <a:pt x="7" y="2430"/>
                      <a:pt x="0" y="2518"/>
                    </a:cubicBezTo>
                    <a:cubicBezTo>
                      <a:pt x="29" y="2525"/>
                      <a:pt x="59" y="2532"/>
                      <a:pt x="88" y="2540"/>
                    </a:cubicBezTo>
                    <a:lnTo>
                      <a:pt x="184" y="2547"/>
                    </a:lnTo>
                    <a:lnTo>
                      <a:pt x="184" y="2540"/>
                    </a:lnTo>
                    <a:cubicBezTo>
                      <a:pt x="184" y="2495"/>
                      <a:pt x="217" y="2138"/>
                      <a:pt x="388" y="1717"/>
                    </a:cubicBezTo>
                    <a:lnTo>
                      <a:pt x="388" y="1717"/>
                    </a:lnTo>
                    <a:lnTo>
                      <a:pt x="213" y="1666"/>
                    </a:lnTo>
                    <a:cubicBezTo>
                      <a:pt x="213" y="1666"/>
                      <a:pt x="213" y="1659"/>
                      <a:pt x="213" y="165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2905;p71">
                <a:extLst>
                  <a:ext uri="{FF2B5EF4-FFF2-40B4-BE49-F238E27FC236}">
                    <a16:creationId xmlns:a16="http://schemas.microsoft.com/office/drawing/2014/main" id="{F55E2D1C-9FF9-E644-83B6-1B8E2BE8BE49}"/>
                  </a:ext>
                </a:extLst>
              </p:cNvPr>
              <p:cNvSpPr/>
              <p:nvPr/>
            </p:nvSpPr>
            <p:spPr>
              <a:xfrm>
                <a:off x="727150" y="3192200"/>
                <a:ext cx="49400" cy="89575"/>
              </a:xfrm>
              <a:custGeom>
                <a:avLst/>
                <a:gdLst/>
                <a:ahLst/>
                <a:cxnLst/>
                <a:rect l="l" t="t" r="r" b="b"/>
                <a:pathLst>
                  <a:path w="1976" h="3583" extrusionOk="0">
                    <a:moveTo>
                      <a:pt x="397" y="1"/>
                    </a:moveTo>
                    <a:cubicBezTo>
                      <a:pt x="397" y="8"/>
                      <a:pt x="302" y="133"/>
                      <a:pt x="199" y="331"/>
                    </a:cubicBezTo>
                    <a:cubicBezTo>
                      <a:pt x="104" y="529"/>
                      <a:pt x="8" y="808"/>
                      <a:pt x="1" y="1124"/>
                    </a:cubicBezTo>
                    <a:cubicBezTo>
                      <a:pt x="1" y="1388"/>
                      <a:pt x="82" y="1682"/>
                      <a:pt x="287" y="1960"/>
                    </a:cubicBezTo>
                    <a:cubicBezTo>
                      <a:pt x="493" y="2239"/>
                      <a:pt x="823" y="2496"/>
                      <a:pt x="1337" y="2717"/>
                    </a:cubicBezTo>
                    <a:cubicBezTo>
                      <a:pt x="1359" y="2731"/>
                      <a:pt x="1469" y="2805"/>
                      <a:pt x="1572" y="2915"/>
                    </a:cubicBezTo>
                    <a:cubicBezTo>
                      <a:pt x="1630" y="2973"/>
                      <a:pt x="1689" y="3040"/>
                      <a:pt x="1726" y="3120"/>
                    </a:cubicBezTo>
                    <a:cubicBezTo>
                      <a:pt x="1770" y="3201"/>
                      <a:pt x="1792" y="3282"/>
                      <a:pt x="1792" y="3377"/>
                    </a:cubicBezTo>
                    <a:cubicBezTo>
                      <a:pt x="1792" y="3421"/>
                      <a:pt x="1785" y="3473"/>
                      <a:pt x="1770" y="3524"/>
                    </a:cubicBezTo>
                    <a:cubicBezTo>
                      <a:pt x="1770" y="3524"/>
                      <a:pt x="1770" y="3531"/>
                      <a:pt x="1770" y="3531"/>
                    </a:cubicBezTo>
                    <a:lnTo>
                      <a:pt x="1946" y="3583"/>
                    </a:lnTo>
                    <a:cubicBezTo>
                      <a:pt x="1968" y="3509"/>
                      <a:pt x="1975" y="3443"/>
                      <a:pt x="1975" y="3377"/>
                    </a:cubicBezTo>
                    <a:cubicBezTo>
                      <a:pt x="1975" y="3304"/>
                      <a:pt x="1961" y="3230"/>
                      <a:pt x="1946" y="3164"/>
                    </a:cubicBezTo>
                    <a:cubicBezTo>
                      <a:pt x="1924" y="3120"/>
                      <a:pt x="1909" y="3069"/>
                      <a:pt x="1887" y="3025"/>
                    </a:cubicBezTo>
                    <a:cubicBezTo>
                      <a:pt x="1807" y="2878"/>
                      <a:pt x="1689" y="2761"/>
                      <a:pt x="1594" y="2680"/>
                    </a:cubicBezTo>
                    <a:cubicBezTo>
                      <a:pt x="1498" y="2599"/>
                      <a:pt x="1425" y="2562"/>
                      <a:pt x="1418" y="2555"/>
                    </a:cubicBezTo>
                    <a:lnTo>
                      <a:pt x="1410" y="2555"/>
                    </a:lnTo>
                    <a:cubicBezTo>
                      <a:pt x="918" y="2342"/>
                      <a:pt x="610" y="2093"/>
                      <a:pt x="434" y="1850"/>
                    </a:cubicBezTo>
                    <a:cubicBezTo>
                      <a:pt x="250" y="1608"/>
                      <a:pt x="192" y="1359"/>
                      <a:pt x="184" y="1124"/>
                    </a:cubicBezTo>
                    <a:cubicBezTo>
                      <a:pt x="184" y="852"/>
                      <a:pt x="280" y="595"/>
                      <a:pt x="368" y="412"/>
                    </a:cubicBezTo>
                    <a:cubicBezTo>
                      <a:pt x="412" y="316"/>
                      <a:pt x="456" y="243"/>
                      <a:pt x="493" y="191"/>
                    </a:cubicBezTo>
                    <a:cubicBezTo>
                      <a:pt x="507" y="169"/>
                      <a:pt x="522" y="147"/>
                      <a:pt x="529" y="133"/>
                    </a:cubicBezTo>
                    <a:lnTo>
                      <a:pt x="544" y="118"/>
                    </a:lnTo>
                    <a:lnTo>
                      <a:pt x="39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2906;p71">
                <a:extLst>
                  <a:ext uri="{FF2B5EF4-FFF2-40B4-BE49-F238E27FC236}">
                    <a16:creationId xmlns:a16="http://schemas.microsoft.com/office/drawing/2014/main" id="{0FD4B6AD-C908-7644-8011-538C0008EE84}"/>
                  </a:ext>
                </a:extLst>
              </p:cNvPr>
              <p:cNvSpPr/>
              <p:nvPr/>
            </p:nvSpPr>
            <p:spPr>
              <a:xfrm>
                <a:off x="881675" y="3129625"/>
                <a:ext cx="6075" cy="755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02" extrusionOk="0">
                    <a:moveTo>
                      <a:pt x="169" y="1"/>
                    </a:moveTo>
                    <a:cubicBezTo>
                      <a:pt x="118" y="23"/>
                      <a:pt x="59" y="45"/>
                      <a:pt x="0" y="67"/>
                    </a:cubicBezTo>
                    <a:cubicBezTo>
                      <a:pt x="22" y="140"/>
                      <a:pt x="44" y="221"/>
                      <a:pt x="66" y="302"/>
                    </a:cubicBezTo>
                    <a:lnTo>
                      <a:pt x="243" y="250"/>
                    </a:lnTo>
                    <a:cubicBezTo>
                      <a:pt x="243" y="250"/>
                      <a:pt x="243" y="250"/>
                      <a:pt x="243" y="243"/>
                    </a:cubicBezTo>
                    <a:cubicBezTo>
                      <a:pt x="221" y="162"/>
                      <a:pt x="199" y="81"/>
                      <a:pt x="169" y="1"/>
                    </a:cubicBezTo>
                    <a:close/>
                  </a:path>
                </a:pathLst>
              </a:custGeom>
              <a:solidFill>
                <a:srgbClr val="F039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2907;p71">
                <a:extLst>
                  <a:ext uri="{FF2B5EF4-FFF2-40B4-BE49-F238E27FC236}">
                    <a16:creationId xmlns:a16="http://schemas.microsoft.com/office/drawing/2014/main" id="{83E65B1D-51E5-B443-9132-BD42EB7D52C6}"/>
                  </a:ext>
                </a:extLst>
              </p:cNvPr>
              <p:cNvSpPr/>
              <p:nvPr/>
            </p:nvSpPr>
            <p:spPr>
              <a:xfrm>
                <a:off x="801675" y="3187075"/>
                <a:ext cx="74525" cy="19650"/>
              </a:xfrm>
              <a:custGeom>
                <a:avLst/>
                <a:gdLst/>
                <a:ahLst/>
                <a:cxnLst/>
                <a:rect l="l" t="t" r="r" b="b"/>
                <a:pathLst>
                  <a:path w="2981" h="786" extrusionOk="0">
                    <a:moveTo>
                      <a:pt x="2855" y="0"/>
                    </a:moveTo>
                    <a:cubicBezTo>
                      <a:pt x="2855" y="0"/>
                      <a:pt x="2848" y="0"/>
                      <a:pt x="2848" y="7"/>
                    </a:cubicBezTo>
                    <a:cubicBezTo>
                      <a:pt x="2327" y="477"/>
                      <a:pt x="1637" y="602"/>
                      <a:pt x="1064" y="602"/>
                    </a:cubicBezTo>
                    <a:cubicBezTo>
                      <a:pt x="778" y="602"/>
                      <a:pt x="521" y="573"/>
                      <a:pt x="338" y="536"/>
                    </a:cubicBezTo>
                    <a:cubicBezTo>
                      <a:pt x="250" y="521"/>
                      <a:pt x="176" y="507"/>
                      <a:pt x="125" y="492"/>
                    </a:cubicBezTo>
                    <a:cubicBezTo>
                      <a:pt x="103" y="492"/>
                      <a:pt x="81" y="485"/>
                      <a:pt x="73" y="485"/>
                    </a:cubicBezTo>
                    <a:lnTo>
                      <a:pt x="59" y="477"/>
                    </a:lnTo>
                    <a:lnTo>
                      <a:pt x="51" y="477"/>
                    </a:lnTo>
                    <a:lnTo>
                      <a:pt x="0" y="653"/>
                    </a:lnTo>
                    <a:cubicBezTo>
                      <a:pt x="7" y="653"/>
                      <a:pt x="462" y="786"/>
                      <a:pt x="1064" y="786"/>
                    </a:cubicBezTo>
                    <a:cubicBezTo>
                      <a:pt x="1564" y="786"/>
                      <a:pt x="2173" y="697"/>
                      <a:pt x="2694" y="352"/>
                    </a:cubicBezTo>
                    <a:cubicBezTo>
                      <a:pt x="2797" y="286"/>
                      <a:pt x="2892" y="220"/>
                      <a:pt x="2980" y="132"/>
                    </a:cubicBezTo>
                    <a:lnTo>
                      <a:pt x="285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2908;p71">
                <a:extLst>
                  <a:ext uri="{FF2B5EF4-FFF2-40B4-BE49-F238E27FC236}">
                    <a16:creationId xmlns:a16="http://schemas.microsoft.com/office/drawing/2014/main" id="{B5472174-F23F-1E45-920C-5D8380CAD92E}"/>
                  </a:ext>
                </a:extLst>
              </p:cNvPr>
              <p:cNvSpPr/>
              <p:nvPr/>
            </p:nvSpPr>
            <p:spPr>
              <a:xfrm>
                <a:off x="648975" y="3164675"/>
                <a:ext cx="40950" cy="8792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3517" extrusionOk="0">
                    <a:moveTo>
                      <a:pt x="801" y="1"/>
                    </a:moveTo>
                    <a:cubicBezTo>
                      <a:pt x="904" y="221"/>
                      <a:pt x="1058" y="441"/>
                      <a:pt x="1278" y="654"/>
                    </a:cubicBezTo>
                    <a:cubicBezTo>
                      <a:pt x="1146" y="713"/>
                      <a:pt x="933" y="815"/>
                      <a:pt x="713" y="984"/>
                    </a:cubicBezTo>
                    <a:cubicBezTo>
                      <a:pt x="537" y="1124"/>
                      <a:pt x="361" y="1300"/>
                      <a:pt x="228" y="1535"/>
                    </a:cubicBezTo>
                    <a:cubicBezTo>
                      <a:pt x="89" y="1762"/>
                      <a:pt x="1" y="2049"/>
                      <a:pt x="1" y="2379"/>
                    </a:cubicBezTo>
                    <a:cubicBezTo>
                      <a:pt x="1" y="2709"/>
                      <a:pt x="89" y="3091"/>
                      <a:pt x="295" y="3517"/>
                    </a:cubicBezTo>
                    <a:lnTo>
                      <a:pt x="463" y="3443"/>
                    </a:lnTo>
                    <a:cubicBezTo>
                      <a:pt x="265" y="3025"/>
                      <a:pt x="184" y="2680"/>
                      <a:pt x="184" y="2379"/>
                    </a:cubicBezTo>
                    <a:cubicBezTo>
                      <a:pt x="184" y="2078"/>
                      <a:pt x="265" y="1828"/>
                      <a:pt x="383" y="1623"/>
                    </a:cubicBezTo>
                    <a:cubicBezTo>
                      <a:pt x="566" y="1315"/>
                      <a:pt x="838" y="1102"/>
                      <a:pt x="1065" y="962"/>
                    </a:cubicBezTo>
                    <a:cubicBezTo>
                      <a:pt x="1183" y="896"/>
                      <a:pt x="1285" y="852"/>
                      <a:pt x="1359" y="823"/>
                    </a:cubicBezTo>
                    <a:cubicBezTo>
                      <a:pt x="1396" y="801"/>
                      <a:pt x="1425" y="793"/>
                      <a:pt x="1447" y="786"/>
                    </a:cubicBezTo>
                    <a:lnTo>
                      <a:pt x="1469" y="779"/>
                    </a:lnTo>
                    <a:lnTo>
                      <a:pt x="1476" y="779"/>
                    </a:lnTo>
                    <a:lnTo>
                      <a:pt x="1638" y="727"/>
                    </a:lnTo>
                    <a:lnTo>
                      <a:pt x="1513" y="617"/>
                    </a:lnTo>
                    <a:cubicBezTo>
                      <a:pt x="1278" y="419"/>
                      <a:pt x="1117" y="213"/>
                      <a:pt x="1007" y="8"/>
                    </a:cubicBezTo>
                    <a:cubicBezTo>
                      <a:pt x="933" y="1"/>
                      <a:pt x="867" y="1"/>
                      <a:pt x="8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2909;p71">
                <a:extLst>
                  <a:ext uri="{FF2B5EF4-FFF2-40B4-BE49-F238E27FC236}">
                    <a16:creationId xmlns:a16="http://schemas.microsoft.com/office/drawing/2014/main" id="{D563966A-FF85-A54D-B561-6B786BF1B08B}"/>
                  </a:ext>
                </a:extLst>
              </p:cNvPr>
              <p:cNvSpPr/>
              <p:nvPr/>
            </p:nvSpPr>
            <p:spPr>
              <a:xfrm>
                <a:off x="940575" y="3228175"/>
                <a:ext cx="84800" cy="63700"/>
              </a:xfrm>
              <a:custGeom>
                <a:avLst/>
                <a:gdLst/>
                <a:ahLst/>
                <a:cxnLst/>
                <a:rect l="l" t="t" r="r" b="b"/>
                <a:pathLst>
                  <a:path w="3392" h="2548" extrusionOk="0">
                    <a:moveTo>
                      <a:pt x="3179" y="1659"/>
                    </a:moveTo>
                    <a:cubicBezTo>
                      <a:pt x="3179" y="1659"/>
                      <a:pt x="3179" y="1663"/>
                      <a:pt x="3181" y="1665"/>
                    </a:cubicBezTo>
                    <a:lnTo>
                      <a:pt x="3181" y="1665"/>
                    </a:lnTo>
                    <a:cubicBezTo>
                      <a:pt x="3180" y="1663"/>
                      <a:pt x="3180" y="1661"/>
                      <a:pt x="3179" y="1659"/>
                    </a:cubicBezTo>
                    <a:close/>
                    <a:moveTo>
                      <a:pt x="3181" y="1665"/>
                    </a:moveTo>
                    <a:cubicBezTo>
                      <a:pt x="3182" y="1666"/>
                      <a:pt x="3182" y="1667"/>
                      <a:pt x="3182" y="1668"/>
                    </a:cubicBezTo>
                    <a:lnTo>
                      <a:pt x="3182" y="1668"/>
                    </a:lnTo>
                    <a:lnTo>
                      <a:pt x="3186" y="1667"/>
                    </a:lnTo>
                    <a:cubicBezTo>
                      <a:pt x="3184" y="1667"/>
                      <a:pt x="3182" y="1666"/>
                      <a:pt x="3181" y="1665"/>
                    </a:cubicBezTo>
                    <a:close/>
                    <a:moveTo>
                      <a:pt x="580" y="0"/>
                    </a:moveTo>
                    <a:cubicBezTo>
                      <a:pt x="397" y="0"/>
                      <a:pt x="206" y="15"/>
                      <a:pt x="1" y="37"/>
                    </a:cubicBezTo>
                    <a:lnTo>
                      <a:pt x="23" y="221"/>
                    </a:lnTo>
                    <a:cubicBezTo>
                      <a:pt x="221" y="199"/>
                      <a:pt x="404" y="184"/>
                      <a:pt x="580" y="184"/>
                    </a:cubicBezTo>
                    <a:cubicBezTo>
                      <a:pt x="1212" y="184"/>
                      <a:pt x="1689" y="331"/>
                      <a:pt x="2049" y="551"/>
                    </a:cubicBezTo>
                    <a:cubicBezTo>
                      <a:pt x="2592" y="881"/>
                      <a:pt x="2885" y="1380"/>
                      <a:pt x="3039" y="1799"/>
                    </a:cubicBezTo>
                    <a:cubicBezTo>
                      <a:pt x="3113" y="2012"/>
                      <a:pt x="3157" y="2195"/>
                      <a:pt x="3186" y="2335"/>
                    </a:cubicBezTo>
                    <a:cubicBezTo>
                      <a:pt x="3194" y="2401"/>
                      <a:pt x="3201" y="2452"/>
                      <a:pt x="3208" y="2489"/>
                    </a:cubicBezTo>
                    <a:cubicBezTo>
                      <a:pt x="3208" y="2511"/>
                      <a:pt x="3208" y="2525"/>
                      <a:pt x="3208" y="2533"/>
                    </a:cubicBezTo>
                    <a:lnTo>
                      <a:pt x="3216" y="2547"/>
                    </a:lnTo>
                    <a:lnTo>
                      <a:pt x="3260" y="2547"/>
                    </a:lnTo>
                    <a:cubicBezTo>
                      <a:pt x="3304" y="2518"/>
                      <a:pt x="3348" y="2496"/>
                      <a:pt x="3392" y="2474"/>
                    </a:cubicBezTo>
                    <a:cubicBezTo>
                      <a:pt x="3377" y="2350"/>
                      <a:pt x="3334" y="2038"/>
                      <a:pt x="3182" y="1668"/>
                    </a:cubicBezTo>
                    <a:lnTo>
                      <a:pt x="3182" y="1668"/>
                    </a:lnTo>
                    <a:lnTo>
                      <a:pt x="3010" y="1718"/>
                    </a:lnTo>
                    <a:cubicBezTo>
                      <a:pt x="2988" y="1645"/>
                      <a:pt x="2973" y="1578"/>
                      <a:pt x="2973" y="1512"/>
                    </a:cubicBezTo>
                    <a:cubicBezTo>
                      <a:pt x="2973" y="1439"/>
                      <a:pt x="2988" y="1366"/>
                      <a:pt x="3010" y="1300"/>
                    </a:cubicBezTo>
                    <a:cubicBezTo>
                      <a:pt x="3003" y="1292"/>
                      <a:pt x="2995" y="1278"/>
                      <a:pt x="2988" y="1270"/>
                    </a:cubicBezTo>
                    <a:cubicBezTo>
                      <a:pt x="2805" y="955"/>
                      <a:pt x="2540" y="639"/>
                      <a:pt x="2144" y="397"/>
                    </a:cubicBezTo>
                    <a:cubicBezTo>
                      <a:pt x="1755" y="154"/>
                      <a:pt x="1241" y="0"/>
                      <a:pt x="5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2910;p71">
                <a:extLst>
                  <a:ext uri="{FF2B5EF4-FFF2-40B4-BE49-F238E27FC236}">
                    <a16:creationId xmlns:a16="http://schemas.microsoft.com/office/drawing/2014/main" id="{01D714A5-DC19-CB46-87C4-28E33CB6FDC6}"/>
                  </a:ext>
                </a:extLst>
              </p:cNvPr>
              <p:cNvSpPr/>
              <p:nvPr/>
            </p:nvSpPr>
            <p:spPr>
              <a:xfrm>
                <a:off x="1014900" y="3181550"/>
                <a:ext cx="49375" cy="89575"/>
              </a:xfrm>
              <a:custGeom>
                <a:avLst/>
                <a:gdLst/>
                <a:ahLst/>
                <a:cxnLst/>
                <a:rect l="l" t="t" r="r" b="b"/>
                <a:pathLst>
                  <a:path w="1975" h="3583" extrusionOk="0">
                    <a:moveTo>
                      <a:pt x="1579" y="1"/>
                    </a:moveTo>
                    <a:lnTo>
                      <a:pt x="1432" y="118"/>
                    </a:lnTo>
                    <a:cubicBezTo>
                      <a:pt x="1454" y="140"/>
                      <a:pt x="1791" y="595"/>
                      <a:pt x="1791" y="1124"/>
                    </a:cubicBezTo>
                    <a:cubicBezTo>
                      <a:pt x="1791" y="1359"/>
                      <a:pt x="1725" y="1608"/>
                      <a:pt x="1549" y="1851"/>
                    </a:cubicBezTo>
                    <a:cubicBezTo>
                      <a:pt x="1366" y="2100"/>
                      <a:pt x="1057" y="2342"/>
                      <a:pt x="566" y="2555"/>
                    </a:cubicBezTo>
                    <a:lnTo>
                      <a:pt x="558" y="2555"/>
                    </a:lnTo>
                    <a:cubicBezTo>
                      <a:pt x="551" y="2563"/>
                      <a:pt x="419" y="2636"/>
                      <a:pt x="287" y="2776"/>
                    </a:cubicBezTo>
                    <a:cubicBezTo>
                      <a:pt x="213" y="2842"/>
                      <a:pt x="147" y="2930"/>
                      <a:pt x="96" y="3032"/>
                    </a:cubicBezTo>
                    <a:cubicBezTo>
                      <a:pt x="74" y="3069"/>
                      <a:pt x="52" y="3121"/>
                      <a:pt x="37" y="3165"/>
                    </a:cubicBezTo>
                    <a:cubicBezTo>
                      <a:pt x="15" y="3231"/>
                      <a:pt x="0" y="3304"/>
                      <a:pt x="0" y="3377"/>
                    </a:cubicBezTo>
                    <a:cubicBezTo>
                      <a:pt x="0" y="3443"/>
                      <a:pt x="15" y="3510"/>
                      <a:pt x="37" y="3583"/>
                    </a:cubicBezTo>
                    <a:lnTo>
                      <a:pt x="213" y="3532"/>
                    </a:lnTo>
                    <a:cubicBezTo>
                      <a:pt x="206" y="3532"/>
                      <a:pt x="206" y="3524"/>
                      <a:pt x="206" y="3524"/>
                    </a:cubicBezTo>
                    <a:cubicBezTo>
                      <a:pt x="191" y="3473"/>
                      <a:pt x="184" y="3421"/>
                      <a:pt x="184" y="3377"/>
                    </a:cubicBezTo>
                    <a:cubicBezTo>
                      <a:pt x="184" y="3282"/>
                      <a:pt x="213" y="3194"/>
                      <a:pt x="257" y="3113"/>
                    </a:cubicBezTo>
                    <a:cubicBezTo>
                      <a:pt x="316" y="2996"/>
                      <a:pt x="419" y="2893"/>
                      <a:pt x="500" y="2827"/>
                    </a:cubicBezTo>
                    <a:cubicBezTo>
                      <a:pt x="544" y="2790"/>
                      <a:pt x="580" y="2761"/>
                      <a:pt x="610" y="2746"/>
                    </a:cubicBezTo>
                    <a:cubicBezTo>
                      <a:pt x="624" y="2731"/>
                      <a:pt x="632" y="2731"/>
                      <a:pt x="639" y="2724"/>
                    </a:cubicBezTo>
                    <a:lnTo>
                      <a:pt x="646" y="2717"/>
                    </a:lnTo>
                    <a:cubicBezTo>
                      <a:pt x="1153" y="2497"/>
                      <a:pt x="1491" y="2240"/>
                      <a:pt x="1696" y="1961"/>
                    </a:cubicBezTo>
                    <a:cubicBezTo>
                      <a:pt x="1902" y="1682"/>
                      <a:pt x="1975" y="1388"/>
                      <a:pt x="1975" y="1124"/>
                    </a:cubicBezTo>
                    <a:cubicBezTo>
                      <a:pt x="1975" y="808"/>
                      <a:pt x="1872" y="529"/>
                      <a:pt x="1777" y="331"/>
                    </a:cubicBezTo>
                    <a:cubicBezTo>
                      <a:pt x="1681" y="133"/>
                      <a:pt x="1579" y="8"/>
                      <a:pt x="15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2911;p71">
                <a:extLst>
                  <a:ext uri="{FF2B5EF4-FFF2-40B4-BE49-F238E27FC236}">
                    <a16:creationId xmlns:a16="http://schemas.microsoft.com/office/drawing/2014/main" id="{ED12C2BD-BE12-544C-8828-A7E704FD5450}"/>
                  </a:ext>
                </a:extLst>
              </p:cNvPr>
              <p:cNvSpPr/>
              <p:nvPr/>
            </p:nvSpPr>
            <p:spPr>
              <a:xfrm>
                <a:off x="885350" y="3181200"/>
                <a:ext cx="74525" cy="19650"/>
              </a:xfrm>
              <a:custGeom>
                <a:avLst/>
                <a:gdLst/>
                <a:ahLst/>
                <a:cxnLst/>
                <a:rect l="l" t="t" r="r" b="b"/>
                <a:pathLst>
                  <a:path w="2981" h="786" extrusionOk="0">
                    <a:moveTo>
                      <a:pt x="125" y="0"/>
                    </a:moveTo>
                    <a:lnTo>
                      <a:pt x="0" y="140"/>
                    </a:lnTo>
                    <a:cubicBezTo>
                      <a:pt x="580" y="661"/>
                      <a:pt x="1321" y="786"/>
                      <a:pt x="1916" y="786"/>
                    </a:cubicBezTo>
                    <a:cubicBezTo>
                      <a:pt x="2518" y="786"/>
                      <a:pt x="2973" y="661"/>
                      <a:pt x="2980" y="661"/>
                    </a:cubicBezTo>
                    <a:lnTo>
                      <a:pt x="2929" y="485"/>
                    </a:lnTo>
                    <a:cubicBezTo>
                      <a:pt x="2878" y="492"/>
                      <a:pt x="2459" y="602"/>
                      <a:pt x="1916" y="602"/>
                    </a:cubicBezTo>
                    <a:cubicBezTo>
                      <a:pt x="1343" y="602"/>
                      <a:pt x="653" y="485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2912;p71">
                <a:extLst>
                  <a:ext uri="{FF2B5EF4-FFF2-40B4-BE49-F238E27FC236}">
                    <a16:creationId xmlns:a16="http://schemas.microsoft.com/office/drawing/2014/main" id="{C64B332C-C733-8E4F-8214-E36354A8A99D}"/>
                  </a:ext>
                </a:extLst>
              </p:cNvPr>
              <p:cNvSpPr/>
              <p:nvPr/>
            </p:nvSpPr>
            <p:spPr>
              <a:xfrm>
                <a:off x="1048125" y="3065225"/>
                <a:ext cx="92675" cy="172525"/>
              </a:xfrm>
              <a:custGeom>
                <a:avLst/>
                <a:gdLst/>
                <a:ahLst/>
                <a:cxnLst/>
                <a:rect l="l" t="t" r="r" b="b"/>
                <a:pathLst>
                  <a:path w="3707" h="6901" extrusionOk="0">
                    <a:moveTo>
                      <a:pt x="88" y="0"/>
                    </a:moveTo>
                    <a:lnTo>
                      <a:pt x="0" y="162"/>
                    </a:lnTo>
                    <a:cubicBezTo>
                      <a:pt x="0" y="162"/>
                      <a:pt x="15" y="169"/>
                      <a:pt x="29" y="176"/>
                    </a:cubicBezTo>
                    <a:cubicBezTo>
                      <a:pt x="162" y="250"/>
                      <a:pt x="771" y="587"/>
                      <a:pt x="1343" y="1101"/>
                    </a:cubicBezTo>
                    <a:cubicBezTo>
                      <a:pt x="1630" y="1351"/>
                      <a:pt x="1901" y="1652"/>
                      <a:pt x="2107" y="1975"/>
                    </a:cubicBezTo>
                    <a:cubicBezTo>
                      <a:pt x="2305" y="2298"/>
                      <a:pt x="2437" y="2643"/>
                      <a:pt x="2437" y="3010"/>
                    </a:cubicBezTo>
                    <a:cubicBezTo>
                      <a:pt x="2437" y="3384"/>
                      <a:pt x="2298" y="3788"/>
                      <a:pt x="1938" y="4206"/>
                    </a:cubicBezTo>
                    <a:lnTo>
                      <a:pt x="1828" y="4331"/>
                    </a:lnTo>
                    <a:lnTo>
                      <a:pt x="1989" y="4360"/>
                    </a:lnTo>
                    <a:lnTo>
                      <a:pt x="1997" y="4360"/>
                    </a:lnTo>
                    <a:cubicBezTo>
                      <a:pt x="2033" y="4368"/>
                      <a:pt x="2422" y="4434"/>
                      <a:pt x="2797" y="4683"/>
                    </a:cubicBezTo>
                    <a:cubicBezTo>
                      <a:pt x="2980" y="4801"/>
                      <a:pt x="3164" y="4962"/>
                      <a:pt x="3296" y="5182"/>
                    </a:cubicBezTo>
                    <a:cubicBezTo>
                      <a:pt x="3428" y="5403"/>
                      <a:pt x="3523" y="5674"/>
                      <a:pt x="3523" y="6027"/>
                    </a:cubicBezTo>
                    <a:cubicBezTo>
                      <a:pt x="3523" y="6261"/>
                      <a:pt x="3479" y="6533"/>
                      <a:pt x="3384" y="6849"/>
                    </a:cubicBezTo>
                    <a:lnTo>
                      <a:pt x="3560" y="6900"/>
                    </a:lnTo>
                    <a:cubicBezTo>
                      <a:pt x="3663" y="6577"/>
                      <a:pt x="3707" y="6283"/>
                      <a:pt x="3707" y="6027"/>
                    </a:cubicBezTo>
                    <a:cubicBezTo>
                      <a:pt x="3707" y="5630"/>
                      <a:pt x="3597" y="5315"/>
                      <a:pt x="3435" y="5065"/>
                    </a:cubicBezTo>
                    <a:cubicBezTo>
                      <a:pt x="3200" y="4691"/>
                      <a:pt x="2841" y="4470"/>
                      <a:pt x="2547" y="4338"/>
                    </a:cubicBezTo>
                    <a:cubicBezTo>
                      <a:pt x="2400" y="4272"/>
                      <a:pt x="2268" y="4236"/>
                      <a:pt x="2173" y="4206"/>
                    </a:cubicBezTo>
                    <a:cubicBezTo>
                      <a:pt x="2488" y="3802"/>
                      <a:pt x="2621" y="3399"/>
                      <a:pt x="2621" y="3010"/>
                    </a:cubicBezTo>
                    <a:cubicBezTo>
                      <a:pt x="2621" y="2577"/>
                      <a:pt x="2459" y="2166"/>
                      <a:pt x="2217" y="1806"/>
                    </a:cubicBezTo>
                    <a:cubicBezTo>
                      <a:pt x="1857" y="1263"/>
                      <a:pt x="1329" y="815"/>
                      <a:pt x="888" y="499"/>
                    </a:cubicBezTo>
                    <a:cubicBezTo>
                      <a:pt x="440" y="184"/>
                      <a:pt x="88" y="0"/>
                      <a:pt x="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2913;p71">
                <a:extLst>
                  <a:ext uri="{FF2B5EF4-FFF2-40B4-BE49-F238E27FC236}">
                    <a16:creationId xmlns:a16="http://schemas.microsoft.com/office/drawing/2014/main" id="{D1593EDF-7A81-EE4F-8456-11D289AD1CBD}"/>
                  </a:ext>
                </a:extLst>
              </p:cNvPr>
              <p:cNvSpPr/>
              <p:nvPr/>
            </p:nvSpPr>
            <p:spPr>
              <a:xfrm>
                <a:off x="1041875" y="2975675"/>
                <a:ext cx="30850" cy="47725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909" extrusionOk="0">
                    <a:moveTo>
                      <a:pt x="1234" y="0"/>
                    </a:moveTo>
                    <a:cubicBezTo>
                      <a:pt x="1168" y="96"/>
                      <a:pt x="1109" y="191"/>
                      <a:pt x="1043" y="279"/>
                    </a:cubicBezTo>
                    <a:cubicBezTo>
                      <a:pt x="1028" y="463"/>
                      <a:pt x="977" y="668"/>
                      <a:pt x="859" y="888"/>
                    </a:cubicBezTo>
                    <a:cubicBezTo>
                      <a:pt x="705" y="1167"/>
                      <a:pt x="448" y="1468"/>
                      <a:pt x="0" y="1754"/>
                    </a:cubicBezTo>
                    <a:lnTo>
                      <a:pt x="96" y="1909"/>
                    </a:lnTo>
                    <a:cubicBezTo>
                      <a:pt x="566" y="1615"/>
                      <a:pt x="852" y="1285"/>
                      <a:pt x="1021" y="976"/>
                    </a:cubicBezTo>
                    <a:cubicBezTo>
                      <a:pt x="1190" y="661"/>
                      <a:pt x="1234" y="367"/>
                      <a:pt x="1234" y="140"/>
                    </a:cubicBezTo>
                    <a:cubicBezTo>
                      <a:pt x="1234" y="88"/>
                      <a:pt x="1234" y="44"/>
                      <a:pt x="12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2914;p71">
                <a:extLst>
                  <a:ext uri="{FF2B5EF4-FFF2-40B4-BE49-F238E27FC236}">
                    <a16:creationId xmlns:a16="http://schemas.microsoft.com/office/drawing/2014/main" id="{3B555965-50A6-0B49-883B-4BDA21479622}"/>
                  </a:ext>
                </a:extLst>
              </p:cNvPr>
              <p:cNvSpPr/>
              <p:nvPr/>
            </p:nvSpPr>
            <p:spPr>
              <a:xfrm>
                <a:off x="212425" y="2658275"/>
                <a:ext cx="465025" cy="407625"/>
              </a:xfrm>
              <a:custGeom>
                <a:avLst/>
                <a:gdLst/>
                <a:ahLst/>
                <a:cxnLst/>
                <a:rect l="l" t="t" r="r" b="b"/>
                <a:pathLst>
                  <a:path w="18601" h="16305" extrusionOk="0">
                    <a:moveTo>
                      <a:pt x="9174" y="1"/>
                    </a:moveTo>
                    <a:cubicBezTo>
                      <a:pt x="7386" y="1"/>
                      <a:pt x="5586" y="586"/>
                      <a:pt x="4082" y="1789"/>
                    </a:cubicBezTo>
                    <a:cubicBezTo>
                      <a:pt x="573" y="4600"/>
                      <a:pt x="0" y="9731"/>
                      <a:pt x="2819" y="13247"/>
                    </a:cubicBezTo>
                    <a:cubicBezTo>
                      <a:pt x="4428" y="15258"/>
                      <a:pt x="6795" y="16304"/>
                      <a:pt x="9186" y="16304"/>
                    </a:cubicBezTo>
                    <a:cubicBezTo>
                      <a:pt x="10973" y="16304"/>
                      <a:pt x="12773" y="15719"/>
                      <a:pt x="14277" y="14517"/>
                    </a:cubicBezTo>
                    <a:cubicBezTo>
                      <a:pt x="15070" y="13878"/>
                      <a:pt x="15716" y="13122"/>
                      <a:pt x="16200" y="12300"/>
                    </a:cubicBezTo>
                    <a:lnTo>
                      <a:pt x="18601" y="12153"/>
                    </a:lnTo>
                    <a:lnTo>
                      <a:pt x="17067" y="10230"/>
                    </a:lnTo>
                    <a:cubicBezTo>
                      <a:pt x="17698" y="7822"/>
                      <a:pt x="17221" y="5150"/>
                      <a:pt x="15547" y="3058"/>
                    </a:cubicBezTo>
                    <a:cubicBezTo>
                      <a:pt x="13934" y="1047"/>
                      <a:pt x="11565" y="1"/>
                      <a:pt x="91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2915;p71">
                <a:extLst>
                  <a:ext uri="{FF2B5EF4-FFF2-40B4-BE49-F238E27FC236}">
                    <a16:creationId xmlns:a16="http://schemas.microsoft.com/office/drawing/2014/main" id="{377C51BD-72DA-574A-8723-A86A0CB08CE7}"/>
                  </a:ext>
                </a:extLst>
              </p:cNvPr>
              <p:cNvSpPr/>
              <p:nvPr/>
            </p:nvSpPr>
            <p:spPr>
              <a:xfrm>
                <a:off x="503825" y="2855300"/>
                <a:ext cx="106825" cy="90825"/>
              </a:xfrm>
              <a:custGeom>
                <a:avLst/>
                <a:gdLst/>
                <a:ahLst/>
                <a:cxnLst/>
                <a:rect l="l" t="t" r="r" b="b"/>
                <a:pathLst>
                  <a:path w="4273" h="3633" extrusionOk="0">
                    <a:moveTo>
                      <a:pt x="2194" y="0"/>
                    </a:moveTo>
                    <a:cubicBezTo>
                      <a:pt x="2110" y="0"/>
                      <a:pt x="2025" y="5"/>
                      <a:pt x="1939" y="15"/>
                    </a:cubicBezTo>
                    <a:cubicBezTo>
                      <a:pt x="816" y="147"/>
                      <a:pt x="1" y="1050"/>
                      <a:pt x="111" y="2048"/>
                    </a:cubicBezTo>
                    <a:cubicBezTo>
                      <a:pt x="219" y="2962"/>
                      <a:pt x="1078" y="3633"/>
                      <a:pt x="2086" y="3633"/>
                    </a:cubicBezTo>
                    <a:cubicBezTo>
                      <a:pt x="2171" y="3633"/>
                      <a:pt x="2256" y="3628"/>
                      <a:pt x="2342" y="3619"/>
                    </a:cubicBezTo>
                    <a:cubicBezTo>
                      <a:pt x="3458" y="3487"/>
                      <a:pt x="4273" y="2584"/>
                      <a:pt x="4163" y="1585"/>
                    </a:cubicBezTo>
                    <a:cubicBezTo>
                      <a:pt x="4061" y="671"/>
                      <a:pt x="3203" y="0"/>
                      <a:pt x="21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2916;p71">
                <a:extLst>
                  <a:ext uri="{FF2B5EF4-FFF2-40B4-BE49-F238E27FC236}">
                    <a16:creationId xmlns:a16="http://schemas.microsoft.com/office/drawing/2014/main" id="{C76A8A70-6E23-4348-A5D4-240CDFC3F6F6}"/>
                  </a:ext>
                </a:extLst>
              </p:cNvPr>
              <p:cNvSpPr/>
              <p:nvPr/>
            </p:nvSpPr>
            <p:spPr>
              <a:xfrm>
                <a:off x="263625" y="2847025"/>
                <a:ext cx="107000" cy="90700"/>
              </a:xfrm>
              <a:custGeom>
                <a:avLst/>
                <a:gdLst/>
                <a:ahLst/>
                <a:cxnLst/>
                <a:rect l="l" t="t" r="r" b="b"/>
                <a:pathLst>
                  <a:path w="4280" h="3628" extrusionOk="0">
                    <a:moveTo>
                      <a:pt x="2194" y="1"/>
                    </a:moveTo>
                    <a:cubicBezTo>
                      <a:pt x="2110" y="1"/>
                      <a:pt x="2024" y="6"/>
                      <a:pt x="1938" y="15"/>
                    </a:cubicBezTo>
                    <a:cubicBezTo>
                      <a:pt x="815" y="140"/>
                      <a:pt x="0" y="1050"/>
                      <a:pt x="110" y="2041"/>
                    </a:cubicBezTo>
                    <a:cubicBezTo>
                      <a:pt x="218" y="2959"/>
                      <a:pt x="1070" y="3628"/>
                      <a:pt x="2073" y="3628"/>
                    </a:cubicBezTo>
                    <a:cubicBezTo>
                      <a:pt x="2162" y="3628"/>
                      <a:pt x="2251" y="3623"/>
                      <a:pt x="2342" y="3612"/>
                    </a:cubicBezTo>
                    <a:cubicBezTo>
                      <a:pt x="3458" y="3487"/>
                      <a:pt x="4280" y="2577"/>
                      <a:pt x="4162" y="1586"/>
                    </a:cubicBezTo>
                    <a:cubicBezTo>
                      <a:pt x="4061" y="672"/>
                      <a:pt x="3203" y="1"/>
                      <a:pt x="21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2917;p71">
                <a:extLst>
                  <a:ext uri="{FF2B5EF4-FFF2-40B4-BE49-F238E27FC236}">
                    <a16:creationId xmlns:a16="http://schemas.microsoft.com/office/drawing/2014/main" id="{1066BA8F-AE91-F54D-821C-3623CEC42B90}"/>
                  </a:ext>
                </a:extLst>
              </p:cNvPr>
              <p:cNvSpPr/>
              <p:nvPr/>
            </p:nvSpPr>
            <p:spPr>
              <a:xfrm>
                <a:off x="486975" y="2843975"/>
                <a:ext cx="616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2466" h="1408" extrusionOk="0">
                    <a:moveTo>
                      <a:pt x="2340" y="0"/>
                    </a:moveTo>
                    <a:cubicBezTo>
                      <a:pt x="2231" y="0"/>
                      <a:pt x="1882" y="565"/>
                      <a:pt x="1262" y="607"/>
                    </a:cubicBezTo>
                    <a:cubicBezTo>
                      <a:pt x="1242" y="608"/>
                      <a:pt x="1222" y="609"/>
                      <a:pt x="1202" y="609"/>
                    </a:cubicBezTo>
                    <a:cubicBezTo>
                      <a:pt x="635" y="609"/>
                      <a:pt x="248" y="150"/>
                      <a:pt x="126" y="150"/>
                    </a:cubicBezTo>
                    <a:cubicBezTo>
                      <a:pt x="117" y="150"/>
                      <a:pt x="108" y="153"/>
                      <a:pt x="102" y="159"/>
                    </a:cubicBezTo>
                    <a:cubicBezTo>
                      <a:pt x="0" y="276"/>
                      <a:pt x="456" y="1407"/>
                      <a:pt x="1232" y="1407"/>
                    </a:cubicBezTo>
                    <a:cubicBezTo>
                      <a:pt x="1237" y="1407"/>
                      <a:pt x="1242" y="1407"/>
                      <a:pt x="1247" y="1407"/>
                    </a:cubicBezTo>
                    <a:cubicBezTo>
                      <a:pt x="2084" y="1400"/>
                      <a:pt x="2466" y="101"/>
                      <a:pt x="2356" y="5"/>
                    </a:cubicBezTo>
                    <a:cubicBezTo>
                      <a:pt x="2351" y="2"/>
                      <a:pt x="2346" y="0"/>
                      <a:pt x="23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2918;p71">
                <a:extLst>
                  <a:ext uri="{FF2B5EF4-FFF2-40B4-BE49-F238E27FC236}">
                    <a16:creationId xmlns:a16="http://schemas.microsoft.com/office/drawing/2014/main" id="{83996185-FB82-0E4D-9044-71F71B820D3A}"/>
                  </a:ext>
                </a:extLst>
              </p:cNvPr>
              <p:cNvSpPr/>
              <p:nvPr/>
            </p:nvSpPr>
            <p:spPr>
              <a:xfrm>
                <a:off x="325300" y="2845225"/>
                <a:ext cx="61650" cy="35225"/>
              </a:xfrm>
              <a:custGeom>
                <a:avLst/>
                <a:gdLst/>
                <a:ahLst/>
                <a:cxnLst/>
                <a:rect l="l" t="t" r="r" b="b"/>
                <a:pathLst>
                  <a:path w="2466" h="1409" extrusionOk="0">
                    <a:moveTo>
                      <a:pt x="2339" y="1"/>
                    </a:moveTo>
                    <a:cubicBezTo>
                      <a:pt x="2228" y="1"/>
                      <a:pt x="1880" y="566"/>
                      <a:pt x="1262" y="601"/>
                    </a:cubicBezTo>
                    <a:cubicBezTo>
                      <a:pt x="1238" y="603"/>
                      <a:pt x="1214" y="604"/>
                      <a:pt x="1191" y="604"/>
                    </a:cubicBezTo>
                    <a:cubicBezTo>
                      <a:pt x="630" y="604"/>
                      <a:pt x="248" y="151"/>
                      <a:pt x="126" y="151"/>
                    </a:cubicBezTo>
                    <a:cubicBezTo>
                      <a:pt x="117" y="151"/>
                      <a:pt x="109" y="154"/>
                      <a:pt x="102" y="161"/>
                    </a:cubicBezTo>
                    <a:cubicBezTo>
                      <a:pt x="0" y="277"/>
                      <a:pt x="456" y="1409"/>
                      <a:pt x="1233" y="1409"/>
                    </a:cubicBezTo>
                    <a:cubicBezTo>
                      <a:pt x="1237" y="1409"/>
                      <a:pt x="1242" y="1409"/>
                      <a:pt x="1247" y="1409"/>
                    </a:cubicBezTo>
                    <a:cubicBezTo>
                      <a:pt x="2084" y="1394"/>
                      <a:pt x="2466" y="95"/>
                      <a:pt x="2356" y="7"/>
                    </a:cubicBezTo>
                    <a:cubicBezTo>
                      <a:pt x="2351" y="3"/>
                      <a:pt x="2345" y="1"/>
                      <a:pt x="23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2919;p71">
                <a:extLst>
                  <a:ext uri="{FF2B5EF4-FFF2-40B4-BE49-F238E27FC236}">
                    <a16:creationId xmlns:a16="http://schemas.microsoft.com/office/drawing/2014/main" id="{873336E8-1D4D-8745-8594-C1BDFB3E6E09}"/>
                  </a:ext>
                </a:extLst>
              </p:cNvPr>
              <p:cNvSpPr/>
              <p:nvPr/>
            </p:nvSpPr>
            <p:spPr>
              <a:xfrm>
                <a:off x="386575" y="2870850"/>
                <a:ext cx="101125" cy="37125"/>
              </a:xfrm>
              <a:custGeom>
                <a:avLst/>
                <a:gdLst/>
                <a:ahLst/>
                <a:cxnLst/>
                <a:rect l="l" t="t" r="r" b="b"/>
                <a:pathLst>
                  <a:path w="4045" h="1485" extrusionOk="0">
                    <a:moveTo>
                      <a:pt x="3831" y="0"/>
                    </a:moveTo>
                    <a:cubicBezTo>
                      <a:pt x="3771" y="0"/>
                      <a:pt x="3711" y="31"/>
                      <a:pt x="3678" y="83"/>
                    </a:cubicBezTo>
                    <a:cubicBezTo>
                      <a:pt x="3421" y="494"/>
                      <a:pt x="3142" y="743"/>
                      <a:pt x="2863" y="905"/>
                    </a:cubicBezTo>
                    <a:cubicBezTo>
                      <a:pt x="2584" y="1059"/>
                      <a:pt x="2298" y="1118"/>
                      <a:pt x="2019" y="1118"/>
                    </a:cubicBezTo>
                    <a:cubicBezTo>
                      <a:pt x="1571" y="1118"/>
                      <a:pt x="1145" y="963"/>
                      <a:pt x="830" y="802"/>
                    </a:cubicBezTo>
                    <a:cubicBezTo>
                      <a:pt x="676" y="729"/>
                      <a:pt x="543" y="648"/>
                      <a:pt x="455" y="589"/>
                    </a:cubicBezTo>
                    <a:cubicBezTo>
                      <a:pt x="411" y="560"/>
                      <a:pt x="375" y="530"/>
                      <a:pt x="353" y="516"/>
                    </a:cubicBezTo>
                    <a:cubicBezTo>
                      <a:pt x="345" y="508"/>
                      <a:pt x="338" y="501"/>
                      <a:pt x="331" y="494"/>
                    </a:cubicBezTo>
                    <a:lnTo>
                      <a:pt x="323" y="494"/>
                    </a:lnTo>
                    <a:cubicBezTo>
                      <a:pt x="289" y="466"/>
                      <a:pt x="248" y="452"/>
                      <a:pt x="208" y="452"/>
                    </a:cubicBezTo>
                    <a:cubicBezTo>
                      <a:pt x="153" y="452"/>
                      <a:pt x="100" y="477"/>
                      <a:pt x="66" y="523"/>
                    </a:cubicBezTo>
                    <a:cubicBezTo>
                      <a:pt x="0" y="596"/>
                      <a:pt x="15" y="714"/>
                      <a:pt x="96" y="780"/>
                    </a:cubicBezTo>
                    <a:cubicBezTo>
                      <a:pt x="103" y="780"/>
                      <a:pt x="316" y="956"/>
                      <a:pt x="668" y="1132"/>
                    </a:cubicBezTo>
                    <a:cubicBezTo>
                      <a:pt x="1013" y="1308"/>
                      <a:pt x="1490" y="1485"/>
                      <a:pt x="2019" y="1485"/>
                    </a:cubicBezTo>
                    <a:cubicBezTo>
                      <a:pt x="2349" y="1485"/>
                      <a:pt x="2702" y="1411"/>
                      <a:pt x="3039" y="1220"/>
                    </a:cubicBezTo>
                    <a:cubicBezTo>
                      <a:pt x="3377" y="1037"/>
                      <a:pt x="3700" y="729"/>
                      <a:pt x="3986" y="281"/>
                    </a:cubicBezTo>
                    <a:cubicBezTo>
                      <a:pt x="4045" y="193"/>
                      <a:pt x="4015" y="83"/>
                      <a:pt x="3927" y="31"/>
                    </a:cubicBezTo>
                    <a:cubicBezTo>
                      <a:pt x="3898" y="10"/>
                      <a:pt x="3864" y="0"/>
                      <a:pt x="38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CEA97BC-CC52-3644-9572-4DBAD9933B80}"/>
              </a:ext>
            </a:extLst>
          </p:cNvPr>
          <p:cNvCxnSpPr/>
          <p:nvPr/>
        </p:nvCxnSpPr>
        <p:spPr>
          <a:xfrm>
            <a:off x="6823080" y="1825638"/>
            <a:ext cx="0" cy="1854104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4C4107C-2EB0-E747-8341-2B379FA455DD}"/>
              </a:ext>
            </a:extLst>
          </p:cNvPr>
          <p:cNvCxnSpPr>
            <a:cxnSpLocks/>
          </p:cNvCxnSpPr>
          <p:nvPr/>
        </p:nvCxnSpPr>
        <p:spPr>
          <a:xfrm flipH="1" flipV="1">
            <a:off x="5532806" y="2231081"/>
            <a:ext cx="393353" cy="1657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7AAA598-A64C-804E-A9D8-FB6FD20CEE9B}"/>
              </a:ext>
            </a:extLst>
          </p:cNvPr>
          <p:cNvCxnSpPr>
            <a:cxnSpLocks/>
          </p:cNvCxnSpPr>
          <p:nvPr/>
        </p:nvCxnSpPr>
        <p:spPr>
          <a:xfrm flipH="1">
            <a:off x="5532806" y="3060291"/>
            <a:ext cx="374777" cy="2589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CCC0152-B289-7C48-A823-02A05B48DDE4}"/>
              </a:ext>
            </a:extLst>
          </p:cNvPr>
          <p:cNvCxnSpPr>
            <a:cxnSpLocks/>
          </p:cNvCxnSpPr>
          <p:nvPr/>
        </p:nvCxnSpPr>
        <p:spPr>
          <a:xfrm flipH="1">
            <a:off x="7498962" y="2102146"/>
            <a:ext cx="380721" cy="1982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47284C9-71A5-054B-A5F1-9AE68057EAAB}"/>
              </a:ext>
            </a:extLst>
          </p:cNvPr>
          <p:cNvCxnSpPr>
            <a:cxnSpLocks/>
          </p:cNvCxnSpPr>
          <p:nvPr/>
        </p:nvCxnSpPr>
        <p:spPr>
          <a:xfrm flipH="1" flipV="1">
            <a:off x="7537726" y="2914015"/>
            <a:ext cx="413203" cy="1714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0AEB3DF9-CABE-384F-BC6D-B3CC66726084}"/>
              </a:ext>
            </a:extLst>
          </p:cNvPr>
          <p:cNvSpPr txBox="1"/>
          <p:nvPr/>
        </p:nvSpPr>
        <p:spPr>
          <a:xfrm>
            <a:off x="7826702" y="3134884"/>
            <a:ext cx="13172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“There’s nothing I can do about it”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EBABEA3-B8B8-8445-B8D1-BD6FC6E5BCCB}"/>
              </a:ext>
            </a:extLst>
          </p:cNvPr>
          <p:cNvSpPr txBox="1"/>
          <p:nvPr/>
        </p:nvSpPr>
        <p:spPr>
          <a:xfrm>
            <a:off x="7845613" y="1634302"/>
            <a:ext cx="13172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“Why do these things happen to me”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923A597-E9E8-8F46-93F6-E6B79398F387}"/>
              </a:ext>
            </a:extLst>
          </p:cNvPr>
          <p:cNvSpPr txBox="1"/>
          <p:nvPr/>
        </p:nvSpPr>
        <p:spPr>
          <a:xfrm>
            <a:off x="4452863" y="1634302"/>
            <a:ext cx="13172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“I can determine my future”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9B5F9E7-775E-864E-8594-5ECFF40CF957}"/>
              </a:ext>
            </a:extLst>
          </p:cNvPr>
          <p:cNvSpPr txBox="1"/>
          <p:nvPr/>
        </p:nvSpPr>
        <p:spPr>
          <a:xfrm>
            <a:off x="4346598" y="2993601"/>
            <a:ext cx="13172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“I can make things happen”</a:t>
            </a:r>
          </a:p>
        </p:txBody>
      </p:sp>
    </p:spTree>
    <p:extLst>
      <p:ext uri="{BB962C8B-B14F-4D97-AF65-F5344CB8AC3E}">
        <p14:creationId xmlns:p14="http://schemas.microsoft.com/office/powerpoint/2010/main" val="2315298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6DE41-A74A-2942-B15A-55810853D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Social Cognition Perspectives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A0294A-A3D8-4842-869C-C9CCFCEDF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3480" y="2426650"/>
            <a:ext cx="3566459" cy="1135500"/>
          </a:xfrm>
        </p:spPr>
        <p:txBody>
          <a:bodyPr/>
          <a:lstStyle/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/>
              <a:t>focuses on interactions of individuals with their environments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/>
              <a:t>suggests people can control their environment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71DB0A9-CDDF-3D4D-89A9-A77C4BC9FECC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87890" y="2426650"/>
            <a:ext cx="3647698" cy="1135500"/>
          </a:xfrm>
        </p:spPr>
        <p:txBody>
          <a:bodyPr/>
          <a:lstStyle/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/>
              <a:t>too concerned with change and the situation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/>
              <a:t>ignores the role of biology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600" dirty="0"/>
              <a:t>very specific predictions hinder generalization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1CE968C-E6C5-FC44-902D-3295BAAE4268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630639" y="1867750"/>
            <a:ext cx="2962200" cy="558900"/>
          </a:xfrm>
        </p:spPr>
        <p:txBody>
          <a:bodyPr/>
          <a:lstStyle/>
          <a:p>
            <a:r>
              <a:rPr lang="en-US" dirty="0"/>
              <a:t>Criticisms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99D3442-BAB6-784F-A8CB-561A142E124E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461800" y="1867750"/>
            <a:ext cx="2962200" cy="558900"/>
          </a:xfrm>
        </p:spPr>
        <p:txBody>
          <a:bodyPr/>
          <a:lstStyle/>
          <a:p>
            <a:r>
              <a:rPr lang="en-US" dirty="0"/>
              <a:t>Contributions</a:t>
            </a:r>
          </a:p>
        </p:txBody>
      </p:sp>
    </p:spTree>
    <p:extLst>
      <p:ext uri="{BB962C8B-B14F-4D97-AF65-F5344CB8AC3E}">
        <p14:creationId xmlns:p14="http://schemas.microsoft.com/office/powerpoint/2010/main" val="123175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713E6-E01C-E74C-99BB-8D0745D60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872" y="110214"/>
            <a:ext cx="6059232" cy="1161300"/>
          </a:xfrm>
        </p:spPr>
        <p:txBody>
          <a:bodyPr/>
          <a:lstStyle/>
          <a:p>
            <a:r>
              <a:rPr lang="en-US" sz="4000" dirty="0"/>
              <a:t>Biological Perspective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61338-B82C-4145-930B-472618295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032" y="2388870"/>
            <a:ext cx="3206016" cy="671100"/>
          </a:xfrm>
        </p:spPr>
        <p:txBody>
          <a:bodyPr/>
          <a:lstStyle/>
          <a:p>
            <a:pPr marL="139700" indent="0"/>
            <a:r>
              <a:rPr lang="en-US" sz="1800" dirty="0"/>
              <a:t>Is there a genetic component to our personalities?</a:t>
            </a:r>
          </a:p>
        </p:txBody>
      </p:sp>
      <p:pic>
        <p:nvPicPr>
          <p:cNvPr id="4098" name="Picture 2" descr="Image">
            <a:extLst>
              <a:ext uri="{FF2B5EF4-FFF2-40B4-BE49-F238E27FC236}">
                <a16:creationId xmlns:a16="http://schemas.microsoft.com/office/drawing/2014/main" id="{BCEAA9FD-6922-1E4E-B95D-80BE018CC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488" y="1386289"/>
            <a:ext cx="3891024" cy="352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4129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070E2-FF1D-1349-AA46-356A4F1D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Understanding the Parts of the Brain">
            <a:extLst>
              <a:ext uri="{FF2B5EF4-FFF2-40B4-BE49-F238E27FC236}">
                <a16:creationId xmlns:a16="http://schemas.microsoft.com/office/drawing/2014/main" id="{FF063AF3-18C2-3442-B389-6A014F5D5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3" y="0"/>
            <a:ext cx="665638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425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Medical Firsts: The Story of Phineas Gage - Sometimes Interesting">
            <a:extLst>
              <a:ext uri="{FF2B5EF4-FFF2-40B4-BE49-F238E27FC236}">
                <a16:creationId xmlns:a16="http://schemas.microsoft.com/office/drawing/2014/main" id="{AFA4ED9B-0A17-E043-AE21-0394A9E06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737" y="807558"/>
            <a:ext cx="5724525" cy="377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2686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A9A67-48F4-6847-A121-5F2D592A0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Projective Measures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9F5AF-25E7-E74F-8DA2-298AD89F7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1" y="2150400"/>
            <a:ext cx="3456878" cy="1929784"/>
          </a:xfrm>
        </p:spPr>
        <p:txBody>
          <a:bodyPr/>
          <a:lstStyle/>
          <a:p>
            <a:r>
              <a:rPr lang="en-US" sz="1800" dirty="0"/>
              <a:t>Rorschach inkblots</a:t>
            </a:r>
          </a:p>
          <a:p>
            <a:pPr lvl="1"/>
            <a:r>
              <a:rPr lang="en-US" sz="1800" dirty="0"/>
              <a:t>Not commonly used </a:t>
            </a:r>
          </a:p>
          <a:p>
            <a:pPr lvl="1"/>
            <a:r>
              <a:rPr lang="en-US" sz="1800" dirty="0"/>
              <a:t>Little evidence that it is valid and reliable </a:t>
            </a:r>
          </a:p>
          <a:p>
            <a:endParaRPr lang="en-US" sz="1800" dirty="0"/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664FEF67-959C-3241-A21B-C40EABB3D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122" y="1608309"/>
            <a:ext cx="3456878" cy="301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2480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9622F-7D36-3F4D-8DC3-DA25EF084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94538"/>
            <a:ext cx="7704000" cy="572700"/>
          </a:xfrm>
        </p:spPr>
        <p:txBody>
          <a:bodyPr/>
          <a:lstStyle/>
          <a:p>
            <a:r>
              <a:rPr lang="en-US" dirty="0"/>
              <a:t>Projective Measures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6CBD8-E9D1-004F-9457-CE06C4282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263" y="1146747"/>
            <a:ext cx="8253131" cy="2939641"/>
          </a:xfrm>
        </p:spPr>
        <p:txBody>
          <a:bodyPr/>
          <a:lstStyle/>
          <a:p>
            <a:pPr marL="139700" indent="0">
              <a:buNone/>
            </a:pPr>
            <a:r>
              <a:rPr lang="en-US" altLang="en-US" sz="1800" dirty="0"/>
              <a:t>Thematic Apperception Test (TAT) or Picture Story Exercise (PSE)</a:t>
            </a:r>
          </a:p>
          <a:p>
            <a:pPr marL="139700" indent="0">
              <a:buNone/>
            </a:pPr>
            <a:endParaRPr lang="en-US" altLang="en-US" dirty="0"/>
          </a:p>
          <a:p>
            <a:r>
              <a:rPr lang="en-US" altLang="en-US" dirty="0"/>
              <a:t>Series of ambiguous pictures viewed one at a time</a:t>
            </a:r>
          </a:p>
          <a:p>
            <a:pPr lvl="1"/>
            <a:r>
              <a:rPr lang="en-US" altLang="en-US" dirty="0"/>
              <a:t>elicited stories reveal an individual’s personality</a:t>
            </a:r>
          </a:p>
          <a:p>
            <a:r>
              <a:rPr lang="en-US" altLang="en-US" dirty="0"/>
              <a:t>In contrast to Rorschach test does have reliability and validity</a:t>
            </a:r>
          </a:p>
          <a:p>
            <a:pPr lvl="1"/>
            <a:r>
              <a:rPr lang="en-US" altLang="en-US" dirty="0"/>
              <a:t>Can code stories for motivation, needs for power, achievement, intimacy, </a:t>
            </a:r>
            <a:r>
              <a:rPr lang="en-US" altLang="en-US" dirty="0" err="1"/>
              <a:t>etc</a:t>
            </a:r>
            <a:endParaRPr lang="en-US" altLang="en-US" dirty="0"/>
          </a:p>
          <a:p>
            <a:endParaRPr lang="en-US" dirty="0"/>
          </a:p>
        </p:txBody>
      </p:sp>
      <p:pic>
        <p:nvPicPr>
          <p:cNvPr id="7170" name="Picture 2" descr="Thematic Apperception Test">
            <a:extLst>
              <a:ext uri="{FF2B5EF4-FFF2-40B4-BE49-F238E27FC236}">
                <a16:creationId xmlns:a16="http://schemas.microsoft.com/office/drawing/2014/main" id="{50600BFE-0029-B147-8C52-9AA5A2241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6234" y="3076006"/>
            <a:ext cx="1452118" cy="1904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True Confessions, False Conclusions – PRINT Magazine">
            <a:extLst>
              <a:ext uri="{FF2B5EF4-FFF2-40B4-BE49-F238E27FC236}">
                <a16:creationId xmlns:a16="http://schemas.microsoft.com/office/drawing/2014/main" id="{204E7C52-AE84-1149-9FE6-EABC12D83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611" y="3076006"/>
            <a:ext cx="1933637" cy="1925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Thematic Apperception Test | TAT Definition, Scoring &amp; Examples - Video &amp;  Lesson Transcript | Study.com">
            <a:extLst>
              <a:ext uri="{FF2B5EF4-FFF2-40B4-BE49-F238E27FC236}">
                <a16:creationId xmlns:a16="http://schemas.microsoft.com/office/drawing/2014/main" id="{AFB84793-14DB-4840-8C94-B6275B9C5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181" y="3089184"/>
            <a:ext cx="1933637" cy="199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7878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59F7-4A6E-374C-9829-DB30CA92B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46888"/>
            <a:ext cx="7704000" cy="572700"/>
          </a:xfrm>
        </p:spPr>
        <p:txBody>
          <a:bodyPr/>
          <a:lstStyle/>
          <a:p>
            <a:r>
              <a:rPr lang="en-US" dirty="0"/>
              <a:t>Self-Report Measures</a:t>
            </a:r>
          </a:p>
        </p:txBody>
      </p:sp>
      <p:pic>
        <p:nvPicPr>
          <p:cNvPr id="8194" name="Picture 2" descr="Myers-Briggs Personality Test &amp; Others : Bob Fox: Pastor &amp; Author">
            <a:extLst>
              <a:ext uri="{FF2B5EF4-FFF2-40B4-BE49-F238E27FC236}">
                <a16:creationId xmlns:a16="http://schemas.microsoft.com/office/drawing/2014/main" id="{6B0AF5AB-6116-1140-811E-32ACC2A15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632" y="1145286"/>
            <a:ext cx="5001768" cy="375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4AE561-9F81-2943-AF64-34DC1FC99EDA}"/>
              </a:ext>
            </a:extLst>
          </p:cNvPr>
          <p:cNvSpPr txBox="1"/>
          <p:nvPr/>
        </p:nvSpPr>
        <p:spPr>
          <a:xfrm>
            <a:off x="594361" y="2386584"/>
            <a:ext cx="25328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2"/>
                </a:solidFill>
              </a:rPr>
              <a:t>Myers-Briggs Personalities Test</a:t>
            </a:r>
          </a:p>
        </p:txBody>
      </p:sp>
    </p:spTree>
    <p:extLst>
      <p:ext uri="{BB962C8B-B14F-4D97-AF65-F5344CB8AC3E}">
        <p14:creationId xmlns:p14="http://schemas.microsoft.com/office/powerpoint/2010/main" val="24389352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BB3E-A90E-3740-9F5F-FF6D6564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Self-Report Measures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C7D38-7AFF-8942-9319-D14DD1041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1984" y="1544936"/>
            <a:ext cx="7704000" cy="3416400"/>
          </a:xfrm>
        </p:spPr>
        <p:txBody>
          <a:bodyPr/>
          <a:lstStyle/>
          <a:p>
            <a:r>
              <a:rPr lang="en-US" dirty="0"/>
              <a:t>Minnesota Multiphasic Personality Inventory (MMPI)</a:t>
            </a:r>
          </a:p>
          <a:p>
            <a:pPr lvl="1"/>
            <a:r>
              <a:rPr lang="en-US" dirty="0"/>
              <a:t>Shown to be reliable and valid </a:t>
            </a:r>
          </a:p>
          <a:p>
            <a:pPr lvl="1"/>
            <a:r>
              <a:rPr lang="en-US" dirty="0"/>
              <a:t>Most commonly used</a:t>
            </a:r>
          </a:p>
          <a:p>
            <a:pPr lvl="2"/>
            <a:r>
              <a:rPr lang="en-US" dirty="0"/>
              <a:t>Clinical Settings</a:t>
            </a:r>
          </a:p>
          <a:p>
            <a:pPr lvl="2"/>
            <a:r>
              <a:rPr lang="en-US" dirty="0"/>
              <a:t>Hiring Decisions</a:t>
            </a:r>
          </a:p>
          <a:p>
            <a:pPr lvl="2"/>
            <a:r>
              <a:rPr lang="en-US" dirty="0"/>
              <a:t>Forensic settings </a:t>
            </a:r>
          </a:p>
          <a:p>
            <a:r>
              <a:rPr lang="en-US" dirty="0"/>
              <a:t>Neuroticism Extroversion Openness Personality Inventory-Revised (NEO-PIR)</a:t>
            </a:r>
          </a:p>
          <a:p>
            <a:pPr lvl="1"/>
            <a:r>
              <a:rPr lang="en-US" dirty="0"/>
              <a:t>Known for measuring and testing the 5 factor model </a:t>
            </a:r>
          </a:p>
          <a:p>
            <a:pPr lvl="2"/>
            <a:r>
              <a:rPr lang="en-US" dirty="0"/>
              <a:t>OCEAN</a:t>
            </a:r>
          </a:p>
          <a:p>
            <a:pPr lvl="1"/>
            <a:r>
              <a:rPr lang="en-US" dirty="0"/>
              <a:t>Shown to be valid and reliable </a:t>
            </a:r>
          </a:p>
        </p:txBody>
      </p:sp>
    </p:spTree>
    <p:extLst>
      <p:ext uri="{BB962C8B-B14F-4D97-AF65-F5344CB8AC3E}">
        <p14:creationId xmlns:p14="http://schemas.microsoft.com/office/powerpoint/2010/main" val="39498951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55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Questions?</a:t>
            </a:r>
            <a:endParaRPr dirty="0"/>
          </a:p>
        </p:txBody>
      </p:sp>
      <p:grpSp>
        <p:nvGrpSpPr>
          <p:cNvPr id="1853" name="Google Shape;1853;p55"/>
          <p:cNvGrpSpPr/>
          <p:nvPr/>
        </p:nvGrpSpPr>
        <p:grpSpPr>
          <a:xfrm rot="180618">
            <a:off x="538760" y="2932509"/>
            <a:ext cx="1303574" cy="1382164"/>
            <a:chOff x="2243025" y="2928722"/>
            <a:chExt cx="1078075" cy="1142975"/>
          </a:xfrm>
        </p:grpSpPr>
        <p:grpSp>
          <p:nvGrpSpPr>
            <p:cNvPr id="1854" name="Google Shape;1854;p55"/>
            <p:cNvGrpSpPr/>
            <p:nvPr/>
          </p:nvGrpSpPr>
          <p:grpSpPr>
            <a:xfrm>
              <a:off x="2243275" y="2928738"/>
              <a:ext cx="1077575" cy="1142900"/>
              <a:chOff x="2243275" y="2928738"/>
              <a:chExt cx="1077575" cy="1142900"/>
            </a:xfrm>
          </p:grpSpPr>
          <p:grpSp>
            <p:nvGrpSpPr>
              <p:cNvPr id="1855" name="Google Shape;1855;p55"/>
              <p:cNvGrpSpPr/>
              <p:nvPr/>
            </p:nvGrpSpPr>
            <p:grpSpPr>
              <a:xfrm>
                <a:off x="2243275" y="2928738"/>
                <a:ext cx="1077575" cy="1142900"/>
                <a:chOff x="2218725" y="2711700"/>
                <a:chExt cx="1077575" cy="1142900"/>
              </a:xfrm>
            </p:grpSpPr>
            <p:sp>
              <p:nvSpPr>
                <p:cNvPr id="1856" name="Google Shape;1856;p55"/>
                <p:cNvSpPr/>
                <p:nvPr/>
              </p:nvSpPr>
              <p:spPr>
                <a:xfrm>
                  <a:off x="2218725" y="2881875"/>
                  <a:ext cx="950025" cy="97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01" h="38909" extrusionOk="0">
                      <a:moveTo>
                        <a:pt x="24059" y="1"/>
                      </a:moveTo>
                      <a:lnTo>
                        <a:pt x="21044" y="5269"/>
                      </a:lnTo>
                      <a:lnTo>
                        <a:pt x="23306" y="5269"/>
                      </a:lnTo>
                      <a:lnTo>
                        <a:pt x="21745" y="8909"/>
                      </a:lnTo>
                      <a:cubicBezTo>
                        <a:pt x="20904" y="8808"/>
                        <a:pt x="20054" y="8759"/>
                        <a:pt x="19203" y="8759"/>
                      </a:cubicBezTo>
                      <a:cubicBezTo>
                        <a:pt x="11107" y="8759"/>
                        <a:pt x="2932" y="13162"/>
                        <a:pt x="1244" y="18771"/>
                      </a:cubicBezTo>
                      <a:cubicBezTo>
                        <a:pt x="1070" y="19349"/>
                        <a:pt x="0" y="23275"/>
                        <a:pt x="2309" y="26190"/>
                      </a:cubicBezTo>
                      <a:cubicBezTo>
                        <a:pt x="4269" y="28663"/>
                        <a:pt x="7672" y="28769"/>
                        <a:pt x="8240" y="28769"/>
                      </a:cubicBezTo>
                      <a:cubicBezTo>
                        <a:pt x="8294" y="28769"/>
                        <a:pt x="8322" y="28768"/>
                        <a:pt x="8322" y="28768"/>
                      </a:cubicBezTo>
                      <a:lnTo>
                        <a:pt x="8322" y="28768"/>
                      </a:lnTo>
                      <a:cubicBezTo>
                        <a:pt x="7534" y="32471"/>
                        <a:pt x="10390" y="34908"/>
                        <a:pt x="14189" y="34908"/>
                      </a:cubicBezTo>
                      <a:cubicBezTo>
                        <a:pt x="15263" y="34908"/>
                        <a:pt x="16411" y="34713"/>
                        <a:pt x="17575" y="34298"/>
                      </a:cubicBezTo>
                      <a:cubicBezTo>
                        <a:pt x="17575" y="34298"/>
                        <a:pt x="19028" y="35474"/>
                        <a:pt x="20929" y="35545"/>
                      </a:cubicBezTo>
                      <a:lnTo>
                        <a:pt x="24383" y="38908"/>
                      </a:lnTo>
                      <a:lnTo>
                        <a:pt x="27445" y="37973"/>
                      </a:lnTo>
                      <a:lnTo>
                        <a:pt x="26708" y="36797"/>
                      </a:lnTo>
                      <a:lnTo>
                        <a:pt x="26835" y="36757"/>
                      </a:lnTo>
                      <a:lnTo>
                        <a:pt x="26554" y="36314"/>
                      </a:lnTo>
                      <a:cubicBezTo>
                        <a:pt x="27532" y="36239"/>
                        <a:pt x="33137" y="35609"/>
                        <a:pt x="33232" y="31363"/>
                      </a:cubicBezTo>
                      <a:lnTo>
                        <a:pt x="33232" y="31359"/>
                      </a:lnTo>
                      <a:cubicBezTo>
                        <a:pt x="34610" y="31165"/>
                        <a:pt x="35561" y="30646"/>
                        <a:pt x="36207" y="29980"/>
                      </a:cubicBezTo>
                      <a:cubicBezTo>
                        <a:pt x="37541" y="28610"/>
                        <a:pt x="38001" y="26566"/>
                        <a:pt x="37383" y="24685"/>
                      </a:cubicBezTo>
                      <a:cubicBezTo>
                        <a:pt x="37339" y="23453"/>
                        <a:pt x="37141" y="21631"/>
                        <a:pt x="36353" y="19611"/>
                      </a:cubicBezTo>
                      <a:cubicBezTo>
                        <a:pt x="34016" y="13638"/>
                        <a:pt x="28471" y="10929"/>
                        <a:pt x="26530" y="10133"/>
                      </a:cubicBezTo>
                      <a:cubicBezTo>
                        <a:pt x="25259" y="9610"/>
                        <a:pt x="23924" y="9245"/>
                        <a:pt x="22561" y="9027"/>
                      </a:cubicBezTo>
                      <a:lnTo>
                        <a:pt x="27821" y="3764"/>
                      </a:lnTo>
                      <a:lnTo>
                        <a:pt x="25564" y="3764"/>
                      </a:lnTo>
                      <a:lnTo>
                        <a:pt x="278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7" name="Google Shape;1857;p55"/>
                <p:cNvSpPr/>
                <p:nvPr/>
              </p:nvSpPr>
              <p:spPr>
                <a:xfrm>
                  <a:off x="2342200" y="2974850"/>
                  <a:ext cx="109150" cy="15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" h="6263" extrusionOk="0">
                      <a:moveTo>
                        <a:pt x="2278" y="1"/>
                      </a:moveTo>
                      <a:cubicBezTo>
                        <a:pt x="503" y="2579"/>
                        <a:pt x="0" y="4952"/>
                        <a:pt x="816" y="5724"/>
                      </a:cubicBezTo>
                      <a:cubicBezTo>
                        <a:pt x="1043" y="5936"/>
                        <a:pt x="1611" y="6262"/>
                        <a:pt x="2290" y="6262"/>
                      </a:cubicBezTo>
                      <a:cubicBezTo>
                        <a:pt x="2360" y="6262"/>
                        <a:pt x="2431" y="6259"/>
                        <a:pt x="2504" y="6251"/>
                      </a:cubicBezTo>
                      <a:cubicBezTo>
                        <a:pt x="2983" y="6204"/>
                        <a:pt x="3387" y="5994"/>
                        <a:pt x="3561" y="5843"/>
                      </a:cubicBezTo>
                      <a:cubicBezTo>
                        <a:pt x="4365" y="5150"/>
                        <a:pt x="3827" y="2758"/>
                        <a:pt x="227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8" name="Google Shape;1858;p55"/>
                <p:cNvSpPr/>
                <p:nvPr/>
              </p:nvSpPr>
              <p:spPr>
                <a:xfrm>
                  <a:off x="2253175" y="2711700"/>
                  <a:ext cx="503950" cy="35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8" h="14028" extrusionOk="0">
                      <a:moveTo>
                        <a:pt x="10733" y="1"/>
                      </a:moveTo>
                      <a:cubicBezTo>
                        <a:pt x="9106" y="1"/>
                        <a:pt x="7300" y="1259"/>
                        <a:pt x="6742" y="3413"/>
                      </a:cubicBezTo>
                      <a:cubicBezTo>
                        <a:pt x="6678" y="3377"/>
                        <a:pt x="6166" y="3093"/>
                        <a:pt x="5533" y="3093"/>
                      </a:cubicBezTo>
                      <a:cubicBezTo>
                        <a:pt x="5268" y="3093"/>
                        <a:pt x="4982" y="3143"/>
                        <a:pt x="4698" y="3283"/>
                      </a:cubicBezTo>
                      <a:cubicBezTo>
                        <a:pt x="3799" y="3726"/>
                        <a:pt x="3312" y="4883"/>
                        <a:pt x="3648" y="6031"/>
                      </a:cubicBezTo>
                      <a:cubicBezTo>
                        <a:pt x="3275" y="5823"/>
                        <a:pt x="2862" y="5718"/>
                        <a:pt x="2454" y="5718"/>
                      </a:cubicBezTo>
                      <a:cubicBezTo>
                        <a:pt x="2048" y="5718"/>
                        <a:pt x="1647" y="5822"/>
                        <a:pt x="1296" y="6031"/>
                      </a:cubicBezTo>
                      <a:cubicBezTo>
                        <a:pt x="436" y="6546"/>
                        <a:pt x="1" y="7612"/>
                        <a:pt x="246" y="8650"/>
                      </a:cubicBezTo>
                      <a:lnTo>
                        <a:pt x="2967" y="8650"/>
                      </a:lnTo>
                      <a:lnTo>
                        <a:pt x="3031" y="8669"/>
                      </a:lnTo>
                      <a:cubicBezTo>
                        <a:pt x="3031" y="8669"/>
                        <a:pt x="3031" y="8661"/>
                        <a:pt x="3035" y="8650"/>
                      </a:cubicBezTo>
                      <a:lnTo>
                        <a:pt x="13147" y="8650"/>
                      </a:lnTo>
                      <a:cubicBezTo>
                        <a:pt x="11840" y="10872"/>
                        <a:pt x="11527" y="12804"/>
                        <a:pt x="12252" y="13490"/>
                      </a:cubicBezTo>
                      <a:cubicBezTo>
                        <a:pt x="12474" y="13702"/>
                        <a:pt x="13042" y="14027"/>
                        <a:pt x="13721" y="14027"/>
                      </a:cubicBezTo>
                      <a:cubicBezTo>
                        <a:pt x="13792" y="14027"/>
                        <a:pt x="13863" y="14024"/>
                        <a:pt x="13935" y="14016"/>
                      </a:cubicBezTo>
                      <a:cubicBezTo>
                        <a:pt x="14418" y="13969"/>
                        <a:pt x="14818" y="13759"/>
                        <a:pt x="14996" y="13608"/>
                      </a:cubicBezTo>
                      <a:cubicBezTo>
                        <a:pt x="15709" y="12991"/>
                        <a:pt x="15357" y="11022"/>
                        <a:pt x="14177" y="8650"/>
                      </a:cubicBezTo>
                      <a:lnTo>
                        <a:pt x="17947" y="8650"/>
                      </a:lnTo>
                      <a:lnTo>
                        <a:pt x="17951" y="8661"/>
                      </a:lnTo>
                      <a:lnTo>
                        <a:pt x="18015" y="8650"/>
                      </a:lnTo>
                      <a:lnTo>
                        <a:pt x="19124" y="8650"/>
                      </a:lnTo>
                      <a:cubicBezTo>
                        <a:pt x="20157" y="6721"/>
                        <a:pt x="19595" y="4439"/>
                        <a:pt x="18054" y="3413"/>
                      </a:cubicBezTo>
                      <a:cubicBezTo>
                        <a:pt x="17480" y="3031"/>
                        <a:pt x="16798" y="2841"/>
                        <a:pt x="16095" y="2841"/>
                      </a:cubicBezTo>
                      <a:cubicBezTo>
                        <a:pt x="15386" y="2841"/>
                        <a:pt x="14656" y="3034"/>
                        <a:pt x="13994" y="3413"/>
                      </a:cubicBezTo>
                      <a:cubicBezTo>
                        <a:pt x="13804" y="1861"/>
                        <a:pt x="12885" y="550"/>
                        <a:pt x="11638" y="142"/>
                      </a:cubicBezTo>
                      <a:cubicBezTo>
                        <a:pt x="11349" y="47"/>
                        <a:pt x="11044" y="1"/>
                        <a:pt x="107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9" name="Google Shape;1859;p55"/>
                <p:cNvSpPr/>
                <p:nvPr/>
              </p:nvSpPr>
              <p:spPr>
                <a:xfrm>
                  <a:off x="2898800" y="2960125"/>
                  <a:ext cx="397500" cy="27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00" h="11189" extrusionOk="0">
                      <a:moveTo>
                        <a:pt x="8442" y="0"/>
                      </a:moveTo>
                      <a:cubicBezTo>
                        <a:pt x="6949" y="0"/>
                        <a:pt x="5435" y="1061"/>
                        <a:pt x="4936" y="2764"/>
                      </a:cubicBezTo>
                      <a:cubicBezTo>
                        <a:pt x="4526" y="2628"/>
                        <a:pt x="4111" y="2564"/>
                        <a:pt x="3707" y="2564"/>
                      </a:cubicBezTo>
                      <a:cubicBezTo>
                        <a:pt x="2501" y="2564"/>
                        <a:pt x="1397" y="3139"/>
                        <a:pt x="824" y="4091"/>
                      </a:cubicBezTo>
                      <a:cubicBezTo>
                        <a:pt x="0" y="5466"/>
                        <a:pt x="658" y="6995"/>
                        <a:pt x="729" y="7145"/>
                      </a:cubicBezTo>
                      <a:lnTo>
                        <a:pt x="2468" y="7145"/>
                      </a:lnTo>
                      <a:lnTo>
                        <a:pt x="2468" y="7157"/>
                      </a:lnTo>
                      <a:lnTo>
                        <a:pt x="2535" y="7145"/>
                      </a:lnTo>
                      <a:lnTo>
                        <a:pt x="7435" y="7145"/>
                      </a:lnTo>
                      <a:cubicBezTo>
                        <a:pt x="6306" y="8813"/>
                        <a:pt x="5989" y="10338"/>
                        <a:pt x="6516" y="10837"/>
                      </a:cubicBezTo>
                      <a:cubicBezTo>
                        <a:pt x="6663" y="10977"/>
                        <a:pt x="7035" y="11188"/>
                        <a:pt x="7481" y="11188"/>
                      </a:cubicBezTo>
                      <a:cubicBezTo>
                        <a:pt x="7527" y="11188"/>
                        <a:pt x="7574" y="11186"/>
                        <a:pt x="7621" y="11181"/>
                      </a:cubicBezTo>
                      <a:cubicBezTo>
                        <a:pt x="7938" y="11150"/>
                        <a:pt x="8199" y="11015"/>
                        <a:pt x="8314" y="10916"/>
                      </a:cubicBezTo>
                      <a:cubicBezTo>
                        <a:pt x="8837" y="10464"/>
                        <a:pt x="8493" y="8928"/>
                        <a:pt x="7506" y="7145"/>
                      </a:cubicBezTo>
                      <a:lnTo>
                        <a:pt x="14660" y="7145"/>
                      </a:lnTo>
                      <a:lnTo>
                        <a:pt x="14727" y="7161"/>
                      </a:lnTo>
                      <a:cubicBezTo>
                        <a:pt x="14731" y="7133"/>
                        <a:pt x="14735" y="7106"/>
                        <a:pt x="14739" y="7082"/>
                      </a:cubicBezTo>
                      <a:cubicBezTo>
                        <a:pt x="15804" y="6151"/>
                        <a:pt x="15899" y="4539"/>
                        <a:pt x="15032" y="3561"/>
                      </a:cubicBezTo>
                      <a:cubicBezTo>
                        <a:pt x="14574" y="3048"/>
                        <a:pt x="13906" y="2773"/>
                        <a:pt x="13220" y="2773"/>
                      </a:cubicBezTo>
                      <a:cubicBezTo>
                        <a:pt x="12709" y="2773"/>
                        <a:pt x="12186" y="2926"/>
                        <a:pt x="11733" y="3248"/>
                      </a:cubicBezTo>
                      <a:cubicBezTo>
                        <a:pt x="11574" y="1711"/>
                        <a:pt x="10544" y="447"/>
                        <a:pt x="9213" y="99"/>
                      </a:cubicBezTo>
                      <a:cubicBezTo>
                        <a:pt x="8961" y="33"/>
                        <a:pt x="8702" y="0"/>
                        <a:pt x="844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60" name="Google Shape;1860;p55"/>
              <p:cNvGrpSpPr/>
              <p:nvPr/>
            </p:nvGrpSpPr>
            <p:grpSpPr>
              <a:xfrm>
                <a:off x="2243275" y="2928738"/>
                <a:ext cx="1077575" cy="1142900"/>
                <a:chOff x="2218725" y="2711700"/>
                <a:chExt cx="1077575" cy="1142900"/>
              </a:xfrm>
            </p:grpSpPr>
            <p:sp>
              <p:nvSpPr>
                <p:cNvPr id="1861" name="Google Shape;1861;p55"/>
                <p:cNvSpPr/>
                <p:nvPr/>
              </p:nvSpPr>
              <p:spPr>
                <a:xfrm>
                  <a:off x="2218725" y="2881875"/>
                  <a:ext cx="950025" cy="97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01" h="38909" extrusionOk="0">
                      <a:moveTo>
                        <a:pt x="24059" y="1"/>
                      </a:moveTo>
                      <a:lnTo>
                        <a:pt x="21044" y="5269"/>
                      </a:lnTo>
                      <a:lnTo>
                        <a:pt x="23306" y="5269"/>
                      </a:lnTo>
                      <a:lnTo>
                        <a:pt x="21745" y="8909"/>
                      </a:lnTo>
                      <a:cubicBezTo>
                        <a:pt x="20904" y="8808"/>
                        <a:pt x="20054" y="8759"/>
                        <a:pt x="19203" y="8759"/>
                      </a:cubicBezTo>
                      <a:cubicBezTo>
                        <a:pt x="11107" y="8759"/>
                        <a:pt x="2932" y="13162"/>
                        <a:pt x="1244" y="18771"/>
                      </a:cubicBezTo>
                      <a:cubicBezTo>
                        <a:pt x="1070" y="19349"/>
                        <a:pt x="0" y="23275"/>
                        <a:pt x="2309" y="26190"/>
                      </a:cubicBezTo>
                      <a:cubicBezTo>
                        <a:pt x="4269" y="28663"/>
                        <a:pt x="7672" y="28769"/>
                        <a:pt x="8240" y="28769"/>
                      </a:cubicBezTo>
                      <a:cubicBezTo>
                        <a:pt x="8294" y="28769"/>
                        <a:pt x="8322" y="28768"/>
                        <a:pt x="8322" y="28768"/>
                      </a:cubicBezTo>
                      <a:lnTo>
                        <a:pt x="8322" y="28768"/>
                      </a:lnTo>
                      <a:cubicBezTo>
                        <a:pt x="7534" y="32471"/>
                        <a:pt x="10390" y="34908"/>
                        <a:pt x="14189" y="34908"/>
                      </a:cubicBezTo>
                      <a:cubicBezTo>
                        <a:pt x="15263" y="34908"/>
                        <a:pt x="16411" y="34713"/>
                        <a:pt x="17575" y="34298"/>
                      </a:cubicBezTo>
                      <a:cubicBezTo>
                        <a:pt x="17575" y="34298"/>
                        <a:pt x="19028" y="35474"/>
                        <a:pt x="20929" y="35545"/>
                      </a:cubicBezTo>
                      <a:lnTo>
                        <a:pt x="24383" y="38908"/>
                      </a:lnTo>
                      <a:lnTo>
                        <a:pt x="27445" y="37973"/>
                      </a:lnTo>
                      <a:lnTo>
                        <a:pt x="26708" y="36797"/>
                      </a:lnTo>
                      <a:lnTo>
                        <a:pt x="26835" y="36757"/>
                      </a:lnTo>
                      <a:lnTo>
                        <a:pt x="26554" y="36314"/>
                      </a:lnTo>
                      <a:cubicBezTo>
                        <a:pt x="27532" y="36239"/>
                        <a:pt x="33137" y="35609"/>
                        <a:pt x="33232" y="31363"/>
                      </a:cubicBezTo>
                      <a:lnTo>
                        <a:pt x="33232" y="31359"/>
                      </a:lnTo>
                      <a:cubicBezTo>
                        <a:pt x="34610" y="31165"/>
                        <a:pt x="35561" y="30646"/>
                        <a:pt x="36207" y="29980"/>
                      </a:cubicBezTo>
                      <a:cubicBezTo>
                        <a:pt x="37541" y="28610"/>
                        <a:pt x="38001" y="26566"/>
                        <a:pt x="37383" y="24685"/>
                      </a:cubicBezTo>
                      <a:cubicBezTo>
                        <a:pt x="37339" y="23453"/>
                        <a:pt x="37141" y="21631"/>
                        <a:pt x="36353" y="19611"/>
                      </a:cubicBezTo>
                      <a:cubicBezTo>
                        <a:pt x="34016" y="13638"/>
                        <a:pt x="28471" y="10929"/>
                        <a:pt x="26530" y="10133"/>
                      </a:cubicBezTo>
                      <a:cubicBezTo>
                        <a:pt x="25259" y="9610"/>
                        <a:pt x="23924" y="9245"/>
                        <a:pt x="22561" y="9027"/>
                      </a:cubicBezTo>
                      <a:lnTo>
                        <a:pt x="27821" y="3764"/>
                      </a:lnTo>
                      <a:lnTo>
                        <a:pt x="25564" y="3764"/>
                      </a:lnTo>
                      <a:lnTo>
                        <a:pt x="278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2" name="Google Shape;1862;p55"/>
                <p:cNvSpPr/>
                <p:nvPr/>
              </p:nvSpPr>
              <p:spPr>
                <a:xfrm>
                  <a:off x="2342200" y="2974850"/>
                  <a:ext cx="109150" cy="15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" h="6263" extrusionOk="0">
                      <a:moveTo>
                        <a:pt x="2278" y="1"/>
                      </a:moveTo>
                      <a:cubicBezTo>
                        <a:pt x="503" y="2579"/>
                        <a:pt x="0" y="4952"/>
                        <a:pt x="816" y="5724"/>
                      </a:cubicBezTo>
                      <a:cubicBezTo>
                        <a:pt x="1043" y="5936"/>
                        <a:pt x="1611" y="6262"/>
                        <a:pt x="2290" y="6262"/>
                      </a:cubicBezTo>
                      <a:cubicBezTo>
                        <a:pt x="2360" y="6262"/>
                        <a:pt x="2431" y="6259"/>
                        <a:pt x="2504" y="6251"/>
                      </a:cubicBezTo>
                      <a:cubicBezTo>
                        <a:pt x="2983" y="6204"/>
                        <a:pt x="3387" y="5994"/>
                        <a:pt x="3561" y="5843"/>
                      </a:cubicBezTo>
                      <a:cubicBezTo>
                        <a:pt x="4365" y="5150"/>
                        <a:pt x="3827" y="2758"/>
                        <a:pt x="227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3" name="Google Shape;1863;p55"/>
                <p:cNvSpPr/>
                <p:nvPr/>
              </p:nvSpPr>
              <p:spPr>
                <a:xfrm>
                  <a:off x="2253175" y="2711700"/>
                  <a:ext cx="503950" cy="35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8" h="14028" extrusionOk="0">
                      <a:moveTo>
                        <a:pt x="10733" y="1"/>
                      </a:moveTo>
                      <a:cubicBezTo>
                        <a:pt x="9106" y="1"/>
                        <a:pt x="7300" y="1259"/>
                        <a:pt x="6742" y="3413"/>
                      </a:cubicBezTo>
                      <a:cubicBezTo>
                        <a:pt x="6678" y="3377"/>
                        <a:pt x="6166" y="3093"/>
                        <a:pt x="5533" y="3093"/>
                      </a:cubicBezTo>
                      <a:cubicBezTo>
                        <a:pt x="5268" y="3093"/>
                        <a:pt x="4982" y="3143"/>
                        <a:pt x="4698" y="3283"/>
                      </a:cubicBezTo>
                      <a:cubicBezTo>
                        <a:pt x="3799" y="3726"/>
                        <a:pt x="3312" y="4883"/>
                        <a:pt x="3648" y="6031"/>
                      </a:cubicBezTo>
                      <a:cubicBezTo>
                        <a:pt x="3275" y="5823"/>
                        <a:pt x="2862" y="5718"/>
                        <a:pt x="2454" y="5718"/>
                      </a:cubicBezTo>
                      <a:cubicBezTo>
                        <a:pt x="2048" y="5718"/>
                        <a:pt x="1647" y="5822"/>
                        <a:pt x="1296" y="6031"/>
                      </a:cubicBezTo>
                      <a:cubicBezTo>
                        <a:pt x="436" y="6546"/>
                        <a:pt x="1" y="7612"/>
                        <a:pt x="246" y="8650"/>
                      </a:cubicBezTo>
                      <a:lnTo>
                        <a:pt x="2967" y="8650"/>
                      </a:lnTo>
                      <a:lnTo>
                        <a:pt x="3031" y="8669"/>
                      </a:lnTo>
                      <a:cubicBezTo>
                        <a:pt x="3031" y="8669"/>
                        <a:pt x="3031" y="8661"/>
                        <a:pt x="3035" y="8650"/>
                      </a:cubicBezTo>
                      <a:lnTo>
                        <a:pt x="13147" y="8650"/>
                      </a:lnTo>
                      <a:cubicBezTo>
                        <a:pt x="11840" y="10872"/>
                        <a:pt x="11527" y="12804"/>
                        <a:pt x="12252" y="13490"/>
                      </a:cubicBezTo>
                      <a:cubicBezTo>
                        <a:pt x="12474" y="13702"/>
                        <a:pt x="13042" y="14027"/>
                        <a:pt x="13721" y="14027"/>
                      </a:cubicBezTo>
                      <a:cubicBezTo>
                        <a:pt x="13792" y="14027"/>
                        <a:pt x="13863" y="14024"/>
                        <a:pt x="13935" y="14016"/>
                      </a:cubicBezTo>
                      <a:cubicBezTo>
                        <a:pt x="14418" y="13969"/>
                        <a:pt x="14818" y="13759"/>
                        <a:pt x="14996" y="13608"/>
                      </a:cubicBezTo>
                      <a:cubicBezTo>
                        <a:pt x="15709" y="12991"/>
                        <a:pt x="15357" y="11022"/>
                        <a:pt x="14177" y="8650"/>
                      </a:cubicBezTo>
                      <a:lnTo>
                        <a:pt x="17947" y="8650"/>
                      </a:lnTo>
                      <a:lnTo>
                        <a:pt x="17951" y="8661"/>
                      </a:lnTo>
                      <a:lnTo>
                        <a:pt x="18015" y="8650"/>
                      </a:lnTo>
                      <a:lnTo>
                        <a:pt x="19124" y="8650"/>
                      </a:lnTo>
                      <a:cubicBezTo>
                        <a:pt x="20157" y="6721"/>
                        <a:pt x="19595" y="4439"/>
                        <a:pt x="18054" y="3413"/>
                      </a:cubicBezTo>
                      <a:cubicBezTo>
                        <a:pt x="17480" y="3031"/>
                        <a:pt x="16798" y="2841"/>
                        <a:pt x="16095" y="2841"/>
                      </a:cubicBezTo>
                      <a:cubicBezTo>
                        <a:pt x="15386" y="2841"/>
                        <a:pt x="14656" y="3034"/>
                        <a:pt x="13994" y="3413"/>
                      </a:cubicBezTo>
                      <a:cubicBezTo>
                        <a:pt x="13804" y="1861"/>
                        <a:pt x="12885" y="550"/>
                        <a:pt x="11638" y="142"/>
                      </a:cubicBezTo>
                      <a:cubicBezTo>
                        <a:pt x="11349" y="47"/>
                        <a:pt x="11044" y="1"/>
                        <a:pt x="107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4" name="Google Shape;1864;p55"/>
                <p:cNvSpPr/>
                <p:nvPr/>
              </p:nvSpPr>
              <p:spPr>
                <a:xfrm>
                  <a:off x="2898800" y="2960125"/>
                  <a:ext cx="397500" cy="27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00" h="11189" extrusionOk="0">
                      <a:moveTo>
                        <a:pt x="8442" y="0"/>
                      </a:moveTo>
                      <a:cubicBezTo>
                        <a:pt x="6949" y="0"/>
                        <a:pt x="5435" y="1061"/>
                        <a:pt x="4936" y="2764"/>
                      </a:cubicBezTo>
                      <a:cubicBezTo>
                        <a:pt x="4526" y="2628"/>
                        <a:pt x="4111" y="2564"/>
                        <a:pt x="3707" y="2564"/>
                      </a:cubicBezTo>
                      <a:cubicBezTo>
                        <a:pt x="2501" y="2564"/>
                        <a:pt x="1397" y="3139"/>
                        <a:pt x="824" y="4091"/>
                      </a:cubicBezTo>
                      <a:cubicBezTo>
                        <a:pt x="0" y="5466"/>
                        <a:pt x="658" y="6995"/>
                        <a:pt x="729" y="7145"/>
                      </a:cubicBezTo>
                      <a:lnTo>
                        <a:pt x="2468" y="7145"/>
                      </a:lnTo>
                      <a:lnTo>
                        <a:pt x="2468" y="7157"/>
                      </a:lnTo>
                      <a:lnTo>
                        <a:pt x="2535" y="7145"/>
                      </a:lnTo>
                      <a:lnTo>
                        <a:pt x="7435" y="7145"/>
                      </a:lnTo>
                      <a:cubicBezTo>
                        <a:pt x="6306" y="8813"/>
                        <a:pt x="5989" y="10338"/>
                        <a:pt x="6516" y="10837"/>
                      </a:cubicBezTo>
                      <a:cubicBezTo>
                        <a:pt x="6663" y="10977"/>
                        <a:pt x="7035" y="11188"/>
                        <a:pt x="7481" y="11188"/>
                      </a:cubicBezTo>
                      <a:cubicBezTo>
                        <a:pt x="7527" y="11188"/>
                        <a:pt x="7574" y="11186"/>
                        <a:pt x="7621" y="11181"/>
                      </a:cubicBezTo>
                      <a:cubicBezTo>
                        <a:pt x="7938" y="11150"/>
                        <a:pt x="8199" y="11015"/>
                        <a:pt x="8314" y="10916"/>
                      </a:cubicBezTo>
                      <a:cubicBezTo>
                        <a:pt x="8837" y="10464"/>
                        <a:pt x="8493" y="8928"/>
                        <a:pt x="7506" y="7145"/>
                      </a:cubicBezTo>
                      <a:lnTo>
                        <a:pt x="14660" y="7145"/>
                      </a:lnTo>
                      <a:lnTo>
                        <a:pt x="14727" y="7161"/>
                      </a:lnTo>
                      <a:cubicBezTo>
                        <a:pt x="14731" y="7133"/>
                        <a:pt x="14735" y="7106"/>
                        <a:pt x="14739" y="7082"/>
                      </a:cubicBezTo>
                      <a:cubicBezTo>
                        <a:pt x="15804" y="6151"/>
                        <a:pt x="15899" y="4539"/>
                        <a:pt x="15032" y="3561"/>
                      </a:cubicBezTo>
                      <a:cubicBezTo>
                        <a:pt x="14574" y="3048"/>
                        <a:pt x="13906" y="2773"/>
                        <a:pt x="13220" y="2773"/>
                      </a:cubicBezTo>
                      <a:cubicBezTo>
                        <a:pt x="12709" y="2773"/>
                        <a:pt x="12186" y="2926"/>
                        <a:pt x="11733" y="3248"/>
                      </a:cubicBezTo>
                      <a:cubicBezTo>
                        <a:pt x="11574" y="1711"/>
                        <a:pt x="10544" y="447"/>
                        <a:pt x="9213" y="99"/>
                      </a:cubicBezTo>
                      <a:cubicBezTo>
                        <a:pt x="8961" y="33"/>
                        <a:pt x="8702" y="0"/>
                        <a:pt x="844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65" name="Google Shape;1865;p55"/>
            <p:cNvGrpSpPr/>
            <p:nvPr/>
          </p:nvGrpSpPr>
          <p:grpSpPr>
            <a:xfrm>
              <a:off x="2243025" y="2928722"/>
              <a:ext cx="1078075" cy="1142975"/>
              <a:chOff x="2341450" y="2966950"/>
              <a:chExt cx="1078075" cy="1142975"/>
            </a:xfrm>
          </p:grpSpPr>
          <p:sp>
            <p:nvSpPr>
              <p:cNvPr id="1866" name="Google Shape;1866;p55"/>
              <p:cNvSpPr/>
              <p:nvPr/>
            </p:nvSpPr>
            <p:spPr>
              <a:xfrm>
                <a:off x="2341450" y="3356100"/>
                <a:ext cx="950025" cy="753825"/>
              </a:xfrm>
              <a:custGeom>
                <a:avLst/>
                <a:gdLst/>
                <a:ahLst/>
                <a:cxnLst/>
                <a:rect l="l" t="t" r="r" b="b"/>
                <a:pathLst>
                  <a:path w="38001" h="30153" extrusionOk="0">
                    <a:moveTo>
                      <a:pt x="19203" y="1"/>
                    </a:moveTo>
                    <a:cubicBezTo>
                      <a:pt x="11108" y="1"/>
                      <a:pt x="2930" y="4404"/>
                      <a:pt x="1244" y="10015"/>
                    </a:cubicBezTo>
                    <a:cubicBezTo>
                      <a:pt x="1070" y="10590"/>
                      <a:pt x="0" y="14515"/>
                      <a:pt x="2309" y="17430"/>
                    </a:cubicBezTo>
                    <a:cubicBezTo>
                      <a:pt x="4269" y="19908"/>
                      <a:pt x="7672" y="20014"/>
                      <a:pt x="8240" y="20014"/>
                    </a:cubicBezTo>
                    <a:cubicBezTo>
                      <a:pt x="8294" y="20014"/>
                      <a:pt x="8322" y="20013"/>
                      <a:pt x="8322" y="20013"/>
                    </a:cubicBezTo>
                    <a:lnTo>
                      <a:pt x="8322" y="20013"/>
                    </a:lnTo>
                    <a:cubicBezTo>
                      <a:pt x="7534" y="23712"/>
                      <a:pt x="10390" y="26148"/>
                      <a:pt x="14189" y="26148"/>
                    </a:cubicBezTo>
                    <a:cubicBezTo>
                      <a:pt x="15262" y="26148"/>
                      <a:pt x="16411" y="25953"/>
                      <a:pt x="17575" y="25538"/>
                    </a:cubicBezTo>
                    <a:cubicBezTo>
                      <a:pt x="17575" y="25538"/>
                      <a:pt x="19028" y="26714"/>
                      <a:pt x="20929" y="26790"/>
                    </a:cubicBezTo>
                    <a:lnTo>
                      <a:pt x="24383" y="30152"/>
                    </a:lnTo>
                    <a:lnTo>
                      <a:pt x="27445" y="29218"/>
                    </a:lnTo>
                    <a:lnTo>
                      <a:pt x="26411" y="27566"/>
                    </a:lnTo>
                    <a:cubicBezTo>
                      <a:pt x="26411" y="27566"/>
                      <a:pt x="33125" y="27257"/>
                      <a:pt x="33232" y="22603"/>
                    </a:cubicBezTo>
                    <a:cubicBezTo>
                      <a:pt x="34610" y="22405"/>
                      <a:pt x="35561" y="21890"/>
                      <a:pt x="36207" y="21225"/>
                    </a:cubicBezTo>
                    <a:cubicBezTo>
                      <a:pt x="37541" y="19850"/>
                      <a:pt x="38001" y="17806"/>
                      <a:pt x="37383" y="15925"/>
                    </a:cubicBezTo>
                    <a:cubicBezTo>
                      <a:pt x="37339" y="14693"/>
                      <a:pt x="37141" y="12871"/>
                      <a:pt x="36353" y="10855"/>
                    </a:cubicBezTo>
                    <a:cubicBezTo>
                      <a:pt x="34016" y="4878"/>
                      <a:pt x="28471" y="2173"/>
                      <a:pt x="26530" y="1373"/>
                    </a:cubicBezTo>
                    <a:cubicBezTo>
                      <a:pt x="24227" y="426"/>
                      <a:pt x="21719" y="1"/>
                      <a:pt x="1920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55"/>
              <p:cNvSpPr/>
              <p:nvPr/>
            </p:nvSpPr>
            <p:spPr>
              <a:xfrm>
                <a:off x="2783575" y="3883925"/>
                <a:ext cx="362850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4" h="7753" extrusionOk="0">
                    <a:moveTo>
                      <a:pt x="9851" y="0"/>
                    </a:moveTo>
                    <a:cubicBezTo>
                      <a:pt x="8712" y="0"/>
                      <a:pt x="7509" y="160"/>
                      <a:pt x="6425" y="627"/>
                    </a:cubicBezTo>
                    <a:cubicBezTo>
                      <a:pt x="6425" y="627"/>
                      <a:pt x="1078" y="1304"/>
                      <a:pt x="0" y="3478"/>
                    </a:cubicBezTo>
                    <a:cubicBezTo>
                      <a:pt x="0" y="3478"/>
                      <a:pt x="1347" y="4568"/>
                      <a:pt x="3114" y="4639"/>
                    </a:cubicBezTo>
                    <a:lnTo>
                      <a:pt x="6314" y="7752"/>
                    </a:lnTo>
                    <a:lnTo>
                      <a:pt x="9150" y="6889"/>
                    </a:lnTo>
                    <a:lnTo>
                      <a:pt x="8192" y="5356"/>
                    </a:lnTo>
                    <a:cubicBezTo>
                      <a:pt x="8192" y="5356"/>
                      <a:pt x="14414" y="5071"/>
                      <a:pt x="14513" y="757"/>
                    </a:cubicBezTo>
                    <a:cubicBezTo>
                      <a:pt x="14513" y="757"/>
                      <a:pt x="12332" y="0"/>
                      <a:pt x="9851" y="0"/>
                    </a:cubicBezTo>
                    <a:close/>
                  </a:path>
                </a:pathLst>
              </a:custGeom>
              <a:solidFill>
                <a:srgbClr val="C4BFFA">
                  <a:alpha val="36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55"/>
              <p:cNvSpPr/>
              <p:nvPr/>
            </p:nvSpPr>
            <p:spPr>
              <a:xfrm>
                <a:off x="2861200" y="3891350"/>
                <a:ext cx="107775" cy="110250"/>
              </a:xfrm>
              <a:custGeom>
                <a:avLst/>
                <a:gdLst/>
                <a:ahLst/>
                <a:cxnLst/>
                <a:rect l="l" t="t" r="r" b="b"/>
                <a:pathLst>
                  <a:path w="4311" h="4410" extrusionOk="0">
                    <a:moveTo>
                      <a:pt x="4180" y="1"/>
                    </a:moveTo>
                    <a:cubicBezTo>
                      <a:pt x="3954" y="1854"/>
                      <a:pt x="3162" y="3181"/>
                      <a:pt x="1890" y="3835"/>
                    </a:cubicBezTo>
                    <a:cubicBezTo>
                      <a:pt x="1116" y="4238"/>
                      <a:pt x="373" y="4277"/>
                      <a:pt x="111" y="4277"/>
                    </a:cubicBezTo>
                    <a:cubicBezTo>
                      <a:pt x="49" y="4277"/>
                      <a:pt x="14" y="4275"/>
                      <a:pt x="13" y="4275"/>
                    </a:cubicBezTo>
                    <a:lnTo>
                      <a:pt x="1" y="4405"/>
                    </a:lnTo>
                    <a:cubicBezTo>
                      <a:pt x="9" y="4405"/>
                      <a:pt x="52" y="4409"/>
                      <a:pt x="128" y="4409"/>
                    </a:cubicBezTo>
                    <a:cubicBezTo>
                      <a:pt x="413" y="4409"/>
                      <a:pt x="1153" y="4366"/>
                      <a:pt x="1946" y="3958"/>
                    </a:cubicBezTo>
                    <a:cubicBezTo>
                      <a:pt x="2865" y="3486"/>
                      <a:pt x="4017" y="2421"/>
                      <a:pt x="4310" y="17"/>
                    </a:cubicBezTo>
                    <a:lnTo>
                      <a:pt x="41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55"/>
              <p:cNvSpPr/>
              <p:nvPr/>
            </p:nvSpPr>
            <p:spPr>
              <a:xfrm>
                <a:off x="2376500" y="3379225"/>
                <a:ext cx="880425" cy="605775"/>
              </a:xfrm>
              <a:custGeom>
                <a:avLst/>
                <a:gdLst/>
                <a:ahLst/>
                <a:cxnLst/>
                <a:rect l="l" t="t" r="r" b="b"/>
                <a:pathLst>
                  <a:path w="35217" h="24231" extrusionOk="0">
                    <a:moveTo>
                      <a:pt x="17796" y="1"/>
                    </a:moveTo>
                    <a:cubicBezTo>
                      <a:pt x="10293" y="1"/>
                      <a:pt x="2715" y="4083"/>
                      <a:pt x="1153" y="9281"/>
                    </a:cubicBezTo>
                    <a:cubicBezTo>
                      <a:pt x="990" y="9811"/>
                      <a:pt x="0" y="13451"/>
                      <a:pt x="2139" y="16153"/>
                    </a:cubicBezTo>
                    <a:cubicBezTo>
                      <a:pt x="3961" y="18449"/>
                      <a:pt x="7118" y="18546"/>
                      <a:pt x="7636" y="18546"/>
                    </a:cubicBezTo>
                    <a:cubicBezTo>
                      <a:pt x="7683" y="18546"/>
                      <a:pt x="7708" y="18545"/>
                      <a:pt x="7708" y="18545"/>
                    </a:cubicBezTo>
                    <a:lnTo>
                      <a:pt x="7708" y="18545"/>
                    </a:lnTo>
                    <a:cubicBezTo>
                      <a:pt x="6981" y="21973"/>
                      <a:pt x="9628" y="24231"/>
                      <a:pt x="13148" y="24231"/>
                    </a:cubicBezTo>
                    <a:cubicBezTo>
                      <a:pt x="14610" y="24231"/>
                      <a:pt x="16222" y="23842"/>
                      <a:pt x="17804" y="22985"/>
                    </a:cubicBezTo>
                    <a:cubicBezTo>
                      <a:pt x="21067" y="21224"/>
                      <a:pt x="24665" y="20875"/>
                      <a:pt x="27001" y="20875"/>
                    </a:cubicBezTo>
                    <a:cubicBezTo>
                      <a:pt x="28531" y="20875"/>
                      <a:pt x="29521" y="21024"/>
                      <a:pt x="29521" y="21024"/>
                    </a:cubicBezTo>
                    <a:cubicBezTo>
                      <a:pt x="29554" y="21025"/>
                      <a:pt x="29587" y="21025"/>
                      <a:pt x="29620" y="21025"/>
                    </a:cubicBezTo>
                    <a:cubicBezTo>
                      <a:pt x="31559" y="21025"/>
                      <a:pt x="32786" y="20456"/>
                      <a:pt x="33553" y="19666"/>
                    </a:cubicBezTo>
                    <a:cubicBezTo>
                      <a:pt x="34789" y="18394"/>
                      <a:pt x="35216" y="16501"/>
                      <a:pt x="34642" y="14758"/>
                    </a:cubicBezTo>
                    <a:cubicBezTo>
                      <a:pt x="34603" y="13618"/>
                      <a:pt x="34416" y="11926"/>
                      <a:pt x="33684" y="10057"/>
                    </a:cubicBezTo>
                    <a:cubicBezTo>
                      <a:pt x="31521" y="4524"/>
                      <a:pt x="26384" y="2012"/>
                      <a:pt x="24585" y="1272"/>
                    </a:cubicBezTo>
                    <a:cubicBezTo>
                      <a:pt x="22451" y="395"/>
                      <a:pt x="20128" y="1"/>
                      <a:pt x="177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55"/>
              <p:cNvSpPr/>
              <p:nvPr/>
            </p:nvSpPr>
            <p:spPr>
              <a:xfrm>
                <a:off x="2561075" y="3638950"/>
                <a:ext cx="392150" cy="205600"/>
              </a:xfrm>
              <a:custGeom>
                <a:avLst/>
                <a:gdLst/>
                <a:ahLst/>
                <a:cxnLst/>
                <a:rect l="l" t="t" r="r" b="b"/>
                <a:pathLst>
                  <a:path w="15686" h="8224" extrusionOk="0">
                    <a:moveTo>
                      <a:pt x="13287" y="0"/>
                    </a:moveTo>
                    <a:cubicBezTo>
                      <a:pt x="12515" y="0"/>
                      <a:pt x="11634" y="238"/>
                      <a:pt x="10952" y="919"/>
                    </a:cubicBezTo>
                    <a:cubicBezTo>
                      <a:pt x="9510" y="2357"/>
                      <a:pt x="8322" y="3272"/>
                      <a:pt x="3941" y="3854"/>
                    </a:cubicBezTo>
                    <a:cubicBezTo>
                      <a:pt x="2543" y="4041"/>
                      <a:pt x="1521" y="4571"/>
                      <a:pt x="896" y="5427"/>
                    </a:cubicBezTo>
                    <a:cubicBezTo>
                      <a:pt x="0" y="6659"/>
                      <a:pt x="258" y="8152"/>
                      <a:pt x="262" y="8168"/>
                    </a:cubicBezTo>
                    <a:cubicBezTo>
                      <a:pt x="266" y="8200"/>
                      <a:pt x="293" y="8223"/>
                      <a:pt x="325" y="8223"/>
                    </a:cubicBezTo>
                    <a:lnTo>
                      <a:pt x="337" y="8219"/>
                    </a:lnTo>
                    <a:cubicBezTo>
                      <a:pt x="373" y="8215"/>
                      <a:pt x="396" y="8180"/>
                      <a:pt x="392" y="8144"/>
                    </a:cubicBezTo>
                    <a:cubicBezTo>
                      <a:pt x="389" y="8128"/>
                      <a:pt x="139" y="6690"/>
                      <a:pt x="1002" y="5506"/>
                    </a:cubicBezTo>
                    <a:cubicBezTo>
                      <a:pt x="1605" y="4678"/>
                      <a:pt x="2599" y="4167"/>
                      <a:pt x="3957" y="3985"/>
                    </a:cubicBezTo>
                    <a:cubicBezTo>
                      <a:pt x="8382" y="3395"/>
                      <a:pt x="9586" y="2468"/>
                      <a:pt x="11047" y="1011"/>
                    </a:cubicBezTo>
                    <a:cubicBezTo>
                      <a:pt x="11701" y="360"/>
                      <a:pt x="12547" y="131"/>
                      <a:pt x="13287" y="131"/>
                    </a:cubicBezTo>
                    <a:cubicBezTo>
                      <a:pt x="13606" y="131"/>
                      <a:pt x="13905" y="173"/>
                      <a:pt x="14161" y="242"/>
                    </a:cubicBezTo>
                    <a:cubicBezTo>
                      <a:pt x="14893" y="436"/>
                      <a:pt x="15412" y="852"/>
                      <a:pt x="15551" y="1351"/>
                    </a:cubicBezTo>
                    <a:cubicBezTo>
                      <a:pt x="15557" y="1380"/>
                      <a:pt x="15581" y="1398"/>
                      <a:pt x="15609" y="1398"/>
                    </a:cubicBezTo>
                    <a:cubicBezTo>
                      <a:pt x="15616" y="1398"/>
                      <a:pt x="15623" y="1397"/>
                      <a:pt x="15630" y="1395"/>
                    </a:cubicBezTo>
                    <a:cubicBezTo>
                      <a:pt x="15666" y="1387"/>
                      <a:pt x="15685" y="1351"/>
                      <a:pt x="15678" y="1316"/>
                    </a:cubicBezTo>
                    <a:cubicBezTo>
                      <a:pt x="15527" y="773"/>
                      <a:pt x="14976" y="321"/>
                      <a:pt x="14196" y="115"/>
                    </a:cubicBezTo>
                    <a:cubicBezTo>
                      <a:pt x="13930" y="44"/>
                      <a:pt x="13618" y="0"/>
                      <a:pt x="1328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55"/>
              <p:cNvSpPr/>
              <p:nvPr/>
            </p:nvSpPr>
            <p:spPr>
              <a:xfrm>
                <a:off x="2392525" y="3544975"/>
                <a:ext cx="300675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12027" h="7000" extrusionOk="0">
                    <a:moveTo>
                      <a:pt x="11820" y="0"/>
                    </a:moveTo>
                    <a:cubicBezTo>
                      <a:pt x="11817" y="0"/>
                      <a:pt x="11815" y="0"/>
                      <a:pt x="11812" y="1"/>
                    </a:cubicBezTo>
                    <a:cubicBezTo>
                      <a:pt x="11777" y="5"/>
                      <a:pt x="11753" y="36"/>
                      <a:pt x="11753" y="76"/>
                    </a:cubicBezTo>
                    <a:cubicBezTo>
                      <a:pt x="11892" y="1498"/>
                      <a:pt x="11285" y="2654"/>
                      <a:pt x="9947" y="3510"/>
                    </a:cubicBezTo>
                    <a:cubicBezTo>
                      <a:pt x="8945" y="4152"/>
                      <a:pt x="7883" y="4373"/>
                      <a:pt x="7871" y="4377"/>
                    </a:cubicBezTo>
                    <a:cubicBezTo>
                      <a:pt x="7855" y="4381"/>
                      <a:pt x="7840" y="4389"/>
                      <a:pt x="7832" y="4401"/>
                    </a:cubicBezTo>
                    <a:cubicBezTo>
                      <a:pt x="6618" y="6041"/>
                      <a:pt x="5350" y="6869"/>
                      <a:pt x="4066" y="6869"/>
                    </a:cubicBezTo>
                    <a:cubicBezTo>
                      <a:pt x="4013" y="6869"/>
                      <a:pt x="3959" y="6868"/>
                      <a:pt x="3906" y="6865"/>
                    </a:cubicBezTo>
                    <a:cubicBezTo>
                      <a:pt x="1688" y="6750"/>
                      <a:pt x="147" y="4183"/>
                      <a:pt x="132" y="4160"/>
                    </a:cubicBezTo>
                    <a:cubicBezTo>
                      <a:pt x="118" y="4138"/>
                      <a:pt x="96" y="4126"/>
                      <a:pt x="74" y="4126"/>
                    </a:cubicBezTo>
                    <a:cubicBezTo>
                      <a:pt x="63" y="4126"/>
                      <a:pt x="51" y="4129"/>
                      <a:pt x="41" y="4136"/>
                    </a:cubicBezTo>
                    <a:cubicBezTo>
                      <a:pt x="9" y="4156"/>
                      <a:pt x="1" y="4195"/>
                      <a:pt x="17" y="4227"/>
                    </a:cubicBezTo>
                    <a:cubicBezTo>
                      <a:pt x="33" y="4255"/>
                      <a:pt x="1609" y="6877"/>
                      <a:pt x="3898" y="6996"/>
                    </a:cubicBezTo>
                    <a:cubicBezTo>
                      <a:pt x="3954" y="7000"/>
                      <a:pt x="4009" y="7000"/>
                      <a:pt x="4061" y="7000"/>
                    </a:cubicBezTo>
                    <a:cubicBezTo>
                      <a:pt x="5388" y="7000"/>
                      <a:pt x="6687" y="6160"/>
                      <a:pt x="7923" y="4500"/>
                    </a:cubicBezTo>
                    <a:cubicBezTo>
                      <a:pt x="8093" y="4465"/>
                      <a:pt x="9079" y="4223"/>
                      <a:pt x="10014" y="3625"/>
                    </a:cubicBezTo>
                    <a:cubicBezTo>
                      <a:pt x="11381" y="2754"/>
                      <a:pt x="12026" y="1522"/>
                      <a:pt x="11888" y="60"/>
                    </a:cubicBezTo>
                    <a:cubicBezTo>
                      <a:pt x="11884" y="27"/>
                      <a:pt x="11856" y="0"/>
                      <a:pt x="118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55"/>
              <p:cNvSpPr/>
              <p:nvPr/>
            </p:nvSpPr>
            <p:spPr>
              <a:xfrm>
                <a:off x="2981525" y="3507550"/>
                <a:ext cx="171925" cy="222725"/>
              </a:xfrm>
              <a:custGeom>
                <a:avLst/>
                <a:gdLst/>
                <a:ahLst/>
                <a:cxnLst/>
                <a:rect l="l" t="t" r="r" b="b"/>
                <a:pathLst>
                  <a:path w="6877" h="8909" extrusionOk="0">
                    <a:moveTo>
                      <a:pt x="4682" y="1"/>
                    </a:moveTo>
                    <a:cubicBezTo>
                      <a:pt x="4358" y="1"/>
                      <a:pt x="4035" y="51"/>
                      <a:pt x="3743" y="183"/>
                    </a:cubicBezTo>
                    <a:cubicBezTo>
                      <a:pt x="3252" y="401"/>
                      <a:pt x="2919" y="824"/>
                      <a:pt x="2753" y="1438"/>
                    </a:cubicBezTo>
                    <a:cubicBezTo>
                      <a:pt x="2543" y="2234"/>
                      <a:pt x="2654" y="3066"/>
                      <a:pt x="2765" y="3870"/>
                    </a:cubicBezTo>
                    <a:cubicBezTo>
                      <a:pt x="3011" y="5684"/>
                      <a:pt x="3240" y="7399"/>
                      <a:pt x="52" y="8782"/>
                    </a:cubicBezTo>
                    <a:cubicBezTo>
                      <a:pt x="16" y="8798"/>
                      <a:pt x="0" y="8837"/>
                      <a:pt x="16" y="8869"/>
                    </a:cubicBezTo>
                    <a:cubicBezTo>
                      <a:pt x="28" y="8897"/>
                      <a:pt x="52" y="8908"/>
                      <a:pt x="76" y="8908"/>
                    </a:cubicBezTo>
                    <a:cubicBezTo>
                      <a:pt x="87" y="8908"/>
                      <a:pt x="95" y="8908"/>
                      <a:pt x="103" y="8905"/>
                    </a:cubicBezTo>
                    <a:cubicBezTo>
                      <a:pt x="3387" y="7483"/>
                      <a:pt x="3137" y="5637"/>
                      <a:pt x="2896" y="3850"/>
                    </a:cubicBezTo>
                    <a:cubicBezTo>
                      <a:pt x="2789" y="3062"/>
                      <a:pt x="2678" y="2242"/>
                      <a:pt x="2880" y="1474"/>
                    </a:cubicBezTo>
                    <a:cubicBezTo>
                      <a:pt x="3034" y="900"/>
                      <a:pt x="3343" y="507"/>
                      <a:pt x="3799" y="302"/>
                    </a:cubicBezTo>
                    <a:cubicBezTo>
                      <a:pt x="4067" y="181"/>
                      <a:pt x="4367" y="135"/>
                      <a:pt x="4670" y="135"/>
                    </a:cubicBezTo>
                    <a:cubicBezTo>
                      <a:pt x="5694" y="135"/>
                      <a:pt x="6758" y="664"/>
                      <a:pt x="6773" y="670"/>
                    </a:cubicBezTo>
                    <a:cubicBezTo>
                      <a:pt x="6783" y="675"/>
                      <a:pt x="6793" y="677"/>
                      <a:pt x="6803" y="677"/>
                    </a:cubicBezTo>
                    <a:cubicBezTo>
                      <a:pt x="6827" y="677"/>
                      <a:pt x="6849" y="664"/>
                      <a:pt x="6861" y="642"/>
                    </a:cubicBezTo>
                    <a:cubicBezTo>
                      <a:pt x="6876" y="610"/>
                      <a:pt x="6864" y="567"/>
                      <a:pt x="6833" y="551"/>
                    </a:cubicBezTo>
                    <a:cubicBezTo>
                      <a:pt x="6775" y="524"/>
                      <a:pt x="5724" y="1"/>
                      <a:pt x="468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55"/>
              <p:cNvSpPr/>
              <p:nvPr/>
            </p:nvSpPr>
            <p:spPr>
              <a:xfrm>
                <a:off x="3111250" y="3711925"/>
                <a:ext cx="133100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18" extrusionOk="0">
                    <a:moveTo>
                      <a:pt x="2127" y="0"/>
                    </a:moveTo>
                    <a:cubicBezTo>
                      <a:pt x="992" y="0"/>
                      <a:pt x="70" y="335"/>
                      <a:pt x="52" y="341"/>
                    </a:cubicBezTo>
                    <a:cubicBezTo>
                      <a:pt x="20" y="353"/>
                      <a:pt x="0" y="393"/>
                      <a:pt x="12" y="425"/>
                    </a:cubicBezTo>
                    <a:cubicBezTo>
                      <a:pt x="24" y="452"/>
                      <a:pt x="49" y="468"/>
                      <a:pt x="76" y="468"/>
                    </a:cubicBezTo>
                    <a:cubicBezTo>
                      <a:pt x="83" y="468"/>
                      <a:pt x="91" y="467"/>
                      <a:pt x="99" y="464"/>
                    </a:cubicBezTo>
                    <a:cubicBezTo>
                      <a:pt x="115" y="458"/>
                      <a:pt x="1018" y="131"/>
                      <a:pt x="2126" y="131"/>
                    </a:cubicBezTo>
                    <a:cubicBezTo>
                      <a:pt x="3153" y="131"/>
                      <a:pt x="4357" y="412"/>
                      <a:pt x="5197" y="1490"/>
                    </a:cubicBezTo>
                    <a:cubicBezTo>
                      <a:pt x="5213" y="1510"/>
                      <a:pt x="5232" y="1518"/>
                      <a:pt x="5252" y="1518"/>
                    </a:cubicBezTo>
                    <a:cubicBezTo>
                      <a:pt x="5264" y="1518"/>
                      <a:pt x="5280" y="1514"/>
                      <a:pt x="5292" y="1502"/>
                    </a:cubicBezTo>
                    <a:cubicBezTo>
                      <a:pt x="5319" y="1482"/>
                      <a:pt x="5323" y="1438"/>
                      <a:pt x="5304" y="1411"/>
                    </a:cubicBezTo>
                    <a:cubicBezTo>
                      <a:pt x="4430" y="291"/>
                      <a:pt x="3186" y="0"/>
                      <a:pt x="212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55"/>
              <p:cNvSpPr/>
              <p:nvPr/>
            </p:nvSpPr>
            <p:spPr>
              <a:xfrm>
                <a:off x="3156875" y="3659875"/>
                <a:ext cx="41725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2380" extrusionOk="0">
                    <a:moveTo>
                      <a:pt x="131" y="1"/>
                    </a:moveTo>
                    <a:cubicBezTo>
                      <a:pt x="92" y="1"/>
                      <a:pt x="68" y="3"/>
                      <a:pt x="64" y="3"/>
                    </a:cubicBezTo>
                    <a:cubicBezTo>
                      <a:pt x="29" y="7"/>
                      <a:pt x="1" y="43"/>
                      <a:pt x="9" y="79"/>
                    </a:cubicBezTo>
                    <a:cubicBezTo>
                      <a:pt x="13" y="112"/>
                      <a:pt x="40" y="134"/>
                      <a:pt x="72" y="134"/>
                    </a:cubicBezTo>
                    <a:cubicBezTo>
                      <a:pt x="75" y="134"/>
                      <a:pt x="78" y="134"/>
                      <a:pt x="80" y="134"/>
                    </a:cubicBezTo>
                    <a:cubicBezTo>
                      <a:pt x="81" y="134"/>
                      <a:pt x="101" y="131"/>
                      <a:pt x="135" y="131"/>
                    </a:cubicBezTo>
                    <a:cubicBezTo>
                      <a:pt x="244" y="131"/>
                      <a:pt x="500" y="157"/>
                      <a:pt x="765" y="368"/>
                    </a:cubicBezTo>
                    <a:cubicBezTo>
                      <a:pt x="1185" y="708"/>
                      <a:pt x="1451" y="1382"/>
                      <a:pt x="1534" y="2316"/>
                    </a:cubicBezTo>
                    <a:cubicBezTo>
                      <a:pt x="1534" y="2352"/>
                      <a:pt x="1566" y="2380"/>
                      <a:pt x="1597" y="2380"/>
                    </a:cubicBezTo>
                    <a:lnTo>
                      <a:pt x="1605" y="2380"/>
                    </a:lnTo>
                    <a:cubicBezTo>
                      <a:pt x="1641" y="2376"/>
                      <a:pt x="1669" y="2344"/>
                      <a:pt x="1665" y="2308"/>
                    </a:cubicBezTo>
                    <a:cubicBezTo>
                      <a:pt x="1581" y="1318"/>
                      <a:pt x="1304" y="633"/>
                      <a:pt x="845" y="265"/>
                    </a:cubicBezTo>
                    <a:cubicBezTo>
                      <a:pt x="548" y="28"/>
                      <a:pt x="258" y="1"/>
                      <a:pt x="13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55"/>
              <p:cNvSpPr/>
              <p:nvPr/>
            </p:nvSpPr>
            <p:spPr>
              <a:xfrm>
                <a:off x="2613250" y="3769800"/>
                <a:ext cx="201250" cy="192275"/>
              </a:xfrm>
              <a:custGeom>
                <a:avLst/>
                <a:gdLst/>
                <a:ahLst/>
                <a:cxnLst/>
                <a:rect l="l" t="t" r="r" b="b"/>
                <a:pathLst>
                  <a:path w="8050" h="7691" extrusionOk="0">
                    <a:moveTo>
                      <a:pt x="6639" y="0"/>
                    </a:moveTo>
                    <a:cubicBezTo>
                      <a:pt x="6202" y="0"/>
                      <a:pt x="5823" y="109"/>
                      <a:pt x="5506" y="328"/>
                    </a:cubicBezTo>
                    <a:cubicBezTo>
                      <a:pt x="4504" y="1021"/>
                      <a:pt x="4481" y="2534"/>
                      <a:pt x="4477" y="2601"/>
                    </a:cubicBezTo>
                    <a:cubicBezTo>
                      <a:pt x="4568" y="4340"/>
                      <a:pt x="4160" y="5651"/>
                      <a:pt x="3268" y="6503"/>
                    </a:cubicBezTo>
                    <a:cubicBezTo>
                      <a:pt x="2268" y="7454"/>
                      <a:pt x="910" y="7561"/>
                      <a:pt x="343" y="7561"/>
                    </a:cubicBezTo>
                    <a:cubicBezTo>
                      <a:pt x="178" y="7561"/>
                      <a:pt x="80" y="7552"/>
                      <a:pt x="76" y="7552"/>
                    </a:cubicBezTo>
                    <a:cubicBezTo>
                      <a:pt x="73" y="7552"/>
                      <a:pt x="71" y="7552"/>
                      <a:pt x="68" y="7552"/>
                    </a:cubicBezTo>
                    <a:cubicBezTo>
                      <a:pt x="35" y="7552"/>
                      <a:pt x="4" y="7575"/>
                      <a:pt x="1" y="7612"/>
                    </a:cubicBezTo>
                    <a:cubicBezTo>
                      <a:pt x="1" y="7647"/>
                      <a:pt x="25" y="7679"/>
                      <a:pt x="60" y="7683"/>
                    </a:cubicBezTo>
                    <a:cubicBezTo>
                      <a:pt x="64" y="7683"/>
                      <a:pt x="167" y="7691"/>
                      <a:pt x="341" y="7691"/>
                    </a:cubicBezTo>
                    <a:cubicBezTo>
                      <a:pt x="932" y="7691"/>
                      <a:pt x="2326" y="7580"/>
                      <a:pt x="3356" y="6598"/>
                    </a:cubicBezTo>
                    <a:cubicBezTo>
                      <a:pt x="4279" y="5722"/>
                      <a:pt x="4702" y="4372"/>
                      <a:pt x="4611" y="2597"/>
                    </a:cubicBezTo>
                    <a:cubicBezTo>
                      <a:pt x="4611" y="2581"/>
                      <a:pt x="4635" y="1088"/>
                      <a:pt x="5582" y="438"/>
                    </a:cubicBezTo>
                    <a:cubicBezTo>
                      <a:pt x="5878" y="234"/>
                      <a:pt x="6233" y="132"/>
                      <a:pt x="6644" y="132"/>
                    </a:cubicBezTo>
                    <a:cubicBezTo>
                      <a:pt x="7030" y="132"/>
                      <a:pt x="7467" y="222"/>
                      <a:pt x="7950" y="403"/>
                    </a:cubicBezTo>
                    <a:cubicBezTo>
                      <a:pt x="7958" y="405"/>
                      <a:pt x="7966" y="407"/>
                      <a:pt x="7974" y="407"/>
                    </a:cubicBezTo>
                    <a:cubicBezTo>
                      <a:pt x="8002" y="407"/>
                      <a:pt x="8028" y="391"/>
                      <a:pt x="8037" y="363"/>
                    </a:cubicBezTo>
                    <a:cubicBezTo>
                      <a:pt x="8049" y="328"/>
                      <a:pt x="8033" y="292"/>
                      <a:pt x="7998" y="280"/>
                    </a:cubicBezTo>
                    <a:cubicBezTo>
                      <a:pt x="7497" y="94"/>
                      <a:pt x="7044" y="0"/>
                      <a:pt x="66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55"/>
              <p:cNvSpPr/>
              <p:nvPr/>
            </p:nvSpPr>
            <p:spPr>
              <a:xfrm>
                <a:off x="2639200" y="3823650"/>
                <a:ext cx="89850" cy="20800"/>
              </a:xfrm>
              <a:custGeom>
                <a:avLst/>
                <a:gdLst/>
                <a:ahLst/>
                <a:cxnLst/>
                <a:rect l="l" t="t" r="r" b="b"/>
                <a:pathLst>
                  <a:path w="3594" h="832" extrusionOk="0">
                    <a:moveTo>
                      <a:pt x="2123" y="0"/>
                    </a:moveTo>
                    <a:cubicBezTo>
                      <a:pt x="1145" y="0"/>
                      <a:pt x="112" y="527"/>
                      <a:pt x="44" y="562"/>
                    </a:cubicBezTo>
                    <a:cubicBezTo>
                      <a:pt x="12" y="578"/>
                      <a:pt x="1" y="617"/>
                      <a:pt x="16" y="649"/>
                    </a:cubicBezTo>
                    <a:cubicBezTo>
                      <a:pt x="27" y="671"/>
                      <a:pt x="50" y="686"/>
                      <a:pt x="73" y="686"/>
                    </a:cubicBezTo>
                    <a:cubicBezTo>
                      <a:pt x="84" y="686"/>
                      <a:pt x="94" y="683"/>
                      <a:pt x="103" y="677"/>
                    </a:cubicBezTo>
                    <a:cubicBezTo>
                      <a:pt x="121" y="669"/>
                      <a:pt x="1161" y="140"/>
                      <a:pt x="2122" y="140"/>
                    </a:cubicBezTo>
                    <a:cubicBezTo>
                      <a:pt x="2653" y="140"/>
                      <a:pt x="3160" y="301"/>
                      <a:pt x="3458" y="800"/>
                    </a:cubicBezTo>
                    <a:cubicBezTo>
                      <a:pt x="3474" y="819"/>
                      <a:pt x="3494" y="831"/>
                      <a:pt x="3518" y="831"/>
                    </a:cubicBezTo>
                    <a:cubicBezTo>
                      <a:pt x="3530" y="831"/>
                      <a:pt x="3542" y="827"/>
                      <a:pt x="3549" y="823"/>
                    </a:cubicBezTo>
                    <a:cubicBezTo>
                      <a:pt x="3581" y="804"/>
                      <a:pt x="3593" y="764"/>
                      <a:pt x="3573" y="732"/>
                    </a:cubicBezTo>
                    <a:cubicBezTo>
                      <a:pt x="3241" y="178"/>
                      <a:pt x="2692" y="0"/>
                      <a:pt x="212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55"/>
              <p:cNvSpPr/>
              <p:nvPr/>
            </p:nvSpPr>
            <p:spPr>
              <a:xfrm>
                <a:off x="2756050" y="3501600"/>
                <a:ext cx="77650" cy="215500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8620" extrusionOk="0">
                    <a:moveTo>
                      <a:pt x="3029" y="1"/>
                    </a:moveTo>
                    <a:cubicBezTo>
                      <a:pt x="3021" y="1"/>
                      <a:pt x="3014" y="2"/>
                      <a:pt x="3007" y="5"/>
                    </a:cubicBezTo>
                    <a:cubicBezTo>
                      <a:pt x="1379" y="686"/>
                      <a:pt x="436" y="1530"/>
                      <a:pt x="214" y="2516"/>
                    </a:cubicBezTo>
                    <a:cubicBezTo>
                      <a:pt x="64" y="3173"/>
                      <a:pt x="254" y="3768"/>
                      <a:pt x="456" y="4397"/>
                    </a:cubicBezTo>
                    <a:cubicBezTo>
                      <a:pt x="693" y="5130"/>
                      <a:pt x="935" y="5887"/>
                      <a:pt x="733" y="6889"/>
                    </a:cubicBezTo>
                    <a:cubicBezTo>
                      <a:pt x="618" y="7459"/>
                      <a:pt x="381" y="8006"/>
                      <a:pt x="20" y="8517"/>
                    </a:cubicBezTo>
                    <a:cubicBezTo>
                      <a:pt x="0" y="8544"/>
                      <a:pt x="8" y="8588"/>
                      <a:pt x="40" y="8608"/>
                    </a:cubicBezTo>
                    <a:cubicBezTo>
                      <a:pt x="48" y="8616"/>
                      <a:pt x="64" y="8620"/>
                      <a:pt x="76" y="8620"/>
                    </a:cubicBezTo>
                    <a:cubicBezTo>
                      <a:pt x="95" y="8620"/>
                      <a:pt x="119" y="8608"/>
                      <a:pt x="131" y="8592"/>
                    </a:cubicBezTo>
                    <a:cubicBezTo>
                      <a:pt x="499" y="8065"/>
                      <a:pt x="745" y="7503"/>
                      <a:pt x="864" y="6917"/>
                    </a:cubicBezTo>
                    <a:cubicBezTo>
                      <a:pt x="1070" y="5879"/>
                      <a:pt x="812" y="5071"/>
                      <a:pt x="583" y="4358"/>
                    </a:cubicBezTo>
                    <a:cubicBezTo>
                      <a:pt x="385" y="3748"/>
                      <a:pt x="198" y="3170"/>
                      <a:pt x="341" y="2544"/>
                    </a:cubicBezTo>
                    <a:cubicBezTo>
                      <a:pt x="555" y="1601"/>
                      <a:pt x="1470" y="789"/>
                      <a:pt x="3058" y="128"/>
                    </a:cubicBezTo>
                    <a:cubicBezTo>
                      <a:pt x="3090" y="112"/>
                      <a:pt x="3106" y="76"/>
                      <a:pt x="3094" y="40"/>
                    </a:cubicBezTo>
                    <a:cubicBezTo>
                      <a:pt x="3082" y="16"/>
                      <a:pt x="3055" y="1"/>
                      <a:pt x="302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55"/>
              <p:cNvSpPr/>
              <p:nvPr/>
            </p:nvSpPr>
            <p:spPr>
              <a:xfrm>
                <a:off x="3062425" y="3795450"/>
                <a:ext cx="40525" cy="107425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4297" extrusionOk="0">
                    <a:moveTo>
                      <a:pt x="262" y="1"/>
                    </a:moveTo>
                    <a:cubicBezTo>
                      <a:pt x="248" y="1"/>
                      <a:pt x="235" y="5"/>
                      <a:pt x="222" y="15"/>
                    </a:cubicBezTo>
                    <a:cubicBezTo>
                      <a:pt x="194" y="34"/>
                      <a:pt x="186" y="78"/>
                      <a:pt x="210" y="106"/>
                    </a:cubicBezTo>
                    <a:cubicBezTo>
                      <a:pt x="1458" y="1825"/>
                      <a:pt x="36" y="4173"/>
                      <a:pt x="20" y="4197"/>
                    </a:cubicBezTo>
                    <a:cubicBezTo>
                      <a:pt x="0" y="4229"/>
                      <a:pt x="12" y="4269"/>
                      <a:pt x="44" y="4288"/>
                    </a:cubicBezTo>
                    <a:cubicBezTo>
                      <a:pt x="52" y="4292"/>
                      <a:pt x="64" y="4296"/>
                      <a:pt x="76" y="4296"/>
                    </a:cubicBezTo>
                    <a:cubicBezTo>
                      <a:pt x="99" y="4296"/>
                      <a:pt x="119" y="4284"/>
                      <a:pt x="135" y="4265"/>
                    </a:cubicBezTo>
                    <a:cubicBezTo>
                      <a:pt x="147" y="4241"/>
                      <a:pt x="1620" y="1817"/>
                      <a:pt x="317" y="30"/>
                    </a:cubicBezTo>
                    <a:cubicBezTo>
                      <a:pt x="303" y="11"/>
                      <a:pt x="283" y="1"/>
                      <a:pt x="2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55"/>
              <p:cNvSpPr/>
              <p:nvPr/>
            </p:nvSpPr>
            <p:spPr>
              <a:xfrm>
                <a:off x="2827650" y="3869800"/>
                <a:ext cx="77150" cy="52875"/>
              </a:xfrm>
              <a:custGeom>
                <a:avLst/>
                <a:gdLst/>
                <a:ahLst/>
                <a:cxnLst/>
                <a:rect l="l" t="t" r="r" b="b"/>
                <a:pathLst>
                  <a:path w="3086" h="2115" extrusionOk="0">
                    <a:moveTo>
                      <a:pt x="73" y="0"/>
                    </a:moveTo>
                    <a:cubicBezTo>
                      <a:pt x="63" y="0"/>
                      <a:pt x="53" y="3"/>
                      <a:pt x="44" y="7"/>
                    </a:cubicBezTo>
                    <a:cubicBezTo>
                      <a:pt x="12" y="27"/>
                      <a:pt x="0" y="67"/>
                      <a:pt x="20" y="98"/>
                    </a:cubicBezTo>
                    <a:cubicBezTo>
                      <a:pt x="1117" y="2055"/>
                      <a:pt x="2998" y="2114"/>
                      <a:pt x="3018" y="2114"/>
                    </a:cubicBezTo>
                    <a:lnTo>
                      <a:pt x="3022" y="2114"/>
                    </a:lnTo>
                    <a:cubicBezTo>
                      <a:pt x="3058" y="2114"/>
                      <a:pt x="3086" y="2087"/>
                      <a:pt x="3086" y="2047"/>
                    </a:cubicBezTo>
                    <a:cubicBezTo>
                      <a:pt x="3086" y="2011"/>
                      <a:pt x="3058" y="1984"/>
                      <a:pt x="3022" y="1980"/>
                    </a:cubicBezTo>
                    <a:cubicBezTo>
                      <a:pt x="3002" y="1980"/>
                      <a:pt x="1192" y="1924"/>
                      <a:pt x="135" y="35"/>
                    </a:cubicBezTo>
                    <a:cubicBezTo>
                      <a:pt x="121" y="13"/>
                      <a:pt x="97" y="0"/>
                      <a:pt x="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55"/>
              <p:cNvSpPr/>
              <p:nvPr/>
            </p:nvSpPr>
            <p:spPr>
              <a:xfrm>
                <a:off x="2489675" y="3475875"/>
                <a:ext cx="43000" cy="88550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3542" extrusionOk="0">
                    <a:moveTo>
                      <a:pt x="769" y="1"/>
                    </a:moveTo>
                    <a:cubicBezTo>
                      <a:pt x="743" y="1"/>
                      <a:pt x="715" y="19"/>
                      <a:pt x="706" y="48"/>
                    </a:cubicBezTo>
                    <a:cubicBezTo>
                      <a:pt x="702" y="67"/>
                      <a:pt x="1" y="2234"/>
                      <a:pt x="1605" y="3525"/>
                    </a:cubicBezTo>
                    <a:cubicBezTo>
                      <a:pt x="1617" y="3537"/>
                      <a:pt x="1632" y="3541"/>
                      <a:pt x="1644" y="3541"/>
                    </a:cubicBezTo>
                    <a:cubicBezTo>
                      <a:pt x="1664" y="3541"/>
                      <a:pt x="1684" y="3533"/>
                      <a:pt x="1696" y="3517"/>
                    </a:cubicBezTo>
                    <a:cubicBezTo>
                      <a:pt x="1720" y="3490"/>
                      <a:pt x="1716" y="3446"/>
                      <a:pt x="1688" y="3422"/>
                    </a:cubicBezTo>
                    <a:cubicBezTo>
                      <a:pt x="155" y="2190"/>
                      <a:pt x="824" y="111"/>
                      <a:pt x="832" y="87"/>
                    </a:cubicBezTo>
                    <a:cubicBezTo>
                      <a:pt x="844" y="55"/>
                      <a:pt x="824" y="16"/>
                      <a:pt x="789" y="4"/>
                    </a:cubicBezTo>
                    <a:cubicBezTo>
                      <a:pt x="783" y="2"/>
                      <a:pt x="776" y="1"/>
                      <a:pt x="7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55"/>
              <p:cNvSpPr/>
              <p:nvPr/>
            </p:nvSpPr>
            <p:spPr>
              <a:xfrm>
                <a:off x="2621975" y="3441700"/>
                <a:ext cx="123700" cy="61925"/>
              </a:xfrm>
              <a:custGeom>
                <a:avLst/>
                <a:gdLst/>
                <a:ahLst/>
                <a:cxnLst/>
                <a:rect l="l" t="t" r="r" b="b"/>
                <a:pathLst>
                  <a:path w="4948" h="2477" extrusionOk="0">
                    <a:moveTo>
                      <a:pt x="4278" y="1"/>
                    </a:moveTo>
                    <a:cubicBezTo>
                      <a:pt x="2696" y="1"/>
                      <a:pt x="1516" y="343"/>
                      <a:pt x="765" y="1026"/>
                    </a:cubicBezTo>
                    <a:cubicBezTo>
                      <a:pt x="48" y="1672"/>
                      <a:pt x="4" y="2377"/>
                      <a:pt x="4" y="2409"/>
                    </a:cubicBezTo>
                    <a:cubicBezTo>
                      <a:pt x="0" y="2444"/>
                      <a:pt x="32" y="2476"/>
                      <a:pt x="68" y="2476"/>
                    </a:cubicBezTo>
                    <a:lnTo>
                      <a:pt x="72" y="2476"/>
                    </a:lnTo>
                    <a:cubicBezTo>
                      <a:pt x="103" y="2476"/>
                      <a:pt x="135" y="2448"/>
                      <a:pt x="135" y="2413"/>
                    </a:cubicBezTo>
                    <a:cubicBezTo>
                      <a:pt x="135" y="2409"/>
                      <a:pt x="179" y="1731"/>
                      <a:pt x="852" y="1121"/>
                    </a:cubicBezTo>
                    <a:cubicBezTo>
                      <a:pt x="1582" y="462"/>
                      <a:pt x="2736" y="132"/>
                      <a:pt x="4286" y="132"/>
                    </a:cubicBezTo>
                    <a:cubicBezTo>
                      <a:pt x="4477" y="132"/>
                      <a:pt x="4674" y="137"/>
                      <a:pt x="4876" y="147"/>
                    </a:cubicBezTo>
                    <a:cubicBezTo>
                      <a:pt x="4878" y="147"/>
                      <a:pt x="4881" y="147"/>
                      <a:pt x="4883" y="147"/>
                    </a:cubicBezTo>
                    <a:cubicBezTo>
                      <a:pt x="4916" y="147"/>
                      <a:pt x="4944" y="121"/>
                      <a:pt x="4947" y="88"/>
                    </a:cubicBezTo>
                    <a:cubicBezTo>
                      <a:pt x="4947" y="48"/>
                      <a:pt x="4920" y="20"/>
                      <a:pt x="4884" y="16"/>
                    </a:cubicBezTo>
                    <a:cubicBezTo>
                      <a:pt x="4676" y="6"/>
                      <a:pt x="4474" y="1"/>
                      <a:pt x="42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55"/>
              <p:cNvSpPr/>
              <p:nvPr/>
            </p:nvSpPr>
            <p:spPr>
              <a:xfrm>
                <a:off x="2738725" y="3380425"/>
                <a:ext cx="16450" cy="98925"/>
              </a:xfrm>
              <a:custGeom>
                <a:avLst/>
                <a:gdLst/>
                <a:ahLst/>
                <a:cxnLst/>
                <a:rect l="l" t="t" r="r" b="b"/>
                <a:pathLst>
                  <a:path w="658" h="3957" extrusionOk="0">
                    <a:moveTo>
                      <a:pt x="581" y="0"/>
                    </a:moveTo>
                    <a:cubicBezTo>
                      <a:pt x="553" y="0"/>
                      <a:pt x="529" y="19"/>
                      <a:pt x="519" y="47"/>
                    </a:cubicBezTo>
                    <a:cubicBezTo>
                      <a:pt x="515" y="63"/>
                      <a:pt x="0" y="1838"/>
                      <a:pt x="214" y="3897"/>
                    </a:cubicBezTo>
                    <a:cubicBezTo>
                      <a:pt x="218" y="3933"/>
                      <a:pt x="246" y="3957"/>
                      <a:pt x="281" y="3957"/>
                    </a:cubicBezTo>
                    <a:lnTo>
                      <a:pt x="285" y="3957"/>
                    </a:lnTo>
                    <a:cubicBezTo>
                      <a:pt x="325" y="3953"/>
                      <a:pt x="349" y="3921"/>
                      <a:pt x="345" y="3885"/>
                    </a:cubicBezTo>
                    <a:cubicBezTo>
                      <a:pt x="131" y="1853"/>
                      <a:pt x="642" y="103"/>
                      <a:pt x="646" y="87"/>
                    </a:cubicBezTo>
                    <a:cubicBezTo>
                      <a:pt x="658" y="51"/>
                      <a:pt x="638" y="12"/>
                      <a:pt x="602" y="4"/>
                    </a:cubicBezTo>
                    <a:cubicBezTo>
                      <a:pt x="595" y="1"/>
                      <a:pt x="588" y="0"/>
                      <a:pt x="58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55"/>
              <p:cNvSpPr/>
              <p:nvPr/>
            </p:nvSpPr>
            <p:spPr>
              <a:xfrm>
                <a:off x="2463250" y="3763075"/>
                <a:ext cx="79825" cy="52750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2110" extrusionOk="0">
                    <a:moveTo>
                      <a:pt x="3121" y="1"/>
                    </a:moveTo>
                    <a:cubicBezTo>
                      <a:pt x="3091" y="1"/>
                      <a:pt x="3064" y="20"/>
                      <a:pt x="3054" y="50"/>
                    </a:cubicBezTo>
                    <a:cubicBezTo>
                      <a:pt x="2535" y="1947"/>
                      <a:pt x="91" y="1979"/>
                      <a:pt x="63" y="1979"/>
                    </a:cubicBezTo>
                    <a:cubicBezTo>
                      <a:pt x="28" y="1979"/>
                      <a:pt x="0" y="2011"/>
                      <a:pt x="0" y="2046"/>
                    </a:cubicBezTo>
                    <a:cubicBezTo>
                      <a:pt x="0" y="2082"/>
                      <a:pt x="28" y="2110"/>
                      <a:pt x="63" y="2110"/>
                    </a:cubicBezTo>
                    <a:cubicBezTo>
                      <a:pt x="91" y="2110"/>
                      <a:pt x="2638" y="2078"/>
                      <a:pt x="3181" y="86"/>
                    </a:cubicBezTo>
                    <a:cubicBezTo>
                      <a:pt x="3192" y="50"/>
                      <a:pt x="3173" y="14"/>
                      <a:pt x="3137" y="2"/>
                    </a:cubicBezTo>
                    <a:cubicBezTo>
                      <a:pt x="3132" y="1"/>
                      <a:pt x="3127" y="1"/>
                      <a:pt x="312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55"/>
              <p:cNvSpPr/>
              <p:nvPr/>
            </p:nvSpPr>
            <p:spPr>
              <a:xfrm>
                <a:off x="2881500" y="3582225"/>
                <a:ext cx="18350" cy="601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2405" extrusionOk="0">
                    <a:moveTo>
                      <a:pt x="662" y="1"/>
                    </a:moveTo>
                    <a:cubicBezTo>
                      <a:pt x="641" y="1"/>
                      <a:pt x="619" y="10"/>
                      <a:pt x="607" y="28"/>
                    </a:cubicBezTo>
                    <a:cubicBezTo>
                      <a:pt x="1" y="871"/>
                      <a:pt x="215" y="2285"/>
                      <a:pt x="227" y="2349"/>
                    </a:cubicBezTo>
                    <a:cubicBezTo>
                      <a:pt x="231" y="2380"/>
                      <a:pt x="258" y="2404"/>
                      <a:pt x="290" y="2404"/>
                    </a:cubicBezTo>
                    <a:lnTo>
                      <a:pt x="302" y="2400"/>
                    </a:lnTo>
                    <a:cubicBezTo>
                      <a:pt x="337" y="2396"/>
                      <a:pt x="361" y="2361"/>
                      <a:pt x="353" y="2325"/>
                    </a:cubicBezTo>
                    <a:cubicBezTo>
                      <a:pt x="353" y="2313"/>
                      <a:pt x="139" y="903"/>
                      <a:pt x="714" y="103"/>
                    </a:cubicBezTo>
                    <a:cubicBezTo>
                      <a:pt x="734" y="75"/>
                      <a:pt x="730" y="36"/>
                      <a:pt x="698" y="12"/>
                    </a:cubicBezTo>
                    <a:cubicBezTo>
                      <a:pt x="687" y="4"/>
                      <a:pt x="675" y="1"/>
                      <a:pt x="6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55"/>
              <p:cNvSpPr/>
              <p:nvPr/>
            </p:nvSpPr>
            <p:spPr>
              <a:xfrm>
                <a:off x="2842000" y="3386800"/>
                <a:ext cx="75875" cy="75225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09" extrusionOk="0">
                    <a:moveTo>
                      <a:pt x="2957" y="0"/>
                    </a:moveTo>
                    <a:cubicBezTo>
                      <a:pt x="2938" y="0"/>
                      <a:pt x="2918" y="10"/>
                      <a:pt x="2904" y="26"/>
                    </a:cubicBezTo>
                    <a:cubicBezTo>
                      <a:pt x="2892" y="46"/>
                      <a:pt x="1573" y="1852"/>
                      <a:pt x="40" y="2886"/>
                    </a:cubicBezTo>
                    <a:cubicBezTo>
                      <a:pt x="12" y="2906"/>
                      <a:pt x="0" y="2949"/>
                      <a:pt x="24" y="2977"/>
                    </a:cubicBezTo>
                    <a:cubicBezTo>
                      <a:pt x="36" y="2997"/>
                      <a:pt x="56" y="3009"/>
                      <a:pt x="76" y="3009"/>
                    </a:cubicBezTo>
                    <a:cubicBezTo>
                      <a:pt x="91" y="3009"/>
                      <a:pt x="103" y="3005"/>
                      <a:pt x="115" y="2997"/>
                    </a:cubicBezTo>
                    <a:cubicBezTo>
                      <a:pt x="1664" y="1947"/>
                      <a:pt x="2999" y="125"/>
                      <a:pt x="3011" y="105"/>
                    </a:cubicBezTo>
                    <a:cubicBezTo>
                      <a:pt x="3034" y="77"/>
                      <a:pt x="3027" y="34"/>
                      <a:pt x="2995" y="14"/>
                    </a:cubicBezTo>
                    <a:cubicBezTo>
                      <a:pt x="2984" y="4"/>
                      <a:pt x="2970" y="0"/>
                      <a:pt x="2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55"/>
              <p:cNvSpPr/>
              <p:nvPr/>
            </p:nvSpPr>
            <p:spPr>
              <a:xfrm>
                <a:off x="2783775" y="3684100"/>
                <a:ext cx="1491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178" extrusionOk="0">
                    <a:moveTo>
                      <a:pt x="2868" y="1"/>
                    </a:moveTo>
                    <a:cubicBezTo>
                      <a:pt x="1399" y="1"/>
                      <a:pt x="167" y="987"/>
                      <a:pt x="40" y="2314"/>
                    </a:cubicBezTo>
                    <a:cubicBezTo>
                      <a:pt x="0" y="2714"/>
                      <a:pt x="68" y="3102"/>
                      <a:pt x="218" y="3455"/>
                    </a:cubicBezTo>
                    <a:cubicBezTo>
                      <a:pt x="515" y="3494"/>
                      <a:pt x="836" y="3581"/>
                      <a:pt x="1177" y="3708"/>
                    </a:cubicBezTo>
                    <a:cubicBezTo>
                      <a:pt x="1212" y="3720"/>
                      <a:pt x="1228" y="3756"/>
                      <a:pt x="1216" y="3791"/>
                    </a:cubicBezTo>
                    <a:cubicBezTo>
                      <a:pt x="1204" y="3819"/>
                      <a:pt x="1181" y="3835"/>
                      <a:pt x="1153" y="3835"/>
                    </a:cubicBezTo>
                    <a:cubicBezTo>
                      <a:pt x="1145" y="3835"/>
                      <a:pt x="1137" y="3835"/>
                      <a:pt x="1129" y="3831"/>
                    </a:cubicBezTo>
                    <a:cubicBezTo>
                      <a:pt x="828" y="3720"/>
                      <a:pt x="547" y="3641"/>
                      <a:pt x="286" y="3597"/>
                    </a:cubicBezTo>
                    <a:lnTo>
                      <a:pt x="286" y="3597"/>
                    </a:lnTo>
                    <a:cubicBezTo>
                      <a:pt x="701" y="4437"/>
                      <a:pt x="1601" y="5059"/>
                      <a:pt x="2690" y="5166"/>
                    </a:cubicBezTo>
                    <a:cubicBezTo>
                      <a:pt x="2797" y="5174"/>
                      <a:pt x="2900" y="5178"/>
                      <a:pt x="3003" y="5178"/>
                    </a:cubicBezTo>
                    <a:cubicBezTo>
                      <a:pt x="4468" y="5178"/>
                      <a:pt x="5704" y="4191"/>
                      <a:pt x="5831" y="2864"/>
                    </a:cubicBezTo>
                    <a:cubicBezTo>
                      <a:pt x="5965" y="1442"/>
                      <a:pt x="4777" y="167"/>
                      <a:pt x="3181" y="17"/>
                    </a:cubicBezTo>
                    <a:cubicBezTo>
                      <a:pt x="3074" y="5"/>
                      <a:pt x="2971" y="1"/>
                      <a:pt x="28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55"/>
              <p:cNvSpPr/>
              <p:nvPr/>
            </p:nvSpPr>
            <p:spPr>
              <a:xfrm>
                <a:off x="2789225" y="3770450"/>
                <a:ext cx="25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1" h="38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0" y="52"/>
                      <a:pt x="44" y="100"/>
                      <a:pt x="68" y="143"/>
                    </a:cubicBezTo>
                    <a:cubicBezTo>
                      <a:pt x="329" y="187"/>
                      <a:pt x="610" y="266"/>
                      <a:pt x="911" y="377"/>
                    </a:cubicBezTo>
                    <a:cubicBezTo>
                      <a:pt x="919" y="381"/>
                      <a:pt x="927" y="381"/>
                      <a:pt x="935" y="381"/>
                    </a:cubicBezTo>
                    <a:cubicBezTo>
                      <a:pt x="963" y="381"/>
                      <a:pt x="986" y="365"/>
                      <a:pt x="998" y="337"/>
                    </a:cubicBezTo>
                    <a:cubicBezTo>
                      <a:pt x="1010" y="302"/>
                      <a:pt x="994" y="266"/>
                      <a:pt x="959" y="254"/>
                    </a:cubicBezTo>
                    <a:cubicBezTo>
                      <a:pt x="618" y="127"/>
                      <a:pt x="297" y="40"/>
                      <a:pt x="0" y="1"/>
                    </a:cubicBezTo>
                    <a:close/>
                  </a:path>
                </a:pathLst>
              </a:custGeom>
              <a:solidFill>
                <a:srgbClr val="9484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55"/>
              <p:cNvSpPr/>
              <p:nvPr/>
            </p:nvSpPr>
            <p:spPr>
              <a:xfrm>
                <a:off x="2458000" y="3630425"/>
                <a:ext cx="1470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882" h="5178" extrusionOk="0">
                    <a:moveTo>
                      <a:pt x="2856" y="1"/>
                    </a:moveTo>
                    <a:cubicBezTo>
                      <a:pt x="1390" y="1"/>
                      <a:pt x="155" y="987"/>
                      <a:pt x="28" y="2314"/>
                    </a:cubicBezTo>
                    <a:cubicBezTo>
                      <a:pt x="0" y="2603"/>
                      <a:pt x="28" y="2880"/>
                      <a:pt x="99" y="3150"/>
                    </a:cubicBezTo>
                    <a:cubicBezTo>
                      <a:pt x="467" y="3316"/>
                      <a:pt x="864" y="3423"/>
                      <a:pt x="1287" y="3447"/>
                    </a:cubicBezTo>
                    <a:cubicBezTo>
                      <a:pt x="1339" y="3451"/>
                      <a:pt x="1390" y="3451"/>
                      <a:pt x="1446" y="3451"/>
                    </a:cubicBezTo>
                    <a:cubicBezTo>
                      <a:pt x="2725" y="3451"/>
                      <a:pt x="3985" y="2631"/>
                      <a:pt x="5189" y="1015"/>
                    </a:cubicBezTo>
                    <a:cubicBezTo>
                      <a:pt x="4710" y="472"/>
                      <a:pt x="3993" y="92"/>
                      <a:pt x="3169" y="17"/>
                    </a:cubicBezTo>
                    <a:cubicBezTo>
                      <a:pt x="3062" y="5"/>
                      <a:pt x="2959" y="1"/>
                      <a:pt x="2856" y="1"/>
                    </a:cubicBezTo>
                    <a:close/>
                    <a:moveTo>
                      <a:pt x="5276" y="1118"/>
                    </a:moveTo>
                    <a:cubicBezTo>
                      <a:pt x="4048" y="2754"/>
                      <a:pt x="2761" y="3582"/>
                      <a:pt x="1442" y="3582"/>
                    </a:cubicBezTo>
                    <a:cubicBezTo>
                      <a:pt x="1390" y="3582"/>
                      <a:pt x="1335" y="3582"/>
                      <a:pt x="1279" y="3578"/>
                    </a:cubicBezTo>
                    <a:cubicBezTo>
                      <a:pt x="879" y="3558"/>
                      <a:pt x="503" y="3463"/>
                      <a:pt x="151" y="3316"/>
                    </a:cubicBezTo>
                    <a:lnTo>
                      <a:pt x="151" y="3316"/>
                    </a:lnTo>
                    <a:cubicBezTo>
                      <a:pt x="495" y="4291"/>
                      <a:pt x="1470" y="5047"/>
                      <a:pt x="2678" y="5162"/>
                    </a:cubicBezTo>
                    <a:cubicBezTo>
                      <a:pt x="2785" y="5174"/>
                      <a:pt x="2888" y="5178"/>
                      <a:pt x="2991" y="5178"/>
                    </a:cubicBezTo>
                    <a:cubicBezTo>
                      <a:pt x="4456" y="5178"/>
                      <a:pt x="5692" y="4192"/>
                      <a:pt x="5819" y="2865"/>
                    </a:cubicBezTo>
                    <a:cubicBezTo>
                      <a:pt x="5882" y="2223"/>
                      <a:pt x="5672" y="1609"/>
                      <a:pt x="5276" y="11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55"/>
              <p:cNvSpPr/>
              <p:nvPr/>
            </p:nvSpPr>
            <p:spPr>
              <a:xfrm>
                <a:off x="2460475" y="3655775"/>
                <a:ext cx="129425" cy="64200"/>
              </a:xfrm>
              <a:custGeom>
                <a:avLst/>
                <a:gdLst/>
                <a:ahLst/>
                <a:cxnLst/>
                <a:rect l="l" t="t" r="r" b="b"/>
                <a:pathLst>
                  <a:path w="5177" h="2568" extrusionOk="0">
                    <a:moveTo>
                      <a:pt x="5090" y="1"/>
                    </a:moveTo>
                    <a:cubicBezTo>
                      <a:pt x="3886" y="1617"/>
                      <a:pt x="2626" y="2437"/>
                      <a:pt x="1347" y="2437"/>
                    </a:cubicBezTo>
                    <a:cubicBezTo>
                      <a:pt x="1291" y="2437"/>
                      <a:pt x="1240" y="2437"/>
                      <a:pt x="1188" y="2433"/>
                    </a:cubicBezTo>
                    <a:cubicBezTo>
                      <a:pt x="765" y="2409"/>
                      <a:pt x="368" y="2302"/>
                      <a:pt x="0" y="2136"/>
                    </a:cubicBezTo>
                    <a:lnTo>
                      <a:pt x="0" y="2136"/>
                    </a:lnTo>
                    <a:cubicBezTo>
                      <a:pt x="16" y="2191"/>
                      <a:pt x="36" y="2247"/>
                      <a:pt x="52" y="2302"/>
                    </a:cubicBezTo>
                    <a:cubicBezTo>
                      <a:pt x="404" y="2449"/>
                      <a:pt x="780" y="2544"/>
                      <a:pt x="1180" y="2564"/>
                    </a:cubicBezTo>
                    <a:cubicBezTo>
                      <a:pt x="1236" y="2568"/>
                      <a:pt x="1291" y="2568"/>
                      <a:pt x="1343" y="2568"/>
                    </a:cubicBezTo>
                    <a:cubicBezTo>
                      <a:pt x="2662" y="2568"/>
                      <a:pt x="3949" y="1740"/>
                      <a:pt x="5177" y="104"/>
                    </a:cubicBezTo>
                    <a:cubicBezTo>
                      <a:pt x="5149" y="68"/>
                      <a:pt x="5122" y="33"/>
                      <a:pt x="509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55"/>
              <p:cNvSpPr/>
              <p:nvPr/>
            </p:nvSpPr>
            <p:spPr>
              <a:xfrm>
                <a:off x="2803475" y="3635950"/>
                <a:ext cx="65075" cy="62175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87" extrusionOk="0">
                    <a:moveTo>
                      <a:pt x="1302" y="0"/>
                    </a:moveTo>
                    <a:cubicBezTo>
                      <a:pt x="669" y="0"/>
                      <a:pt x="128" y="481"/>
                      <a:pt x="68" y="1127"/>
                    </a:cubicBezTo>
                    <a:cubicBezTo>
                      <a:pt x="1" y="1808"/>
                      <a:pt x="504" y="2414"/>
                      <a:pt x="1185" y="2481"/>
                    </a:cubicBezTo>
                    <a:cubicBezTo>
                      <a:pt x="1224" y="2485"/>
                      <a:pt x="1263" y="2487"/>
                      <a:pt x="1301" y="2487"/>
                    </a:cubicBezTo>
                    <a:cubicBezTo>
                      <a:pt x="1938" y="2487"/>
                      <a:pt x="2480" y="2003"/>
                      <a:pt x="2540" y="1360"/>
                    </a:cubicBezTo>
                    <a:cubicBezTo>
                      <a:pt x="2603" y="679"/>
                      <a:pt x="2104" y="69"/>
                      <a:pt x="1419" y="6"/>
                    </a:cubicBezTo>
                    <a:cubicBezTo>
                      <a:pt x="1379" y="2"/>
                      <a:pt x="1341" y="0"/>
                      <a:pt x="13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55"/>
              <p:cNvSpPr/>
              <p:nvPr/>
            </p:nvSpPr>
            <p:spPr>
              <a:xfrm>
                <a:off x="2547400" y="3597300"/>
                <a:ext cx="65200" cy="6212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485" extrusionOk="0">
                    <a:moveTo>
                      <a:pt x="1300" y="1"/>
                    </a:moveTo>
                    <a:cubicBezTo>
                      <a:pt x="666" y="1"/>
                      <a:pt x="128" y="484"/>
                      <a:pt x="68" y="1124"/>
                    </a:cubicBezTo>
                    <a:cubicBezTo>
                      <a:pt x="1" y="1809"/>
                      <a:pt x="504" y="2415"/>
                      <a:pt x="1185" y="2479"/>
                    </a:cubicBezTo>
                    <a:cubicBezTo>
                      <a:pt x="1226" y="2483"/>
                      <a:pt x="1267" y="2485"/>
                      <a:pt x="1308" y="2485"/>
                    </a:cubicBezTo>
                    <a:cubicBezTo>
                      <a:pt x="1941" y="2485"/>
                      <a:pt x="2480" y="2002"/>
                      <a:pt x="2540" y="1362"/>
                    </a:cubicBezTo>
                    <a:cubicBezTo>
                      <a:pt x="2607" y="676"/>
                      <a:pt x="2104" y="70"/>
                      <a:pt x="1423" y="7"/>
                    </a:cubicBezTo>
                    <a:cubicBezTo>
                      <a:pt x="1381" y="3"/>
                      <a:pt x="1340" y="1"/>
                      <a:pt x="13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55"/>
              <p:cNvSpPr/>
              <p:nvPr/>
            </p:nvSpPr>
            <p:spPr>
              <a:xfrm>
                <a:off x="2596025" y="3668900"/>
                <a:ext cx="192025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7681" h="2811" extrusionOk="0">
                    <a:moveTo>
                      <a:pt x="3469" y="0"/>
                    </a:moveTo>
                    <a:cubicBezTo>
                      <a:pt x="1617" y="0"/>
                      <a:pt x="359" y="1117"/>
                      <a:pt x="107" y="1357"/>
                    </a:cubicBezTo>
                    <a:cubicBezTo>
                      <a:pt x="5" y="1460"/>
                      <a:pt x="1" y="1627"/>
                      <a:pt x="104" y="1734"/>
                    </a:cubicBezTo>
                    <a:cubicBezTo>
                      <a:pt x="154" y="1786"/>
                      <a:pt x="223" y="1813"/>
                      <a:pt x="292" y="1813"/>
                    </a:cubicBezTo>
                    <a:cubicBezTo>
                      <a:pt x="359" y="1813"/>
                      <a:pt x="425" y="1788"/>
                      <a:pt x="476" y="1738"/>
                    </a:cubicBezTo>
                    <a:cubicBezTo>
                      <a:pt x="698" y="1523"/>
                      <a:pt x="1819" y="530"/>
                      <a:pt x="3465" y="530"/>
                    </a:cubicBezTo>
                    <a:cubicBezTo>
                      <a:pt x="3608" y="530"/>
                      <a:pt x="3755" y="537"/>
                      <a:pt x="3906" y="553"/>
                    </a:cubicBezTo>
                    <a:cubicBezTo>
                      <a:pt x="5993" y="779"/>
                      <a:pt x="7039" y="2486"/>
                      <a:pt x="7154" y="2680"/>
                    </a:cubicBezTo>
                    <a:cubicBezTo>
                      <a:pt x="7201" y="2763"/>
                      <a:pt x="7289" y="2811"/>
                      <a:pt x="7380" y="2811"/>
                    </a:cubicBezTo>
                    <a:cubicBezTo>
                      <a:pt x="7427" y="2811"/>
                      <a:pt x="7471" y="2799"/>
                      <a:pt x="7514" y="2775"/>
                    </a:cubicBezTo>
                    <a:cubicBezTo>
                      <a:pt x="7641" y="2700"/>
                      <a:pt x="7681" y="2542"/>
                      <a:pt x="7609" y="2415"/>
                    </a:cubicBezTo>
                    <a:cubicBezTo>
                      <a:pt x="7483" y="2197"/>
                      <a:pt x="6310" y="280"/>
                      <a:pt x="3961" y="26"/>
                    </a:cubicBezTo>
                    <a:cubicBezTo>
                      <a:pt x="3793" y="9"/>
                      <a:pt x="3629" y="0"/>
                      <a:pt x="34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55"/>
              <p:cNvSpPr/>
              <p:nvPr/>
            </p:nvSpPr>
            <p:spPr>
              <a:xfrm>
                <a:off x="2464925" y="3230200"/>
                <a:ext cx="109150" cy="156450"/>
              </a:xfrm>
              <a:custGeom>
                <a:avLst/>
                <a:gdLst/>
                <a:ahLst/>
                <a:cxnLst/>
                <a:rect l="l" t="t" r="r" b="b"/>
                <a:pathLst>
                  <a:path w="4366" h="6258" extrusionOk="0">
                    <a:moveTo>
                      <a:pt x="2278" y="0"/>
                    </a:moveTo>
                    <a:cubicBezTo>
                      <a:pt x="503" y="2575"/>
                      <a:pt x="0" y="4947"/>
                      <a:pt x="816" y="5720"/>
                    </a:cubicBezTo>
                    <a:cubicBezTo>
                      <a:pt x="1043" y="5931"/>
                      <a:pt x="1611" y="6257"/>
                      <a:pt x="2290" y="6257"/>
                    </a:cubicBezTo>
                    <a:cubicBezTo>
                      <a:pt x="2360" y="6257"/>
                      <a:pt x="2431" y="6254"/>
                      <a:pt x="2504" y="6246"/>
                    </a:cubicBezTo>
                    <a:cubicBezTo>
                      <a:pt x="2983" y="6199"/>
                      <a:pt x="3387" y="5989"/>
                      <a:pt x="3561" y="5838"/>
                    </a:cubicBezTo>
                    <a:cubicBezTo>
                      <a:pt x="4365" y="5145"/>
                      <a:pt x="3827" y="2757"/>
                      <a:pt x="22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55"/>
              <p:cNvSpPr/>
              <p:nvPr/>
            </p:nvSpPr>
            <p:spPr>
              <a:xfrm>
                <a:off x="2661675" y="3161175"/>
                <a:ext cx="109150" cy="156450"/>
              </a:xfrm>
              <a:custGeom>
                <a:avLst/>
                <a:gdLst/>
                <a:ahLst/>
                <a:cxnLst/>
                <a:rect l="l" t="t" r="r" b="b"/>
                <a:pathLst>
                  <a:path w="4366" h="6258" extrusionOk="0">
                    <a:moveTo>
                      <a:pt x="2278" y="0"/>
                    </a:moveTo>
                    <a:cubicBezTo>
                      <a:pt x="504" y="2575"/>
                      <a:pt x="1" y="4948"/>
                      <a:pt x="821" y="5720"/>
                    </a:cubicBezTo>
                    <a:cubicBezTo>
                      <a:pt x="1043" y="5932"/>
                      <a:pt x="1611" y="6258"/>
                      <a:pt x="2290" y="6258"/>
                    </a:cubicBezTo>
                    <a:cubicBezTo>
                      <a:pt x="2361" y="6258"/>
                      <a:pt x="2432" y="6254"/>
                      <a:pt x="2504" y="6247"/>
                    </a:cubicBezTo>
                    <a:cubicBezTo>
                      <a:pt x="2987" y="6199"/>
                      <a:pt x="3387" y="5989"/>
                      <a:pt x="3565" y="5839"/>
                    </a:cubicBezTo>
                    <a:cubicBezTo>
                      <a:pt x="4366" y="5146"/>
                      <a:pt x="3827" y="2757"/>
                      <a:pt x="22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55"/>
              <p:cNvSpPr/>
              <p:nvPr/>
            </p:nvSpPr>
            <p:spPr>
              <a:xfrm>
                <a:off x="3171050" y="3392575"/>
                <a:ext cx="71525" cy="102575"/>
              </a:xfrm>
              <a:custGeom>
                <a:avLst/>
                <a:gdLst/>
                <a:ahLst/>
                <a:cxnLst/>
                <a:rect l="l" t="t" r="r" b="b"/>
                <a:pathLst>
                  <a:path w="2861" h="4103" extrusionOk="0">
                    <a:moveTo>
                      <a:pt x="1494" y="1"/>
                    </a:moveTo>
                    <a:cubicBezTo>
                      <a:pt x="329" y="1688"/>
                      <a:pt x="0" y="3245"/>
                      <a:pt x="535" y="3748"/>
                    </a:cubicBezTo>
                    <a:cubicBezTo>
                      <a:pt x="683" y="3889"/>
                      <a:pt x="1059" y="4103"/>
                      <a:pt x="1509" y="4103"/>
                    </a:cubicBezTo>
                    <a:cubicBezTo>
                      <a:pt x="1552" y="4103"/>
                      <a:pt x="1596" y="4101"/>
                      <a:pt x="1640" y="4096"/>
                    </a:cubicBezTo>
                    <a:cubicBezTo>
                      <a:pt x="1957" y="4061"/>
                      <a:pt x="2218" y="3926"/>
                      <a:pt x="2333" y="3827"/>
                    </a:cubicBezTo>
                    <a:cubicBezTo>
                      <a:pt x="2860" y="3372"/>
                      <a:pt x="2508" y="1807"/>
                      <a:pt x="14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55"/>
              <p:cNvSpPr/>
              <p:nvPr/>
            </p:nvSpPr>
            <p:spPr>
              <a:xfrm>
                <a:off x="2375900" y="2966950"/>
                <a:ext cx="503950" cy="216325"/>
              </a:xfrm>
              <a:custGeom>
                <a:avLst/>
                <a:gdLst/>
                <a:ahLst/>
                <a:cxnLst/>
                <a:rect l="l" t="t" r="r" b="b"/>
                <a:pathLst>
                  <a:path w="20158" h="8653" extrusionOk="0">
                    <a:moveTo>
                      <a:pt x="10734" y="0"/>
                    </a:moveTo>
                    <a:cubicBezTo>
                      <a:pt x="9107" y="0"/>
                      <a:pt x="7301" y="1261"/>
                      <a:pt x="6742" y="3413"/>
                    </a:cubicBezTo>
                    <a:cubicBezTo>
                      <a:pt x="6678" y="3376"/>
                      <a:pt x="6166" y="3092"/>
                      <a:pt x="5533" y="3092"/>
                    </a:cubicBezTo>
                    <a:cubicBezTo>
                      <a:pt x="5268" y="3092"/>
                      <a:pt x="4982" y="3142"/>
                      <a:pt x="4698" y="3282"/>
                    </a:cubicBezTo>
                    <a:cubicBezTo>
                      <a:pt x="3799" y="3725"/>
                      <a:pt x="3312" y="4886"/>
                      <a:pt x="3648" y="6031"/>
                    </a:cubicBezTo>
                    <a:cubicBezTo>
                      <a:pt x="3275" y="5822"/>
                      <a:pt x="2862" y="5717"/>
                      <a:pt x="2454" y="5717"/>
                    </a:cubicBezTo>
                    <a:cubicBezTo>
                      <a:pt x="2048" y="5717"/>
                      <a:pt x="1647" y="5821"/>
                      <a:pt x="1296" y="6031"/>
                    </a:cubicBezTo>
                    <a:cubicBezTo>
                      <a:pt x="436" y="6546"/>
                      <a:pt x="1" y="7611"/>
                      <a:pt x="246" y="8653"/>
                    </a:cubicBezTo>
                    <a:lnTo>
                      <a:pt x="19124" y="8653"/>
                    </a:lnTo>
                    <a:cubicBezTo>
                      <a:pt x="20157" y="6720"/>
                      <a:pt x="19595" y="4438"/>
                      <a:pt x="18054" y="3413"/>
                    </a:cubicBezTo>
                    <a:cubicBezTo>
                      <a:pt x="17480" y="3030"/>
                      <a:pt x="16798" y="2841"/>
                      <a:pt x="16095" y="2841"/>
                    </a:cubicBezTo>
                    <a:cubicBezTo>
                      <a:pt x="15386" y="2841"/>
                      <a:pt x="14656" y="3033"/>
                      <a:pt x="13994" y="3413"/>
                    </a:cubicBezTo>
                    <a:cubicBezTo>
                      <a:pt x="13804" y="1864"/>
                      <a:pt x="12885" y="549"/>
                      <a:pt x="11638" y="141"/>
                    </a:cubicBezTo>
                    <a:cubicBezTo>
                      <a:pt x="11350" y="46"/>
                      <a:pt x="11045" y="0"/>
                      <a:pt x="107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55"/>
              <p:cNvSpPr/>
              <p:nvPr/>
            </p:nvSpPr>
            <p:spPr>
              <a:xfrm>
                <a:off x="2448375" y="3092850"/>
                <a:ext cx="379575" cy="90825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3633" extrusionOk="0">
                    <a:moveTo>
                      <a:pt x="7948" y="0"/>
                    </a:moveTo>
                    <a:cubicBezTo>
                      <a:pt x="7611" y="0"/>
                      <a:pt x="7258" y="46"/>
                      <a:pt x="6897" y="155"/>
                    </a:cubicBezTo>
                    <a:cubicBezTo>
                      <a:pt x="5982" y="428"/>
                      <a:pt x="5356" y="1003"/>
                      <a:pt x="4988" y="1446"/>
                    </a:cubicBezTo>
                    <a:cubicBezTo>
                      <a:pt x="4458" y="1331"/>
                      <a:pt x="3983" y="1282"/>
                      <a:pt x="3558" y="1282"/>
                    </a:cubicBezTo>
                    <a:cubicBezTo>
                      <a:pt x="2275" y="1282"/>
                      <a:pt x="1451" y="1732"/>
                      <a:pt x="951" y="2175"/>
                    </a:cubicBezTo>
                    <a:cubicBezTo>
                      <a:pt x="223" y="2817"/>
                      <a:pt x="13" y="3565"/>
                      <a:pt x="1" y="3597"/>
                    </a:cubicBezTo>
                    <a:lnTo>
                      <a:pt x="132" y="3633"/>
                    </a:lnTo>
                    <a:cubicBezTo>
                      <a:pt x="132" y="3625"/>
                      <a:pt x="342" y="2888"/>
                      <a:pt x="1043" y="2270"/>
                    </a:cubicBezTo>
                    <a:cubicBezTo>
                      <a:pt x="1685" y="1702"/>
                      <a:pt x="2538" y="1415"/>
                      <a:pt x="3555" y="1415"/>
                    </a:cubicBezTo>
                    <a:cubicBezTo>
                      <a:pt x="4006" y="1415"/>
                      <a:pt x="4489" y="1472"/>
                      <a:pt x="5000" y="1585"/>
                    </a:cubicBezTo>
                    <a:lnTo>
                      <a:pt x="5039" y="1593"/>
                    </a:lnTo>
                    <a:lnTo>
                      <a:pt x="5063" y="1561"/>
                    </a:lnTo>
                    <a:cubicBezTo>
                      <a:pt x="5419" y="1125"/>
                      <a:pt x="6029" y="551"/>
                      <a:pt x="6936" y="282"/>
                    </a:cubicBezTo>
                    <a:cubicBezTo>
                      <a:pt x="7284" y="177"/>
                      <a:pt x="7624" y="133"/>
                      <a:pt x="7949" y="133"/>
                    </a:cubicBezTo>
                    <a:cubicBezTo>
                      <a:pt x="9646" y="133"/>
                      <a:pt x="10953" y="1331"/>
                      <a:pt x="11016" y="1391"/>
                    </a:cubicBezTo>
                    <a:lnTo>
                      <a:pt x="11048" y="1418"/>
                    </a:lnTo>
                    <a:lnTo>
                      <a:pt x="11087" y="1403"/>
                    </a:lnTo>
                    <a:cubicBezTo>
                      <a:pt x="11300" y="1311"/>
                      <a:pt x="11738" y="1156"/>
                      <a:pt x="12281" y="1156"/>
                    </a:cubicBezTo>
                    <a:cubicBezTo>
                      <a:pt x="12578" y="1156"/>
                      <a:pt x="12907" y="1202"/>
                      <a:pt x="13246" y="1331"/>
                    </a:cubicBezTo>
                    <a:cubicBezTo>
                      <a:pt x="14755" y="1906"/>
                      <a:pt x="15040" y="3557"/>
                      <a:pt x="15052" y="3625"/>
                    </a:cubicBezTo>
                    <a:lnTo>
                      <a:pt x="15183" y="3605"/>
                    </a:lnTo>
                    <a:cubicBezTo>
                      <a:pt x="15171" y="3530"/>
                      <a:pt x="14870" y="1807"/>
                      <a:pt x="13290" y="1205"/>
                    </a:cubicBezTo>
                    <a:cubicBezTo>
                      <a:pt x="12935" y="1071"/>
                      <a:pt x="12592" y="1022"/>
                      <a:pt x="12282" y="1022"/>
                    </a:cubicBezTo>
                    <a:cubicBezTo>
                      <a:pt x="11746" y="1022"/>
                      <a:pt x="11309" y="1166"/>
                      <a:pt x="11076" y="1264"/>
                    </a:cubicBezTo>
                    <a:cubicBezTo>
                      <a:pt x="10852" y="1067"/>
                      <a:pt x="9577" y="0"/>
                      <a:pt x="79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55"/>
              <p:cNvSpPr/>
              <p:nvPr/>
            </p:nvSpPr>
            <p:spPr>
              <a:xfrm>
                <a:off x="3021525" y="3215350"/>
                <a:ext cx="398000" cy="178750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7150" extrusionOk="0">
                    <a:moveTo>
                      <a:pt x="8442" y="1"/>
                    </a:moveTo>
                    <a:cubicBezTo>
                      <a:pt x="6949" y="1"/>
                      <a:pt x="5435" y="1061"/>
                      <a:pt x="4936" y="2765"/>
                    </a:cubicBezTo>
                    <a:cubicBezTo>
                      <a:pt x="4526" y="2629"/>
                      <a:pt x="4111" y="2564"/>
                      <a:pt x="3708" y="2564"/>
                    </a:cubicBezTo>
                    <a:cubicBezTo>
                      <a:pt x="2502" y="2564"/>
                      <a:pt x="1397" y="3140"/>
                      <a:pt x="824" y="4096"/>
                    </a:cubicBezTo>
                    <a:cubicBezTo>
                      <a:pt x="0" y="5466"/>
                      <a:pt x="658" y="6995"/>
                      <a:pt x="729" y="7149"/>
                    </a:cubicBezTo>
                    <a:lnTo>
                      <a:pt x="14660" y="7149"/>
                    </a:lnTo>
                    <a:cubicBezTo>
                      <a:pt x="15800" y="6230"/>
                      <a:pt x="15919" y="4563"/>
                      <a:pt x="15032" y="3565"/>
                    </a:cubicBezTo>
                    <a:cubicBezTo>
                      <a:pt x="14574" y="3050"/>
                      <a:pt x="13907" y="2774"/>
                      <a:pt x="13222" y="2774"/>
                    </a:cubicBezTo>
                    <a:cubicBezTo>
                      <a:pt x="12709" y="2774"/>
                      <a:pt x="12187" y="2928"/>
                      <a:pt x="11733" y="3252"/>
                    </a:cubicBezTo>
                    <a:cubicBezTo>
                      <a:pt x="11574" y="1711"/>
                      <a:pt x="10544" y="448"/>
                      <a:pt x="9213" y="99"/>
                    </a:cubicBezTo>
                    <a:cubicBezTo>
                      <a:pt x="8961" y="33"/>
                      <a:pt x="8702" y="1"/>
                      <a:pt x="84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55"/>
              <p:cNvSpPr/>
              <p:nvPr/>
            </p:nvSpPr>
            <p:spPr>
              <a:xfrm>
                <a:off x="3079950" y="3306975"/>
                <a:ext cx="314900" cy="87425"/>
              </a:xfrm>
              <a:custGeom>
                <a:avLst/>
                <a:gdLst/>
                <a:ahLst/>
                <a:cxnLst/>
                <a:rect l="l" t="t" r="r" b="b"/>
                <a:pathLst>
                  <a:path w="12596" h="3497" extrusionOk="0">
                    <a:moveTo>
                      <a:pt x="5871" y="0"/>
                    </a:moveTo>
                    <a:cubicBezTo>
                      <a:pt x="4770" y="0"/>
                      <a:pt x="3684" y="687"/>
                      <a:pt x="3129" y="1789"/>
                    </a:cubicBezTo>
                    <a:cubicBezTo>
                      <a:pt x="2782" y="1496"/>
                      <a:pt x="2354" y="1343"/>
                      <a:pt x="1925" y="1343"/>
                    </a:cubicBezTo>
                    <a:cubicBezTo>
                      <a:pt x="1670" y="1343"/>
                      <a:pt x="1414" y="1397"/>
                      <a:pt x="1173" y="1508"/>
                    </a:cubicBezTo>
                    <a:cubicBezTo>
                      <a:pt x="428" y="1849"/>
                      <a:pt x="0" y="2664"/>
                      <a:pt x="131" y="3492"/>
                    </a:cubicBezTo>
                    <a:lnTo>
                      <a:pt x="262" y="3472"/>
                    </a:lnTo>
                    <a:cubicBezTo>
                      <a:pt x="143" y="2700"/>
                      <a:pt x="539" y="1944"/>
                      <a:pt x="1228" y="1627"/>
                    </a:cubicBezTo>
                    <a:cubicBezTo>
                      <a:pt x="1450" y="1525"/>
                      <a:pt x="1685" y="1476"/>
                      <a:pt x="1921" y="1476"/>
                    </a:cubicBezTo>
                    <a:cubicBezTo>
                      <a:pt x="2347" y="1476"/>
                      <a:pt x="2772" y="1637"/>
                      <a:pt x="3106" y="1944"/>
                    </a:cubicBezTo>
                    <a:lnTo>
                      <a:pt x="3173" y="2007"/>
                    </a:lnTo>
                    <a:lnTo>
                      <a:pt x="3209" y="1924"/>
                    </a:lnTo>
                    <a:cubicBezTo>
                      <a:pt x="3728" y="823"/>
                      <a:pt x="4793" y="130"/>
                      <a:pt x="5873" y="130"/>
                    </a:cubicBezTo>
                    <a:cubicBezTo>
                      <a:pt x="6052" y="130"/>
                      <a:pt x="6232" y="149"/>
                      <a:pt x="6409" y="189"/>
                    </a:cubicBezTo>
                    <a:cubicBezTo>
                      <a:pt x="7728" y="482"/>
                      <a:pt x="8287" y="1773"/>
                      <a:pt x="8346" y="1920"/>
                    </a:cubicBezTo>
                    <a:lnTo>
                      <a:pt x="8390" y="2039"/>
                    </a:lnTo>
                    <a:lnTo>
                      <a:pt x="8461" y="1932"/>
                    </a:lnTo>
                    <a:cubicBezTo>
                      <a:pt x="8898" y="1271"/>
                      <a:pt x="9628" y="900"/>
                      <a:pt x="10345" y="900"/>
                    </a:cubicBezTo>
                    <a:cubicBezTo>
                      <a:pt x="10693" y="900"/>
                      <a:pt x="11038" y="987"/>
                      <a:pt x="11344" y="1171"/>
                    </a:cubicBezTo>
                    <a:cubicBezTo>
                      <a:pt x="12077" y="1615"/>
                      <a:pt x="12453" y="2558"/>
                      <a:pt x="12259" y="3469"/>
                    </a:cubicBezTo>
                    <a:lnTo>
                      <a:pt x="12390" y="3496"/>
                    </a:lnTo>
                    <a:cubicBezTo>
                      <a:pt x="12596" y="2530"/>
                      <a:pt x="12192" y="1528"/>
                      <a:pt x="11412" y="1060"/>
                    </a:cubicBezTo>
                    <a:cubicBezTo>
                      <a:pt x="11084" y="863"/>
                      <a:pt x="10716" y="769"/>
                      <a:pt x="10345" y="769"/>
                    </a:cubicBezTo>
                    <a:cubicBezTo>
                      <a:pt x="9621" y="769"/>
                      <a:pt x="8886" y="1125"/>
                      <a:pt x="8417" y="1761"/>
                    </a:cubicBezTo>
                    <a:cubicBezTo>
                      <a:pt x="8247" y="1397"/>
                      <a:pt x="7649" y="332"/>
                      <a:pt x="6437" y="62"/>
                    </a:cubicBezTo>
                    <a:cubicBezTo>
                      <a:pt x="6250" y="20"/>
                      <a:pt x="6060" y="0"/>
                      <a:pt x="58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55"/>
              <p:cNvSpPr/>
              <p:nvPr/>
            </p:nvSpPr>
            <p:spPr>
              <a:xfrm>
                <a:off x="2867550" y="3137100"/>
                <a:ext cx="16945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6778" h="10541" extrusionOk="0">
                    <a:moveTo>
                      <a:pt x="3015" y="1"/>
                    </a:moveTo>
                    <a:lnTo>
                      <a:pt x="0" y="5273"/>
                    </a:lnTo>
                    <a:lnTo>
                      <a:pt x="2262" y="5273"/>
                    </a:lnTo>
                    <a:lnTo>
                      <a:pt x="0" y="10541"/>
                    </a:lnTo>
                    <a:lnTo>
                      <a:pt x="6777" y="3764"/>
                    </a:lnTo>
                    <a:lnTo>
                      <a:pt x="4520" y="3764"/>
                    </a:lnTo>
                    <a:lnTo>
                      <a:pt x="677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01" name="Google Shape;1901;p55"/>
          <p:cNvGrpSpPr/>
          <p:nvPr/>
        </p:nvGrpSpPr>
        <p:grpSpPr>
          <a:xfrm flipH="1">
            <a:off x="7155471" y="409504"/>
            <a:ext cx="1374389" cy="1223107"/>
            <a:chOff x="6352225" y="1788550"/>
            <a:chExt cx="1037275" cy="923100"/>
          </a:xfrm>
        </p:grpSpPr>
        <p:sp>
          <p:nvSpPr>
            <p:cNvPr id="1902" name="Google Shape;1902;p55"/>
            <p:cNvSpPr/>
            <p:nvPr/>
          </p:nvSpPr>
          <p:spPr>
            <a:xfrm>
              <a:off x="6352225" y="1788550"/>
              <a:ext cx="1037275" cy="923100"/>
            </a:xfrm>
            <a:custGeom>
              <a:avLst/>
              <a:gdLst/>
              <a:ahLst/>
              <a:cxnLst/>
              <a:rect l="l" t="t" r="r" b="b"/>
              <a:pathLst>
                <a:path w="41491" h="36924" extrusionOk="0">
                  <a:moveTo>
                    <a:pt x="14438" y="8258"/>
                  </a:moveTo>
                  <a:cubicBezTo>
                    <a:pt x="14201" y="8346"/>
                    <a:pt x="13959" y="8437"/>
                    <a:pt x="13725" y="8532"/>
                  </a:cubicBezTo>
                  <a:lnTo>
                    <a:pt x="13547" y="8286"/>
                  </a:lnTo>
                  <a:lnTo>
                    <a:pt x="14438" y="8258"/>
                  </a:lnTo>
                  <a:close/>
                  <a:moveTo>
                    <a:pt x="9582" y="0"/>
                  </a:moveTo>
                  <a:lnTo>
                    <a:pt x="6584" y="3799"/>
                  </a:lnTo>
                  <a:lnTo>
                    <a:pt x="3134" y="1901"/>
                  </a:lnTo>
                  <a:lnTo>
                    <a:pt x="3134" y="1901"/>
                  </a:lnTo>
                  <a:cubicBezTo>
                    <a:pt x="3324" y="2860"/>
                    <a:pt x="3518" y="3818"/>
                    <a:pt x="3708" y="4777"/>
                  </a:cubicBezTo>
                  <a:lnTo>
                    <a:pt x="1" y="5815"/>
                  </a:lnTo>
                  <a:lnTo>
                    <a:pt x="2801" y="7771"/>
                  </a:lnTo>
                  <a:lnTo>
                    <a:pt x="36" y="10073"/>
                  </a:lnTo>
                  <a:lnTo>
                    <a:pt x="3534" y="10473"/>
                  </a:lnTo>
                  <a:lnTo>
                    <a:pt x="3364" y="13293"/>
                  </a:lnTo>
                  <a:lnTo>
                    <a:pt x="6413" y="11106"/>
                  </a:lnTo>
                  <a:lnTo>
                    <a:pt x="6695" y="13320"/>
                  </a:lnTo>
                  <a:cubicBezTo>
                    <a:pt x="5776" y="14398"/>
                    <a:pt x="5098" y="15562"/>
                    <a:pt x="4734" y="16786"/>
                  </a:cubicBezTo>
                  <a:cubicBezTo>
                    <a:pt x="4560" y="17364"/>
                    <a:pt x="3486" y="21290"/>
                    <a:pt x="5799" y="24205"/>
                  </a:cubicBezTo>
                  <a:cubicBezTo>
                    <a:pt x="7759" y="26678"/>
                    <a:pt x="11158" y="26784"/>
                    <a:pt x="11727" y="26784"/>
                  </a:cubicBezTo>
                  <a:cubicBezTo>
                    <a:pt x="11780" y="26784"/>
                    <a:pt x="11808" y="26783"/>
                    <a:pt x="11808" y="26783"/>
                  </a:cubicBezTo>
                  <a:lnTo>
                    <a:pt x="11808" y="26783"/>
                  </a:lnTo>
                  <a:cubicBezTo>
                    <a:pt x="11024" y="30486"/>
                    <a:pt x="13880" y="32923"/>
                    <a:pt x="17678" y="32923"/>
                  </a:cubicBezTo>
                  <a:cubicBezTo>
                    <a:pt x="18751" y="32923"/>
                    <a:pt x="19899" y="32728"/>
                    <a:pt x="21061" y="32313"/>
                  </a:cubicBezTo>
                  <a:cubicBezTo>
                    <a:pt x="21061" y="32313"/>
                    <a:pt x="22514" y="33489"/>
                    <a:pt x="24420" y="33560"/>
                  </a:cubicBezTo>
                  <a:lnTo>
                    <a:pt x="27873" y="36923"/>
                  </a:lnTo>
                  <a:lnTo>
                    <a:pt x="30931" y="35988"/>
                  </a:lnTo>
                  <a:lnTo>
                    <a:pt x="30195" y="34812"/>
                  </a:lnTo>
                  <a:lnTo>
                    <a:pt x="30321" y="34772"/>
                  </a:lnTo>
                  <a:lnTo>
                    <a:pt x="30044" y="34329"/>
                  </a:lnTo>
                  <a:cubicBezTo>
                    <a:pt x="31022" y="34254"/>
                    <a:pt x="36623" y="33624"/>
                    <a:pt x="36722" y="29378"/>
                  </a:cubicBezTo>
                  <a:lnTo>
                    <a:pt x="36722" y="29374"/>
                  </a:lnTo>
                  <a:cubicBezTo>
                    <a:pt x="38100" y="29180"/>
                    <a:pt x="39051" y="28661"/>
                    <a:pt x="39697" y="27995"/>
                  </a:cubicBezTo>
                  <a:cubicBezTo>
                    <a:pt x="41028" y="26625"/>
                    <a:pt x="41491" y="24581"/>
                    <a:pt x="40869" y="22700"/>
                  </a:cubicBezTo>
                  <a:cubicBezTo>
                    <a:pt x="40830" y="21468"/>
                    <a:pt x="40628" y="19646"/>
                    <a:pt x="39839" y="17626"/>
                  </a:cubicBezTo>
                  <a:cubicBezTo>
                    <a:pt x="37502" y="11653"/>
                    <a:pt x="31957" y="8944"/>
                    <a:pt x="30020" y="8148"/>
                  </a:cubicBezTo>
                  <a:cubicBezTo>
                    <a:pt x="27716" y="7201"/>
                    <a:pt x="25208" y="6775"/>
                    <a:pt x="22692" y="6775"/>
                  </a:cubicBezTo>
                  <a:cubicBezTo>
                    <a:pt x="20546" y="6775"/>
                    <a:pt x="18394" y="7085"/>
                    <a:pt x="16359" y="7645"/>
                  </a:cubicBezTo>
                  <a:lnTo>
                    <a:pt x="14537" y="6274"/>
                  </a:lnTo>
                  <a:lnTo>
                    <a:pt x="16759" y="4547"/>
                  </a:lnTo>
                  <a:lnTo>
                    <a:pt x="13052" y="4373"/>
                  </a:lnTo>
                  <a:lnTo>
                    <a:pt x="13377" y="1901"/>
                  </a:lnTo>
                  <a:lnTo>
                    <a:pt x="9950" y="3684"/>
                  </a:lnTo>
                  <a:lnTo>
                    <a:pt x="9582" y="0"/>
                  </a:lnTo>
                  <a:close/>
                </a:path>
              </a:pathLst>
            </a:custGeom>
            <a:solidFill>
              <a:schemeClr val="lt1"/>
            </a:solidFill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5725" dist="28575" dir="4500000" algn="bl" rotWithShape="0">
                <a:schemeClr val="dk1">
                  <a:alpha val="3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3" name="Google Shape;1903;p55"/>
            <p:cNvGrpSpPr/>
            <p:nvPr/>
          </p:nvGrpSpPr>
          <p:grpSpPr>
            <a:xfrm>
              <a:off x="6352225" y="1788550"/>
              <a:ext cx="1037275" cy="923100"/>
              <a:chOff x="6352225" y="3186825"/>
              <a:chExt cx="1037275" cy="923100"/>
            </a:xfrm>
          </p:grpSpPr>
          <p:sp>
            <p:nvSpPr>
              <p:cNvPr id="1904" name="Google Shape;1904;p55"/>
              <p:cNvSpPr/>
              <p:nvPr/>
            </p:nvSpPr>
            <p:spPr>
              <a:xfrm>
                <a:off x="6439375" y="3356100"/>
                <a:ext cx="950125" cy="753825"/>
              </a:xfrm>
              <a:custGeom>
                <a:avLst/>
                <a:gdLst/>
                <a:ahLst/>
                <a:cxnLst/>
                <a:rect l="l" t="t" r="r" b="b"/>
                <a:pathLst>
                  <a:path w="38005" h="30153" extrusionOk="0">
                    <a:moveTo>
                      <a:pt x="19206" y="1"/>
                    </a:moveTo>
                    <a:cubicBezTo>
                      <a:pt x="11109" y="1"/>
                      <a:pt x="2934" y="4404"/>
                      <a:pt x="1248" y="10015"/>
                    </a:cubicBezTo>
                    <a:cubicBezTo>
                      <a:pt x="1074" y="10590"/>
                      <a:pt x="0" y="14515"/>
                      <a:pt x="2313" y="17430"/>
                    </a:cubicBezTo>
                    <a:cubicBezTo>
                      <a:pt x="4273" y="19908"/>
                      <a:pt x="7673" y="20014"/>
                      <a:pt x="8241" y="20014"/>
                    </a:cubicBezTo>
                    <a:cubicBezTo>
                      <a:pt x="8294" y="20014"/>
                      <a:pt x="8322" y="20013"/>
                      <a:pt x="8322" y="20013"/>
                    </a:cubicBezTo>
                    <a:lnTo>
                      <a:pt x="8322" y="20013"/>
                    </a:lnTo>
                    <a:cubicBezTo>
                      <a:pt x="7538" y="23712"/>
                      <a:pt x="10394" y="26148"/>
                      <a:pt x="14191" y="26148"/>
                    </a:cubicBezTo>
                    <a:cubicBezTo>
                      <a:pt x="15264" y="26148"/>
                      <a:pt x="16412" y="25953"/>
                      <a:pt x="17575" y="25538"/>
                    </a:cubicBezTo>
                    <a:cubicBezTo>
                      <a:pt x="17575" y="25538"/>
                      <a:pt x="19028" y="26714"/>
                      <a:pt x="20934" y="26790"/>
                    </a:cubicBezTo>
                    <a:lnTo>
                      <a:pt x="24387" y="30152"/>
                    </a:lnTo>
                    <a:lnTo>
                      <a:pt x="27445" y="29218"/>
                    </a:lnTo>
                    <a:lnTo>
                      <a:pt x="26411" y="27566"/>
                    </a:lnTo>
                    <a:cubicBezTo>
                      <a:pt x="26411" y="27566"/>
                      <a:pt x="33129" y="27257"/>
                      <a:pt x="33236" y="22603"/>
                    </a:cubicBezTo>
                    <a:cubicBezTo>
                      <a:pt x="34614" y="22405"/>
                      <a:pt x="35565" y="21890"/>
                      <a:pt x="36211" y="21225"/>
                    </a:cubicBezTo>
                    <a:cubicBezTo>
                      <a:pt x="37542" y="19850"/>
                      <a:pt x="38005" y="17806"/>
                      <a:pt x="37383" y="15925"/>
                    </a:cubicBezTo>
                    <a:cubicBezTo>
                      <a:pt x="37344" y="14693"/>
                      <a:pt x="37142" y="12871"/>
                      <a:pt x="36353" y="10855"/>
                    </a:cubicBezTo>
                    <a:cubicBezTo>
                      <a:pt x="34016" y="4878"/>
                      <a:pt x="28471" y="2173"/>
                      <a:pt x="26534" y="1373"/>
                    </a:cubicBezTo>
                    <a:cubicBezTo>
                      <a:pt x="24231" y="426"/>
                      <a:pt x="21722" y="1"/>
                      <a:pt x="192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55"/>
              <p:cNvSpPr/>
              <p:nvPr/>
            </p:nvSpPr>
            <p:spPr>
              <a:xfrm>
                <a:off x="6881600" y="3883925"/>
                <a:ext cx="362850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4" h="7753" extrusionOk="0">
                    <a:moveTo>
                      <a:pt x="9851" y="0"/>
                    </a:moveTo>
                    <a:cubicBezTo>
                      <a:pt x="8712" y="0"/>
                      <a:pt x="7509" y="160"/>
                      <a:pt x="6425" y="627"/>
                    </a:cubicBezTo>
                    <a:cubicBezTo>
                      <a:pt x="6425" y="627"/>
                      <a:pt x="1078" y="1304"/>
                      <a:pt x="1" y="3478"/>
                    </a:cubicBezTo>
                    <a:cubicBezTo>
                      <a:pt x="1" y="3478"/>
                      <a:pt x="1347" y="4568"/>
                      <a:pt x="3110" y="4639"/>
                    </a:cubicBezTo>
                    <a:lnTo>
                      <a:pt x="6310" y="7752"/>
                    </a:lnTo>
                    <a:lnTo>
                      <a:pt x="9146" y="6889"/>
                    </a:lnTo>
                    <a:lnTo>
                      <a:pt x="8188" y="5356"/>
                    </a:lnTo>
                    <a:cubicBezTo>
                      <a:pt x="8188" y="5356"/>
                      <a:pt x="14410" y="5071"/>
                      <a:pt x="14513" y="757"/>
                    </a:cubicBezTo>
                    <a:cubicBezTo>
                      <a:pt x="14513" y="757"/>
                      <a:pt x="12332" y="0"/>
                      <a:pt x="98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55"/>
              <p:cNvSpPr/>
              <p:nvPr/>
            </p:nvSpPr>
            <p:spPr>
              <a:xfrm>
                <a:off x="6959225" y="3891350"/>
                <a:ext cx="107675" cy="110250"/>
              </a:xfrm>
              <a:custGeom>
                <a:avLst/>
                <a:gdLst/>
                <a:ahLst/>
                <a:cxnLst/>
                <a:rect l="l" t="t" r="r" b="b"/>
                <a:pathLst>
                  <a:path w="4307" h="4410" extrusionOk="0">
                    <a:moveTo>
                      <a:pt x="4176" y="1"/>
                    </a:moveTo>
                    <a:cubicBezTo>
                      <a:pt x="3954" y="1854"/>
                      <a:pt x="3162" y="3181"/>
                      <a:pt x="1890" y="3835"/>
                    </a:cubicBezTo>
                    <a:cubicBezTo>
                      <a:pt x="1113" y="4238"/>
                      <a:pt x="372" y="4277"/>
                      <a:pt x="109" y="4277"/>
                    </a:cubicBezTo>
                    <a:cubicBezTo>
                      <a:pt x="47" y="4277"/>
                      <a:pt x="11" y="4275"/>
                      <a:pt x="9" y="4275"/>
                    </a:cubicBezTo>
                    <a:lnTo>
                      <a:pt x="1" y="4405"/>
                    </a:lnTo>
                    <a:cubicBezTo>
                      <a:pt x="9" y="4405"/>
                      <a:pt x="52" y="4409"/>
                      <a:pt x="124" y="4409"/>
                    </a:cubicBezTo>
                    <a:cubicBezTo>
                      <a:pt x="409" y="4409"/>
                      <a:pt x="1150" y="4366"/>
                      <a:pt x="1946" y="3958"/>
                    </a:cubicBezTo>
                    <a:cubicBezTo>
                      <a:pt x="2861" y="3486"/>
                      <a:pt x="4017" y="2421"/>
                      <a:pt x="4306" y="17"/>
                    </a:cubicBezTo>
                    <a:lnTo>
                      <a:pt x="41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55"/>
              <p:cNvSpPr/>
              <p:nvPr/>
            </p:nvSpPr>
            <p:spPr>
              <a:xfrm>
                <a:off x="6474425" y="3379225"/>
                <a:ext cx="880425" cy="605775"/>
              </a:xfrm>
              <a:custGeom>
                <a:avLst/>
                <a:gdLst/>
                <a:ahLst/>
                <a:cxnLst/>
                <a:rect l="l" t="t" r="r" b="b"/>
                <a:pathLst>
                  <a:path w="35217" h="24231" extrusionOk="0">
                    <a:moveTo>
                      <a:pt x="17799" y="1"/>
                    </a:moveTo>
                    <a:cubicBezTo>
                      <a:pt x="10297" y="1"/>
                      <a:pt x="2718" y="4083"/>
                      <a:pt x="1153" y="9281"/>
                    </a:cubicBezTo>
                    <a:cubicBezTo>
                      <a:pt x="995" y="9811"/>
                      <a:pt x="0" y="13451"/>
                      <a:pt x="2143" y="16153"/>
                    </a:cubicBezTo>
                    <a:cubicBezTo>
                      <a:pt x="3961" y="18449"/>
                      <a:pt x="7122" y="18546"/>
                      <a:pt x="7640" y="18546"/>
                    </a:cubicBezTo>
                    <a:cubicBezTo>
                      <a:pt x="7687" y="18546"/>
                      <a:pt x="7712" y="18545"/>
                      <a:pt x="7712" y="18545"/>
                    </a:cubicBezTo>
                    <a:lnTo>
                      <a:pt x="7712" y="18545"/>
                    </a:lnTo>
                    <a:cubicBezTo>
                      <a:pt x="6985" y="21973"/>
                      <a:pt x="9631" y="24231"/>
                      <a:pt x="13150" y="24231"/>
                    </a:cubicBezTo>
                    <a:cubicBezTo>
                      <a:pt x="14612" y="24231"/>
                      <a:pt x="16225" y="23842"/>
                      <a:pt x="17809" y="22985"/>
                    </a:cubicBezTo>
                    <a:cubicBezTo>
                      <a:pt x="21068" y="21224"/>
                      <a:pt x="24667" y="20875"/>
                      <a:pt x="27004" y="20875"/>
                    </a:cubicBezTo>
                    <a:cubicBezTo>
                      <a:pt x="28535" y="20875"/>
                      <a:pt x="29525" y="21024"/>
                      <a:pt x="29525" y="21024"/>
                    </a:cubicBezTo>
                    <a:cubicBezTo>
                      <a:pt x="29558" y="21025"/>
                      <a:pt x="29591" y="21025"/>
                      <a:pt x="29624" y="21025"/>
                    </a:cubicBezTo>
                    <a:cubicBezTo>
                      <a:pt x="31559" y="21025"/>
                      <a:pt x="32786" y="20456"/>
                      <a:pt x="33553" y="19666"/>
                    </a:cubicBezTo>
                    <a:cubicBezTo>
                      <a:pt x="34789" y="18394"/>
                      <a:pt x="35217" y="16501"/>
                      <a:pt x="34642" y="14758"/>
                    </a:cubicBezTo>
                    <a:cubicBezTo>
                      <a:pt x="34603" y="13618"/>
                      <a:pt x="34417" y="11926"/>
                      <a:pt x="33688" y="10057"/>
                    </a:cubicBezTo>
                    <a:cubicBezTo>
                      <a:pt x="31525" y="4524"/>
                      <a:pt x="26384" y="2012"/>
                      <a:pt x="24586" y="1272"/>
                    </a:cubicBezTo>
                    <a:cubicBezTo>
                      <a:pt x="22453" y="395"/>
                      <a:pt x="20129" y="1"/>
                      <a:pt x="1779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55"/>
              <p:cNvSpPr/>
              <p:nvPr/>
            </p:nvSpPr>
            <p:spPr>
              <a:xfrm>
                <a:off x="6659000" y="3638950"/>
                <a:ext cx="392250" cy="205600"/>
              </a:xfrm>
              <a:custGeom>
                <a:avLst/>
                <a:gdLst/>
                <a:ahLst/>
                <a:cxnLst/>
                <a:rect l="l" t="t" r="r" b="b"/>
                <a:pathLst>
                  <a:path w="15690" h="8224" extrusionOk="0">
                    <a:moveTo>
                      <a:pt x="13289" y="0"/>
                    </a:moveTo>
                    <a:cubicBezTo>
                      <a:pt x="12517" y="0"/>
                      <a:pt x="11638" y="238"/>
                      <a:pt x="10956" y="919"/>
                    </a:cubicBezTo>
                    <a:cubicBezTo>
                      <a:pt x="9515" y="2357"/>
                      <a:pt x="8322" y="3272"/>
                      <a:pt x="3942" y="3854"/>
                    </a:cubicBezTo>
                    <a:cubicBezTo>
                      <a:pt x="2547" y="4041"/>
                      <a:pt x="1522" y="4571"/>
                      <a:pt x="896" y="5427"/>
                    </a:cubicBezTo>
                    <a:cubicBezTo>
                      <a:pt x="1" y="6659"/>
                      <a:pt x="262" y="8152"/>
                      <a:pt x="262" y="8168"/>
                    </a:cubicBezTo>
                    <a:cubicBezTo>
                      <a:pt x="270" y="8200"/>
                      <a:pt x="298" y="8223"/>
                      <a:pt x="329" y="8223"/>
                    </a:cubicBezTo>
                    <a:lnTo>
                      <a:pt x="341" y="8219"/>
                    </a:lnTo>
                    <a:cubicBezTo>
                      <a:pt x="377" y="8215"/>
                      <a:pt x="401" y="8180"/>
                      <a:pt x="393" y="8144"/>
                    </a:cubicBezTo>
                    <a:cubicBezTo>
                      <a:pt x="393" y="8128"/>
                      <a:pt x="143" y="6690"/>
                      <a:pt x="1007" y="5506"/>
                    </a:cubicBezTo>
                    <a:cubicBezTo>
                      <a:pt x="1609" y="4678"/>
                      <a:pt x="2603" y="4167"/>
                      <a:pt x="3961" y="3985"/>
                    </a:cubicBezTo>
                    <a:cubicBezTo>
                      <a:pt x="8382" y="3395"/>
                      <a:pt x="9586" y="2468"/>
                      <a:pt x="11047" y="1011"/>
                    </a:cubicBezTo>
                    <a:cubicBezTo>
                      <a:pt x="11701" y="360"/>
                      <a:pt x="12547" y="131"/>
                      <a:pt x="13289" y="131"/>
                    </a:cubicBezTo>
                    <a:cubicBezTo>
                      <a:pt x="13608" y="131"/>
                      <a:pt x="13908" y="173"/>
                      <a:pt x="14165" y="242"/>
                    </a:cubicBezTo>
                    <a:cubicBezTo>
                      <a:pt x="14897" y="436"/>
                      <a:pt x="15416" y="852"/>
                      <a:pt x="15551" y="1351"/>
                    </a:cubicBezTo>
                    <a:cubicBezTo>
                      <a:pt x="15561" y="1380"/>
                      <a:pt x="15585" y="1398"/>
                      <a:pt x="15613" y="1398"/>
                    </a:cubicBezTo>
                    <a:cubicBezTo>
                      <a:pt x="15620" y="1398"/>
                      <a:pt x="15627" y="1397"/>
                      <a:pt x="15634" y="1395"/>
                    </a:cubicBezTo>
                    <a:cubicBezTo>
                      <a:pt x="15666" y="1387"/>
                      <a:pt x="15690" y="1351"/>
                      <a:pt x="15678" y="1316"/>
                    </a:cubicBezTo>
                    <a:cubicBezTo>
                      <a:pt x="15531" y="773"/>
                      <a:pt x="14977" y="321"/>
                      <a:pt x="14200" y="115"/>
                    </a:cubicBezTo>
                    <a:cubicBezTo>
                      <a:pt x="13933" y="44"/>
                      <a:pt x="13621" y="0"/>
                      <a:pt x="132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55"/>
              <p:cNvSpPr/>
              <p:nvPr/>
            </p:nvSpPr>
            <p:spPr>
              <a:xfrm>
                <a:off x="6490475" y="3544975"/>
                <a:ext cx="30075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12030" h="7000" extrusionOk="0">
                    <a:moveTo>
                      <a:pt x="11822" y="0"/>
                    </a:moveTo>
                    <a:cubicBezTo>
                      <a:pt x="11820" y="0"/>
                      <a:pt x="11818" y="0"/>
                      <a:pt x="11815" y="1"/>
                    </a:cubicBezTo>
                    <a:cubicBezTo>
                      <a:pt x="11780" y="5"/>
                      <a:pt x="11752" y="36"/>
                      <a:pt x="11756" y="76"/>
                    </a:cubicBezTo>
                    <a:cubicBezTo>
                      <a:pt x="11895" y="1498"/>
                      <a:pt x="11285" y="2654"/>
                      <a:pt x="9950" y="3510"/>
                    </a:cubicBezTo>
                    <a:cubicBezTo>
                      <a:pt x="8944" y="4152"/>
                      <a:pt x="7882" y="4373"/>
                      <a:pt x="7874" y="4377"/>
                    </a:cubicBezTo>
                    <a:cubicBezTo>
                      <a:pt x="7859" y="4381"/>
                      <a:pt x="7843" y="4389"/>
                      <a:pt x="7831" y="4401"/>
                    </a:cubicBezTo>
                    <a:cubicBezTo>
                      <a:pt x="6617" y="6041"/>
                      <a:pt x="5353" y="6869"/>
                      <a:pt x="4065" y="6869"/>
                    </a:cubicBezTo>
                    <a:cubicBezTo>
                      <a:pt x="4012" y="6869"/>
                      <a:pt x="3959" y="6868"/>
                      <a:pt x="3906" y="6865"/>
                    </a:cubicBezTo>
                    <a:cubicBezTo>
                      <a:pt x="1687" y="6750"/>
                      <a:pt x="147" y="4183"/>
                      <a:pt x="131" y="4160"/>
                    </a:cubicBezTo>
                    <a:cubicBezTo>
                      <a:pt x="120" y="4138"/>
                      <a:pt x="99" y="4126"/>
                      <a:pt x="77" y="4126"/>
                    </a:cubicBezTo>
                    <a:cubicBezTo>
                      <a:pt x="66" y="4126"/>
                      <a:pt x="54" y="4129"/>
                      <a:pt x="44" y="4136"/>
                    </a:cubicBezTo>
                    <a:cubicBezTo>
                      <a:pt x="12" y="4156"/>
                      <a:pt x="0" y="4195"/>
                      <a:pt x="20" y="4227"/>
                    </a:cubicBezTo>
                    <a:cubicBezTo>
                      <a:pt x="36" y="4255"/>
                      <a:pt x="1612" y="6877"/>
                      <a:pt x="3898" y="6996"/>
                    </a:cubicBezTo>
                    <a:cubicBezTo>
                      <a:pt x="3953" y="7000"/>
                      <a:pt x="4009" y="7000"/>
                      <a:pt x="4064" y="7000"/>
                    </a:cubicBezTo>
                    <a:cubicBezTo>
                      <a:pt x="5391" y="7000"/>
                      <a:pt x="6686" y="6160"/>
                      <a:pt x="7926" y="4500"/>
                    </a:cubicBezTo>
                    <a:cubicBezTo>
                      <a:pt x="8092" y="4465"/>
                      <a:pt x="9078" y="4223"/>
                      <a:pt x="10017" y="3625"/>
                    </a:cubicBezTo>
                    <a:cubicBezTo>
                      <a:pt x="11384" y="2754"/>
                      <a:pt x="12029" y="1522"/>
                      <a:pt x="11887" y="60"/>
                    </a:cubicBezTo>
                    <a:cubicBezTo>
                      <a:pt x="11883" y="27"/>
                      <a:pt x="11855" y="0"/>
                      <a:pt x="118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55"/>
              <p:cNvSpPr/>
              <p:nvPr/>
            </p:nvSpPr>
            <p:spPr>
              <a:xfrm>
                <a:off x="7079550" y="3507550"/>
                <a:ext cx="171925" cy="222725"/>
              </a:xfrm>
              <a:custGeom>
                <a:avLst/>
                <a:gdLst/>
                <a:ahLst/>
                <a:cxnLst/>
                <a:rect l="l" t="t" r="r" b="b"/>
                <a:pathLst>
                  <a:path w="6877" h="8909" extrusionOk="0">
                    <a:moveTo>
                      <a:pt x="4680" y="1"/>
                    </a:moveTo>
                    <a:cubicBezTo>
                      <a:pt x="4357" y="1"/>
                      <a:pt x="4034" y="51"/>
                      <a:pt x="3743" y="183"/>
                    </a:cubicBezTo>
                    <a:cubicBezTo>
                      <a:pt x="3248" y="401"/>
                      <a:pt x="2916" y="824"/>
                      <a:pt x="2753" y="1438"/>
                    </a:cubicBezTo>
                    <a:cubicBezTo>
                      <a:pt x="2539" y="2234"/>
                      <a:pt x="2654" y="3066"/>
                      <a:pt x="2761" y="3870"/>
                    </a:cubicBezTo>
                    <a:cubicBezTo>
                      <a:pt x="3007" y="5684"/>
                      <a:pt x="3240" y="7399"/>
                      <a:pt x="48" y="8782"/>
                    </a:cubicBezTo>
                    <a:cubicBezTo>
                      <a:pt x="16" y="8798"/>
                      <a:pt x="0" y="8837"/>
                      <a:pt x="16" y="8869"/>
                    </a:cubicBezTo>
                    <a:cubicBezTo>
                      <a:pt x="24" y="8897"/>
                      <a:pt x="48" y="8908"/>
                      <a:pt x="76" y="8908"/>
                    </a:cubicBezTo>
                    <a:cubicBezTo>
                      <a:pt x="84" y="8908"/>
                      <a:pt x="92" y="8908"/>
                      <a:pt x="103" y="8905"/>
                    </a:cubicBezTo>
                    <a:cubicBezTo>
                      <a:pt x="3383" y="7483"/>
                      <a:pt x="3133" y="5637"/>
                      <a:pt x="2892" y="3850"/>
                    </a:cubicBezTo>
                    <a:cubicBezTo>
                      <a:pt x="2785" y="3062"/>
                      <a:pt x="2674" y="2242"/>
                      <a:pt x="2880" y="1474"/>
                    </a:cubicBezTo>
                    <a:cubicBezTo>
                      <a:pt x="3034" y="900"/>
                      <a:pt x="3339" y="507"/>
                      <a:pt x="3795" y="302"/>
                    </a:cubicBezTo>
                    <a:cubicBezTo>
                      <a:pt x="4063" y="181"/>
                      <a:pt x="4363" y="135"/>
                      <a:pt x="4667" y="135"/>
                    </a:cubicBezTo>
                    <a:cubicBezTo>
                      <a:pt x="5692" y="135"/>
                      <a:pt x="6757" y="664"/>
                      <a:pt x="6770" y="670"/>
                    </a:cubicBezTo>
                    <a:cubicBezTo>
                      <a:pt x="6779" y="675"/>
                      <a:pt x="6789" y="677"/>
                      <a:pt x="6799" y="677"/>
                    </a:cubicBezTo>
                    <a:cubicBezTo>
                      <a:pt x="6823" y="677"/>
                      <a:pt x="6847" y="664"/>
                      <a:pt x="6861" y="642"/>
                    </a:cubicBezTo>
                    <a:cubicBezTo>
                      <a:pt x="6877" y="610"/>
                      <a:pt x="6861" y="567"/>
                      <a:pt x="6829" y="551"/>
                    </a:cubicBezTo>
                    <a:cubicBezTo>
                      <a:pt x="6772" y="524"/>
                      <a:pt x="5720" y="1"/>
                      <a:pt x="46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55"/>
              <p:cNvSpPr/>
              <p:nvPr/>
            </p:nvSpPr>
            <p:spPr>
              <a:xfrm>
                <a:off x="7209275" y="3711925"/>
                <a:ext cx="133100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18" extrusionOk="0">
                    <a:moveTo>
                      <a:pt x="2126" y="0"/>
                    </a:moveTo>
                    <a:cubicBezTo>
                      <a:pt x="990" y="0"/>
                      <a:pt x="68" y="335"/>
                      <a:pt x="52" y="341"/>
                    </a:cubicBezTo>
                    <a:cubicBezTo>
                      <a:pt x="16" y="353"/>
                      <a:pt x="0" y="393"/>
                      <a:pt x="12" y="425"/>
                    </a:cubicBezTo>
                    <a:cubicBezTo>
                      <a:pt x="21" y="452"/>
                      <a:pt x="47" y="468"/>
                      <a:pt x="73" y="468"/>
                    </a:cubicBezTo>
                    <a:cubicBezTo>
                      <a:pt x="81" y="468"/>
                      <a:pt x="88" y="467"/>
                      <a:pt x="95" y="464"/>
                    </a:cubicBezTo>
                    <a:cubicBezTo>
                      <a:pt x="114" y="458"/>
                      <a:pt x="1017" y="131"/>
                      <a:pt x="2125" y="131"/>
                    </a:cubicBezTo>
                    <a:cubicBezTo>
                      <a:pt x="3153" y="131"/>
                      <a:pt x="4357" y="412"/>
                      <a:pt x="5197" y="1490"/>
                    </a:cubicBezTo>
                    <a:cubicBezTo>
                      <a:pt x="5209" y="1510"/>
                      <a:pt x="5229" y="1518"/>
                      <a:pt x="5248" y="1518"/>
                    </a:cubicBezTo>
                    <a:cubicBezTo>
                      <a:pt x="5264" y="1518"/>
                      <a:pt x="5276" y="1514"/>
                      <a:pt x="5288" y="1502"/>
                    </a:cubicBezTo>
                    <a:cubicBezTo>
                      <a:pt x="5320" y="1482"/>
                      <a:pt x="5324" y="1438"/>
                      <a:pt x="5300" y="1411"/>
                    </a:cubicBezTo>
                    <a:cubicBezTo>
                      <a:pt x="4429" y="291"/>
                      <a:pt x="3184" y="0"/>
                      <a:pt x="21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55"/>
              <p:cNvSpPr/>
              <p:nvPr/>
            </p:nvSpPr>
            <p:spPr>
              <a:xfrm>
                <a:off x="7254925" y="3659875"/>
                <a:ext cx="41600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2380" extrusionOk="0">
                    <a:moveTo>
                      <a:pt x="126" y="1"/>
                    </a:moveTo>
                    <a:cubicBezTo>
                      <a:pt x="87" y="1"/>
                      <a:pt x="63" y="3"/>
                      <a:pt x="60" y="3"/>
                    </a:cubicBezTo>
                    <a:cubicBezTo>
                      <a:pt x="24" y="7"/>
                      <a:pt x="0" y="43"/>
                      <a:pt x="4" y="79"/>
                    </a:cubicBezTo>
                    <a:cubicBezTo>
                      <a:pt x="8" y="112"/>
                      <a:pt x="39" y="134"/>
                      <a:pt x="72" y="134"/>
                    </a:cubicBezTo>
                    <a:cubicBezTo>
                      <a:pt x="74" y="134"/>
                      <a:pt x="77" y="134"/>
                      <a:pt x="79" y="134"/>
                    </a:cubicBezTo>
                    <a:cubicBezTo>
                      <a:pt x="80" y="134"/>
                      <a:pt x="98" y="132"/>
                      <a:pt x="128" y="132"/>
                    </a:cubicBezTo>
                    <a:cubicBezTo>
                      <a:pt x="233" y="132"/>
                      <a:pt x="497" y="156"/>
                      <a:pt x="765" y="372"/>
                    </a:cubicBezTo>
                    <a:cubicBezTo>
                      <a:pt x="1184" y="712"/>
                      <a:pt x="1450" y="1382"/>
                      <a:pt x="1529" y="2316"/>
                    </a:cubicBezTo>
                    <a:cubicBezTo>
                      <a:pt x="1533" y="2352"/>
                      <a:pt x="1561" y="2380"/>
                      <a:pt x="1596" y="2380"/>
                    </a:cubicBezTo>
                    <a:lnTo>
                      <a:pt x="1600" y="2380"/>
                    </a:lnTo>
                    <a:cubicBezTo>
                      <a:pt x="1636" y="2376"/>
                      <a:pt x="1664" y="2344"/>
                      <a:pt x="1660" y="2308"/>
                    </a:cubicBezTo>
                    <a:cubicBezTo>
                      <a:pt x="1577" y="1318"/>
                      <a:pt x="1303" y="633"/>
                      <a:pt x="844" y="265"/>
                    </a:cubicBezTo>
                    <a:cubicBezTo>
                      <a:pt x="544" y="28"/>
                      <a:pt x="253" y="1"/>
                      <a:pt x="1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55"/>
              <p:cNvSpPr/>
              <p:nvPr/>
            </p:nvSpPr>
            <p:spPr>
              <a:xfrm>
                <a:off x="6711175" y="3769800"/>
                <a:ext cx="201250" cy="192275"/>
              </a:xfrm>
              <a:custGeom>
                <a:avLst/>
                <a:gdLst/>
                <a:ahLst/>
                <a:cxnLst/>
                <a:rect l="l" t="t" r="r" b="b"/>
                <a:pathLst>
                  <a:path w="8050" h="7691" extrusionOk="0">
                    <a:moveTo>
                      <a:pt x="6643" y="0"/>
                    </a:moveTo>
                    <a:cubicBezTo>
                      <a:pt x="6206" y="0"/>
                      <a:pt x="5827" y="109"/>
                      <a:pt x="5511" y="328"/>
                    </a:cubicBezTo>
                    <a:cubicBezTo>
                      <a:pt x="4504" y="1021"/>
                      <a:pt x="4481" y="2534"/>
                      <a:pt x="4481" y="2601"/>
                    </a:cubicBezTo>
                    <a:cubicBezTo>
                      <a:pt x="4572" y="4340"/>
                      <a:pt x="4164" y="5651"/>
                      <a:pt x="3269" y="6503"/>
                    </a:cubicBezTo>
                    <a:cubicBezTo>
                      <a:pt x="2271" y="7454"/>
                      <a:pt x="914" y="7561"/>
                      <a:pt x="345" y="7561"/>
                    </a:cubicBezTo>
                    <a:cubicBezTo>
                      <a:pt x="180" y="7561"/>
                      <a:pt x="81" y="7552"/>
                      <a:pt x="76" y="7552"/>
                    </a:cubicBezTo>
                    <a:cubicBezTo>
                      <a:pt x="74" y="7552"/>
                      <a:pt x="71" y="7552"/>
                      <a:pt x="69" y="7552"/>
                    </a:cubicBezTo>
                    <a:cubicBezTo>
                      <a:pt x="36" y="7552"/>
                      <a:pt x="9" y="7575"/>
                      <a:pt x="5" y="7612"/>
                    </a:cubicBezTo>
                    <a:cubicBezTo>
                      <a:pt x="1" y="7647"/>
                      <a:pt x="29" y="7679"/>
                      <a:pt x="64" y="7683"/>
                    </a:cubicBezTo>
                    <a:cubicBezTo>
                      <a:pt x="68" y="7683"/>
                      <a:pt x="171" y="7691"/>
                      <a:pt x="346" y="7691"/>
                    </a:cubicBezTo>
                    <a:cubicBezTo>
                      <a:pt x="932" y="7691"/>
                      <a:pt x="2326" y="7580"/>
                      <a:pt x="3360" y="6598"/>
                    </a:cubicBezTo>
                    <a:cubicBezTo>
                      <a:pt x="4283" y="5722"/>
                      <a:pt x="4703" y="4372"/>
                      <a:pt x="4611" y="2597"/>
                    </a:cubicBezTo>
                    <a:cubicBezTo>
                      <a:pt x="4611" y="2581"/>
                      <a:pt x="4639" y="1088"/>
                      <a:pt x="5586" y="438"/>
                    </a:cubicBezTo>
                    <a:cubicBezTo>
                      <a:pt x="5880" y="234"/>
                      <a:pt x="6235" y="132"/>
                      <a:pt x="6647" y="132"/>
                    </a:cubicBezTo>
                    <a:cubicBezTo>
                      <a:pt x="7034" y="132"/>
                      <a:pt x="7471" y="222"/>
                      <a:pt x="7954" y="403"/>
                    </a:cubicBezTo>
                    <a:cubicBezTo>
                      <a:pt x="7961" y="405"/>
                      <a:pt x="7969" y="407"/>
                      <a:pt x="7976" y="407"/>
                    </a:cubicBezTo>
                    <a:cubicBezTo>
                      <a:pt x="8002" y="407"/>
                      <a:pt x="8028" y="391"/>
                      <a:pt x="8038" y="363"/>
                    </a:cubicBezTo>
                    <a:cubicBezTo>
                      <a:pt x="8049" y="328"/>
                      <a:pt x="8034" y="292"/>
                      <a:pt x="7998" y="280"/>
                    </a:cubicBezTo>
                    <a:cubicBezTo>
                      <a:pt x="7499" y="94"/>
                      <a:pt x="7047" y="0"/>
                      <a:pt x="6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55"/>
              <p:cNvSpPr/>
              <p:nvPr/>
            </p:nvSpPr>
            <p:spPr>
              <a:xfrm>
                <a:off x="6737125" y="3823650"/>
                <a:ext cx="89850" cy="20800"/>
              </a:xfrm>
              <a:custGeom>
                <a:avLst/>
                <a:gdLst/>
                <a:ahLst/>
                <a:cxnLst/>
                <a:rect l="l" t="t" r="r" b="b"/>
                <a:pathLst>
                  <a:path w="3594" h="832" extrusionOk="0">
                    <a:moveTo>
                      <a:pt x="2128" y="0"/>
                    </a:moveTo>
                    <a:cubicBezTo>
                      <a:pt x="1149" y="0"/>
                      <a:pt x="116" y="527"/>
                      <a:pt x="48" y="562"/>
                    </a:cubicBezTo>
                    <a:cubicBezTo>
                      <a:pt x="13" y="578"/>
                      <a:pt x="1" y="617"/>
                      <a:pt x="17" y="649"/>
                    </a:cubicBezTo>
                    <a:cubicBezTo>
                      <a:pt x="30" y="671"/>
                      <a:pt x="54" y="686"/>
                      <a:pt x="77" y="686"/>
                    </a:cubicBezTo>
                    <a:cubicBezTo>
                      <a:pt x="88" y="686"/>
                      <a:pt x="98" y="683"/>
                      <a:pt x="108" y="677"/>
                    </a:cubicBezTo>
                    <a:cubicBezTo>
                      <a:pt x="123" y="669"/>
                      <a:pt x="1163" y="140"/>
                      <a:pt x="2126" y="140"/>
                    </a:cubicBezTo>
                    <a:cubicBezTo>
                      <a:pt x="2657" y="140"/>
                      <a:pt x="3164" y="301"/>
                      <a:pt x="3463" y="800"/>
                    </a:cubicBezTo>
                    <a:cubicBezTo>
                      <a:pt x="3474" y="819"/>
                      <a:pt x="3498" y="831"/>
                      <a:pt x="3518" y="831"/>
                    </a:cubicBezTo>
                    <a:cubicBezTo>
                      <a:pt x="3530" y="831"/>
                      <a:pt x="3542" y="827"/>
                      <a:pt x="3554" y="823"/>
                    </a:cubicBezTo>
                    <a:cubicBezTo>
                      <a:pt x="3585" y="804"/>
                      <a:pt x="3593" y="764"/>
                      <a:pt x="3577" y="732"/>
                    </a:cubicBezTo>
                    <a:cubicBezTo>
                      <a:pt x="3246" y="178"/>
                      <a:pt x="2696" y="0"/>
                      <a:pt x="2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55"/>
              <p:cNvSpPr/>
              <p:nvPr/>
            </p:nvSpPr>
            <p:spPr>
              <a:xfrm>
                <a:off x="6854075" y="3501600"/>
                <a:ext cx="77650" cy="215500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8620" extrusionOk="0">
                    <a:moveTo>
                      <a:pt x="3027" y="1"/>
                    </a:moveTo>
                    <a:cubicBezTo>
                      <a:pt x="3019" y="1"/>
                      <a:pt x="3011" y="2"/>
                      <a:pt x="3003" y="5"/>
                    </a:cubicBezTo>
                    <a:cubicBezTo>
                      <a:pt x="1375" y="686"/>
                      <a:pt x="436" y="1530"/>
                      <a:pt x="210" y="2516"/>
                    </a:cubicBezTo>
                    <a:cubicBezTo>
                      <a:pt x="60" y="3173"/>
                      <a:pt x="254" y="3768"/>
                      <a:pt x="456" y="4397"/>
                    </a:cubicBezTo>
                    <a:cubicBezTo>
                      <a:pt x="690" y="5130"/>
                      <a:pt x="935" y="5887"/>
                      <a:pt x="733" y="6889"/>
                    </a:cubicBezTo>
                    <a:cubicBezTo>
                      <a:pt x="618" y="7459"/>
                      <a:pt x="377" y="8006"/>
                      <a:pt x="20" y="8517"/>
                    </a:cubicBezTo>
                    <a:cubicBezTo>
                      <a:pt x="1" y="8544"/>
                      <a:pt x="8" y="8588"/>
                      <a:pt x="36" y="8608"/>
                    </a:cubicBezTo>
                    <a:cubicBezTo>
                      <a:pt x="48" y="8616"/>
                      <a:pt x="60" y="8620"/>
                      <a:pt x="76" y="8620"/>
                    </a:cubicBezTo>
                    <a:cubicBezTo>
                      <a:pt x="96" y="8620"/>
                      <a:pt x="115" y="8608"/>
                      <a:pt x="127" y="8592"/>
                    </a:cubicBezTo>
                    <a:cubicBezTo>
                      <a:pt x="496" y="8065"/>
                      <a:pt x="745" y="7503"/>
                      <a:pt x="860" y="6917"/>
                    </a:cubicBezTo>
                    <a:cubicBezTo>
                      <a:pt x="1070" y="5879"/>
                      <a:pt x="809" y="5071"/>
                      <a:pt x="579" y="4358"/>
                    </a:cubicBezTo>
                    <a:cubicBezTo>
                      <a:pt x="385" y="3748"/>
                      <a:pt x="199" y="3170"/>
                      <a:pt x="341" y="2544"/>
                    </a:cubicBezTo>
                    <a:cubicBezTo>
                      <a:pt x="555" y="1601"/>
                      <a:pt x="1466" y="789"/>
                      <a:pt x="3054" y="128"/>
                    </a:cubicBezTo>
                    <a:cubicBezTo>
                      <a:pt x="3090" y="112"/>
                      <a:pt x="3106" y="76"/>
                      <a:pt x="3090" y="40"/>
                    </a:cubicBezTo>
                    <a:cubicBezTo>
                      <a:pt x="3081" y="16"/>
                      <a:pt x="3055" y="1"/>
                      <a:pt x="30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55"/>
              <p:cNvSpPr/>
              <p:nvPr/>
            </p:nvSpPr>
            <p:spPr>
              <a:xfrm>
                <a:off x="7160450" y="3795450"/>
                <a:ext cx="40425" cy="107425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4297" extrusionOk="0">
                    <a:moveTo>
                      <a:pt x="260" y="1"/>
                    </a:moveTo>
                    <a:cubicBezTo>
                      <a:pt x="247" y="1"/>
                      <a:pt x="233" y="5"/>
                      <a:pt x="222" y="15"/>
                    </a:cubicBezTo>
                    <a:cubicBezTo>
                      <a:pt x="191" y="34"/>
                      <a:pt x="187" y="78"/>
                      <a:pt x="206" y="106"/>
                    </a:cubicBezTo>
                    <a:cubicBezTo>
                      <a:pt x="1458" y="1825"/>
                      <a:pt x="32" y="4173"/>
                      <a:pt x="20" y="4197"/>
                    </a:cubicBezTo>
                    <a:cubicBezTo>
                      <a:pt x="0" y="4229"/>
                      <a:pt x="8" y="4269"/>
                      <a:pt x="40" y="4288"/>
                    </a:cubicBezTo>
                    <a:cubicBezTo>
                      <a:pt x="52" y="4292"/>
                      <a:pt x="64" y="4296"/>
                      <a:pt x="76" y="4296"/>
                    </a:cubicBezTo>
                    <a:cubicBezTo>
                      <a:pt x="96" y="4296"/>
                      <a:pt x="119" y="4284"/>
                      <a:pt x="131" y="4265"/>
                    </a:cubicBezTo>
                    <a:cubicBezTo>
                      <a:pt x="147" y="4241"/>
                      <a:pt x="1617" y="1817"/>
                      <a:pt x="313" y="30"/>
                    </a:cubicBezTo>
                    <a:cubicBezTo>
                      <a:pt x="301" y="11"/>
                      <a:pt x="281" y="1"/>
                      <a:pt x="2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55"/>
              <p:cNvSpPr/>
              <p:nvPr/>
            </p:nvSpPr>
            <p:spPr>
              <a:xfrm>
                <a:off x="6925675" y="3869800"/>
                <a:ext cx="77150" cy="52875"/>
              </a:xfrm>
              <a:custGeom>
                <a:avLst/>
                <a:gdLst/>
                <a:ahLst/>
                <a:cxnLst/>
                <a:rect l="l" t="t" r="r" b="b"/>
                <a:pathLst>
                  <a:path w="3086" h="2115" extrusionOk="0">
                    <a:moveTo>
                      <a:pt x="70" y="0"/>
                    </a:moveTo>
                    <a:cubicBezTo>
                      <a:pt x="60" y="0"/>
                      <a:pt x="49" y="3"/>
                      <a:pt x="40" y="7"/>
                    </a:cubicBezTo>
                    <a:cubicBezTo>
                      <a:pt x="8" y="27"/>
                      <a:pt x="0" y="67"/>
                      <a:pt x="16" y="98"/>
                    </a:cubicBezTo>
                    <a:cubicBezTo>
                      <a:pt x="1113" y="2055"/>
                      <a:pt x="2999" y="2114"/>
                      <a:pt x="3018" y="2114"/>
                    </a:cubicBezTo>
                    <a:cubicBezTo>
                      <a:pt x="3054" y="2114"/>
                      <a:pt x="3086" y="2087"/>
                      <a:pt x="3086" y="2047"/>
                    </a:cubicBezTo>
                    <a:cubicBezTo>
                      <a:pt x="3086" y="2011"/>
                      <a:pt x="3058" y="1984"/>
                      <a:pt x="3018" y="1980"/>
                    </a:cubicBezTo>
                    <a:cubicBezTo>
                      <a:pt x="3003" y="1980"/>
                      <a:pt x="1192" y="1920"/>
                      <a:pt x="131" y="35"/>
                    </a:cubicBezTo>
                    <a:cubicBezTo>
                      <a:pt x="120" y="13"/>
                      <a:pt x="95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55"/>
              <p:cNvSpPr/>
              <p:nvPr/>
            </p:nvSpPr>
            <p:spPr>
              <a:xfrm>
                <a:off x="6587700" y="3475875"/>
                <a:ext cx="43000" cy="88550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3542" extrusionOk="0">
                    <a:moveTo>
                      <a:pt x="768" y="1"/>
                    </a:moveTo>
                    <a:cubicBezTo>
                      <a:pt x="740" y="1"/>
                      <a:pt x="715" y="19"/>
                      <a:pt x="706" y="48"/>
                    </a:cubicBezTo>
                    <a:cubicBezTo>
                      <a:pt x="698" y="67"/>
                      <a:pt x="1" y="2234"/>
                      <a:pt x="1605" y="3525"/>
                    </a:cubicBezTo>
                    <a:cubicBezTo>
                      <a:pt x="1617" y="3537"/>
                      <a:pt x="1629" y="3541"/>
                      <a:pt x="1644" y="3541"/>
                    </a:cubicBezTo>
                    <a:cubicBezTo>
                      <a:pt x="1664" y="3541"/>
                      <a:pt x="1684" y="3533"/>
                      <a:pt x="1696" y="3517"/>
                    </a:cubicBezTo>
                    <a:cubicBezTo>
                      <a:pt x="1720" y="3490"/>
                      <a:pt x="1716" y="3446"/>
                      <a:pt x="1684" y="3422"/>
                    </a:cubicBezTo>
                    <a:cubicBezTo>
                      <a:pt x="155" y="2190"/>
                      <a:pt x="825" y="111"/>
                      <a:pt x="833" y="87"/>
                    </a:cubicBezTo>
                    <a:cubicBezTo>
                      <a:pt x="840" y="55"/>
                      <a:pt x="825" y="16"/>
                      <a:pt x="789" y="4"/>
                    </a:cubicBezTo>
                    <a:cubicBezTo>
                      <a:pt x="782" y="2"/>
                      <a:pt x="775" y="1"/>
                      <a:pt x="7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55"/>
              <p:cNvSpPr/>
              <p:nvPr/>
            </p:nvSpPr>
            <p:spPr>
              <a:xfrm>
                <a:off x="6720000" y="3441700"/>
                <a:ext cx="123700" cy="61925"/>
              </a:xfrm>
              <a:custGeom>
                <a:avLst/>
                <a:gdLst/>
                <a:ahLst/>
                <a:cxnLst/>
                <a:rect l="l" t="t" r="r" b="b"/>
                <a:pathLst>
                  <a:path w="4948" h="2477" extrusionOk="0">
                    <a:moveTo>
                      <a:pt x="4275" y="1"/>
                    </a:moveTo>
                    <a:cubicBezTo>
                      <a:pt x="2692" y="1"/>
                      <a:pt x="1512" y="343"/>
                      <a:pt x="761" y="1026"/>
                    </a:cubicBezTo>
                    <a:cubicBezTo>
                      <a:pt x="48" y="1672"/>
                      <a:pt x="4" y="2377"/>
                      <a:pt x="0" y="2409"/>
                    </a:cubicBezTo>
                    <a:cubicBezTo>
                      <a:pt x="0" y="2444"/>
                      <a:pt x="28" y="2476"/>
                      <a:pt x="64" y="2476"/>
                    </a:cubicBezTo>
                    <a:lnTo>
                      <a:pt x="68" y="2476"/>
                    </a:lnTo>
                    <a:cubicBezTo>
                      <a:pt x="103" y="2476"/>
                      <a:pt x="131" y="2448"/>
                      <a:pt x="135" y="2413"/>
                    </a:cubicBezTo>
                    <a:cubicBezTo>
                      <a:pt x="135" y="2409"/>
                      <a:pt x="175" y="1783"/>
                      <a:pt x="769" y="1197"/>
                    </a:cubicBezTo>
                    <a:cubicBezTo>
                      <a:pt x="1277" y="696"/>
                      <a:pt x="2296" y="132"/>
                      <a:pt x="4299" y="132"/>
                    </a:cubicBezTo>
                    <a:cubicBezTo>
                      <a:pt x="4483" y="132"/>
                      <a:pt x="4675" y="137"/>
                      <a:pt x="4876" y="147"/>
                    </a:cubicBezTo>
                    <a:cubicBezTo>
                      <a:pt x="4878" y="147"/>
                      <a:pt x="4880" y="147"/>
                      <a:pt x="4882" y="147"/>
                    </a:cubicBezTo>
                    <a:cubicBezTo>
                      <a:pt x="4912" y="147"/>
                      <a:pt x="4944" y="121"/>
                      <a:pt x="4944" y="88"/>
                    </a:cubicBezTo>
                    <a:cubicBezTo>
                      <a:pt x="4948" y="48"/>
                      <a:pt x="4920" y="20"/>
                      <a:pt x="4880" y="16"/>
                    </a:cubicBezTo>
                    <a:cubicBezTo>
                      <a:pt x="4672" y="6"/>
                      <a:pt x="4470" y="1"/>
                      <a:pt x="42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55"/>
              <p:cNvSpPr/>
              <p:nvPr/>
            </p:nvSpPr>
            <p:spPr>
              <a:xfrm>
                <a:off x="6836650" y="3380425"/>
                <a:ext cx="16450" cy="98925"/>
              </a:xfrm>
              <a:custGeom>
                <a:avLst/>
                <a:gdLst/>
                <a:ahLst/>
                <a:cxnLst/>
                <a:rect l="l" t="t" r="r" b="b"/>
                <a:pathLst>
                  <a:path w="658" h="3957" extrusionOk="0">
                    <a:moveTo>
                      <a:pt x="585" y="0"/>
                    </a:moveTo>
                    <a:cubicBezTo>
                      <a:pt x="556" y="0"/>
                      <a:pt x="530" y="19"/>
                      <a:pt x="523" y="47"/>
                    </a:cubicBezTo>
                    <a:cubicBezTo>
                      <a:pt x="519" y="63"/>
                      <a:pt x="0" y="1838"/>
                      <a:pt x="218" y="3897"/>
                    </a:cubicBezTo>
                    <a:cubicBezTo>
                      <a:pt x="222" y="3933"/>
                      <a:pt x="250" y="3957"/>
                      <a:pt x="282" y="3957"/>
                    </a:cubicBezTo>
                    <a:lnTo>
                      <a:pt x="290" y="3957"/>
                    </a:lnTo>
                    <a:cubicBezTo>
                      <a:pt x="325" y="3953"/>
                      <a:pt x="353" y="3921"/>
                      <a:pt x="349" y="3885"/>
                    </a:cubicBezTo>
                    <a:cubicBezTo>
                      <a:pt x="135" y="1853"/>
                      <a:pt x="646" y="103"/>
                      <a:pt x="650" y="87"/>
                    </a:cubicBezTo>
                    <a:cubicBezTo>
                      <a:pt x="658" y="51"/>
                      <a:pt x="638" y="12"/>
                      <a:pt x="606" y="4"/>
                    </a:cubicBezTo>
                    <a:cubicBezTo>
                      <a:pt x="599" y="1"/>
                      <a:pt x="592" y="0"/>
                      <a:pt x="5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55"/>
              <p:cNvSpPr/>
              <p:nvPr/>
            </p:nvSpPr>
            <p:spPr>
              <a:xfrm>
                <a:off x="6561175" y="3763075"/>
                <a:ext cx="79825" cy="52750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2110" extrusionOk="0">
                    <a:moveTo>
                      <a:pt x="3123" y="1"/>
                    </a:moveTo>
                    <a:cubicBezTo>
                      <a:pt x="3095" y="1"/>
                      <a:pt x="3065" y="20"/>
                      <a:pt x="3058" y="50"/>
                    </a:cubicBezTo>
                    <a:cubicBezTo>
                      <a:pt x="2539" y="1947"/>
                      <a:pt x="91" y="1979"/>
                      <a:pt x="68" y="1979"/>
                    </a:cubicBezTo>
                    <a:cubicBezTo>
                      <a:pt x="32" y="1979"/>
                      <a:pt x="0" y="2011"/>
                      <a:pt x="0" y="2046"/>
                    </a:cubicBezTo>
                    <a:cubicBezTo>
                      <a:pt x="0" y="2082"/>
                      <a:pt x="32" y="2110"/>
                      <a:pt x="68" y="2110"/>
                    </a:cubicBezTo>
                    <a:cubicBezTo>
                      <a:pt x="91" y="2110"/>
                      <a:pt x="2638" y="2078"/>
                      <a:pt x="3185" y="86"/>
                    </a:cubicBezTo>
                    <a:cubicBezTo>
                      <a:pt x="3193" y="50"/>
                      <a:pt x="3173" y="14"/>
                      <a:pt x="3137" y="2"/>
                    </a:cubicBezTo>
                    <a:cubicBezTo>
                      <a:pt x="3133" y="1"/>
                      <a:pt x="3128" y="1"/>
                      <a:pt x="31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55"/>
              <p:cNvSpPr/>
              <p:nvPr/>
            </p:nvSpPr>
            <p:spPr>
              <a:xfrm>
                <a:off x="6979425" y="3582225"/>
                <a:ext cx="18450" cy="60125"/>
              </a:xfrm>
              <a:custGeom>
                <a:avLst/>
                <a:gdLst/>
                <a:ahLst/>
                <a:cxnLst/>
                <a:rect l="l" t="t" r="r" b="b"/>
                <a:pathLst>
                  <a:path w="738" h="2405" extrusionOk="0">
                    <a:moveTo>
                      <a:pt x="664" y="1"/>
                    </a:moveTo>
                    <a:cubicBezTo>
                      <a:pt x="643" y="1"/>
                      <a:pt x="622" y="10"/>
                      <a:pt x="607" y="28"/>
                    </a:cubicBezTo>
                    <a:cubicBezTo>
                      <a:pt x="1" y="871"/>
                      <a:pt x="219" y="2285"/>
                      <a:pt x="227" y="2349"/>
                    </a:cubicBezTo>
                    <a:cubicBezTo>
                      <a:pt x="231" y="2380"/>
                      <a:pt x="258" y="2404"/>
                      <a:pt x="290" y="2404"/>
                    </a:cubicBezTo>
                    <a:lnTo>
                      <a:pt x="302" y="2400"/>
                    </a:lnTo>
                    <a:cubicBezTo>
                      <a:pt x="338" y="2396"/>
                      <a:pt x="361" y="2361"/>
                      <a:pt x="357" y="2325"/>
                    </a:cubicBezTo>
                    <a:cubicBezTo>
                      <a:pt x="354" y="2313"/>
                      <a:pt x="140" y="903"/>
                      <a:pt x="714" y="103"/>
                    </a:cubicBezTo>
                    <a:cubicBezTo>
                      <a:pt x="738" y="75"/>
                      <a:pt x="730" y="36"/>
                      <a:pt x="702" y="12"/>
                    </a:cubicBezTo>
                    <a:cubicBezTo>
                      <a:pt x="690" y="4"/>
                      <a:pt x="677" y="1"/>
                      <a:pt x="6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55"/>
              <p:cNvSpPr/>
              <p:nvPr/>
            </p:nvSpPr>
            <p:spPr>
              <a:xfrm>
                <a:off x="6940025" y="3386800"/>
                <a:ext cx="75775" cy="75225"/>
              </a:xfrm>
              <a:custGeom>
                <a:avLst/>
                <a:gdLst/>
                <a:ahLst/>
                <a:cxnLst/>
                <a:rect l="l" t="t" r="r" b="b"/>
                <a:pathLst>
                  <a:path w="3031" h="3009" extrusionOk="0">
                    <a:moveTo>
                      <a:pt x="2956" y="0"/>
                    </a:moveTo>
                    <a:cubicBezTo>
                      <a:pt x="2936" y="0"/>
                      <a:pt x="2916" y="10"/>
                      <a:pt x="2904" y="26"/>
                    </a:cubicBezTo>
                    <a:cubicBezTo>
                      <a:pt x="2888" y="46"/>
                      <a:pt x="1569" y="1852"/>
                      <a:pt x="40" y="2886"/>
                    </a:cubicBezTo>
                    <a:cubicBezTo>
                      <a:pt x="8" y="2906"/>
                      <a:pt x="1" y="2949"/>
                      <a:pt x="20" y="2977"/>
                    </a:cubicBezTo>
                    <a:cubicBezTo>
                      <a:pt x="32" y="2997"/>
                      <a:pt x="56" y="3009"/>
                      <a:pt x="76" y="3009"/>
                    </a:cubicBezTo>
                    <a:cubicBezTo>
                      <a:pt x="88" y="3009"/>
                      <a:pt x="100" y="3005"/>
                      <a:pt x="111" y="2997"/>
                    </a:cubicBezTo>
                    <a:cubicBezTo>
                      <a:pt x="1664" y="1947"/>
                      <a:pt x="2995" y="125"/>
                      <a:pt x="3011" y="105"/>
                    </a:cubicBezTo>
                    <a:cubicBezTo>
                      <a:pt x="3031" y="77"/>
                      <a:pt x="3023" y="34"/>
                      <a:pt x="2995" y="14"/>
                    </a:cubicBezTo>
                    <a:cubicBezTo>
                      <a:pt x="2984" y="4"/>
                      <a:pt x="2970" y="0"/>
                      <a:pt x="29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55"/>
              <p:cNvSpPr/>
              <p:nvPr/>
            </p:nvSpPr>
            <p:spPr>
              <a:xfrm>
                <a:off x="6881800" y="3684100"/>
                <a:ext cx="1491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178" extrusionOk="0">
                    <a:moveTo>
                      <a:pt x="2864" y="1"/>
                    </a:moveTo>
                    <a:cubicBezTo>
                      <a:pt x="1399" y="1"/>
                      <a:pt x="163" y="987"/>
                      <a:pt x="36" y="2314"/>
                    </a:cubicBezTo>
                    <a:cubicBezTo>
                      <a:pt x="1" y="2714"/>
                      <a:pt x="64" y="3102"/>
                      <a:pt x="214" y="3455"/>
                    </a:cubicBezTo>
                    <a:cubicBezTo>
                      <a:pt x="512" y="3494"/>
                      <a:pt x="832" y="3581"/>
                      <a:pt x="1173" y="3708"/>
                    </a:cubicBezTo>
                    <a:cubicBezTo>
                      <a:pt x="1209" y="3720"/>
                      <a:pt x="1224" y="3756"/>
                      <a:pt x="1213" y="3791"/>
                    </a:cubicBezTo>
                    <a:cubicBezTo>
                      <a:pt x="1205" y="3819"/>
                      <a:pt x="1177" y="3835"/>
                      <a:pt x="1153" y="3835"/>
                    </a:cubicBezTo>
                    <a:cubicBezTo>
                      <a:pt x="1145" y="3835"/>
                      <a:pt x="1137" y="3835"/>
                      <a:pt x="1129" y="3831"/>
                    </a:cubicBezTo>
                    <a:cubicBezTo>
                      <a:pt x="828" y="3720"/>
                      <a:pt x="547" y="3641"/>
                      <a:pt x="282" y="3597"/>
                    </a:cubicBezTo>
                    <a:lnTo>
                      <a:pt x="282" y="3597"/>
                    </a:lnTo>
                    <a:cubicBezTo>
                      <a:pt x="702" y="4437"/>
                      <a:pt x="1601" y="5059"/>
                      <a:pt x="2690" y="5166"/>
                    </a:cubicBezTo>
                    <a:cubicBezTo>
                      <a:pt x="2793" y="5174"/>
                      <a:pt x="2896" y="5178"/>
                      <a:pt x="3003" y="5178"/>
                    </a:cubicBezTo>
                    <a:cubicBezTo>
                      <a:pt x="4468" y="5178"/>
                      <a:pt x="5704" y="4191"/>
                      <a:pt x="5827" y="2864"/>
                    </a:cubicBezTo>
                    <a:cubicBezTo>
                      <a:pt x="5966" y="1442"/>
                      <a:pt x="4777" y="167"/>
                      <a:pt x="3177" y="17"/>
                    </a:cubicBezTo>
                    <a:cubicBezTo>
                      <a:pt x="3074" y="5"/>
                      <a:pt x="2967" y="1"/>
                      <a:pt x="28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55"/>
              <p:cNvSpPr/>
              <p:nvPr/>
            </p:nvSpPr>
            <p:spPr>
              <a:xfrm>
                <a:off x="6887150" y="3770450"/>
                <a:ext cx="25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1" h="381" extrusionOk="0">
                    <a:moveTo>
                      <a:pt x="0" y="1"/>
                    </a:moveTo>
                    <a:cubicBezTo>
                      <a:pt x="24" y="52"/>
                      <a:pt x="44" y="100"/>
                      <a:pt x="68" y="143"/>
                    </a:cubicBezTo>
                    <a:cubicBezTo>
                      <a:pt x="333" y="187"/>
                      <a:pt x="614" y="266"/>
                      <a:pt x="915" y="377"/>
                    </a:cubicBezTo>
                    <a:cubicBezTo>
                      <a:pt x="923" y="381"/>
                      <a:pt x="931" y="381"/>
                      <a:pt x="939" y="381"/>
                    </a:cubicBezTo>
                    <a:cubicBezTo>
                      <a:pt x="963" y="381"/>
                      <a:pt x="991" y="365"/>
                      <a:pt x="999" y="337"/>
                    </a:cubicBezTo>
                    <a:cubicBezTo>
                      <a:pt x="1010" y="302"/>
                      <a:pt x="995" y="266"/>
                      <a:pt x="959" y="254"/>
                    </a:cubicBezTo>
                    <a:cubicBezTo>
                      <a:pt x="618" y="127"/>
                      <a:pt x="298" y="40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55"/>
              <p:cNvSpPr/>
              <p:nvPr/>
            </p:nvSpPr>
            <p:spPr>
              <a:xfrm>
                <a:off x="6556025" y="3630425"/>
                <a:ext cx="146975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879" h="5178" extrusionOk="0">
                    <a:moveTo>
                      <a:pt x="2852" y="1"/>
                    </a:moveTo>
                    <a:cubicBezTo>
                      <a:pt x="1387" y="1"/>
                      <a:pt x="151" y="987"/>
                      <a:pt x="28" y="2314"/>
                    </a:cubicBezTo>
                    <a:cubicBezTo>
                      <a:pt x="0" y="2603"/>
                      <a:pt x="24" y="2880"/>
                      <a:pt x="99" y="3150"/>
                    </a:cubicBezTo>
                    <a:cubicBezTo>
                      <a:pt x="464" y="3316"/>
                      <a:pt x="864" y="3423"/>
                      <a:pt x="1284" y="3447"/>
                    </a:cubicBezTo>
                    <a:cubicBezTo>
                      <a:pt x="1339" y="3451"/>
                      <a:pt x="1391" y="3451"/>
                      <a:pt x="1442" y="3451"/>
                    </a:cubicBezTo>
                    <a:cubicBezTo>
                      <a:pt x="2721" y="3451"/>
                      <a:pt x="3981" y="2631"/>
                      <a:pt x="5189" y="1015"/>
                    </a:cubicBezTo>
                    <a:cubicBezTo>
                      <a:pt x="4710" y="472"/>
                      <a:pt x="3993" y="92"/>
                      <a:pt x="3165" y="17"/>
                    </a:cubicBezTo>
                    <a:cubicBezTo>
                      <a:pt x="3062" y="5"/>
                      <a:pt x="2955" y="1"/>
                      <a:pt x="2852" y="1"/>
                    </a:cubicBezTo>
                    <a:close/>
                    <a:moveTo>
                      <a:pt x="5276" y="1118"/>
                    </a:moveTo>
                    <a:cubicBezTo>
                      <a:pt x="4048" y="2754"/>
                      <a:pt x="2757" y="3582"/>
                      <a:pt x="1442" y="3582"/>
                    </a:cubicBezTo>
                    <a:cubicBezTo>
                      <a:pt x="1387" y="3582"/>
                      <a:pt x="1331" y="3582"/>
                      <a:pt x="1276" y="3578"/>
                    </a:cubicBezTo>
                    <a:cubicBezTo>
                      <a:pt x="880" y="3558"/>
                      <a:pt x="503" y="3463"/>
                      <a:pt x="151" y="3316"/>
                    </a:cubicBezTo>
                    <a:lnTo>
                      <a:pt x="151" y="3316"/>
                    </a:lnTo>
                    <a:cubicBezTo>
                      <a:pt x="495" y="4291"/>
                      <a:pt x="1470" y="5047"/>
                      <a:pt x="2678" y="5162"/>
                    </a:cubicBezTo>
                    <a:cubicBezTo>
                      <a:pt x="2781" y="5174"/>
                      <a:pt x="2888" y="5178"/>
                      <a:pt x="2991" y="5178"/>
                    </a:cubicBezTo>
                    <a:cubicBezTo>
                      <a:pt x="4456" y="5178"/>
                      <a:pt x="5692" y="4192"/>
                      <a:pt x="5819" y="2865"/>
                    </a:cubicBezTo>
                    <a:cubicBezTo>
                      <a:pt x="5878" y="2223"/>
                      <a:pt x="5668" y="1609"/>
                      <a:pt x="5276" y="11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55"/>
              <p:cNvSpPr/>
              <p:nvPr/>
            </p:nvSpPr>
            <p:spPr>
              <a:xfrm>
                <a:off x="6558500" y="3655775"/>
                <a:ext cx="129450" cy="64200"/>
              </a:xfrm>
              <a:custGeom>
                <a:avLst/>
                <a:gdLst/>
                <a:ahLst/>
                <a:cxnLst/>
                <a:rect l="l" t="t" r="r" b="b"/>
                <a:pathLst>
                  <a:path w="5178" h="2568" extrusionOk="0">
                    <a:moveTo>
                      <a:pt x="5090" y="1"/>
                    </a:moveTo>
                    <a:cubicBezTo>
                      <a:pt x="3882" y="1617"/>
                      <a:pt x="2622" y="2437"/>
                      <a:pt x="1343" y="2437"/>
                    </a:cubicBezTo>
                    <a:cubicBezTo>
                      <a:pt x="1292" y="2437"/>
                      <a:pt x="1240" y="2437"/>
                      <a:pt x="1185" y="2433"/>
                    </a:cubicBezTo>
                    <a:cubicBezTo>
                      <a:pt x="765" y="2409"/>
                      <a:pt x="365" y="2302"/>
                      <a:pt x="0" y="2136"/>
                    </a:cubicBezTo>
                    <a:lnTo>
                      <a:pt x="0" y="2136"/>
                    </a:lnTo>
                    <a:cubicBezTo>
                      <a:pt x="16" y="2191"/>
                      <a:pt x="32" y="2247"/>
                      <a:pt x="52" y="2302"/>
                    </a:cubicBezTo>
                    <a:cubicBezTo>
                      <a:pt x="404" y="2449"/>
                      <a:pt x="781" y="2544"/>
                      <a:pt x="1177" y="2564"/>
                    </a:cubicBezTo>
                    <a:cubicBezTo>
                      <a:pt x="1232" y="2568"/>
                      <a:pt x="1288" y="2568"/>
                      <a:pt x="1343" y="2568"/>
                    </a:cubicBezTo>
                    <a:cubicBezTo>
                      <a:pt x="2658" y="2568"/>
                      <a:pt x="3949" y="1740"/>
                      <a:pt x="5177" y="104"/>
                    </a:cubicBezTo>
                    <a:cubicBezTo>
                      <a:pt x="5149" y="68"/>
                      <a:pt x="5118" y="33"/>
                      <a:pt x="50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55"/>
              <p:cNvSpPr/>
              <p:nvPr/>
            </p:nvSpPr>
            <p:spPr>
              <a:xfrm>
                <a:off x="6608275" y="3588750"/>
                <a:ext cx="116400" cy="72250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2890" extrusionOk="0">
                    <a:moveTo>
                      <a:pt x="4404" y="0"/>
                    </a:moveTo>
                    <a:cubicBezTo>
                      <a:pt x="4208" y="0"/>
                      <a:pt x="3642" y="1154"/>
                      <a:pt x="2465" y="1343"/>
                    </a:cubicBezTo>
                    <a:cubicBezTo>
                      <a:pt x="2353" y="1362"/>
                      <a:pt x="2244" y="1370"/>
                      <a:pt x="2138" y="1370"/>
                    </a:cubicBezTo>
                    <a:cubicBezTo>
                      <a:pt x="1179" y="1370"/>
                      <a:pt x="459" y="694"/>
                      <a:pt x="233" y="694"/>
                    </a:cubicBezTo>
                    <a:cubicBezTo>
                      <a:pt x="210" y="694"/>
                      <a:pt x="192" y="702"/>
                      <a:pt x="180" y="717"/>
                    </a:cubicBezTo>
                    <a:cubicBezTo>
                      <a:pt x="1" y="942"/>
                      <a:pt x="1005" y="2889"/>
                      <a:pt x="2418" y="2889"/>
                    </a:cubicBezTo>
                    <a:cubicBezTo>
                      <a:pt x="2474" y="2889"/>
                      <a:pt x="2531" y="2886"/>
                      <a:pt x="2588" y="2880"/>
                    </a:cubicBezTo>
                    <a:cubicBezTo>
                      <a:pt x="4172" y="2702"/>
                      <a:pt x="4656" y="163"/>
                      <a:pt x="4430" y="8"/>
                    </a:cubicBezTo>
                    <a:cubicBezTo>
                      <a:pt x="4422" y="3"/>
                      <a:pt x="4414" y="0"/>
                      <a:pt x="44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55"/>
              <p:cNvSpPr/>
              <p:nvPr/>
            </p:nvSpPr>
            <p:spPr>
              <a:xfrm>
                <a:off x="6888625" y="3639200"/>
                <a:ext cx="113625" cy="76600"/>
              </a:xfrm>
              <a:custGeom>
                <a:avLst/>
                <a:gdLst/>
                <a:ahLst/>
                <a:cxnLst/>
                <a:rect l="l" t="t" r="r" b="b"/>
                <a:pathLst>
                  <a:path w="4545" h="3064" extrusionOk="0">
                    <a:moveTo>
                      <a:pt x="296" y="0"/>
                    </a:moveTo>
                    <a:cubicBezTo>
                      <a:pt x="287" y="0"/>
                      <a:pt x="278" y="2"/>
                      <a:pt x="270" y="6"/>
                    </a:cubicBezTo>
                    <a:cubicBezTo>
                      <a:pt x="1" y="141"/>
                      <a:pt x="108" y="2502"/>
                      <a:pt x="1534" y="2985"/>
                    </a:cubicBezTo>
                    <a:cubicBezTo>
                      <a:pt x="1696" y="3039"/>
                      <a:pt x="1858" y="3064"/>
                      <a:pt x="2019" y="3064"/>
                    </a:cubicBezTo>
                    <a:cubicBezTo>
                      <a:pt x="3352" y="3064"/>
                      <a:pt x="4545" y="1371"/>
                      <a:pt x="4421" y="1159"/>
                    </a:cubicBezTo>
                    <a:cubicBezTo>
                      <a:pt x="4411" y="1143"/>
                      <a:pt x="4394" y="1135"/>
                      <a:pt x="4369" y="1135"/>
                    </a:cubicBezTo>
                    <a:cubicBezTo>
                      <a:pt x="4166" y="1135"/>
                      <a:pt x="3481" y="1621"/>
                      <a:pt x="2640" y="1621"/>
                    </a:cubicBezTo>
                    <a:cubicBezTo>
                      <a:pt x="2458" y="1621"/>
                      <a:pt x="2269" y="1598"/>
                      <a:pt x="2076" y="1543"/>
                    </a:cubicBezTo>
                    <a:cubicBezTo>
                      <a:pt x="927" y="1216"/>
                      <a:pt x="513" y="0"/>
                      <a:pt x="2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55"/>
              <p:cNvSpPr/>
              <p:nvPr/>
            </p:nvSpPr>
            <p:spPr>
              <a:xfrm>
                <a:off x="6673350" y="3677175"/>
                <a:ext cx="225600" cy="65275"/>
              </a:xfrm>
              <a:custGeom>
                <a:avLst/>
                <a:gdLst/>
                <a:ahLst/>
                <a:cxnLst/>
                <a:rect l="l" t="t" r="r" b="b"/>
                <a:pathLst>
                  <a:path w="9024" h="2611" extrusionOk="0">
                    <a:moveTo>
                      <a:pt x="1425" y="1"/>
                    </a:moveTo>
                    <a:cubicBezTo>
                      <a:pt x="960" y="1"/>
                      <a:pt x="381" y="185"/>
                      <a:pt x="88" y="559"/>
                    </a:cubicBezTo>
                    <a:cubicBezTo>
                      <a:pt x="1" y="674"/>
                      <a:pt x="21" y="840"/>
                      <a:pt x="136" y="927"/>
                    </a:cubicBezTo>
                    <a:cubicBezTo>
                      <a:pt x="184" y="966"/>
                      <a:pt x="242" y="985"/>
                      <a:pt x="300" y="985"/>
                    </a:cubicBezTo>
                    <a:cubicBezTo>
                      <a:pt x="378" y="985"/>
                      <a:pt x="455" y="950"/>
                      <a:pt x="508" y="884"/>
                    </a:cubicBezTo>
                    <a:cubicBezTo>
                      <a:pt x="685" y="655"/>
                      <a:pt x="1107" y="529"/>
                      <a:pt x="1432" y="529"/>
                    </a:cubicBezTo>
                    <a:cubicBezTo>
                      <a:pt x="1456" y="529"/>
                      <a:pt x="1479" y="530"/>
                      <a:pt x="1502" y="531"/>
                    </a:cubicBezTo>
                    <a:cubicBezTo>
                      <a:pt x="1720" y="543"/>
                      <a:pt x="1910" y="634"/>
                      <a:pt x="2017" y="773"/>
                    </a:cubicBezTo>
                    <a:cubicBezTo>
                      <a:pt x="2057" y="828"/>
                      <a:pt x="2096" y="884"/>
                      <a:pt x="2140" y="943"/>
                    </a:cubicBezTo>
                    <a:cubicBezTo>
                      <a:pt x="2354" y="1250"/>
                      <a:pt x="2682" y="1715"/>
                      <a:pt x="3173" y="1715"/>
                    </a:cubicBezTo>
                    <a:cubicBezTo>
                      <a:pt x="3328" y="1715"/>
                      <a:pt x="3499" y="1669"/>
                      <a:pt x="3688" y="1557"/>
                    </a:cubicBezTo>
                    <a:cubicBezTo>
                      <a:pt x="3847" y="1462"/>
                      <a:pt x="3986" y="1339"/>
                      <a:pt x="4116" y="1220"/>
                    </a:cubicBezTo>
                    <a:cubicBezTo>
                      <a:pt x="4281" y="1075"/>
                      <a:pt x="4448" y="923"/>
                      <a:pt x="4577" y="923"/>
                    </a:cubicBezTo>
                    <a:cubicBezTo>
                      <a:pt x="4582" y="923"/>
                      <a:pt x="4587" y="923"/>
                      <a:pt x="4592" y="923"/>
                    </a:cubicBezTo>
                    <a:cubicBezTo>
                      <a:pt x="4699" y="927"/>
                      <a:pt x="4817" y="1042"/>
                      <a:pt x="4897" y="1133"/>
                    </a:cubicBezTo>
                    <a:cubicBezTo>
                      <a:pt x="4956" y="1201"/>
                      <a:pt x="5007" y="1276"/>
                      <a:pt x="5067" y="1359"/>
                    </a:cubicBezTo>
                    <a:cubicBezTo>
                      <a:pt x="5174" y="1510"/>
                      <a:pt x="5285" y="1664"/>
                      <a:pt x="5443" y="1795"/>
                    </a:cubicBezTo>
                    <a:cubicBezTo>
                      <a:pt x="5667" y="1978"/>
                      <a:pt x="5950" y="2072"/>
                      <a:pt x="6234" y="2072"/>
                    </a:cubicBezTo>
                    <a:cubicBezTo>
                      <a:pt x="6423" y="2072"/>
                      <a:pt x="6611" y="2031"/>
                      <a:pt x="6782" y="1945"/>
                    </a:cubicBezTo>
                    <a:cubicBezTo>
                      <a:pt x="6917" y="1874"/>
                      <a:pt x="7028" y="1791"/>
                      <a:pt x="7138" y="1704"/>
                    </a:cubicBezTo>
                    <a:cubicBezTo>
                      <a:pt x="7249" y="1616"/>
                      <a:pt x="7356" y="1537"/>
                      <a:pt x="7467" y="1498"/>
                    </a:cubicBezTo>
                    <a:cubicBezTo>
                      <a:pt x="7531" y="1473"/>
                      <a:pt x="7598" y="1461"/>
                      <a:pt x="7666" y="1461"/>
                    </a:cubicBezTo>
                    <a:cubicBezTo>
                      <a:pt x="7818" y="1461"/>
                      <a:pt x="7975" y="1520"/>
                      <a:pt x="8117" y="1632"/>
                    </a:cubicBezTo>
                    <a:cubicBezTo>
                      <a:pt x="8346" y="1811"/>
                      <a:pt x="8481" y="2080"/>
                      <a:pt x="8453" y="2318"/>
                    </a:cubicBezTo>
                    <a:cubicBezTo>
                      <a:pt x="8442" y="2464"/>
                      <a:pt x="8545" y="2595"/>
                      <a:pt x="8691" y="2611"/>
                    </a:cubicBezTo>
                    <a:lnTo>
                      <a:pt x="8719" y="2611"/>
                    </a:lnTo>
                    <a:cubicBezTo>
                      <a:pt x="8853" y="2611"/>
                      <a:pt x="8968" y="2508"/>
                      <a:pt x="8980" y="2373"/>
                    </a:cubicBezTo>
                    <a:cubicBezTo>
                      <a:pt x="9024" y="1949"/>
                      <a:pt x="8818" y="1506"/>
                      <a:pt x="8442" y="1212"/>
                    </a:cubicBezTo>
                    <a:cubicBezTo>
                      <a:pt x="8206" y="1031"/>
                      <a:pt x="7931" y="935"/>
                      <a:pt x="7663" y="935"/>
                    </a:cubicBezTo>
                    <a:cubicBezTo>
                      <a:pt x="7534" y="935"/>
                      <a:pt x="7406" y="958"/>
                      <a:pt x="7285" y="1003"/>
                    </a:cubicBezTo>
                    <a:cubicBezTo>
                      <a:pt x="7099" y="1070"/>
                      <a:pt x="6948" y="1185"/>
                      <a:pt x="6814" y="1288"/>
                    </a:cubicBezTo>
                    <a:cubicBezTo>
                      <a:pt x="6723" y="1359"/>
                      <a:pt x="6635" y="1426"/>
                      <a:pt x="6544" y="1470"/>
                    </a:cubicBezTo>
                    <a:cubicBezTo>
                      <a:pt x="6448" y="1519"/>
                      <a:pt x="6340" y="1543"/>
                      <a:pt x="6232" y="1543"/>
                    </a:cubicBezTo>
                    <a:cubicBezTo>
                      <a:pt x="6069" y="1543"/>
                      <a:pt x="5906" y="1489"/>
                      <a:pt x="5780" y="1387"/>
                    </a:cubicBezTo>
                    <a:cubicBezTo>
                      <a:pt x="5673" y="1300"/>
                      <a:pt x="5586" y="1177"/>
                      <a:pt x="5495" y="1050"/>
                    </a:cubicBezTo>
                    <a:cubicBezTo>
                      <a:pt x="5431" y="963"/>
                      <a:pt x="5368" y="876"/>
                      <a:pt x="5297" y="789"/>
                    </a:cubicBezTo>
                    <a:cubicBezTo>
                      <a:pt x="5079" y="539"/>
                      <a:pt x="4861" y="408"/>
                      <a:pt x="4627" y="397"/>
                    </a:cubicBezTo>
                    <a:cubicBezTo>
                      <a:pt x="4611" y="395"/>
                      <a:pt x="4595" y="395"/>
                      <a:pt x="4580" y="395"/>
                    </a:cubicBezTo>
                    <a:cubicBezTo>
                      <a:pt x="4254" y="395"/>
                      <a:pt x="3994" y="624"/>
                      <a:pt x="3768" y="828"/>
                    </a:cubicBezTo>
                    <a:cubicBezTo>
                      <a:pt x="3653" y="931"/>
                      <a:pt x="3534" y="1034"/>
                      <a:pt x="3419" y="1106"/>
                    </a:cubicBezTo>
                    <a:cubicBezTo>
                      <a:pt x="3329" y="1158"/>
                      <a:pt x="3251" y="1186"/>
                      <a:pt x="3177" y="1186"/>
                    </a:cubicBezTo>
                    <a:cubicBezTo>
                      <a:pt x="2992" y="1186"/>
                      <a:pt x="2832" y="1012"/>
                      <a:pt x="2572" y="638"/>
                    </a:cubicBezTo>
                    <a:cubicBezTo>
                      <a:pt x="2524" y="575"/>
                      <a:pt x="2480" y="515"/>
                      <a:pt x="2437" y="456"/>
                    </a:cubicBezTo>
                    <a:cubicBezTo>
                      <a:pt x="2239" y="191"/>
                      <a:pt x="1910" y="24"/>
                      <a:pt x="1534" y="4"/>
                    </a:cubicBezTo>
                    <a:cubicBezTo>
                      <a:pt x="1498" y="2"/>
                      <a:pt x="1462" y="1"/>
                      <a:pt x="14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55"/>
              <p:cNvSpPr/>
              <p:nvPr/>
            </p:nvSpPr>
            <p:spPr>
              <a:xfrm>
                <a:off x="6352225" y="3186825"/>
                <a:ext cx="426425" cy="345200"/>
              </a:xfrm>
              <a:custGeom>
                <a:avLst/>
                <a:gdLst/>
                <a:ahLst/>
                <a:cxnLst/>
                <a:rect l="l" t="t" r="r" b="b"/>
                <a:pathLst>
                  <a:path w="17057" h="13808" extrusionOk="0">
                    <a:moveTo>
                      <a:pt x="9582" y="0"/>
                    </a:moveTo>
                    <a:lnTo>
                      <a:pt x="6584" y="3795"/>
                    </a:lnTo>
                    <a:lnTo>
                      <a:pt x="3134" y="1898"/>
                    </a:lnTo>
                    <a:lnTo>
                      <a:pt x="3134" y="1898"/>
                    </a:lnTo>
                    <a:cubicBezTo>
                      <a:pt x="3324" y="2856"/>
                      <a:pt x="3518" y="3815"/>
                      <a:pt x="3708" y="4773"/>
                    </a:cubicBezTo>
                    <a:lnTo>
                      <a:pt x="1" y="5811"/>
                    </a:lnTo>
                    <a:lnTo>
                      <a:pt x="2801" y="7768"/>
                    </a:lnTo>
                    <a:lnTo>
                      <a:pt x="36" y="10069"/>
                    </a:lnTo>
                    <a:lnTo>
                      <a:pt x="3534" y="10469"/>
                    </a:lnTo>
                    <a:lnTo>
                      <a:pt x="3364" y="13289"/>
                    </a:lnTo>
                    <a:lnTo>
                      <a:pt x="6413" y="11103"/>
                    </a:lnTo>
                    <a:lnTo>
                      <a:pt x="6758" y="13808"/>
                    </a:lnTo>
                    <a:lnTo>
                      <a:pt x="9337" y="10932"/>
                    </a:lnTo>
                    <a:lnTo>
                      <a:pt x="11147" y="13578"/>
                    </a:lnTo>
                    <a:lnTo>
                      <a:pt x="12101" y="10009"/>
                    </a:lnTo>
                    <a:lnTo>
                      <a:pt x="15496" y="10988"/>
                    </a:lnTo>
                    <a:lnTo>
                      <a:pt x="13547" y="8282"/>
                    </a:lnTo>
                    <a:lnTo>
                      <a:pt x="17056" y="8168"/>
                    </a:lnTo>
                    <a:lnTo>
                      <a:pt x="14537" y="6270"/>
                    </a:lnTo>
                    <a:lnTo>
                      <a:pt x="16759" y="4543"/>
                    </a:lnTo>
                    <a:lnTo>
                      <a:pt x="13052" y="4373"/>
                    </a:lnTo>
                    <a:lnTo>
                      <a:pt x="13377" y="1898"/>
                    </a:lnTo>
                    <a:lnTo>
                      <a:pt x="9950" y="3680"/>
                    </a:lnTo>
                    <a:lnTo>
                      <a:pt x="958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55"/>
              <p:cNvSpPr/>
              <p:nvPr/>
            </p:nvSpPr>
            <p:spPr>
              <a:xfrm>
                <a:off x="6881600" y="3883925"/>
                <a:ext cx="362850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4" h="7753" extrusionOk="0">
                    <a:moveTo>
                      <a:pt x="9851" y="0"/>
                    </a:moveTo>
                    <a:cubicBezTo>
                      <a:pt x="8712" y="0"/>
                      <a:pt x="7509" y="160"/>
                      <a:pt x="6425" y="627"/>
                    </a:cubicBezTo>
                    <a:cubicBezTo>
                      <a:pt x="6425" y="627"/>
                      <a:pt x="1078" y="1304"/>
                      <a:pt x="1" y="3478"/>
                    </a:cubicBezTo>
                    <a:cubicBezTo>
                      <a:pt x="1" y="3478"/>
                      <a:pt x="1347" y="4568"/>
                      <a:pt x="3110" y="4639"/>
                    </a:cubicBezTo>
                    <a:lnTo>
                      <a:pt x="6310" y="7752"/>
                    </a:lnTo>
                    <a:lnTo>
                      <a:pt x="9146" y="6889"/>
                    </a:lnTo>
                    <a:lnTo>
                      <a:pt x="8188" y="5356"/>
                    </a:lnTo>
                    <a:cubicBezTo>
                      <a:pt x="8188" y="5356"/>
                      <a:pt x="14410" y="5071"/>
                      <a:pt x="14513" y="757"/>
                    </a:cubicBezTo>
                    <a:cubicBezTo>
                      <a:pt x="14513" y="757"/>
                      <a:pt x="12332" y="0"/>
                      <a:pt x="9851" y="0"/>
                    </a:cubicBezTo>
                    <a:close/>
                  </a:path>
                </a:pathLst>
              </a:custGeom>
              <a:solidFill>
                <a:srgbClr val="6E61F4">
                  <a:alpha val="487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Mental Health Awareness and Self-Care - Health - 10th Grade by Slidesgo">
  <a:themeElements>
    <a:clrScheme name="Simple Light">
      <a:dk1>
        <a:srgbClr val="140755"/>
      </a:dk1>
      <a:lt1>
        <a:srgbClr val="FFFFFF"/>
      </a:lt1>
      <a:dk2>
        <a:srgbClr val="C4BFFA"/>
      </a:dk2>
      <a:lt2>
        <a:srgbClr val="4239A0"/>
      </a:lt2>
      <a:accent1>
        <a:srgbClr val="FFBACD"/>
      </a:accent1>
      <a:accent2>
        <a:srgbClr val="F76B95"/>
      </a:accent2>
      <a:accent3>
        <a:srgbClr val="DFDDFC"/>
      </a:accent3>
      <a:accent4>
        <a:srgbClr val="6E61F4"/>
      </a:accent4>
      <a:accent5>
        <a:srgbClr val="C1DF96"/>
      </a:accent5>
      <a:accent6>
        <a:srgbClr val="F0D574"/>
      </a:accent6>
      <a:hlink>
        <a:srgbClr val="1407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1212</Words>
  <Application>Microsoft Macintosh PowerPoint</Application>
  <PresentationFormat>On-screen Show (16:9)</PresentationFormat>
  <Paragraphs>234</Paragraphs>
  <Slides>38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Wingdings</vt:lpstr>
      <vt:lpstr>Courier New</vt:lpstr>
      <vt:lpstr>Nunito Light</vt:lpstr>
      <vt:lpstr>Anaheim</vt:lpstr>
      <vt:lpstr>Poppins</vt:lpstr>
      <vt:lpstr>Bitter</vt:lpstr>
      <vt:lpstr>DM Sans</vt:lpstr>
      <vt:lpstr>Mental Health Awareness and Self-Care - Health - 10th Grade by Slidesgo</vt:lpstr>
      <vt:lpstr>Personality</vt:lpstr>
      <vt:lpstr>Personality</vt:lpstr>
      <vt:lpstr>Psychodynamic Perspectives</vt:lpstr>
      <vt:lpstr>Psychodynamic Perspective</vt:lpstr>
      <vt:lpstr>Freud’s Personality Structures</vt:lpstr>
      <vt:lpstr>Freud’s Personality Structures</vt:lpstr>
      <vt:lpstr> Defense Mechanisms</vt:lpstr>
      <vt:lpstr>Limitations to Freud’s Perspective</vt:lpstr>
      <vt:lpstr>Other Psychodynamic Perspectives</vt:lpstr>
      <vt:lpstr>Evaluating Psychodynamic Theory</vt:lpstr>
      <vt:lpstr>Humanistic Perspectives</vt:lpstr>
      <vt:lpstr>Humanistic Perspectives</vt:lpstr>
      <vt:lpstr>Promoting Optimal Functioning</vt:lpstr>
      <vt:lpstr>Evaluating Humanistic Perspectives</vt:lpstr>
      <vt:lpstr>Trait Perspectives</vt:lpstr>
      <vt:lpstr>PowerPoint Presentation</vt:lpstr>
      <vt:lpstr>Trait Perspectives</vt:lpstr>
      <vt:lpstr>Which Traits Matter?</vt:lpstr>
      <vt:lpstr>Trait Perspectives</vt:lpstr>
      <vt:lpstr>5 Factor Model: OCEAN</vt:lpstr>
      <vt:lpstr>Across Cultures</vt:lpstr>
      <vt:lpstr>Evaluating Trait Perspectives</vt:lpstr>
      <vt:lpstr>Quiz</vt:lpstr>
      <vt:lpstr>1. What is one criticism of Trait Perspectives?</vt:lpstr>
      <vt:lpstr>2. Which of Freud’s personality structures deals with the demands of reality?  </vt:lpstr>
      <vt:lpstr>Which characteristic in the 5 Factor Model compares people on organization and carefulness? </vt:lpstr>
      <vt:lpstr>Social Cognitive Perspective</vt:lpstr>
      <vt:lpstr>PowerPoint Presentation</vt:lpstr>
      <vt:lpstr>Social Cognition Perspective</vt:lpstr>
      <vt:lpstr>Evaluating Social Cognition Perspectives</vt:lpstr>
      <vt:lpstr>Biological Perspective</vt:lpstr>
      <vt:lpstr>PowerPoint Presentation</vt:lpstr>
      <vt:lpstr>PowerPoint Presentation</vt:lpstr>
      <vt:lpstr>Projective Measures</vt:lpstr>
      <vt:lpstr>Projective Measures</vt:lpstr>
      <vt:lpstr>Self-Report Measures</vt:lpstr>
      <vt:lpstr>Better Self-Report Measures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Personality</dc:title>
  <cp:lastModifiedBy>Renee El-krab (Student)</cp:lastModifiedBy>
  <cp:revision>9</cp:revision>
  <dcterms:modified xsi:type="dcterms:W3CDTF">2023-10-16T20:52:52Z</dcterms:modified>
</cp:coreProperties>
</file>