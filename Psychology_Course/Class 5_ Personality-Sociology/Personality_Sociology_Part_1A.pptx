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  <p:sldMasterId id="2147483719" r:id="rId2"/>
    <p:sldMasterId id="2147483720" r:id="rId3"/>
    <p:sldMasterId id="2147483721" r:id="rId4"/>
  </p:sldMasterIdLst>
  <p:notesMasterIdLst>
    <p:notesMasterId r:id="rId47"/>
  </p:notesMasterIdLst>
  <p:sldIdLst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</p:sldIdLst>
  <p:sldSz cx="9144000" cy="5143500" type="screen16x9"/>
  <p:notesSz cx="6858000" cy="9144000"/>
  <p:embeddedFontLst>
    <p:embeddedFont>
      <p:font typeface="Abril Fatface" panose="020F0502020204030204" pitchFamily="2" charset="0"/>
      <p:regular r:id="rId48"/>
    </p:embeddedFont>
    <p:embeddedFont>
      <p:font typeface="DM Sans" panose="020F0502020204030204" pitchFamily="2" charset="0"/>
      <p:regular r:id="rId49"/>
      <p:bold r:id="rId50"/>
      <p:italic r:id="rId51"/>
      <p:boldItalic r:id="rId52"/>
    </p:embeddedFont>
    <p:embeddedFont>
      <p:font typeface="Fira Sans Extra Condensed Medium" panose="020B0604020202020204" charset="0"/>
      <p:regular r:id="rId53"/>
      <p:bold r:id="rId54"/>
      <p:italic r:id="rId55"/>
      <p:boldItalic r:id="rId56"/>
    </p:embeddedFont>
    <p:embeddedFont>
      <p:font typeface="Jost" panose="020B0604020202020204" charset="0"/>
      <p:regular r:id="rId57"/>
      <p:bold r:id="rId58"/>
      <p:italic r:id="rId59"/>
      <p:boldItalic r:id="rId60"/>
    </p:embeddedFont>
    <p:embeddedFont>
      <p:font typeface="Nunito Light" pitchFamily="2" charset="0"/>
      <p:regular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5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uren Stanwicks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6" y="58"/>
      </p:cViewPr>
      <p:guideLst>
        <p:guide orient="horz" pos="24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47" Type="http://schemas.openxmlformats.org/officeDocument/2006/relationships/notesMaster" Target="notesMasters/notesMaster1.xml"/><Relationship Id="rId48" Type="http://schemas.openxmlformats.org/officeDocument/2006/relationships/font" Target="fonts/font1.fntdata"/><Relationship Id="rId49" Type="http://schemas.openxmlformats.org/officeDocument/2006/relationships/font" Target="fonts/font2.fntdata"/><Relationship Id="rId50" Type="http://schemas.openxmlformats.org/officeDocument/2006/relationships/font" Target="fonts/font3.fntdata"/><Relationship Id="rId51" Type="http://schemas.openxmlformats.org/officeDocument/2006/relationships/font" Target="fonts/font4.fntdata"/><Relationship Id="rId52" Type="http://schemas.openxmlformats.org/officeDocument/2006/relationships/font" Target="fonts/font5.fntdata"/><Relationship Id="rId53" Type="http://schemas.openxmlformats.org/officeDocument/2006/relationships/font" Target="fonts/font6.fntdata"/><Relationship Id="rId54" Type="http://schemas.openxmlformats.org/officeDocument/2006/relationships/font" Target="fonts/font7.fntdata"/><Relationship Id="rId55" Type="http://schemas.openxmlformats.org/officeDocument/2006/relationships/font" Target="fonts/font8.fntdata"/><Relationship Id="rId56" Type="http://schemas.openxmlformats.org/officeDocument/2006/relationships/font" Target="fonts/font9.fntdata"/><Relationship Id="rId57" Type="http://schemas.openxmlformats.org/officeDocument/2006/relationships/font" Target="fonts/font10.fntdata"/><Relationship Id="rId58" Type="http://schemas.openxmlformats.org/officeDocument/2006/relationships/font" Target="fonts/font11.fntdata"/><Relationship Id="rId59" Type="http://schemas.openxmlformats.org/officeDocument/2006/relationships/font" Target="fonts/font12.fntdata"/><Relationship Id="rId60" Type="http://schemas.openxmlformats.org/officeDocument/2006/relationships/font" Target="fonts/font13.fntdata"/><Relationship Id="rId61" Type="http://schemas.openxmlformats.org/officeDocument/2006/relationships/font" Target="fonts/font14.fntdata"/><Relationship Id="rId62" Type="http://schemas.openxmlformats.org/officeDocument/2006/relationships/commentAuthors" Target="commentAuthors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www.truity.com/public/documents/TruityPersonalityAtlas-KeyResearchFindings.pdf" TargetMode="External"/><Relationship Id="rId4" Type="http://schemas.openxmlformats.org/officeDocument/2006/relationships/hyperlink" Target="https://personas360.com/big-5-around-the-world" TargetMode="Externa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hyperlink" Target="https://doi.org/10.1111/j.1467-6494.1996.tb00522.x" TargetMode="Externa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f6ef604f7d_2_24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f6ef604f7d_2_24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fadd6647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fadd6647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f860396d74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f860396d74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f6ef604f7d_2_25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f6ef604f7d_2_25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f6ef604f7d_2_25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f6ef604f7d_2_25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f9afcb09b7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f9afcb09b7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https://www.truity.com/public/documents/TruityPersonalityAtlas-KeyResearchFindings.pdf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https://personas360.com/big-5-around-the-world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f9b09625b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f9b09625b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https://doi.org/10.1111/j.1467-6494.1996.tb00522.x</a:t>
            </a:r>
            <a:r>
              <a:rPr lang="en"/>
              <a:t> – twins raised in the same house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add66470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fadd66470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f9afcb09b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f9afcb09b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Friedman and Rosenman claimed Type A behavior was a major independent risk factor for coronary heart disease. The Western Collaborative Group Study supported it. It was taken seriously enough that a 1981 review panel classified Type A personality as an established risk factor. Larger later studies failed to replicate this- some found Type A patients actually had better survival after a cardiac event. However, research that broke Type A into components found that hostility and chronic anger have a modest association with cardiovascular risk. There's also work linking Type D personality and chronic stress/depression to cardiac outcomes.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So basically the association to cardiac outcomes was not “personality” but chronic anger, stress, and depression.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some of the early Type A studies received tobacco industry funding, which had an interest in promoting personality (rather than smoking) as the driver of heart disease.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f6ef604f7d_2_25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f6ef604f7d_2_25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3f9afcb09b7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3f9afcb09b7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f9afcb09b7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f9afcb09b7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f9afcb09b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f9afcb09b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f6ef604f7d_2_25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f6ef604f7d_2_25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fb0eb76bc2_5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fb0eb76bc2_52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point is that the way people treated you made you believe something about yourself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f6ef604f7d_2_25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f6ef604f7d_2_25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f9afcb09b7_0_1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f9afcb09b7_0_1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f9afcb09b7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f9afcb09b7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f6ef604f7d_2_25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f6ef604f7d_2_25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81256" y="500006"/>
            <a:ext cx="8499600" cy="4419900"/>
          </a:xfrm>
          <a:prstGeom prst="rect">
            <a:avLst/>
          </a:prstGeom>
          <a:solidFill>
            <a:schemeClr val="accent3"/>
          </a:solidFill>
          <a:ln w="71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371014" y="294019"/>
            <a:ext cx="8499600" cy="4419900"/>
          </a:xfrm>
          <a:prstGeom prst="rect">
            <a:avLst/>
          </a:prstGeom>
          <a:solidFill>
            <a:schemeClr val="lt2"/>
          </a:solidFill>
          <a:ln w="143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655020" y="1303181"/>
            <a:ext cx="37209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4848116" y="1303181"/>
            <a:ext cx="3720600" cy="5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1">
                <a:solidFill>
                  <a:schemeClr val="lt2"/>
                </a:solidFill>
                <a:highlight>
                  <a:schemeClr val="accent3"/>
                </a:highlight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55013" y="570075"/>
            <a:ext cx="791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3"/>
          </p:nvPr>
        </p:nvSpPr>
        <p:spPr>
          <a:xfrm>
            <a:off x="655012" y="2005950"/>
            <a:ext cx="37206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4"/>
          </p:nvPr>
        </p:nvSpPr>
        <p:spPr>
          <a:xfrm>
            <a:off x="4848109" y="1997138"/>
            <a:ext cx="3720900" cy="23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13"/>
          <p:cNvGrpSpPr/>
          <p:nvPr/>
        </p:nvGrpSpPr>
        <p:grpSpPr>
          <a:xfrm>
            <a:off x="8049188" y="424894"/>
            <a:ext cx="553294" cy="665606"/>
            <a:chOff x="4038950" y="1664675"/>
            <a:chExt cx="737725" cy="887475"/>
          </a:xfrm>
        </p:grpSpPr>
        <p:sp>
          <p:nvSpPr>
            <p:cNvPr id="60" name="Google Shape;60;p13"/>
            <p:cNvSpPr/>
            <p:nvPr/>
          </p:nvSpPr>
          <p:spPr>
            <a:xfrm>
              <a:off x="4038950" y="22551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33150" y="1664675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506675" y="2089550"/>
              <a:ext cx="270000" cy="297000"/>
            </a:xfrm>
            <a:custGeom>
              <a:avLst/>
              <a:gdLst/>
              <a:ahLst/>
              <a:cxnLst/>
              <a:rect l="l" t="t" r="r" b="b"/>
              <a:pathLst>
                <a:path w="2160000" h="2160000" extrusionOk="0">
                  <a:moveTo>
                    <a:pt x="1095825" y="0"/>
                  </a:moveTo>
                  <a:lnTo>
                    <a:pt x="1108157" y="0"/>
                  </a:lnTo>
                  <a:lnTo>
                    <a:pt x="1113289" y="101634"/>
                  </a:lnTo>
                  <a:cubicBezTo>
                    <a:pt x="1164909" y="609924"/>
                    <a:pt x="1568999" y="1014015"/>
                    <a:pt x="2077289" y="1065634"/>
                  </a:cubicBezTo>
                  <a:lnTo>
                    <a:pt x="2160000" y="1069811"/>
                  </a:lnTo>
                  <a:lnTo>
                    <a:pt x="2160000" y="1089613"/>
                  </a:lnTo>
                  <a:lnTo>
                    <a:pt x="2143732" y="1088791"/>
                  </a:lnTo>
                  <a:cubicBezTo>
                    <a:pt x="1584543" y="1088791"/>
                    <a:pt x="1124615" y="1513770"/>
                    <a:pt x="1069308" y="2058367"/>
                  </a:cubicBezTo>
                  <a:lnTo>
                    <a:pt x="1064176" y="2160000"/>
                  </a:lnTo>
                  <a:lnTo>
                    <a:pt x="1051844" y="2160000"/>
                  </a:lnTo>
                  <a:lnTo>
                    <a:pt x="1046712" y="2058367"/>
                  </a:lnTo>
                  <a:cubicBezTo>
                    <a:pt x="995093" y="1550077"/>
                    <a:pt x="591002" y="1145987"/>
                    <a:pt x="82712" y="1094367"/>
                  </a:cubicBezTo>
                  <a:lnTo>
                    <a:pt x="0" y="1090190"/>
                  </a:lnTo>
                  <a:lnTo>
                    <a:pt x="0" y="1070389"/>
                  </a:lnTo>
                  <a:lnTo>
                    <a:pt x="16269" y="1071210"/>
                  </a:lnTo>
                  <a:cubicBezTo>
                    <a:pt x="575458" y="1071210"/>
                    <a:pt x="1035386" y="646231"/>
                    <a:pt x="1090693" y="10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8" name="Google Shape;108;p24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27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27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27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27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32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163" name="Google Shape;163;p32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164" name="Google Shape;164;p32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2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2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2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2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2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2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2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2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2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2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2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32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2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32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32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32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32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32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183" name="Google Shape;183;p32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2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2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32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2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2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32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32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32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32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2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2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32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2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32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32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2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32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32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_COLUMN_TEXT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5"/>
          <p:cNvGrpSpPr/>
          <p:nvPr/>
        </p:nvGrpSpPr>
        <p:grpSpPr>
          <a:xfrm>
            <a:off x="0" y="-23075"/>
            <a:ext cx="9144004" cy="5166575"/>
            <a:chOff x="0" y="-23075"/>
            <a:chExt cx="9144004" cy="5166575"/>
          </a:xfrm>
        </p:grpSpPr>
        <p:pic>
          <p:nvPicPr>
            <p:cNvPr id="217" name="Google Shape;217;p3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0" y="0"/>
              <a:ext cx="9143999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2638425"/>
              <a:ext cx="9144000" cy="2505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35"/>
            <p:cNvPicPr preferRelativeResize="0"/>
            <p:nvPr/>
          </p:nvPicPr>
          <p:blipFill rotWithShape="1">
            <a:blip r:embed="rId4">
              <a:alphaModFix/>
            </a:blip>
            <a:srcRect r="60051"/>
            <a:stretch/>
          </p:blipFill>
          <p:spPr>
            <a:xfrm>
              <a:off x="7405025" y="0"/>
              <a:ext cx="1738975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35"/>
            <p:cNvPicPr preferRelativeResize="0"/>
            <p:nvPr/>
          </p:nvPicPr>
          <p:blipFill rotWithShape="1">
            <a:blip r:embed="rId5">
              <a:alphaModFix amt="70000"/>
            </a:blip>
            <a:srcRect r="58222"/>
            <a:stretch/>
          </p:blipFill>
          <p:spPr>
            <a:xfrm>
              <a:off x="7478654" y="-23075"/>
              <a:ext cx="1665350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35"/>
            <p:cNvPicPr preferRelativeResize="0"/>
            <p:nvPr/>
          </p:nvPicPr>
          <p:blipFill rotWithShape="1">
            <a:blip r:embed="rId3">
              <a:alphaModFix/>
            </a:blip>
            <a:srcRect l="15896" t="5940" b="50158"/>
            <a:stretch/>
          </p:blipFill>
          <p:spPr>
            <a:xfrm>
              <a:off x="0" y="3835850"/>
              <a:ext cx="9144000" cy="1307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720000" y="1683400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4" name="Google Shape;234;p38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38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0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46" name="Google Shape;246;p40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2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42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3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4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4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5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6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48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8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9" name="Google Shape;279;p48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49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9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9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8" name="Google Shape;288;p49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49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49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49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2" name="Google Shape;292;p49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3" name="Google Shape;293;p49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4" name="Google Shape;294;p49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0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50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50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0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50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50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50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5" name="Google Shape;305;p50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6" name="Google Shape;306;p50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7" name="Google Shape;307;p50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8" name="Google Shape;308;p50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09" name="Google Shape;309;p50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51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2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52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52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54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324" name="Google Shape;324;p54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325" name="Google Shape;325;p54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54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4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4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54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4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4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54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4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54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54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54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54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54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54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54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54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54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54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344" name="Google Shape;344;p54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54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54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54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54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54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54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54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54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4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4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4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4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54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54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54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54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54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4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6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56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7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3" name="Google Shape;373;p57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4" name="Google Shape;374;p57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59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59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59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85" name="Google Shape;385;p59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61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61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61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2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63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63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64"/>
          <p:cNvSpPr txBox="1">
            <a:spLocks noGrp="1"/>
          </p:cNvSpPr>
          <p:nvPr>
            <p:ph type="title"/>
          </p:nvPr>
        </p:nvSpPr>
        <p:spPr>
          <a:xfrm>
            <a:off x="1397250" y="3815300"/>
            <a:ext cx="6349500" cy="78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65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8" name="Google Shape;408;p65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67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67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67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67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7" name="Google Shape;417;p67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18" name="Google Shape;418;p67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68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68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68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68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68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7" name="Google Shape;427;p68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68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68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0" name="Google Shape;430;p68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1" name="Google Shape;431;p68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2" name="Google Shape;432;p68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33" name="Google Shape;433;p68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69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4" name="Google Shape;444;p69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5" name="Google Shape;445;p69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6" name="Google Shape;446;p69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7" name="Google Shape;447;p69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8" name="Google Shape;448;p69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70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0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71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71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71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73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463" name="Google Shape;463;p73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464" name="Google Shape;464;p73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73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73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73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73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73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73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73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73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73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73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73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73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73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73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73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73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73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73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483" name="Google Shape;483;p73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73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73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73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73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73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73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73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73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73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73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73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73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73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73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73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73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73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73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4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4" name="Google Shape;504;p74"/>
          <p:cNvGrpSpPr/>
          <p:nvPr/>
        </p:nvGrpSpPr>
        <p:grpSpPr>
          <a:xfrm>
            <a:off x="0" y="-349287"/>
            <a:ext cx="9649237" cy="6219739"/>
            <a:chOff x="0" y="-349287"/>
            <a:chExt cx="9649237" cy="6219739"/>
          </a:xfrm>
        </p:grpSpPr>
        <p:sp>
          <p:nvSpPr>
            <p:cNvPr id="505" name="Google Shape;505;p74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4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74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4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4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4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4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4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4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4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74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74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3" r:id="rId3"/>
    <p:sldLayoutId id="2147483665" r:id="rId4"/>
    <p:sldLayoutId id="2147483666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8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4"/>
          <p:cNvSpPr txBox="1">
            <a:spLocks noGrp="1"/>
          </p:cNvSpPr>
          <p:nvPr>
            <p:ph type="ctrTitle"/>
          </p:nvPr>
        </p:nvSpPr>
        <p:spPr>
          <a:xfrm>
            <a:off x="713225" y="4633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Personality &amp; Sociology</a:t>
            </a:r>
            <a:endParaRPr sz="4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A8917"/>
                </a:solidFill>
              </a:rPr>
              <a:t>Personalidad &amp; sociología</a:t>
            </a:r>
            <a:endParaRPr sz="4300">
              <a:solidFill>
                <a:srgbClr val="3A891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300"/>
          </a:p>
        </p:txBody>
      </p:sp>
      <p:grpSp>
        <p:nvGrpSpPr>
          <p:cNvPr id="673" name="Google Shape;673;p94"/>
          <p:cNvGrpSpPr/>
          <p:nvPr/>
        </p:nvGrpSpPr>
        <p:grpSpPr>
          <a:xfrm>
            <a:off x="8202246" y="1499309"/>
            <a:ext cx="858731" cy="1639529"/>
            <a:chOff x="3994396" y="1674709"/>
            <a:chExt cx="858731" cy="1639529"/>
          </a:xfrm>
        </p:grpSpPr>
        <p:sp>
          <p:nvSpPr>
            <p:cNvPr id="674" name="Google Shape;674;p94"/>
            <p:cNvSpPr/>
            <p:nvPr/>
          </p:nvSpPr>
          <p:spPr>
            <a:xfrm>
              <a:off x="3994396" y="2913152"/>
              <a:ext cx="858731" cy="401085"/>
            </a:xfrm>
            <a:custGeom>
              <a:avLst/>
              <a:gdLst/>
              <a:ahLst/>
              <a:cxnLst/>
              <a:rect l="l" t="t" r="r" b="b"/>
              <a:pathLst>
                <a:path w="294086" h="137358" extrusionOk="0">
                  <a:moveTo>
                    <a:pt x="247795" y="11716"/>
                  </a:moveTo>
                  <a:cubicBezTo>
                    <a:pt x="249891" y="10763"/>
                    <a:pt x="251986" y="9906"/>
                    <a:pt x="254177" y="9144"/>
                  </a:cubicBezTo>
                  <a:cubicBezTo>
                    <a:pt x="254558" y="9049"/>
                    <a:pt x="255034" y="8954"/>
                    <a:pt x="255415" y="8858"/>
                  </a:cubicBezTo>
                  <a:cubicBezTo>
                    <a:pt x="260559" y="7430"/>
                    <a:pt x="261987" y="7049"/>
                    <a:pt x="267131" y="6858"/>
                  </a:cubicBezTo>
                  <a:cubicBezTo>
                    <a:pt x="271798" y="6668"/>
                    <a:pt x="275513" y="7049"/>
                    <a:pt x="280085" y="6858"/>
                  </a:cubicBezTo>
                  <a:cubicBezTo>
                    <a:pt x="283323" y="6858"/>
                    <a:pt x="287229" y="6286"/>
                    <a:pt x="290467" y="5429"/>
                  </a:cubicBezTo>
                  <a:cubicBezTo>
                    <a:pt x="291134" y="5429"/>
                    <a:pt x="291610" y="5239"/>
                    <a:pt x="291705" y="5144"/>
                  </a:cubicBezTo>
                  <a:cubicBezTo>
                    <a:pt x="291705" y="5144"/>
                    <a:pt x="291705" y="5144"/>
                    <a:pt x="291705" y="5144"/>
                  </a:cubicBezTo>
                  <a:cubicBezTo>
                    <a:pt x="292563" y="4858"/>
                    <a:pt x="293420" y="4667"/>
                    <a:pt x="294087" y="4286"/>
                  </a:cubicBezTo>
                  <a:cubicBezTo>
                    <a:pt x="294087" y="4286"/>
                    <a:pt x="291420" y="4001"/>
                    <a:pt x="287514" y="3620"/>
                  </a:cubicBezTo>
                  <a:lnTo>
                    <a:pt x="287514" y="3620"/>
                  </a:lnTo>
                  <a:cubicBezTo>
                    <a:pt x="276370" y="2477"/>
                    <a:pt x="254558" y="286"/>
                    <a:pt x="248843" y="0"/>
                  </a:cubicBezTo>
                  <a:cubicBezTo>
                    <a:pt x="244938" y="1715"/>
                    <a:pt x="237889" y="6953"/>
                    <a:pt x="237889" y="6953"/>
                  </a:cubicBezTo>
                  <a:cubicBezTo>
                    <a:pt x="238270" y="7430"/>
                    <a:pt x="239508" y="7715"/>
                    <a:pt x="241032" y="7906"/>
                  </a:cubicBezTo>
                  <a:cubicBezTo>
                    <a:pt x="236175" y="11144"/>
                    <a:pt x="229888" y="14383"/>
                    <a:pt x="222459" y="17431"/>
                  </a:cubicBezTo>
                  <a:cubicBezTo>
                    <a:pt x="218363" y="19145"/>
                    <a:pt x="213886" y="20765"/>
                    <a:pt x="209981" y="22479"/>
                  </a:cubicBezTo>
                  <a:cubicBezTo>
                    <a:pt x="197694" y="27718"/>
                    <a:pt x="181692" y="35528"/>
                    <a:pt x="176834" y="39338"/>
                  </a:cubicBezTo>
                  <a:cubicBezTo>
                    <a:pt x="174738" y="40958"/>
                    <a:pt x="171976" y="42577"/>
                    <a:pt x="168928" y="44101"/>
                  </a:cubicBezTo>
                  <a:cubicBezTo>
                    <a:pt x="167214" y="43910"/>
                    <a:pt x="165404" y="43815"/>
                    <a:pt x="163594" y="43720"/>
                  </a:cubicBezTo>
                  <a:cubicBezTo>
                    <a:pt x="163594" y="43720"/>
                    <a:pt x="163594" y="43529"/>
                    <a:pt x="163594" y="43434"/>
                  </a:cubicBezTo>
                  <a:cubicBezTo>
                    <a:pt x="162737" y="43434"/>
                    <a:pt x="161880" y="43434"/>
                    <a:pt x="161022" y="43434"/>
                  </a:cubicBezTo>
                  <a:cubicBezTo>
                    <a:pt x="160737" y="43434"/>
                    <a:pt x="160451" y="43434"/>
                    <a:pt x="160165" y="43434"/>
                  </a:cubicBezTo>
                  <a:cubicBezTo>
                    <a:pt x="160165" y="43434"/>
                    <a:pt x="160070" y="43434"/>
                    <a:pt x="159975" y="43529"/>
                  </a:cubicBezTo>
                  <a:cubicBezTo>
                    <a:pt x="157974" y="43529"/>
                    <a:pt x="156069" y="43625"/>
                    <a:pt x="154069" y="43720"/>
                  </a:cubicBezTo>
                  <a:cubicBezTo>
                    <a:pt x="153974" y="42005"/>
                    <a:pt x="154069" y="40672"/>
                    <a:pt x="154545" y="40100"/>
                  </a:cubicBezTo>
                  <a:cubicBezTo>
                    <a:pt x="163785" y="30385"/>
                    <a:pt x="162546" y="21812"/>
                    <a:pt x="172071" y="12097"/>
                  </a:cubicBezTo>
                  <a:cubicBezTo>
                    <a:pt x="173119" y="11049"/>
                    <a:pt x="174167" y="10192"/>
                    <a:pt x="175596" y="9334"/>
                  </a:cubicBezTo>
                  <a:cubicBezTo>
                    <a:pt x="175691" y="9334"/>
                    <a:pt x="175786" y="9334"/>
                    <a:pt x="175977" y="9334"/>
                  </a:cubicBezTo>
                  <a:cubicBezTo>
                    <a:pt x="176643" y="9334"/>
                    <a:pt x="177215" y="9430"/>
                    <a:pt x="178072" y="9334"/>
                  </a:cubicBezTo>
                  <a:cubicBezTo>
                    <a:pt x="179310" y="9144"/>
                    <a:pt x="180168" y="8763"/>
                    <a:pt x="181025" y="8382"/>
                  </a:cubicBezTo>
                  <a:cubicBezTo>
                    <a:pt x="184644" y="6668"/>
                    <a:pt x="185597" y="6191"/>
                    <a:pt x="190836" y="5429"/>
                  </a:cubicBezTo>
                  <a:cubicBezTo>
                    <a:pt x="195598" y="4667"/>
                    <a:pt x="200170" y="4572"/>
                    <a:pt x="204837" y="3905"/>
                  </a:cubicBezTo>
                  <a:cubicBezTo>
                    <a:pt x="209600" y="3239"/>
                    <a:pt x="215029" y="1810"/>
                    <a:pt x="216363" y="286"/>
                  </a:cubicBezTo>
                  <a:lnTo>
                    <a:pt x="190836" y="286"/>
                  </a:lnTo>
                  <a:cubicBezTo>
                    <a:pt x="181882" y="762"/>
                    <a:pt x="170262" y="1905"/>
                    <a:pt x="161213" y="2572"/>
                  </a:cubicBezTo>
                  <a:cubicBezTo>
                    <a:pt x="159498" y="4382"/>
                    <a:pt x="159213" y="9239"/>
                    <a:pt x="159213" y="9239"/>
                  </a:cubicBezTo>
                  <a:cubicBezTo>
                    <a:pt x="159498" y="9239"/>
                    <a:pt x="159879" y="9334"/>
                    <a:pt x="160165" y="9430"/>
                  </a:cubicBezTo>
                  <a:cubicBezTo>
                    <a:pt x="159308" y="12764"/>
                    <a:pt x="156831" y="16193"/>
                    <a:pt x="152545" y="19717"/>
                  </a:cubicBezTo>
                  <a:cubicBezTo>
                    <a:pt x="150354" y="21527"/>
                    <a:pt x="147783" y="23241"/>
                    <a:pt x="145782" y="25051"/>
                  </a:cubicBezTo>
                  <a:cubicBezTo>
                    <a:pt x="139591" y="30575"/>
                    <a:pt x="132543" y="38481"/>
                    <a:pt x="132352" y="42005"/>
                  </a:cubicBezTo>
                  <a:cubicBezTo>
                    <a:pt x="132352" y="43244"/>
                    <a:pt x="131685" y="44387"/>
                    <a:pt x="130828" y="45625"/>
                  </a:cubicBezTo>
                  <a:cubicBezTo>
                    <a:pt x="130638" y="45625"/>
                    <a:pt x="130352" y="45625"/>
                    <a:pt x="130161" y="45625"/>
                  </a:cubicBezTo>
                  <a:cubicBezTo>
                    <a:pt x="130161" y="45625"/>
                    <a:pt x="130161" y="45625"/>
                    <a:pt x="130161" y="45625"/>
                  </a:cubicBezTo>
                  <a:cubicBezTo>
                    <a:pt x="128352" y="45815"/>
                    <a:pt x="126447" y="46101"/>
                    <a:pt x="124637" y="46292"/>
                  </a:cubicBezTo>
                  <a:cubicBezTo>
                    <a:pt x="124637" y="46292"/>
                    <a:pt x="124637" y="46292"/>
                    <a:pt x="124637" y="46292"/>
                  </a:cubicBezTo>
                  <a:lnTo>
                    <a:pt x="124637" y="46292"/>
                  </a:lnTo>
                  <a:cubicBezTo>
                    <a:pt x="121589" y="50102"/>
                    <a:pt x="118541" y="53912"/>
                    <a:pt x="115302" y="57722"/>
                  </a:cubicBezTo>
                  <a:cubicBezTo>
                    <a:pt x="112731" y="60770"/>
                    <a:pt x="114159" y="62579"/>
                    <a:pt x="107206" y="65437"/>
                  </a:cubicBezTo>
                  <a:cubicBezTo>
                    <a:pt x="102253" y="67437"/>
                    <a:pt x="98729" y="69533"/>
                    <a:pt x="96443" y="71628"/>
                  </a:cubicBezTo>
                  <a:cubicBezTo>
                    <a:pt x="94538" y="71628"/>
                    <a:pt x="92633" y="71819"/>
                    <a:pt x="90823" y="71819"/>
                  </a:cubicBezTo>
                  <a:cubicBezTo>
                    <a:pt x="90823" y="72962"/>
                    <a:pt x="91299" y="74009"/>
                    <a:pt x="91776" y="75057"/>
                  </a:cubicBezTo>
                  <a:cubicBezTo>
                    <a:pt x="91966" y="75343"/>
                    <a:pt x="92157" y="75629"/>
                    <a:pt x="92252" y="76009"/>
                  </a:cubicBezTo>
                  <a:cubicBezTo>
                    <a:pt x="90156" y="76772"/>
                    <a:pt x="87870" y="77438"/>
                    <a:pt x="85489" y="78105"/>
                  </a:cubicBezTo>
                  <a:cubicBezTo>
                    <a:pt x="77964" y="80201"/>
                    <a:pt x="68439" y="84011"/>
                    <a:pt x="64058" y="86011"/>
                  </a:cubicBezTo>
                  <a:cubicBezTo>
                    <a:pt x="63010" y="86487"/>
                    <a:pt x="62153" y="86963"/>
                    <a:pt x="61486" y="87440"/>
                  </a:cubicBezTo>
                  <a:cubicBezTo>
                    <a:pt x="58819" y="89630"/>
                    <a:pt x="58438" y="91631"/>
                    <a:pt x="57676" y="94107"/>
                  </a:cubicBezTo>
                  <a:cubicBezTo>
                    <a:pt x="57676" y="94393"/>
                    <a:pt x="57486" y="94774"/>
                    <a:pt x="57295" y="95059"/>
                  </a:cubicBezTo>
                  <a:cubicBezTo>
                    <a:pt x="56247" y="95250"/>
                    <a:pt x="55200" y="95441"/>
                    <a:pt x="54152" y="95726"/>
                  </a:cubicBezTo>
                  <a:cubicBezTo>
                    <a:pt x="52342" y="99251"/>
                    <a:pt x="51009" y="102870"/>
                    <a:pt x="50247" y="106299"/>
                  </a:cubicBezTo>
                  <a:cubicBezTo>
                    <a:pt x="50056" y="107347"/>
                    <a:pt x="49770" y="108395"/>
                    <a:pt x="50532" y="109252"/>
                  </a:cubicBezTo>
                  <a:cubicBezTo>
                    <a:pt x="50628" y="109347"/>
                    <a:pt x="50818" y="109538"/>
                    <a:pt x="50913" y="109633"/>
                  </a:cubicBezTo>
                  <a:cubicBezTo>
                    <a:pt x="51104" y="109728"/>
                    <a:pt x="51485" y="109823"/>
                    <a:pt x="51675" y="110014"/>
                  </a:cubicBezTo>
                  <a:cubicBezTo>
                    <a:pt x="50818" y="111347"/>
                    <a:pt x="50151" y="112586"/>
                    <a:pt x="49675" y="113824"/>
                  </a:cubicBezTo>
                  <a:cubicBezTo>
                    <a:pt x="51009" y="113824"/>
                    <a:pt x="49675" y="113824"/>
                    <a:pt x="51104" y="113824"/>
                  </a:cubicBezTo>
                  <a:cubicBezTo>
                    <a:pt x="51866" y="113824"/>
                    <a:pt x="52723" y="113729"/>
                    <a:pt x="53485" y="113633"/>
                  </a:cubicBezTo>
                  <a:cubicBezTo>
                    <a:pt x="53104" y="114109"/>
                    <a:pt x="52628" y="114586"/>
                    <a:pt x="51866" y="115062"/>
                  </a:cubicBezTo>
                  <a:cubicBezTo>
                    <a:pt x="52437" y="115062"/>
                    <a:pt x="53295" y="115062"/>
                    <a:pt x="54152" y="114967"/>
                  </a:cubicBezTo>
                  <a:cubicBezTo>
                    <a:pt x="53390" y="116110"/>
                    <a:pt x="52628" y="117158"/>
                    <a:pt x="52056" y="118015"/>
                  </a:cubicBezTo>
                  <a:cubicBezTo>
                    <a:pt x="51771" y="117920"/>
                    <a:pt x="51580" y="117729"/>
                    <a:pt x="51294" y="117634"/>
                  </a:cubicBezTo>
                  <a:cubicBezTo>
                    <a:pt x="48151" y="118110"/>
                    <a:pt x="45389" y="118777"/>
                    <a:pt x="42722" y="119634"/>
                  </a:cubicBezTo>
                  <a:cubicBezTo>
                    <a:pt x="43103" y="118396"/>
                    <a:pt x="42722" y="117158"/>
                    <a:pt x="41198" y="116205"/>
                  </a:cubicBezTo>
                  <a:cubicBezTo>
                    <a:pt x="37864" y="114014"/>
                    <a:pt x="28434" y="112967"/>
                    <a:pt x="18338" y="114205"/>
                  </a:cubicBezTo>
                  <a:cubicBezTo>
                    <a:pt x="23291" y="114395"/>
                    <a:pt x="25386" y="115919"/>
                    <a:pt x="24434" y="117539"/>
                  </a:cubicBezTo>
                  <a:cubicBezTo>
                    <a:pt x="23481" y="119158"/>
                    <a:pt x="20148" y="120872"/>
                    <a:pt x="16433" y="122492"/>
                  </a:cubicBezTo>
                  <a:cubicBezTo>
                    <a:pt x="12718" y="124111"/>
                    <a:pt x="8622" y="125635"/>
                    <a:pt x="5479" y="127254"/>
                  </a:cubicBezTo>
                  <a:cubicBezTo>
                    <a:pt x="-236" y="130302"/>
                    <a:pt x="-1760" y="133636"/>
                    <a:pt x="2241" y="135827"/>
                  </a:cubicBezTo>
                  <a:cubicBezTo>
                    <a:pt x="3860" y="136684"/>
                    <a:pt x="6717" y="137446"/>
                    <a:pt x="10813" y="137351"/>
                  </a:cubicBezTo>
                  <a:cubicBezTo>
                    <a:pt x="14909" y="137255"/>
                    <a:pt x="19386" y="136303"/>
                    <a:pt x="23291" y="135446"/>
                  </a:cubicBezTo>
                  <a:cubicBezTo>
                    <a:pt x="24434" y="135160"/>
                    <a:pt x="25958" y="134779"/>
                    <a:pt x="27577" y="134398"/>
                  </a:cubicBezTo>
                  <a:cubicBezTo>
                    <a:pt x="33197" y="135255"/>
                    <a:pt x="41484" y="135255"/>
                    <a:pt x="49294" y="134684"/>
                  </a:cubicBezTo>
                  <a:cubicBezTo>
                    <a:pt x="55771" y="134207"/>
                    <a:pt x="62820" y="133350"/>
                    <a:pt x="68916" y="132017"/>
                  </a:cubicBezTo>
                  <a:cubicBezTo>
                    <a:pt x="77869" y="130016"/>
                    <a:pt x="77679" y="128873"/>
                    <a:pt x="81584" y="126302"/>
                  </a:cubicBezTo>
                  <a:cubicBezTo>
                    <a:pt x="80441" y="127064"/>
                    <a:pt x="77488" y="127540"/>
                    <a:pt x="74726" y="127635"/>
                  </a:cubicBezTo>
                  <a:cubicBezTo>
                    <a:pt x="74726" y="127635"/>
                    <a:pt x="74726" y="127635"/>
                    <a:pt x="74726" y="127635"/>
                  </a:cubicBezTo>
                  <a:cubicBezTo>
                    <a:pt x="75488" y="126968"/>
                    <a:pt x="75964" y="126397"/>
                    <a:pt x="76250" y="125730"/>
                  </a:cubicBezTo>
                  <a:cubicBezTo>
                    <a:pt x="76631" y="125063"/>
                    <a:pt x="76917" y="124397"/>
                    <a:pt x="78060" y="123730"/>
                  </a:cubicBezTo>
                  <a:cubicBezTo>
                    <a:pt x="79107" y="123063"/>
                    <a:pt x="80917" y="122492"/>
                    <a:pt x="82632" y="121920"/>
                  </a:cubicBezTo>
                  <a:cubicBezTo>
                    <a:pt x="83394" y="121730"/>
                    <a:pt x="84156" y="121444"/>
                    <a:pt x="84537" y="121158"/>
                  </a:cubicBezTo>
                  <a:cubicBezTo>
                    <a:pt x="85584" y="120396"/>
                    <a:pt x="81489" y="120587"/>
                    <a:pt x="83203" y="119634"/>
                  </a:cubicBezTo>
                  <a:cubicBezTo>
                    <a:pt x="83584" y="119348"/>
                    <a:pt x="84441" y="119158"/>
                    <a:pt x="84251" y="118872"/>
                  </a:cubicBezTo>
                  <a:cubicBezTo>
                    <a:pt x="84251" y="118777"/>
                    <a:pt x="83775" y="118682"/>
                    <a:pt x="83775" y="118586"/>
                  </a:cubicBezTo>
                  <a:cubicBezTo>
                    <a:pt x="83775" y="118396"/>
                    <a:pt x="84632" y="118205"/>
                    <a:pt x="84918" y="118015"/>
                  </a:cubicBezTo>
                  <a:cubicBezTo>
                    <a:pt x="85299" y="117729"/>
                    <a:pt x="85013" y="117539"/>
                    <a:pt x="84632" y="117443"/>
                  </a:cubicBezTo>
                  <a:cubicBezTo>
                    <a:pt x="84251" y="117253"/>
                    <a:pt x="83775" y="117158"/>
                    <a:pt x="83679" y="116967"/>
                  </a:cubicBezTo>
                  <a:cubicBezTo>
                    <a:pt x="83489" y="116205"/>
                    <a:pt x="84346" y="115443"/>
                    <a:pt x="80441" y="115729"/>
                  </a:cubicBezTo>
                  <a:cubicBezTo>
                    <a:pt x="78536" y="115824"/>
                    <a:pt x="76250" y="116015"/>
                    <a:pt x="73678" y="116300"/>
                  </a:cubicBezTo>
                  <a:lnTo>
                    <a:pt x="76155" y="113919"/>
                  </a:lnTo>
                  <a:cubicBezTo>
                    <a:pt x="78060" y="113824"/>
                    <a:pt x="79298" y="113729"/>
                    <a:pt x="79298" y="113633"/>
                  </a:cubicBezTo>
                  <a:cubicBezTo>
                    <a:pt x="79965" y="113157"/>
                    <a:pt x="79965" y="112681"/>
                    <a:pt x="80346" y="112014"/>
                  </a:cubicBezTo>
                  <a:cubicBezTo>
                    <a:pt x="86251" y="111443"/>
                    <a:pt x="93204" y="109823"/>
                    <a:pt x="99967" y="107918"/>
                  </a:cubicBezTo>
                  <a:cubicBezTo>
                    <a:pt x="100062" y="107918"/>
                    <a:pt x="100253" y="107918"/>
                    <a:pt x="100348" y="107918"/>
                  </a:cubicBezTo>
                  <a:cubicBezTo>
                    <a:pt x="100539" y="107918"/>
                    <a:pt x="100634" y="107823"/>
                    <a:pt x="100824" y="107728"/>
                  </a:cubicBezTo>
                  <a:cubicBezTo>
                    <a:pt x="107682" y="105728"/>
                    <a:pt x="114159" y="103537"/>
                    <a:pt x="118922" y="102299"/>
                  </a:cubicBezTo>
                  <a:cubicBezTo>
                    <a:pt x="120351" y="101918"/>
                    <a:pt x="121875" y="101441"/>
                    <a:pt x="122922" y="100965"/>
                  </a:cubicBezTo>
                  <a:cubicBezTo>
                    <a:pt x="125018" y="100013"/>
                    <a:pt x="125304" y="99060"/>
                    <a:pt x="125589" y="98203"/>
                  </a:cubicBezTo>
                  <a:cubicBezTo>
                    <a:pt x="127971" y="90773"/>
                    <a:pt x="136924" y="83915"/>
                    <a:pt x="149497" y="76772"/>
                  </a:cubicBezTo>
                  <a:cubicBezTo>
                    <a:pt x="154164" y="75248"/>
                    <a:pt x="157498" y="74200"/>
                    <a:pt x="157498" y="74200"/>
                  </a:cubicBezTo>
                  <a:cubicBezTo>
                    <a:pt x="158927" y="73533"/>
                    <a:pt x="163118" y="72866"/>
                    <a:pt x="165404" y="72390"/>
                  </a:cubicBezTo>
                  <a:cubicBezTo>
                    <a:pt x="168642" y="71723"/>
                    <a:pt x="171690" y="71057"/>
                    <a:pt x="174834" y="70390"/>
                  </a:cubicBezTo>
                  <a:cubicBezTo>
                    <a:pt x="176834" y="69914"/>
                    <a:pt x="178739" y="69342"/>
                    <a:pt x="180168" y="68866"/>
                  </a:cubicBezTo>
                  <a:cubicBezTo>
                    <a:pt x="182358" y="68104"/>
                    <a:pt x="183501" y="67151"/>
                    <a:pt x="183311" y="66389"/>
                  </a:cubicBezTo>
                  <a:lnTo>
                    <a:pt x="183311" y="66104"/>
                  </a:lnTo>
                  <a:cubicBezTo>
                    <a:pt x="182358" y="65437"/>
                    <a:pt x="176548" y="65437"/>
                    <a:pt x="176739" y="65056"/>
                  </a:cubicBezTo>
                  <a:cubicBezTo>
                    <a:pt x="177310" y="64103"/>
                    <a:pt x="174834" y="64008"/>
                    <a:pt x="172929" y="65056"/>
                  </a:cubicBezTo>
                  <a:cubicBezTo>
                    <a:pt x="171405" y="65913"/>
                    <a:pt x="171690" y="66770"/>
                    <a:pt x="168547" y="67342"/>
                  </a:cubicBezTo>
                  <a:cubicBezTo>
                    <a:pt x="167309" y="67532"/>
                    <a:pt x="165690" y="67628"/>
                    <a:pt x="164261" y="67913"/>
                  </a:cubicBezTo>
                  <a:cubicBezTo>
                    <a:pt x="162642" y="68199"/>
                    <a:pt x="161022" y="68675"/>
                    <a:pt x="159403" y="69056"/>
                  </a:cubicBezTo>
                  <a:cubicBezTo>
                    <a:pt x="159213" y="69056"/>
                    <a:pt x="159117" y="69056"/>
                    <a:pt x="158927" y="69056"/>
                  </a:cubicBezTo>
                  <a:cubicBezTo>
                    <a:pt x="171309" y="61913"/>
                    <a:pt x="182358" y="54674"/>
                    <a:pt x="191121" y="47434"/>
                  </a:cubicBezTo>
                  <a:cubicBezTo>
                    <a:pt x="190264" y="47244"/>
                    <a:pt x="189312" y="47149"/>
                    <a:pt x="188359" y="47054"/>
                  </a:cubicBezTo>
                  <a:cubicBezTo>
                    <a:pt x="191788" y="44006"/>
                    <a:pt x="194741" y="41339"/>
                    <a:pt x="196551" y="40481"/>
                  </a:cubicBezTo>
                  <a:cubicBezTo>
                    <a:pt x="216744" y="31052"/>
                    <a:pt x="226935" y="21527"/>
                    <a:pt x="247414" y="12097"/>
                  </a:cubicBezTo>
                  <a:close/>
                  <a:moveTo>
                    <a:pt x="85013" y="84677"/>
                  </a:moveTo>
                  <a:cubicBezTo>
                    <a:pt x="87299" y="83725"/>
                    <a:pt x="90823" y="82296"/>
                    <a:pt x="94538" y="80772"/>
                  </a:cubicBezTo>
                  <a:cubicBezTo>
                    <a:pt x="95014" y="82010"/>
                    <a:pt x="95586" y="84392"/>
                    <a:pt x="92538" y="85058"/>
                  </a:cubicBezTo>
                  <a:cubicBezTo>
                    <a:pt x="90633" y="85534"/>
                    <a:pt x="87585" y="85725"/>
                    <a:pt x="86918" y="86392"/>
                  </a:cubicBezTo>
                  <a:cubicBezTo>
                    <a:pt x="86537" y="86678"/>
                    <a:pt x="87108" y="86963"/>
                    <a:pt x="87394" y="87154"/>
                  </a:cubicBezTo>
                  <a:cubicBezTo>
                    <a:pt x="88156" y="87821"/>
                    <a:pt x="84537" y="89630"/>
                    <a:pt x="80441" y="91535"/>
                  </a:cubicBezTo>
                  <a:cubicBezTo>
                    <a:pt x="79488" y="91535"/>
                    <a:pt x="78536" y="91726"/>
                    <a:pt x="77583" y="91821"/>
                  </a:cubicBezTo>
                  <a:cubicBezTo>
                    <a:pt x="77583" y="91345"/>
                    <a:pt x="77583" y="90869"/>
                    <a:pt x="77583" y="90488"/>
                  </a:cubicBezTo>
                  <a:cubicBezTo>
                    <a:pt x="77583" y="88678"/>
                    <a:pt x="80250" y="86582"/>
                    <a:pt x="85013" y="84677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94"/>
            <p:cNvSpPr/>
            <p:nvPr/>
          </p:nvSpPr>
          <p:spPr>
            <a:xfrm>
              <a:off x="4557250" y="1705379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3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97"/>
                  </a:cubicBezTo>
                  <a:cubicBezTo>
                    <a:pt x="35921" y="59050"/>
                    <a:pt x="35921" y="56573"/>
                    <a:pt x="37160" y="54287"/>
                  </a:cubicBezTo>
                  <a:cubicBezTo>
                    <a:pt x="37541" y="53620"/>
                    <a:pt x="38207" y="53144"/>
                    <a:pt x="38779" y="52668"/>
                  </a:cubicBezTo>
                  <a:cubicBezTo>
                    <a:pt x="39350" y="52192"/>
                    <a:pt x="39922" y="51525"/>
                    <a:pt x="39827" y="50763"/>
                  </a:cubicBezTo>
                  <a:cubicBezTo>
                    <a:pt x="39827" y="50096"/>
                    <a:pt x="39160" y="49429"/>
                    <a:pt x="39446" y="48858"/>
                  </a:cubicBezTo>
                  <a:cubicBezTo>
                    <a:pt x="39636" y="48477"/>
                    <a:pt x="40017" y="48191"/>
                    <a:pt x="40303" y="47905"/>
                  </a:cubicBezTo>
                  <a:cubicBezTo>
                    <a:pt x="40684" y="47239"/>
                    <a:pt x="40303" y="46381"/>
                    <a:pt x="40303" y="45619"/>
                  </a:cubicBezTo>
                  <a:cubicBezTo>
                    <a:pt x="39922" y="42476"/>
                    <a:pt x="43732" y="43238"/>
                    <a:pt x="43637" y="40857"/>
                  </a:cubicBezTo>
                  <a:cubicBezTo>
                    <a:pt x="43637" y="40000"/>
                    <a:pt x="43160" y="39238"/>
                    <a:pt x="42684" y="38571"/>
                  </a:cubicBezTo>
                  <a:cubicBezTo>
                    <a:pt x="41636" y="36856"/>
                    <a:pt x="40684" y="34951"/>
                    <a:pt x="40493" y="32951"/>
                  </a:cubicBezTo>
                  <a:cubicBezTo>
                    <a:pt x="40208" y="30856"/>
                    <a:pt x="40779" y="28665"/>
                    <a:pt x="41351" y="26665"/>
                  </a:cubicBezTo>
                  <a:cubicBezTo>
                    <a:pt x="41827" y="24760"/>
                    <a:pt x="42113" y="22759"/>
                    <a:pt x="42208" y="20759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94"/>
            <p:cNvSpPr/>
            <p:nvPr/>
          </p:nvSpPr>
          <p:spPr>
            <a:xfrm>
              <a:off x="4595235" y="1920040"/>
              <a:ext cx="170986" cy="428706"/>
            </a:xfrm>
            <a:custGeom>
              <a:avLst/>
              <a:gdLst/>
              <a:ahLst/>
              <a:cxnLst/>
              <a:rect l="l" t="t" r="r" b="b"/>
              <a:pathLst>
                <a:path w="58557" h="146817" extrusionOk="0">
                  <a:moveTo>
                    <a:pt x="57580" y="132387"/>
                  </a:moveTo>
                  <a:cubicBezTo>
                    <a:pt x="56818" y="130768"/>
                    <a:pt x="55675" y="128958"/>
                    <a:pt x="54246" y="127529"/>
                  </a:cubicBezTo>
                  <a:cubicBezTo>
                    <a:pt x="52055" y="125338"/>
                    <a:pt x="49769" y="123243"/>
                    <a:pt x="47388" y="121243"/>
                  </a:cubicBezTo>
                  <a:cubicBezTo>
                    <a:pt x="45674" y="119814"/>
                    <a:pt x="42435" y="117623"/>
                    <a:pt x="41864" y="115528"/>
                  </a:cubicBezTo>
                  <a:cubicBezTo>
                    <a:pt x="41864" y="115528"/>
                    <a:pt x="27481" y="90382"/>
                    <a:pt x="21861" y="81809"/>
                  </a:cubicBezTo>
                  <a:cubicBezTo>
                    <a:pt x="18432" y="76475"/>
                    <a:pt x="17099" y="70189"/>
                    <a:pt x="18242" y="63902"/>
                  </a:cubicBezTo>
                  <a:cubicBezTo>
                    <a:pt x="21194" y="47710"/>
                    <a:pt x="26528" y="16087"/>
                    <a:pt x="25004" y="8276"/>
                  </a:cubicBezTo>
                  <a:cubicBezTo>
                    <a:pt x="23099" y="-2201"/>
                    <a:pt x="8240" y="-2963"/>
                    <a:pt x="5478" y="7324"/>
                  </a:cubicBezTo>
                  <a:cubicBezTo>
                    <a:pt x="5478" y="7514"/>
                    <a:pt x="5478" y="7705"/>
                    <a:pt x="5383" y="7800"/>
                  </a:cubicBezTo>
                  <a:cubicBezTo>
                    <a:pt x="2144" y="21516"/>
                    <a:pt x="2240" y="45138"/>
                    <a:pt x="1097" y="55996"/>
                  </a:cubicBezTo>
                  <a:cubicBezTo>
                    <a:pt x="239" y="64093"/>
                    <a:pt x="-618" y="70570"/>
                    <a:pt x="620" y="77523"/>
                  </a:cubicBezTo>
                  <a:cubicBezTo>
                    <a:pt x="906" y="79047"/>
                    <a:pt x="1478" y="80476"/>
                    <a:pt x="2240" y="81904"/>
                  </a:cubicBezTo>
                  <a:cubicBezTo>
                    <a:pt x="5288" y="87619"/>
                    <a:pt x="12241" y="98383"/>
                    <a:pt x="18242" y="104002"/>
                  </a:cubicBezTo>
                  <a:cubicBezTo>
                    <a:pt x="25766" y="110956"/>
                    <a:pt x="31100" y="121433"/>
                    <a:pt x="31100" y="121433"/>
                  </a:cubicBezTo>
                  <a:cubicBezTo>
                    <a:pt x="32720" y="124386"/>
                    <a:pt x="33863" y="127720"/>
                    <a:pt x="36244" y="130577"/>
                  </a:cubicBezTo>
                  <a:cubicBezTo>
                    <a:pt x="37577" y="132196"/>
                    <a:pt x="39006" y="134101"/>
                    <a:pt x="40625" y="135340"/>
                  </a:cubicBezTo>
                  <a:cubicBezTo>
                    <a:pt x="41768" y="136197"/>
                    <a:pt x="43292" y="136387"/>
                    <a:pt x="44245" y="137054"/>
                  </a:cubicBezTo>
                  <a:cubicBezTo>
                    <a:pt x="46626" y="138769"/>
                    <a:pt x="45197" y="141531"/>
                    <a:pt x="45578" y="144293"/>
                  </a:cubicBezTo>
                  <a:cubicBezTo>
                    <a:pt x="46055" y="147722"/>
                    <a:pt x="48531" y="147532"/>
                    <a:pt x="49293" y="144484"/>
                  </a:cubicBezTo>
                  <a:cubicBezTo>
                    <a:pt x="49579" y="143150"/>
                    <a:pt x="55484" y="143150"/>
                    <a:pt x="57104" y="141245"/>
                  </a:cubicBezTo>
                  <a:lnTo>
                    <a:pt x="57580" y="140388"/>
                  </a:lnTo>
                  <a:cubicBezTo>
                    <a:pt x="58818" y="137911"/>
                    <a:pt x="58913" y="135054"/>
                    <a:pt x="57675" y="132577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94"/>
            <p:cNvSpPr/>
            <p:nvPr/>
          </p:nvSpPr>
          <p:spPr>
            <a:xfrm>
              <a:off x="4614162" y="193198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8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94"/>
            <p:cNvSpPr/>
            <p:nvPr/>
          </p:nvSpPr>
          <p:spPr>
            <a:xfrm>
              <a:off x="4556547" y="2168121"/>
              <a:ext cx="288657" cy="758067"/>
            </a:xfrm>
            <a:custGeom>
              <a:avLst/>
              <a:gdLst/>
              <a:ahLst/>
              <a:cxnLst/>
              <a:rect l="l" t="t" r="r" b="b"/>
              <a:pathLst>
                <a:path w="98855" h="259612" extrusionOk="0">
                  <a:moveTo>
                    <a:pt x="4063" y="5870"/>
                  </a:moveTo>
                  <a:cubicBezTo>
                    <a:pt x="2539" y="13680"/>
                    <a:pt x="1396" y="21586"/>
                    <a:pt x="539" y="29492"/>
                  </a:cubicBezTo>
                  <a:cubicBezTo>
                    <a:pt x="158" y="33302"/>
                    <a:pt x="-223" y="37017"/>
                    <a:pt x="158" y="40827"/>
                  </a:cubicBezTo>
                  <a:cubicBezTo>
                    <a:pt x="1015" y="49875"/>
                    <a:pt x="4254" y="56638"/>
                    <a:pt x="9016" y="63972"/>
                  </a:cubicBezTo>
                  <a:cubicBezTo>
                    <a:pt x="13683" y="71211"/>
                    <a:pt x="14445" y="79974"/>
                    <a:pt x="16255" y="88071"/>
                  </a:cubicBezTo>
                  <a:cubicBezTo>
                    <a:pt x="20256" y="105692"/>
                    <a:pt x="29114" y="121122"/>
                    <a:pt x="28733" y="139220"/>
                  </a:cubicBezTo>
                  <a:cubicBezTo>
                    <a:pt x="28542" y="151317"/>
                    <a:pt x="34353" y="175701"/>
                    <a:pt x="39687" y="192274"/>
                  </a:cubicBezTo>
                  <a:cubicBezTo>
                    <a:pt x="41401" y="197608"/>
                    <a:pt x="43687" y="202752"/>
                    <a:pt x="45592" y="207990"/>
                  </a:cubicBezTo>
                  <a:cubicBezTo>
                    <a:pt x="50069" y="220373"/>
                    <a:pt x="52164" y="233517"/>
                    <a:pt x="51879" y="246662"/>
                  </a:cubicBezTo>
                  <a:cubicBezTo>
                    <a:pt x="51879" y="251043"/>
                    <a:pt x="49116" y="258282"/>
                    <a:pt x="54069" y="259521"/>
                  </a:cubicBezTo>
                  <a:cubicBezTo>
                    <a:pt x="56070" y="259997"/>
                    <a:pt x="60070" y="258473"/>
                    <a:pt x="62070" y="258187"/>
                  </a:cubicBezTo>
                  <a:cubicBezTo>
                    <a:pt x="73881" y="256187"/>
                    <a:pt x="80739" y="253615"/>
                    <a:pt x="92550" y="251615"/>
                  </a:cubicBezTo>
                  <a:cubicBezTo>
                    <a:pt x="94360" y="251329"/>
                    <a:pt x="97218" y="247710"/>
                    <a:pt x="98837" y="246852"/>
                  </a:cubicBezTo>
                  <a:cubicBezTo>
                    <a:pt x="99123" y="245328"/>
                    <a:pt x="96075" y="245614"/>
                    <a:pt x="94551" y="245233"/>
                  </a:cubicBezTo>
                  <a:cubicBezTo>
                    <a:pt x="87597" y="243709"/>
                    <a:pt x="85216" y="244757"/>
                    <a:pt x="78263" y="242947"/>
                  </a:cubicBezTo>
                  <a:cubicBezTo>
                    <a:pt x="69024" y="240566"/>
                    <a:pt x="65976" y="234946"/>
                    <a:pt x="63594" y="226088"/>
                  </a:cubicBezTo>
                  <a:cubicBezTo>
                    <a:pt x="55498" y="196465"/>
                    <a:pt x="57689" y="166652"/>
                    <a:pt x="49974" y="136934"/>
                  </a:cubicBezTo>
                  <a:cubicBezTo>
                    <a:pt x="48450" y="131124"/>
                    <a:pt x="52831" y="98072"/>
                    <a:pt x="50640" y="82451"/>
                  </a:cubicBezTo>
                  <a:cubicBezTo>
                    <a:pt x="48069" y="64639"/>
                    <a:pt x="46354" y="58353"/>
                    <a:pt x="46354" y="51114"/>
                  </a:cubicBezTo>
                  <a:cubicBezTo>
                    <a:pt x="46354" y="43017"/>
                    <a:pt x="45783" y="33588"/>
                    <a:pt x="44259" y="25587"/>
                  </a:cubicBezTo>
                  <a:cubicBezTo>
                    <a:pt x="42639" y="17300"/>
                    <a:pt x="38925" y="8918"/>
                    <a:pt x="31971" y="4060"/>
                  </a:cubicBezTo>
                  <a:cubicBezTo>
                    <a:pt x="25018" y="-798"/>
                    <a:pt x="5682" y="-2512"/>
                    <a:pt x="4158" y="5870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94"/>
            <p:cNvSpPr/>
            <p:nvPr/>
          </p:nvSpPr>
          <p:spPr>
            <a:xfrm>
              <a:off x="4533910" y="2206106"/>
              <a:ext cx="179957" cy="330973"/>
            </a:xfrm>
            <a:custGeom>
              <a:avLst/>
              <a:gdLst/>
              <a:ahLst/>
              <a:cxnLst/>
              <a:rect l="l" t="t" r="r" b="b"/>
              <a:pathLst>
                <a:path w="61629" h="113347" extrusionOk="0">
                  <a:moveTo>
                    <a:pt x="17820" y="77438"/>
                  </a:moveTo>
                  <a:cubicBezTo>
                    <a:pt x="20391" y="89344"/>
                    <a:pt x="22773" y="101346"/>
                    <a:pt x="25154" y="113348"/>
                  </a:cubicBezTo>
                  <a:cubicBezTo>
                    <a:pt x="37727" y="111061"/>
                    <a:pt x="49728" y="106870"/>
                    <a:pt x="61444" y="101917"/>
                  </a:cubicBezTo>
                  <a:cubicBezTo>
                    <a:pt x="62206" y="78200"/>
                    <a:pt x="60587" y="54388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1"/>
                    <a:pt x="15819" y="68104"/>
                    <a:pt x="17820" y="77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94"/>
            <p:cNvSpPr/>
            <p:nvPr/>
          </p:nvSpPr>
          <p:spPr>
            <a:xfrm>
              <a:off x="4457747" y="2154381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97" y="2861"/>
                  </a:moveTo>
                  <a:cubicBezTo>
                    <a:pt x="42101" y="9624"/>
                    <a:pt x="38196" y="16577"/>
                    <a:pt x="34672" y="23626"/>
                  </a:cubicBezTo>
                  <a:cubicBezTo>
                    <a:pt x="32957" y="26959"/>
                    <a:pt x="31338" y="30388"/>
                    <a:pt x="30290" y="34103"/>
                  </a:cubicBezTo>
                  <a:cubicBezTo>
                    <a:pt x="27909" y="42866"/>
                    <a:pt x="28385" y="50296"/>
                    <a:pt x="30100" y="58868"/>
                  </a:cubicBezTo>
                  <a:cubicBezTo>
                    <a:pt x="31719" y="67250"/>
                    <a:pt x="29338" y="75727"/>
                    <a:pt x="28099" y="84014"/>
                  </a:cubicBezTo>
                  <a:cubicBezTo>
                    <a:pt x="25432" y="101921"/>
                    <a:pt x="28099" y="119447"/>
                    <a:pt x="21241" y="136211"/>
                  </a:cubicBezTo>
                  <a:cubicBezTo>
                    <a:pt x="16765" y="147355"/>
                    <a:pt x="13431" y="172311"/>
                    <a:pt x="12383" y="189646"/>
                  </a:cubicBezTo>
                  <a:cubicBezTo>
                    <a:pt x="12002" y="195266"/>
                    <a:pt x="12383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342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94"/>
            <p:cNvSpPr/>
            <p:nvPr/>
          </p:nvSpPr>
          <p:spPr>
            <a:xfrm>
              <a:off x="4547498" y="1869448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94"/>
            <p:cNvSpPr/>
            <p:nvPr/>
          </p:nvSpPr>
          <p:spPr>
            <a:xfrm>
              <a:off x="4564948" y="187913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94"/>
            <p:cNvSpPr/>
            <p:nvPr/>
          </p:nvSpPr>
          <p:spPr>
            <a:xfrm>
              <a:off x="4453301" y="2849448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94"/>
            <p:cNvSpPr/>
            <p:nvPr/>
          </p:nvSpPr>
          <p:spPr>
            <a:xfrm>
              <a:off x="4694637" y="2847813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6"/>
                    <a:pt x="52768" y="16574"/>
                    <a:pt x="52768" y="16574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94"/>
            <p:cNvSpPr/>
            <p:nvPr/>
          </p:nvSpPr>
          <p:spPr>
            <a:xfrm>
              <a:off x="4514192" y="2219823"/>
              <a:ext cx="180941" cy="317530"/>
            </a:xfrm>
            <a:custGeom>
              <a:avLst/>
              <a:gdLst/>
              <a:ahLst/>
              <a:cxnLst/>
              <a:rect l="l" t="t" r="r" b="b"/>
              <a:pathLst>
                <a:path w="61966" h="108743" extrusionOk="0">
                  <a:moveTo>
                    <a:pt x="5620" y="64071"/>
                  </a:moveTo>
                  <a:cubicBezTo>
                    <a:pt x="3905" y="76073"/>
                    <a:pt x="1905" y="87979"/>
                    <a:pt x="0" y="99981"/>
                  </a:cubicBezTo>
                  <a:cubicBezTo>
                    <a:pt x="10668" y="105696"/>
                    <a:pt x="22955" y="107886"/>
                    <a:pt x="35338" y="108744"/>
                  </a:cubicBezTo>
                  <a:cubicBezTo>
                    <a:pt x="35528" y="108363"/>
                    <a:pt x="35624" y="108077"/>
                    <a:pt x="35814" y="107696"/>
                  </a:cubicBezTo>
                  <a:cubicBezTo>
                    <a:pt x="46006" y="84074"/>
                    <a:pt x="53340" y="59214"/>
                    <a:pt x="58865" y="34068"/>
                  </a:cubicBezTo>
                  <a:cubicBezTo>
                    <a:pt x="61246" y="23495"/>
                    <a:pt x="63246" y="12541"/>
                    <a:pt x="60960" y="1968"/>
                  </a:cubicBezTo>
                  <a:cubicBezTo>
                    <a:pt x="43815" y="-1270"/>
                    <a:pt x="27242" y="63"/>
                    <a:pt x="9811" y="1873"/>
                  </a:cubicBezTo>
                  <a:cubicBezTo>
                    <a:pt x="4381" y="14065"/>
                    <a:pt x="3239" y="27305"/>
                    <a:pt x="7715" y="39878"/>
                  </a:cubicBezTo>
                  <a:cubicBezTo>
                    <a:pt x="10858" y="48831"/>
                    <a:pt x="6953" y="54737"/>
                    <a:pt x="5620" y="64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94"/>
            <p:cNvSpPr/>
            <p:nvPr/>
          </p:nvSpPr>
          <p:spPr>
            <a:xfrm>
              <a:off x="4514192" y="2219545"/>
              <a:ext cx="180622" cy="298617"/>
            </a:xfrm>
            <a:custGeom>
              <a:avLst/>
              <a:gdLst/>
              <a:ahLst/>
              <a:cxnLst/>
              <a:rect l="l" t="t" r="r" b="b"/>
              <a:pathLst>
                <a:path w="61857" h="102266" extrusionOk="0">
                  <a:moveTo>
                    <a:pt x="5620" y="64167"/>
                  </a:moveTo>
                  <a:cubicBezTo>
                    <a:pt x="3905" y="76168"/>
                    <a:pt x="1905" y="88074"/>
                    <a:pt x="0" y="100076"/>
                  </a:cubicBezTo>
                  <a:cubicBezTo>
                    <a:pt x="1524" y="100933"/>
                    <a:pt x="3048" y="101600"/>
                    <a:pt x="4667" y="102267"/>
                  </a:cubicBezTo>
                  <a:cubicBezTo>
                    <a:pt x="7620" y="84074"/>
                    <a:pt x="11525" y="66167"/>
                    <a:pt x="17335" y="48736"/>
                  </a:cubicBezTo>
                  <a:cubicBezTo>
                    <a:pt x="18098" y="46641"/>
                    <a:pt x="18955" y="44355"/>
                    <a:pt x="20765" y="43116"/>
                  </a:cubicBezTo>
                  <a:cubicBezTo>
                    <a:pt x="22289" y="42069"/>
                    <a:pt x="24289" y="41973"/>
                    <a:pt x="26099" y="41783"/>
                  </a:cubicBezTo>
                  <a:cubicBezTo>
                    <a:pt x="37529" y="40926"/>
                    <a:pt x="48673" y="37782"/>
                    <a:pt x="59055" y="32829"/>
                  </a:cubicBezTo>
                  <a:cubicBezTo>
                    <a:pt x="61246" y="22638"/>
                    <a:pt x="63055" y="12065"/>
                    <a:pt x="60865" y="1968"/>
                  </a:cubicBezTo>
                  <a:cubicBezTo>
                    <a:pt x="43720" y="-1270"/>
                    <a:pt x="27146" y="63"/>
                    <a:pt x="9716" y="1873"/>
                  </a:cubicBezTo>
                  <a:cubicBezTo>
                    <a:pt x="4286" y="14065"/>
                    <a:pt x="3143" y="27305"/>
                    <a:pt x="7525" y="39878"/>
                  </a:cubicBezTo>
                  <a:cubicBezTo>
                    <a:pt x="10668" y="48831"/>
                    <a:pt x="6763" y="54737"/>
                    <a:pt x="5429" y="64262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94"/>
            <p:cNvSpPr/>
            <p:nvPr/>
          </p:nvSpPr>
          <p:spPr>
            <a:xfrm>
              <a:off x="4513357" y="1890257"/>
              <a:ext cx="207075" cy="423248"/>
            </a:xfrm>
            <a:custGeom>
              <a:avLst/>
              <a:gdLst/>
              <a:ahLst/>
              <a:cxnLst/>
              <a:rect l="l" t="t" r="r" b="b"/>
              <a:pathLst>
                <a:path w="70916" h="144948" extrusionOk="0">
                  <a:moveTo>
                    <a:pt x="5239" y="122301"/>
                  </a:moveTo>
                  <a:cubicBezTo>
                    <a:pt x="3334" y="125635"/>
                    <a:pt x="1524" y="128969"/>
                    <a:pt x="0" y="132493"/>
                  </a:cubicBezTo>
                  <a:cubicBezTo>
                    <a:pt x="11144" y="132017"/>
                    <a:pt x="21146" y="138970"/>
                    <a:pt x="31814" y="142399"/>
                  </a:cubicBezTo>
                  <a:cubicBezTo>
                    <a:pt x="44005" y="146399"/>
                    <a:pt x="57721" y="145637"/>
                    <a:pt x="69437" y="140494"/>
                  </a:cubicBezTo>
                  <a:cubicBezTo>
                    <a:pt x="63055" y="109347"/>
                    <a:pt x="59722" y="81439"/>
                    <a:pt x="69628" y="50387"/>
                  </a:cubicBezTo>
                  <a:cubicBezTo>
                    <a:pt x="70485" y="47530"/>
                    <a:pt x="71438" y="44482"/>
                    <a:pt x="70580" y="41624"/>
                  </a:cubicBezTo>
                  <a:cubicBezTo>
                    <a:pt x="70104" y="40100"/>
                    <a:pt x="69151" y="38767"/>
                    <a:pt x="68294" y="37529"/>
                  </a:cubicBezTo>
                  <a:cubicBezTo>
                    <a:pt x="61817" y="28480"/>
                    <a:pt x="52292" y="7239"/>
                    <a:pt x="40576" y="5715"/>
                  </a:cubicBezTo>
                  <a:cubicBezTo>
                    <a:pt x="32195" y="4667"/>
                    <a:pt x="24003" y="2762"/>
                    <a:pt x="16002" y="0"/>
                  </a:cubicBezTo>
                  <a:cubicBezTo>
                    <a:pt x="14669" y="0"/>
                    <a:pt x="15907" y="95"/>
                    <a:pt x="14478" y="191"/>
                  </a:cubicBezTo>
                  <a:cubicBezTo>
                    <a:pt x="11906" y="8763"/>
                    <a:pt x="10096" y="17526"/>
                    <a:pt x="9144" y="26480"/>
                  </a:cubicBezTo>
                  <a:cubicBezTo>
                    <a:pt x="8001" y="36576"/>
                    <a:pt x="9620" y="46672"/>
                    <a:pt x="11716" y="56483"/>
                  </a:cubicBezTo>
                  <a:cubicBezTo>
                    <a:pt x="12764" y="61532"/>
                    <a:pt x="20193" y="80105"/>
                    <a:pt x="17145" y="84201"/>
                  </a:cubicBezTo>
                  <a:cubicBezTo>
                    <a:pt x="16573" y="84963"/>
                    <a:pt x="15716" y="85725"/>
                    <a:pt x="15621" y="86678"/>
                  </a:cubicBezTo>
                  <a:cubicBezTo>
                    <a:pt x="15526" y="88678"/>
                    <a:pt x="18288" y="89345"/>
                    <a:pt x="19621" y="90773"/>
                  </a:cubicBezTo>
                  <a:cubicBezTo>
                    <a:pt x="22098" y="93440"/>
                    <a:pt x="16478" y="103251"/>
                    <a:pt x="15145" y="105918"/>
                  </a:cubicBezTo>
                  <a:cubicBezTo>
                    <a:pt x="12192" y="111633"/>
                    <a:pt x="8668" y="116967"/>
                    <a:pt x="5524" y="12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94"/>
            <p:cNvSpPr/>
            <p:nvPr/>
          </p:nvSpPr>
          <p:spPr>
            <a:xfrm>
              <a:off x="4488055" y="191970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2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301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583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7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94"/>
            <p:cNvSpPr/>
            <p:nvPr/>
          </p:nvSpPr>
          <p:spPr>
            <a:xfrm>
              <a:off x="4498899" y="1915714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3" y="45857"/>
                    <a:pt x="30766" y="37952"/>
                  </a:cubicBezTo>
                  <a:cubicBezTo>
                    <a:pt x="34195" y="29474"/>
                    <a:pt x="37528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3" y="56049"/>
                    <a:pt x="13621" y="58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94"/>
            <p:cNvSpPr/>
            <p:nvPr/>
          </p:nvSpPr>
          <p:spPr>
            <a:xfrm>
              <a:off x="4532900" y="1696397"/>
              <a:ext cx="161788" cy="158603"/>
            </a:xfrm>
            <a:custGeom>
              <a:avLst/>
              <a:gdLst/>
              <a:ahLst/>
              <a:cxnLst/>
              <a:rect l="l" t="t" r="r" b="b"/>
              <a:pathLst>
                <a:path w="55407" h="54316" extrusionOk="0">
                  <a:moveTo>
                    <a:pt x="47407" y="23932"/>
                  </a:moveTo>
                  <a:cubicBezTo>
                    <a:pt x="44168" y="24979"/>
                    <a:pt x="41501" y="27456"/>
                    <a:pt x="38453" y="28980"/>
                  </a:cubicBezTo>
                  <a:cubicBezTo>
                    <a:pt x="34548" y="30980"/>
                    <a:pt x="29976" y="31266"/>
                    <a:pt x="25594" y="31456"/>
                  </a:cubicBezTo>
                  <a:cubicBezTo>
                    <a:pt x="28928" y="37552"/>
                    <a:pt x="29976" y="44791"/>
                    <a:pt x="28547" y="51649"/>
                  </a:cubicBezTo>
                  <a:cubicBezTo>
                    <a:pt x="27785" y="44982"/>
                    <a:pt x="25785" y="38505"/>
                    <a:pt x="22546" y="32599"/>
                  </a:cubicBezTo>
                  <a:cubicBezTo>
                    <a:pt x="21689" y="31075"/>
                    <a:pt x="20451" y="29361"/>
                    <a:pt x="18736" y="29361"/>
                  </a:cubicBezTo>
                  <a:cubicBezTo>
                    <a:pt x="16450" y="29361"/>
                    <a:pt x="15212" y="32218"/>
                    <a:pt x="15593" y="34504"/>
                  </a:cubicBezTo>
                  <a:cubicBezTo>
                    <a:pt x="16165" y="37838"/>
                    <a:pt x="18927" y="40600"/>
                    <a:pt x="22261" y="41172"/>
                  </a:cubicBezTo>
                  <a:cubicBezTo>
                    <a:pt x="22261" y="46030"/>
                    <a:pt x="18070" y="51554"/>
                    <a:pt x="14164" y="54316"/>
                  </a:cubicBezTo>
                  <a:cubicBezTo>
                    <a:pt x="6640" y="49935"/>
                    <a:pt x="3877" y="39553"/>
                    <a:pt x="1687" y="31171"/>
                  </a:cubicBezTo>
                  <a:cubicBezTo>
                    <a:pt x="-28" y="24408"/>
                    <a:pt x="-1266" y="16693"/>
                    <a:pt x="2258" y="10692"/>
                  </a:cubicBezTo>
                  <a:cubicBezTo>
                    <a:pt x="8735" y="-262"/>
                    <a:pt x="23118" y="-1595"/>
                    <a:pt x="34262" y="1357"/>
                  </a:cubicBezTo>
                  <a:cubicBezTo>
                    <a:pt x="40072" y="2881"/>
                    <a:pt x="45978" y="5644"/>
                    <a:pt x="50264" y="9835"/>
                  </a:cubicBezTo>
                  <a:cubicBezTo>
                    <a:pt x="56646" y="16026"/>
                    <a:pt x="54931" y="19741"/>
                    <a:pt x="55408" y="27932"/>
                  </a:cubicBezTo>
                  <a:cubicBezTo>
                    <a:pt x="55217" y="24503"/>
                    <a:pt x="50645" y="22884"/>
                    <a:pt x="47311" y="239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94"/>
            <p:cNvSpPr/>
            <p:nvPr/>
          </p:nvSpPr>
          <p:spPr>
            <a:xfrm>
              <a:off x="4465257" y="1674709"/>
              <a:ext cx="119446" cy="216687"/>
            </a:xfrm>
            <a:custGeom>
              <a:avLst/>
              <a:gdLst/>
              <a:ahLst/>
              <a:cxnLst/>
              <a:rect l="l" t="t" r="r" b="b"/>
              <a:pathLst>
                <a:path w="40906" h="74208" extrusionOk="0">
                  <a:moveTo>
                    <a:pt x="32766" y="6120"/>
                  </a:moveTo>
                  <a:cubicBezTo>
                    <a:pt x="30099" y="3167"/>
                    <a:pt x="26765" y="310"/>
                    <a:pt x="22860" y="24"/>
                  </a:cubicBezTo>
                  <a:cubicBezTo>
                    <a:pt x="18859" y="-262"/>
                    <a:pt x="15145" y="2024"/>
                    <a:pt x="12287" y="4882"/>
                  </a:cubicBezTo>
                  <a:cubicBezTo>
                    <a:pt x="5429" y="11740"/>
                    <a:pt x="2572" y="22217"/>
                    <a:pt x="4286" y="31742"/>
                  </a:cubicBezTo>
                  <a:cubicBezTo>
                    <a:pt x="5239" y="36886"/>
                    <a:pt x="7334" y="41744"/>
                    <a:pt x="8953" y="46697"/>
                  </a:cubicBezTo>
                  <a:cubicBezTo>
                    <a:pt x="10573" y="51650"/>
                    <a:pt x="11716" y="57079"/>
                    <a:pt x="10477" y="62127"/>
                  </a:cubicBezTo>
                  <a:cubicBezTo>
                    <a:pt x="9239" y="67175"/>
                    <a:pt x="5239" y="71938"/>
                    <a:pt x="0" y="72509"/>
                  </a:cubicBezTo>
                  <a:cubicBezTo>
                    <a:pt x="8477" y="76415"/>
                    <a:pt x="19145" y="73271"/>
                    <a:pt x="25432" y="66318"/>
                  </a:cubicBezTo>
                  <a:cubicBezTo>
                    <a:pt x="31718" y="59365"/>
                    <a:pt x="33909" y="49459"/>
                    <a:pt x="32861" y="40220"/>
                  </a:cubicBezTo>
                  <a:cubicBezTo>
                    <a:pt x="31623" y="29456"/>
                    <a:pt x="38957" y="30790"/>
                    <a:pt x="40767" y="22598"/>
                  </a:cubicBezTo>
                  <a:cubicBezTo>
                    <a:pt x="41910" y="17550"/>
                    <a:pt x="35719" y="9549"/>
                    <a:pt x="32671" y="62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2" name="Google Shape;692;p94"/>
          <p:cNvGrpSpPr/>
          <p:nvPr/>
        </p:nvGrpSpPr>
        <p:grpSpPr>
          <a:xfrm>
            <a:off x="1129152" y="3085439"/>
            <a:ext cx="819760" cy="1653609"/>
            <a:chOff x="6476427" y="1580527"/>
            <a:chExt cx="819760" cy="1653609"/>
          </a:xfrm>
        </p:grpSpPr>
        <p:sp>
          <p:nvSpPr>
            <p:cNvPr id="693" name="Google Shape;693;p94"/>
            <p:cNvSpPr/>
            <p:nvPr/>
          </p:nvSpPr>
          <p:spPr>
            <a:xfrm>
              <a:off x="6476427" y="2835857"/>
              <a:ext cx="791983" cy="398279"/>
            </a:xfrm>
            <a:custGeom>
              <a:avLst/>
              <a:gdLst/>
              <a:ahLst/>
              <a:cxnLst/>
              <a:rect l="l" t="t" r="r" b="b"/>
              <a:pathLst>
                <a:path w="271227" h="136397" extrusionOk="0">
                  <a:moveTo>
                    <a:pt x="194265" y="69151"/>
                  </a:moveTo>
                  <a:lnTo>
                    <a:pt x="194456" y="68866"/>
                  </a:lnTo>
                  <a:cubicBezTo>
                    <a:pt x="194456" y="68104"/>
                    <a:pt x="189408" y="67627"/>
                    <a:pt x="189979" y="67151"/>
                  </a:cubicBezTo>
                  <a:cubicBezTo>
                    <a:pt x="191408" y="66103"/>
                    <a:pt x="189408" y="65913"/>
                    <a:pt x="186741" y="66866"/>
                  </a:cubicBezTo>
                  <a:cubicBezTo>
                    <a:pt x="184550" y="67723"/>
                    <a:pt x="183883" y="68675"/>
                    <a:pt x="180740" y="68961"/>
                  </a:cubicBezTo>
                  <a:cubicBezTo>
                    <a:pt x="179502" y="69056"/>
                    <a:pt x="178073" y="68961"/>
                    <a:pt x="176549" y="69151"/>
                  </a:cubicBezTo>
                  <a:cubicBezTo>
                    <a:pt x="174358" y="69437"/>
                    <a:pt x="171786" y="69818"/>
                    <a:pt x="169596" y="70199"/>
                  </a:cubicBezTo>
                  <a:cubicBezTo>
                    <a:pt x="165690" y="70866"/>
                    <a:pt x="162452" y="71819"/>
                    <a:pt x="159023" y="72580"/>
                  </a:cubicBezTo>
                  <a:cubicBezTo>
                    <a:pt x="159023" y="72580"/>
                    <a:pt x="147498" y="75248"/>
                    <a:pt x="136353" y="76772"/>
                  </a:cubicBezTo>
                  <a:cubicBezTo>
                    <a:pt x="132924" y="77248"/>
                    <a:pt x="128829" y="77915"/>
                    <a:pt x="124733" y="78676"/>
                  </a:cubicBezTo>
                  <a:cubicBezTo>
                    <a:pt x="125781" y="77819"/>
                    <a:pt x="126828" y="76962"/>
                    <a:pt x="127876" y="76105"/>
                  </a:cubicBezTo>
                  <a:cubicBezTo>
                    <a:pt x="130734" y="73819"/>
                    <a:pt x="135877" y="71438"/>
                    <a:pt x="140354" y="69247"/>
                  </a:cubicBezTo>
                  <a:cubicBezTo>
                    <a:pt x="139116" y="69056"/>
                    <a:pt x="137687" y="68866"/>
                    <a:pt x="136353" y="68771"/>
                  </a:cubicBezTo>
                  <a:cubicBezTo>
                    <a:pt x="149784" y="60960"/>
                    <a:pt x="161785" y="53150"/>
                    <a:pt x="170834" y="45339"/>
                  </a:cubicBezTo>
                  <a:cubicBezTo>
                    <a:pt x="172834" y="43625"/>
                    <a:pt x="174644" y="41910"/>
                    <a:pt x="177787" y="40196"/>
                  </a:cubicBezTo>
                  <a:cubicBezTo>
                    <a:pt x="182550" y="37624"/>
                    <a:pt x="189884" y="35243"/>
                    <a:pt x="194170" y="32671"/>
                  </a:cubicBezTo>
                  <a:cubicBezTo>
                    <a:pt x="198075" y="30290"/>
                    <a:pt x="199219" y="27813"/>
                    <a:pt x="203981" y="25432"/>
                  </a:cubicBezTo>
                  <a:cubicBezTo>
                    <a:pt x="208458" y="23241"/>
                    <a:pt x="216078" y="21146"/>
                    <a:pt x="217030" y="19050"/>
                  </a:cubicBezTo>
                  <a:cubicBezTo>
                    <a:pt x="217411" y="18288"/>
                    <a:pt x="216745" y="17621"/>
                    <a:pt x="217316" y="16859"/>
                  </a:cubicBezTo>
                  <a:cubicBezTo>
                    <a:pt x="219411" y="13716"/>
                    <a:pt x="241414" y="11240"/>
                    <a:pt x="236842" y="9049"/>
                  </a:cubicBezTo>
                  <a:cubicBezTo>
                    <a:pt x="236271" y="8763"/>
                    <a:pt x="235604" y="8573"/>
                    <a:pt x="234842" y="8287"/>
                  </a:cubicBezTo>
                  <a:cubicBezTo>
                    <a:pt x="238176" y="7429"/>
                    <a:pt x="240081" y="7049"/>
                    <a:pt x="244272" y="6858"/>
                  </a:cubicBezTo>
                  <a:cubicBezTo>
                    <a:pt x="248939" y="6668"/>
                    <a:pt x="252654" y="7049"/>
                    <a:pt x="257226" y="6858"/>
                  </a:cubicBezTo>
                  <a:cubicBezTo>
                    <a:pt x="260464" y="6858"/>
                    <a:pt x="264370" y="6286"/>
                    <a:pt x="267608" y="5429"/>
                  </a:cubicBezTo>
                  <a:cubicBezTo>
                    <a:pt x="268275" y="5429"/>
                    <a:pt x="268751" y="5239"/>
                    <a:pt x="268846" y="5144"/>
                  </a:cubicBezTo>
                  <a:lnTo>
                    <a:pt x="268846" y="5144"/>
                  </a:lnTo>
                  <a:cubicBezTo>
                    <a:pt x="269703" y="4858"/>
                    <a:pt x="270561" y="4572"/>
                    <a:pt x="271228" y="4286"/>
                  </a:cubicBezTo>
                  <a:cubicBezTo>
                    <a:pt x="271228" y="4286"/>
                    <a:pt x="268561" y="4001"/>
                    <a:pt x="264655" y="3620"/>
                  </a:cubicBezTo>
                  <a:lnTo>
                    <a:pt x="264655" y="3620"/>
                  </a:lnTo>
                  <a:cubicBezTo>
                    <a:pt x="253511" y="2476"/>
                    <a:pt x="231699" y="286"/>
                    <a:pt x="225984" y="0"/>
                  </a:cubicBezTo>
                  <a:cubicBezTo>
                    <a:pt x="223031" y="1333"/>
                    <a:pt x="218459" y="4477"/>
                    <a:pt x="216268" y="6096"/>
                  </a:cubicBezTo>
                  <a:cubicBezTo>
                    <a:pt x="214268" y="6096"/>
                    <a:pt x="212268" y="6096"/>
                    <a:pt x="210267" y="6096"/>
                  </a:cubicBezTo>
                  <a:cubicBezTo>
                    <a:pt x="204743" y="7715"/>
                    <a:pt x="201790" y="9430"/>
                    <a:pt x="198457" y="11335"/>
                  </a:cubicBezTo>
                  <a:cubicBezTo>
                    <a:pt x="188741" y="16859"/>
                    <a:pt x="178263" y="22289"/>
                    <a:pt x="167786" y="27718"/>
                  </a:cubicBezTo>
                  <a:cubicBezTo>
                    <a:pt x="159023" y="32290"/>
                    <a:pt x="150165" y="36862"/>
                    <a:pt x="141402" y="41434"/>
                  </a:cubicBezTo>
                  <a:cubicBezTo>
                    <a:pt x="141211" y="41529"/>
                    <a:pt x="141021" y="41624"/>
                    <a:pt x="140830" y="41720"/>
                  </a:cubicBezTo>
                  <a:cubicBezTo>
                    <a:pt x="140830" y="40862"/>
                    <a:pt x="141116" y="39910"/>
                    <a:pt x="141783" y="38957"/>
                  </a:cubicBezTo>
                  <a:cubicBezTo>
                    <a:pt x="143592" y="36385"/>
                    <a:pt x="148545" y="33719"/>
                    <a:pt x="149879" y="31147"/>
                  </a:cubicBezTo>
                  <a:cubicBezTo>
                    <a:pt x="151117" y="28766"/>
                    <a:pt x="149117" y="26765"/>
                    <a:pt x="151212" y="24289"/>
                  </a:cubicBezTo>
                  <a:cubicBezTo>
                    <a:pt x="153213" y="22098"/>
                    <a:pt x="158832" y="19526"/>
                    <a:pt x="157118" y="17717"/>
                  </a:cubicBezTo>
                  <a:cubicBezTo>
                    <a:pt x="156546" y="17050"/>
                    <a:pt x="155023" y="16574"/>
                    <a:pt x="154546" y="15907"/>
                  </a:cubicBezTo>
                  <a:cubicBezTo>
                    <a:pt x="152736" y="13145"/>
                    <a:pt x="173406" y="8763"/>
                    <a:pt x="165595" y="7525"/>
                  </a:cubicBezTo>
                  <a:cubicBezTo>
                    <a:pt x="164262" y="7334"/>
                    <a:pt x="162642" y="7144"/>
                    <a:pt x="161023" y="7049"/>
                  </a:cubicBezTo>
                  <a:cubicBezTo>
                    <a:pt x="162833" y="6286"/>
                    <a:pt x="164452" y="5810"/>
                    <a:pt x="168072" y="5334"/>
                  </a:cubicBezTo>
                  <a:cubicBezTo>
                    <a:pt x="172834" y="4572"/>
                    <a:pt x="177406" y="4477"/>
                    <a:pt x="182074" y="3810"/>
                  </a:cubicBezTo>
                  <a:cubicBezTo>
                    <a:pt x="186836" y="3143"/>
                    <a:pt x="192265" y="1715"/>
                    <a:pt x="193599" y="191"/>
                  </a:cubicBezTo>
                  <a:lnTo>
                    <a:pt x="168072" y="191"/>
                  </a:lnTo>
                  <a:cubicBezTo>
                    <a:pt x="159118" y="667"/>
                    <a:pt x="147498" y="1810"/>
                    <a:pt x="138449" y="2476"/>
                  </a:cubicBezTo>
                  <a:cubicBezTo>
                    <a:pt x="137306" y="3715"/>
                    <a:pt x="136735" y="6382"/>
                    <a:pt x="136544" y="7906"/>
                  </a:cubicBezTo>
                  <a:cubicBezTo>
                    <a:pt x="135877" y="7906"/>
                    <a:pt x="135306" y="8001"/>
                    <a:pt x="134734" y="8096"/>
                  </a:cubicBezTo>
                  <a:cubicBezTo>
                    <a:pt x="134067" y="8096"/>
                    <a:pt x="133496" y="8192"/>
                    <a:pt x="132829" y="8287"/>
                  </a:cubicBezTo>
                  <a:cubicBezTo>
                    <a:pt x="128829" y="10192"/>
                    <a:pt x="127971" y="11906"/>
                    <a:pt x="126733" y="13716"/>
                  </a:cubicBezTo>
                  <a:cubicBezTo>
                    <a:pt x="123304" y="19145"/>
                    <a:pt x="118923" y="24670"/>
                    <a:pt x="114541" y="30099"/>
                  </a:cubicBezTo>
                  <a:cubicBezTo>
                    <a:pt x="110922" y="34671"/>
                    <a:pt x="107207" y="39338"/>
                    <a:pt x="103587" y="43910"/>
                  </a:cubicBezTo>
                  <a:cubicBezTo>
                    <a:pt x="99968" y="48482"/>
                    <a:pt x="96349" y="52959"/>
                    <a:pt x="92443" y="57531"/>
                  </a:cubicBezTo>
                  <a:cubicBezTo>
                    <a:pt x="89871" y="60579"/>
                    <a:pt x="91300" y="62389"/>
                    <a:pt x="84347" y="65246"/>
                  </a:cubicBezTo>
                  <a:cubicBezTo>
                    <a:pt x="80728" y="66770"/>
                    <a:pt x="77870" y="68294"/>
                    <a:pt x="75679" y="69818"/>
                  </a:cubicBezTo>
                  <a:cubicBezTo>
                    <a:pt x="74917" y="70390"/>
                    <a:pt x="74250" y="70961"/>
                    <a:pt x="73584" y="71533"/>
                  </a:cubicBezTo>
                  <a:cubicBezTo>
                    <a:pt x="71679" y="71533"/>
                    <a:pt x="69774" y="71723"/>
                    <a:pt x="67964" y="71723"/>
                  </a:cubicBezTo>
                  <a:cubicBezTo>
                    <a:pt x="67964" y="72866"/>
                    <a:pt x="68440" y="73914"/>
                    <a:pt x="68916" y="74962"/>
                  </a:cubicBezTo>
                  <a:cubicBezTo>
                    <a:pt x="69107" y="75248"/>
                    <a:pt x="69298" y="75533"/>
                    <a:pt x="69393" y="75914"/>
                  </a:cubicBezTo>
                  <a:cubicBezTo>
                    <a:pt x="67964" y="76391"/>
                    <a:pt x="66440" y="76867"/>
                    <a:pt x="64821" y="77438"/>
                  </a:cubicBezTo>
                  <a:cubicBezTo>
                    <a:pt x="58058" y="77438"/>
                    <a:pt x="51200" y="77438"/>
                    <a:pt x="44056" y="77819"/>
                  </a:cubicBezTo>
                  <a:cubicBezTo>
                    <a:pt x="31102" y="83629"/>
                    <a:pt x="25292" y="89916"/>
                    <a:pt x="20053" y="95917"/>
                  </a:cubicBezTo>
                  <a:cubicBezTo>
                    <a:pt x="16815" y="99631"/>
                    <a:pt x="13576" y="103346"/>
                    <a:pt x="11100" y="106966"/>
                  </a:cubicBezTo>
                  <a:cubicBezTo>
                    <a:pt x="9004" y="109919"/>
                    <a:pt x="13576" y="112967"/>
                    <a:pt x="25292" y="111538"/>
                  </a:cubicBezTo>
                  <a:cubicBezTo>
                    <a:pt x="26149" y="111728"/>
                    <a:pt x="27007" y="111824"/>
                    <a:pt x="28054" y="111919"/>
                  </a:cubicBezTo>
                  <a:cubicBezTo>
                    <a:pt x="27769" y="112586"/>
                    <a:pt x="27292" y="113252"/>
                    <a:pt x="27007" y="113824"/>
                  </a:cubicBezTo>
                  <a:cubicBezTo>
                    <a:pt x="28340" y="113824"/>
                    <a:pt x="27007" y="113824"/>
                    <a:pt x="28435" y="113824"/>
                  </a:cubicBezTo>
                  <a:cubicBezTo>
                    <a:pt x="29197" y="113824"/>
                    <a:pt x="30054" y="113728"/>
                    <a:pt x="30816" y="113633"/>
                  </a:cubicBezTo>
                  <a:cubicBezTo>
                    <a:pt x="30436" y="114109"/>
                    <a:pt x="29959" y="114586"/>
                    <a:pt x="29197" y="115062"/>
                  </a:cubicBezTo>
                  <a:cubicBezTo>
                    <a:pt x="29769" y="115062"/>
                    <a:pt x="30626" y="115062"/>
                    <a:pt x="31483" y="114967"/>
                  </a:cubicBezTo>
                  <a:cubicBezTo>
                    <a:pt x="30816" y="115919"/>
                    <a:pt x="30150" y="116872"/>
                    <a:pt x="29578" y="117634"/>
                  </a:cubicBezTo>
                  <a:cubicBezTo>
                    <a:pt x="27673" y="119158"/>
                    <a:pt x="23006" y="120587"/>
                    <a:pt x="18815" y="121825"/>
                  </a:cubicBezTo>
                  <a:cubicBezTo>
                    <a:pt x="13767" y="123349"/>
                    <a:pt x="9004" y="124968"/>
                    <a:pt x="4528" y="126682"/>
                  </a:cubicBezTo>
                  <a:cubicBezTo>
                    <a:pt x="2527" y="127445"/>
                    <a:pt x="432" y="128302"/>
                    <a:pt x="51" y="129064"/>
                  </a:cubicBezTo>
                  <a:cubicBezTo>
                    <a:pt x="-330" y="129921"/>
                    <a:pt x="1480" y="130493"/>
                    <a:pt x="3956" y="130588"/>
                  </a:cubicBezTo>
                  <a:cubicBezTo>
                    <a:pt x="1003" y="132017"/>
                    <a:pt x="717" y="133922"/>
                    <a:pt x="3575" y="134684"/>
                  </a:cubicBezTo>
                  <a:cubicBezTo>
                    <a:pt x="5766" y="135255"/>
                    <a:pt x="9195" y="135446"/>
                    <a:pt x="12528" y="135636"/>
                  </a:cubicBezTo>
                  <a:cubicBezTo>
                    <a:pt x="17577" y="135922"/>
                    <a:pt x="22625" y="136112"/>
                    <a:pt x="27673" y="136398"/>
                  </a:cubicBezTo>
                  <a:cubicBezTo>
                    <a:pt x="27102" y="135826"/>
                    <a:pt x="25482" y="135350"/>
                    <a:pt x="23292" y="135255"/>
                  </a:cubicBezTo>
                  <a:cubicBezTo>
                    <a:pt x="28626" y="135255"/>
                    <a:pt x="34055" y="135255"/>
                    <a:pt x="39865" y="134684"/>
                  </a:cubicBezTo>
                  <a:cubicBezTo>
                    <a:pt x="43485" y="134302"/>
                    <a:pt x="47485" y="133636"/>
                    <a:pt x="50343" y="133922"/>
                  </a:cubicBezTo>
                  <a:cubicBezTo>
                    <a:pt x="49390" y="133445"/>
                    <a:pt x="47485" y="133255"/>
                    <a:pt x="45294" y="133350"/>
                  </a:cubicBezTo>
                  <a:cubicBezTo>
                    <a:pt x="48914" y="132683"/>
                    <a:pt x="52915" y="132683"/>
                    <a:pt x="55296" y="133160"/>
                  </a:cubicBezTo>
                  <a:cubicBezTo>
                    <a:pt x="55200" y="131540"/>
                    <a:pt x="52343" y="130397"/>
                    <a:pt x="48152" y="129635"/>
                  </a:cubicBezTo>
                  <a:cubicBezTo>
                    <a:pt x="49771" y="128873"/>
                    <a:pt x="51105" y="128111"/>
                    <a:pt x="51962" y="127349"/>
                  </a:cubicBezTo>
                  <a:cubicBezTo>
                    <a:pt x="52724" y="126682"/>
                    <a:pt x="53200" y="126111"/>
                    <a:pt x="53486" y="125444"/>
                  </a:cubicBezTo>
                  <a:cubicBezTo>
                    <a:pt x="53867" y="124777"/>
                    <a:pt x="54153" y="124111"/>
                    <a:pt x="55296" y="123444"/>
                  </a:cubicBezTo>
                  <a:cubicBezTo>
                    <a:pt x="56344" y="122777"/>
                    <a:pt x="58153" y="122206"/>
                    <a:pt x="59868" y="121634"/>
                  </a:cubicBezTo>
                  <a:cubicBezTo>
                    <a:pt x="60630" y="121444"/>
                    <a:pt x="61392" y="121158"/>
                    <a:pt x="61773" y="120872"/>
                  </a:cubicBezTo>
                  <a:cubicBezTo>
                    <a:pt x="62820" y="120110"/>
                    <a:pt x="58725" y="120301"/>
                    <a:pt x="60439" y="119348"/>
                  </a:cubicBezTo>
                  <a:cubicBezTo>
                    <a:pt x="60820" y="119063"/>
                    <a:pt x="61678" y="118872"/>
                    <a:pt x="61487" y="118586"/>
                  </a:cubicBezTo>
                  <a:cubicBezTo>
                    <a:pt x="61487" y="118491"/>
                    <a:pt x="61011" y="118396"/>
                    <a:pt x="61011" y="118301"/>
                  </a:cubicBezTo>
                  <a:cubicBezTo>
                    <a:pt x="61011" y="118110"/>
                    <a:pt x="61868" y="117920"/>
                    <a:pt x="62154" y="117729"/>
                  </a:cubicBezTo>
                  <a:cubicBezTo>
                    <a:pt x="62535" y="117443"/>
                    <a:pt x="62249" y="117253"/>
                    <a:pt x="61868" y="117157"/>
                  </a:cubicBezTo>
                  <a:cubicBezTo>
                    <a:pt x="61487" y="116967"/>
                    <a:pt x="61011" y="116872"/>
                    <a:pt x="60915" y="116681"/>
                  </a:cubicBezTo>
                  <a:cubicBezTo>
                    <a:pt x="60725" y="115919"/>
                    <a:pt x="61582" y="115157"/>
                    <a:pt x="57677" y="115443"/>
                  </a:cubicBezTo>
                  <a:cubicBezTo>
                    <a:pt x="55772" y="115538"/>
                    <a:pt x="53486" y="115729"/>
                    <a:pt x="50914" y="116015"/>
                  </a:cubicBezTo>
                  <a:lnTo>
                    <a:pt x="53391" y="113633"/>
                  </a:lnTo>
                  <a:cubicBezTo>
                    <a:pt x="55296" y="113538"/>
                    <a:pt x="56534" y="113443"/>
                    <a:pt x="56534" y="113348"/>
                  </a:cubicBezTo>
                  <a:cubicBezTo>
                    <a:pt x="57106" y="112871"/>
                    <a:pt x="57201" y="112490"/>
                    <a:pt x="57486" y="111919"/>
                  </a:cubicBezTo>
                  <a:cubicBezTo>
                    <a:pt x="59391" y="111824"/>
                    <a:pt x="60725" y="111728"/>
                    <a:pt x="63392" y="111347"/>
                  </a:cubicBezTo>
                  <a:cubicBezTo>
                    <a:pt x="71298" y="110395"/>
                    <a:pt x="77775" y="108109"/>
                    <a:pt x="83109" y="105632"/>
                  </a:cubicBezTo>
                  <a:cubicBezTo>
                    <a:pt x="88633" y="103537"/>
                    <a:pt x="92824" y="101155"/>
                    <a:pt x="96444" y="98965"/>
                  </a:cubicBezTo>
                  <a:cubicBezTo>
                    <a:pt x="99206" y="97346"/>
                    <a:pt x="101778" y="95631"/>
                    <a:pt x="104445" y="94012"/>
                  </a:cubicBezTo>
                  <a:cubicBezTo>
                    <a:pt x="104445" y="94012"/>
                    <a:pt x="104445" y="94012"/>
                    <a:pt x="104445" y="94012"/>
                  </a:cubicBezTo>
                  <a:cubicBezTo>
                    <a:pt x="108255" y="91535"/>
                    <a:pt x="111684" y="88964"/>
                    <a:pt x="114922" y="86487"/>
                  </a:cubicBezTo>
                  <a:cubicBezTo>
                    <a:pt x="117685" y="85439"/>
                    <a:pt x="120923" y="84582"/>
                    <a:pt x="124638" y="83820"/>
                  </a:cubicBezTo>
                  <a:cubicBezTo>
                    <a:pt x="135211" y="81629"/>
                    <a:pt x="164357" y="75248"/>
                    <a:pt x="164357" y="75248"/>
                  </a:cubicBezTo>
                  <a:cubicBezTo>
                    <a:pt x="166262" y="74676"/>
                    <a:pt x="170548" y="74295"/>
                    <a:pt x="172929" y="74009"/>
                  </a:cubicBezTo>
                  <a:cubicBezTo>
                    <a:pt x="176358" y="73628"/>
                    <a:pt x="179597" y="73152"/>
                    <a:pt x="182931" y="72676"/>
                  </a:cubicBezTo>
                  <a:cubicBezTo>
                    <a:pt x="185121" y="72390"/>
                    <a:pt x="187217" y="71914"/>
                    <a:pt x="189027" y="71533"/>
                  </a:cubicBezTo>
                  <a:cubicBezTo>
                    <a:pt x="191694" y="70866"/>
                    <a:pt x="193599" y="70009"/>
                    <a:pt x="194170" y="6915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94"/>
            <p:cNvSpPr/>
            <p:nvPr/>
          </p:nvSpPr>
          <p:spPr>
            <a:xfrm>
              <a:off x="6881061" y="1806534"/>
              <a:ext cx="123204" cy="317573"/>
            </a:xfrm>
            <a:custGeom>
              <a:avLst/>
              <a:gdLst/>
              <a:ahLst/>
              <a:cxnLst/>
              <a:rect l="l" t="t" r="r" b="b"/>
              <a:pathLst>
                <a:path w="42193" h="108758" extrusionOk="0">
                  <a:moveTo>
                    <a:pt x="8401" y="15633"/>
                  </a:moveTo>
                  <a:cubicBezTo>
                    <a:pt x="6115" y="27158"/>
                    <a:pt x="4496" y="38778"/>
                    <a:pt x="2876" y="50494"/>
                  </a:cubicBezTo>
                  <a:cubicBezTo>
                    <a:pt x="305" y="69449"/>
                    <a:pt x="-2172" y="88975"/>
                    <a:pt x="3162" y="107358"/>
                  </a:cubicBezTo>
                  <a:cubicBezTo>
                    <a:pt x="12306" y="108692"/>
                    <a:pt x="21641" y="109073"/>
                    <a:pt x="30975" y="108501"/>
                  </a:cubicBezTo>
                  <a:cubicBezTo>
                    <a:pt x="32309" y="108501"/>
                    <a:pt x="33737" y="108311"/>
                    <a:pt x="34785" y="107549"/>
                  </a:cubicBezTo>
                  <a:cubicBezTo>
                    <a:pt x="36309" y="106501"/>
                    <a:pt x="36881" y="104406"/>
                    <a:pt x="37262" y="102596"/>
                  </a:cubicBezTo>
                  <a:cubicBezTo>
                    <a:pt x="41738" y="80117"/>
                    <a:pt x="43167" y="57066"/>
                    <a:pt x="41548" y="34302"/>
                  </a:cubicBezTo>
                  <a:cubicBezTo>
                    <a:pt x="40881" y="25158"/>
                    <a:pt x="39548" y="8679"/>
                    <a:pt x="31166" y="2679"/>
                  </a:cubicBezTo>
                  <a:cubicBezTo>
                    <a:pt x="20307" y="-5132"/>
                    <a:pt x="10401" y="5631"/>
                    <a:pt x="8401" y="15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94"/>
            <p:cNvSpPr/>
            <p:nvPr/>
          </p:nvSpPr>
          <p:spPr>
            <a:xfrm>
              <a:off x="6980617" y="1603619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2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3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8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97"/>
                  </a:cubicBezTo>
                  <a:cubicBezTo>
                    <a:pt x="35921" y="59050"/>
                    <a:pt x="35921" y="56573"/>
                    <a:pt x="37160" y="54287"/>
                  </a:cubicBezTo>
                  <a:cubicBezTo>
                    <a:pt x="37541" y="53620"/>
                    <a:pt x="38207" y="53144"/>
                    <a:pt x="38779" y="52668"/>
                  </a:cubicBezTo>
                  <a:cubicBezTo>
                    <a:pt x="39350" y="52192"/>
                    <a:pt x="39922" y="51525"/>
                    <a:pt x="39827" y="50763"/>
                  </a:cubicBezTo>
                  <a:cubicBezTo>
                    <a:pt x="39827" y="50096"/>
                    <a:pt x="39160" y="49429"/>
                    <a:pt x="39446" y="48858"/>
                  </a:cubicBezTo>
                  <a:cubicBezTo>
                    <a:pt x="39636" y="48477"/>
                    <a:pt x="40017" y="48191"/>
                    <a:pt x="40303" y="47905"/>
                  </a:cubicBezTo>
                  <a:cubicBezTo>
                    <a:pt x="40684" y="47239"/>
                    <a:pt x="40303" y="46381"/>
                    <a:pt x="40303" y="45619"/>
                  </a:cubicBezTo>
                  <a:cubicBezTo>
                    <a:pt x="39922" y="42476"/>
                    <a:pt x="43732" y="43238"/>
                    <a:pt x="43637" y="40857"/>
                  </a:cubicBezTo>
                  <a:cubicBezTo>
                    <a:pt x="43637" y="40000"/>
                    <a:pt x="43161" y="39238"/>
                    <a:pt x="42684" y="38571"/>
                  </a:cubicBezTo>
                  <a:cubicBezTo>
                    <a:pt x="41636" y="36856"/>
                    <a:pt x="40684" y="34951"/>
                    <a:pt x="40494" y="32951"/>
                  </a:cubicBezTo>
                  <a:cubicBezTo>
                    <a:pt x="40208" y="30856"/>
                    <a:pt x="40779" y="28665"/>
                    <a:pt x="41351" y="26665"/>
                  </a:cubicBezTo>
                  <a:cubicBezTo>
                    <a:pt x="41827" y="24760"/>
                    <a:pt x="42113" y="22759"/>
                    <a:pt x="42208" y="20759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94"/>
            <p:cNvSpPr/>
            <p:nvPr/>
          </p:nvSpPr>
          <p:spPr>
            <a:xfrm>
              <a:off x="7044319" y="1838267"/>
              <a:ext cx="251868" cy="387715"/>
            </a:xfrm>
            <a:custGeom>
              <a:avLst/>
              <a:gdLst/>
              <a:ahLst/>
              <a:cxnLst/>
              <a:rect l="l" t="t" r="r" b="b"/>
              <a:pathLst>
                <a:path w="86256" h="132779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F6BB9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94"/>
            <p:cNvSpPr/>
            <p:nvPr/>
          </p:nvSpPr>
          <p:spPr>
            <a:xfrm>
              <a:off x="7037529" y="182994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9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E406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94"/>
            <p:cNvSpPr/>
            <p:nvPr/>
          </p:nvSpPr>
          <p:spPr>
            <a:xfrm>
              <a:off x="6979914" y="2066186"/>
              <a:ext cx="288657" cy="757962"/>
            </a:xfrm>
            <a:custGeom>
              <a:avLst/>
              <a:gdLst/>
              <a:ahLst/>
              <a:cxnLst/>
              <a:rect l="l" t="t" r="r" b="b"/>
              <a:pathLst>
                <a:path w="98855" h="259576" extrusionOk="0">
                  <a:moveTo>
                    <a:pt x="4063" y="5834"/>
                  </a:moveTo>
                  <a:cubicBezTo>
                    <a:pt x="2539" y="13645"/>
                    <a:pt x="1396" y="21550"/>
                    <a:pt x="539" y="29456"/>
                  </a:cubicBezTo>
                  <a:cubicBezTo>
                    <a:pt x="158" y="33266"/>
                    <a:pt x="-223" y="36981"/>
                    <a:pt x="158" y="40791"/>
                  </a:cubicBezTo>
                  <a:cubicBezTo>
                    <a:pt x="1015" y="49840"/>
                    <a:pt x="4254" y="56602"/>
                    <a:pt x="9016" y="63937"/>
                  </a:cubicBezTo>
                  <a:cubicBezTo>
                    <a:pt x="13683" y="71176"/>
                    <a:pt x="14445" y="79939"/>
                    <a:pt x="16255" y="88035"/>
                  </a:cubicBezTo>
                  <a:cubicBezTo>
                    <a:pt x="20256" y="105656"/>
                    <a:pt x="29114" y="121087"/>
                    <a:pt x="28733" y="139184"/>
                  </a:cubicBezTo>
                  <a:cubicBezTo>
                    <a:pt x="28542" y="151281"/>
                    <a:pt x="34353" y="175665"/>
                    <a:pt x="39687" y="192238"/>
                  </a:cubicBezTo>
                  <a:cubicBezTo>
                    <a:pt x="41401" y="197572"/>
                    <a:pt x="43687" y="202716"/>
                    <a:pt x="45592" y="207955"/>
                  </a:cubicBezTo>
                  <a:cubicBezTo>
                    <a:pt x="50069" y="220337"/>
                    <a:pt x="52164" y="233482"/>
                    <a:pt x="51879" y="246626"/>
                  </a:cubicBezTo>
                  <a:cubicBezTo>
                    <a:pt x="51879" y="251008"/>
                    <a:pt x="49116" y="258247"/>
                    <a:pt x="54069" y="259485"/>
                  </a:cubicBezTo>
                  <a:cubicBezTo>
                    <a:pt x="56070" y="259961"/>
                    <a:pt x="60070" y="258437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94"/>
            <p:cNvSpPr/>
            <p:nvPr/>
          </p:nvSpPr>
          <p:spPr>
            <a:xfrm>
              <a:off x="7118004" y="2746054"/>
              <a:ext cx="154083" cy="87609"/>
            </a:xfrm>
            <a:custGeom>
              <a:avLst/>
              <a:gdLst/>
              <a:ahLst/>
              <a:cxnLst/>
              <a:rect l="l" t="t" r="r" b="b"/>
              <a:pathLst>
                <a:path w="52768" h="30003" extrusionOk="0">
                  <a:moveTo>
                    <a:pt x="1810" y="30004"/>
                  </a:moveTo>
                  <a:cubicBezTo>
                    <a:pt x="10192" y="28670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94"/>
            <p:cNvSpPr/>
            <p:nvPr/>
          </p:nvSpPr>
          <p:spPr>
            <a:xfrm>
              <a:off x="6957277" y="2104069"/>
              <a:ext cx="237647" cy="674581"/>
            </a:xfrm>
            <a:custGeom>
              <a:avLst/>
              <a:gdLst/>
              <a:ahLst/>
              <a:cxnLst/>
              <a:rect l="l" t="t" r="r" b="b"/>
              <a:pathLst>
                <a:path w="81386" h="231021" extrusionOk="0">
                  <a:moveTo>
                    <a:pt x="49062" y="230886"/>
                  </a:moveTo>
                  <a:cubicBezTo>
                    <a:pt x="59063" y="231743"/>
                    <a:pt x="72207" y="228505"/>
                    <a:pt x="79637" y="221742"/>
                  </a:cubicBezTo>
                  <a:cubicBezTo>
                    <a:pt x="87066" y="214979"/>
                    <a:pt x="68302" y="207074"/>
                    <a:pt x="70398" y="197168"/>
                  </a:cubicBezTo>
                  <a:cubicBezTo>
                    <a:pt x="70874" y="194691"/>
                    <a:pt x="72398" y="192596"/>
                    <a:pt x="73065" y="190119"/>
                  </a:cubicBezTo>
                  <a:cubicBezTo>
                    <a:pt x="74874" y="183356"/>
                    <a:pt x="70017" y="176784"/>
                    <a:pt x="68397" y="169926"/>
                  </a:cubicBezTo>
                  <a:cubicBezTo>
                    <a:pt x="66683" y="162592"/>
                    <a:pt x="68778" y="154781"/>
                    <a:pt x="68016" y="147256"/>
                  </a:cubicBezTo>
                  <a:cubicBezTo>
                    <a:pt x="67159" y="139160"/>
                    <a:pt x="62873" y="131731"/>
                    <a:pt x="61539" y="123634"/>
                  </a:cubicBezTo>
                  <a:cubicBezTo>
                    <a:pt x="60682" y="118301"/>
                    <a:pt x="61063" y="112871"/>
                    <a:pt x="61349" y="107537"/>
                  </a:cubicBezTo>
                  <a:cubicBezTo>
                    <a:pt x="62682" y="81915"/>
                    <a:pt x="60873" y="56197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1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94"/>
            <p:cNvSpPr/>
            <p:nvPr/>
          </p:nvSpPr>
          <p:spPr>
            <a:xfrm>
              <a:off x="6881394" y="2052341"/>
              <a:ext cx="222495" cy="776758"/>
            </a:xfrm>
            <a:custGeom>
              <a:avLst/>
              <a:gdLst/>
              <a:ahLst/>
              <a:cxnLst/>
              <a:rect l="l" t="t" r="r" b="b"/>
              <a:pathLst>
                <a:path w="76197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1908" y="229651"/>
                  </a:cubicBezTo>
                  <a:cubicBezTo>
                    <a:pt x="25051" y="199076"/>
                    <a:pt x="37624" y="172025"/>
                    <a:pt x="41149" y="141545"/>
                  </a:cubicBezTo>
                  <a:cubicBezTo>
                    <a:pt x="41815" y="135640"/>
                    <a:pt x="57532" y="106303"/>
                    <a:pt x="61056" y="90872"/>
                  </a:cubicBezTo>
                  <a:cubicBezTo>
                    <a:pt x="65056" y="73346"/>
                    <a:pt x="65723" y="66869"/>
                    <a:pt x="68295" y="60011"/>
                  </a:cubicBezTo>
                  <a:cubicBezTo>
                    <a:pt x="71152" y="52391"/>
                    <a:pt x="74010" y="43438"/>
                    <a:pt x="75439" y="35437"/>
                  </a:cubicBezTo>
                  <a:cubicBezTo>
                    <a:pt x="76867" y="27055"/>
                    <a:pt x="76582" y="17911"/>
                    <a:pt x="71914" y="10957"/>
                  </a:cubicBezTo>
                  <a:cubicBezTo>
                    <a:pt x="67342" y="4004"/>
                    <a:pt x="50483" y="-4473"/>
                    <a:pt x="46102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94"/>
            <p:cNvSpPr/>
            <p:nvPr/>
          </p:nvSpPr>
          <p:spPr>
            <a:xfrm>
              <a:off x="6970865" y="1767408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322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94"/>
            <p:cNvSpPr/>
            <p:nvPr/>
          </p:nvSpPr>
          <p:spPr>
            <a:xfrm>
              <a:off x="6988315" y="177709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9"/>
                    <a:pt x="25093" y="8573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9"/>
                  </a:cubicBezTo>
                  <a:cubicBezTo>
                    <a:pt x="423" y="7049"/>
                    <a:pt x="138" y="6858"/>
                    <a:pt x="42" y="6668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94"/>
            <p:cNvSpPr/>
            <p:nvPr/>
          </p:nvSpPr>
          <p:spPr>
            <a:xfrm>
              <a:off x="6876668" y="2747408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624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7" y="1155"/>
                  </a:cubicBezTo>
                  <a:cubicBezTo>
                    <a:pt x="6667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94"/>
            <p:cNvSpPr/>
            <p:nvPr/>
          </p:nvSpPr>
          <p:spPr>
            <a:xfrm>
              <a:off x="6880804" y="2117786"/>
              <a:ext cx="237714" cy="652976"/>
            </a:xfrm>
            <a:custGeom>
              <a:avLst/>
              <a:gdLst/>
              <a:ahLst/>
              <a:cxnLst/>
              <a:rect l="l" t="t" r="r" b="b"/>
              <a:pathLst>
                <a:path w="81409" h="223622" extrusionOk="0">
                  <a:moveTo>
                    <a:pt x="679" y="219424"/>
                  </a:moveTo>
                  <a:cubicBezTo>
                    <a:pt x="9728" y="223710"/>
                    <a:pt x="23253" y="225234"/>
                    <a:pt x="32492" y="221520"/>
                  </a:cubicBezTo>
                  <a:cubicBezTo>
                    <a:pt x="41827" y="217805"/>
                    <a:pt x="27063" y="203708"/>
                    <a:pt x="32492" y="195135"/>
                  </a:cubicBezTo>
                  <a:cubicBezTo>
                    <a:pt x="33826" y="193040"/>
                    <a:pt x="36017" y="191516"/>
                    <a:pt x="37445" y="189420"/>
                  </a:cubicBezTo>
                  <a:cubicBezTo>
                    <a:pt x="41541" y="183705"/>
                    <a:pt x="39255" y="175800"/>
                    <a:pt x="40112" y="168846"/>
                  </a:cubicBezTo>
                  <a:cubicBezTo>
                    <a:pt x="41065" y="161322"/>
                    <a:pt x="45827" y="154749"/>
                    <a:pt x="47637" y="147415"/>
                  </a:cubicBezTo>
                  <a:cubicBezTo>
                    <a:pt x="49637" y="139414"/>
                    <a:pt x="48209" y="130937"/>
                    <a:pt x="49828" y="122936"/>
                  </a:cubicBezTo>
                  <a:cubicBezTo>
                    <a:pt x="50876" y="117602"/>
                    <a:pt x="53162" y="112649"/>
                    <a:pt x="55257" y="107696"/>
                  </a:cubicBezTo>
                  <a:cubicBezTo>
                    <a:pt x="65449" y="84074"/>
                    <a:pt x="72783" y="59214"/>
                    <a:pt x="78308" y="34068"/>
                  </a:cubicBezTo>
                  <a:cubicBezTo>
                    <a:pt x="80689" y="23495"/>
                    <a:pt x="82689" y="12541"/>
                    <a:pt x="80403" y="1968"/>
                  </a:cubicBezTo>
                  <a:cubicBezTo>
                    <a:pt x="63258" y="-1270"/>
                    <a:pt x="46685" y="63"/>
                    <a:pt x="29254" y="1873"/>
                  </a:cubicBezTo>
                  <a:cubicBezTo>
                    <a:pt x="23825" y="14065"/>
                    <a:pt x="22682" y="27305"/>
                    <a:pt x="27158" y="39878"/>
                  </a:cubicBezTo>
                  <a:cubicBezTo>
                    <a:pt x="30302" y="48831"/>
                    <a:pt x="26396" y="54737"/>
                    <a:pt x="25063" y="64262"/>
                  </a:cubicBezTo>
                  <a:cubicBezTo>
                    <a:pt x="22967" y="78645"/>
                    <a:pt x="20681" y="92932"/>
                    <a:pt x="18300" y="107220"/>
                  </a:cubicBezTo>
                  <a:cubicBezTo>
                    <a:pt x="15919" y="121698"/>
                    <a:pt x="13538" y="136176"/>
                    <a:pt x="11156" y="150749"/>
                  </a:cubicBezTo>
                  <a:cubicBezTo>
                    <a:pt x="8299" y="167989"/>
                    <a:pt x="5537" y="185229"/>
                    <a:pt x="1822" y="202374"/>
                  </a:cubicBezTo>
                  <a:cubicBezTo>
                    <a:pt x="488" y="208280"/>
                    <a:pt x="-845" y="213709"/>
                    <a:pt x="679" y="2196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94"/>
            <p:cNvSpPr/>
            <p:nvPr/>
          </p:nvSpPr>
          <p:spPr>
            <a:xfrm>
              <a:off x="6880582" y="2118063"/>
              <a:ext cx="237341" cy="644056"/>
            </a:xfrm>
            <a:custGeom>
              <a:avLst/>
              <a:gdLst/>
              <a:ahLst/>
              <a:cxnLst/>
              <a:rect l="l" t="t" r="r" b="b"/>
              <a:pathLst>
                <a:path w="81281" h="220567" extrusionOk="0">
                  <a:moveTo>
                    <a:pt x="29330" y="1683"/>
                  </a:moveTo>
                  <a:cubicBezTo>
                    <a:pt x="23901" y="13875"/>
                    <a:pt x="22758" y="27114"/>
                    <a:pt x="27139" y="39687"/>
                  </a:cubicBezTo>
                  <a:cubicBezTo>
                    <a:pt x="30282" y="48641"/>
                    <a:pt x="26377" y="54546"/>
                    <a:pt x="25044" y="64071"/>
                  </a:cubicBezTo>
                  <a:cubicBezTo>
                    <a:pt x="22948" y="78454"/>
                    <a:pt x="20662" y="92742"/>
                    <a:pt x="18281" y="107029"/>
                  </a:cubicBezTo>
                  <a:cubicBezTo>
                    <a:pt x="15900" y="121507"/>
                    <a:pt x="13518" y="135985"/>
                    <a:pt x="11137" y="150558"/>
                  </a:cubicBezTo>
                  <a:cubicBezTo>
                    <a:pt x="8280" y="167799"/>
                    <a:pt x="5517" y="185039"/>
                    <a:pt x="1803" y="202184"/>
                  </a:cubicBezTo>
                  <a:cubicBezTo>
                    <a:pt x="564" y="208089"/>
                    <a:pt x="-864" y="213519"/>
                    <a:pt x="660" y="219424"/>
                  </a:cubicBezTo>
                  <a:cubicBezTo>
                    <a:pt x="1517" y="219805"/>
                    <a:pt x="2565" y="220186"/>
                    <a:pt x="3517" y="220567"/>
                  </a:cubicBezTo>
                  <a:cubicBezTo>
                    <a:pt x="6946" y="218472"/>
                    <a:pt x="9994" y="215043"/>
                    <a:pt x="12471" y="211804"/>
                  </a:cubicBezTo>
                  <a:cubicBezTo>
                    <a:pt x="13233" y="210852"/>
                    <a:pt x="14090" y="209804"/>
                    <a:pt x="14280" y="208566"/>
                  </a:cubicBezTo>
                  <a:cubicBezTo>
                    <a:pt x="14852" y="205803"/>
                    <a:pt x="12661" y="203232"/>
                    <a:pt x="11899" y="200469"/>
                  </a:cubicBezTo>
                  <a:cubicBezTo>
                    <a:pt x="9994" y="193897"/>
                    <a:pt x="16090" y="187801"/>
                    <a:pt x="17043" y="181038"/>
                  </a:cubicBezTo>
                  <a:cubicBezTo>
                    <a:pt x="17424" y="178276"/>
                    <a:pt x="16947" y="175419"/>
                    <a:pt x="16662" y="172656"/>
                  </a:cubicBezTo>
                  <a:cubicBezTo>
                    <a:pt x="16090" y="166656"/>
                    <a:pt x="16757" y="160655"/>
                    <a:pt x="17424" y="154654"/>
                  </a:cubicBezTo>
                  <a:cubicBezTo>
                    <a:pt x="21329" y="118935"/>
                    <a:pt x="25234" y="82836"/>
                    <a:pt x="36759" y="48736"/>
                  </a:cubicBezTo>
                  <a:cubicBezTo>
                    <a:pt x="37521" y="46641"/>
                    <a:pt x="38379" y="44355"/>
                    <a:pt x="40188" y="43116"/>
                  </a:cubicBezTo>
                  <a:cubicBezTo>
                    <a:pt x="41712" y="42069"/>
                    <a:pt x="43713" y="41973"/>
                    <a:pt x="45522" y="41783"/>
                  </a:cubicBezTo>
                  <a:cubicBezTo>
                    <a:pt x="56952" y="40926"/>
                    <a:pt x="68097" y="37782"/>
                    <a:pt x="78479" y="32829"/>
                  </a:cubicBezTo>
                  <a:cubicBezTo>
                    <a:pt x="80670" y="22638"/>
                    <a:pt x="82479" y="12065"/>
                    <a:pt x="80289" y="1968"/>
                  </a:cubicBezTo>
                  <a:cubicBezTo>
                    <a:pt x="63144" y="-1270"/>
                    <a:pt x="46570" y="63"/>
                    <a:pt x="29139" y="187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94"/>
            <p:cNvSpPr/>
            <p:nvPr/>
          </p:nvSpPr>
          <p:spPr>
            <a:xfrm>
              <a:off x="6936724" y="1788498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3" y="142304"/>
                  </a:cubicBezTo>
                  <a:cubicBezTo>
                    <a:pt x="44005" y="146304"/>
                    <a:pt x="57721" y="145542"/>
                    <a:pt x="69437" y="140399"/>
                  </a:cubicBezTo>
                  <a:cubicBezTo>
                    <a:pt x="68008" y="133255"/>
                    <a:pt x="65818" y="126016"/>
                    <a:pt x="66008" y="118682"/>
                  </a:cubicBezTo>
                  <a:cubicBezTo>
                    <a:pt x="66104" y="115253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5" y="7811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80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2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8"/>
                  </a:cubicBezTo>
                  <a:cubicBezTo>
                    <a:pt x="15430" y="88678"/>
                    <a:pt x="18193" y="89345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2" y="116967"/>
                    <a:pt x="5429" y="1223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94"/>
            <p:cNvSpPr/>
            <p:nvPr/>
          </p:nvSpPr>
          <p:spPr>
            <a:xfrm>
              <a:off x="6950618" y="1802658"/>
              <a:ext cx="105955" cy="253949"/>
            </a:xfrm>
            <a:custGeom>
              <a:avLst/>
              <a:gdLst/>
              <a:ahLst/>
              <a:cxnLst/>
              <a:rect l="l" t="t" r="r" b="b"/>
              <a:pathLst>
                <a:path w="36286" h="86969" extrusionOk="0">
                  <a:moveTo>
                    <a:pt x="17338" y="6"/>
                  </a:moveTo>
                  <a:cubicBezTo>
                    <a:pt x="23243" y="6"/>
                    <a:pt x="29244" y="2483"/>
                    <a:pt x="32768" y="7150"/>
                  </a:cubicBezTo>
                  <a:cubicBezTo>
                    <a:pt x="37721" y="13818"/>
                    <a:pt x="36578" y="23057"/>
                    <a:pt x="34578" y="31058"/>
                  </a:cubicBezTo>
                  <a:cubicBezTo>
                    <a:pt x="29434" y="51537"/>
                    <a:pt x="19529" y="70777"/>
                    <a:pt x="5908" y="86970"/>
                  </a:cubicBezTo>
                  <a:cubicBezTo>
                    <a:pt x="4479" y="84017"/>
                    <a:pt x="2955" y="81064"/>
                    <a:pt x="2669" y="77826"/>
                  </a:cubicBezTo>
                  <a:cubicBezTo>
                    <a:pt x="2383" y="74492"/>
                    <a:pt x="3526" y="71158"/>
                    <a:pt x="4765" y="68110"/>
                  </a:cubicBezTo>
                  <a:cubicBezTo>
                    <a:pt x="11146" y="52203"/>
                    <a:pt x="21814" y="37344"/>
                    <a:pt x="22291" y="20199"/>
                  </a:cubicBezTo>
                  <a:cubicBezTo>
                    <a:pt x="22386" y="16008"/>
                    <a:pt x="21338" y="10960"/>
                    <a:pt x="17338" y="9436"/>
                  </a:cubicBezTo>
                  <a:cubicBezTo>
                    <a:pt x="15052" y="8579"/>
                    <a:pt x="12480" y="9150"/>
                    <a:pt x="10194" y="9722"/>
                  </a:cubicBezTo>
                  <a:cubicBezTo>
                    <a:pt x="7813" y="10389"/>
                    <a:pt x="5336" y="10960"/>
                    <a:pt x="3050" y="10198"/>
                  </a:cubicBezTo>
                  <a:cubicBezTo>
                    <a:pt x="-1998" y="8484"/>
                    <a:pt x="97" y="5055"/>
                    <a:pt x="3050" y="3245"/>
                  </a:cubicBezTo>
                  <a:cubicBezTo>
                    <a:pt x="7051" y="864"/>
                    <a:pt x="12766" y="-89"/>
                    <a:pt x="17338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94"/>
            <p:cNvSpPr/>
            <p:nvPr/>
          </p:nvSpPr>
          <p:spPr>
            <a:xfrm>
              <a:off x="6911422" y="181766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3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F6BB9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94"/>
            <p:cNvSpPr/>
            <p:nvPr/>
          </p:nvSpPr>
          <p:spPr>
            <a:xfrm>
              <a:off x="6922266" y="1813674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9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94"/>
            <p:cNvSpPr/>
            <p:nvPr/>
          </p:nvSpPr>
          <p:spPr>
            <a:xfrm>
              <a:off x="6957764" y="1580527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4"/>
                    <a:pt x="12128" y="50102"/>
                    <a:pt x="9461" y="45911"/>
                  </a:cubicBezTo>
                  <a:cubicBezTo>
                    <a:pt x="6413" y="41053"/>
                    <a:pt x="3746" y="35909"/>
                    <a:pt x="1555" y="30671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4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cubicBezTo>
                    <a:pt x="26796" y="1619"/>
                    <a:pt x="32226" y="762"/>
                    <a:pt x="37560" y="0"/>
                  </a:cubicBez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4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7"/>
                  </a:cubicBezTo>
                  <a:cubicBezTo>
                    <a:pt x="56514" y="20384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rgbClr val="3432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2" name="Google Shape;712;p94"/>
          <p:cNvGrpSpPr/>
          <p:nvPr/>
        </p:nvGrpSpPr>
        <p:grpSpPr>
          <a:xfrm>
            <a:off x="8243017" y="3539792"/>
            <a:ext cx="817953" cy="1652628"/>
            <a:chOff x="5450167" y="2975604"/>
            <a:chExt cx="817953" cy="1652628"/>
          </a:xfrm>
        </p:grpSpPr>
        <p:sp>
          <p:nvSpPr>
            <p:cNvPr id="713" name="Google Shape;713;p94"/>
            <p:cNvSpPr/>
            <p:nvPr/>
          </p:nvSpPr>
          <p:spPr>
            <a:xfrm>
              <a:off x="5450167" y="4233568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94"/>
            <p:cNvSpPr/>
            <p:nvPr/>
          </p:nvSpPr>
          <p:spPr>
            <a:xfrm>
              <a:off x="5952551" y="2996046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94"/>
            <p:cNvSpPr/>
            <p:nvPr/>
          </p:nvSpPr>
          <p:spPr>
            <a:xfrm>
              <a:off x="6016253" y="3230697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94"/>
            <p:cNvSpPr/>
            <p:nvPr/>
          </p:nvSpPr>
          <p:spPr>
            <a:xfrm>
              <a:off x="6010020" y="3222570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94"/>
            <p:cNvSpPr/>
            <p:nvPr/>
          </p:nvSpPr>
          <p:spPr>
            <a:xfrm>
              <a:off x="5951847" y="3458336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94"/>
            <p:cNvSpPr/>
            <p:nvPr/>
          </p:nvSpPr>
          <p:spPr>
            <a:xfrm>
              <a:off x="6089937" y="4138481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94"/>
            <p:cNvSpPr/>
            <p:nvPr/>
          </p:nvSpPr>
          <p:spPr>
            <a:xfrm>
              <a:off x="5929488" y="3496774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94"/>
            <p:cNvSpPr/>
            <p:nvPr/>
          </p:nvSpPr>
          <p:spPr>
            <a:xfrm>
              <a:off x="5853328" y="3444772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94"/>
            <p:cNvSpPr/>
            <p:nvPr/>
          </p:nvSpPr>
          <p:spPr>
            <a:xfrm>
              <a:off x="5943076" y="3159835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94"/>
            <p:cNvSpPr/>
            <p:nvPr/>
          </p:nvSpPr>
          <p:spPr>
            <a:xfrm>
              <a:off x="5960248" y="316952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94"/>
            <p:cNvSpPr/>
            <p:nvPr/>
          </p:nvSpPr>
          <p:spPr>
            <a:xfrm>
              <a:off x="5848602" y="4139835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94"/>
            <p:cNvSpPr/>
            <p:nvPr/>
          </p:nvSpPr>
          <p:spPr>
            <a:xfrm>
              <a:off x="5852493" y="3510490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94"/>
            <p:cNvSpPr/>
            <p:nvPr/>
          </p:nvSpPr>
          <p:spPr>
            <a:xfrm>
              <a:off x="5862502" y="3510099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94"/>
            <p:cNvSpPr/>
            <p:nvPr/>
          </p:nvSpPr>
          <p:spPr>
            <a:xfrm>
              <a:off x="5908658" y="3180925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94"/>
            <p:cNvSpPr/>
            <p:nvPr/>
          </p:nvSpPr>
          <p:spPr>
            <a:xfrm>
              <a:off x="5883355" y="321009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94"/>
            <p:cNvSpPr/>
            <p:nvPr/>
          </p:nvSpPr>
          <p:spPr>
            <a:xfrm>
              <a:off x="5876963" y="3206382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94"/>
            <p:cNvSpPr/>
            <p:nvPr/>
          </p:nvSpPr>
          <p:spPr>
            <a:xfrm>
              <a:off x="6004302" y="3208729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94"/>
            <p:cNvSpPr/>
            <p:nvPr/>
          </p:nvSpPr>
          <p:spPr>
            <a:xfrm>
              <a:off x="5996146" y="3184413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94"/>
            <p:cNvSpPr/>
            <p:nvPr/>
          </p:nvSpPr>
          <p:spPr>
            <a:xfrm>
              <a:off x="6029324" y="3195214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94"/>
            <p:cNvSpPr/>
            <p:nvPr/>
          </p:nvSpPr>
          <p:spPr>
            <a:xfrm>
              <a:off x="6040168" y="3208451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94"/>
            <p:cNvSpPr/>
            <p:nvPr/>
          </p:nvSpPr>
          <p:spPr>
            <a:xfrm>
              <a:off x="5931693" y="2975604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3"/>
                    <a:pt x="12128" y="50102"/>
                    <a:pt x="9461" y="45910"/>
                  </a:cubicBezTo>
                  <a:cubicBezTo>
                    <a:pt x="6413" y="41053"/>
                    <a:pt x="3746" y="35909"/>
                    <a:pt x="1555" y="30670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3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lnTo>
                    <a:pt x="37560" y="0"/>
                  </a:ln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3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6"/>
                  </a:cubicBezTo>
                  <a:cubicBezTo>
                    <a:pt x="56514" y="20383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rgbClr val="AE7A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94"/>
          <p:cNvGrpSpPr/>
          <p:nvPr/>
        </p:nvGrpSpPr>
        <p:grpSpPr>
          <a:xfrm>
            <a:off x="114118" y="1681653"/>
            <a:ext cx="656255" cy="1624153"/>
            <a:chOff x="2987343" y="1904703"/>
            <a:chExt cx="656255" cy="1624153"/>
          </a:xfrm>
        </p:grpSpPr>
        <p:sp>
          <p:nvSpPr>
            <p:cNvPr id="735" name="Google Shape;735;p94"/>
            <p:cNvSpPr/>
            <p:nvPr/>
          </p:nvSpPr>
          <p:spPr>
            <a:xfrm>
              <a:off x="2987343" y="3133520"/>
              <a:ext cx="656255" cy="395336"/>
            </a:xfrm>
            <a:custGeom>
              <a:avLst/>
              <a:gdLst/>
              <a:ahLst/>
              <a:cxnLst/>
              <a:rect l="l" t="t" r="r" b="b"/>
              <a:pathLst>
                <a:path w="224745" h="135389" extrusionOk="0">
                  <a:moveTo>
                    <a:pt x="222936" y="1277"/>
                  </a:moveTo>
                  <a:cubicBezTo>
                    <a:pt x="223603" y="991"/>
                    <a:pt x="224269" y="706"/>
                    <a:pt x="224746" y="420"/>
                  </a:cubicBezTo>
                  <a:cubicBezTo>
                    <a:pt x="224746" y="420"/>
                    <a:pt x="181312" y="-152"/>
                    <a:pt x="172644" y="39"/>
                  </a:cubicBezTo>
                  <a:cubicBezTo>
                    <a:pt x="169977" y="1849"/>
                    <a:pt x="166929" y="6897"/>
                    <a:pt x="166929" y="6897"/>
                  </a:cubicBezTo>
                  <a:cubicBezTo>
                    <a:pt x="167786" y="7278"/>
                    <a:pt x="169310" y="7468"/>
                    <a:pt x="171120" y="7564"/>
                  </a:cubicBezTo>
                  <a:cubicBezTo>
                    <a:pt x="168739" y="10802"/>
                    <a:pt x="164738" y="14041"/>
                    <a:pt x="159404" y="17279"/>
                  </a:cubicBezTo>
                  <a:cubicBezTo>
                    <a:pt x="156451" y="19089"/>
                    <a:pt x="153117" y="20803"/>
                    <a:pt x="150355" y="22613"/>
                  </a:cubicBezTo>
                  <a:cubicBezTo>
                    <a:pt x="141783" y="28138"/>
                    <a:pt x="131305" y="36139"/>
                    <a:pt x="129400" y="39853"/>
                  </a:cubicBezTo>
                  <a:cubicBezTo>
                    <a:pt x="128638" y="41473"/>
                    <a:pt x="127019" y="42997"/>
                    <a:pt x="125019" y="44616"/>
                  </a:cubicBezTo>
                  <a:cubicBezTo>
                    <a:pt x="121780" y="44616"/>
                    <a:pt x="118446" y="44616"/>
                    <a:pt x="115113" y="44616"/>
                  </a:cubicBezTo>
                  <a:cubicBezTo>
                    <a:pt x="110541" y="48521"/>
                    <a:pt x="105874" y="52331"/>
                    <a:pt x="101016" y="56236"/>
                  </a:cubicBezTo>
                  <a:cubicBezTo>
                    <a:pt x="97301" y="59284"/>
                    <a:pt x="97777" y="61285"/>
                    <a:pt x="89967" y="63952"/>
                  </a:cubicBezTo>
                  <a:cubicBezTo>
                    <a:pt x="83871" y="66047"/>
                    <a:pt x="79394" y="68333"/>
                    <a:pt x="76346" y="70524"/>
                  </a:cubicBezTo>
                  <a:cubicBezTo>
                    <a:pt x="73584" y="70714"/>
                    <a:pt x="70821" y="70810"/>
                    <a:pt x="68155" y="70810"/>
                  </a:cubicBezTo>
                  <a:cubicBezTo>
                    <a:pt x="68155" y="71953"/>
                    <a:pt x="68631" y="73000"/>
                    <a:pt x="69107" y="74048"/>
                  </a:cubicBezTo>
                  <a:cubicBezTo>
                    <a:pt x="69298" y="74334"/>
                    <a:pt x="69488" y="74620"/>
                    <a:pt x="69583" y="75001"/>
                  </a:cubicBezTo>
                  <a:cubicBezTo>
                    <a:pt x="67488" y="75763"/>
                    <a:pt x="65202" y="76429"/>
                    <a:pt x="62820" y="77096"/>
                  </a:cubicBezTo>
                  <a:cubicBezTo>
                    <a:pt x="55296" y="79192"/>
                    <a:pt x="45771" y="83002"/>
                    <a:pt x="41389" y="85002"/>
                  </a:cubicBezTo>
                  <a:cubicBezTo>
                    <a:pt x="40341" y="85478"/>
                    <a:pt x="39484" y="85954"/>
                    <a:pt x="38817" y="86431"/>
                  </a:cubicBezTo>
                  <a:cubicBezTo>
                    <a:pt x="36150" y="88621"/>
                    <a:pt x="35769" y="90622"/>
                    <a:pt x="35007" y="93098"/>
                  </a:cubicBezTo>
                  <a:cubicBezTo>
                    <a:pt x="35007" y="93384"/>
                    <a:pt x="34817" y="93765"/>
                    <a:pt x="34626" y="94051"/>
                  </a:cubicBezTo>
                  <a:cubicBezTo>
                    <a:pt x="33579" y="94241"/>
                    <a:pt x="32531" y="94432"/>
                    <a:pt x="31483" y="94717"/>
                  </a:cubicBezTo>
                  <a:cubicBezTo>
                    <a:pt x="29673" y="98242"/>
                    <a:pt x="28340" y="101861"/>
                    <a:pt x="27578" y="105290"/>
                  </a:cubicBezTo>
                  <a:cubicBezTo>
                    <a:pt x="27387" y="106338"/>
                    <a:pt x="27102" y="107386"/>
                    <a:pt x="27864" y="108243"/>
                  </a:cubicBezTo>
                  <a:cubicBezTo>
                    <a:pt x="27959" y="108338"/>
                    <a:pt x="28149" y="108529"/>
                    <a:pt x="28245" y="108624"/>
                  </a:cubicBezTo>
                  <a:cubicBezTo>
                    <a:pt x="28435" y="108719"/>
                    <a:pt x="28816" y="108814"/>
                    <a:pt x="29007" y="109005"/>
                  </a:cubicBezTo>
                  <a:cubicBezTo>
                    <a:pt x="28149" y="110338"/>
                    <a:pt x="27483" y="111577"/>
                    <a:pt x="27006" y="112815"/>
                  </a:cubicBezTo>
                  <a:cubicBezTo>
                    <a:pt x="28340" y="112815"/>
                    <a:pt x="27006" y="112815"/>
                    <a:pt x="28435" y="112815"/>
                  </a:cubicBezTo>
                  <a:cubicBezTo>
                    <a:pt x="29197" y="112815"/>
                    <a:pt x="30054" y="112720"/>
                    <a:pt x="30816" y="112624"/>
                  </a:cubicBezTo>
                  <a:cubicBezTo>
                    <a:pt x="30435" y="113101"/>
                    <a:pt x="29959" y="113577"/>
                    <a:pt x="29197" y="114053"/>
                  </a:cubicBezTo>
                  <a:cubicBezTo>
                    <a:pt x="29769" y="114053"/>
                    <a:pt x="30626" y="114053"/>
                    <a:pt x="31483" y="113958"/>
                  </a:cubicBezTo>
                  <a:cubicBezTo>
                    <a:pt x="30816" y="114910"/>
                    <a:pt x="30150" y="115863"/>
                    <a:pt x="29578" y="116625"/>
                  </a:cubicBezTo>
                  <a:cubicBezTo>
                    <a:pt x="27673" y="118149"/>
                    <a:pt x="23006" y="119578"/>
                    <a:pt x="18815" y="120816"/>
                  </a:cubicBezTo>
                  <a:cubicBezTo>
                    <a:pt x="13767" y="122340"/>
                    <a:pt x="9004" y="123959"/>
                    <a:pt x="4527" y="125674"/>
                  </a:cubicBezTo>
                  <a:cubicBezTo>
                    <a:pt x="2527" y="126436"/>
                    <a:pt x="432" y="127293"/>
                    <a:pt x="51" y="128055"/>
                  </a:cubicBezTo>
                  <a:cubicBezTo>
                    <a:pt x="-330" y="128912"/>
                    <a:pt x="1479" y="129484"/>
                    <a:pt x="3956" y="129579"/>
                  </a:cubicBezTo>
                  <a:cubicBezTo>
                    <a:pt x="1003" y="131008"/>
                    <a:pt x="717" y="132913"/>
                    <a:pt x="3575" y="133675"/>
                  </a:cubicBezTo>
                  <a:cubicBezTo>
                    <a:pt x="5766" y="134246"/>
                    <a:pt x="9195" y="134437"/>
                    <a:pt x="12528" y="134627"/>
                  </a:cubicBezTo>
                  <a:cubicBezTo>
                    <a:pt x="17577" y="134913"/>
                    <a:pt x="22625" y="135103"/>
                    <a:pt x="27673" y="135389"/>
                  </a:cubicBezTo>
                  <a:cubicBezTo>
                    <a:pt x="27102" y="134818"/>
                    <a:pt x="25482" y="134341"/>
                    <a:pt x="23292" y="134246"/>
                  </a:cubicBezTo>
                  <a:cubicBezTo>
                    <a:pt x="28626" y="134246"/>
                    <a:pt x="34055" y="134246"/>
                    <a:pt x="39865" y="133675"/>
                  </a:cubicBezTo>
                  <a:cubicBezTo>
                    <a:pt x="43485" y="133294"/>
                    <a:pt x="47485" y="132627"/>
                    <a:pt x="50343" y="132913"/>
                  </a:cubicBezTo>
                  <a:cubicBezTo>
                    <a:pt x="49390" y="132436"/>
                    <a:pt x="47485" y="132246"/>
                    <a:pt x="45294" y="132341"/>
                  </a:cubicBezTo>
                  <a:cubicBezTo>
                    <a:pt x="48914" y="131674"/>
                    <a:pt x="52915" y="131674"/>
                    <a:pt x="55296" y="132151"/>
                  </a:cubicBezTo>
                  <a:cubicBezTo>
                    <a:pt x="55200" y="130531"/>
                    <a:pt x="52343" y="129388"/>
                    <a:pt x="48152" y="128626"/>
                  </a:cubicBezTo>
                  <a:cubicBezTo>
                    <a:pt x="49771" y="127864"/>
                    <a:pt x="51105" y="127102"/>
                    <a:pt x="51962" y="126340"/>
                  </a:cubicBezTo>
                  <a:cubicBezTo>
                    <a:pt x="52724" y="125674"/>
                    <a:pt x="53200" y="125102"/>
                    <a:pt x="53486" y="124435"/>
                  </a:cubicBezTo>
                  <a:cubicBezTo>
                    <a:pt x="53867" y="123769"/>
                    <a:pt x="54153" y="123102"/>
                    <a:pt x="55296" y="122435"/>
                  </a:cubicBezTo>
                  <a:cubicBezTo>
                    <a:pt x="56343" y="121768"/>
                    <a:pt x="58153" y="121197"/>
                    <a:pt x="59868" y="120625"/>
                  </a:cubicBezTo>
                  <a:cubicBezTo>
                    <a:pt x="60630" y="120435"/>
                    <a:pt x="61392" y="120149"/>
                    <a:pt x="61773" y="119863"/>
                  </a:cubicBezTo>
                  <a:cubicBezTo>
                    <a:pt x="62820" y="119101"/>
                    <a:pt x="58725" y="119292"/>
                    <a:pt x="60439" y="118339"/>
                  </a:cubicBezTo>
                  <a:cubicBezTo>
                    <a:pt x="60820" y="118054"/>
                    <a:pt x="61677" y="117863"/>
                    <a:pt x="61487" y="117577"/>
                  </a:cubicBezTo>
                  <a:cubicBezTo>
                    <a:pt x="61487" y="117482"/>
                    <a:pt x="61011" y="117387"/>
                    <a:pt x="61011" y="117292"/>
                  </a:cubicBezTo>
                  <a:cubicBezTo>
                    <a:pt x="61011" y="117101"/>
                    <a:pt x="61868" y="116911"/>
                    <a:pt x="62154" y="116720"/>
                  </a:cubicBezTo>
                  <a:cubicBezTo>
                    <a:pt x="62535" y="116434"/>
                    <a:pt x="62249" y="116244"/>
                    <a:pt x="61868" y="116149"/>
                  </a:cubicBezTo>
                  <a:cubicBezTo>
                    <a:pt x="61487" y="115958"/>
                    <a:pt x="61011" y="115863"/>
                    <a:pt x="60915" y="115672"/>
                  </a:cubicBezTo>
                  <a:cubicBezTo>
                    <a:pt x="60725" y="114910"/>
                    <a:pt x="61582" y="114148"/>
                    <a:pt x="57677" y="114434"/>
                  </a:cubicBezTo>
                  <a:cubicBezTo>
                    <a:pt x="55772" y="114529"/>
                    <a:pt x="53486" y="114720"/>
                    <a:pt x="50914" y="115006"/>
                  </a:cubicBezTo>
                  <a:lnTo>
                    <a:pt x="53391" y="112624"/>
                  </a:lnTo>
                  <a:cubicBezTo>
                    <a:pt x="55296" y="112529"/>
                    <a:pt x="56534" y="112434"/>
                    <a:pt x="56534" y="112339"/>
                  </a:cubicBezTo>
                  <a:cubicBezTo>
                    <a:pt x="57105" y="111862"/>
                    <a:pt x="57201" y="111481"/>
                    <a:pt x="57487" y="110910"/>
                  </a:cubicBezTo>
                  <a:cubicBezTo>
                    <a:pt x="59391" y="110815"/>
                    <a:pt x="60725" y="110624"/>
                    <a:pt x="63392" y="110338"/>
                  </a:cubicBezTo>
                  <a:cubicBezTo>
                    <a:pt x="71298" y="109386"/>
                    <a:pt x="77775" y="107100"/>
                    <a:pt x="83109" y="104623"/>
                  </a:cubicBezTo>
                  <a:cubicBezTo>
                    <a:pt x="88633" y="102528"/>
                    <a:pt x="92824" y="100147"/>
                    <a:pt x="96444" y="97956"/>
                  </a:cubicBezTo>
                  <a:cubicBezTo>
                    <a:pt x="99206" y="96337"/>
                    <a:pt x="101778" y="94622"/>
                    <a:pt x="104445" y="93003"/>
                  </a:cubicBezTo>
                  <a:cubicBezTo>
                    <a:pt x="104445" y="93003"/>
                    <a:pt x="104445" y="93003"/>
                    <a:pt x="104445" y="93003"/>
                  </a:cubicBezTo>
                  <a:cubicBezTo>
                    <a:pt x="111874" y="88145"/>
                    <a:pt x="117875" y="83192"/>
                    <a:pt x="123781" y="78334"/>
                  </a:cubicBezTo>
                  <a:cubicBezTo>
                    <a:pt x="125114" y="77191"/>
                    <a:pt x="126448" y="76144"/>
                    <a:pt x="127781" y="75001"/>
                  </a:cubicBezTo>
                  <a:cubicBezTo>
                    <a:pt x="130638" y="72715"/>
                    <a:pt x="135782" y="70333"/>
                    <a:pt x="140259" y="68143"/>
                  </a:cubicBezTo>
                  <a:cubicBezTo>
                    <a:pt x="138544" y="67857"/>
                    <a:pt x="136544" y="67666"/>
                    <a:pt x="134639" y="67476"/>
                  </a:cubicBezTo>
                  <a:cubicBezTo>
                    <a:pt x="142164" y="60046"/>
                    <a:pt x="148069" y="52522"/>
                    <a:pt x="151308" y="45283"/>
                  </a:cubicBezTo>
                  <a:cubicBezTo>
                    <a:pt x="150260" y="45283"/>
                    <a:pt x="149117" y="45187"/>
                    <a:pt x="147974" y="45092"/>
                  </a:cubicBezTo>
                  <a:cubicBezTo>
                    <a:pt x="149022" y="42139"/>
                    <a:pt x="149879" y="39568"/>
                    <a:pt x="151117" y="38710"/>
                  </a:cubicBezTo>
                  <a:cubicBezTo>
                    <a:pt x="164643" y="28995"/>
                    <a:pt x="167405" y="19851"/>
                    <a:pt x="181216" y="10135"/>
                  </a:cubicBezTo>
                  <a:cubicBezTo>
                    <a:pt x="182645" y="9088"/>
                    <a:pt x="184074" y="8230"/>
                    <a:pt x="185788" y="7468"/>
                  </a:cubicBezTo>
                  <a:cubicBezTo>
                    <a:pt x="186169" y="7373"/>
                    <a:pt x="186455" y="7183"/>
                    <a:pt x="186836" y="7087"/>
                  </a:cubicBezTo>
                  <a:cubicBezTo>
                    <a:pt x="191122" y="5468"/>
                    <a:pt x="192361" y="4992"/>
                    <a:pt x="197599" y="4420"/>
                  </a:cubicBezTo>
                  <a:cubicBezTo>
                    <a:pt x="202362" y="3944"/>
                    <a:pt x="206743" y="3944"/>
                    <a:pt x="211411" y="3468"/>
                  </a:cubicBezTo>
                  <a:cubicBezTo>
                    <a:pt x="214744" y="3182"/>
                    <a:pt x="218554" y="2420"/>
                    <a:pt x="221316" y="1468"/>
                  </a:cubicBezTo>
                  <a:cubicBezTo>
                    <a:pt x="221888" y="1372"/>
                    <a:pt x="222364" y="1277"/>
                    <a:pt x="222364" y="1087"/>
                  </a:cubicBezTo>
                  <a:lnTo>
                    <a:pt x="222364" y="1087"/>
                  </a:lnTo>
                  <a:close/>
                  <a:moveTo>
                    <a:pt x="62535" y="83668"/>
                  </a:moveTo>
                  <a:cubicBezTo>
                    <a:pt x="64821" y="82716"/>
                    <a:pt x="68345" y="81287"/>
                    <a:pt x="72060" y="79763"/>
                  </a:cubicBezTo>
                  <a:cubicBezTo>
                    <a:pt x="72536" y="81001"/>
                    <a:pt x="73108" y="83383"/>
                    <a:pt x="70059" y="84049"/>
                  </a:cubicBezTo>
                  <a:cubicBezTo>
                    <a:pt x="68155" y="84526"/>
                    <a:pt x="65106" y="84716"/>
                    <a:pt x="64440" y="85383"/>
                  </a:cubicBezTo>
                  <a:cubicBezTo>
                    <a:pt x="64059" y="85669"/>
                    <a:pt x="64630" y="85954"/>
                    <a:pt x="64916" y="86145"/>
                  </a:cubicBezTo>
                  <a:cubicBezTo>
                    <a:pt x="65678" y="86812"/>
                    <a:pt x="62058" y="88621"/>
                    <a:pt x="57963" y="90526"/>
                  </a:cubicBezTo>
                  <a:cubicBezTo>
                    <a:pt x="57010" y="90526"/>
                    <a:pt x="56058" y="90717"/>
                    <a:pt x="55105" y="90812"/>
                  </a:cubicBezTo>
                  <a:cubicBezTo>
                    <a:pt x="55105" y="90336"/>
                    <a:pt x="55105" y="89860"/>
                    <a:pt x="55105" y="89479"/>
                  </a:cubicBezTo>
                  <a:cubicBezTo>
                    <a:pt x="55105" y="87574"/>
                    <a:pt x="57772" y="85573"/>
                    <a:pt x="62535" y="83668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94"/>
            <p:cNvSpPr/>
            <p:nvPr/>
          </p:nvSpPr>
          <p:spPr>
            <a:xfrm>
              <a:off x="3484587" y="1923082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3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1" y="58954"/>
                    <a:pt x="35921" y="56478"/>
                    <a:pt x="37160" y="54192"/>
                  </a:cubicBezTo>
                  <a:cubicBezTo>
                    <a:pt x="37541" y="53525"/>
                    <a:pt x="38208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3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94"/>
            <p:cNvSpPr/>
            <p:nvPr/>
          </p:nvSpPr>
          <p:spPr>
            <a:xfrm>
              <a:off x="3541499" y="214968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8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94"/>
            <p:cNvSpPr/>
            <p:nvPr/>
          </p:nvSpPr>
          <p:spPr>
            <a:xfrm>
              <a:off x="3484505" y="2373290"/>
              <a:ext cx="142236" cy="768675"/>
            </a:xfrm>
            <a:custGeom>
              <a:avLst/>
              <a:gdLst/>
              <a:ahLst/>
              <a:cxnLst/>
              <a:rect l="l" t="t" r="r" b="b"/>
              <a:pathLst>
                <a:path w="48711" h="263245" extrusionOk="0">
                  <a:moveTo>
                    <a:pt x="12422" y="3782"/>
                  </a:moveTo>
                  <a:cubicBezTo>
                    <a:pt x="9184" y="11021"/>
                    <a:pt x="6231" y="18450"/>
                    <a:pt x="3469" y="25880"/>
                  </a:cubicBezTo>
                  <a:cubicBezTo>
                    <a:pt x="2230" y="29404"/>
                    <a:pt x="992" y="33024"/>
                    <a:pt x="421" y="36834"/>
                  </a:cubicBezTo>
                  <a:cubicBezTo>
                    <a:pt x="-818" y="45882"/>
                    <a:pt x="802" y="53121"/>
                    <a:pt x="3659" y="61408"/>
                  </a:cubicBezTo>
                  <a:cubicBezTo>
                    <a:pt x="6517" y="69504"/>
                    <a:pt x="5278" y="78172"/>
                    <a:pt x="5088" y="86554"/>
                  </a:cubicBezTo>
                  <a:cubicBezTo>
                    <a:pt x="4897" y="104652"/>
                    <a:pt x="9946" y="121701"/>
                    <a:pt x="5374" y="139227"/>
                  </a:cubicBezTo>
                  <a:cubicBezTo>
                    <a:pt x="2326" y="150943"/>
                    <a:pt x="2421" y="175994"/>
                    <a:pt x="3754" y="193425"/>
                  </a:cubicBezTo>
                  <a:cubicBezTo>
                    <a:pt x="4135" y="199044"/>
                    <a:pt x="5183" y="204569"/>
                    <a:pt x="5850" y="210093"/>
                  </a:cubicBezTo>
                  <a:cubicBezTo>
                    <a:pt x="7279" y="223143"/>
                    <a:pt x="6326" y="236478"/>
                    <a:pt x="2992" y="249146"/>
                  </a:cubicBezTo>
                  <a:cubicBezTo>
                    <a:pt x="1945" y="253337"/>
                    <a:pt x="-2342" y="259814"/>
                    <a:pt x="2135" y="262100"/>
                  </a:cubicBezTo>
                  <a:cubicBezTo>
                    <a:pt x="3945" y="263052"/>
                    <a:pt x="8136" y="262481"/>
                    <a:pt x="10231" y="262576"/>
                  </a:cubicBezTo>
                  <a:cubicBezTo>
                    <a:pt x="22138" y="263338"/>
                    <a:pt x="29472" y="262481"/>
                    <a:pt x="41378" y="263243"/>
                  </a:cubicBezTo>
                  <a:cubicBezTo>
                    <a:pt x="43188" y="263338"/>
                    <a:pt x="46807" y="260481"/>
                    <a:pt x="48617" y="260100"/>
                  </a:cubicBezTo>
                  <a:cubicBezTo>
                    <a:pt x="49284" y="258671"/>
                    <a:pt x="46236" y="258290"/>
                    <a:pt x="44807" y="257623"/>
                  </a:cubicBezTo>
                  <a:cubicBezTo>
                    <a:pt x="38425" y="254480"/>
                    <a:pt x="35854" y="254956"/>
                    <a:pt x="29567" y="251622"/>
                  </a:cubicBezTo>
                  <a:cubicBezTo>
                    <a:pt x="21185" y="247146"/>
                    <a:pt x="19471" y="241050"/>
                    <a:pt x="19185" y="231810"/>
                  </a:cubicBezTo>
                  <a:cubicBezTo>
                    <a:pt x="18232" y="201140"/>
                    <a:pt x="27281" y="172660"/>
                    <a:pt x="26614" y="141894"/>
                  </a:cubicBezTo>
                  <a:cubicBezTo>
                    <a:pt x="26519" y="135894"/>
                    <a:pt x="38425" y="104747"/>
                    <a:pt x="39854" y="89031"/>
                  </a:cubicBezTo>
                  <a:cubicBezTo>
                    <a:pt x="41569" y="71124"/>
                    <a:pt x="41283" y="64551"/>
                    <a:pt x="42902" y="57503"/>
                  </a:cubicBezTo>
                  <a:cubicBezTo>
                    <a:pt x="44712" y="49597"/>
                    <a:pt x="46426" y="40263"/>
                    <a:pt x="46807" y="32166"/>
                  </a:cubicBezTo>
                  <a:cubicBezTo>
                    <a:pt x="47093" y="23689"/>
                    <a:pt x="45474" y="14640"/>
                    <a:pt x="39854" y="8354"/>
                  </a:cubicBezTo>
                  <a:cubicBezTo>
                    <a:pt x="34139" y="2067"/>
                    <a:pt x="15851" y="-4124"/>
                    <a:pt x="12327" y="3591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94"/>
            <p:cNvSpPr/>
            <p:nvPr/>
          </p:nvSpPr>
          <p:spPr>
            <a:xfrm>
              <a:off x="3463351" y="2428996"/>
              <a:ext cx="163342" cy="307400"/>
            </a:xfrm>
            <a:custGeom>
              <a:avLst/>
              <a:gdLst/>
              <a:ahLst/>
              <a:cxnLst/>
              <a:rect l="l" t="t" r="r" b="b"/>
              <a:pathLst>
                <a:path w="55939" h="105274" extrusionOk="0">
                  <a:moveTo>
                    <a:pt x="5954" y="68422"/>
                  </a:moveTo>
                  <a:cubicBezTo>
                    <a:pt x="5668" y="80614"/>
                    <a:pt x="5192" y="92902"/>
                    <a:pt x="4715" y="105094"/>
                  </a:cubicBezTo>
                  <a:cubicBezTo>
                    <a:pt x="17479" y="105760"/>
                    <a:pt x="30147" y="104522"/>
                    <a:pt x="42625" y="102427"/>
                  </a:cubicBezTo>
                  <a:cubicBezTo>
                    <a:pt x="48911" y="79471"/>
                    <a:pt x="52817" y="55945"/>
                    <a:pt x="55103" y="32227"/>
                  </a:cubicBezTo>
                  <a:cubicBezTo>
                    <a:pt x="56150" y="21464"/>
                    <a:pt x="56817" y="10415"/>
                    <a:pt x="53293" y="223"/>
                  </a:cubicBezTo>
                  <a:cubicBezTo>
                    <a:pt x="35862" y="-920"/>
                    <a:pt x="19574" y="2509"/>
                    <a:pt x="2525" y="6319"/>
                  </a:cubicBezTo>
                  <a:cubicBezTo>
                    <a:pt x="-1381" y="18988"/>
                    <a:pt x="-904" y="32227"/>
                    <a:pt x="5001" y="44134"/>
                  </a:cubicBezTo>
                  <a:cubicBezTo>
                    <a:pt x="9287" y="52611"/>
                    <a:pt x="6144" y="58993"/>
                    <a:pt x="5858" y="684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94"/>
            <p:cNvSpPr/>
            <p:nvPr/>
          </p:nvSpPr>
          <p:spPr>
            <a:xfrm>
              <a:off x="3475111" y="2087151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94"/>
            <p:cNvSpPr/>
            <p:nvPr/>
          </p:nvSpPr>
          <p:spPr>
            <a:xfrm>
              <a:off x="3492561" y="2096839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8"/>
                  </a:cubicBezTo>
                  <a:cubicBezTo>
                    <a:pt x="-53" y="6477"/>
                    <a:pt x="42" y="6191"/>
                    <a:pt x="42" y="5906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94"/>
            <p:cNvSpPr/>
            <p:nvPr/>
          </p:nvSpPr>
          <p:spPr>
            <a:xfrm>
              <a:off x="3474566" y="3070064"/>
              <a:ext cx="153852" cy="75409"/>
            </a:xfrm>
            <a:custGeom>
              <a:avLst/>
              <a:gdLst/>
              <a:ahLst/>
              <a:cxnLst/>
              <a:rect l="l" t="t" r="r" b="b"/>
              <a:pathLst>
                <a:path w="52689" h="25825" extrusionOk="0">
                  <a:moveTo>
                    <a:pt x="16" y="25684"/>
                  </a:moveTo>
                  <a:cubicBezTo>
                    <a:pt x="8494" y="26351"/>
                    <a:pt x="52690" y="24446"/>
                    <a:pt x="52690" y="24446"/>
                  </a:cubicBezTo>
                  <a:cubicBezTo>
                    <a:pt x="52690" y="19493"/>
                    <a:pt x="48403" y="15587"/>
                    <a:pt x="44212" y="14159"/>
                  </a:cubicBezTo>
                  <a:cubicBezTo>
                    <a:pt x="40117" y="12730"/>
                    <a:pt x="35640" y="12920"/>
                    <a:pt x="31544" y="11206"/>
                  </a:cubicBezTo>
                  <a:cubicBezTo>
                    <a:pt x="27067" y="9396"/>
                    <a:pt x="26496" y="7872"/>
                    <a:pt x="24210" y="2919"/>
                  </a:cubicBezTo>
                  <a:cubicBezTo>
                    <a:pt x="23734" y="1776"/>
                    <a:pt x="23162" y="443"/>
                    <a:pt x="22114" y="62"/>
                  </a:cubicBezTo>
                  <a:cubicBezTo>
                    <a:pt x="21448" y="-129"/>
                    <a:pt x="20686" y="157"/>
                    <a:pt x="20019" y="443"/>
                  </a:cubicBezTo>
                  <a:cubicBezTo>
                    <a:pt x="15256" y="2538"/>
                    <a:pt x="7160" y="538"/>
                    <a:pt x="3255" y="3967"/>
                  </a:cubicBezTo>
                  <a:cubicBezTo>
                    <a:pt x="3255" y="3967"/>
                    <a:pt x="-269" y="19874"/>
                    <a:pt x="16" y="25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94"/>
            <p:cNvSpPr/>
            <p:nvPr/>
          </p:nvSpPr>
          <p:spPr>
            <a:xfrm>
              <a:off x="3440693" y="2108238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39"/>
                    <a:pt x="1524" y="128873"/>
                    <a:pt x="0" y="132398"/>
                  </a:cubicBezTo>
                  <a:cubicBezTo>
                    <a:pt x="11144" y="131921"/>
                    <a:pt x="21145" y="138875"/>
                    <a:pt x="31814" y="142304"/>
                  </a:cubicBezTo>
                  <a:cubicBezTo>
                    <a:pt x="44005" y="146304"/>
                    <a:pt x="57721" y="145542"/>
                    <a:pt x="69437" y="140399"/>
                  </a:cubicBezTo>
                  <a:cubicBezTo>
                    <a:pt x="68008" y="133255"/>
                    <a:pt x="65818" y="126016"/>
                    <a:pt x="66008" y="118682"/>
                  </a:cubicBezTo>
                  <a:cubicBezTo>
                    <a:pt x="66103" y="115253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5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80"/>
                  </a:cubicBezTo>
                  <a:cubicBezTo>
                    <a:pt x="7906" y="36576"/>
                    <a:pt x="9525" y="46672"/>
                    <a:pt x="11620" y="56483"/>
                  </a:cubicBezTo>
                  <a:cubicBezTo>
                    <a:pt x="12668" y="61532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8"/>
                  </a:cubicBezTo>
                  <a:cubicBezTo>
                    <a:pt x="15430" y="88678"/>
                    <a:pt x="18193" y="89345"/>
                    <a:pt x="19526" y="90773"/>
                  </a:cubicBezTo>
                  <a:cubicBezTo>
                    <a:pt x="22003" y="93440"/>
                    <a:pt x="16383" y="103251"/>
                    <a:pt x="15049" y="105918"/>
                  </a:cubicBezTo>
                  <a:cubicBezTo>
                    <a:pt x="12097" y="111633"/>
                    <a:pt x="8572" y="116967"/>
                    <a:pt x="5429" y="1223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94"/>
            <p:cNvSpPr/>
            <p:nvPr/>
          </p:nvSpPr>
          <p:spPr>
            <a:xfrm>
              <a:off x="3415391" y="2137404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6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2" y="81639"/>
                  </a:cubicBezTo>
                  <a:cubicBezTo>
                    <a:pt x="17716" y="75733"/>
                    <a:pt x="17812" y="69256"/>
                    <a:pt x="20193" y="63446"/>
                  </a:cubicBezTo>
                  <a:cubicBezTo>
                    <a:pt x="26384" y="48301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0" y="5629"/>
                    <a:pt x="19240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7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94"/>
            <p:cNvSpPr/>
            <p:nvPr/>
          </p:nvSpPr>
          <p:spPr>
            <a:xfrm>
              <a:off x="3426235" y="2133417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9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20"/>
                    <a:pt x="11049" y="11758"/>
                    <a:pt x="10001" y="14996"/>
                  </a:cubicBezTo>
                  <a:cubicBezTo>
                    <a:pt x="6191" y="25950"/>
                    <a:pt x="2953" y="37095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94"/>
            <p:cNvSpPr/>
            <p:nvPr/>
          </p:nvSpPr>
          <p:spPr>
            <a:xfrm>
              <a:off x="3459313" y="1904703"/>
              <a:ext cx="157604" cy="165237"/>
            </a:xfrm>
            <a:custGeom>
              <a:avLst/>
              <a:gdLst/>
              <a:ahLst/>
              <a:cxnLst/>
              <a:rect l="l" t="t" r="r" b="b"/>
              <a:pathLst>
                <a:path w="53974" h="56588" extrusionOk="0">
                  <a:moveTo>
                    <a:pt x="14827" y="56589"/>
                  </a:moveTo>
                  <a:cubicBezTo>
                    <a:pt x="15303" y="52779"/>
                    <a:pt x="15684" y="48683"/>
                    <a:pt x="13874" y="45349"/>
                  </a:cubicBezTo>
                  <a:cubicBezTo>
                    <a:pt x="12541" y="42968"/>
                    <a:pt x="10350" y="41349"/>
                    <a:pt x="8350" y="39444"/>
                  </a:cubicBezTo>
                  <a:cubicBezTo>
                    <a:pt x="5873" y="37063"/>
                    <a:pt x="3778" y="34300"/>
                    <a:pt x="2158" y="31252"/>
                  </a:cubicBezTo>
                  <a:cubicBezTo>
                    <a:pt x="635" y="28300"/>
                    <a:pt x="-413" y="24966"/>
                    <a:pt x="158" y="21727"/>
                  </a:cubicBezTo>
                  <a:cubicBezTo>
                    <a:pt x="730" y="18489"/>
                    <a:pt x="3492" y="15441"/>
                    <a:pt x="6826" y="15441"/>
                  </a:cubicBezTo>
                  <a:cubicBezTo>
                    <a:pt x="4921" y="10678"/>
                    <a:pt x="8159" y="6011"/>
                    <a:pt x="12445" y="3344"/>
                  </a:cubicBezTo>
                  <a:cubicBezTo>
                    <a:pt x="16732" y="677"/>
                    <a:pt x="22066" y="201"/>
                    <a:pt x="27209" y="10"/>
                  </a:cubicBezTo>
                  <a:cubicBezTo>
                    <a:pt x="35115" y="-180"/>
                    <a:pt x="45974" y="2201"/>
                    <a:pt x="49974" y="10107"/>
                  </a:cubicBezTo>
                  <a:cubicBezTo>
                    <a:pt x="51117" y="12393"/>
                    <a:pt x="51784" y="15155"/>
                    <a:pt x="53974" y="16489"/>
                  </a:cubicBezTo>
                  <a:cubicBezTo>
                    <a:pt x="50164" y="22680"/>
                    <a:pt x="44259" y="25537"/>
                    <a:pt x="37591" y="27442"/>
                  </a:cubicBezTo>
                  <a:cubicBezTo>
                    <a:pt x="34924" y="28204"/>
                    <a:pt x="31019" y="26776"/>
                    <a:pt x="29114" y="29062"/>
                  </a:cubicBezTo>
                  <a:cubicBezTo>
                    <a:pt x="28162" y="30300"/>
                    <a:pt x="29400" y="38396"/>
                    <a:pt x="29114" y="38491"/>
                  </a:cubicBezTo>
                  <a:cubicBezTo>
                    <a:pt x="27209" y="38777"/>
                    <a:pt x="25304" y="39158"/>
                    <a:pt x="23399" y="39444"/>
                  </a:cubicBezTo>
                  <a:cubicBezTo>
                    <a:pt x="24733" y="37634"/>
                    <a:pt x="23018" y="34586"/>
                    <a:pt x="20732" y="34586"/>
                  </a:cubicBezTo>
                  <a:cubicBezTo>
                    <a:pt x="18446" y="34586"/>
                    <a:pt x="16541" y="36872"/>
                    <a:pt x="16541" y="39158"/>
                  </a:cubicBezTo>
                  <a:cubicBezTo>
                    <a:pt x="16541" y="41444"/>
                    <a:pt x="18160" y="43540"/>
                    <a:pt x="20161" y="44683"/>
                  </a:cubicBezTo>
                  <a:cubicBezTo>
                    <a:pt x="22161" y="45826"/>
                    <a:pt x="24447" y="46207"/>
                    <a:pt x="26733" y="46397"/>
                  </a:cubicBezTo>
                  <a:cubicBezTo>
                    <a:pt x="23590" y="50302"/>
                    <a:pt x="19018" y="53827"/>
                    <a:pt x="14922" y="56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7" name="Google Shape;747;p94"/>
          <p:cNvGrpSpPr/>
          <p:nvPr/>
        </p:nvGrpSpPr>
        <p:grpSpPr>
          <a:xfrm>
            <a:off x="-47570" y="3706162"/>
            <a:ext cx="817953" cy="1639182"/>
            <a:chOff x="3532955" y="3479574"/>
            <a:chExt cx="817953" cy="1639182"/>
          </a:xfrm>
        </p:grpSpPr>
        <p:sp>
          <p:nvSpPr>
            <p:cNvPr id="748" name="Google Shape;748;p94"/>
            <p:cNvSpPr/>
            <p:nvPr/>
          </p:nvSpPr>
          <p:spPr>
            <a:xfrm>
              <a:off x="3532955" y="4724093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94"/>
            <p:cNvSpPr/>
            <p:nvPr/>
          </p:nvSpPr>
          <p:spPr>
            <a:xfrm>
              <a:off x="4035338" y="3486571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94"/>
            <p:cNvSpPr/>
            <p:nvPr/>
          </p:nvSpPr>
          <p:spPr>
            <a:xfrm>
              <a:off x="4099040" y="3721222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94"/>
            <p:cNvSpPr/>
            <p:nvPr/>
          </p:nvSpPr>
          <p:spPr>
            <a:xfrm>
              <a:off x="4092808" y="3713095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94"/>
            <p:cNvSpPr/>
            <p:nvPr/>
          </p:nvSpPr>
          <p:spPr>
            <a:xfrm>
              <a:off x="4034635" y="3948861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94"/>
            <p:cNvSpPr/>
            <p:nvPr/>
          </p:nvSpPr>
          <p:spPr>
            <a:xfrm>
              <a:off x="4172725" y="4629006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94"/>
            <p:cNvSpPr/>
            <p:nvPr/>
          </p:nvSpPr>
          <p:spPr>
            <a:xfrm>
              <a:off x="4012275" y="3987299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94"/>
            <p:cNvSpPr/>
            <p:nvPr/>
          </p:nvSpPr>
          <p:spPr>
            <a:xfrm>
              <a:off x="3936115" y="3935297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94"/>
            <p:cNvSpPr/>
            <p:nvPr/>
          </p:nvSpPr>
          <p:spPr>
            <a:xfrm>
              <a:off x="4025863" y="3650360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94"/>
            <p:cNvSpPr/>
            <p:nvPr/>
          </p:nvSpPr>
          <p:spPr>
            <a:xfrm>
              <a:off x="4043036" y="3660051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94"/>
            <p:cNvSpPr/>
            <p:nvPr/>
          </p:nvSpPr>
          <p:spPr>
            <a:xfrm>
              <a:off x="3931389" y="4630360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94"/>
            <p:cNvSpPr/>
            <p:nvPr/>
          </p:nvSpPr>
          <p:spPr>
            <a:xfrm>
              <a:off x="3935280" y="4001015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94"/>
            <p:cNvSpPr/>
            <p:nvPr/>
          </p:nvSpPr>
          <p:spPr>
            <a:xfrm>
              <a:off x="3945290" y="4000624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94"/>
            <p:cNvSpPr/>
            <p:nvPr/>
          </p:nvSpPr>
          <p:spPr>
            <a:xfrm>
              <a:off x="3991445" y="3671450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94"/>
            <p:cNvSpPr/>
            <p:nvPr/>
          </p:nvSpPr>
          <p:spPr>
            <a:xfrm>
              <a:off x="3966143" y="3700617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94"/>
            <p:cNvSpPr/>
            <p:nvPr/>
          </p:nvSpPr>
          <p:spPr>
            <a:xfrm>
              <a:off x="3959750" y="3696907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94"/>
            <p:cNvSpPr/>
            <p:nvPr/>
          </p:nvSpPr>
          <p:spPr>
            <a:xfrm>
              <a:off x="4087090" y="3699254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94"/>
            <p:cNvSpPr/>
            <p:nvPr/>
          </p:nvSpPr>
          <p:spPr>
            <a:xfrm>
              <a:off x="4078934" y="3674938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94"/>
            <p:cNvSpPr/>
            <p:nvPr/>
          </p:nvSpPr>
          <p:spPr>
            <a:xfrm>
              <a:off x="4112111" y="3685738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94"/>
            <p:cNvSpPr/>
            <p:nvPr/>
          </p:nvSpPr>
          <p:spPr>
            <a:xfrm>
              <a:off x="4122956" y="3698976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94"/>
            <p:cNvSpPr/>
            <p:nvPr/>
          </p:nvSpPr>
          <p:spPr>
            <a:xfrm>
              <a:off x="4011557" y="3479574"/>
              <a:ext cx="157604" cy="165517"/>
            </a:xfrm>
            <a:custGeom>
              <a:avLst/>
              <a:gdLst/>
              <a:ahLst/>
              <a:cxnLst/>
              <a:rect l="l" t="t" r="r" b="b"/>
              <a:pathLst>
                <a:path w="53974" h="56684" extrusionOk="0">
                  <a:moveTo>
                    <a:pt x="14827" y="56589"/>
                  </a:moveTo>
                  <a:cubicBezTo>
                    <a:pt x="15303" y="52779"/>
                    <a:pt x="15684" y="48683"/>
                    <a:pt x="13874" y="45349"/>
                  </a:cubicBezTo>
                  <a:cubicBezTo>
                    <a:pt x="12541" y="42968"/>
                    <a:pt x="10350" y="41349"/>
                    <a:pt x="8350" y="39444"/>
                  </a:cubicBezTo>
                  <a:cubicBezTo>
                    <a:pt x="5873" y="37063"/>
                    <a:pt x="3778" y="34300"/>
                    <a:pt x="2158" y="31252"/>
                  </a:cubicBezTo>
                  <a:cubicBezTo>
                    <a:pt x="634" y="28300"/>
                    <a:pt x="-413" y="24966"/>
                    <a:pt x="158" y="21727"/>
                  </a:cubicBezTo>
                  <a:cubicBezTo>
                    <a:pt x="730" y="18489"/>
                    <a:pt x="3492" y="15441"/>
                    <a:pt x="6826" y="15441"/>
                  </a:cubicBezTo>
                  <a:cubicBezTo>
                    <a:pt x="4921" y="10678"/>
                    <a:pt x="8159" y="6011"/>
                    <a:pt x="12445" y="3344"/>
                  </a:cubicBezTo>
                  <a:cubicBezTo>
                    <a:pt x="16827" y="677"/>
                    <a:pt x="22066" y="201"/>
                    <a:pt x="27209" y="10"/>
                  </a:cubicBezTo>
                  <a:cubicBezTo>
                    <a:pt x="35115" y="-180"/>
                    <a:pt x="45973" y="2201"/>
                    <a:pt x="49974" y="10107"/>
                  </a:cubicBezTo>
                  <a:cubicBezTo>
                    <a:pt x="51117" y="12393"/>
                    <a:pt x="51784" y="15155"/>
                    <a:pt x="53974" y="16489"/>
                  </a:cubicBezTo>
                  <a:cubicBezTo>
                    <a:pt x="50164" y="22680"/>
                    <a:pt x="44259" y="25537"/>
                    <a:pt x="37591" y="27442"/>
                  </a:cubicBezTo>
                  <a:cubicBezTo>
                    <a:pt x="34924" y="28204"/>
                    <a:pt x="31019" y="26776"/>
                    <a:pt x="29114" y="29062"/>
                  </a:cubicBezTo>
                  <a:cubicBezTo>
                    <a:pt x="28162" y="30300"/>
                    <a:pt x="29400" y="38396"/>
                    <a:pt x="29114" y="38491"/>
                  </a:cubicBezTo>
                  <a:cubicBezTo>
                    <a:pt x="27209" y="38872"/>
                    <a:pt x="25304" y="39158"/>
                    <a:pt x="23399" y="39539"/>
                  </a:cubicBezTo>
                  <a:cubicBezTo>
                    <a:pt x="24733" y="37729"/>
                    <a:pt x="23018" y="34681"/>
                    <a:pt x="20732" y="34681"/>
                  </a:cubicBezTo>
                  <a:cubicBezTo>
                    <a:pt x="18446" y="34681"/>
                    <a:pt x="16541" y="36967"/>
                    <a:pt x="16541" y="39253"/>
                  </a:cubicBezTo>
                  <a:cubicBezTo>
                    <a:pt x="16541" y="41539"/>
                    <a:pt x="18160" y="43635"/>
                    <a:pt x="20161" y="44778"/>
                  </a:cubicBezTo>
                  <a:cubicBezTo>
                    <a:pt x="22161" y="45921"/>
                    <a:pt x="24447" y="46302"/>
                    <a:pt x="26733" y="46492"/>
                  </a:cubicBezTo>
                  <a:cubicBezTo>
                    <a:pt x="23590" y="50398"/>
                    <a:pt x="19018" y="53922"/>
                    <a:pt x="14922" y="566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9" name="Google Shape;769;p94"/>
          <p:cNvGrpSpPr/>
          <p:nvPr/>
        </p:nvGrpSpPr>
        <p:grpSpPr>
          <a:xfrm>
            <a:off x="7475594" y="3138845"/>
            <a:ext cx="767425" cy="1664626"/>
            <a:chOff x="6491394" y="3272395"/>
            <a:chExt cx="767425" cy="1664626"/>
          </a:xfrm>
        </p:grpSpPr>
        <p:sp>
          <p:nvSpPr>
            <p:cNvPr id="770" name="Google Shape;770;p94"/>
            <p:cNvSpPr/>
            <p:nvPr/>
          </p:nvSpPr>
          <p:spPr>
            <a:xfrm>
              <a:off x="6491394" y="4533845"/>
              <a:ext cx="737504" cy="403176"/>
            </a:xfrm>
            <a:custGeom>
              <a:avLst/>
              <a:gdLst/>
              <a:ahLst/>
              <a:cxnLst/>
              <a:rect l="l" t="t" r="r" b="b"/>
              <a:pathLst>
                <a:path w="252570" h="138074" extrusionOk="0">
                  <a:moveTo>
                    <a:pt x="172749" y="64675"/>
                  </a:moveTo>
                  <a:cubicBezTo>
                    <a:pt x="173321" y="63722"/>
                    <a:pt x="170844" y="63627"/>
                    <a:pt x="168939" y="64675"/>
                  </a:cubicBezTo>
                  <a:cubicBezTo>
                    <a:pt x="167415" y="65532"/>
                    <a:pt x="167701" y="66389"/>
                    <a:pt x="164558" y="66961"/>
                  </a:cubicBezTo>
                  <a:cubicBezTo>
                    <a:pt x="163319" y="67151"/>
                    <a:pt x="161700" y="67246"/>
                    <a:pt x="160272" y="67532"/>
                  </a:cubicBezTo>
                  <a:cubicBezTo>
                    <a:pt x="158652" y="67818"/>
                    <a:pt x="157033" y="68294"/>
                    <a:pt x="155414" y="68675"/>
                  </a:cubicBezTo>
                  <a:cubicBezTo>
                    <a:pt x="154747" y="68675"/>
                    <a:pt x="154080" y="68485"/>
                    <a:pt x="153413" y="68390"/>
                  </a:cubicBezTo>
                  <a:cubicBezTo>
                    <a:pt x="157128" y="66294"/>
                    <a:pt x="159700" y="64198"/>
                    <a:pt x="161891" y="62103"/>
                  </a:cubicBezTo>
                  <a:cubicBezTo>
                    <a:pt x="168177" y="56198"/>
                    <a:pt x="173797" y="50768"/>
                    <a:pt x="177321" y="45053"/>
                  </a:cubicBezTo>
                  <a:cubicBezTo>
                    <a:pt x="175511" y="45053"/>
                    <a:pt x="173797" y="45053"/>
                    <a:pt x="171987" y="45148"/>
                  </a:cubicBezTo>
                  <a:cubicBezTo>
                    <a:pt x="173702" y="42100"/>
                    <a:pt x="175226" y="39433"/>
                    <a:pt x="176559" y="38576"/>
                  </a:cubicBezTo>
                  <a:cubicBezTo>
                    <a:pt x="191990" y="28861"/>
                    <a:pt x="196847" y="19621"/>
                    <a:pt x="212468" y="9906"/>
                  </a:cubicBezTo>
                  <a:cubicBezTo>
                    <a:pt x="213802" y="9049"/>
                    <a:pt x="215612" y="8287"/>
                    <a:pt x="217517" y="7525"/>
                  </a:cubicBezTo>
                  <a:cubicBezTo>
                    <a:pt x="217517" y="7620"/>
                    <a:pt x="217517" y="7715"/>
                    <a:pt x="217326" y="7906"/>
                  </a:cubicBezTo>
                  <a:cubicBezTo>
                    <a:pt x="227423" y="4667"/>
                    <a:pt x="239901" y="2191"/>
                    <a:pt x="252569" y="1143"/>
                  </a:cubicBezTo>
                  <a:cubicBezTo>
                    <a:pt x="252664" y="95"/>
                    <a:pt x="248473" y="0"/>
                    <a:pt x="244853" y="0"/>
                  </a:cubicBezTo>
                  <a:cubicBezTo>
                    <a:pt x="238948" y="0"/>
                    <a:pt x="233138" y="191"/>
                    <a:pt x="227232" y="191"/>
                  </a:cubicBezTo>
                  <a:cubicBezTo>
                    <a:pt x="225518" y="191"/>
                    <a:pt x="223803" y="191"/>
                    <a:pt x="221993" y="381"/>
                  </a:cubicBezTo>
                  <a:cubicBezTo>
                    <a:pt x="215707" y="1048"/>
                    <a:pt x="210373" y="3429"/>
                    <a:pt x="204277" y="3810"/>
                  </a:cubicBezTo>
                  <a:cubicBezTo>
                    <a:pt x="203991" y="2858"/>
                    <a:pt x="204467" y="1810"/>
                    <a:pt x="205515" y="762"/>
                  </a:cubicBezTo>
                  <a:cubicBezTo>
                    <a:pt x="203991" y="762"/>
                    <a:pt x="202658" y="476"/>
                    <a:pt x="201515" y="191"/>
                  </a:cubicBezTo>
                  <a:cubicBezTo>
                    <a:pt x="205706" y="1238"/>
                    <a:pt x="187322" y="6763"/>
                    <a:pt x="197800" y="8096"/>
                  </a:cubicBezTo>
                  <a:cubicBezTo>
                    <a:pt x="198181" y="10668"/>
                    <a:pt x="194466" y="13525"/>
                    <a:pt x="188942" y="16478"/>
                  </a:cubicBezTo>
                  <a:cubicBezTo>
                    <a:pt x="185703" y="18193"/>
                    <a:pt x="181988" y="20002"/>
                    <a:pt x="178940" y="21717"/>
                  </a:cubicBezTo>
                  <a:cubicBezTo>
                    <a:pt x="169320" y="27242"/>
                    <a:pt x="157223" y="35147"/>
                    <a:pt x="154556" y="38957"/>
                  </a:cubicBezTo>
                  <a:cubicBezTo>
                    <a:pt x="153223" y="40862"/>
                    <a:pt x="150747" y="42767"/>
                    <a:pt x="147698" y="44672"/>
                  </a:cubicBezTo>
                  <a:cubicBezTo>
                    <a:pt x="145508" y="44577"/>
                    <a:pt x="143412" y="44482"/>
                    <a:pt x="141317" y="44291"/>
                  </a:cubicBezTo>
                  <a:cubicBezTo>
                    <a:pt x="135888" y="49625"/>
                    <a:pt x="122362" y="54673"/>
                    <a:pt x="111408" y="59817"/>
                  </a:cubicBezTo>
                  <a:cubicBezTo>
                    <a:pt x="103693" y="63437"/>
                    <a:pt x="97026" y="67627"/>
                    <a:pt x="95882" y="71056"/>
                  </a:cubicBezTo>
                  <a:cubicBezTo>
                    <a:pt x="92549" y="71342"/>
                    <a:pt x="89215" y="71533"/>
                    <a:pt x="86072" y="71438"/>
                  </a:cubicBezTo>
                  <a:cubicBezTo>
                    <a:pt x="86072" y="72581"/>
                    <a:pt x="86548" y="73628"/>
                    <a:pt x="87024" y="74676"/>
                  </a:cubicBezTo>
                  <a:cubicBezTo>
                    <a:pt x="87215" y="74962"/>
                    <a:pt x="87405" y="75248"/>
                    <a:pt x="87596" y="75629"/>
                  </a:cubicBezTo>
                  <a:cubicBezTo>
                    <a:pt x="85500" y="76391"/>
                    <a:pt x="83214" y="77057"/>
                    <a:pt x="80833" y="77724"/>
                  </a:cubicBezTo>
                  <a:cubicBezTo>
                    <a:pt x="73308" y="79820"/>
                    <a:pt x="63783" y="83629"/>
                    <a:pt x="59402" y="85630"/>
                  </a:cubicBezTo>
                  <a:cubicBezTo>
                    <a:pt x="58354" y="86106"/>
                    <a:pt x="57497" y="86582"/>
                    <a:pt x="56830" y="87058"/>
                  </a:cubicBezTo>
                  <a:cubicBezTo>
                    <a:pt x="54163" y="89249"/>
                    <a:pt x="53782" y="91250"/>
                    <a:pt x="53020" y="93726"/>
                  </a:cubicBezTo>
                  <a:cubicBezTo>
                    <a:pt x="53020" y="94012"/>
                    <a:pt x="52830" y="94393"/>
                    <a:pt x="52639" y="94679"/>
                  </a:cubicBezTo>
                  <a:cubicBezTo>
                    <a:pt x="51591" y="94869"/>
                    <a:pt x="50543" y="95060"/>
                    <a:pt x="49496" y="95345"/>
                  </a:cubicBezTo>
                  <a:cubicBezTo>
                    <a:pt x="47781" y="98870"/>
                    <a:pt x="46448" y="102298"/>
                    <a:pt x="45590" y="105727"/>
                  </a:cubicBezTo>
                  <a:cubicBezTo>
                    <a:pt x="41399" y="105727"/>
                    <a:pt x="36446" y="106394"/>
                    <a:pt x="32827" y="107537"/>
                  </a:cubicBezTo>
                  <a:cubicBezTo>
                    <a:pt x="26255" y="109538"/>
                    <a:pt x="24921" y="112490"/>
                    <a:pt x="29112" y="113919"/>
                  </a:cubicBezTo>
                  <a:cubicBezTo>
                    <a:pt x="21302" y="115348"/>
                    <a:pt x="17111" y="119158"/>
                    <a:pt x="21778" y="120396"/>
                  </a:cubicBezTo>
                  <a:cubicBezTo>
                    <a:pt x="19492" y="119825"/>
                    <a:pt x="14444" y="120396"/>
                    <a:pt x="11586" y="121444"/>
                  </a:cubicBezTo>
                  <a:cubicBezTo>
                    <a:pt x="8729" y="122492"/>
                    <a:pt x="7586" y="123635"/>
                    <a:pt x="7205" y="124682"/>
                  </a:cubicBezTo>
                  <a:cubicBezTo>
                    <a:pt x="6824" y="125825"/>
                    <a:pt x="7205" y="126968"/>
                    <a:pt x="10253" y="127254"/>
                  </a:cubicBezTo>
                  <a:cubicBezTo>
                    <a:pt x="4252" y="128111"/>
                    <a:pt x="823" y="130302"/>
                    <a:pt x="156" y="132017"/>
                  </a:cubicBezTo>
                  <a:cubicBezTo>
                    <a:pt x="-606" y="134112"/>
                    <a:pt x="1394" y="136017"/>
                    <a:pt x="6728" y="136874"/>
                  </a:cubicBezTo>
                  <a:cubicBezTo>
                    <a:pt x="12062" y="137731"/>
                    <a:pt x="20921" y="137160"/>
                    <a:pt x="27302" y="135350"/>
                  </a:cubicBezTo>
                  <a:cubicBezTo>
                    <a:pt x="28731" y="137541"/>
                    <a:pt x="36256" y="138589"/>
                    <a:pt x="44828" y="137827"/>
                  </a:cubicBezTo>
                  <a:cubicBezTo>
                    <a:pt x="52925" y="137160"/>
                    <a:pt x="61116" y="134874"/>
                    <a:pt x="64545" y="132493"/>
                  </a:cubicBezTo>
                  <a:cubicBezTo>
                    <a:pt x="69593" y="131636"/>
                    <a:pt x="73308" y="130397"/>
                    <a:pt x="74642" y="128873"/>
                  </a:cubicBezTo>
                  <a:cubicBezTo>
                    <a:pt x="75594" y="127730"/>
                    <a:pt x="73594" y="126778"/>
                    <a:pt x="70451" y="126683"/>
                  </a:cubicBezTo>
                  <a:cubicBezTo>
                    <a:pt x="70927" y="126206"/>
                    <a:pt x="71403" y="125635"/>
                    <a:pt x="71689" y="125158"/>
                  </a:cubicBezTo>
                  <a:cubicBezTo>
                    <a:pt x="72070" y="124492"/>
                    <a:pt x="72356" y="123825"/>
                    <a:pt x="73499" y="123158"/>
                  </a:cubicBezTo>
                  <a:cubicBezTo>
                    <a:pt x="74546" y="122492"/>
                    <a:pt x="76356" y="121920"/>
                    <a:pt x="78071" y="121348"/>
                  </a:cubicBezTo>
                  <a:cubicBezTo>
                    <a:pt x="78833" y="121158"/>
                    <a:pt x="79595" y="120872"/>
                    <a:pt x="79976" y="120587"/>
                  </a:cubicBezTo>
                  <a:cubicBezTo>
                    <a:pt x="81023" y="119825"/>
                    <a:pt x="76928" y="120015"/>
                    <a:pt x="78642" y="119063"/>
                  </a:cubicBezTo>
                  <a:cubicBezTo>
                    <a:pt x="79023" y="118777"/>
                    <a:pt x="79880" y="118586"/>
                    <a:pt x="79690" y="118300"/>
                  </a:cubicBezTo>
                  <a:cubicBezTo>
                    <a:pt x="79690" y="118205"/>
                    <a:pt x="79214" y="118110"/>
                    <a:pt x="79214" y="118015"/>
                  </a:cubicBezTo>
                  <a:cubicBezTo>
                    <a:pt x="79214" y="117824"/>
                    <a:pt x="80071" y="117634"/>
                    <a:pt x="80357" y="117443"/>
                  </a:cubicBezTo>
                  <a:cubicBezTo>
                    <a:pt x="80738" y="117158"/>
                    <a:pt x="80452" y="116967"/>
                    <a:pt x="80071" y="116872"/>
                  </a:cubicBezTo>
                  <a:cubicBezTo>
                    <a:pt x="79690" y="116681"/>
                    <a:pt x="79214" y="116586"/>
                    <a:pt x="79118" y="116396"/>
                  </a:cubicBezTo>
                  <a:cubicBezTo>
                    <a:pt x="78928" y="115633"/>
                    <a:pt x="79785" y="114871"/>
                    <a:pt x="75880" y="115157"/>
                  </a:cubicBezTo>
                  <a:cubicBezTo>
                    <a:pt x="73975" y="115252"/>
                    <a:pt x="71689" y="115443"/>
                    <a:pt x="69117" y="115729"/>
                  </a:cubicBezTo>
                  <a:lnTo>
                    <a:pt x="71594" y="113348"/>
                  </a:lnTo>
                  <a:cubicBezTo>
                    <a:pt x="73499" y="113252"/>
                    <a:pt x="74737" y="113157"/>
                    <a:pt x="74737" y="113062"/>
                  </a:cubicBezTo>
                  <a:cubicBezTo>
                    <a:pt x="75404" y="112586"/>
                    <a:pt x="75404" y="112109"/>
                    <a:pt x="75785" y="111443"/>
                  </a:cubicBezTo>
                  <a:cubicBezTo>
                    <a:pt x="81690" y="110871"/>
                    <a:pt x="88643" y="109252"/>
                    <a:pt x="95406" y="107347"/>
                  </a:cubicBezTo>
                  <a:cubicBezTo>
                    <a:pt x="95501" y="107347"/>
                    <a:pt x="95692" y="107347"/>
                    <a:pt x="95787" y="107252"/>
                  </a:cubicBezTo>
                  <a:cubicBezTo>
                    <a:pt x="95978" y="107252"/>
                    <a:pt x="96073" y="107156"/>
                    <a:pt x="96263" y="107061"/>
                  </a:cubicBezTo>
                  <a:cubicBezTo>
                    <a:pt x="103121" y="105061"/>
                    <a:pt x="109598" y="102870"/>
                    <a:pt x="114361" y="101632"/>
                  </a:cubicBezTo>
                  <a:cubicBezTo>
                    <a:pt x="115790" y="101251"/>
                    <a:pt x="117314" y="100775"/>
                    <a:pt x="118361" y="100298"/>
                  </a:cubicBezTo>
                  <a:cubicBezTo>
                    <a:pt x="120457" y="99346"/>
                    <a:pt x="120743" y="98393"/>
                    <a:pt x="121028" y="97536"/>
                  </a:cubicBezTo>
                  <a:cubicBezTo>
                    <a:pt x="123410" y="90106"/>
                    <a:pt x="132363" y="83248"/>
                    <a:pt x="144936" y="76105"/>
                  </a:cubicBezTo>
                  <a:cubicBezTo>
                    <a:pt x="149603" y="74581"/>
                    <a:pt x="152937" y="73533"/>
                    <a:pt x="152937" y="73533"/>
                  </a:cubicBezTo>
                  <a:cubicBezTo>
                    <a:pt x="154366" y="72866"/>
                    <a:pt x="158557" y="72200"/>
                    <a:pt x="160843" y="71723"/>
                  </a:cubicBezTo>
                  <a:cubicBezTo>
                    <a:pt x="164081" y="71056"/>
                    <a:pt x="167130" y="70390"/>
                    <a:pt x="170273" y="69723"/>
                  </a:cubicBezTo>
                  <a:cubicBezTo>
                    <a:pt x="172273" y="69247"/>
                    <a:pt x="174178" y="68675"/>
                    <a:pt x="175607" y="68199"/>
                  </a:cubicBezTo>
                  <a:cubicBezTo>
                    <a:pt x="177797" y="67437"/>
                    <a:pt x="178940" y="66485"/>
                    <a:pt x="178750" y="65723"/>
                  </a:cubicBezTo>
                  <a:lnTo>
                    <a:pt x="178750" y="65437"/>
                  </a:lnTo>
                  <a:cubicBezTo>
                    <a:pt x="177797" y="64770"/>
                    <a:pt x="171987" y="64770"/>
                    <a:pt x="172178" y="64389"/>
                  </a:cubicBezTo>
                  <a:close/>
                  <a:moveTo>
                    <a:pt x="80738" y="84582"/>
                  </a:moveTo>
                  <a:cubicBezTo>
                    <a:pt x="83024" y="83629"/>
                    <a:pt x="86548" y="82201"/>
                    <a:pt x="90263" y="80677"/>
                  </a:cubicBezTo>
                  <a:cubicBezTo>
                    <a:pt x="90739" y="81915"/>
                    <a:pt x="91310" y="84296"/>
                    <a:pt x="88263" y="84963"/>
                  </a:cubicBezTo>
                  <a:cubicBezTo>
                    <a:pt x="86357" y="85439"/>
                    <a:pt x="83309" y="85630"/>
                    <a:pt x="82643" y="86296"/>
                  </a:cubicBezTo>
                  <a:cubicBezTo>
                    <a:pt x="82262" y="86582"/>
                    <a:pt x="82833" y="86868"/>
                    <a:pt x="83119" y="87058"/>
                  </a:cubicBezTo>
                  <a:cubicBezTo>
                    <a:pt x="83881" y="87725"/>
                    <a:pt x="80261" y="89535"/>
                    <a:pt x="76166" y="91440"/>
                  </a:cubicBezTo>
                  <a:cubicBezTo>
                    <a:pt x="75213" y="91440"/>
                    <a:pt x="74261" y="91631"/>
                    <a:pt x="73308" y="91726"/>
                  </a:cubicBezTo>
                  <a:cubicBezTo>
                    <a:pt x="73308" y="91250"/>
                    <a:pt x="73308" y="90773"/>
                    <a:pt x="73308" y="90392"/>
                  </a:cubicBezTo>
                  <a:cubicBezTo>
                    <a:pt x="73308" y="88583"/>
                    <a:pt x="75975" y="86487"/>
                    <a:pt x="80738" y="84582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94"/>
            <p:cNvSpPr/>
            <p:nvPr/>
          </p:nvSpPr>
          <p:spPr>
            <a:xfrm>
              <a:off x="6978206" y="3272395"/>
              <a:ext cx="200230" cy="297139"/>
            </a:xfrm>
            <a:custGeom>
              <a:avLst/>
              <a:gdLst/>
              <a:ahLst/>
              <a:cxnLst/>
              <a:rect l="l" t="t" r="r" b="b"/>
              <a:pathLst>
                <a:path w="68572" h="101760" extrusionOk="0">
                  <a:moveTo>
                    <a:pt x="64180" y="26377"/>
                  </a:moveTo>
                  <a:cubicBezTo>
                    <a:pt x="67133" y="25425"/>
                    <a:pt x="68371" y="21900"/>
                    <a:pt x="68562" y="18852"/>
                  </a:cubicBezTo>
                  <a:cubicBezTo>
                    <a:pt x="68847" y="10947"/>
                    <a:pt x="63323" y="3136"/>
                    <a:pt x="55798" y="755"/>
                  </a:cubicBezTo>
                  <a:cubicBezTo>
                    <a:pt x="48178" y="-1626"/>
                    <a:pt x="39225" y="1803"/>
                    <a:pt x="35034" y="8565"/>
                  </a:cubicBezTo>
                  <a:cubicBezTo>
                    <a:pt x="31128" y="2946"/>
                    <a:pt x="22842" y="1231"/>
                    <a:pt x="16460" y="3803"/>
                  </a:cubicBezTo>
                  <a:cubicBezTo>
                    <a:pt x="10078" y="6375"/>
                    <a:pt x="5506" y="12471"/>
                    <a:pt x="3506" y="19043"/>
                  </a:cubicBezTo>
                  <a:cubicBezTo>
                    <a:pt x="1887" y="24377"/>
                    <a:pt x="2458" y="31330"/>
                    <a:pt x="7411" y="33902"/>
                  </a:cubicBezTo>
                  <a:cubicBezTo>
                    <a:pt x="3982" y="34950"/>
                    <a:pt x="1982" y="38569"/>
                    <a:pt x="934" y="41998"/>
                  </a:cubicBezTo>
                  <a:cubicBezTo>
                    <a:pt x="-114" y="45332"/>
                    <a:pt x="-495" y="49142"/>
                    <a:pt x="934" y="52285"/>
                  </a:cubicBezTo>
                  <a:cubicBezTo>
                    <a:pt x="2458" y="55428"/>
                    <a:pt x="6649" y="57429"/>
                    <a:pt x="9697" y="55714"/>
                  </a:cubicBezTo>
                  <a:cubicBezTo>
                    <a:pt x="3411" y="59619"/>
                    <a:pt x="2553" y="71621"/>
                    <a:pt x="8554" y="76002"/>
                  </a:cubicBezTo>
                  <a:cubicBezTo>
                    <a:pt x="2458" y="80479"/>
                    <a:pt x="-18" y="89623"/>
                    <a:pt x="3982" y="96005"/>
                  </a:cubicBezTo>
                  <a:cubicBezTo>
                    <a:pt x="7887" y="102387"/>
                    <a:pt x="18365" y="103911"/>
                    <a:pt x="23223" y="98291"/>
                  </a:cubicBezTo>
                  <a:cubicBezTo>
                    <a:pt x="24937" y="96386"/>
                    <a:pt x="25890" y="93909"/>
                    <a:pt x="26747" y="91433"/>
                  </a:cubicBezTo>
                  <a:cubicBezTo>
                    <a:pt x="28080" y="88004"/>
                    <a:pt x="29319" y="84670"/>
                    <a:pt x="30652" y="81241"/>
                  </a:cubicBezTo>
                  <a:cubicBezTo>
                    <a:pt x="33319" y="74288"/>
                    <a:pt x="35891" y="66287"/>
                    <a:pt x="32748" y="59524"/>
                  </a:cubicBezTo>
                  <a:cubicBezTo>
                    <a:pt x="30366" y="54571"/>
                    <a:pt x="25128" y="50856"/>
                    <a:pt x="24842" y="45332"/>
                  </a:cubicBezTo>
                  <a:cubicBezTo>
                    <a:pt x="24366" y="36283"/>
                    <a:pt x="37891" y="30473"/>
                    <a:pt x="36177" y="21615"/>
                  </a:cubicBezTo>
                  <a:cubicBezTo>
                    <a:pt x="35605" y="26758"/>
                    <a:pt x="40177" y="31616"/>
                    <a:pt x="45321" y="32378"/>
                  </a:cubicBezTo>
                  <a:cubicBezTo>
                    <a:pt x="50464" y="33045"/>
                    <a:pt x="60942" y="30473"/>
                    <a:pt x="64085" y="263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94"/>
            <p:cNvSpPr/>
            <p:nvPr/>
          </p:nvSpPr>
          <p:spPr>
            <a:xfrm>
              <a:off x="7047299" y="3777005"/>
              <a:ext cx="166884" cy="764304"/>
            </a:xfrm>
            <a:custGeom>
              <a:avLst/>
              <a:gdLst/>
              <a:ahLst/>
              <a:cxnLst/>
              <a:rect l="l" t="t" r="r" b="b"/>
              <a:pathLst>
                <a:path w="57152" h="261748" extrusionOk="0">
                  <a:moveTo>
                    <a:pt x="9934" y="3812"/>
                  </a:moveTo>
                  <a:cubicBezTo>
                    <a:pt x="7172" y="11241"/>
                    <a:pt x="4600" y="18766"/>
                    <a:pt x="2409" y="26481"/>
                  </a:cubicBezTo>
                  <a:cubicBezTo>
                    <a:pt x="1362" y="30101"/>
                    <a:pt x="409" y="33815"/>
                    <a:pt x="123" y="37625"/>
                  </a:cubicBezTo>
                  <a:cubicBezTo>
                    <a:pt x="-543" y="46674"/>
                    <a:pt x="1552" y="53913"/>
                    <a:pt x="4981" y="62009"/>
                  </a:cubicBezTo>
                  <a:cubicBezTo>
                    <a:pt x="8315" y="69915"/>
                    <a:pt x="7648" y="78678"/>
                    <a:pt x="8029" y="87060"/>
                  </a:cubicBezTo>
                  <a:cubicBezTo>
                    <a:pt x="8982" y="105158"/>
                    <a:pt x="15078" y="121826"/>
                    <a:pt x="11649" y="139638"/>
                  </a:cubicBezTo>
                  <a:cubicBezTo>
                    <a:pt x="9363" y="151449"/>
                    <a:pt x="11077" y="176500"/>
                    <a:pt x="13458" y="193835"/>
                  </a:cubicBezTo>
                  <a:cubicBezTo>
                    <a:pt x="14220" y="199360"/>
                    <a:pt x="15649" y="204884"/>
                    <a:pt x="16602" y="210409"/>
                  </a:cubicBezTo>
                  <a:cubicBezTo>
                    <a:pt x="18602" y="222029"/>
                    <a:pt x="18126" y="233364"/>
                    <a:pt x="10696" y="243175"/>
                  </a:cubicBezTo>
                  <a:cubicBezTo>
                    <a:pt x="16030" y="245366"/>
                    <a:pt x="21174" y="248033"/>
                    <a:pt x="25936" y="251081"/>
                  </a:cubicBezTo>
                  <a:cubicBezTo>
                    <a:pt x="26793" y="251652"/>
                    <a:pt x="27746" y="252319"/>
                    <a:pt x="28127" y="253271"/>
                  </a:cubicBezTo>
                  <a:cubicBezTo>
                    <a:pt x="28698" y="254700"/>
                    <a:pt x="27841" y="256319"/>
                    <a:pt x="28127" y="257843"/>
                  </a:cubicBezTo>
                  <a:cubicBezTo>
                    <a:pt x="28698" y="260320"/>
                    <a:pt x="31937" y="260891"/>
                    <a:pt x="34509" y="260987"/>
                  </a:cubicBezTo>
                  <a:cubicBezTo>
                    <a:pt x="40795" y="261272"/>
                    <a:pt x="47082" y="261463"/>
                    <a:pt x="53368" y="261749"/>
                  </a:cubicBezTo>
                  <a:cubicBezTo>
                    <a:pt x="55178" y="261749"/>
                    <a:pt x="57845" y="260701"/>
                    <a:pt x="56988" y="259082"/>
                  </a:cubicBezTo>
                  <a:cubicBezTo>
                    <a:pt x="56035" y="257177"/>
                    <a:pt x="42795" y="252986"/>
                    <a:pt x="39843" y="249747"/>
                  </a:cubicBezTo>
                  <a:cubicBezTo>
                    <a:pt x="35080" y="244508"/>
                    <a:pt x="31937" y="238222"/>
                    <a:pt x="31270" y="231269"/>
                  </a:cubicBezTo>
                  <a:cubicBezTo>
                    <a:pt x="28317" y="200693"/>
                    <a:pt x="35556" y="171642"/>
                    <a:pt x="32985" y="141067"/>
                  </a:cubicBezTo>
                  <a:cubicBezTo>
                    <a:pt x="32508" y="135066"/>
                    <a:pt x="42414" y="103253"/>
                    <a:pt x="42891" y="87441"/>
                  </a:cubicBezTo>
                  <a:cubicBezTo>
                    <a:pt x="43462" y="69534"/>
                    <a:pt x="42795" y="62962"/>
                    <a:pt x="43938" y="55818"/>
                  </a:cubicBezTo>
                  <a:cubicBezTo>
                    <a:pt x="45272" y="47817"/>
                    <a:pt x="46415" y="38387"/>
                    <a:pt x="46224" y="30291"/>
                  </a:cubicBezTo>
                  <a:cubicBezTo>
                    <a:pt x="46034" y="21814"/>
                    <a:pt x="43843" y="12956"/>
                    <a:pt x="37747" y="7050"/>
                  </a:cubicBezTo>
                  <a:cubicBezTo>
                    <a:pt x="31651" y="1145"/>
                    <a:pt x="12982" y="-3808"/>
                    <a:pt x="10029" y="4097"/>
                  </a:cubicBezTo>
                  <a:close/>
                </a:path>
              </a:pathLst>
            </a:custGeom>
            <a:solidFill>
              <a:srgbClr val="9157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94"/>
            <p:cNvSpPr/>
            <p:nvPr/>
          </p:nvSpPr>
          <p:spPr>
            <a:xfrm>
              <a:off x="7027111" y="3852242"/>
              <a:ext cx="164688" cy="282971"/>
            </a:xfrm>
            <a:custGeom>
              <a:avLst/>
              <a:gdLst/>
              <a:ahLst/>
              <a:cxnLst/>
              <a:rect l="l" t="t" r="r" b="b"/>
              <a:pathLst>
                <a:path w="56400" h="96908" extrusionOk="0">
                  <a:moveTo>
                    <a:pt x="8754" y="135"/>
                  </a:moveTo>
                  <a:cubicBezTo>
                    <a:pt x="-2199" y="12708"/>
                    <a:pt x="-1247" y="31758"/>
                    <a:pt x="2849" y="47950"/>
                  </a:cubicBezTo>
                  <a:cubicBezTo>
                    <a:pt x="7040" y="64143"/>
                    <a:pt x="13803" y="80240"/>
                    <a:pt x="12279" y="96909"/>
                  </a:cubicBezTo>
                  <a:cubicBezTo>
                    <a:pt x="24280" y="94242"/>
                    <a:pt x="36758" y="93575"/>
                    <a:pt x="48950" y="94813"/>
                  </a:cubicBezTo>
                  <a:cubicBezTo>
                    <a:pt x="52950" y="76621"/>
                    <a:pt x="54474" y="59666"/>
                    <a:pt x="55903" y="41092"/>
                  </a:cubicBezTo>
                  <a:cubicBezTo>
                    <a:pt x="56570" y="33091"/>
                    <a:pt x="56856" y="24900"/>
                    <a:pt x="54855" y="17089"/>
                  </a:cubicBezTo>
                  <a:cubicBezTo>
                    <a:pt x="54189" y="14613"/>
                    <a:pt x="53236" y="12041"/>
                    <a:pt x="51426" y="10136"/>
                  </a:cubicBezTo>
                  <a:cubicBezTo>
                    <a:pt x="49712" y="8326"/>
                    <a:pt x="47426" y="7279"/>
                    <a:pt x="45140" y="6421"/>
                  </a:cubicBezTo>
                  <a:cubicBezTo>
                    <a:pt x="34186" y="2040"/>
                    <a:pt x="20565" y="-341"/>
                    <a:pt x="8754" y="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94"/>
            <p:cNvSpPr/>
            <p:nvPr/>
          </p:nvSpPr>
          <p:spPr>
            <a:xfrm>
              <a:off x="7050128" y="3313261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2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3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8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1" y="58954"/>
                    <a:pt x="35921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1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94"/>
            <p:cNvSpPr/>
            <p:nvPr/>
          </p:nvSpPr>
          <p:spPr>
            <a:xfrm>
              <a:off x="7088110" y="3527920"/>
              <a:ext cx="170709" cy="428706"/>
            </a:xfrm>
            <a:custGeom>
              <a:avLst/>
              <a:gdLst/>
              <a:ahLst/>
              <a:cxnLst/>
              <a:rect l="l" t="t" r="r" b="b"/>
              <a:pathLst>
                <a:path w="58462" h="146817" extrusionOk="0">
                  <a:moveTo>
                    <a:pt x="57580" y="132387"/>
                  </a:moveTo>
                  <a:cubicBezTo>
                    <a:pt x="56818" y="130768"/>
                    <a:pt x="55675" y="128958"/>
                    <a:pt x="54246" y="127529"/>
                  </a:cubicBezTo>
                  <a:cubicBezTo>
                    <a:pt x="52055" y="125338"/>
                    <a:pt x="49769" y="123243"/>
                    <a:pt x="47388" y="121243"/>
                  </a:cubicBezTo>
                  <a:cubicBezTo>
                    <a:pt x="45674" y="119814"/>
                    <a:pt x="42435" y="117623"/>
                    <a:pt x="41864" y="115528"/>
                  </a:cubicBezTo>
                  <a:cubicBezTo>
                    <a:pt x="41864" y="115528"/>
                    <a:pt x="27481" y="90382"/>
                    <a:pt x="21861" y="81809"/>
                  </a:cubicBezTo>
                  <a:cubicBezTo>
                    <a:pt x="18432" y="76475"/>
                    <a:pt x="17099" y="70189"/>
                    <a:pt x="18242" y="63902"/>
                  </a:cubicBezTo>
                  <a:cubicBezTo>
                    <a:pt x="21194" y="47710"/>
                    <a:pt x="26528" y="16087"/>
                    <a:pt x="25004" y="8276"/>
                  </a:cubicBezTo>
                  <a:cubicBezTo>
                    <a:pt x="23099" y="-2201"/>
                    <a:pt x="8240" y="-2963"/>
                    <a:pt x="5478" y="7324"/>
                  </a:cubicBezTo>
                  <a:cubicBezTo>
                    <a:pt x="5478" y="7514"/>
                    <a:pt x="5478" y="7705"/>
                    <a:pt x="5383" y="7800"/>
                  </a:cubicBezTo>
                  <a:cubicBezTo>
                    <a:pt x="2144" y="21516"/>
                    <a:pt x="2240" y="45138"/>
                    <a:pt x="1097" y="55996"/>
                  </a:cubicBezTo>
                  <a:cubicBezTo>
                    <a:pt x="239" y="64093"/>
                    <a:pt x="-618" y="70570"/>
                    <a:pt x="620" y="77523"/>
                  </a:cubicBezTo>
                  <a:cubicBezTo>
                    <a:pt x="906" y="79047"/>
                    <a:pt x="1478" y="80476"/>
                    <a:pt x="2144" y="81904"/>
                  </a:cubicBezTo>
                  <a:cubicBezTo>
                    <a:pt x="5192" y="87619"/>
                    <a:pt x="12146" y="98383"/>
                    <a:pt x="18146" y="104002"/>
                  </a:cubicBezTo>
                  <a:cubicBezTo>
                    <a:pt x="25671" y="110956"/>
                    <a:pt x="31005" y="121433"/>
                    <a:pt x="31005" y="121433"/>
                  </a:cubicBezTo>
                  <a:cubicBezTo>
                    <a:pt x="32624" y="124386"/>
                    <a:pt x="33767" y="127720"/>
                    <a:pt x="36149" y="130577"/>
                  </a:cubicBezTo>
                  <a:cubicBezTo>
                    <a:pt x="37482" y="132196"/>
                    <a:pt x="38911" y="134101"/>
                    <a:pt x="40530" y="135340"/>
                  </a:cubicBezTo>
                  <a:cubicBezTo>
                    <a:pt x="41673" y="136197"/>
                    <a:pt x="43197" y="136387"/>
                    <a:pt x="44150" y="137054"/>
                  </a:cubicBezTo>
                  <a:cubicBezTo>
                    <a:pt x="46531" y="138769"/>
                    <a:pt x="45102" y="141531"/>
                    <a:pt x="45483" y="144293"/>
                  </a:cubicBezTo>
                  <a:cubicBezTo>
                    <a:pt x="45959" y="147722"/>
                    <a:pt x="48436" y="147532"/>
                    <a:pt x="49198" y="144484"/>
                  </a:cubicBezTo>
                  <a:cubicBezTo>
                    <a:pt x="49484" y="143150"/>
                    <a:pt x="55389" y="143150"/>
                    <a:pt x="57008" y="141245"/>
                  </a:cubicBezTo>
                  <a:lnTo>
                    <a:pt x="57485" y="140388"/>
                  </a:lnTo>
                  <a:cubicBezTo>
                    <a:pt x="58723" y="137911"/>
                    <a:pt x="58818" y="135054"/>
                    <a:pt x="57580" y="132577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94"/>
            <p:cNvSpPr/>
            <p:nvPr/>
          </p:nvSpPr>
          <p:spPr>
            <a:xfrm>
              <a:off x="7107040" y="3539861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9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94"/>
            <p:cNvSpPr/>
            <p:nvPr/>
          </p:nvSpPr>
          <p:spPr>
            <a:xfrm>
              <a:off x="7040372" y="3477330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94"/>
            <p:cNvSpPr/>
            <p:nvPr/>
          </p:nvSpPr>
          <p:spPr>
            <a:xfrm>
              <a:off x="7057825" y="3487019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3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94"/>
            <p:cNvSpPr/>
            <p:nvPr/>
          </p:nvSpPr>
          <p:spPr>
            <a:xfrm>
              <a:off x="7006235" y="3498140"/>
              <a:ext cx="207075" cy="423245"/>
            </a:xfrm>
            <a:custGeom>
              <a:avLst/>
              <a:gdLst/>
              <a:ahLst/>
              <a:cxnLst/>
              <a:rect l="l" t="t" r="r" b="b"/>
              <a:pathLst>
                <a:path w="70916" h="144947" extrusionOk="0">
                  <a:moveTo>
                    <a:pt x="5239" y="122301"/>
                  </a:moveTo>
                  <a:cubicBezTo>
                    <a:pt x="3334" y="125635"/>
                    <a:pt x="1524" y="128968"/>
                    <a:pt x="0" y="132493"/>
                  </a:cubicBezTo>
                  <a:cubicBezTo>
                    <a:pt x="11144" y="132016"/>
                    <a:pt x="21146" y="138970"/>
                    <a:pt x="31813" y="142399"/>
                  </a:cubicBezTo>
                  <a:cubicBezTo>
                    <a:pt x="44005" y="146399"/>
                    <a:pt x="57721" y="145637"/>
                    <a:pt x="69437" y="140494"/>
                  </a:cubicBezTo>
                  <a:cubicBezTo>
                    <a:pt x="63055" y="109347"/>
                    <a:pt x="59722" y="81439"/>
                    <a:pt x="69628" y="50387"/>
                  </a:cubicBezTo>
                  <a:cubicBezTo>
                    <a:pt x="70485" y="47530"/>
                    <a:pt x="71438" y="44482"/>
                    <a:pt x="70580" y="41624"/>
                  </a:cubicBezTo>
                  <a:cubicBezTo>
                    <a:pt x="70104" y="40100"/>
                    <a:pt x="69151" y="38767"/>
                    <a:pt x="68294" y="37528"/>
                  </a:cubicBezTo>
                  <a:cubicBezTo>
                    <a:pt x="61817" y="28480"/>
                    <a:pt x="52292" y="7239"/>
                    <a:pt x="40576" y="5715"/>
                  </a:cubicBezTo>
                  <a:cubicBezTo>
                    <a:pt x="32194" y="4667"/>
                    <a:pt x="24003" y="2762"/>
                    <a:pt x="16002" y="0"/>
                  </a:cubicBezTo>
                  <a:cubicBezTo>
                    <a:pt x="14668" y="0"/>
                    <a:pt x="15907" y="95"/>
                    <a:pt x="14478" y="190"/>
                  </a:cubicBezTo>
                  <a:cubicBezTo>
                    <a:pt x="11906" y="8763"/>
                    <a:pt x="10096" y="17526"/>
                    <a:pt x="9144" y="26479"/>
                  </a:cubicBezTo>
                  <a:cubicBezTo>
                    <a:pt x="8001" y="36576"/>
                    <a:pt x="9620" y="46672"/>
                    <a:pt x="11716" y="56483"/>
                  </a:cubicBezTo>
                  <a:cubicBezTo>
                    <a:pt x="12763" y="61531"/>
                    <a:pt x="20193" y="80105"/>
                    <a:pt x="17145" y="84201"/>
                  </a:cubicBezTo>
                  <a:cubicBezTo>
                    <a:pt x="16573" y="84963"/>
                    <a:pt x="15716" y="85725"/>
                    <a:pt x="15621" y="86677"/>
                  </a:cubicBezTo>
                  <a:cubicBezTo>
                    <a:pt x="15526" y="88678"/>
                    <a:pt x="18288" y="89344"/>
                    <a:pt x="19621" y="90773"/>
                  </a:cubicBezTo>
                  <a:cubicBezTo>
                    <a:pt x="22098" y="93440"/>
                    <a:pt x="16478" y="103251"/>
                    <a:pt x="15145" y="105918"/>
                  </a:cubicBezTo>
                  <a:cubicBezTo>
                    <a:pt x="12192" y="111633"/>
                    <a:pt x="8668" y="116967"/>
                    <a:pt x="5525" y="1223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94"/>
            <p:cNvSpPr/>
            <p:nvPr/>
          </p:nvSpPr>
          <p:spPr>
            <a:xfrm>
              <a:off x="6980932" y="3527584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3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583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94"/>
            <p:cNvSpPr/>
            <p:nvPr/>
          </p:nvSpPr>
          <p:spPr>
            <a:xfrm>
              <a:off x="6991496" y="3523597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8" y="19854"/>
                    <a:pt x="36671" y="10615"/>
                  </a:cubicBezTo>
                  <a:cubicBezTo>
                    <a:pt x="35528" y="-720"/>
                    <a:pt x="21812" y="-3291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94"/>
            <p:cNvSpPr/>
            <p:nvPr/>
          </p:nvSpPr>
          <p:spPr>
            <a:xfrm>
              <a:off x="7026332" y="3306580"/>
              <a:ext cx="167795" cy="156299"/>
            </a:xfrm>
            <a:custGeom>
              <a:avLst/>
              <a:gdLst/>
              <a:ahLst/>
              <a:cxnLst/>
              <a:rect l="l" t="t" r="r" b="b"/>
              <a:pathLst>
                <a:path w="57464" h="53527" extrusionOk="0">
                  <a:moveTo>
                    <a:pt x="46930" y="23905"/>
                  </a:moveTo>
                  <a:cubicBezTo>
                    <a:pt x="46930" y="23905"/>
                    <a:pt x="46454" y="23715"/>
                    <a:pt x="46168" y="23524"/>
                  </a:cubicBezTo>
                  <a:cubicBezTo>
                    <a:pt x="46740" y="25429"/>
                    <a:pt x="45787" y="27620"/>
                    <a:pt x="43978" y="28572"/>
                  </a:cubicBezTo>
                  <a:cubicBezTo>
                    <a:pt x="42263" y="29525"/>
                    <a:pt x="39882" y="29049"/>
                    <a:pt x="38644" y="27525"/>
                  </a:cubicBezTo>
                  <a:cubicBezTo>
                    <a:pt x="39120" y="30096"/>
                    <a:pt x="37596" y="32859"/>
                    <a:pt x="35119" y="33716"/>
                  </a:cubicBezTo>
                  <a:cubicBezTo>
                    <a:pt x="32738" y="34573"/>
                    <a:pt x="29690" y="33525"/>
                    <a:pt x="28452" y="31334"/>
                  </a:cubicBezTo>
                  <a:cubicBezTo>
                    <a:pt x="27690" y="38002"/>
                    <a:pt x="29881" y="44193"/>
                    <a:pt x="28452" y="50861"/>
                  </a:cubicBezTo>
                  <a:cubicBezTo>
                    <a:pt x="27690" y="44193"/>
                    <a:pt x="25690" y="37716"/>
                    <a:pt x="22546" y="31811"/>
                  </a:cubicBezTo>
                  <a:cubicBezTo>
                    <a:pt x="21689" y="30287"/>
                    <a:pt x="20451" y="28572"/>
                    <a:pt x="18736" y="28572"/>
                  </a:cubicBezTo>
                  <a:cubicBezTo>
                    <a:pt x="16450" y="28572"/>
                    <a:pt x="15212" y="31430"/>
                    <a:pt x="15593" y="33716"/>
                  </a:cubicBezTo>
                  <a:cubicBezTo>
                    <a:pt x="16165" y="37050"/>
                    <a:pt x="18927" y="39812"/>
                    <a:pt x="22261" y="40383"/>
                  </a:cubicBezTo>
                  <a:cubicBezTo>
                    <a:pt x="22261" y="45241"/>
                    <a:pt x="18070" y="50766"/>
                    <a:pt x="14164" y="53528"/>
                  </a:cubicBezTo>
                  <a:cubicBezTo>
                    <a:pt x="6640" y="49146"/>
                    <a:pt x="3877" y="38764"/>
                    <a:pt x="1687" y="30382"/>
                  </a:cubicBezTo>
                  <a:cubicBezTo>
                    <a:pt x="-28" y="23619"/>
                    <a:pt x="-1266" y="15904"/>
                    <a:pt x="2258" y="9903"/>
                  </a:cubicBezTo>
                  <a:cubicBezTo>
                    <a:pt x="11116" y="-5051"/>
                    <a:pt x="60551" y="-3432"/>
                    <a:pt x="57313" y="17238"/>
                  </a:cubicBezTo>
                  <a:cubicBezTo>
                    <a:pt x="56551" y="21905"/>
                    <a:pt x="51312" y="25524"/>
                    <a:pt x="46930" y="240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94"/>
            <p:cNvSpPr/>
            <p:nvPr/>
          </p:nvSpPr>
          <p:spPr>
            <a:xfrm>
              <a:off x="7070181" y="4466625"/>
              <a:ext cx="152135" cy="76227"/>
            </a:xfrm>
            <a:custGeom>
              <a:avLst/>
              <a:gdLst/>
              <a:ahLst/>
              <a:cxnLst/>
              <a:rect l="l" t="t" r="r" b="b"/>
              <a:pathLst>
                <a:path w="52101" h="26105" extrusionOk="0">
                  <a:moveTo>
                    <a:pt x="0" y="25117"/>
                  </a:moveTo>
                  <a:cubicBezTo>
                    <a:pt x="1429" y="24259"/>
                    <a:pt x="3048" y="23688"/>
                    <a:pt x="4667" y="23402"/>
                  </a:cubicBezTo>
                  <a:cubicBezTo>
                    <a:pt x="4953" y="20068"/>
                    <a:pt x="5905" y="16830"/>
                    <a:pt x="7429" y="13877"/>
                  </a:cubicBezTo>
                  <a:cubicBezTo>
                    <a:pt x="13144" y="14925"/>
                    <a:pt x="15335" y="22450"/>
                    <a:pt x="20669" y="24545"/>
                  </a:cubicBezTo>
                  <a:cubicBezTo>
                    <a:pt x="22193" y="25117"/>
                    <a:pt x="23908" y="25212"/>
                    <a:pt x="25622" y="25307"/>
                  </a:cubicBezTo>
                  <a:cubicBezTo>
                    <a:pt x="31432" y="25593"/>
                    <a:pt x="37147" y="25783"/>
                    <a:pt x="42958" y="26069"/>
                  </a:cubicBezTo>
                  <a:cubicBezTo>
                    <a:pt x="46482" y="26260"/>
                    <a:pt x="50863" y="25783"/>
                    <a:pt x="52102" y="22545"/>
                  </a:cubicBezTo>
                  <a:cubicBezTo>
                    <a:pt x="40862" y="19211"/>
                    <a:pt x="31528" y="11305"/>
                    <a:pt x="25717" y="1209"/>
                  </a:cubicBezTo>
                  <a:cubicBezTo>
                    <a:pt x="23813" y="11210"/>
                    <a:pt x="13240" y="-1553"/>
                    <a:pt x="7048" y="161"/>
                  </a:cubicBezTo>
                  <a:cubicBezTo>
                    <a:pt x="-5906" y="3876"/>
                    <a:pt x="5715" y="21688"/>
                    <a:pt x="0" y="251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94"/>
          <p:cNvGrpSpPr/>
          <p:nvPr/>
        </p:nvGrpSpPr>
        <p:grpSpPr>
          <a:xfrm>
            <a:off x="6556092" y="3777679"/>
            <a:ext cx="817953" cy="1652628"/>
            <a:chOff x="5450167" y="2975604"/>
            <a:chExt cx="817953" cy="1652628"/>
          </a:xfrm>
        </p:grpSpPr>
        <p:sp>
          <p:nvSpPr>
            <p:cNvPr id="785" name="Google Shape;785;p94"/>
            <p:cNvSpPr/>
            <p:nvPr/>
          </p:nvSpPr>
          <p:spPr>
            <a:xfrm>
              <a:off x="5450167" y="4233568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94"/>
            <p:cNvSpPr/>
            <p:nvPr/>
          </p:nvSpPr>
          <p:spPr>
            <a:xfrm>
              <a:off x="5952551" y="2996046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94"/>
            <p:cNvSpPr/>
            <p:nvPr/>
          </p:nvSpPr>
          <p:spPr>
            <a:xfrm>
              <a:off x="6016253" y="3230697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94"/>
            <p:cNvSpPr/>
            <p:nvPr/>
          </p:nvSpPr>
          <p:spPr>
            <a:xfrm>
              <a:off x="6010020" y="3222570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94"/>
            <p:cNvSpPr/>
            <p:nvPr/>
          </p:nvSpPr>
          <p:spPr>
            <a:xfrm>
              <a:off x="5951847" y="3458336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94"/>
            <p:cNvSpPr/>
            <p:nvPr/>
          </p:nvSpPr>
          <p:spPr>
            <a:xfrm>
              <a:off x="6089937" y="4138481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94"/>
            <p:cNvSpPr/>
            <p:nvPr/>
          </p:nvSpPr>
          <p:spPr>
            <a:xfrm>
              <a:off x="5929488" y="3496774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94"/>
            <p:cNvSpPr/>
            <p:nvPr/>
          </p:nvSpPr>
          <p:spPr>
            <a:xfrm>
              <a:off x="5853328" y="3444772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94"/>
            <p:cNvSpPr/>
            <p:nvPr/>
          </p:nvSpPr>
          <p:spPr>
            <a:xfrm>
              <a:off x="5943076" y="3159835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94"/>
            <p:cNvSpPr/>
            <p:nvPr/>
          </p:nvSpPr>
          <p:spPr>
            <a:xfrm>
              <a:off x="5960248" y="316952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94"/>
            <p:cNvSpPr/>
            <p:nvPr/>
          </p:nvSpPr>
          <p:spPr>
            <a:xfrm>
              <a:off x="5848602" y="4139835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94"/>
            <p:cNvSpPr/>
            <p:nvPr/>
          </p:nvSpPr>
          <p:spPr>
            <a:xfrm>
              <a:off x="5852493" y="3510490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94"/>
            <p:cNvSpPr/>
            <p:nvPr/>
          </p:nvSpPr>
          <p:spPr>
            <a:xfrm>
              <a:off x="5862502" y="3510099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94"/>
            <p:cNvSpPr/>
            <p:nvPr/>
          </p:nvSpPr>
          <p:spPr>
            <a:xfrm>
              <a:off x="5908658" y="3180925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94"/>
            <p:cNvSpPr/>
            <p:nvPr/>
          </p:nvSpPr>
          <p:spPr>
            <a:xfrm>
              <a:off x="5883355" y="321009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94"/>
            <p:cNvSpPr/>
            <p:nvPr/>
          </p:nvSpPr>
          <p:spPr>
            <a:xfrm>
              <a:off x="5876963" y="3206382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94"/>
            <p:cNvSpPr/>
            <p:nvPr/>
          </p:nvSpPr>
          <p:spPr>
            <a:xfrm>
              <a:off x="6004302" y="3208729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94"/>
            <p:cNvSpPr/>
            <p:nvPr/>
          </p:nvSpPr>
          <p:spPr>
            <a:xfrm>
              <a:off x="5996146" y="3184413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94"/>
            <p:cNvSpPr/>
            <p:nvPr/>
          </p:nvSpPr>
          <p:spPr>
            <a:xfrm>
              <a:off x="6029324" y="3195214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94"/>
            <p:cNvSpPr/>
            <p:nvPr/>
          </p:nvSpPr>
          <p:spPr>
            <a:xfrm>
              <a:off x="6040168" y="3208451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94"/>
            <p:cNvSpPr/>
            <p:nvPr/>
          </p:nvSpPr>
          <p:spPr>
            <a:xfrm>
              <a:off x="5931693" y="2975604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3"/>
                    <a:pt x="12128" y="50102"/>
                    <a:pt x="9461" y="45910"/>
                  </a:cubicBezTo>
                  <a:cubicBezTo>
                    <a:pt x="6413" y="41053"/>
                    <a:pt x="3746" y="35909"/>
                    <a:pt x="1555" y="30670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3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lnTo>
                    <a:pt x="37560" y="0"/>
                  </a:ln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3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6"/>
                  </a:cubicBezTo>
                  <a:cubicBezTo>
                    <a:pt x="56514" y="20383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95"/>
          <p:cNvSpPr txBox="1">
            <a:spLocks noGrp="1"/>
          </p:cNvSpPr>
          <p:nvPr>
            <p:ph type="title"/>
          </p:nvPr>
        </p:nvSpPr>
        <p:spPr>
          <a:xfrm>
            <a:off x="720000" y="4205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Outline     </a:t>
            </a:r>
            <a:r>
              <a:rPr lang="en" sz="3500">
                <a:solidFill>
                  <a:srgbClr val="3A8917"/>
                </a:solidFill>
              </a:rPr>
              <a:t>Resumario</a:t>
            </a:r>
            <a:endParaRPr sz="3500">
              <a:solidFill>
                <a:srgbClr val="3A8917"/>
              </a:solidFill>
            </a:endParaRPr>
          </a:p>
        </p:txBody>
      </p:sp>
      <p:sp>
        <p:nvSpPr>
          <p:cNvPr id="811" name="Google Shape;811;p95"/>
          <p:cNvSpPr txBox="1">
            <a:spLocks noGrp="1"/>
          </p:cNvSpPr>
          <p:nvPr>
            <p:ph type="subTitle" idx="1"/>
          </p:nvPr>
        </p:nvSpPr>
        <p:spPr>
          <a:xfrm>
            <a:off x="1463450" y="1847547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Personalidad</a:t>
            </a:r>
            <a:endParaRPr sz="1800" b="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12" name="Google Shape;812;p95"/>
          <p:cNvSpPr txBox="1">
            <a:spLocks noGrp="1"/>
          </p:cNvSpPr>
          <p:nvPr>
            <p:ph type="subTitle" idx="2"/>
          </p:nvPr>
        </p:nvSpPr>
        <p:spPr>
          <a:xfrm>
            <a:off x="1463450" y="289723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Psicología social</a:t>
            </a:r>
            <a:endParaRPr sz="1800" b="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13" name="Google Shape;813;p95"/>
          <p:cNvSpPr txBox="1">
            <a:spLocks noGrp="1"/>
          </p:cNvSpPr>
          <p:nvPr>
            <p:ph type="subTitle" idx="3"/>
          </p:nvPr>
        </p:nvSpPr>
        <p:spPr>
          <a:xfrm>
            <a:off x="1469771" y="394333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Sociología</a:t>
            </a:r>
            <a:endParaRPr sz="1800" b="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14" name="Google Shape;814;p95"/>
          <p:cNvSpPr txBox="1">
            <a:spLocks noGrp="1"/>
          </p:cNvSpPr>
          <p:nvPr>
            <p:ph type="title" idx="5"/>
          </p:nvPr>
        </p:nvSpPr>
        <p:spPr>
          <a:xfrm>
            <a:off x="719998" y="1479736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15" name="Google Shape;815;p95"/>
          <p:cNvSpPr txBox="1">
            <a:spLocks noGrp="1"/>
          </p:cNvSpPr>
          <p:nvPr>
            <p:ph type="title" idx="6"/>
          </p:nvPr>
        </p:nvSpPr>
        <p:spPr>
          <a:xfrm>
            <a:off x="725468" y="3571932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16" name="Google Shape;816;p95"/>
          <p:cNvSpPr txBox="1">
            <a:spLocks noGrp="1"/>
          </p:cNvSpPr>
          <p:nvPr>
            <p:ph type="title" idx="7"/>
          </p:nvPr>
        </p:nvSpPr>
        <p:spPr>
          <a:xfrm>
            <a:off x="720009" y="2525833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7" name="Google Shape;817;p95"/>
          <p:cNvSpPr txBox="1">
            <a:spLocks noGrp="1"/>
          </p:cNvSpPr>
          <p:nvPr>
            <p:ph type="subTitle" idx="9"/>
          </p:nvPr>
        </p:nvSpPr>
        <p:spPr>
          <a:xfrm>
            <a:off x="1460287" y="1479736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</a:t>
            </a:r>
            <a:endParaRPr/>
          </a:p>
        </p:txBody>
      </p:sp>
      <p:sp>
        <p:nvSpPr>
          <p:cNvPr id="818" name="Google Shape;818;p95"/>
          <p:cNvSpPr txBox="1">
            <a:spLocks noGrp="1"/>
          </p:cNvSpPr>
          <p:nvPr>
            <p:ph type="subTitle" idx="13"/>
          </p:nvPr>
        </p:nvSpPr>
        <p:spPr>
          <a:xfrm>
            <a:off x="1460287" y="252583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psychology</a:t>
            </a:r>
            <a:endParaRPr/>
          </a:p>
        </p:txBody>
      </p:sp>
      <p:sp>
        <p:nvSpPr>
          <p:cNvPr id="819" name="Google Shape;819;p95"/>
          <p:cNvSpPr txBox="1">
            <a:spLocks noGrp="1"/>
          </p:cNvSpPr>
          <p:nvPr>
            <p:ph type="subTitle" idx="14"/>
          </p:nvPr>
        </p:nvSpPr>
        <p:spPr>
          <a:xfrm>
            <a:off x="1466608" y="357193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Sociology</a:t>
            </a:r>
            <a:endParaRPr/>
          </a:p>
        </p:txBody>
      </p:sp>
      <p:grpSp>
        <p:nvGrpSpPr>
          <p:cNvPr id="820" name="Google Shape;820;p95"/>
          <p:cNvGrpSpPr/>
          <p:nvPr/>
        </p:nvGrpSpPr>
        <p:grpSpPr>
          <a:xfrm>
            <a:off x="5621130" y="125103"/>
            <a:ext cx="3397123" cy="5194279"/>
            <a:chOff x="5621130" y="125103"/>
            <a:chExt cx="3397123" cy="5194279"/>
          </a:xfrm>
        </p:grpSpPr>
        <p:grpSp>
          <p:nvGrpSpPr>
            <p:cNvPr id="821" name="Google Shape;821;p95"/>
            <p:cNvGrpSpPr/>
            <p:nvPr/>
          </p:nvGrpSpPr>
          <p:grpSpPr>
            <a:xfrm>
              <a:off x="7982768" y="2628903"/>
              <a:ext cx="656255" cy="1624153"/>
              <a:chOff x="2987343" y="1904703"/>
              <a:chExt cx="656255" cy="1624153"/>
            </a:xfrm>
          </p:grpSpPr>
          <p:sp>
            <p:nvSpPr>
              <p:cNvPr id="822" name="Google Shape;822;p95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95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95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95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95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95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95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95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95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95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95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95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p95"/>
            <p:cNvGrpSpPr/>
            <p:nvPr/>
          </p:nvGrpSpPr>
          <p:grpSpPr>
            <a:xfrm>
              <a:off x="8159521" y="739709"/>
              <a:ext cx="858731" cy="1639529"/>
              <a:chOff x="3994396" y="1674709"/>
              <a:chExt cx="858731" cy="1639529"/>
            </a:xfrm>
          </p:grpSpPr>
          <p:sp>
            <p:nvSpPr>
              <p:cNvPr id="835" name="Google Shape;835;p95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95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95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95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95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95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95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95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95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95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95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95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95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95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95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95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95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95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3" name="Google Shape;853;p95"/>
            <p:cNvGrpSpPr/>
            <p:nvPr/>
          </p:nvGrpSpPr>
          <p:grpSpPr>
            <a:xfrm>
              <a:off x="5783869" y="3150720"/>
              <a:ext cx="767425" cy="1660448"/>
              <a:chOff x="6491394" y="3272395"/>
              <a:chExt cx="767425" cy="1660448"/>
            </a:xfrm>
          </p:grpSpPr>
          <p:sp>
            <p:nvSpPr>
              <p:cNvPr id="854" name="Google Shape;854;p95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95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95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95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95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95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95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95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95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95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95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95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95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95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8" name="Google Shape;868;p95"/>
            <p:cNvGrpSpPr/>
            <p:nvPr/>
          </p:nvGrpSpPr>
          <p:grpSpPr>
            <a:xfrm>
              <a:off x="5621130" y="989724"/>
              <a:ext cx="817953" cy="1639182"/>
              <a:chOff x="3532955" y="3479574"/>
              <a:chExt cx="817953" cy="1639182"/>
            </a:xfrm>
          </p:grpSpPr>
          <p:sp>
            <p:nvSpPr>
              <p:cNvPr id="869" name="Google Shape;869;p95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95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95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95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95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95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95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95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95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95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95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95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95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95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95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95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95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95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95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95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95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0" name="Google Shape;890;p95"/>
            <p:cNvGrpSpPr/>
            <p:nvPr/>
          </p:nvGrpSpPr>
          <p:grpSpPr>
            <a:xfrm>
              <a:off x="6725114" y="1497127"/>
              <a:ext cx="819760" cy="1653609"/>
              <a:chOff x="6476427" y="1580527"/>
              <a:chExt cx="819760" cy="1653609"/>
            </a:xfrm>
          </p:grpSpPr>
          <p:sp>
            <p:nvSpPr>
              <p:cNvPr id="891" name="Google Shape;891;p95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95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95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95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95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95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95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95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95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95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95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95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95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95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95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95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95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95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95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" name="Google Shape;910;p95"/>
            <p:cNvGrpSpPr/>
            <p:nvPr/>
          </p:nvGrpSpPr>
          <p:grpSpPr>
            <a:xfrm>
              <a:off x="7326518" y="125103"/>
              <a:ext cx="656255" cy="1624153"/>
              <a:chOff x="2987343" y="1904703"/>
              <a:chExt cx="656255" cy="1624153"/>
            </a:xfrm>
          </p:grpSpPr>
          <p:sp>
            <p:nvSpPr>
              <p:cNvPr id="911" name="Google Shape;911;p95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95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95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95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95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95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95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95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95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95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95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95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3" name="Google Shape;923;p95"/>
            <p:cNvGrpSpPr/>
            <p:nvPr/>
          </p:nvGrpSpPr>
          <p:grpSpPr>
            <a:xfrm>
              <a:off x="6996842" y="3666754"/>
              <a:ext cx="817953" cy="1652628"/>
              <a:chOff x="5450167" y="2975604"/>
              <a:chExt cx="817953" cy="1652628"/>
            </a:xfrm>
          </p:grpSpPr>
          <p:sp>
            <p:nvSpPr>
              <p:cNvPr id="924" name="Google Shape;924;p95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95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95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95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95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95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95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95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95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95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95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95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95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95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95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95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95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95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95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95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95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96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17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</a:rPr>
              <a:t>Personalidad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950" name="Google Shape;950;p96"/>
          <p:cNvSpPr txBox="1">
            <a:spLocks noGrp="1"/>
          </p:cNvSpPr>
          <p:nvPr>
            <p:ph type="title" idx="2"/>
          </p:nvPr>
        </p:nvSpPr>
        <p:spPr>
          <a:xfrm>
            <a:off x="713225" y="937950"/>
            <a:ext cx="14667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51" name="Google Shape;951;p96"/>
          <p:cNvGrpSpPr/>
          <p:nvPr/>
        </p:nvGrpSpPr>
        <p:grpSpPr>
          <a:xfrm>
            <a:off x="5621130" y="125103"/>
            <a:ext cx="3397123" cy="5194279"/>
            <a:chOff x="5621130" y="125103"/>
            <a:chExt cx="3397123" cy="5194279"/>
          </a:xfrm>
        </p:grpSpPr>
        <p:grpSp>
          <p:nvGrpSpPr>
            <p:cNvPr id="952" name="Google Shape;952;p96"/>
            <p:cNvGrpSpPr/>
            <p:nvPr/>
          </p:nvGrpSpPr>
          <p:grpSpPr>
            <a:xfrm>
              <a:off x="7982768" y="2628903"/>
              <a:ext cx="656255" cy="1624153"/>
              <a:chOff x="2987343" y="1904703"/>
              <a:chExt cx="656255" cy="1624153"/>
            </a:xfrm>
          </p:grpSpPr>
          <p:sp>
            <p:nvSpPr>
              <p:cNvPr id="953" name="Google Shape;953;p96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96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96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96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96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96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96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96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96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96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96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96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5" name="Google Shape;965;p96"/>
            <p:cNvGrpSpPr/>
            <p:nvPr/>
          </p:nvGrpSpPr>
          <p:grpSpPr>
            <a:xfrm>
              <a:off x="8159521" y="739709"/>
              <a:ext cx="858731" cy="1639529"/>
              <a:chOff x="3994396" y="1674709"/>
              <a:chExt cx="858731" cy="1639529"/>
            </a:xfrm>
          </p:grpSpPr>
          <p:sp>
            <p:nvSpPr>
              <p:cNvPr id="966" name="Google Shape;966;p96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96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96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96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96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96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96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96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96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96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96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96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96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96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96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96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96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96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4" name="Google Shape;984;p96"/>
            <p:cNvGrpSpPr/>
            <p:nvPr/>
          </p:nvGrpSpPr>
          <p:grpSpPr>
            <a:xfrm>
              <a:off x="5783869" y="3150720"/>
              <a:ext cx="767425" cy="1660448"/>
              <a:chOff x="6491394" y="3272395"/>
              <a:chExt cx="767425" cy="1660448"/>
            </a:xfrm>
          </p:grpSpPr>
          <p:sp>
            <p:nvSpPr>
              <p:cNvPr id="985" name="Google Shape;985;p96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96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96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96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96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96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96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96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96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96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96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96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96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96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9" name="Google Shape;999;p96"/>
            <p:cNvGrpSpPr/>
            <p:nvPr/>
          </p:nvGrpSpPr>
          <p:grpSpPr>
            <a:xfrm>
              <a:off x="5621130" y="989724"/>
              <a:ext cx="817953" cy="1639182"/>
              <a:chOff x="3532955" y="3479574"/>
              <a:chExt cx="817953" cy="1639182"/>
            </a:xfrm>
          </p:grpSpPr>
          <p:sp>
            <p:nvSpPr>
              <p:cNvPr id="1000" name="Google Shape;1000;p96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96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96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96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96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96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96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96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96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96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96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96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96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96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96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96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96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96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96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96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96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1" name="Google Shape;1021;p96"/>
            <p:cNvGrpSpPr/>
            <p:nvPr/>
          </p:nvGrpSpPr>
          <p:grpSpPr>
            <a:xfrm>
              <a:off x="6725114" y="1497127"/>
              <a:ext cx="819760" cy="1653609"/>
              <a:chOff x="6476427" y="1580527"/>
              <a:chExt cx="819760" cy="1653609"/>
            </a:xfrm>
          </p:grpSpPr>
          <p:sp>
            <p:nvSpPr>
              <p:cNvPr id="1022" name="Google Shape;1022;p96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96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96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96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96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96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96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96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96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96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96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96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96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96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96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96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96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96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96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1" name="Google Shape;1041;p96"/>
            <p:cNvGrpSpPr/>
            <p:nvPr/>
          </p:nvGrpSpPr>
          <p:grpSpPr>
            <a:xfrm>
              <a:off x="7326518" y="125103"/>
              <a:ext cx="656255" cy="1624153"/>
              <a:chOff x="2987343" y="1904703"/>
              <a:chExt cx="656255" cy="1624153"/>
            </a:xfrm>
          </p:grpSpPr>
          <p:sp>
            <p:nvSpPr>
              <p:cNvPr id="1042" name="Google Shape;1042;p96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96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96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96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96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96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96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96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96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96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96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96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4" name="Google Shape;1054;p96"/>
            <p:cNvGrpSpPr/>
            <p:nvPr/>
          </p:nvGrpSpPr>
          <p:grpSpPr>
            <a:xfrm>
              <a:off x="6996842" y="3666754"/>
              <a:ext cx="817953" cy="1652628"/>
              <a:chOff x="5450167" y="2975604"/>
              <a:chExt cx="817953" cy="1652628"/>
            </a:xfrm>
          </p:grpSpPr>
          <p:sp>
            <p:nvSpPr>
              <p:cNvPr id="1055" name="Google Shape;1055;p96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96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96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96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96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96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96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96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96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96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96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96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96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96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96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96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96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96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96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96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96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7"/>
          <p:cNvSpPr txBox="1">
            <a:spLocks noGrp="1"/>
          </p:cNvSpPr>
          <p:nvPr>
            <p:ph type="title"/>
          </p:nvPr>
        </p:nvSpPr>
        <p:spPr>
          <a:xfrm>
            <a:off x="262800" y="2926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personality?  </a:t>
            </a:r>
            <a:r>
              <a:rPr lang="en">
                <a:solidFill>
                  <a:srgbClr val="3A8917"/>
                </a:solidFill>
              </a:rPr>
              <a:t>¿Qué es la personalidad?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081" name="Google Shape;1081;p97"/>
          <p:cNvSpPr txBox="1"/>
          <p:nvPr/>
        </p:nvSpPr>
        <p:spPr>
          <a:xfrm>
            <a:off x="269175" y="1004725"/>
            <a:ext cx="8568600" cy="38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 individual’s consistent patterns of feeling, thinking, and behaving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forma en que una persona suele pensar, sentir y comportarse.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notice?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¿Por qué nos importa?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2107992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○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If we can draw accurate generalizations about what other people are normally like, we can predict how they will behave in the future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2222292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Si podemos entender cómo suele ser una persona, podemos hacer una buena idea de cómo probablemente se comportará en el futuro.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82" name="Google Shape;1082;p97"/>
          <p:cNvGrpSpPr/>
          <p:nvPr/>
        </p:nvGrpSpPr>
        <p:grpSpPr>
          <a:xfrm>
            <a:off x="6745414" y="1819052"/>
            <a:ext cx="2270363" cy="3193349"/>
            <a:chOff x="6745414" y="1809683"/>
            <a:chExt cx="2270363" cy="3193349"/>
          </a:xfrm>
        </p:grpSpPr>
        <p:pic>
          <p:nvPicPr>
            <p:cNvPr id="1083" name="Google Shape;1083;p97"/>
            <p:cNvPicPr preferRelativeResize="0"/>
            <p:nvPr/>
          </p:nvPicPr>
          <p:blipFill rotWithShape="1">
            <a:blip r:embed="rId3">
              <a:alphaModFix/>
            </a:blip>
            <a:srcRect l="60462" t="15919" b="6315"/>
            <a:stretch/>
          </p:blipFill>
          <p:spPr>
            <a:xfrm>
              <a:off x="6745414" y="2025907"/>
              <a:ext cx="2270363" cy="2977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4" name="Google Shape;1084;p97"/>
            <p:cNvPicPr preferRelativeResize="0"/>
            <p:nvPr/>
          </p:nvPicPr>
          <p:blipFill rotWithShape="1">
            <a:blip r:embed="rId3">
              <a:alphaModFix/>
            </a:blip>
            <a:srcRect l="7584" r="9717" b="86139"/>
            <a:stretch/>
          </p:blipFill>
          <p:spPr>
            <a:xfrm>
              <a:off x="6745425" y="1809683"/>
              <a:ext cx="2270351" cy="253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98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Five Model of Personality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Modelo de los Cinco Grandes de la personalidad</a:t>
            </a:r>
            <a:endParaRPr sz="2900">
              <a:solidFill>
                <a:srgbClr val="3A8917"/>
              </a:solidFill>
            </a:endParaRPr>
          </a:p>
        </p:txBody>
      </p:sp>
      <p:sp>
        <p:nvSpPr>
          <p:cNvPr id="1090" name="Google Shape;1090;p98"/>
          <p:cNvSpPr txBox="1"/>
          <p:nvPr/>
        </p:nvSpPr>
        <p:spPr>
          <a:xfrm>
            <a:off x="523107" y="1157125"/>
            <a:ext cx="3954300" cy="3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Openness to new experiences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"I love new ideas, trying food I've never had, and thinking about how things could be different."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Conscientiousness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58873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"I make a plan and stick to it. I like things done on time and done right."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Extraversion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"Being around people gives me energy."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Agreeableness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"I try to get along with everyone and I trust people until they give me a reason not to."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Neuroticism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"I worry a lot and small things can throw off my whole day."</a:t>
            </a:r>
            <a:endParaRPr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1" name="Google Shape;1091;p98"/>
          <p:cNvSpPr txBox="1"/>
          <p:nvPr/>
        </p:nvSpPr>
        <p:spPr>
          <a:xfrm>
            <a:off x="4479850" y="1116375"/>
            <a:ext cx="4572900" cy="40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Apertura a nuevas experiencias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«Me encantan las ideas nuevas, probar comidas que nunca he probado y pensar en cómo podrían ser las cosas de otra manera.»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Responsabilidad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«Hago un plan y lo sigo. Me gusta hacer las cosas a tiempo y hacerlas bien.»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Extraversión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«Estar con otras personas me da energía.»</a:t>
            </a:r>
            <a:endParaRPr sz="11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Amabilidad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«Trato de llevarme bien con todos y confío en la gente hasta que me dan una razón para no hacerlo.»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Neuroticismo</a:t>
            </a:r>
            <a:endParaRPr sz="11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«Me preocupo mucho y las cosas pequeñas pueden arruinarme todo el día.»</a:t>
            </a:r>
            <a:endParaRPr sz="11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2" name="Google Shape;1092;p98"/>
          <p:cNvPicPr preferRelativeResize="0"/>
          <p:nvPr/>
        </p:nvPicPr>
        <p:blipFill rotWithShape="1">
          <a:blip r:embed="rId3">
            <a:alphaModFix/>
          </a:blip>
          <a:srcRect l="78048" t="7612" r="4437" b="53234"/>
          <a:stretch/>
        </p:blipFill>
        <p:spPr>
          <a:xfrm>
            <a:off x="155483" y="4415400"/>
            <a:ext cx="252051" cy="422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98"/>
          <p:cNvPicPr preferRelativeResize="0"/>
          <p:nvPr/>
        </p:nvPicPr>
        <p:blipFill rotWithShape="1">
          <a:blip r:embed="rId3">
            <a:alphaModFix/>
          </a:blip>
          <a:srcRect l="2834" t="7957" r="81969" b="51173"/>
          <a:stretch/>
        </p:blipFill>
        <p:spPr>
          <a:xfrm>
            <a:off x="172176" y="1409662"/>
            <a:ext cx="218686" cy="44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98"/>
          <p:cNvPicPr preferRelativeResize="0"/>
          <p:nvPr/>
        </p:nvPicPr>
        <p:blipFill rotWithShape="1">
          <a:blip r:embed="rId3">
            <a:alphaModFix/>
          </a:blip>
          <a:srcRect l="18804" t="5207" r="63680" b="53923"/>
          <a:stretch/>
        </p:blipFill>
        <p:spPr>
          <a:xfrm>
            <a:off x="155493" y="2210263"/>
            <a:ext cx="252051" cy="44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8"/>
          <p:cNvPicPr preferRelativeResize="0"/>
          <p:nvPr/>
        </p:nvPicPr>
        <p:blipFill rotWithShape="1">
          <a:blip r:embed="rId3">
            <a:alphaModFix/>
          </a:blip>
          <a:srcRect l="38898" t="6237" r="44875" b="52892"/>
          <a:stretch/>
        </p:blipFill>
        <p:spPr>
          <a:xfrm>
            <a:off x="164759" y="2945268"/>
            <a:ext cx="233517" cy="44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98"/>
          <p:cNvPicPr preferRelativeResize="0"/>
          <p:nvPr/>
        </p:nvPicPr>
        <p:blipFill rotWithShape="1">
          <a:blip r:embed="rId3">
            <a:alphaModFix/>
          </a:blip>
          <a:srcRect l="56151" t="5553" r="23758" b="51859"/>
          <a:stretch/>
        </p:blipFill>
        <p:spPr>
          <a:xfrm>
            <a:off x="136950" y="3666466"/>
            <a:ext cx="289125" cy="45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99"/>
          <p:cNvPicPr preferRelativeResize="0"/>
          <p:nvPr/>
        </p:nvPicPr>
        <p:blipFill rotWithShape="1">
          <a:blip r:embed="rId3">
            <a:alphaModFix/>
          </a:blip>
          <a:srcRect l="6151" t="9942" r="1067" b="2308"/>
          <a:stretch/>
        </p:blipFill>
        <p:spPr>
          <a:xfrm>
            <a:off x="3308751" y="1962425"/>
            <a:ext cx="5720724" cy="267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9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Culture influences personality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La cultura influye en la personalidad</a:t>
            </a:r>
            <a:endParaRPr sz="2900">
              <a:solidFill>
                <a:srgbClr val="3A8917"/>
              </a:solidFill>
            </a:endParaRPr>
          </a:p>
        </p:txBody>
      </p:sp>
      <p:sp>
        <p:nvSpPr>
          <p:cNvPr id="1103" name="Google Shape;1103;p99"/>
          <p:cNvSpPr txBox="1"/>
          <p:nvPr/>
        </p:nvSpPr>
        <p:spPr>
          <a:xfrm>
            <a:off x="3308761" y="1533818"/>
            <a:ext cx="5720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Jost"/>
                <a:ea typeface="Jost"/>
                <a:cs typeface="Jost"/>
                <a:sym typeface="Jost"/>
              </a:rPr>
              <a:t>Extraversion around the world     </a:t>
            </a:r>
            <a:r>
              <a:rPr lang="en" sz="160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Extraversión en el mundo</a:t>
            </a:r>
            <a:endParaRPr sz="160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04" name="Google Shape;1104;p99"/>
          <p:cNvGrpSpPr/>
          <p:nvPr/>
        </p:nvGrpSpPr>
        <p:grpSpPr>
          <a:xfrm>
            <a:off x="127654" y="2261251"/>
            <a:ext cx="3048716" cy="2214068"/>
            <a:chOff x="465250" y="1094175"/>
            <a:chExt cx="5255501" cy="3816701"/>
          </a:xfrm>
        </p:grpSpPr>
        <p:pic>
          <p:nvPicPr>
            <p:cNvPr id="1105" name="Google Shape;1105;p99"/>
            <p:cNvPicPr preferRelativeResize="0"/>
            <p:nvPr/>
          </p:nvPicPr>
          <p:blipFill rotWithShape="1">
            <a:blip r:embed="rId4">
              <a:alphaModFix/>
            </a:blip>
            <a:srcRect l="6362" t="78089" r="762" b="1804"/>
            <a:stretch/>
          </p:blipFill>
          <p:spPr>
            <a:xfrm>
              <a:off x="465250" y="3920100"/>
              <a:ext cx="5255501" cy="990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6" name="Google Shape;1106;p99"/>
            <p:cNvPicPr preferRelativeResize="0"/>
            <p:nvPr/>
          </p:nvPicPr>
          <p:blipFill rotWithShape="1">
            <a:blip r:embed="rId4">
              <a:alphaModFix/>
            </a:blip>
            <a:srcRect l="6362" t="3777" r="762" b="30654"/>
            <a:stretch/>
          </p:blipFill>
          <p:spPr>
            <a:xfrm>
              <a:off x="465250" y="1094175"/>
              <a:ext cx="5255501" cy="32308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7" name="Google Shape;1107;p99"/>
          <p:cNvSpPr txBox="1"/>
          <p:nvPr/>
        </p:nvSpPr>
        <p:spPr>
          <a:xfrm>
            <a:off x="186599" y="1533825"/>
            <a:ext cx="3048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Jost"/>
                <a:ea typeface="Jost"/>
                <a:cs typeface="Jost"/>
                <a:sym typeface="Jost"/>
              </a:rPr>
              <a:t>Neuroticism in the US</a:t>
            </a:r>
            <a:endParaRPr sz="1600">
              <a:latin typeface="Jost"/>
              <a:ea typeface="Jost"/>
              <a:cs typeface="Jost"/>
              <a:sym typeface="Jo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Neuroticismo en Estados Unidos</a:t>
            </a:r>
            <a:endParaRPr sz="160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8" name="Google Shape;1108;p99"/>
          <p:cNvSpPr txBox="1"/>
          <p:nvPr/>
        </p:nvSpPr>
        <p:spPr>
          <a:xfrm>
            <a:off x="6913706" y="4580625"/>
            <a:ext cx="2110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Personas 360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100"/>
          <p:cNvGrpSpPr/>
          <p:nvPr/>
        </p:nvGrpSpPr>
        <p:grpSpPr>
          <a:xfrm>
            <a:off x="4708748" y="1341261"/>
            <a:ext cx="4156569" cy="3480919"/>
            <a:chOff x="1904675" y="810725"/>
            <a:chExt cx="3694400" cy="3093875"/>
          </a:xfrm>
        </p:grpSpPr>
        <p:pic>
          <p:nvPicPr>
            <p:cNvPr id="1114" name="Google Shape;1114;p100"/>
            <p:cNvPicPr preferRelativeResize="0"/>
            <p:nvPr/>
          </p:nvPicPr>
          <p:blipFill rotWithShape="1">
            <a:blip r:embed="rId3">
              <a:alphaModFix/>
            </a:blip>
            <a:srcRect t="16255"/>
            <a:stretch/>
          </p:blipFill>
          <p:spPr>
            <a:xfrm>
              <a:off x="1904675" y="810725"/>
              <a:ext cx="3694400" cy="309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5" name="Google Shape;1115;p100"/>
            <p:cNvPicPr preferRelativeResize="0"/>
            <p:nvPr/>
          </p:nvPicPr>
          <p:blipFill rotWithShape="1">
            <a:blip r:embed="rId3">
              <a:alphaModFix/>
            </a:blip>
            <a:srcRect l="72802" t="23099" b="71527"/>
            <a:stretch/>
          </p:blipFill>
          <p:spPr>
            <a:xfrm>
              <a:off x="4594300" y="1298950"/>
              <a:ext cx="1004775" cy="198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100"/>
            <p:cNvPicPr preferRelativeResize="0"/>
            <p:nvPr/>
          </p:nvPicPr>
          <p:blipFill rotWithShape="1">
            <a:blip r:embed="rId3">
              <a:alphaModFix/>
            </a:blip>
            <a:srcRect l="77058" t="28291" b="63450"/>
            <a:stretch/>
          </p:blipFill>
          <p:spPr>
            <a:xfrm>
              <a:off x="4751525" y="1120403"/>
              <a:ext cx="847550" cy="305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7" name="Google Shape;1117;p100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Genetics influence personality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La genética influye en la personalidad</a:t>
            </a:r>
            <a:endParaRPr sz="2900">
              <a:solidFill>
                <a:srgbClr val="3A8917"/>
              </a:solidFill>
            </a:endParaRPr>
          </a:p>
        </p:txBody>
      </p:sp>
      <p:sp>
        <p:nvSpPr>
          <p:cNvPr id="1118" name="Google Shape;1118;p100"/>
          <p:cNvSpPr txBox="1"/>
          <p:nvPr/>
        </p:nvSpPr>
        <p:spPr>
          <a:xfrm>
            <a:off x="7566905" y="1473533"/>
            <a:ext cx="15048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Gemelos idénticos</a:t>
            </a:r>
            <a:endParaRPr sz="118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19" name="Google Shape;1119;p100"/>
          <p:cNvSpPr txBox="1"/>
          <p:nvPr/>
        </p:nvSpPr>
        <p:spPr>
          <a:xfrm>
            <a:off x="8117285" y="1827449"/>
            <a:ext cx="79260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Mellizos</a:t>
            </a:r>
            <a:endParaRPr sz="118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0" name="Google Shape;1120;p100"/>
          <p:cNvSpPr txBox="1"/>
          <p:nvPr/>
        </p:nvSpPr>
        <p:spPr>
          <a:xfrm>
            <a:off x="4618356" y="2609753"/>
            <a:ext cx="11769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1" b="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Correlación entre pares de gemelos</a:t>
            </a:r>
            <a:endParaRPr sz="1181" b="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1" name="Google Shape;1121;p100"/>
          <p:cNvSpPr txBox="1"/>
          <p:nvPr/>
        </p:nvSpPr>
        <p:spPr>
          <a:xfrm rot="-3603324">
            <a:off x="5743019" y="3657720"/>
            <a:ext cx="896702" cy="41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Apertura</a:t>
            </a:r>
            <a:endParaRPr sz="135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2" name="Google Shape;1122;p100"/>
          <p:cNvSpPr txBox="1"/>
          <p:nvPr/>
        </p:nvSpPr>
        <p:spPr>
          <a:xfrm rot="-3604014">
            <a:off x="6001773" y="3894957"/>
            <a:ext cx="1415864" cy="41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Responsabilidad</a:t>
            </a:r>
            <a:endParaRPr sz="135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3" name="Google Shape;1123;p100"/>
          <p:cNvSpPr txBox="1"/>
          <p:nvPr/>
        </p:nvSpPr>
        <p:spPr>
          <a:xfrm rot="-3604014">
            <a:off x="6754484" y="3627947"/>
            <a:ext cx="1415864" cy="41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Extraversión</a:t>
            </a:r>
            <a:endParaRPr sz="135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4" name="Google Shape;1124;p100"/>
          <p:cNvSpPr txBox="1"/>
          <p:nvPr/>
        </p:nvSpPr>
        <p:spPr>
          <a:xfrm rot="-3604014">
            <a:off x="7318215" y="3668507"/>
            <a:ext cx="1415864" cy="41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Amabilidad</a:t>
            </a:r>
            <a:endParaRPr sz="135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5" name="Google Shape;1125;p100"/>
          <p:cNvSpPr txBox="1"/>
          <p:nvPr/>
        </p:nvSpPr>
        <p:spPr>
          <a:xfrm rot="-3604014">
            <a:off x="7909264" y="3665847"/>
            <a:ext cx="1415864" cy="415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Neuroticismo</a:t>
            </a:r>
            <a:endParaRPr sz="135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6" name="Google Shape;1126;p100"/>
          <p:cNvSpPr txBox="1"/>
          <p:nvPr/>
        </p:nvSpPr>
        <p:spPr>
          <a:xfrm>
            <a:off x="192975" y="1233325"/>
            <a:ext cx="4342800" cy="3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each trait in the Big Five model of personality, the correlations for identical twins were higher than for fraternal twins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Para cada rasgo del modelo de los Cinco Grandes, las correlaciones fueron más altas en los gemelos idénticos que en los gemelos fraternos.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7" name="Google Shape;1127;p100"/>
          <p:cNvSpPr txBox="1"/>
          <p:nvPr/>
        </p:nvSpPr>
        <p:spPr>
          <a:xfrm>
            <a:off x="7593392" y="4500721"/>
            <a:ext cx="11769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75" tIns="102875" rIns="102875" bIns="1028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81" b="1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Rasgo</a:t>
            </a:r>
            <a:endParaRPr sz="1181" b="1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8" name="Google Shape;1128;p100"/>
          <p:cNvSpPr txBox="1"/>
          <p:nvPr/>
        </p:nvSpPr>
        <p:spPr>
          <a:xfrm>
            <a:off x="6803043" y="4767488"/>
            <a:ext cx="2110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Jang et al., 1996</a:t>
            </a:r>
            <a:endParaRPr sz="10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01"/>
          <p:cNvSpPr txBox="1">
            <a:spLocks noGrp="1"/>
          </p:cNvSpPr>
          <p:nvPr>
            <p:ph type="title"/>
          </p:nvPr>
        </p:nvSpPr>
        <p:spPr>
          <a:xfrm>
            <a:off x="186600" y="-9337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in the brain: Phineas Gage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La personalidad en el cerebro: Phineas Gage</a:t>
            </a:r>
            <a:endParaRPr sz="2900">
              <a:solidFill>
                <a:srgbClr val="3A8917"/>
              </a:solidFill>
            </a:endParaRPr>
          </a:p>
        </p:txBody>
      </p:sp>
      <p:pic>
        <p:nvPicPr>
          <p:cNvPr id="1134" name="Google Shape;113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974" y="1053501"/>
            <a:ext cx="3112999" cy="2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101"/>
          <p:cNvPicPr preferRelativeResize="0"/>
          <p:nvPr/>
        </p:nvPicPr>
        <p:blipFill rotWithShape="1">
          <a:blip r:embed="rId4">
            <a:alphaModFix/>
          </a:blip>
          <a:srcRect l="802" t="50143" r="1379" b="688"/>
          <a:stretch/>
        </p:blipFill>
        <p:spPr>
          <a:xfrm>
            <a:off x="6214337" y="3297293"/>
            <a:ext cx="2450275" cy="1718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101"/>
          <p:cNvSpPr txBox="1"/>
          <p:nvPr/>
        </p:nvSpPr>
        <p:spPr>
          <a:xfrm>
            <a:off x="186600" y="995598"/>
            <a:ext cx="6027600" cy="41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243816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Char char="●"/>
            </a:pP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1848, a railroad worker survived an iron rod blasting through his skull, and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his personality changed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24381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En 1848, un trabajador ferroviario sobrevivió a una barra de hierro que le atravesó el cráneo, y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su personalidad cambió</a:t>
            </a:r>
            <a:endParaRPr sz="135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243816" lvl="0" indent="-314325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●"/>
            </a:pP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rod destroyed much of his left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frontal lobe</a:t>
            </a: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the area involved in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planning, judgment, and self-control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243816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barra destruyó gran parte de su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lóbulo frontal</a:t>
            </a: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izquierdo, la zona que participa en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planificación, el juicio y el autocontrol</a:t>
            </a:r>
            <a:endParaRPr sz="135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●"/>
            </a:pP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 became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impulsive</a:t>
            </a: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rude</a:t>
            </a: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less able to hold to plans</a:t>
            </a:r>
            <a:endParaRPr sz="135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 volvió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impulsivo</a:t>
            </a: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grosero</a:t>
            </a: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menos capaz de seguir sus planes</a:t>
            </a:r>
            <a:endParaRPr sz="1350"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●"/>
            </a:pP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He remained physically capable and could still talk and walk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Siguió siendo físicamente capaz y aún podía hablar y caminar</a:t>
            </a:r>
            <a:endParaRPr sz="135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●"/>
            </a:pP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case introduced </a:t>
            </a:r>
            <a:r>
              <a:rPr lang="en" sz="135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localization</a:t>
            </a:r>
            <a:r>
              <a:rPr lang="en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specific brain regions control specific functions, including personality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El caso introdujo la </a:t>
            </a:r>
            <a:r>
              <a:rPr lang="en" sz="135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localización</a:t>
            </a:r>
            <a:r>
              <a:rPr lang="en" sz="135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: regiones específicas del cerebro controlan funciones específicas, incluida la personalidad</a:t>
            </a:r>
            <a:endParaRPr sz="135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02"/>
          <p:cNvSpPr txBox="1"/>
          <p:nvPr/>
        </p:nvSpPr>
        <p:spPr>
          <a:xfrm>
            <a:off x="262800" y="752413"/>
            <a:ext cx="4309200" cy="12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Created in the 1950s by two cardiologists who believed different personalities had different rates of heart disease – </a:t>
            </a:r>
            <a:r>
              <a:rPr lang="en" b="1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that’s not true!!</a:t>
            </a:r>
            <a:r>
              <a:rPr lang="en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</a:rPr>
              <a:t> But people still talk about these types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2" name="Google Shape;1142;p102"/>
          <p:cNvSpPr txBox="1">
            <a:spLocks noGrp="1"/>
          </p:cNvSpPr>
          <p:nvPr>
            <p:ph type="title"/>
          </p:nvPr>
        </p:nvSpPr>
        <p:spPr>
          <a:xfrm>
            <a:off x="262800" y="1402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“Types”     </a:t>
            </a:r>
            <a:r>
              <a:rPr lang="en">
                <a:solidFill>
                  <a:srgbClr val="3A8917"/>
                </a:solidFill>
              </a:rPr>
              <a:t>“Tipos” de personalidad</a:t>
            </a:r>
            <a:endParaRPr>
              <a:solidFill>
                <a:srgbClr val="3A8917"/>
              </a:solidFill>
            </a:endParaRPr>
          </a:p>
        </p:txBody>
      </p:sp>
      <p:grpSp>
        <p:nvGrpSpPr>
          <p:cNvPr id="1143" name="Google Shape;1143;p102"/>
          <p:cNvGrpSpPr/>
          <p:nvPr/>
        </p:nvGrpSpPr>
        <p:grpSpPr>
          <a:xfrm>
            <a:off x="230875" y="1985051"/>
            <a:ext cx="5038936" cy="2980412"/>
            <a:chOff x="3967800" y="1938226"/>
            <a:chExt cx="5038936" cy="2980412"/>
          </a:xfrm>
        </p:grpSpPr>
        <p:sp>
          <p:nvSpPr>
            <p:cNvPr id="1144" name="Google Shape;1144;p102"/>
            <p:cNvSpPr/>
            <p:nvPr/>
          </p:nvSpPr>
          <p:spPr>
            <a:xfrm>
              <a:off x="5287813" y="2503175"/>
              <a:ext cx="8994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02"/>
            <p:cNvSpPr/>
            <p:nvPr/>
          </p:nvSpPr>
          <p:spPr>
            <a:xfrm>
              <a:off x="5287813" y="1938226"/>
              <a:ext cx="899632" cy="512927"/>
            </a:xfrm>
            <a:prstGeom prst="flowChartOffpageConnector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02"/>
            <p:cNvSpPr/>
            <p:nvPr/>
          </p:nvSpPr>
          <p:spPr>
            <a:xfrm>
              <a:off x="5287813" y="3003857"/>
              <a:ext cx="8994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02"/>
            <p:cNvSpPr/>
            <p:nvPr/>
          </p:nvSpPr>
          <p:spPr>
            <a:xfrm>
              <a:off x="5287817" y="3492499"/>
              <a:ext cx="8994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02"/>
            <p:cNvSpPr txBox="1"/>
            <p:nvPr/>
          </p:nvSpPr>
          <p:spPr>
            <a:xfrm>
              <a:off x="5453128" y="2094287"/>
              <a:ext cx="569100" cy="20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Type A</a:t>
              </a:r>
              <a:endParaRPr sz="1132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A3ED8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Tipo A</a:t>
              </a:r>
              <a:endParaRPr sz="1132">
                <a:solidFill>
                  <a:srgbClr val="A3ED8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49" name="Google Shape;1149;p102"/>
            <p:cNvSpPr/>
            <p:nvPr/>
          </p:nvSpPr>
          <p:spPr>
            <a:xfrm>
              <a:off x="5609472" y="3099981"/>
              <a:ext cx="256200" cy="25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02"/>
            <p:cNvSpPr/>
            <p:nvPr/>
          </p:nvSpPr>
          <p:spPr>
            <a:xfrm>
              <a:off x="5651124" y="3164749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02"/>
            <p:cNvSpPr/>
            <p:nvPr/>
          </p:nvSpPr>
          <p:spPr>
            <a:xfrm>
              <a:off x="5609472" y="3588622"/>
              <a:ext cx="256200" cy="25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02"/>
            <p:cNvSpPr/>
            <p:nvPr/>
          </p:nvSpPr>
          <p:spPr>
            <a:xfrm>
              <a:off x="5651124" y="3653390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02"/>
            <p:cNvSpPr/>
            <p:nvPr/>
          </p:nvSpPr>
          <p:spPr>
            <a:xfrm>
              <a:off x="6227546" y="2503175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02"/>
            <p:cNvSpPr/>
            <p:nvPr/>
          </p:nvSpPr>
          <p:spPr>
            <a:xfrm>
              <a:off x="6227546" y="3003857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02"/>
            <p:cNvSpPr/>
            <p:nvPr/>
          </p:nvSpPr>
          <p:spPr>
            <a:xfrm>
              <a:off x="6227549" y="3492499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02"/>
            <p:cNvSpPr/>
            <p:nvPr/>
          </p:nvSpPr>
          <p:spPr>
            <a:xfrm>
              <a:off x="6227546" y="1938226"/>
              <a:ext cx="899632" cy="512927"/>
            </a:xfrm>
            <a:prstGeom prst="flowChartOffpageConnector">
              <a:avLst/>
            </a:prstGeom>
            <a:solidFill>
              <a:srgbClr val="A84938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02"/>
            <p:cNvSpPr txBox="1"/>
            <p:nvPr/>
          </p:nvSpPr>
          <p:spPr>
            <a:xfrm>
              <a:off x="6392860" y="2081644"/>
              <a:ext cx="5691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Type B</a:t>
              </a:r>
              <a:endParaRPr sz="1132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A3ED8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Tipo B</a:t>
              </a:r>
              <a:endParaRPr sz="1132">
                <a:solidFill>
                  <a:srgbClr val="A3ED8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58" name="Google Shape;1158;p102"/>
            <p:cNvSpPr/>
            <p:nvPr/>
          </p:nvSpPr>
          <p:spPr>
            <a:xfrm>
              <a:off x="6549197" y="2579176"/>
              <a:ext cx="256200" cy="256200"/>
            </a:xfrm>
            <a:prstGeom prst="ellipse">
              <a:avLst/>
            </a:prstGeom>
            <a:solidFill>
              <a:srgbClr val="A84938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02"/>
            <p:cNvSpPr/>
            <p:nvPr/>
          </p:nvSpPr>
          <p:spPr>
            <a:xfrm>
              <a:off x="6590849" y="2643944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02"/>
            <p:cNvSpPr/>
            <p:nvPr/>
          </p:nvSpPr>
          <p:spPr>
            <a:xfrm>
              <a:off x="7167278" y="2503175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02"/>
            <p:cNvSpPr/>
            <p:nvPr/>
          </p:nvSpPr>
          <p:spPr>
            <a:xfrm>
              <a:off x="7167278" y="3003857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02"/>
            <p:cNvSpPr/>
            <p:nvPr/>
          </p:nvSpPr>
          <p:spPr>
            <a:xfrm>
              <a:off x="7167281" y="3492499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02"/>
            <p:cNvSpPr/>
            <p:nvPr/>
          </p:nvSpPr>
          <p:spPr>
            <a:xfrm>
              <a:off x="7167278" y="1938226"/>
              <a:ext cx="899632" cy="512927"/>
            </a:xfrm>
            <a:prstGeom prst="flowChartOffpageConnector">
              <a:avLst/>
            </a:prstGeom>
            <a:solidFill>
              <a:srgbClr val="D2652C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02"/>
            <p:cNvSpPr txBox="1"/>
            <p:nvPr/>
          </p:nvSpPr>
          <p:spPr>
            <a:xfrm>
              <a:off x="7332593" y="2093134"/>
              <a:ext cx="5691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Type C</a:t>
              </a:r>
              <a:endParaRPr sz="1132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A3ED8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Tipo C</a:t>
              </a:r>
              <a:endParaRPr sz="1132">
                <a:solidFill>
                  <a:srgbClr val="A3ED8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5" name="Google Shape;1165;p102"/>
            <p:cNvSpPr/>
            <p:nvPr/>
          </p:nvSpPr>
          <p:spPr>
            <a:xfrm>
              <a:off x="7488937" y="3092808"/>
              <a:ext cx="256200" cy="256200"/>
            </a:xfrm>
            <a:prstGeom prst="ellipse">
              <a:avLst/>
            </a:prstGeom>
            <a:solidFill>
              <a:srgbClr val="D2652C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02"/>
            <p:cNvSpPr/>
            <p:nvPr/>
          </p:nvSpPr>
          <p:spPr>
            <a:xfrm>
              <a:off x="7488937" y="3581449"/>
              <a:ext cx="256200" cy="256200"/>
            </a:xfrm>
            <a:prstGeom prst="ellipse">
              <a:avLst/>
            </a:prstGeom>
            <a:solidFill>
              <a:srgbClr val="D2652C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02"/>
            <p:cNvSpPr/>
            <p:nvPr/>
          </p:nvSpPr>
          <p:spPr>
            <a:xfrm>
              <a:off x="7539401" y="3631873"/>
              <a:ext cx="155398" cy="155402"/>
            </a:xfrm>
            <a:custGeom>
              <a:avLst/>
              <a:gdLst/>
              <a:ahLst/>
              <a:cxnLst/>
              <a:rect l="l" t="t" r="r" b="b"/>
              <a:pathLst>
                <a:path w="6239" h="6093" extrusionOk="0">
                  <a:moveTo>
                    <a:pt x="763" y="1"/>
                  </a:moveTo>
                  <a:cubicBezTo>
                    <a:pt x="598" y="1"/>
                    <a:pt x="430" y="60"/>
                    <a:pt x="301" y="189"/>
                  </a:cubicBezTo>
                  <a:cubicBezTo>
                    <a:pt x="34" y="422"/>
                    <a:pt x="34" y="889"/>
                    <a:pt x="301" y="1156"/>
                  </a:cubicBezTo>
                  <a:lnTo>
                    <a:pt x="2169" y="3057"/>
                  </a:lnTo>
                  <a:lnTo>
                    <a:pt x="268" y="4925"/>
                  </a:lnTo>
                  <a:cubicBezTo>
                    <a:pt x="1" y="5192"/>
                    <a:pt x="1" y="5593"/>
                    <a:pt x="234" y="5859"/>
                  </a:cubicBezTo>
                  <a:cubicBezTo>
                    <a:pt x="376" y="6001"/>
                    <a:pt x="565" y="6077"/>
                    <a:pt x="751" y="6077"/>
                  </a:cubicBezTo>
                  <a:cubicBezTo>
                    <a:pt x="915" y="6077"/>
                    <a:pt x="1076" y="6018"/>
                    <a:pt x="1202" y="5893"/>
                  </a:cubicBezTo>
                  <a:lnTo>
                    <a:pt x="3103" y="3991"/>
                  </a:lnTo>
                  <a:lnTo>
                    <a:pt x="4971" y="5893"/>
                  </a:lnTo>
                  <a:cubicBezTo>
                    <a:pt x="5104" y="6026"/>
                    <a:pt x="5280" y="6093"/>
                    <a:pt x="5455" y="6093"/>
                  </a:cubicBezTo>
                  <a:cubicBezTo>
                    <a:pt x="5630" y="6093"/>
                    <a:pt x="5805" y="6026"/>
                    <a:pt x="5938" y="5893"/>
                  </a:cubicBezTo>
                  <a:cubicBezTo>
                    <a:pt x="6205" y="5626"/>
                    <a:pt x="6205" y="5192"/>
                    <a:pt x="5938" y="4959"/>
                  </a:cubicBezTo>
                  <a:lnTo>
                    <a:pt x="4070" y="3057"/>
                  </a:lnTo>
                  <a:lnTo>
                    <a:pt x="5972" y="1189"/>
                  </a:lnTo>
                  <a:cubicBezTo>
                    <a:pt x="6239" y="923"/>
                    <a:pt x="6239" y="489"/>
                    <a:pt x="5972" y="222"/>
                  </a:cubicBezTo>
                  <a:cubicBezTo>
                    <a:pt x="5838" y="89"/>
                    <a:pt x="5663" y="22"/>
                    <a:pt x="5488" y="22"/>
                  </a:cubicBezTo>
                  <a:cubicBezTo>
                    <a:pt x="5313" y="22"/>
                    <a:pt x="5138" y="89"/>
                    <a:pt x="5004" y="222"/>
                  </a:cubicBezTo>
                  <a:lnTo>
                    <a:pt x="3136" y="2090"/>
                  </a:lnTo>
                  <a:lnTo>
                    <a:pt x="1235" y="189"/>
                  </a:lnTo>
                  <a:cubicBezTo>
                    <a:pt x="1114" y="68"/>
                    <a:pt x="940" y="1"/>
                    <a:pt x="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02"/>
            <p:cNvSpPr/>
            <p:nvPr/>
          </p:nvSpPr>
          <p:spPr>
            <a:xfrm>
              <a:off x="8107010" y="2503175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02"/>
            <p:cNvSpPr/>
            <p:nvPr/>
          </p:nvSpPr>
          <p:spPr>
            <a:xfrm>
              <a:off x="8107010" y="3003857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02"/>
            <p:cNvSpPr/>
            <p:nvPr/>
          </p:nvSpPr>
          <p:spPr>
            <a:xfrm>
              <a:off x="8107014" y="3492499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02"/>
            <p:cNvSpPr/>
            <p:nvPr/>
          </p:nvSpPr>
          <p:spPr>
            <a:xfrm>
              <a:off x="8107010" y="1938226"/>
              <a:ext cx="899632" cy="512927"/>
            </a:xfrm>
            <a:prstGeom prst="flowChartOffpageConnector">
              <a:avLst/>
            </a:prstGeom>
            <a:solidFill>
              <a:srgbClr val="E38F5D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02"/>
            <p:cNvSpPr txBox="1"/>
            <p:nvPr/>
          </p:nvSpPr>
          <p:spPr>
            <a:xfrm>
              <a:off x="8272325" y="2093134"/>
              <a:ext cx="5691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Type D</a:t>
              </a:r>
              <a:endParaRPr sz="1132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32">
                  <a:solidFill>
                    <a:srgbClr val="A3ED8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Tipo D</a:t>
              </a:r>
              <a:endParaRPr sz="1132">
                <a:solidFill>
                  <a:srgbClr val="A3ED8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73" name="Google Shape;1173;p102"/>
            <p:cNvSpPr/>
            <p:nvPr/>
          </p:nvSpPr>
          <p:spPr>
            <a:xfrm>
              <a:off x="8428669" y="3581442"/>
              <a:ext cx="256200" cy="256200"/>
            </a:xfrm>
            <a:prstGeom prst="ellipse">
              <a:avLst/>
            </a:prstGeom>
            <a:solidFill>
              <a:srgbClr val="E38F5D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02"/>
            <p:cNvSpPr/>
            <p:nvPr/>
          </p:nvSpPr>
          <p:spPr>
            <a:xfrm>
              <a:off x="8479120" y="3631860"/>
              <a:ext cx="155398" cy="155402"/>
            </a:xfrm>
            <a:custGeom>
              <a:avLst/>
              <a:gdLst/>
              <a:ahLst/>
              <a:cxnLst/>
              <a:rect l="l" t="t" r="r" b="b"/>
              <a:pathLst>
                <a:path w="6239" h="6093" extrusionOk="0">
                  <a:moveTo>
                    <a:pt x="763" y="1"/>
                  </a:moveTo>
                  <a:cubicBezTo>
                    <a:pt x="598" y="1"/>
                    <a:pt x="430" y="60"/>
                    <a:pt x="301" y="189"/>
                  </a:cubicBezTo>
                  <a:cubicBezTo>
                    <a:pt x="34" y="422"/>
                    <a:pt x="34" y="889"/>
                    <a:pt x="301" y="1156"/>
                  </a:cubicBezTo>
                  <a:lnTo>
                    <a:pt x="2169" y="3057"/>
                  </a:lnTo>
                  <a:lnTo>
                    <a:pt x="268" y="4925"/>
                  </a:lnTo>
                  <a:cubicBezTo>
                    <a:pt x="1" y="5192"/>
                    <a:pt x="1" y="5593"/>
                    <a:pt x="234" y="5859"/>
                  </a:cubicBezTo>
                  <a:cubicBezTo>
                    <a:pt x="376" y="6001"/>
                    <a:pt x="565" y="6077"/>
                    <a:pt x="751" y="6077"/>
                  </a:cubicBezTo>
                  <a:cubicBezTo>
                    <a:pt x="915" y="6077"/>
                    <a:pt x="1076" y="6018"/>
                    <a:pt x="1202" y="5893"/>
                  </a:cubicBezTo>
                  <a:lnTo>
                    <a:pt x="3103" y="3991"/>
                  </a:lnTo>
                  <a:lnTo>
                    <a:pt x="4971" y="5893"/>
                  </a:lnTo>
                  <a:cubicBezTo>
                    <a:pt x="5104" y="6026"/>
                    <a:pt x="5280" y="6093"/>
                    <a:pt x="5455" y="6093"/>
                  </a:cubicBezTo>
                  <a:cubicBezTo>
                    <a:pt x="5630" y="6093"/>
                    <a:pt x="5805" y="6026"/>
                    <a:pt x="5938" y="5893"/>
                  </a:cubicBezTo>
                  <a:cubicBezTo>
                    <a:pt x="6205" y="5626"/>
                    <a:pt x="6205" y="5192"/>
                    <a:pt x="5938" y="4959"/>
                  </a:cubicBezTo>
                  <a:lnTo>
                    <a:pt x="4070" y="3057"/>
                  </a:lnTo>
                  <a:lnTo>
                    <a:pt x="5972" y="1189"/>
                  </a:lnTo>
                  <a:cubicBezTo>
                    <a:pt x="6239" y="923"/>
                    <a:pt x="6239" y="489"/>
                    <a:pt x="5972" y="222"/>
                  </a:cubicBezTo>
                  <a:cubicBezTo>
                    <a:pt x="5838" y="89"/>
                    <a:pt x="5663" y="22"/>
                    <a:pt x="5488" y="22"/>
                  </a:cubicBezTo>
                  <a:cubicBezTo>
                    <a:pt x="5313" y="22"/>
                    <a:pt x="5138" y="89"/>
                    <a:pt x="5004" y="222"/>
                  </a:cubicBezTo>
                  <a:lnTo>
                    <a:pt x="3136" y="2090"/>
                  </a:lnTo>
                  <a:lnTo>
                    <a:pt x="1235" y="189"/>
                  </a:lnTo>
                  <a:cubicBezTo>
                    <a:pt x="1114" y="68"/>
                    <a:pt x="940" y="1"/>
                    <a:pt x="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5" name="Google Shape;1175;p102"/>
            <p:cNvGrpSpPr/>
            <p:nvPr/>
          </p:nvGrpSpPr>
          <p:grpSpPr>
            <a:xfrm>
              <a:off x="3967800" y="3003864"/>
              <a:ext cx="1279818" cy="448581"/>
              <a:chOff x="506222" y="3097997"/>
              <a:chExt cx="1570328" cy="783000"/>
            </a:xfrm>
          </p:grpSpPr>
          <p:sp>
            <p:nvSpPr>
              <p:cNvPr id="1176" name="Google Shape;1176;p102"/>
              <p:cNvSpPr/>
              <p:nvPr/>
            </p:nvSpPr>
            <p:spPr>
              <a:xfrm>
                <a:off x="506222" y="3097997"/>
                <a:ext cx="1570200" cy="783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102"/>
              <p:cNvSpPr txBox="1"/>
              <p:nvPr/>
            </p:nvSpPr>
            <p:spPr>
              <a:xfrm>
                <a:off x="506350" y="3232550"/>
                <a:ext cx="1570200" cy="513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Jost"/>
                    <a:ea typeface="Jost"/>
                    <a:cs typeface="Jost"/>
                    <a:sym typeface="Jost"/>
                  </a:rPr>
                  <a:t>Conscientiousness</a:t>
                </a:r>
                <a:endParaRPr sz="1000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ED83"/>
                    </a:solidFill>
                    <a:latin typeface="Jost"/>
                    <a:ea typeface="Jost"/>
                    <a:cs typeface="Jost"/>
                    <a:sym typeface="Jost"/>
                  </a:rPr>
                  <a:t>Responsabilidad</a:t>
                </a:r>
                <a:endParaRPr sz="1000">
                  <a:solidFill>
                    <a:srgbClr val="A3ED83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1178" name="Google Shape;1178;p102"/>
            <p:cNvGrpSpPr/>
            <p:nvPr/>
          </p:nvGrpSpPr>
          <p:grpSpPr>
            <a:xfrm>
              <a:off x="3967805" y="3492504"/>
              <a:ext cx="1279813" cy="448581"/>
              <a:chOff x="506228" y="3950920"/>
              <a:chExt cx="1570322" cy="783000"/>
            </a:xfrm>
          </p:grpSpPr>
          <p:sp>
            <p:nvSpPr>
              <p:cNvPr id="1179" name="Google Shape;1179;p102"/>
              <p:cNvSpPr/>
              <p:nvPr/>
            </p:nvSpPr>
            <p:spPr>
              <a:xfrm>
                <a:off x="506228" y="3950920"/>
                <a:ext cx="1570200" cy="783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102"/>
              <p:cNvSpPr txBox="1"/>
              <p:nvPr/>
            </p:nvSpPr>
            <p:spPr>
              <a:xfrm flipH="1">
                <a:off x="506350" y="4085475"/>
                <a:ext cx="1570200" cy="513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Jost"/>
                    <a:ea typeface="Jost"/>
                    <a:cs typeface="Jost"/>
                    <a:sym typeface="Jost"/>
                  </a:rPr>
                  <a:t>Extraversion</a:t>
                </a:r>
                <a:endParaRPr sz="1000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ED83"/>
                    </a:solidFill>
                    <a:latin typeface="Jost"/>
                    <a:ea typeface="Jost"/>
                    <a:cs typeface="Jost"/>
                    <a:sym typeface="Jost"/>
                  </a:rPr>
                  <a:t>Extraversión</a:t>
                </a:r>
                <a:endParaRPr sz="1000">
                  <a:solidFill>
                    <a:srgbClr val="A3ED83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1181" name="Google Shape;1181;p102"/>
            <p:cNvGrpSpPr/>
            <p:nvPr/>
          </p:nvGrpSpPr>
          <p:grpSpPr>
            <a:xfrm>
              <a:off x="3967878" y="2515050"/>
              <a:ext cx="1279620" cy="448612"/>
              <a:chOff x="457156" y="2214868"/>
              <a:chExt cx="1589195" cy="792600"/>
            </a:xfrm>
          </p:grpSpPr>
          <p:sp>
            <p:nvSpPr>
              <p:cNvPr id="1182" name="Google Shape;1182;p102"/>
              <p:cNvSpPr/>
              <p:nvPr/>
            </p:nvSpPr>
            <p:spPr>
              <a:xfrm>
                <a:off x="457251" y="2214868"/>
                <a:ext cx="1589100" cy="792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102"/>
              <p:cNvSpPr txBox="1"/>
              <p:nvPr/>
            </p:nvSpPr>
            <p:spPr>
              <a:xfrm>
                <a:off x="457156" y="2351124"/>
                <a:ext cx="1589100" cy="520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Jost"/>
                    <a:ea typeface="Jost"/>
                    <a:cs typeface="Jost"/>
                    <a:sym typeface="Jost"/>
                  </a:rPr>
                  <a:t>Openness</a:t>
                </a:r>
                <a:endParaRPr sz="1000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ED83"/>
                    </a:solidFill>
                    <a:latin typeface="Jost"/>
                    <a:ea typeface="Jost"/>
                    <a:cs typeface="Jost"/>
                    <a:sym typeface="Jost"/>
                  </a:rPr>
                  <a:t>Apertura</a:t>
                </a:r>
                <a:endParaRPr sz="1000">
                  <a:solidFill>
                    <a:srgbClr val="A3ED83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sp>
          <p:nvSpPr>
            <p:cNvPr id="1184" name="Google Shape;1184;p102"/>
            <p:cNvSpPr/>
            <p:nvPr/>
          </p:nvSpPr>
          <p:spPr>
            <a:xfrm>
              <a:off x="5287835" y="3981196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02"/>
            <p:cNvSpPr/>
            <p:nvPr/>
          </p:nvSpPr>
          <p:spPr>
            <a:xfrm>
              <a:off x="5287839" y="4469838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02"/>
            <p:cNvSpPr/>
            <p:nvPr/>
          </p:nvSpPr>
          <p:spPr>
            <a:xfrm>
              <a:off x="5609494" y="4077320"/>
              <a:ext cx="256200" cy="25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02"/>
            <p:cNvSpPr/>
            <p:nvPr/>
          </p:nvSpPr>
          <p:spPr>
            <a:xfrm>
              <a:off x="5609494" y="4565961"/>
              <a:ext cx="256200" cy="25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02"/>
            <p:cNvSpPr/>
            <p:nvPr/>
          </p:nvSpPr>
          <p:spPr>
            <a:xfrm>
              <a:off x="5651146" y="4630729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02"/>
            <p:cNvSpPr/>
            <p:nvPr/>
          </p:nvSpPr>
          <p:spPr>
            <a:xfrm>
              <a:off x="6227568" y="3981196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02"/>
            <p:cNvSpPr/>
            <p:nvPr/>
          </p:nvSpPr>
          <p:spPr>
            <a:xfrm>
              <a:off x="6227571" y="4469838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02"/>
            <p:cNvSpPr/>
            <p:nvPr/>
          </p:nvSpPr>
          <p:spPr>
            <a:xfrm>
              <a:off x="6549227" y="4070140"/>
              <a:ext cx="256200" cy="256200"/>
            </a:xfrm>
            <a:prstGeom prst="ellipse">
              <a:avLst/>
            </a:prstGeom>
            <a:solidFill>
              <a:srgbClr val="A84938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02"/>
            <p:cNvSpPr/>
            <p:nvPr/>
          </p:nvSpPr>
          <p:spPr>
            <a:xfrm>
              <a:off x="6590878" y="4134908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02"/>
            <p:cNvSpPr/>
            <p:nvPr/>
          </p:nvSpPr>
          <p:spPr>
            <a:xfrm>
              <a:off x="6549227" y="4558781"/>
              <a:ext cx="256200" cy="256200"/>
            </a:xfrm>
            <a:prstGeom prst="ellipse">
              <a:avLst/>
            </a:prstGeom>
            <a:solidFill>
              <a:srgbClr val="A84938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02"/>
            <p:cNvSpPr/>
            <p:nvPr/>
          </p:nvSpPr>
          <p:spPr>
            <a:xfrm>
              <a:off x="7167300" y="3981196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02"/>
            <p:cNvSpPr/>
            <p:nvPr/>
          </p:nvSpPr>
          <p:spPr>
            <a:xfrm>
              <a:off x="7167303" y="4469838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02"/>
            <p:cNvSpPr/>
            <p:nvPr/>
          </p:nvSpPr>
          <p:spPr>
            <a:xfrm>
              <a:off x="7488959" y="4070147"/>
              <a:ext cx="256200" cy="256200"/>
            </a:xfrm>
            <a:prstGeom prst="ellipse">
              <a:avLst/>
            </a:prstGeom>
            <a:solidFill>
              <a:srgbClr val="D2652C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02"/>
            <p:cNvSpPr/>
            <p:nvPr/>
          </p:nvSpPr>
          <p:spPr>
            <a:xfrm>
              <a:off x="8107032" y="3981196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02"/>
            <p:cNvSpPr/>
            <p:nvPr/>
          </p:nvSpPr>
          <p:spPr>
            <a:xfrm>
              <a:off x="8107036" y="4469838"/>
              <a:ext cx="899700" cy="448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02"/>
            <p:cNvSpPr/>
            <p:nvPr/>
          </p:nvSpPr>
          <p:spPr>
            <a:xfrm>
              <a:off x="8428691" y="4558781"/>
              <a:ext cx="256200" cy="256200"/>
            </a:xfrm>
            <a:prstGeom prst="ellipse">
              <a:avLst/>
            </a:prstGeom>
            <a:solidFill>
              <a:srgbClr val="E38F5D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0" name="Google Shape;1200;p102"/>
            <p:cNvGrpSpPr/>
            <p:nvPr/>
          </p:nvGrpSpPr>
          <p:grpSpPr>
            <a:xfrm>
              <a:off x="3967831" y="3981204"/>
              <a:ext cx="1279818" cy="448581"/>
              <a:chOff x="506222" y="3097997"/>
              <a:chExt cx="1570328" cy="783000"/>
            </a:xfrm>
          </p:grpSpPr>
          <p:sp>
            <p:nvSpPr>
              <p:cNvPr id="1201" name="Google Shape;1201;p102"/>
              <p:cNvSpPr/>
              <p:nvPr/>
            </p:nvSpPr>
            <p:spPr>
              <a:xfrm>
                <a:off x="506222" y="3097997"/>
                <a:ext cx="1570200" cy="783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102"/>
              <p:cNvSpPr txBox="1"/>
              <p:nvPr/>
            </p:nvSpPr>
            <p:spPr>
              <a:xfrm>
                <a:off x="506350" y="3232550"/>
                <a:ext cx="1570200" cy="513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Jost"/>
                    <a:ea typeface="Jost"/>
                    <a:cs typeface="Jost"/>
                    <a:sym typeface="Jost"/>
                  </a:rPr>
                  <a:t>Agreeableness</a:t>
                </a:r>
                <a:endParaRPr sz="1000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ED83"/>
                    </a:solidFill>
                    <a:latin typeface="Jost"/>
                    <a:ea typeface="Jost"/>
                    <a:cs typeface="Jost"/>
                    <a:sym typeface="Jost"/>
                  </a:rPr>
                  <a:t>Amabilidad</a:t>
                </a:r>
                <a:endParaRPr sz="1000">
                  <a:solidFill>
                    <a:srgbClr val="A3ED83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1203" name="Google Shape;1203;p102"/>
            <p:cNvGrpSpPr/>
            <p:nvPr/>
          </p:nvGrpSpPr>
          <p:grpSpPr>
            <a:xfrm>
              <a:off x="3967836" y="4469843"/>
              <a:ext cx="1279813" cy="448581"/>
              <a:chOff x="506228" y="3950920"/>
              <a:chExt cx="1570322" cy="783000"/>
            </a:xfrm>
          </p:grpSpPr>
          <p:sp>
            <p:nvSpPr>
              <p:cNvPr id="1204" name="Google Shape;1204;p102"/>
              <p:cNvSpPr/>
              <p:nvPr/>
            </p:nvSpPr>
            <p:spPr>
              <a:xfrm>
                <a:off x="506228" y="3950920"/>
                <a:ext cx="1570200" cy="783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102"/>
              <p:cNvSpPr txBox="1"/>
              <p:nvPr/>
            </p:nvSpPr>
            <p:spPr>
              <a:xfrm flipH="1">
                <a:off x="506350" y="4085475"/>
                <a:ext cx="1570200" cy="513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51750" tIns="51750" rIns="51750" bIns="517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Jost"/>
                    <a:ea typeface="Jost"/>
                    <a:cs typeface="Jost"/>
                    <a:sym typeface="Jost"/>
                  </a:rPr>
                  <a:t>Neuroticism</a:t>
                </a:r>
                <a:endParaRPr sz="1000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A3ED83"/>
                    </a:solidFill>
                    <a:latin typeface="Jost"/>
                    <a:ea typeface="Jost"/>
                    <a:cs typeface="Jost"/>
                    <a:sym typeface="Jost"/>
                  </a:rPr>
                  <a:t>Neuroticismo</a:t>
                </a:r>
                <a:endParaRPr sz="1000">
                  <a:solidFill>
                    <a:srgbClr val="A3ED83"/>
                  </a:solidFill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sp>
          <p:nvSpPr>
            <p:cNvPr id="1206" name="Google Shape;1206;p102"/>
            <p:cNvSpPr/>
            <p:nvPr/>
          </p:nvSpPr>
          <p:spPr>
            <a:xfrm>
              <a:off x="5659909" y="4127878"/>
              <a:ext cx="155413" cy="155402"/>
            </a:xfrm>
            <a:custGeom>
              <a:avLst/>
              <a:gdLst/>
              <a:ahLst/>
              <a:cxnLst/>
              <a:rect l="l" t="t" r="r" b="b"/>
              <a:pathLst>
                <a:path w="6239" h="6093" extrusionOk="0">
                  <a:moveTo>
                    <a:pt x="763" y="1"/>
                  </a:moveTo>
                  <a:cubicBezTo>
                    <a:pt x="598" y="1"/>
                    <a:pt x="430" y="60"/>
                    <a:pt x="301" y="189"/>
                  </a:cubicBezTo>
                  <a:cubicBezTo>
                    <a:pt x="34" y="422"/>
                    <a:pt x="34" y="889"/>
                    <a:pt x="301" y="1156"/>
                  </a:cubicBezTo>
                  <a:lnTo>
                    <a:pt x="2169" y="3057"/>
                  </a:lnTo>
                  <a:lnTo>
                    <a:pt x="268" y="4925"/>
                  </a:lnTo>
                  <a:cubicBezTo>
                    <a:pt x="1" y="5192"/>
                    <a:pt x="1" y="5593"/>
                    <a:pt x="234" y="5859"/>
                  </a:cubicBezTo>
                  <a:cubicBezTo>
                    <a:pt x="376" y="6001"/>
                    <a:pt x="565" y="6077"/>
                    <a:pt x="751" y="6077"/>
                  </a:cubicBezTo>
                  <a:cubicBezTo>
                    <a:pt x="915" y="6077"/>
                    <a:pt x="1076" y="6018"/>
                    <a:pt x="1202" y="5893"/>
                  </a:cubicBezTo>
                  <a:lnTo>
                    <a:pt x="3103" y="3991"/>
                  </a:lnTo>
                  <a:lnTo>
                    <a:pt x="4971" y="5893"/>
                  </a:lnTo>
                  <a:cubicBezTo>
                    <a:pt x="5104" y="6026"/>
                    <a:pt x="5280" y="6093"/>
                    <a:pt x="5455" y="6093"/>
                  </a:cubicBezTo>
                  <a:cubicBezTo>
                    <a:pt x="5630" y="6093"/>
                    <a:pt x="5805" y="6026"/>
                    <a:pt x="5938" y="5893"/>
                  </a:cubicBezTo>
                  <a:cubicBezTo>
                    <a:pt x="6205" y="5626"/>
                    <a:pt x="6205" y="5192"/>
                    <a:pt x="5938" y="4959"/>
                  </a:cubicBezTo>
                  <a:lnTo>
                    <a:pt x="4070" y="3057"/>
                  </a:lnTo>
                  <a:lnTo>
                    <a:pt x="5972" y="1189"/>
                  </a:lnTo>
                  <a:cubicBezTo>
                    <a:pt x="6239" y="923"/>
                    <a:pt x="6239" y="489"/>
                    <a:pt x="5972" y="222"/>
                  </a:cubicBezTo>
                  <a:cubicBezTo>
                    <a:pt x="5838" y="89"/>
                    <a:pt x="5663" y="22"/>
                    <a:pt x="5488" y="22"/>
                  </a:cubicBezTo>
                  <a:cubicBezTo>
                    <a:pt x="5313" y="22"/>
                    <a:pt x="5138" y="89"/>
                    <a:pt x="5004" y="222"/>
                  </a:cubicBezTo>
                  <a:lnTo>
                    <a:pt x="3136" y="2090"/>
                  </a:lnTo>
                  <a:lnTo>
                    <a:pt x="1235" y="189"/>
                  </a:lnTo>
                  <a:cubicBezTo>
                    <a:pt x="1114" y="68"/>
                    <a:pt x="940" y="1"/>
                    <a:pt x="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02"/>
            <p:cNvSpPr/>
            <p:nvPr/>
          </p:nvSpPr>
          <p:spPr>
            <a:xfrm>
              <a:off x="6599722" y="4609178"/>
              <a:ext cx="155413" cy="155402"/>
            </a:xfrm>
            <a:custGeom>
              <a:avLst/>
              <a:gdLst/>
              <a:ahLst/>
              <a:cxnLst/>
              <a:rect l="l" t="t" r="r" b="b"/>
              <a:pathLst>
                <a:path w="6239" h="6093" extrusionOk="0">
                  <a:moveTo>
                    <a:pt x="763" y="1"/>
                  </a:moveTo>
                  <a:cubicBezTo>
                    <a:pt x="598" y="1"/>
                    <a:pt x="430" y="60"/>
                    <a:pt x="301" y="189"/>
                  </a:cubicBezTo>
                  <a:cubicBezTo>
                    <a:pt x="34" y="422"/>
                    <a:pt x="34" y="889"/>
                    <a:pt x="301" y="1156"/>
                  </a:cubicBezTo>
                  <a:lnTo>
                    <a:pt x="2169" y="3057"/>
                  </a:lnTo>
                  <a:lnTo>
                    <a:pt x="268" y="4925"/>
                  </a:lnTo>
                  <a:cubicBezTo>
                    <a:pt x="1" y="5192"/>
                    <a:pt x="1" y="5593"/>
                    <a:pt x="234" y="5859"/>
                  </a:cubicBezTo>
                  <a:cubicBezTo>
                    <a:pt x="376" y="6001"/>
                    <a:pt x="565" y="6077"/>
                    <a:pt x="751" y="6077"/>
                  </a:cubicBezTo>
                  <a:cubicBezTo>
                    <a:pt x="915" y="6077"/>
                    <a:pt x="1076" y="6018"/>
                    <a:pt x="1202" y="5893"/>
                  </a:cubicBezTo>
                  <a:lnTo>
                    <a:pt x="3103" y="3991"/>
                  </a:lnTo>
                  <a:lnTo>
                    <a:pt x="4971" y="5893"/>
                  </a:lnTo>
                  <a:cubicBezTo>
                    <a:pt x="5104" y="6026"/>
                    <a:pt x="5280" y="6093"/>
                    <a:pt x="5455" y="6093"/>
                  </a:cubicBezTo>
                  <a:cubicBezTo>
                    <a:pt x="5630" y="6093"/>
                    <a:pt x="5805" y="6026"/>
                    <a:pt x="5938" y="5893"/>
                  </a:cubicBezTo>
                  <a:cubicBezTo>
                    <a:pt x="6205" y="5626"/>
                    <a:pt x="6205" y="5192"/>
                    <a:pt x="5938" y="4959"/>
                  </a:cubicBezTo>
                  <a:lnTo>
                    <a:pt x="4070" y="3057"/>
                  </a:lnTo>
                  <a:lnTo>
                    <a:pt x="5972" y="1189"/>
                  </a:lnTo>
                  <a:cubicBezTo>
                    <a:pt x="6239" y="923"/>
                    <a:pt x="6239" y="489"/>
                    <a:pt x="5972" y="222"/>
                  </a:cubicBezTo>
                  <a:cubicBezTo>
                    <a:pt x="5838" y="89"/>
                    <a:pt x="5663" y="22"/>
                    <a:pt x="5488" y="22"/>
                  </a:cubicBezTo>
                  <a:cubicBezTo>
                    <a:pt x="5313" y="22"/>
                    <a:pt x="5138" y="89"/>
                    <a:pt x="5004" y="222"/>
                  </a:cubicBezTo>
                  <a:lnTo>
                    <a:pt x="3136" y="2090"/>
                  </a:lnTo>
                  <a:lnTo>
                    <a:pt x="1235" y="189"/>
                  </a:lnTo>
                  <a:cubicBezTo>
                    <a:pt x="1114" y="68"/>
                    <a:pt x="940" y="1"/>
                    <a:pt x="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02"/>
            <p:cNvSpPr/>
            <p:nvPr/>
          </p:nvSpPr>
          <p:spPr>
            <a:xfrm>
              <a:off x="7530524" y="3164544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02"/>
            <p:cNvSpPr/>
            <p:nvPr/>
          </p:nvSpPr>
          <p:spPr>
            <a:xfrm>
              <a:off x="7530649" y="4142181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02"/>
            <p:cNvSpPr/>
            <p:nvPr/>
          </p:nvSpPr>
          <p:spPr>
            <a:xfrm>
              <a:off x="8470274" y="4630856"/>
              <a:ext cx="173013" cy="126786"/>
            </a:xfrm>
            <a:custGeom>
              <a:avLst/>
              <a:gdLst/>
              <a:ahLst/>
              <a:cxnLst/>
              <a:rect l="l" t="t" r="r" b="b"/>
              <a:pathLst>
                <a:path w="7439" h="5452" extrusionOk="0">
                  <a:moveTo>
                    <a:pt x="6688" y="0"/>
                  </a:moveTo>
                  <a:cubicBezTo>
                    <a:pt x="6501" y="0"/>
                    <a:pt x="6317" y="85"/>
                    <a:pt x="6171" y="248"/>
                  </a:cubicBezTo>
                  <a:lnTo>
                    <a:pt x="3103" y="3717"/>
                  </a:lnTo>
                  <a:lnTo>
                    <a:pt x="1301" y="1349"/>
                  </a:lnTo>
                  <a:cubicBezTo>
                    <a:pt x="1183" y="1171"/>
                    <a:pt x="982" y="1075"/>
                    <a:pt x="776" y="1075"/>
                  </a:cubicBezTo>
                  <a:cubicBezTo>
                    <a:pt x="634" y="1075"/>
                    <a:pt x="490" y="1120"/>
                    <a:pt x="367" y="1215"/>
                  </a:cubicBezTo>
                  <a:cubicBezTo>
                    <a:pt x="67" y="1415"/>
                    <a:pt x="0" y="1849"/>
                    <a:pt x="234" y="2149"/>
                  </a:cubicBezTo>
                  <a:lnTo>
                    <a:pt x="2502" y="5185"/>
                  </a:lnTo>
                  <a:cubicBezTo>
                    <a:pt x="2602" y="5352"/>
                    <a:pt x="2802" y="5452"/>
                    <a:pt x="3002" y="5452"/>
                  </a:cubicBezTo>
                  <a:lnTo>
                    <a:pt x="3036" y="5452"/>
                  </a:lnTo>
                  <a:cubicBezTo>
                    <a:pt x="3236" y="5452"/>
                    <a:pt x="3436" y="5385"/>
                    <a:pt x="3570" y="5251"/>
                  </a:cubicBezTo>
                  <a:lnTo>
                    <a:pt x="7205" y="1149"/>
                  </a:lnTo>
                  <a:cubicBezTo>
                    <a:pt x="7439" y="848"/>
                    <a:pt x="7406" y="415"/>
                    <a:pt x="7139" y="181"/>
                  </a:cubicBezTo>
                  <a:cubicBezTo>
                    <a:pt x="7002" y="60"/>
                    <a:pt x="6844" y="0"/>
                    <a:pt x="6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1750" tIns="51750" rIns="51750" bIns="517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11" name="Google Shape;121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850" y="2256700"/>
            <a:ext cx="2926150" cy="243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102"/>
          <p:cNvSpPr txBox="1"/>
          <p:nvPr/>
        </p:nvSpPr>
        <p:spPr>
          <a:xfrm>
            <a:off x="4495800" y="752413"/>
            <a:ext cx="4350000" cy="12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Creados en los años 50 por dos cardiólogos que creían que las distintas personalidades tenían distintas tasas de enfermedad cardíaca – </a:t>
            </a: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¡eso no es cierto!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Pero todavía se habla de estos tipos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03"/>
          <p:cNvSpPr txBox="1">
            <a:spLocks noGrp="1"/>
          </p:cNvSpPr>
          <p:nvPr>
            <p:ph type="title"/>
          </p:nvPr>
        </p:nvSpPr>
        <p:spPr>
          <a:xfrm>
            <a:off x="262800" y="2926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Phrenology – fake science!!!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</a:rPr>
              <a:t>Frenología – ¡una falsa ciencia!</a:t>
            </a:r>
            <a:endParaRPr>
              <a:solidFill>
                <a:srgbClr val="3A8917"/>
              </a:solidFill>
            </a:endParaRPr>
          </a:p>
        </p:txBody>
      </p:sp>
      <p:sp>
        <p:nvSpPr>
          <p:cNvPr id="1218" name="Google Shape;1218;p103"/>
          <p:cNvSpPr txBox="1"/>
          <p:nvPr/>
        </p:nvSpPr>
        <p:spPr>
          <a:xfrm>
            <a:off x="269175" y="1545850"/>
            <a:ext cx="48744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the early 1800s, people thought we could measure personality by assessing the patterns of bumps on people’s skulls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 principios del siglo XIX, se creía que se podía conocer la personalidad de una persona por los bultos que tenía en el cráneo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19" name="Google Shape;121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225" y="161763"/>
            <a:ext cx="2852425" cy="481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04"/>
          <p:cNvSpPr txBox="1"/>
          <p:nvPr/>
        </p:nvSpPr>
        <p:spPr>
          <a:xfrm>
            <a:off x="269175" y="1157125"/>
            <a:ext cx="8568600" cy="3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Your personality isn't just something you're born with. It's shaped by your environment: the people around you, your experiences, and the circumstances you live through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personalidad no es solo algo con lo que nacen. También la moldea el entorno: las personas a su alrededor, sus experiencias y las circunstancias que viven.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18669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much of who we are comes from our surroundings, and how much comes from within?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1866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¿Cuánto de lo que somos viene de lo que nos rodea, y cuánto viene de adentro?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5" name="Google Shape;1225;p104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and Personality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El entorno y la personalidad</a:t>
            </a:r>
            <a:endParaRPr sz="2900">
              <a:solidFill>
                <a:srgbClr val="3A8917"/>
              </a:solidFill>
            </a:endParaRPr>
          </a:p>
        </p:txBody>
      </p:sp>
      <p:pic>
        <p:nvPicPr>
          <p:cNvPr id="1226" name="Google Shape;1226;p104"/>
          <p:cNvPicPr preferRelativeResize="0"/>
          <p:nvPr/>
        </p:nvPicPr>
        <p:blipFill rotWithShape="1">
          <a:blip r:embed="rId3">
            <a:alphaModFix/>
          </a:blip>
          <a:srcRect l="82811" t="19614" r="5179" b="62330"/>
          <a:stretch/>
        </p:blipFill>
        <p:spPr>
          <a:xfrm>
            <a:off x="7068544" y="3164025"/>
            <a:ext cx="1752000" cy="1755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1" name="Google Shape;1231;p105" descr="Maslow's Hierarchy of Needs: A Tool for Effective Business Manag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5513" y="2186225"/>
            <a:ext cx="3314675" cy="247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105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Maslow’s Hierarchy of Needs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A8917"/>
                </a:solidFill>
              </a:rPr>
              <a:t>La jerarquía de necesidades de Maslow</a:t>
            </a:r>
            <a:endParaRPr sz="2900">
              <a:solidFill>
                <a:srgbClr val="3A8917"/>
              </a:solidFill>
            </a:endParaRPr>
          </a:p>
        </p:txBody>
      </p:sp>
      <p:sp>
        <p:nvSpPr>
          <p:cNvPr id="1233" name="Google Shape;1233;p105"/>
          <p:cNvSpPr txBox="1"/>
          <p:nvPr/>
        </p:nvSpPr>
        <p:spPr>
          <a:xfrm>
            <a:off x="84325" y="1129025"/>
            <a:ext cx="5508900" cy="3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Physiological needs: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the basics that keep the body alive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Necesidades fisiológicas: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lo básico que mantiene vivo al cuerpo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Safety needs: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stable, secure, healthy life without danger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Necesidades de seguridad: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una vida estable, segura y saludable, sin peligros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127417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Love and belonging: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friendship, intimacy, and feeling part of a group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Necesidades de amor y pertenencia: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amistad, intimidad y sentirse parte de un grupo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Esteem needs: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self-respect and recognition from others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126479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Necesidades de estima: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respeto propio y reconocimiento de los demás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Self-actualization: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growing as a person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Autorrealización:</a:t>
            </a: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crecer como persona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4" name="Google Shape;1234;p105"/>
          <p:cNvSpPr txBox="1"/>
          <p:nvPr/>
        </p:nvSpPr>
        <p:spPr>
          <a:xfrm>
            <a:off x="5981738" y="1493525"/>
            <a:ext cx="2662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Jost"/>
                <a:ea typeface="Jost"/>
                <a:cs typeface="Jost"/>
                <a:sym typeface="Jost"/>
              </a:rPr>
              <a:t>Maslow says we climb a pyramid of needs</a:t>
            </a:r>
            <a:endParaRPr sz="1100">
              <a:latin typeface="Jost"/>
              <a:ea typeface="Jost"/>
              <a:cs typeface="Jost"/>
              <a:sym typeface="Jo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A8917"/>
                </a:solidFill>
                <a:latin typeface="Jost"/>
                <a:ea typeface="Jost"/>
                <a:cs typeface="Jost"/>
                <a:sym typeface="Jost"/>
              </a:rPr>
              <a:t>Maslow dice que subimos una pirámide de necesidades</a:t>
            </a:r>
            <a:endParaRPr sz="1100">
              <a:solidFill>
                <a:srgbClr val="3A8917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106"/>
          <p:cNvSpPr txBox="1"/>
          <p:nvPr/>
        </p:nvSpPr>
        <p:spPr>
          <a:xfrm>
            <a:off x="-176900" y="982175"/>
            <a:ext cx="4710000" cy="22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Developed by </a:t>
            </a: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Viktor Frankl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 psychiatrist in Vienna who survived three years in Nazi concentration camps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Logotherapy says that </a:t>
            </a: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are driven by an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inner desire to find purpose and meaning in life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It has three core principles: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85800" marR="1094179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Freedom of will: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 always keep an inner freedom, the ability to choose how we respond to whatever happens to us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85800" marR="1094179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Will to meaning: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our deepest drive is to find meaning, not pleasure or power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85800" marR="1094179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Meaning in life: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meaning is something we discover, not something we invent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1094179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0" name="Google Shape;1240;p106"/>
          <p:cNvSpPr txBox="1">
            <a:spLocks noGrp="1"/>
          </p:cNvSpPr>
          <p:nvPr>
            <p:ph type="title"/>
          </p:nvPr>
        </p:nvSpPr>
        <p:spPr>
          <a:xfrm>
            <a:off x="186600" y="29563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Logotherapy: healing through meaning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A8917"/>
                </a:solidFill>
              </a:rPr>
              <a:t>Logoterapia: sanar a través del sentido</a:t>
            </a:r>
            <a:endParaRPr sz="2500">
              <a:solidFill>
                <a:srgbClr val="3A8917"/>
              </a:solidFill>
            </a:endParaRPr>
          </a:p>
        </p:txBody>
      </p:sp>
      <p:sp>
        <p:nvSpPr>
          <p:cNvPr id="1241" name="Google Shape;1241;p106"/>
          <p:cNvSpPr txBox="1"/>
          <p:nvPr/>
        </p:nvSpPr>
        <p:spPr>
          <a:xfrm>
            <a:off x="4442750" y="982175"/>
            <a:ext cx="4572000" cy="22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898473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Creada por </a:t>
            </a:r>
            <a:r>
              <a:rPr lang="en" sz="13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Viktor Frankl</a:t>
            </a: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, un psiquiatra en Viena que sobrevivió tres años en campos de concentración nazis</a:t>
            </a:r>
            <a:endParaRPr sz="13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logoterapia dice que </a:t>
            </a:r>
            <a:r>
              <a:rPr lang="en" sz="13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nos mueve un deseo interno de encontrar propósito y sentido en la vida</a:t>
            </a: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. Tiene tres principios centrales:</a:t>
            </a:r>
            <a:endParaRPr sz="13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8700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Libertad de voluntad: </a:t>
            </a:r>
            <a:r>
              <a:rPr lang="en" sz="12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siempre conservamos una libertad interior, la capacidad de elegir cómo respondemos a lo que nos pasa</a:t>
            </a:r>
            <a:endParaRPr sz="12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8700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Voluntad de sentido:</a:t>
            </a:r>
            <a:r>
              <a:rPr lang="en" sz="12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nuestro impulso más profundo es encontrar sentido, no placer ni poder</a:t>
            </a:r>
            <a:endParaRPr sz="12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28700" lvl="1" indent="-133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200"/>
              <a:buFont typeface="DM Sans"/>
              <a:buChar char="○"/>
            </a:pPr>
            <a:r>
              <a:rPr lang="en" sz="12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Sentido en la vida: </a:t>
            </a:r>
            <a:r>
              <a:rPr lang="en" sz="12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el sentido es algo que descubrimos, no algo que inventamos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2" name="Google Shape;1242;p106"/>
          <p:cNvSpPr txBox="1"/>
          <p:nvPr/>
        </p:nvSpPr>
        <p:spPr>
          <a:xfrm>
            <a:off x="-176900" y="4477809"/>
            <a:ext cx="47100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 logotherapy, </a:t>
            </a:r>
            <a:r>
              <a:rPr lang="en" sz="13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personality is shaped by what we choose to live for</a:t>
            </a:r>
            <a:r>
              <a:rPr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not just by what happens to us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3" name="Google Shape;1243;p106"/>
          <p:cNvSpPr txBox="1"/>
          <p:nvPr/>
        </p:nvSpPr>
        <p:spPr>
          <a:xfrm>
            <a:off x="4075175" y="4477809"/>
            <a:ext cx="50601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139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300"/>
              <a:buFont typeface="DM Sans"/>
              <a:buChar char="●"/>
            </a:pP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En la logoterapia, </a:t>
            </a:r>
            <a:r>
              <a:rPr lang="en" sz="1300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la personalidad se moldea por aquello por lo que elegimos vivir</a:t>
            </a:r>
            <a:r>
              <a:rPr lang="en" sz="13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, no solo por lo que nos pasa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4" name="Google Shape;1244;p106"/>
          <p:cNvSpPr/>
          <p:nvPr/>
        </p:nvSpPr>
        <p:spPr>
          <a:xfrm>
            <a:off x="3246282" y="2398312"/>
            <a:ext cx="2318700" cy="20319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425" tIns="54425" rIns="54425" bIns="54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34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245" name="Google Shape;1245;p106"/>
          <p:cNvCxnSpPr/>
          <p:nvPr/>
        </p:nvCxnSpPr>
        <p:spPr>
          <a:xfrm>
            <a:off x="3776754" y="3499588"/>
            <a:ext cx="12573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6" name="Google Shape;1246;p106"/>
          <p:cNvCxnSpPr/>
          <p:nvPr/>
        </p:nvCxnSpPr>
        <p:spPr>
          <a:xfrm>
            <a:off x="3508972" y="3965760"/>
            <a:ext cx="1791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7" name="Google Shape;1247;p106"/>
          <p:cNvSpPr txBox="1"/>
          <p:nvPr/>
        </p:nvSpPr>
        <p:spPr>
          <a:xfrm>
            <a:off x="3509061" y="3973047"/>
            <a:ext cx="17910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425" tIns="54425" rIns="54425" bIns="54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Freedom of will</a:t>
            </a:r>
            <a:endParaRPr sz="1012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A3ED83"/>
                </a:solidFill>
                <a:latin typeface="DM Sans"/>
                <a:ea typeface="DM Sans"/>
                <a:cs typeface="DM Sans"/>
                <a:sym typeface="DM Sans"/>
              </a:rPr>
              <a:t>Libertad de voluntad</a:t>
            </a:r>
            <a:endParaRPr sz="1012" b="1">
              <a:solidFill>
                <a:srgbClr val="A3ED8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8" name="Google Shape;1248;p106"/>
          <p:cNvSpPr txBox="1"/>
          <p:nvPr/>
        </p:nvSpPr>
        <p:spPr>
          <a:xfrm>
            <a:off x="3698866" y="3521211"/>
            <a:ext cx="14109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425" tIns="54425" rIns="54425" bIns="54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Will to meaning</a:t>
            </a:r>
            <a:endParaRPr sz="1012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A3ED83"/>
                </a:solidFill>
                <a:latin typeface="DM Sans"/>
                <a:ea typeface="DM Sans"/>
                <a:cs typeface="DM Sans"/>
                <a:sym typeface="DM Sans"/>
              </a:rPr>
              <a:t>Voluntad de sentido</a:t>
            </a:r>
            <a:endParaRPr sz="1012" b="1">
              <a:solidFill>
                <a:srgbClr val="A3ED8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9" name="Google Shape;1249;p106"/>
          <p:cNvSpPr txBox="1"/>
          <p:nvPr/>
        </p:nvSpPr>
        <p:spPr>
          <a:xfrm>
            <a:off x="3959506" y="2802425"/>
            <a:ext cx="8898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425" tIns="54425" rIns="54425" bIns="54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Meaning </a:t>
            </a:r>
            <a:endParaRPr sz="1012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life</a:t>
            </a:r>
            <a:endParaRPr sz="1012"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 b="1">
                <a:solidFill>
                  <a:srgbClr val="A3ED83"/>
                </a:solidFill>
                <a:latin typeface="DM Sans"/>
                <a:ea typeface="DM Sans"/>
                <a:cs typeface="DM Sans"/>
                <a:sym typeface="DM Sans"/>
              </a:rPr>
              <a:t>Sentido en la vida</a:t>
            </a:r>
            <a:endParaRPr sz="1012" b="1">
              <a:solidFill>
                <a:srgbClr val="A3ED8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50" name="Google Shape;125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1225" y="244850"/>
            <a:ext cx="1016574" cy="13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7"/>
          <p:cNvSpPr txBox="1">
            <a:spLocks noGrp="1"/>
          </p:cNvSpPr>
          <p:nvPr>
            <p:ph type="title"/>
          </p:nvPr>
        </p:nvSpPr>
        <p:spPr>
          <a:xfrm>
            <a:off x="262800" y="2164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looking-glass self    </a:t>
            </a:r>
            <a:r>
              <a:rPr lang="en">
                <a:solidFill>
                  <a:srgbClr val="3A8917"/>
                </a:solidFill>
              </a:rPr>
              <a:t>El yo especular</a:t>
            </a:r>
            <a:endParaRPr/>
          </a:p>
        </p:txBody>
      </p:sp>
      <p:sp>
        <p:nvSpPr>
          <p:cNvPr id="1256" name="Google Shape;1256;p107"/>
          <p:cNvSpPr txBox="1"/>
          <p:nvPr/>
        </p:nvSpPr>
        <p:spPr>
          <a:xfrm>
            <a:off x="269175" y="928525"/>
            <a:ext cx="87168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Our identity and image are shaped by what we think others believe about us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Nuestra identidad e imagen se forman a partir de lo que pensamos que los demás creen sobre nosotros.</a:t>
            </a:r>
            <a:endParaRPr sz="18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57" name="Google Shape;1257;p107"/>
          <p:cNvPicPr preferRelativeResize="0"/>
          <p:nvPr/>
        </p:nvPicPr>
        <p:blipFill rotWithShape="1">
          <a:blip r:embed="rId3">
            <a:alphaModFix/>
          </a:blip>
          <a:srcRect t="12064" b="6694"/>
          <a:stretch/>
        </p:blipFill>
        <p:spPr>
          <a:xfrm>
            <a:off x="1603349" y="2462643"/>
            <a:ext cx="3977506" cy="2496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4473" y="2162500"/>
            <a:ext cx="1587583" cy="23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7"/>
          <p:cNvSpPr txBox="1"/>
          <p:nvPr/>
        </p:nvSpPr>
        <p:spPr>
          <a:xfrm>
            <a:off x="7184194" y="4511125"/>
            <a:ext cx="194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Charles Cooley</a:t>
            </a:r>
            <a:endParaRPr/>
          </a:p>
        </p:txBody>
      </p:sp>
      <p:sp>
        <p:nvSpPr>
          <p:cNvPr id="1260" name="Google Shape;1260;p107"/>
          <p:cNvSpPr/>
          <p:nvPr/>
        </p:nvSpPr>
        <p:spPr>
          <a:xfrm>
            <a:off x="1603325" y="2162504"/>
            <a:ext cx="3977700" cy="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86775" tIns="86775" rIns="86775" bIns="867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1" name="Google Shape;1261;p107"/>
          <p:cNvSpPr txBox="1"/>
          <p:nvPr/>
        </p:nvSpPr>
        <p:spPr>
          <a:xfrm>
            <a:off x="1699306" y="2092475"/>
            <a:ext cx="10389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75" tIns="86775" rIns="86775" bIns="86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4">
                <a:solidFill>
                  <a:srgbClr val="3A8917"/>
                </a:solidFill>
              </a:rPr>
              <a:t>cómo me ven mi mamá y mi papá</a:t>
            </a:r>
            <a:endParaRPr sz="854">
              <a:solidFill>
                <a:srgbClr val="3A8917"/>
              </a:solidFill>
            </a:endParaRPr>
          </a:p>
        </p:txBody>
      </p:sp>
      <p:sp>
        <p:nvSpPr>
          <p:cNvPr id="1262" name="Google Shape;1262;p107"/>
          <p:cNvSpPr txBox="1"/>
          <p:nvPr/>
        </p:nvSpPr>
        <p:spPr>
          <a:xfrm>
            <a:off x="2698262" y="2092475"/>
            <a:ext cx="8262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75" tIns="86775" rIns="86775" bIns="86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4">
                <a:solidFill>
                  <a:srgbClr val="3A8917"/>
                </a:solidFill>
              </a:rPr>
              <a:t>cómo me ve mi novia</a:t>
            </a:r>
            <a:endParaRPr sz="854">
              <a:solidFill>
                <a:srgbClr val="3A8917"/>
              </a:solidFill>
            </a:endParaRPr>
          </a:p>
        </p:txBody>
      </p:sp>
      <p:sp>
        <p:nvSpPr>
          <p:cNvPr id="1263" name="Google Shape;1263;p107"/>
          <p:cNvSpPr txBox="1"/>
          <p:nvPr/>
        </p:nvSpPr>
        <p:spPr>
          <a:xfrm>
            <a:off x="3532317" y="2092475"/>
            <a:ext cx="9624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75" tIns="86775" rIns="86775" bIns="86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4">
                <a:solidFill>
                  <a:srgbClr val="3A8917"/>
                </a:solidFill>
              </a:rPr>
              <a:t>cómo me ve mi hermano mayor</a:t>
            </a:r>
            <a:endParaRPr sz="854">
              <a:solidFill>
                <a:srgbClr val="3A8917"/>
              </a:solidFill>
            </a:endParaRPr>
          </a:p>
        </p:txBody>
      </p:sp>
      <p:sp>
        <p:nvSpPr>
          <p:cNvPr id="1264" name="Google Shape;1264;p107"/>
          <p:cNvSpPr txBox="1"/>
          <p:nvPr/>
        </p:nvSpPr>
        <p:spPr>
          <a:xfrm>
            <a:off x="4502918" y="2092475"/>
            <a:ext cx="8262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775" tIns="86775" rIns="86775" bIns="86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4">
                <a:solidFill>
                  <a:srgbClr val="3A8917"/>
                </a:solidFill>
              </a:rPr>
              <a:t>cómo me ve mi ex-novia</a:t>
            </a:r>
            <a:endParaRPr sz="854">
              <a:solidFill>
                <a:srgbClr val="3A891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8"/>
          <p:cNvSpPr txBox="1">
            <a:spLocks noGrp="1"/>
          </p:cNvSpPr>
          <p:nvPr>
            <p:ph type="title" idx="4294967295"/>
          </p:nvPr>
        </p:nvSpPr>
        <p:spPr>
          <a:xfrm>
            <a:off x="339000" y="369806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Activity: the looking-glass self</a:t>
            </a:r>
            <a:endParaRPr sz="2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Actividad: el yo especular</a:t>
            </a:r>
            <a:endParaRPr sz="2800">
              <a:solidFill>
                <a:srgbClr val="3A8917"/>
              </a:solidFill>
            </a:endParaRPr>
          </a:p>
        </p:txBody>
      </p:sp>
      <p:sp>
        <p:nvSpPr>
          <p:cNvPr id="1270" name="Google Shape;1270;p108"/>
          <p:cNvSpPr txBox="1"/>
          <p:nvPr/>
        </p:nvSpPr>
        <p:spPr>
          <a:xfrm>
            <a:off x="316800" y="1581384"/>
            <a:ext cx="4030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Get into groups of about 4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Each person takes a card and holds it to their forehead 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without looking!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Each card names a personality: class clown, genius, troublemaker, leader, shy person, athlete, etc.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Talk as a group. Respond to each person as if their card were true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Example: if someone's card says "popular" and they say they're hungry, you might reply, "I bet you'll have lots of people to sit with at dinner"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Don't say the trait directly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We’ll play for 5 minutes, then write down what you think your personality is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1" name="Google Shape;1271;p108"/>
          <p:cNvSpPr txBox="1"/>
          <p:nvPr/>
        </p:nvSpPr>
        <p:spPr>
          <a:xfrm>
            <a:off x="4672100" y="1581384"/>
            <a:ext cx="40302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Formen grupos de unas 4 personas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Cada persona toma una tarjeta y la sostiene en la frente, </a:t>
            </a: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¡sin mirarla!</a:t>
            </a:r>
            <a:endParaRPr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Cada tarjeta tiene una personalidad: el payaso del grupo, el genio, el problemático, el líder, la persona tímida, el atleta, etc.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Conversen en grupo. Respóndanle a cada persona como si su tarjeta fuera cierta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Ejemplo: si la tarjeta de alguien dice "popular" y esa persona dice que tiene hambre, podrían responder: "Seguro tendrás con quién sentarte en la cena"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 b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¡No digan la característica directamente!</a:t>
            </a:r>
            <a:endParaRPr b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28600" lvl="0" indent="-203200" algn="l" rtl="0">
              <a:spcBef>
                <a:spcPts val="0"/>
              </a:spcBef>
              <a:spcAft>
                <a:spcPts val="0"/>
              </a:spcAft>
              <a:buClr>
                <a:srgbClr val="3A8917"/>
              </a:buClr>
              <a:buSzPts val="1400"/>
              <a:buFont typeface="DM Sans"/>
              <a:buChar char="●"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Jugaremos 5 minutos y luego escriban qué personalidad creen que tienen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2" name="Google Shape;127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950" y="181900"/>
            <a:ext cx="2386525" cy="134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9"/>
          <p:cNvSpPr txBox="1"/>
          <p:nvPr/>
        </p:nvSpPr>
        <p:spPr>
          <a:xfrm>
            <a:off x="186600" y="1051100"/>
            <a:ext cx="5336100" cy="40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Administered millions of times each year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 aplica millones de veces al año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People respond to inkblots, and their responses are scored based on what they say they saw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A las personas se les muestran manchas de tinta y se les pide que digan qué ven. Sus respuestas se califican según lo que dicen haber visto.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example, someone could see a butterfly, a bat, or a person in an inkblot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Por ejemplo, alguien puede decir que ve una mariposa, un murciélago, o una persona en una de las manchas</a:t>
            </a:r>
            <a:endParaRPr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Low reliability:</a:t>
            </a:r>
            <a:r>
              <a:rPr lang="en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people often give different responses on different days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Baja confiabilidad:</a:t>
            </a:r>
            <a:r>
              <a:rPr lang="en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 las personas suelen dar respuestas diferentes en distintos días</a:t>
            </a:r>
            <a:endParaRPr i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78" name="Google Shape;127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425" y="1677225"/>
            <a:ext cx="3078175" cy="26727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9" name="Google Shape;1279;p109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assessment: Rorschach Inkblot Test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Pruebas de personalidad: prueba de Rorschach</a:t>
            </a:r>
            <a:endParaRPr sz="2800">
              <a:solidFill>
                <a:srgbClr val="3A891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10"/>
          <p:cNvSpPr txBox="1">
            <a:spLocks noGrp="1"/>
          </p:cNvSpPr>
          <p:nvPr>
            <p:ph type="title"/>
          </p:nvPr>
        </p:nvSpPr>
        <p:spPr>
          <a:xfrm>
            <a:off x="804891" y="1193637"/>
            <a:ext cx="30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/>
              <a:t>Myers Briggs</a:t>
            </a:r>
            <a:endParaRPr sz="2200" b="0"/>
          </a:p>
        </p:txBody>
      </p:sp>
      <p:sp>
        <p:nvSpPr>
          <p:cNvPr id="1285" name="Google Shape;1285;p110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assessments in pop culture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Pruebas de personalidad en la cultura pop</a:t>
            </a:r>
            <a:endParaRPr sz="2800">
              <a:solidFill>
                <a:srgbClr val="3A8917"/>
              </a:solidFill>
            </a:endParaRPr>
          </a:p>
        </p:txBody>
      </p:sp>
      <p:pic>
        <p:nvPicPr>
          <p:cNvPr id="1286" name="Google Shape;1286;p110" descr="Myers-Briggs Personality Test &amp; Others : Bob Fox: Pastor &amp; Author"/>
          <p:cNvPicPr preferRelativeResize="0"/>
          <p:nvPr/>
        </p:nvPicPr>
        <p:blipFill rotWithShape="1">
          <a:blip r:embed="rId3">
            <a:alphaModFix/>
          </a:blip>
          <a:srcRect b="5598"/>
          <a:stretch/>
        </p:blipFill>
        <p:spPr>
          <a:xfrm>
            <a:off x="4823075" y="1814413"/>
            <a:ext cx="4058601" cy="287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110"/>
          <p:cNvPicPr preferRelativeResize="0"/>
          <p:nvPr/>
        </p:nvPicPr>
        <p:blipFill rotWithShape="1">
          <a:blip r:embed="rId4">
            <a:alphaModFix/>
          </a:blip>
          <a:srcRect b="4352"/>
          <a:stretch/>
        </p:blipFill>
        <p:spPr>
          <a:xfrm>
            <a:off x="165125" y="1652975"/>
            <a:ext cx="4344649" cy="31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11"/>
          <p:cNvSpPr txBox="1">
            <a:spLocks noGrp="1"/>
          </p:cNvSpPr>
          <p:nvPr>
            <p:ph type="title"/>
          </p:nvPr>
        </p:nvSpPr>
        <p:spPr>
          <a:xfrm>
            <a:off x="804891" y="1193637"/>
            <a:ext cx="30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/>
              <a:t>Myers Briggs</a:t>
            </a:r>
            <a:endParaRPr sz="2200" b="0"/>
          </a:p>
        </p:txBody>
      </p:sp>
      <p:sp>
        <p:nvSpPr>
          <p:cNvPr id="1293" name="Google Shape;1293;p111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assessments in pop culture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Pruebas de personalidad en la cultura pop</a:t>
            </a:r>
            <a:endParaRPr sz="2800">
              <a:solidFill>
                <a:srgbClr val="3A8917"/>
              </a:solidFill>
            </a:endParaRPr>
          </a:p>
        </p:txBody>
      </p:sp>
      <p:sp>
        <p:nvSpPr>
          <p:cNvPr id="1294" name="Google Shape;1294;p111"/>
          <p:cNvSpPr txBox="1">
            <a:spLocks noGrp="1"/>
          </p:cNvSpPr>
          <p:nvPr>
            <p:ph type="title"/>
          </p:nvPr>
        </p:nvSpPr>
        <p:spPr>
          <a:xfrm>
            <a:off x="4756825" y="1193622"/>
            <a:ext cx="4163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/>
              <a:t>Enneagram</a:t>
            </a:r>
            <a:endParaRPr sz="2200" b="0"/>
          </a:p>
        </p:txBody>
      </p:sp>
      <p:grpSp>
        <p:nvGrpSpPr>
          <p:cNvPr id="1295" name="Google Shape;1295;p111"/>
          <p:cNvGrpSpPr/>
          <p:nvPr/>
        </p:nvGrpSpPr>
        <p:grpSpPr>
          <a:xfrm>
            <a:off x="4736939" y="1699819"/>
            <a:ext cx="4183072" cy="3257026"/>
            <a:chOff x="4641140" y="1491649"/>
            <a:chExt cx="4183072" cy="3257026"/>
          </a:xfrm>
        </p:grpSpPr>
        <p:pic>
          <p:nvPicPr>
            <p:cNvPr id="1296" name="Google Shape;1296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66987" y="1491649"/>
              <a:ext cx="4157225" cy="3150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11"/>
            <p:cNvSpPr/>
            <p:nvPr/>
          </p:nvSpPr>
          <p:spPr>
            <a:xfrm>
              <a:off x="7569675" y="2029175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11"/>
            <p:cNvSpPr/>
            <p:nvPr/>
          </p:nvSpPr>
          <p:spPr>
            <a:xfrm>
              <a:off x="7938850" y="2729775"/>
              <a:ext cx="8853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11"/>
            <p:cNvSpPr txBox="1"/>
            <p:nvPr/>
          </p:nvSpPr>
          <p:spPr>
            <a:xfrm>
              <a:off x="7733515" y="2738485"/>
              <a:ext cx="10146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Giver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Helper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00" name="Google Shape;1300;p111"/>
            <p:cNvSpPr/>
            <p:nvPr/>
          </p:nvSpPr>
          <p:spPr>
            <a:xfrm>
              <a:off x="7832475" y="3430375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11"/>
            <p:cNvSpPr txBox="1"/>
            <p:nvPr/>
          </p:nvSpPr>
          <p:spPr>
            <a:xfrm>
              <a:off x="7733513" y="3434717"/>
              <a:ext cx="10146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Performer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Motivator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02" name="Google Shape;1302;p111"/>
            <p:cNvSpPr/>
            <p:nvPr/>
          </p:nvSpPr>
          <p:spPr>
            <a:xfrm>
              <a:off x="7320775" y="4173025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11"/>
            <p:cNvSpPr/>
            <p:nvPr/>
          </p:nvSpPr>
          <p:spPr>
            <a:xfrm>
              <a:off x="7206075" y="4358300"/>
              <a:ext cx="962700" cy="284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11"/>
            <p:cNvSpPr txBox="1"/>
            <p:nvPr/>
          </p:nvSpPr>
          <p:spPr>
            <a:xfrm>
              <a:off x="7183328" y="4130975"/>
              <a:ext cx="10146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Romantic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Artist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05" name="Google Shape;1305;p111"/>
            <p:cNvSpPr/>
            <p:nvPr/>
          </p:nvSpPr>
          <p:spPr>
            <a:xfrm>
              <a:off x="5134675" y="4124425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11"/>
            <p:cNvSpPr txBox="1"/>
            <p:nvPr/>
          </p:nvSpPr>
          <p:spPr>
            <a:xfrm>
              <a:off x="5268063" y="4124437"/>
              <a:ext cx="10146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Observer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Thinker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07" name="Google Shape;1307;p111"/>
            <p:cNvSpPr/>
            <p:nvPr/>
          </p:nvSpPr>
          <p:spPr>
            <a:xfrm>
              <a:off x="4793100" y="3430375"/>
              <a:ext cx="8853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11"/>
            <p:cNvSpPr txBox="1"/>
            <p:nvPr/>
          </p:nvSpPr>
          <p:spPr>
            <a:xfrm>
              <a:off x="4765188" y="3417090"/>
              <a:ext cx="10146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Loyal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Guardian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09" name="Google Shape;1309;p111"/>
            <p:cNvSpPr/>
            <p:nvPr/>
          </p:nvSpPr>
          <p:spPr>
            <a:xfrm>
              <a:off x="4735075" y="2736325"/>
              <a:ext cx="8853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11"/>
            <p:cNvSpPr txBox="1"/>
            <p:nvPr/>
          </p:nvSpPr>
          <p:spPr>
            <a:xfrm flipH="1">
              <a:off x="4641140" y="2713275"/>
              <a:ext cx="10701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Entertaining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Optimist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11" name="Google Shape;1311;p111"/>
            <p:cNvSpPr/>
            <p:nvPr/>
          </p:nvSpPr>
          <p:spPr>
            <a:xfrm>
              <a:off x="4942500" y="2029175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11"/>
            <p:cNvSpPr txBox="1"/>
            <p:nvPr/>
          </p:nvSpPr>
          <p:spPr>
            <a:xfrm>
              <a:off x="4837202" y="2004997"/>
              <a:ext cx="11733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Protective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Challenger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13" name="Google Shape;1313;p111"/>
            <p:cNvSpPr/>
            <p:nvPr/>
          </p:nvSpPr>
          <p:spPr>
            <a:xfrm>
              <a:off x="6308725" y="1491650"/>
              <a:ext cx="962700" cy="432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11"/>
            <p:cNvSpPr txBox="1"/>
            <p:nvPr/>
          </p:nvSpPr>
          <p:spPr>
            <a:xfrm>
              <a:off x="6203427" y="1491650"/>
              <a:ext cx="11733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Mediator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Peacemaker</a:t>
              </a:r>
              <a:endParaRPr sz="1300" b="1">
                <a:solidFill>
                  <a:schemeClr val="dk1"/>
                </a:solidFill>
              </a:endParaRPr>
            </a:p>
          </p:txBody>
        </p:sp>
        <p:sp>
          <p:nvSpPr>
            <p:cNvPr id="1315" name="Google Shape;1315;p111"/>
            <p:cNvSpPr txBox="1"/>
            <p:nvPr/>
          </p:nvSpPr>
          <p:spPr>
            <a:xfrm>
              <a:off x="7455554" y="2088875"/>
              <a:ext cx="1173300" cy="61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i="1">
                  <a:solidFill>
                    <a:schemeClr val="dk1"/>
                  </a:solidFill>
                </a:rPr>
                <a:t>Perfectionist</a:t>
              </a:r>
              <a:endParaRPr sz="1300" i="1">
                <a:solidFill>
                  <a:schemeClr val="dk1"/>
                </a:solidFill>
              </a:endParaRPr>
            </a:p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chemeClr val="dk1"/>
                  </a:solidFill>
                </a:rPr>
                <a:t>Reformer</a:t>
              </a:r>
              <a:endParaRPr sz="1300" b="1">
                <a:solidFill>
                  <a:schemeClr val="dk1"/>
                </a:solidFill>
              </a:endParaRPr>
            </a:p>
          </p:txBody>
        </p:sp>
      </p:grpSp>
      <p:pic>
        <p:nvPicPr>
          <p:cNvPr id="1316" name="Google Shape;1316;p111"/>
          <p:cNvPicPr preferRelativeResize="0"/>
          <p:nvPr/>
        </p:nvPicPr>
        <p:blipFill rotWithShape="1">
          <a:blip r:embed="rId4">
            <a:alphaModFix/>
          </a:blip>
          <a:srcRect b="4352"/>
          <a:stretch/>
        </p:blipFill>
        <p:spPr>
          <a:xfrm>
            <a:off x="165125" y="1652975"/>
            <a:ext cx="4344649" cy="31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12"/>
          <p:cNvSpPr txBox="1"/>
          <p:nvPr/>
        </p:nvSpPr>
        <p:spPr>
          <a:xfrm>
            <a:off x="186600" y="1161732"/>
            <a:ext cx="5069400" cy="3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Based on the Big Five personality traits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Se basa en los cinco grandes rasgos de personalidad</a:t>
            </a:r>
            <a:endParaRPr sz="17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Takes 15-20 minutes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Toma entre 15 y 20 minutos</a:t>
            </a:r>
            <a:endParaRPr sz="1700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●"/>
            </a:pPr>
            <a:r>
              <a:rPr lang="en" sz="1700" i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Lots of companies have job applicants take it online as part of their screening process</a:t>
            </a:r>
            <a:endParaRPr sz="1700"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700" i="1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Muchas empresas hacen que los candidatos realicen la prueba en línea como parte de su proceso de selección</a:t>
            </a:r>
            <a:endParaRPr sz="1700" i="1">
              <a:solidFill>
                <a:srgbClr val="3A891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2" name="Google Shape;1322;p112"/>
          <p:cNvSpPr txBox="1">
            <a:spLocks noGrp="1"/>
          </p:cNvSpPr>
          <p:nvPr>
            <p:ph type="title"/>
          </p:nvPr>
        </p:nvSpPr>
        <p:spPr>
          <a:xfrm>
            <a:off x="186600" y="64025"/>
            <a:ext cx="888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assessments in hiring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A8917"/>
                </a:solidFill>
              </a:rPr>
              <a:t>Pruebas de personalidad para conseguir trabajo</a:t>
            </a:r>
            <a:endParaRPr sz="2700">
              <a:solidFill>
                <a:srgbClr val="3A8917"/>
              </a:solidFill>
            </a:endParaRPr>
          </a:p>
        </p:txBody>
      </p:sp>
      <p:sp>
        <p:nvSpPr>
          <p:cNvPr id="1323" name="Google Shape;1323;p112"/>
          <p:cNvSpPr txBox="1"/>
          <p:nvPr/>
        </p:nvSpPr>
        <p:spPr>
          <a:xfrm>
            <a:off x="186600" y="1096138"/>
            <a:ext cx="74952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Hogan Personality Inventory    </a:t>
            </a:r>
            <a:r>
              <a:rPr lang="en" sz="1700">
                <a:solidFill>
                  <a:srgbClr val="3A8917"/>
                </a:solidFill>
                <a:latin typeface="DM Sans"/>
                <a:ea typeface="DM Sans"/>
                <a:cs typeface="DM Sans"/>
                <a:sym typeface="DM Sans"/>
              </a:rPr>
              <a:t>Inventario de Personalidad de Hogan</a:t>
            </a:r>
            <a:endParaRPr/>
          </a:p>
        </p:txBody>
      </p:sp>
      <p:grpSp>
        <p:nvGrpSpPr>
          <p:cNvPr id="1324" name="Google Shape;1324;p112"/>
          <p:cNvGrpSpPr/>
          <p:nvPr/>
        </p:nvGrpSpPr>
        <p:grpSpPr>
          <a:xfrm>
            <a:off x="5113867" y="1754831"/>
            <a:ext cx="3947127" cy="2669433"/>
            <a:chOff x="5077923" y="1805925"/>
            <a:chExt cx="3947127" cy="2669433"/>
          </a:xfrm>
        </p:grpSpPr>
        <p:pic>
          <p:nvPicPr>
            <p:cNvPr id="1325" name="Google Shape;1325;p112"/>
            <p:cNvPicPr preferRelativeResize="0"/>
            <p:nvPr/>
          </p:nvPicPr>
          <p:blipFill rotWithShape="1">
            <a:blip r:embed="rId3">
              <a:alphaModFix/>
            </a:blip>
            <a:srcRect t="95470"/>
            <a:stretch/>
          </p:blipFill>
          <p:spPr>
            <a:xfrm>
              <a:off x="5387075" y="4371933"/>
              <a:ext cx="3637975" cy="1034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6" name="Google Shape;1326;p112"/>
            <p:cNvGrpSpPr/>
            <p:nvPr/>
          </p:nvGrpSpPr>
          <p:grpSpPr>
            <a:xfrm>
              <a:off x="5387075" y="1805925"/>
              <a:ext cx="1397251" cy="2403525"/>
              <a:chOff x="5387075" y="1805925"/>
              <a:chExt cx="1397251" cy="2403525"/>
            </a:xfrm>
          </p:grpSpPr>
          <p:pic>
            <p:nvPicPr>
              <p:cNvPr id="1327" name="Google Shape;1327;p112"/>
              <p:cNvPicPr preferRelativeResize="0"/>
              <p:nvPr/>
            </p:nvPicPr>
            <p:blipFill rotWithShape="1">
              <a:blip r:embed="rId3">
                <a:alphaModFix/>
              </a:blip>
              <a:srcRect t="6002" r="61593" b="86018"/>
              <a:stretch/>
            </p:blipFill>
            <p:spPr>
              <a:xfrm>
                <a:off x="5387075" y="1805925"/>
                <a:ext cx="1397251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8" name="Google Shape;1328;p112"/>
              <p:cNvPicPr preferRelativeResize="0"/>
              <p:nvPr/>
            </p:nvPicPr>
            <p:blipFill rotWithShape="1">
              <a:blip r:embed="rId3">
                <a:alphaModFix/>
              </a:blip>
              <a:srcRect t="18843" r="61593" b="73178"/>
              <a:stretch/>
            </p:blipFill>
            <p:spPr>
              <a:xfrm>
                <a:off x="5387075" y="2175275"/>
                <a:ext cx="1397251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9" name="Google Shape;1329;p112"/>
              <p:cNvPicPr preferRelativeResize="0"/>
              <p:nvPr/>
            </p:nvPicPr>
            <p:blipFill rotWithShape="1">
              <a:blip r:embed="rId3">
                <a:alphaModFix/>
              </a:blip>
              <a:srcRect t="31684" r="61593" b="59607"/>
              <a:stretch/>
            </p:blipFill>
            <p:spPr>
              <a:xfrm>
                <a:off x="5387075" y="2544625"/>
                <a:ext cx="1397251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0" name="Google Shape;1330;p112"/>
              <p:cNvPicPr preferRelativeResize="0"/>
              <p:nvPr/>
            </p:nvPicPr>
            <p:blipFill rotWithShape="1">
              <a:blip r:embed="rId3">
                <a:alphaModFix/>
              </a:blip>
              <a:srcRect t="44524" r="61593" b="46767"/>
              <a:stretch/>
            </p:blipFill>
            <p:spPr>
              <a:xfrm>
                <a:off x="5387075" y="2913975"/>
                <a:ext cx="1397251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1" name="Google Shape;1331;p112"/>
              <p:cNvPicPr preferRelativeResize="0"/>
              <p:nvPr/>
            </p:nvPicPr>
            <p:blipFill rotWithShape="1">
              <a:blip r:embed="rId3">
                <a:alphaModFix/>
              </a:blip>
              <a:srcRect t="57846" r="61593" b="34174"/>
              <a:stretch/>
            </p:blipFill>
            <p:spPr>
              <a:xfrm>
                <a:off x="5387075" y="3294275"/>
                <a:ext cx="1397251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2" name="Google Shape;1332;p112"/>
              <p:cNvPicPr preferRelativeResize="0"/>
              <p:nvPr/>
            </p:nvPicPr>
            <p:blipFill rotWithShape="1">
              <a:blip r:embed="rId3">
                <a:alphaModFix/>
              </a:blip>
              <a:srcRect t="70356" r="61593" b="20935"/>
              <a:stretch/>
            </p:blipFill>
            <p:spPr>
              <a:xfrm>
                <a:off x="5387075" y="3656050"/>
                <a:ext cx="1397251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3" name="Google Shape;1333;p112"/>
              <p:cNvPicPr preferRelativeResize="0"/>
              <p:nvPr/>
            </p:nvPicPr>
            <p:blipFill rotWithShape="1">
              <a:blip r:embed="rId3">
                <a:alphaModFix/>
              </a:blip>
              <a:srcRect t="83273" r="62087" b="8748"/>
              <a:stretch/>
            </p:blipFill>
            <p:spPr>
              <a:xfrm>
                <a:off x="5387075" y="4027275"/>
                <a:ext cx="1379275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34" name="Google Shape;1334;p112"/>
            <p:cNvSpPr txBox="1"/>
            <p:nvPr/>
          </p:nvSpPr>
          <p:spPr>
            <a:xfrm>
              <a:off x="5355235" y="2233600"/>
              <a:ext cx="147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Ambición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35" name="Google Shape;1335;p112"/>
            <p:cNvSpPr txBox="1"/>
            <p:nvPr/>
          </p:nvSpPr>
          <p:spPr>
            <a:xfrm>
              <a:off x="5355235" y="1864869"/>
              <a:ext cx="147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Adaptación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36" name="Google Shape;1336;p112"/>
            <p:cNvSpPr txBox="1"/>
            <p:nvPr/>
          </p:nvSpPr>
          <p:spPr>
            <a:xfrm>
              <a:off x="5355235" y="2617782"/>
              <a:ext cx="147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Sociabilidad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37" name="Google Shape;1337;p112"/>
            <p:cNvSpPr txBox="1"/>
            <p:nvPr/>
          </p:nvSpPr>
          <p:spPr>
            <a:xfrm>
              <a:off x="5077923" y="2983544"/>
              <a:ext cx="174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Sensibilidad interpersonal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38" name="Google Shape;1338;p112"/>
            <p:cNvSpPr txBox="1"/>
            <p:nvPr/>
          </p:nvSpPr>
          <p:spPr>
            <a:xfrm>
              <a:off x="5355235" y="3345944"/>
              <a:ext cx="147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Prudencia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39" name="Google Shape;1339;p112"/>
            <p:cNvSpPr txBox="1"/>
            <p:nvPr/>
          </p:nvSpPr>
          <p:spPr>
            <a:xfrm>
              <a:off x="5355235" y="3721070"/>
              <a:ext cx="147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Inquisitivo</a:t>
              </a:r>
              <a:endParaRPr sz="1000">
                <a:solidFill>
                  <a:srgbClr val="3A8917"/>
                </a:solidFill>
              </a:endParaRPr>
            </a:p>
          </p:txBody>
        </p:sp>
        <p:sp>
          <p:nvSpPr>
            <p:cNvPr id="1340" name="Google Shape;1340;p112"/>
            <p:cNvSpPr txBox="1"/>
            <p:nvPr/>
          </p:nvSpPr>
          <p:spPr>
            <a:xfrm>
              <a:off x="5078023" y="4096200"/>
              <a:ext cx="174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A8917"/>
                  </a:solidFill>
                </a:rPr>
                <a:t>Enfoque de aprendizaje</a:t>
              </a:r>
              <a:endParaRPr sz="1000">
                <a:solidFill>
                  <a:srgbClr val="3A8917"/>
                </a:solidFill>
              </a:endParaRPr>
            </a:p>
          </p:txBody>
        </p:sp>
        <p:grpSp>
          <p:nvGrpSpPr>
            <p:cNvPr id="1341" name="Google Shape;1341;p112"/>
            <p:cNvGrpSpPr/>
            <p:nvPr/>
          </p:nvGrpSpPr>
          <p:grpSpPr>
            <a:xfrm>
              <a:off x="6784325" y="1877812"/>
              <a:ext cx="2240725" cy="2403525"/>
              <a:chOff x="6784325" y="1805925"/>
              <a:chExt cx="2240725" cy="2403525"/>
            </a:xfrm>
          </p:grpSpPr>
          <p:pic>
            <p:nvPicPr>
              <p:cNvPr id="1342" name="Google Shape;1342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6002" b="86018"/>
              <a:stretch/>
            </p:blipFill>
            <p:spPr>
              <a:xfrm>
                <a:off x="6784325" y="1805925"/>
                <a:ext cx="2240725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3" name="Google Shape;1343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18843" b="73178"/>
              <a:stretch/>
            </p:blipFill>
            <p:spPr>
              <a:xfrm>
                <a:off x="6784325" y="2175275"/>
                <a:ext cx="2240725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4" name="Google Shape;1344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31684" b="59607"/>
              <a:stretch/>
            </p:blipFill>
            <p:spPr>
              <a:xfrm>
                <a:off x="6784325" y="2544625"/>
                <a:ext cx="2240725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5" name="Google Shape;1345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44524" b="46767"/>
              <a:stretch/>
            </p:blipFill>
            <p:spPr>
              <a:xfrm>
                <a:off x="6784325" y="2913975"/>
                <a:ext cx="2240725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6" name="Google Shape;1346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57846" b="34174"/>
              <a:stretch/>
            </p:blipFill>
            <p:spPr>
              <a:xfrm>
                <a:off x="6784325" y="3294275"/>
                <a:ext cx="2240725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7" name="Google Shape;1347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70356" b="20935"/>
              <a:stretch/>
            </p:blipFill>
            <p:spPr>
              <a:xfrm>
                <a:off x="6784325" y="3656050"/>
                <a:ext cx="2240725" cy="1988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8" name="Google Shape;1348;p112"/>
              <p:cNvPicPr preferRelativeResize="0"/>
              <p:nvPr/>
            </p:nvPicPr>
            <p:blipFill rotWithShape="1">
              <a:blip r:embed="rId3">
                <a:alphaModFix/>
              </a:blip>
              <a:srcRect l="38408" t="83273" b="8748"/>
              <a:stretch/>
            </p:blipFill>
            <p:spPr>
              <a:xfrm>
                <a:off x="6784325" y="4027275"/>
                <a:ext cx="2240725" cy="182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5772</Words>
  <Application>Microsoft Office PowerPoint</Application>
  <PresentationFormat>On-screen Show (16:9)</PresentationFormat>
  <Paragraphs>522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Fira Sans Extra Condensed Medium</vt:lpstr>
      <vt:lpstr>DM Sans Light</vt:lpstr>
      <vt:lpstr>Aldrich</vt:lpstr>
      <vt:lpstr>Jost</vt:lpstr>
      <vt:lpstr>Abril Fatface</vt:lpstr>
      <vt:lpstr>Arial</vt:lpstr>
      <vt:lpstr>DM Sans</vt:lpstr>
      <vt:lpstr>Calibri</vt:lpstr>
      <vt:lpstr>Nunito Light</vt:lpstr>
      <vt:lpstr>Simple Light</vt:lpstr>
      <vt:lpstr>Social and Behavioral Sciences in Public Health - Doctor of Philosophy (Ph.D.) in Public Health Sciences by Slidesgo</vt:lpstr>
      <vt:lpstr>Social and Behavioral Sciences in Public Health - Doctor of Philosophy (Ph.D.) in Public Health Sciences by Slidesgo</vt:lpstr>
      <vt:lpstr>Social and Behavioral Sciences in Public Health - Doctor of Philosophy (Ph.D.) in Public Health Sciences by Slidesgo</vt:lpstr>
      <vt:lpstr>Personality &amp; Sociology Personalidad &amp; sociología </vt:lpstr>
      <vt:lpstr>Outline     Resumario</vt:lpstr>
      <vt:lpstr>Personality Personalidad</vt:lpstr>
      <vt:lpstr>What is personality?  ¿Qué es la personalidad?</vt:lpstr>
      <vt:lpstr>The Big Five Model of Personality Modelo de los Cinco Grandes de la personalidad</vt:lpstr>
      <vt:lpstr>Culture influences personality La cultura influye en la personalidad</vt:lpstr>
      <vt:lpstr>Genetics influence personality La genética influye en la personalidad</vt:lpstr>
      <vt:lpstr>Personality in the brain: Phineas Gage La personalidad en el cerebro: Phineas Gage</vt:lpstr>
      <vt:lpstr>Personality “Types”     “Tipos” de personalidad</vt:lpstr>
      <vt:lpstr>Phrenology – fake science!!! Frenología – ¡una falsa ciencia!</vt:lpstr>
      <vt:lpstr>Environment and Personality El entorno y la personalidad</vt:lpstr>
      <vt:lpstr>Maslow’s Hierarchy of Needs La jerarquía de necesidades de Maslow</vt:lpstr>
      <vt:lpstr>Logotherapy: healing through meaning Logoterapia: sanar a través del sentido</vt:lpstr>
      <vt:lpstr>The looking-glass self    El yo especular</vt:lpstr>
      <vt:lpstr>Activity: the looking-glass self Actividad: el yo especular</vt:lpstr>
      <vt:lpstr>Personality assessment: Rorschach Inkblot Test Pruebas de personalidad: prueba de Rorschach</vt:lpstr>
      <vt:lpstr>Myers Briggs</vt:lpstr>
      <vt:lpstr>Myers Briggs</vt:lpstr>
      <vt:lpstr>Personality assessments in hiring Pruebas de personalidad para conseguir trabajo</vt:lpstr>
      <vt:lpstr>Social psychology Psicología social</vt:lpstr>
      <vt:lpstr>Socialization      Socialización</vt:lpstr>
      <vt:lpstr>Self-presentation      Autopresentación</vt:lpstr>
      <vt:lpstr>Attribution      Atribución</vt:lpstr>
      <vt:lpstr>Prosocial behavior and the bystander effect Conducta prosocial y el efecto espectador</vt:lpstr>
      <vt:lpstr>The bystander effect experiment El experimento del efecto espectador</vt:lpstr>
      <vt:lpstr>Ingroup/outgroup      Endogrupo/exogrupo</vt:lpstr>
      <vt:lpstr>Power dynamics / hierarchies Dinámicas de poder / jerarquías</vt:lpstr>
      <vt:lpstr>Cults      Sectas</vt:lpstr>
      <vt:lpstr>The Manson Family (1967–1969) La Familia Manson (1967–1969)</vt:lpstr>
      <vt:lpstr>Sociology Sociología</vt:lpstr>
      <vt:lpstr>What’s sociology?     ¿Qué es la sociología?</vt:lpstr>
      <vt:lpstr>What’s society?     ¿Qué es la sociedad?</vt:lpstr>
      <vt:lpstr>How do we study it?     ¿Cómo lo estudiamos?</vt:lpstr>
      <vt:lpstr>What do sociologists actually do? ¿Qué hacen realmente los sociólogos?</vt:lpstr>
      <vt:lpstr>Observations     Observaciones</vt:lpstr>
      <vt:lpstr>Ethnography     Etnografía</vt:lpstr>
      <vt:lpstr>Interviews vs. Observations Entrevistas y observaciones</vt:lpstr>
      <vt:lpstr>Ethics for sociologists    La ética para sociólogos</vt:lpstr>
      <vt:lpstr>Field Notes     Notas de campo</vt:lpstr>
      <vt:lpstr>Field Notes Activity Actividad de notas de campo</vt:lpstr>
      <vt:lpstr>Activity: OBSERVE     Actividad: OBSERVEN</vt:lpstr>
      <vt:lpstr>Field Notes Activity Actividad de notas de campo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Nelson</cp:lastModifiedBy>
  <cp:revision>1</cp:revision>
  <dcterms:modified xsi:type="dcterms:W3CDTF">2026-09-09T06:29:26Z</dcterms:modified>
</cp:coreProperties>
</file>