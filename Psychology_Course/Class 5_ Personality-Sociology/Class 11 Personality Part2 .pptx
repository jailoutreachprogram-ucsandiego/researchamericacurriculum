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16"/>
  </p:notesMasterIdLst>
  <p:sldIdLst>
    <p:sldId id="256" r:id="rId2"/>
    <p:sldId id="338" r:id="rId3"/>
    <p:sldId id="337" r:id="rId4"/>
    <p:sldId id="339" r:id="rId5"/>
    <p:sldId id="340" r:id="rId6"/>
    <p:sldId id="341" r:id="rId7"/>
    <p:sldId id="334" r:id="rId8"/>
    <p:sldId id="262" r:id="rId9"/>
    <p:sldId id="264" r:id="rId10"/>
    <p:sldId id="261" r:id="rId11"/>
    <p:sldId id="312" r:id="rId12"/>
    <p:sldId id="335" r:id="rId13"/>
    <p:sldId id="336" r:id="rId14"/>
    <p:sldId id="275" r:id="rId15"/>
  </p:sldIdLst>
  <p:sldSz cx="9144000" cy="5143500" type="screen16x9"/>
  <p:notesSz cx="6858000" cy="9144000"/>
  <p:embeddedFontLst>
    <p:embeddedFont>
      <p:font typeface="Bitter" pitchFamily="2" charset="77"/>
      <p:regular r:id="rId17"/>
      <p:bold r:id="rId18"/>
      <p:italic r:id="rId19"/>
      <p:boldItalic r:id="rId20"/>
    </p:embeddedFont>
    <p:embeddedFont>
      <p:font typeface="DM Sans" pitchFamily="2" charset="77"/>
      <p:regular r:id="rId21"/>
      <p:bold r:id="rId22"/>
      <p:italic r:id="rId23"/>
      <p:boldItalic r:id="rId24"/>
    </p:embeddedFont>
    <p:embeddedFont>
      <p:font typeface="Nunito Light" panose="020F0302020204030204" pitchFamily="34" charset="0"/>
      <p:regular r:id="rId25"/>
      <p:italic r:id="rId26"/>
    </p:embeddedFont>
    <p:embeddedFont>
      <p:font typeface="Poppins" pitchFamily="2" charset="77"/>
      <p:regular r:id="rId27"/>
      <p:bold r:id="rId28"/>
      <p:italic r:id="rId29"/>
      <p:boldItalic r:id="rId30"/>
    </p:embeddedFont>
    <p:embeddedFont>
      <p:font typeface="Roboto" panose="02000000000000000000" pitchFamily="2" charset="0"/>
      <p:regular r:id="rId31"/>
      <p:bold r:id="rId32"/>
      <p:italic r:id="rId33"/>
      <p:boldItalic r:id="rId34"/>
    </p:embeddedFont>
    <p:embeddedFont>
      <p:font typeface="Source Sans Pro" panose="020B0503030403020204" pitchFamily="34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B1B515C-11A6-4A03-AD7A-3A821A82F6B7}">
  <a:tblStyle styleId="{5B1B515C-11A6-4A03-AD7A-3A821A82F6B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0"/>
  </p:normalViewPr>
  <p:slideViewPr>
    <p:cSldViewPr snapToGrid="0" snapToObjects="1">
      <p:cViewPr>
        <p:scale>
          <a:sx n="140" d="100"/>
          <a:sy n="140" d="100"/>
        </p:scale>
        <p:origin x="840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9" Type="http://schemas.openxmlformats.org/officeDocument/2006/relationships/presProps" Target="presProps.xml"/><Relationship Id="rId21" Type="http://schemas.openxmlformats.org/officeDocument/2006/relationships/font" Target="fonts/font5.fntdata"/><Relationship Id="rId34" Type="http://schemas.openxmlformats.org/officeDocument/2006/relationships/font" Target="fonts/font18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37" Type="http://schemas.openxmlformats.org/officeDocument/2006/relationships/font" Target="fonts/font21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font" Target="fonts/font20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font" Target="fonts/font19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font" Target="fonts/font17.fntdata"/><Relationship Id="rId38" Type="http://schemas.openxmlformats.org/officeDocument/2006/relationships/font" Target="fonts/font22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43DEE3D-4C44-EF43-98C8-6BFA2866E333}" type="doc">
      <dgm:prSet loTypeId="urn:microsoft.com/office/officeart/2005/8/layout/h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E51699E-1972-074E-88E6-129C6E9AA560}">
      <dgm:prSet phldrT="[Text]" custT="1"/>
      <dgm:spPr/>
      <dgm:t>
        <a:bodyPr/>
        <a:lstStyle/>
        <a:p>
          <a:r>
            <a:rPr lang="en-US" sz="2400" dirty="0">
              <a:solidFill>
                <a:schemeClr val="tx2"/>
              </a:solidFill>
            </a:rPr>
            <a:t>Positive Characteristics</a:t>
          </a:r>
        </a:p>
      </dgm:t>
    </dgm:pt>
    <dgm:pt modelId="{65BDC941-C798-C84D-834F-A4A8A7E477D7}" type="parTrans" cxnId="{E36B3DAE-B3C9-E245-9895-C466DDCF702B}">
      <dgm:prSet/>
      <dgm:spPr/>
      <dgm:t>
        <a:bodyPr/>
        <a:lstStyle/>
        <a:p>
          <a:endParaRPr lang="en-US"/>
        </a:p>
      </dgm:t>
    </dgm:pt>
    <dgm:pt modelId="{5260F916-05C4-C34C-9153-1684D6DDFC9E}" type="sibTrans" cxnId="{E36B3DAE-B3C9-E245-9895-C466DDCF702B}">
      <dgm:prSet/>
      <dgm:spPr/>
      <dgm:t>
        <a:bodyPr/>
        <a:lstStyle/>
        <a:p>
          <a:endParaRPr lang="en-US"/>
        </a:p>
      </dgm:t>
    </dgm:pt>
    <dgm:pt modelId="{F251FEC6-A3A4-8241-8714-6C5D109DB35E}">
      <dgm:prSet phldrT="[Text]" custT="1"/>
      <dgm:spPr/>
      <dgm:t>
        <a:bodyPr/>
        <a:lstStyle/>
        <a:p>
          <a:r>
            <a:rPr lang="en-US" sz="1800" dirty="0"/>
            <a:t>Achievement Oriented</a:t>
          </a:r>
        </a:p>
      </dgm:t>
    </dgm:pt>
    <dgm:pt modelId="{C6FBA5E2-B3B3-1145-A98E-23BE70C2D2DC}" type="parTrans" cxnId="{8BC9BAFC-B7D6-3249-800C-D636EACFFCC6}">
      <dgm:prSet/>
      <dgm:spPr/>
      <dgm:t>
        <a:bodyPr/>
        <a:lstStyle/>
        <a:p>
          <a:endParaRPr lang="en-US"/>
        </a:p>
      </dgm:t>
    </dgm:pt>
    <dgm:pt modelId="{790ED532-89E1-024A-BF4F-6164CE40D1C8}" type="sibTrans" cxnId="{8BC9BAFC-B7D6-3249-800C-D636EACFFCC6}">
      <dgm:prSet/>
      <dgm:spPr/>
      <dgm:t>
        <a:bodyPr/>
        <a:lstStyle/>
        <a:p>
          <a:endParaRPr lang="en-US"/>
        </a:p>
      </dgm:t>
    </dgm:pt>
    <dgm:pt modelId="{3FD37E41-FA38-F646-BBFE-B115E395EDA5}">
      <dgm:prSet phldrT="[Text]" custT="1"/>
      <dgm:spPr/>
      <dgm:t>
        <a:bodyPr/>
        <a:lstStyle/>
        <a:p>
          <a:r>
            <a:rPr lang="en-US" sz="1800" dirty="0"/>
            <a:t>Hard working</a:t>
          </a:r>
        </a:p>
      </dgm:t>
    </dgm:pt>
    <dgm:pt modelId="{CE0FBF2A-3CC6-0B4B-8F70-D7DC9DC092E5}" type="parTrans" cxnId="{9DB6C73A-F86F-6C48-A033-C7D8346636BA}">
      <dgm:prSet/>
      <dgm:spPr/>
      <dgm:t>
        <a:bodyPr/>
        <a:lstStyle/>
        <a:p>
          <a:endParaRPr lang="en-US"/>
        </a:p>
      </dgm:t>
    </dgm:pt>
    <dgm:pt modelId="{05F3E008-A479-AB4A-B2DA-8BBF95702F10}" type="sibTrans" cxnId="{9DB6C73A-F86F-6C48-A033-C7D8346636BA}">
      <dgm:prSet/>
      <dgm:spPr/>
      <dgm:t>
        <a:bodyPr/>
        <a:lstStyle/>
        <a:p>
          <a:endParaRPr lang="en-US"/>
        </a:p>
      </dgm:t>
    </dgm:pt>
    <dgm:pt modelId="{4E7F7F0F-4FEC-3047-ACF5-CB01DFB0CF79}">
      <dgm:prSet phldrT="[Text]" custT="1"/>
      <dgm:spPr/>
      <dgm:t>
        <a:bodyPr/>
        <a:lstStyle/>
        <a:p>
          <a:r>
            <a:rPr lang="en-US" sz="2400" dirty="0">
              <a:solidFill>
                <a:schemeClr val="tx2"/>
              </a:solidFill>
            </a:rPr>
            <a:t>Negative Characteristics</a:t>
          </a:r>
        </a:p>
      </dgm:t>
    </dgm:pt>
    <dgm:pt modelId="{A42192DD-B7D6-4A44-AA76-62504071C774}" type="parTrans" cxnId="{81527B9B-1952-5840-B473-738799F98DA6}">
      <dgm:prSet/>
      <dgm:spPr/>
      <dgm:t>
        <a:bodyPr/>
        <a:lstStyle/>
        <a:p>
          <a:endParaRPr lang="en-US"/>
        </a:p>
      </dgm:t>
    </dgm:pt>
    <dgm:pt modelId="{63F33E86-6B5E-004E-AD00-30077D4446F4}" type="sibTrans" cxnId="{81527B9B-1952-5840-B473-738799F98DA6}">
      <dgm:prSet/>
      <dgm:spPr/>
      <dgm:t>
        <a:bodyPr/>
        <a:lstStyle/>
        <a:p>
          <a:endParaRPr lang="en-US"/>
        </a:p>
      </dgm:t>
    </dgm:pt>
    <dgm:pt modelId="{43427C31-2B81-9F47-8D2D-C14D43C4DF4F}">
      <dgm:prSet phldrT="[Text]" custT="1"/>
      <dgm:spPr/>
      <dgm:t>
        <a:bodyPr/>
        <a:lstStyle/>
        <a:p>
          <a:r>
            <a:rPr lang="en-US" sz="1800" dirty="0"/>
            <a:t>Perfectionistic</a:t>
          </a:r>
        </a:p>
      </dgm:t>
    </dgm:pt>
    <dgm:pt modelId="{5687CB65-060A-FA4A-9244-6EB81DBFA069}" type="parTrans" cxnId="{9DB4B1F3-1E1E-7340-985F-3E1D28C7ABD6}">
      <dgm:prSet/>
      <dgm:spPr/>
      <dgm:t>
        <a:bodyPr/>
        <a:lstStyle/>
        <a:p>
          <a:endParaRPr lang="en-US"/>
        </a:p>
      </dgm:t>
    </dgm:pt>
    <dgm:pt modelId="{8AE5CB6C-AD30-134D-B3FA-8334DE02DCBF}" type="sibTrans" cxnId="{9DB4B1F3-1E1E-7340-985F-3E1D28C7ABD6}">
      <dgm:prSet/>
      <dgm:spPr/>
      <dgm:t>
        <a:bodyPr/>
        <a:lstStyle/>
        <a:p>
          <a:endParaRPr lang="en-US"/>
        </a:p>
      </dgm:t>
    </dgm:pt>
    <dgm:pt modelId="{FEB3F433-B7FA-B744-AA07-5AB5478DE3B4}">
      <dgm:prSet phldrT="[Text]" custT="1"/>
      <dgm:spPr/>
      <dgm:t>
        <a:bodyPr/>
        <a:lstStyle/>
        <a:p>
          <a:r>
            <a:rPr lang="en-US" sz="1800" dirty="0"/>
            <a:t>“Workaholics”</a:t>
          </a:r>
        </a:p>
      </dgm:t>
    </dgm:pt>
    <dgm:pt modelId="{39DC22F1-A5A7-564A-8B20-9C74675DF538}" type="parTrans" cxnId="{4FDE063B-508E-F044-AC23-EFA657D4CCBD}">
      <dgm:prSet/>
      <dgm:spPr/>
      <dgm:t>
        <a:bodyPr/>
        <a:lstStyle/>
        <a:p>
          <a:endParaRPr lang="en-US"/>
        </a:p>
      </dgm:t>
    </dgm:pt>
    <dgm:pt modelId="{0A858518-5570-E341-93D1-E1F412DAA58D}" type="sibTrans" cxnId="{4FDE063B-508E-F044-AC23-EFA657D4CCBD}">
      <dgm:prSet/>
      <dgm:spPr/>
      <dgm:t>
        <a:bodyPr/>
        <a:lstStyle/>
        <a:p>
          <a:endParaRPr lang="en-US"/>
        </a:p>
      </dgm:t>
    </dgm:pt>
    <dgm:pt modelId="{EA9058A5-FE1D-7044-86AA-6A787F44597D}">
      <dgm:prSet phldrT="[Text]" custT="1"/>
      <dgm:spPr/>
      <dgm:t>
        <a:bodyPr/>
        <a:lstStyle/>
        <a:p>
          <a:r>
            <a:rPr lang="en-US" sz="1800" dirty="0"/>
            <a:t>Self-confident</a:t>
          </a:r>
        </a:p>
      </dgm:t>
    </dgm:pt>
    <dgm:pt modelId="{A871EFF4-5BDE-9840-9BAE-A79182908FD6}" type="parTrans" cxnId="{C1D821A0-F6DB-1F4E-9A78-58ECF5407C61}">
      <dgm:prSet/>
      <dgm:spPr/>
      <dgm:t>
        <a:bodyPr/>
        <a:lstStyle/>
        <a:p>
          <a:endParaRPr lang="en-US"/>
        </a:p>
      </dgm:t>
    </dgm:pt>
    <dgm:pt modelId="{FAAEC1A1-6F8C-2445-BB2C-99EBAD16E276}" type="sibTrans" cxnId="{C1D821A0-F6DB-1F4E-9A78-58ECF5407C61}">
      <dgm:prSet/>
      <dgm:spPr/>
      <dgm:t>
        <a:bodyPr/>
        <a:lstStyle/>
        <a:p>
          <a:endParaRPr lang="en-US"/>
        </a:p>
      </dgm:t>
    </dgm:pt>
    <dgm:pt modelId="{07746FA1-989B-DB48-9851-9BEE48284CF9}">
      <dgm:prSet phldrT="[Text]" custT="1"/>
      <dgm:spPr/>
      <dgm:t>
        <a:bodyPr/>
        <a:lstStyle/>
        <a:p>
          <a:r>
            <a:rPr lang="en-US" sz="1800" dirty="0"/>
            <a:t>Determined</a:t>
          </a:r>
        </a:p>
      </dgm:t>
    </dgm:pt>
    <dgm:pt modelId="{F29F1BB0-57A7-3B46-B0E0-AA3C91CA4583}" type="parTrans" cxnId="{49AFCF24-7977-4344-A6B0-0637236A01E0}">
      <dgm:prSet/>
      <dgm:spPr/>
      <dgm:t>
        <a:bodyPr/>
        <a:lstStyle/>
        <a:p>
          <a:endParaRPr lang="en-US"/>
        </a:p>
      </dgm:t>
    </dgm:pt>
    <dgm:pt modelId="{3ED6BBDA-2972-B24D-835B-BAEE310AE1DC}" type="sibTrans" cxnId="{49AFCF24-7977-4344-A6B0-0637236A01E0}">
      <dgm:prSet/>
      <dgm:spPr/>
      <dgm:t>
        <a:bodyPr/>
        <a:lstStyle/>
        <a:p>
          <a:endParaRPr lang="en-US"/>
        </a:p>
      </dgm:t>
    </dgm:pt>
    <dgm:pt modelId="{CA9E71DA-DB1E-A040-B6A3-BDF2BEA87AB7}">
      <dgm:prSet phldrT="[Text]" custT="1"/>
      <dgm:spPr/>
      <dgm:t>
        <a:bodyPr/>
        <a:lstStyle/>
        <a:p>
          <a:r>
            <a:rPr lang="en-US" sz="1800" dirty="0"/>
            <a:t>Unfriendly</a:t>
          </a:r>
        </a:p>
      </dgm:t>
    </dgm:pt>
    <dgm:pt modelId="{9DDEF584-2DC6-5A40-AE74-A400F07BF60E}" type="parTrans" cxnId="{62E2B2F6-819F-2C42-835E-E09BEF37F09B}">
      <dgm:prSet/>
      <dgm:spPr/>
      <dgm:t>
        <a:bodyPr/>
        <a:lstStyle/>
        <a:p>
          <a:endParaRPr lang="en-US"/>
        </a:p>
      </dgm:t>
    </dgm:pt>
    <dgm:pt modelId="{E20428EE-0FDB-9141-AF57-75F40F34053E}" type="sibTrans" cxnId="{62E2B2F6-819F-2C42-835E-E09BEF37F09B}">
      <dgm:prSet/>
      <dgm:spPr/>
      <dgm:t>
        <a:bodyPr/>
        <a:lstStyle/>
        <a:p>
          <a:endParaRPr lang="en-US"/>
        </a:p>
      </dgm:t>
    </dgm:pt>
    <dgm:pt modelId="{5BCE2010-8967-1D4E-B352-14C1E6E653D4}">
      <dgm:prSet phldrT="[Text]" custT="1"/>
      <dgm:spPr/>
      <dgm:t>
        <a:bodyPr/>
        <a:lstStyle/>
        <a:p>
          <a:r>
            <a:rPr lang="en-US" sz="1800" dirty="0"/>
            <a:t>Aggressive</a:t>
          </a:r>
        </a:p>
      </dgm:t>
    </dgm:pt>
    <dgm:pt modelId="{DE92F640-DCDE-AA47-AD9A-450E8A934635}" type="parTrans" cxnId="{929840D6-A043-1342-BD6F-4E3E5B5F8A8C}">
      <dgm:prSet/>
      <dgm:spPr/>
      <dgm:t>
        <a:bodyPr/>
        <a:lstStyle/>
        <a:p>
          <a:endParaRPr lang="en-US"/>
        </a:p>
      </dgm:t>
    </dgm:pt>
    <dgm:pt modelId="{8122395A-87AC-AF4A-B180-0A573C161580}" type="sibTrans" cxnId="{929840D6-A043-1342-BD6F-4E3E5B5F8A8C}">
      <dgm:prSet/>
      <dgm:spPr/>
      <dgm:t>
        <a:bodyPr/>
        <a:lstStyle/>
        <a:p>
          <a:endParaRPr lang="en-US"/>
        </a:p>
      </dgm:t>
    </dgm:pt>
    <dgm:pt modelId="{9429BD9B-01B4-734C-B19D-77FE45B5850E}">
      <dgm:prSet phldrT="[Text]" custT="1"/>
      <dgm:spPr/>
      <dgm:t>
        <a:bodyPr/>
        <a:lstStyle/>
        <a:p>
          <a:r>
            <a:rPr lang="en-US" sz="1800" dirty="0"/>
            <a:t>Competitive </a:t>
          </a:r>
        </a:p>
      </dgm:t>
    </dgm:pt>
    <dgm:pt modelId="{4BCC8418-52A0-C448-B5FC-73D56B630921}" type="parTrans" cxnId="{21882ED4-9660-C44C-A31B-2024937138C5}">
      <dgm:prSet/>
      <dgm:spPr/>
      <dgm:t>
        <a:bodyPr/>
        <a:lstStyle/>
        <a:p>
          <a:endParaRPr lang="en-US"/>
        </a:p>
      </dgm:t>
    </dgm:pt>
    <dgm:pt modelId="{D981BB0F-92BA-4346-8889-D133BDAF9753}" type="sibTrans" cxnId="{21882ED4-9660-C44C-A31B-2024937138C5}">
      <dgm:prSet/>
      <dgm:spPr/>
      <dgm:t>
        <a:bodyPr/>
        <a:lstStyle/>
        <a:p>
          <a:endParaRPr lang="en-US"/>
        </a:p>
      </dgm:t>
    </dgm:pt>
    <dgm:pt modelId="{D0B9E3F8-9143-1244-BDDC-8842CFEA9E9E}" type="pres">
      <dgm:prSet presAssocID="{A43DEE3D-4C44-EF43-98C8-6BFA2866E333}" presName="Name0" presStyleCnt="0">
        <dgm:presLayoutVars>
          <dgm:dir/>
          <dgm:animLvl val="lvl"/>
          <dgm:resizeHandles val="exact"/>
        </dgm:presLayoutVars>
      </dgm:prSet>
      <dgm:spPr/>
    </dgm:pt>
    <dgm:pt modelId="{3EEDD422-6798-BA46-BE7D-C633CB9E0A27}" type="pres">
      <dgm:prSet presAssocID="{0E51699E-1972-074E-88E6-129C6E9AA560}" presName="composite" presStyleCnt="0"/>
      <dgm:spPr/>
    </dgm:pt>
    <dgm:pt modelId="{E1274DCA-2515-3444-91B7-5171E229286E}" type="pres">
      <dgm:prSet presAssocID="{0E51699E-1972-074E-88E6-129C6E9AA560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67C36D03-21C4-9042-ABDF-F27C298844ED}" type="pres">
      <dgm:prSet presAssocID="{0E51699E-1972-074E-88E6-129C6E9AA560}" presName="desTx" presStyleLbl="alignAccFollowNode1" presStyleIdx="0" presStyleCnt="2">
        <dgm:presLayoutVars>
          <dgm:bulletEnabled val="1"/>
        </dgm:presLayoutVars>
      </dgm:prSet>
      <dgm:spPr/>
    </dgm:pt>
    <dgm:pt modelId="{3F63832D-F3FE-5E4B-8A6F-0B187417B2D8}" type="pres">
      <dgm:prSet presAssocID="{5260F916-05C4-C34C-9153-1684D6DDFC9E}" presName="space" presStyleCnt="0"/>
      <dgm:spPr/>
    </dgm:pt>
    <dgm:pt modelId="{2DB87672-69C1-8C48-ACC7-AA80D8837801}" type="pres">
      <dgm:prSet presAssocID="{4E7F7F0F-4FEC-3047-ACF5-CB01DFB0CF79}" presName="composite" presStyleCnt="0"/>
      <dgm:spPr/>
    </dgm:pt>
    <dgm:pt modelId="{A3106C06-F90C-2F43-9E07-8A0D46BCE972}" type="pres">
      <dgm:prSet presAssocID="{4E7F7F0F-4FEC-3047-ACF5-CB01DFB0CF79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B1E3CD66-B65B-0A4B-B782-A77DC9825FAA}" type="pres">
      <dgm:prSet presAssocID="{4E7F7F0F-4FEC-3047-ACF5-CB01DFB0CF79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30374B04-5E09-E647-9F20-3AECC6F89394}" type="presOf" srcId="{3FD37E41-FA38-F646-BBFE-B115E395EDA5}" destId="{67C36D03-21C4-9042-ABDF-F27C298844ED}" srcOrd="0" destOrd="1" presId="urn:microsoft.com/office/officeart/2005/8/layout/hList1"/>
    <dgm:cxn modelId="{7879A413-D635-534B-B343-8884616CB9B2}" type="presOf" srcId="{43427C31-2B81-9F47-8D2D-C14D43C4DF4F}" destId="{B1E3CD66-B65B-0A4B-B782-A77DC9825FAA}" srcOrd="0" destOrd="0" presId="urn:microsoft.com/office/officeart/2005/8/layout/hList1"/>
    <dgm:cxn modelId="{49AFCF24-7977-4344-A6B0-0637236A01E0}" srcId="{0E51699E-1972-074E-88E6-129C6E9AA560}" destId="{07746FA1-989B-DB48-9851-9BEE48284CF9}" srcOrd="3" destOrd="0" parTransId="{F29F1BB0-57A7-3B46-B0E0-AA3C91CA4583}" sibTransId="{3ED6BBDA-2972-B24D-835B-BAEE310AE1DC}"/>
    <dgm:cxn modelId="{99121239-3071-BA43-9E35-D3D133771045}" type="presOf" srcId="{CA9E71DA-DB1E-A040-B6A3-BDF2BEA87AB7}" destId="{B1E3CD66-B65B-0A4B-B782-A77DC9825FAA}" srcOrd="0" destOrd="2" presId="urn:microsoft.com/office/officeart/2005/8/layout/hList1"/>
    <dgm:cxn modelId="{9DB6C73A-F86F-6C48-A033-C7D8346636BA}" srcId="{0E51699E-1972-074E-88E6-129C6E9AA560}" destId="{3FD37E41-FA38-F646-BBFE-B115E395EDA5}" srcOrd="1" destOrd="0" parTransId="{CE0FBF2A-3CC6-0B4B-8F70-D7DC9DC092E5}" sibTransId="{05F3E008-A479-AB4A-B2DA-8BBF95702F10}"/>
    <dgm:cxn modelId="{4FDE063B-508E-F044-AC23-EFA657D4CCBD}" srcId="{4E7F7F0F-4FEC-3047-ACF5-CB01DFB0CF79}" destId="{FEB3F433-B7FA-B744-AA07-5AB5478DE3B4}" srcOrd="1" destOrd="0" parTransId="{39DC22F1-A5A7-564A-8B20-9C74675DF538}" sibTransId="{0A858518-5570-E341-93D1-E1F412DAA58D}"/>
    <dgm:cxn modelId="{4739F65E-5AC8-B643-9F3D-60063DE5A43C}" type="presOf" srcId="{F251FEC6-A3A4-8241-8714-6C5D109DB35E}" destId="{67C36D03-21C4-9042-ABDF-F27C298844ED}" srcOrd="0" destOrd="0" presId="urn:microsoft.com/office/officeart/2005/8/layout/hList1"/>
    <dgm:cxn modelId="{C39F5272-E730-FB4C-B178-6894E34A35A7}" type="presOf" srcId="{EA9058A5-FE1D-7044-86AA-6A787F44597D}" destId="{67C36D03-21C4-9042-ABDF-F27C298844ED}" srcOrd="0" destOrd="2" presId="urn:microsoft.com/office/officeart/2005/8/layout/hList1"/>
    <dgm:cxn modelId="{1FEB1E7D-00DB-254B-9D50-D2928626F60A}" type="presOf" srcId="{4E7F7F0F-4FEC-3047-ACF5-CB01DFB0CF79}" destId="{A3106C06-F90C-2F43-9E07-8A0D46BCE972}" srcOrd="0" destOrd="0" presId="urn:microsoft.com/office/officeart/2005/8/layout/hList1"/>
    <dgm:cxn modelId="{96572093-F66D-6A4D-A697-71862E43508C}" type="presOf" srcId="{9429BD9B-01B4-734C-B19D-77FE45B5850E}" destId="{B1E3CD66-B65B-0A4B-B782-A77DC9825FAA}" srcOrd="0" destOrd="4" presId="urn:microsoft.com/office/officeart/2005/8/layout/hList1"/>
    <dgm:cxn modelId="{81527B9B-1952-5840-B473-738799F98DA6}" srcId="{A43DEE3D-4C44-EF43-98C8-6BFA2866E333}" destId="{4E7F7F0F-4FEC-3047-ACF5-CB01DFB0CF79}" srcOrd="1" destOrd="0" parTransId="{A42192DD-B7D6-4A44-AA76-62504071C774}" sibTransId="{63F33E86-6B5E-004E-AD00-30077D4446F4}"/>
    <dgm:cxn modelId="{C1D821A0-F6DB-1F4E-9A78-58ECF5407C61}" srcId="{0E51699E-1972-074E-88E6-129C6E9AA560}" destId="{EA9058A5-FE1D-7044-86AA-6A787F44597D}" srcOrd="2" destOrd="0" parTransId="{A871EFF4-5BDE-9840-9BAE-A79182908FD6}" sibTransId="{FAAEC1A1-6F8C-2445-BB2C-99EBAD16E276}"/>
    <dgm:cxn modelId="{C763B9A4-A1B8-AF45-B3BB-D8D61FF79326}" type="presOf" srcId="{FEB3F433-B7FA-B744-AA07-5AB5478DE3B4}" destId="{B1E3CD66-B65B-0A4B-B782-A77DC9825FAA}" srcOrd="0" destOrd="1" presId="urn:microsoft.com/office/officeart/2005/8/layout/hList1"/>
    <dgm:cxn modelId="{E36B3DAE-B3C9-E245-9895-C466DDCF702B}" srcId="{A43DEE3D-4C44-EF43-98C8-6BFA2866E333}" destId="{0E51699E-1972-074E-88E6-129C6E9AA560}" srcOrd="0" destOrd="0" parTransId="{65BDC941-C798-C84D-834F-A4A8A7E477D7}" sibTransId="{5260F916-05C4-C34C-9153-1684D6DDFC9E}"/>
    <dgm:cxn modelId="{AECF19BB-5297-E64D-AE11-EDD58AD34C31}" type="presOf" srcId="{07746FA1-989B-DB48-9851-9BEE48284CF9}" destId="{67C36D03-21C4-9042-ABDF-F27C298844ED}" srcOrd="0" destOrd="3" presId="urn:microsoft.com/office/officeart/2005/8/layout/hList1"/>
    <dgm:cxn modelId="{21882ED4-9660-C44C-A31B-2024937138C5}" srcId="{4E7F7F0F-4FEC-3047-ACF5-CB01DFB0CF79}" destId="{9429BD9B-01B4-734C-B19D-77FE45B5850E}" srcOrd="4" destOrd="0" parTransId="{4BCC8418-52A0-C448-B5FC-73D56B630921}" sibTransId="{D981BB0F-92BA-4346-8889-D133BDAF9753}"/>
    <dgm:cxn modelId="{929840D6-A043-1342-BD6F-4E3E5B5F8A8C}" srcId="{4E7F7F0F-4FEC-3047-ACF5-CB01DFB0CF79}" destId="{5BCE2010-8967-1D4E-B352-14C1E6E653D4}" srcOrd="3" destOrd="0" parTransId="{DE92F640-DCDE-AA47-AD9A-450E8A934635}" sibTransId="{8122395A-87AC-AF4A-B180-0A573C161580}"/>
    <dgm:cxn modelId="{9A877CD6-3331-BA46-AA03-05BB89AE3E9A}" type="presOf" srcId="{A43DEE3D-4C44-EF43-98C8-6BFA2866E333}" destId="{D0B9E3F8-9143-1244-BDDC-8842CFEA9E9E}" srcOrd="0" destOrd="0" presId="urn:microsoft.com/office/officeart/2005/8/layout/hList1"/>
    <dgm:cxn modelId="{D01983E1-B215-C74C-BE14-A574BDFD6BD4}" type="presOf" srcId="{0E51699E-1972-074E-88E6-129C6E9AA560}" destId="{E1274DCA-2515-3444-91B7-5171E229286E}" srcOrd="0" destOrd="0" presId="urn:microsoft.com/office/officeart/2005/8/layout/hList1"/>
    <dgm:cxn modelId="{0CE31AE2-9238-A24C-9AC2-958757EA8548}" type="presOf" srcId="{5BCE2010-8967-1D4E-B352-14C1E6E653D4}" destId="{B1E3CD66-B65B-0A4B-B782-A77DC9825FAA}" srcOrd="0" destOrd="3" presId="urn:microsoft.com/office/officeart/2005/8/layout/hList1"/>
    <dgm:cxn modelId="{9DB4B1F3-1E1E-7340-985F-3E1D28C7ABD6}" srcId="{4E7F7F0F-4FEC-3047-ACF5-CB01DFB0CF79}" destId="{43427C31-2B81-9F47-8D2D-C14D43C4DF4F}" srcOrd="0" destOrd="0" parTransId="{5687CB65-060A-FA4A-9244-6EB81DBFA069}" sibTransId="{8AE5CB6C-AD30-134D-B3FA-8334DE02DCBF}"/>
    <dgm:cxn modelId="{62E2B2F6-819F-2C42-835E-E09BEF37F09B}" srcId="{4E7F7F0F-4FEC-3047-ACF5-CB01DFB0CF79}" destId="{CA9E71DA-DB1E-A040-B6A3-BDF2BEA87AB7}" srcOrd="2" destOrd="0" parTransId="{9DDEF584-2DC6-5A40-AE74-A400F07BF60E}" sibTransId="{E20428EE-0FDB-9141-AF57-75F40F34053E}"/>
    <dgm:cxn modelId="{8BC9BAFC-B7D6-3249-800C-D636EACFFCC6}" srcId="{0E51699E-1972-074E-88E6-129C6E9AA560}" destId="{F251FEC6-A3A4-8241-8714-6C5D109DB35E}" srcOrd="0" destOrd="0" parTransId="{C6FBA5E2-B3B3-1145-A98E-23BE70C2D2DC}" sibTransId="{790ED532-89E1-024A-BF4F-6164CE40D1C8}"/>
    <dgm:cxn modelId="{6A7DB264-C14C-B14F-A9D4-090D92256CB4}" type="presParOf" srcId="{D0B9E3F8-9143-1244-BDDC-8842CFEA9E9E}" destId="{3EEDD422-6798-BA46-BE7D-C633CB9E0A27}" srcOrd="0" destOrd="0" presId="urn:microsoft.com/office/officeart/2005/8/layout/hList1"/>
    <dgm:cxn modelId="{1E816B8B-4065-A74E-A2E4-2911D89B7D8D}" type="presParOf" srcId="{3EEDD422-6798-BA46-BE7D-C633CB9E0A27}" destId="{E1274DCA-2515-3444-91B7-5171E229286E}" srcOrd="0" destOrd="0" presId="urn:microsoft.com/office/officeart/2005/8/layout/hList1"/>
    <dgm:cxn modelId="{BA768A1D-7064-7C49-8541-3AA3E0B99766}" type="presParOf" srcId="{3EEDD422-6798-BA46-BE7D-C633CB9E0A27}" destId="{67C36D03-21C4-9042-ABDF-F27C298844ED}" srcOrd="1" destOrd="0" presId="urn:microsoft.com/office/officeart/2005/8/layout/hList1"/>
    <dgm:cxn modelId="{4D4374AC-F6F3-3348-8BE5-96AF0437F18C}" type="presParOf" srcId="{D0B9E3F8-9143-1244-BDDC-8842CFEA9E9E}" destId="{3F63832D-F3FE-5E4B-8A6F-0B187417B2D8}" srcOrd="1" destOrd="0" presId="urn:microsoft.com/office/officeart/2005/8/layout/hList1"/>
    <dgm:cxn modelId="{32800826-E702-8940-99AF-C5A1E39ADAD4}" type="presParOf" srcId="{D0B9E3F8-9143-1244-BDDC-8842CFEA9E9E}" destId="{2DB87672-69C1-8C48-ACC7-AA80D8837801}" srcOrd="2" destOrd="0" presId="urn:microsoft.com/office/officeart/2005/8/layout/hList1"/>
    <dgm:cxn modelId="{7357C705-AD55-F249-82A2-895DE79B1BC8}" type="presParOf" srcId="{2DB87672-69C1-8C48-ACC7-AA80D8837801}" destId="{A3106C06-F90C-2F43-9E07-8A0D46BCE972}" srcOrd="0" destOrd="0" presId="urn:microsoft.com/office/officeart/2005/8/layout/hList1"/>
    <dgm:cxn modelId="{324A2EF7-41F9-F04B-A8D9-6768FDC9E444}" type="presParOf" srcId="{2DB87672-69C1-8C48-ACC7-AA80D8837801}" destId="{B1E3CD66-B65B-0A4B-B782-A77DC9825FAA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56C0790-58A4-1741-8904-8631ED26A7B4}" type="doc">
      <dgm:prSet loTypeId="urn:microsoft.com/office/officeart/2005/8/layout/vList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2DF775D-2400-B545-9541-97E744C535B6}">
      <dgm:prSet phldrT="[Text]" custT="1"/>
      <dgm:spPr/>
      <dgm:t>
        <a:bodyPr/>
        <a:lstStyle/>
        <a:p>
          <a:r>
            <a:rPr lang="en-US" sz="2800" dirty="0">
              <a:solidFill>
                <a:schemeClr val="tx2"/>
              </a:solidFill>
            </a:rPr>
            <a:t>Positive Characteristics</a:t>
          </a:r>
        </a:p>
      </dgm:t>
    </dgm:pt>
    <dgm:pt modelId="{A73619DF-BC39-8047-B3F4-1AC8C5483CDD}" type="parTrans" cxnId="{AA2BFE55-2B34-0E44-9B73-8377C1E2FA3E}">
      <dgm:prSet/>
      <dgm:spPr/>
      <dgm:t>
        <a:bodyPr/>
        <a:lstStyle/>
        <a:p>
          <a:endParaRPr lang="en-US"/>
        </a:p>
      </dgm:t>
    </dgm:pt>
    <dgm:pt modelId="{1EA24701-5C7B-9843-B9DE-F47FAD48A620}" type="sibTrans" cxnId="{AA2BFE55-2B34-0E44-9B73-8377C1E2FA3E}">
      <dgm:prSet/>
      <dgm:spPr/>
      <dgm:t>
        <a:bodyPr/>
        <a:lstStyle/>
        <a:p>
          <a:endParaRPr lang="en-US"/>
        </a:p>
      </dgm:t>
    </dgm:pt>
    <dgm:pt modelId="{487E2311-E095-1440-88B6-C14B3C1F04D3}">
      <dgm:prSet phldrT="[Text]" custT="1"/>
      <dgm:spPr/>
      <dgm:t>
        <a:bodyPr/>
        <a:lstStyle/>
        <a:p>
          <a:r>
            <a:rPr lang="en-US" sz="1800" dirty="0"/>
            <a:t>Easy-going</a:t>
          </a:r>
        </a:p>
      </dgm:t>
    </dgm:pt>
    <dgm:pt modelId="{07A9E8A2-982F-884F-86CE-74070AFECC97}" type="parTrans" cxnId="{09025860-CFF3-ED48-A1F9-041ABC3D9550}">
      <dgm:prSet/>
      <dgm:spPr/>
      <dgm:t>
        <a:bodyPr/>
        <a:lstStyle/>
        <a:p>
          <a:endParaRPr lang="en-US"/>
        </a:p>
      </dgm:t>
    </dgm:pt>
    <dgm:pt modelId="{99B8F25B-24EA-3842-BF59-2A0BC46962C7}" type="sibTrans" cxnId="{09025860-CFF3-ED48-A1F9-041ABC3D9550}">
      <dgm:prSet/>
      <dgm:spPr/>
      <dgm:t>
        <a:bodyPr/>
        <a:lstStyle/>
        <a:p>
          <a:endParaRPr lang="en-US"/>
        </a:p>
      </dgm:t>
    </dgm:pt>
    <dgm:pt modelId="{64D27B65-B075-904E-A740-EE6F8A26C97F}">
      <dgm:prSet phldrT="[Text]" custT="1"/>
      <dgm:spPr/>
      <dgm:t>
        <a:bodyPr/>
        <a:lstStyle/>
        <a:p>
          <a:r>
            <a:rPr lang="en-US" sz="2800" dirty="0">
              <a:solidFill>
                <a:schemeClr val="tx2"/>
              </a:solidFill>
            </a:rPr>
            <a:t>Negative Characteristics</a:t>
          </a:r>
        </a:p>
      </dgm:t>
    </dgm:pt>
    <dgm:pt modelId="{043BA73A-02DE-0E48-B4EC-A66F5ACE287E}" type="parTrans" cxnId="{55227BE2-EE4A-0F48-8007-F8952D17A911}">
      <dgm:prSet/>
      <dgm:spPr/>
      <dgm:t>
        <a:bodyPr/>
        <a:lstStyle/>
        <a:p>
          <a:endParaRPr lang="en-US"/>
        </a:p>
      </dgm:t>
    </dgm:pt>
    <dgm:pt modelId="{5106F9F7-DD34-A244-9EF1-016A5ED0D692}" type="sibTrans" cxnId="{55227BE2-EE4A-0F48-8007-F8952D17A911}">
      <dgm:prSet/>
      <dgm:spPr/>
      <dgm:t>
        <a:bodyPr/>
        <a:lstStyle/>
        <a:p>
          <a:endParaRPr lang="en-US"/>
        </a:p>
      </dgm:t>
    </dgm:pt>
    <dgm:pt modelId="{AD084ECC-00EB-FA4C-B94C-FB3FAFD35CD0}">
      <dgm:prSet phldrT="[Text]" custT="1"/>
      <dgm:spPr/>
      <dgm:t>
        <a:bodyPr/>
        <a:lstStyle/>
        <a:p>
          <a:r>
            <a:rPr lang="en-US" sz="1800" dirty="0"/>
            <a:t>Avoids hard work</a:t>
          </a:r>
        </a:p>
      </dgm:t>
    </dgm:pt>
    <dgm:pt modelId="{2F39AAE8-4BE4-7D49-9322-04351BE58260}" type="parTrans" cxnId="{8AFFD2EE-D8EE-534A-B396-5856908E0713}">
      <dgm:prSet/>
      <dgm:spPr/>
      <dgm:t>
        <a:bodyPr/>
        <a:lstStyle/>
        <a:p>
          <a:endParaRPr lang="en-US"/>
        </a:p>
      </dgm:t>
    </dgm:pt>
    <dgm:pt modelId="{4972021F-D275-3740-A229-DAC092C64FB4}" type="sibTrans" cxnId="{8AFFD2EE-D8EE-534A-B396-5856908E0713}">
      <dgm:prSet/>
      <dgm:spPr/>
      <dgm:t>
        <a:bodyPr/>
        <a:lstStyle/>
        <a:p>
          <a:endParaRPr lang="en-US"/>
        </a:p>
      </dgm:t>
    </dgm:pt>
    <dgm:pt modelId="{8406FF4E-0039-814E-A1E6-7209015D4423}">
      <dgm:prSet phldrT="[Text]" custT="1"/>
      <dgm:spPr/>
      <dgm:t>
        <a:bodyPr/>
        <a:lstStyle/>
        <a:p>
          <a:r>
            <a:rPr lang="en-US" sz="1800" dirty="0"/>
            <a:t>Procrastinate </a:t>
          </a:r>
        </a:p>
      </dgm:t>
    </dgm:pt>
    <dgm:pt modelId="{9CD50147-5BC5-7E43-9792-07E395929C9D}" type="parTrans" cxnId="{0B8E3BFB-7D57-E842-8028-433558DC8ABA}">
      <dgm:prSet/>
      <dgm:spPr/>
      <dgm:t>
        <a:bodyPr/>
        <a:lstStyle/>
        <a:p>
          <a:endParaRPr lang="en-US"/>
        </a:p>
      </dgm:t>
    </dgm:pt>
    <dgm:pt modelId="{7F8328FC-9E60-3642-9292-E4FACD98CFD6}" type="sibTrans" cxnId="{0B8E3BFB-7D57-E842-8028-433558DC8ABA}">
      <dgm:prSet/>
      <dgm:spPr/>
      <dgm:t>
        <a:bodyPr/>
        <a:lstStyle/>
        <a:p>
          <a:endParaRPr lang="en-US"/>
        </a:p>
      </dgm:t>
    </dgm:pt>
    <dgm:pt modelId="{36DF30B1-1167-ED4E-A22A-D280B8731D77}">
      <dgm:prSet phldrT="[Text]" custT="1"/>
      <dgm:spPr/>
      <dgm:t>
        <a:bodyPr/>
        <a:lstStyle/>
        <a:p>
          <a:r>
            <a:rPr lang="en-US" sz="1800" dirty="0"/>
            <a:t>Social</a:t>
          </a:r>
        </a:p>
      </dgm:t>
    </dgm:pt>
    <dgm:pt modelId="{E1CD2331-DB54-7C4E-802C-7E0B0D143CC2}" type="parTrans" cxnId="{C4EE765E-908E-7442-B948-50854AA70ECF}">
      <dgm:prSet/>
      <dgm:spPr/>
      <dgm:t>
        <a:bodyPr/>
        <a:lstStyle/>
        <a:p>
          <a:endParaRPr lang="en-US"/>
        </a:p>
      </dgm:t>
    </dgm:pt>
    <dgm:pt modelId="{DFFFE368-D44D-254B-9733-9975B525D04D}" type="sibTrans" cxnId="{C4EE765E-908E-7442-B948-50854AA70ECF}">
      <dgm:prSet/>
      <dgm:spPr/>
      <dgm:t>
        <a:bodyPr/>
        <a:lstStyle/>
        <a:p>
          <a:endParaRPr lang="en-US"/>
        </a:p>
      </dgm:t>
    </dgm:pt>
    <dgm:pt modelId="{A5960A57-7D40-3A49-AE6A-225F689DDE02}">
      <dgm:prSet phldrT="[Text]" custT="1"/>
      <dgm:spPr/>
      <dgm:t>
        <a:bodyPr/>
        <a:lstStyle/>
        <a:p>
          <a:r>
            <a:rPr lang="en-US" sz="1800" dirty="0"/>
            <a:t>Patient</a:t>
          </a:r>
        </a:p>
      </dgm:t>
    </dgm:pt>
    <dgm:pt modelId="{CCBCF88A-86A4-4F49-8836-A490E16ACE13}" type="parTrans" cxnId="{BE1B3FA0-62F3-314B-A560-70CB2E1EE5E8}">
      <dgm:prSet/>
      <dgm:spPr/>
      <dgm:t>
        <a:bodyPr/>
        <a:lstStyle/>
        <a:p>
          <a:endParaRPr lang="en-US"/>
        </a:p>
      </dgm:t>
    </dgm:pt>
    <dgm:pt modelId="{CEBAE5F6-B62B-994F-B03D-C2E3BDDFCC11}" type="sibTrans" cxnId="{BE1B3FA0-62F3-314B-A560-70CB2E1EE5E8}">
      <dgm:prSet/>
      <dgm:spPr/>
      <dgm:t>
        <a:bodyPr/>
        <a:lstStyle/>
        <a:p>
          <a:endParaRPr lang="en-US"/>
        </a:p>
      </dgm:t>
    </dgm:pt>
    <dgm:pt modelId="{0EEF7362-DB45-5948-A2EF-6EA32DCF1E86}">
      <dgm:prSet phldrT="[Text]" custT="1"/>
      <dgm:spPr/>
      <dgm:t>
        <a:bodyPr/>
        <a:lstStyle/>
        <a:p>
          <a:r>
            <a:rPr lang="en-US" sz="1800" dirty="0"/>
            <a:t>Relaxed</a:t>
          </a:r>
        </a:p>
      </dgm:t>
    </dgm:pt>
    <dgm:pt modelId="{7DD69FBF-5D9D-E249-A1C2-3E9839FFCFD1}" type="parTrans" cxnId="{9B22449A-DB6C-094C-B4F3-58485AAADEAF}">
      <dgm:prSet/>
      <dgm:spPr/>
      <dgm:t>
        <a:bodyPr/>
        <a:lstStyle/>
        <a:p>
          <a:endParaRPr lang="en-US"/>
        </a:p>
      </dgm:t>
    </dgm:pt>
    <dgm:pt modelId="{00BE4FB1-001E-174D-8992-A2DE30125C77}" type="sibTrans" cxnId="{9B22449A-DB6C-094C-B4F3-58485AAADEAF}">
      <dgm:prSet/>
      <dgm:spPr/>
      <dgm:t>
        <a:bodyPr/>
        <a:lstStyle/>
        <a:p>
          <a:endParaRPr lang="en-US"/>
        </a:p>
      </dgm:t>
    </dgm:pt>
    <dgm:pt modelId="{D203C70A-D521-A745-B9BF-F1F0BA9BAFE8}" type="pres">
      <dgm:prSet presAssocID="{D56C0790-58A4-1741-8904-8631ED26A7B4}" presName="linear" presStyleCnt="0">
        <dgm:presLayoutVars>
          <dgm:animLvl val="lvl"/>
          <dgm:resizeHandles val="exact"/>
        </dgm:presLayoutVars>
      </dgm:prSet>
      <dgm:spPr/>
    </dgm:pt>
    <dgm:pt modelId="{0C3A23F0-E4E0-2449-B955-EC117BDD9C76}" type="pres">
      <dgm:prSet presAssocID="{42DF775D-2400-B545-9541-97E744C535B6}" presName="parentText" presStyleLbl="node1" presStyleIdx="0" presStyleCnt="2" custScaleX="70800" custScaleY="57014">
        <dgm:presLayoutVars>
          <dgm:chMax val="0"/>
          <dgm:bulletEnabled val="1"/>
        </dgm:presLayoutVars>
      </dgm:prSet>
      <dgm:spPr/>
    </dgm:pt>
    <dgm:pt modelId="{90E711C2-29E8-F440-B175-45C6D82E894B}" type="pres">
      <dgm:prSet presAssocID="{42DF775D-2400-B545-9541-97E744C535B6}" presName="childText" presStyleLbl="revTx" presStyleIdx="0" presStyleCnt="2" custScaleX="71100" custLinFactNeighborY="1904">
        <dgm:presLayoutVars>
          <dgm:bulletEnabled val="1"/>
        </dgm:presLayoutVars>
      </dgm:prSet>
      <dgm:spPr/>
    </dgm:pt>
    <dgm:pt modelId="{4E845A4B-6F33-344D-AA45-D5DA89ABFB2D}" type="pres">
      <dgm:prSet presAssocID="{64D27B65-B075-904E-A740-EE6F8A26C97F}" presName="parentText" presStyleLbl="node1" presStyleIdx="1" presStyleCnt="2" custScaleX="69900" custScaleY="54653">
        <dgm:presLayoutVars>
          <dgm:chMax val="0"/>
          <dgm:bulletEnabled val="1"/>
        </dgm:presLayoutVars>
      </dgm:prSet>
      <dgm:spPr/>
    </dgm:pt>
    <dgm:pt modelId="{A9886EDB-40C9-BD49-9B64-DDCC07CDC295}" type="pres">
      <dgm:prSet presAssocID="{64D27B65-B075-904E-A740-EE6F8A26C97F}" presName="childText" presStyleLbl="revTx" presStyleIdx="1" presStyleCnt="2" custScaleX="69900" custLinFactNeighborY="6012">
        <dgm:presLayoutVars>
          <dgm:bulletEnabled val="1"/>
        </dgm:presLayoutVars>
      </dgm:prSet>
      <dgm:spPr/>
    </dgm:pt>
  </dgm:ptLst>
  <dgm:cxnLst>
    <dgm:cxn modelId="{BCE3AD23-7B57-944F-A609-F35366F7103B}" type="presOf" srcId="{8406FF4E-0039-814E-A1E6-7209015D4423}" destId="{A9886EDB-40C9-BD49-9B64-DDCC07CDC295}" srcOrd="0" destOrd="1" presId="urn:microsoft.com/office/officeart/2005/8/layout/vList2"/>
    <dgm:cxn modelId="{AECA174B-4C95-BD4C-B8FA-389DF82A173B}" type="presOf" srcId="{AD084ECC-00EB-FA4C-B94C-FB3FAFD35CD0}" destId="{A9886EDB-40C9-BD49-9B64-DDCC07CDC295}" srcOrd="0" destOrd="0" presId="urn:microsoft.com/office/officeart/2005/8/layout/vList2"/>
    <dgm:cxn modelId="{AA2BFE55-2B34-0E44-9B73-8377C1E2FA3E}" srcId="{D56C0790-58A4-1741-8904-8631ED26A7B4}" destId="{42DF775D-2400-B545-9541-97E744C535B6}" srcOrd="0" destOrd="0" parTransId="{A73619DF-BC39-8047-B3F4-1AC8C5483CDD}" sibTransId="{1EA24701-5C7B-9843-B9DE-F47FAD48A620}"/>
    <dgm:cxn modelId="{C4EE765E-908E-7442-B948-50854AA70ECF}" srcId="{42DF775D-2400-B545-9541-97E744C535B6}" destId="{36DF30B1-1167-ED4E-A22A-D280B8731D77}" srcOrd="1" destOrd="0" parTransId="{E1CD2331-DB54-7C4E-802C-7E0B0D143CC2}" sibTransId="{DFFFE368-D44D-254B-9733-9975B525D04D}"/>
    <dgm:cxn modelId="{09025860-CFF3-ED48-A1F9-041ABC3D9550}" srcId="{42DF775D-2400-B545-9541-97E744C535B6}" destId="{487E2311-E095-1440-88B6-C14B3C1F04D3}" srcOrd="0" destOrd="0" parTransId="{07A9E8A2-982F-884F-86CE-74070AFECC97}" sibTransId="{99B8F25B-24EA-3842-BF59-2A0BC46962C7}"/>
    <dgm:cxn modelId="{C7093E83-E5DC-1D46-AF6F-C76B4EA7A1FC}" type="presOf" srcId="{D56C0790-58A4-1741-8904-8631ED26A7B4}" destId="{D203C70A-D521-A745-B9BF-F1F0BA9BAFE8}" srcOrd="0" destOrd="0" presId="urn:microsoft.com/office/officeart/2005/8/layout/vList2"/>
    <dgm:cxn modelId="{B7DF0E85-10C1-604A-A9CC-02FA6B9AFBCE}" type="presOf" srcId="{42DF775D-2400-B545-9541-97E744C535B6}" destId="{0C3A23F0-E4E0-2449-B955-EC117BDD9C76}" srcOrd="0" destOrd="0" presId="urn:microsoft.com/office/officeart/2005/8/layout/vList2"/>
    <dgm:cxn modelId="{9B22449A-DB6C-094C-B4F3-58485AAADEAF}" srcId="{42DF775D-2400-B545-9541-97E744C535B6}" destId="{0EEF7362-DB45-5948-A2EF-6EA32DCF1E86}" srcOrd="3" destOrd="0" parTransId="{7DD69FBF-5D9D-E249-A1C2-3E9839FFCFD1}" sibTransId="{00BE4FB1-001E-174D-8992-A2DE30125C77}"/>
    <dgm:cxn modelId="{BE1B3FA0-62F3-314B-A560-70CB2E1EE5E8}" srcId="{42DF775D-2400-B545-9541-97E744C535B6}" destId="{A5960A57-7D40-3A49-AE6A-225F689DDE02}" srcOrd="2" destOrd="0" parTransId="{CCBCF88A-86A4-4F49-8836-A490E16ACE13}" sibTransId="{CEBAE5F6-B62B-994F-B03D-C2E3BDDFCC11}"/>
    <dgm:cxn modelId="{79124AA8-289A-F449-BEB1-FA248D9CD03C}" type="presOf" srcId="{0EEF7362-DB45-5948-A2EF-6EA32DCF1E86}" destId="{90E711C2-29E8-F440-B175-45C6D82E894B}" srcOrd="0" destOrd="3" presId="urn:microsoft.com/office/officeart/2005/8/layout/vList2"/>
    <dgm:cxn modelId="{901F2DB5-59B1-2A45-9FC0-E5BDCE061214}" type="presOf" srcId="{36DF30B1-1167-ED4E-A22A-D280B8731D77}" destId="{90E711C2-29E8-F440-B175-45C6D82E894B}" srcOrd="0" destOrd="1" presId="urn:microsoft.com/office/officeart/2005/8/layout/vList2"/>
    <dgm:cxn modelId="{55227BE2-EE4A-0F48-8007-F8952D17A911}" srcId="{D56C0790-58A4-1741-8904-8631ED26A7B4}" destId="{64D27B65-B075-904E-A740-EE6F8A26C97F}" srcOrd="1" destOrd="0" parTransId="{043BA73A-02DE-0E48-B4EC-A66F5ACE287E}" sibTransId="{5106F9F7-DD34-A244-9EF1-016A5ED0D692}"/>
    <dgm:cxn modelId="{C1DAB4E3-3B59-AE4E-AB87-DA90894AE023}" type="presOf" srcId="{A5960A57-7D40-3A49-AE6A-225F689DDE02}" destId="{90E711C2-29E8-F440-B175-45C6D82E894B}" srcOrd="0" destOrd="2" presId="urn:microsoft.com/office/officeart/2005/8/layout/vList2"/>
    <dgm:cxn modelId="{8AFFD2EE-D8EE-534A-B396-5856908E0713}" srcId="{64D27B65-B075-904E-A740-EE6F8A26C97F}" destId="{AD084ECC-00EB-FA4C-B94C-FB3FAFD35CD0}" srcOrd="0" destOrd="0" parTransId="{2F39AAE8-4BE4-7D49-9322-04351BE58260}" sibTransId="{4972021F-D275-3740-A229-DAC092C64FB4}"/>
    <dgm:cxn modelId="{1CD89DF0-4B1B-A14C-A8B2-0C98B0E80428}" type="presOf" srcId="{487E2311-E095-1440-88B6-C14B3C1F04D3}" destId="{90E711C2-29E8-F440-B175-45C6D82E894B}" srcOrd="0" destOrd="0" presId="urn:microsoft.com/office/officeart/2005/8/layout/vList2"/>
    <dgm:cxn modelId="{7762C0F4-C66D-0E47-8381-97D80070C8C2}" type="presOf" srcId="{64D27B65-B075-904E-A740-EE6F8A26C97F}" destId="{4E845A4B-6F33-344D-AA45-D5DA89ABFB2D}" srcOrd="0" destOrd="0" presId="urn:microsoft.com/office/officeart/2005/8/layout/vList2"/>
    <dgm:cxn modelId="{0B8E3BFB-7D57-E842-8028-433558DC8ABA}" srcId="{64D27B65-B075-904E-A740-EE6F8A26C97F}" destId="{8406FF4E-0039-814E-A1E6-7209015D4423}" srcOrd="1" destOrd="0" parTransId="{9CD50147-5BC5-7E43-9792-07E395929C9D}" sibTransId="{7F8328FC-9E60-3642-9292-E4FACD98CFD6}"/>
    <dgm:cxn modelId="{9988E1BE-3CD9-BE47-AB93-AB1EA797A80C}" type="presParOf" srcId="{D203C70A-D521-A745-B9BF-F1F0BA9BAFE8}" destId="{0C3A23F0-E4E0-2449-B955-EC117BDD9C76}" srcOrd="0" destOrd="0" presId="urn:microsoft.com/office/officeart/2005/8/layout/vList2"/>
    <dgm:cxn modelId="{7B6AAAA8-E78B-C24D-AE1B-62D60AD8FD43}" type="presParOf" srcId="{D203C70A-D521-A745-B9BF-F1F0BA9BAFE8}" destId="{90E711C2-29E8-F440-B175-45C6D82E894B}" srcOrd="1" destOrd="0" presId="urn:microsoft.com/office/officeart/2005/8/layout/vList2"/>
    <dgm:cxn modelId="{8E4A1EB7-1073-7C43-8F0C-C911F472827E}" type="presParOf" srcId="{D203C70A-D521-A745-B9BF-F1F0BA9BAFE8}" destId="{4E845A4B-6F33-344D-AA45-D5DA89ABFB2D}" srcOrd="2" destOrd="0" presId="urn:microsoft.com/office/officeart/2005/8/layout/vList2"/>
    <dgm:cxn modelId="{270CDD59-F088-FC41-B9DF-43D9EC8CEB0B}" type="presParOf" srcId="{D203C70A-D521-A745-B9BF-F1F0BA9BAFE8}" destId="{A9886EDB-40C9-BD49-9B64-DDCC07CDC295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274DCA-2515-3444-91B7-5171E229286E}">
      <dsp:nvSpPr>
        <dsp:cNvPr id="0" name=""/>
        <dsp:cNvSpPr/>
      </dsp:nvSpPr>
      <dsp:spPr>
        <a:xfrm>
          <a:off x="29" y="10493"/>
          <a:ext cx="2848570" cy="1094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2"/>
              </a:solidFill>
            </a:rPr>
            <a:t>Positive Characteristics</a:t>
          </a:r>
        </a:p>
      </dsp:txBody>
      <dsp:txXfrm>
        <a:off x="29" y="10493"/>
        <a:ext cx="2848570" cy="1094400"/>
      </dsp:txXfrm>
    </dsp:sp>
    <dsp:sp modelId="{67C36D03-21C4-9042-ABDF-F27C298844ED}">
      <dsp:nvSpPr>
        <dsp:cNvPr id="0" name=""/>
        <dsp:cNvSpPr/>
      </dsp:nvSpPr>
      <dsp:spPr>
        <a:xfrm>
          <a:off x="29" y="1104894"/>
          <a:ext cx="2848570" cy="16689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Achievement Oriented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Hard working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Self-confident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Determined</a:t>
          </a:r>
        </a:p>
      </dsp:txBody>
      <dsp:txXfrm>
        <a:off x="29" y="1104894"/>
        <a:ext cx="2848570" cy="1668960"/>
      </dsp:txXfrm>
    </dsp:sp>
    <dsp:sp modelId="{A3106C06-F90C-2F43-9E07-8A0D46BCE972}">
      <dsp:nvSpPr>
        <dsp:cNvPr id="0" name=""/>
        <dsp:cNvSpPr/>
      </dsp:nvSpPr>
      <dsp:spPr>
        <a:xfrm>
          <a:off x="3247399" y="10493"/>
          <a:ext cx="2848570" cy="1094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2"/>
              </a:solidFill>
            </a:rPr>
            <a:t>Negative Characteristics</a:t>
          </a:r>
        </a:p>
      </dsp:txBody>
      <dsp:txXfrm>
        <a:off x="3247399" y="10493"/>
        <a:ext cx="2848570" cy="1094400"/>
      </dsp:txXfrm>
    </dsp:sp>
    <dsp:sp modelId="{B1E3CD66-B65B-0A4B-B782-A77DC9825FAA}">
      <dsp:nvSpPr>
        <dsp:cNvPr id="0" name=""/>
        <dsp:cNvSpPr/>
      </dsp:nvSpPr>
      <dsp:spPr>
        <a:xfrm>
          <a:off x="3247399" y="1104894"/>
          <a:ext cx="2848570" cy="16689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Perfectionistic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“Workaholics”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Unfriendly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Aggressive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Competitive </a:t>
          </a:r>
        </a:p>
      </dsp:txBody>
      <dsp:txXfrm>
        <a:off x="3247399" y="1104894"/>
        <a:ext cx="2848570" cy="16689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3A23F0-E4E0-2449-B955-EC117BDD9C76}">
      <dsp:nvSpPr>
        <dsp:cNvPr id="0" name=""/>
        <dsp:cNvSpPr/>
      </dsp:nvSpPr>
      <dsp:spPr>
        <a:xfrm>
          <a:off x="890015" y="225761"/>
          <a:ext cx="4315968" cy="6937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chemeClr val="tx2"/>
              </a:solidFill>
            </a:rPr>
            <a:t>Positive Characteristics</a:t>
          </a:r>
        </a:p>
      </dsp:txBody>
      <dsp:txXfrm>
        <a:off x="923881" y="259627"/>
        <a:ext cx="4248236" cy="626014"/>
      </dsp:txXfrm>
    </dsp:sp>
    <dsp:sp modelId="{90E711C2-29E8-F440-B175-45C6D82E894B}">
      <dsp:nvSpPr>
        <dsp:cNvPr id="0" name=""/>
        <dsp:cNvSpPr/>
      </dsp:nvSpPr>
      <dsp:spPr>
        <a:xfrm>
          <a:off x="880871" y="942675"/>
          <a:ext cx="4334256" cy="1177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3548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/>
            <a:t>Easy-going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/>
            <a:t>Social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/>
            <a:t>Patient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/>
            <a:t>Relaxed</a:t>
          </a:r>
        </a:p>
      </dsp:txBody>
      <dsp:txXfrm>
        <a:off x="880871" y="942675"/>
        <a:ext cx="4334256" cy="1177312"/>
      </dsp:txXfrm>
    </dsp:sp>
    <dsp:sp modelId="{4E845A4B-6F33-344D-AA45-D5DA89ABFB2D}">
      <dsp:nvSpPr>
        <dsp:cNvPr id="0" name=""/>
        <dsp:cNvSpPr/>
      </dsp:nvSpPr>
      <dsp:spPr>
        <a:xfrm>
          <a:off x="917447" y="2096820"/>
          <a:ext cx="4261104" cy="66501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chemeClr val="tx2"/>
              </a:solidFill>
            </a:rPr>
            <a:t>Negative Characteristics</a:t>
          </a:r>
        </a:p>
      </dsp:txBody>
      <dsp:txXfrm>
        <a:off x="949910" y="2129283"/>
        <a:ext cx="4196178" cy="600091"/>
      </dsp:txXfrm>
    </dsp:sp>
    <dsp:sp modelId="{A9886EDB-40C9-BD49-9B64-DDCC07CDC295}">
      <dsp:nvSpPr>
        <dsp:cNvPr id="0" name=""/>
        <dsp:cNvSpPr/>
      </dsp:nvSpPr>
      <dsp:spPr>
        <a:xfrm>
          <a:off x="917447" y="2834992"/>
          <a:ext cx="4261104" cy="107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3548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/>
            <a:t>Avoids hard work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/>
            <a:t>Procrastinate </a:t>
          </a:r>
        </a:p>
      </dsp:txBody>
      <dsp:txXfrm>
        <a:off x="917447" y="2834992"/>
        <a:ext cx="4261104" cy="10764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sycnet.apa.org/doi/10.1037/a0014996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25929f965a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25929f965a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6" name="Google Shape;946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5" name="Google Shape;1045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dirty="0" err="1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Rymarczyk</a:t>
            </a:r>
            <a:r>
              <a:rPr lang="en-U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 K, 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Turbacz</a:t>
            </a:r>
            <a:r>
              <a:rPr lang="en-U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 A, Strus W, 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Cieciuch</a:t>
            </a:r>
            <a:r>
              <a:rPr lang="en-U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 J. Type C Personality: Conceptual Refinement and Preliminary Operationalization. Front Psychol. 2020 Sep 16;11:552740. 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doi</a:t>
            </a:r>
            <a:r>
              <a:rPr lang="en-U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: 10.3389/fpsyg.2020.552740. PMID: 33041918; PMCID: PMC7525034.</a:t>
            </a: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259c7bd12a5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9" name="Google Shape;859;g259c7bd12a5_0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Ramanaiah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N. V., Sharpe, J. P., &amp;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Byravan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A. (1997). Type A behavior and the five-factor model of personality.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Psychological Reports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81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(2), 368-370.</a:t>
            </a:r>
          </a:p>
          <a:p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De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Fruyt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F., &amp;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Denollet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J. (2002). Type D personality: A five-factor model perspective.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Psychology and Health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17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(5), 671-683.</a:t>
            </a: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b="0" i="0" dirty="0" err="1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Rymarczyk</a:t>
            </a:r>
            <a:r>
              <a:rPr lang="en-U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 K, 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Turbacz</a:t>
            </a:r>
            <a:r>
              <a:rPr lang="en-U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 A, Strus W, 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Cieciuch</a:t>
            </a:r>
            <a:r>
              <a:rPr lang="en-U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 J. Type C Personality: Conceptual Refinement and Preliminary Operationalization. Front Psychol. 2020 Sep 16;11:552740. 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doi</a:t>
            </a:r>
            <a:r>
              <a:rPr lang="en-U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: 10.3389/fpsyg.2020.552740. PMID: 33041918; PMCID: PMC7525034.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02982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Poropat</a:t>
            </a:r>
            <a:r>
              <a:rPr lang="en-US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, A. E. (2009). A meta-analysis of the five-factor model of personality and academic performance. </a:t>
            </a:r>
            <a:r>
              <a:rPr lang="en-US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Psychological Bulletin, 135</a:t>
            </a:r>
            <a:r>
              <a:rPr lang="en-US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(2), 322–338. </a:t>
            </a:r>
            <a:r>
              <a:rPr lang="en-US" u="none" strike="noStrike" dirty="0">
                <a:solidFill>
                  <a:srgbClr val="2C72B7"/>
                </a:solidFill>
                <a:effectLst/>
                <a:latin typeface="Arial" panose="020B0604020202020204" pitchFamily="34" charset="0"/>
                <a:hlinkClick r:id="rId3"/>
              </a:rPr>
              <a:t>https://doi.org/10.1037/a0014996</a:t>
            </a:r>
            <a:endParaRPr lang="en-US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en-US" b="0" i="0" dirty="0" err="1">
                <a:solidFill>
                  <a:srgbClr val="3A3A3A"/>
                </a:solidFill>
                <a:effectLst/>
                <a:latin typeface="Source Sans Pro" panose="020B0503030403020204" pitchFamily="34" charset="0"/>
              </a:rPr>
              <a:t>Garavan</a:t>
            </a:r>
            <a:r>
              <a:rPr lang="en-US" b="0" i="0" dirty="0">
                <a:solidFill>
                  <a:srgbClr val="3A3A3A"/>
                </a:solidFill>
                <a:effectLst/>
                <a:latin typeface="Source Sans Pro" panose="020B0503030403020204" pitchFamily="34" charset="0"/>
              </a:rPr>
              <a:t>, T., Srivastava, S., Madan, P., O’Brien, F., &amp; Matthews‐Smith, G. (2022). Type A/B personality, work–family, and family–work conflict: The moderating effects of emotional intelligence. </a:t>
            </a:r>
            <a:r>
              <a:rPr lang="en-US" b="0" i="1" dirty="0">
                <a:solidFill>
                  <a:srgbClr val="3A3A3A"/>
                </a:solidFill>
                <a:effectLst/>
                <a:latin typeface="Source Sans Pro" panose="020B0503030403020204" pitchFamily="34" charset="0"/>
              </a:rPr>
              <a:t>Human Resource Development Quarterly</a:t>
            </a:r>
            <a:r>
              <a:rPr lang="en-US" b="0" i="0" dirty="0">
                <a:solidFill>
                  <a:srgbClr val="3A3A3A"/>
                </a:solidFill>
                <a:effectLst/>
                <a:latin typeface="Source Sans Pro" panose="020B0503030403020204" pitchFamily="34" charset="0"/>
              </a:rPr>
              <a:t>, </a:t>
            </a:r>
            <a:r>
              <a:rPr lang="en-US" b="0" i="1" dirty="0">
                <a:solidFill>
                  <a:srgbClr val="3A3A3A"/>
                </a:solidFill>
                <a:effectLst/>
                <a:latin typeface="Source Sans Pro" panose="020B0503030403020204" pitchFamily="34" charset="0"/>
              </a:rPr>
              <a:t>33</a:t>
            </a:r>
            <a:r>
              <a:rPr lang="en-US" b="0" i="0" dirty="0">
                <a:solidFill>
                  <a:srgbClr val="3A3A3A"/>
                </a:solidFill>
                <a:effectLst/>
                <a:latin typeface="Source Sans Pro" panose="020B0503030403020204" pitchFamily="34" charset="0"/>
              </a:rPr>
              <a:t>(3), 223–247. https://</a:t>
            </a:r>
            <a:r>
              <a:rPr lang="en-US" b="0" i="0" dirty="0" err="1">
                <a:solidFill>
                  <a:srgbClr val="3A3A3A"/>
                </a:solidFill>
                <a:effectLst/>
                <a:latin typeface="Source Sans Pro" panose="020B0503030403020204" pitchFamily="34" charset="0"/>
              </a:rPr>
              <a:t>doi.org</a:t>
            </a:r>
            <a:r>
              <a:rPr lang="en-US" b="0" i="0" dirty="0">
                <a:solidFill>
                  <a:srgbClr val="3A3A3A"/>
                </a:solidFill>
                <a:effectLst/>
                <a:latin typeface="Source Sans Pro" panose="020B0503030403020204" pitchFamily="34" charset="0"/>
              </a:rPr>
              <a:t>/10.1002/hrdq.21454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49708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9" name="Google Shape;1849;g54dda1946d_6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0" name="Google Shape;1850;g54dda1946d_6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625329" y="992600"/>
            <a:ext cx="4860900" cy="240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625249" y="3401900"/>
            <a:ext cx="4860900" cy="4758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-349287"/>
            <a:ext cx="9649237" cy="6143540"/>
            <a:chOff x="0" y="-349287"/>
            <a:chExt cx="9649237" cy="6143540"/>
          </a:xfrm>
        </p:grpSpPr>
        <p:sp>
          <p:nvSpPr>
            <p:cNvPr id="12" name="Google Shape;12;p2"/>
            <p:cNvSpPr/>
            <p:nvPr/>
          </p:nvSpPr>
          <p:spPr>
            <a:xfrm>
              <a:off x="0" y="4388950"/>
              <a:ext cx="9143697" cy="1405302"/>
            </a:xfrm>
            <a:custGeom>
              <a:avLst/>
              <a:gdLst/>
              <a:ahLst/>
              <a:cxnLst/>
              <a:rect l="l" t="t" r="r" b="b"/>
              <a:pathLst>
                <a:path w="285317" h="78268" extrusionOk="0">
                  <a:moveTo>
                    <a:pt x="285316" y="0"/>
                  </a:moveTo>
                  <a:cubicBezTo>
                    <a:pt x="278377" y="2054"/>
                    <a:pt x="267832" y="5387"/>
                    <a:pt x="255301" y="10249"/>
                  </a:cubicBezTo>
                  <a:cubicBezTo>
                    <a:pt x="217731" y="24857"/>
                    <a:pt x="212846" y="33713"/>
                    <a:pt x="194449" y="40264"/>
                  </a:cubicBezTo>
                  <a:cubicBezTo>
                    <a:pt x="183224" y="44269"/>
                    <a:pt x="171168" y="45924"/>
                    <a:pt x="159017" y="45924"/>
                  </a:cubicBezTo>
                  <a:cubicBezTo>
                    <a:pt x="123184" y="45924"/>
                    <a:pt x="86525" y="31532"/>
                    <a:pt x="67928" y="20588"/>
                  </a:cubicBezTo>
                  <a:cubicBezTo>
                    <a:pt x="62359" y="17302"/>
                    <a:pt x="47317" y="7806"/>
                    <a:pt x="25519" y="4816"/>
                  </a:cubicBezTo>
                  <a:cubicBezTo>
                    <a:pt x="20617" y="4149"/>
                    <a:pt x="16063" y="3905"/>
                    <a:pt x="11991" y="3905"/>
                  </a:cubicBezTo>
                  <a:cubicBezTo>
                    <a:pt x="7283" y="3905"/>
                    <a:pt x="3219" y="4231"/>
                    <a:pt x="0" y="4611"/>
                  </a:cubicBezTo>
                  <a:lnTo>
                    <a:pt x="0" y="78268"/>
                  </a:lnTo>
                  <a:lnTo>
                    <a:pt x="285316" y="78268"/>
                  </a:lnTo>
                  <a:lnTo>
                    <a:pt x="285316" y="0"/>
                  </a:lnTo>
                  <a:close/>
                </a:path>
              </a:pathLst>
            </a:custGeom>
            <a:solidFill>
              <a:srgbClr val="C4BFFA">
                <a:alpha val="5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0" y="0"/>
              <a:ext cx="2273750" cy="1646300"/>
            </a:xfrm>
            <a:custGeom>
              <a:avLst/>
              <a:gdLst/>
              <a:ahLst/>
              <a:cxnLst/>
              <a:rect l="l" t="t" r="r" b="b"/>
              <a:pathLst>
                <a:path w="90950" h="65852" extrusionOk="0">
                  <a:moveTo>
                    <a:pt x="90103" y="0"/>
                  </a:moveTo>
                  <a:cubicBezTo>
                    <a:pt x="83522" y="2714"/>
                    <a:pt x="76387" y="4173"/>
                    <a:pt x="69470" y="5574"/>
                  </a:cubicBezTo>
                  <a:cubicBezTo>
                    <a:pt x="68697" y="5735"/>
                    <a:pt x="67924" y="5895"/>
                    <a:pt x="67150" y="6056"/>
                  </a:cubicBezTo>
                  <a:cubicBezTo>
                    <a:pt x="58425" y="7850"/>
                    <a:pt x="49246" y="10024"/>
                    <a:pt x="41542" y="14956"/>
                  </a:cubicBezTo>
                  <a:cubicBezTo>
                    <a:pt x="31561" y="21348"/>
                    <a:pt x="25010" y="31708"/>
                    <a:pt x="18692" y="41717"/>
                  </a:cubicBezTo>
                  <a:cubicBezTo>
                    <a:pt x="13278" y="50268"/>
                    <a:pt x="7719" y="59067"/>
                    <a:pt x="0" y="65429"/>
                  </a:cubicBezTo>
                  <a:lnTo>
                    <a:pt x="0" y="65852"/>
                  </a:lnTo>
                  <a:cubicBezTo>
                    <a:pt x="7865" y="59446"/>
                    <a:pt x="13497" y="50545"/>
                    <a:pt x="18969" y="41892"/>
                  </a:cubicBezTo>
                  <a:cubicBezTo>
                    <a:pt x="25273" y="31912"/>
                    <a:pt x="31795" y="21596"/>
                    <a:pt x="41717" y="15234"/>
                  </a:cubicBezTo>
                  <a:cubicBezTo>
                    <a:pt x="49378" y="10331"/>
                    <a:pt x="58512" y="8171"/>
                    <a:pt x="67223" y="6377"/>
                  </a:cubicBezTo>
                  <a:cubicBezTo>
                    <a:pt x="67982" y="6216"/>
                    <a:pt x="68755" y="6056"/>
                    <a:pt x="69529" y="5895"/>
                  </a:cubicBezTo>
                  <a:cubicBezTo>
                    <a:pt x="76722" y="4436"/>
                    <a:pt x="84135" y="2933"/>
                    <a:pt x="90949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0" y="0"/>
              <a:ext cx="427900" cy="624900"/>
            </a:xfrm>
            <a:custGeom>
              <a:avLst/>
              <a:gdLst/>
              <a:ahLst/>
              <a:cxnLst/>
              <a:rect l="l" t="t" r="r" b="b"/>
              <a:pathLst>
                <a:path w="17116" h="24996" extrusionOk="0">
                  <a:moveTo>
                    <a:pt x="16707" y="0"/>
                  </a:moveTo>
                  <a:cubicBezTo>
                    <a:pt x="16138" y="1780"/>
                    <a:pt x="15759" y="3633"/>
                    <a:pt x="15379" y="5428"/>
                  </a:cubicBezTo>
                  <a:cubicBezTo>
                    <a:pt x="14956" y="7500"/>
                    <a:pt x="14533" y="9630"/>
                    <a:pt x="13789" y="11630"/>
                  </a:cubicBezTo>
                  <a:cubicBezTo>
                    <a:pt x="11513" y="17816"/>
                    <a:pt x="6260" y="22675"/>
                    <a:pt x="0" y="24587"/>
                  </a:cubicBezTo>
                  <a:lnTo>
                    <a:pt x="0" y="24995"/>
                  </a:lnTo>
                  <a:cubicBezTo>
                    <a:pt x="6420" y="23069"/>
                    <a:pt x="11834" y="18094"/>
                    <a:pt x="14154" y="11761"/>
                  </a:cubicBezTo>
                  <a:cubicBezTo>
                    <a:pt x="14898" y="9733"/>
                    <a:pt x="15336" y="7588"/>
                    <a:pt x="15773" y="5516"/>
                  </a:cubicBezTo>
                  <a:cubicBezTo>
                    <a:pt x="16138" y="3677"/>
                    <a:pt x="16532" y="1795"/>
                    <a:pt x="17116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 flipH="1">
              <a:off x="8360400" y="-15"/>
              <a:ext cx="783600" cy="356075"/>
            </a:xfrm>
            <a:custGeom>
              <a:avLst/>
              <a:gdLst/>
              <a:ahLst/>
              <a:cxnLst/>
              <a:rect l="l" t="t" r="r" b="b"/>
              <a:pathLst>
                <a:path w="31344" h="14243" extrusionOk="0">
                  <a:moveTo>
                    <a:pt x="24538" y="1"/>
                  </a:moveTo>
                  <a:cubicBezTo>
                    <a:pt x="17525" y="1"/>
                    <a:pt x="10422" y="2758"/>
                    <a:pt x="5283" y="7516"/>
                  </a:cubicBezTo>
                  <a:cubicBezTo>
                    <a:pt x="3197" y="9457"/>
                    <a:pt x="1416" y="11748"/>
                    <a:pt x="1" y="14243"/>
                  </a:cubicBezTo>
                  <a:lnTo>
                    <a:pt x="395" y="14243"/>
                  </a:lnTo>
                  <a:cubicBezTo>
                    <a:pt x="1767" y="11835"/>
                    <a:pt x="3488" y="9632"/>
                    <a:pt x="5517" y="7764"/>
                  </a:cubicBezTo>
                  <a:cubicBezTo>
                    <a:pt x="10583" y="3051"/>
                    <a:pt x="17583" y="336"/>
                    <a:pt x="24518" y="336"/>
                  </a:cubicBezTo>
                  <a:cubicBezTo>
                    <a:pt x="25033" y="336"/>
                    <a:pt x="25548" y="350"/>
                    <a:pt x="26061" y="381"/>
                  </a:cubicBezTo>
                  <a:cubicBezTo>
                    <a:pt x="27827" y="483"/>
                    <a:pt x="29593" y="760"/>
                    <a:pt x="31344" y="1096"/>
                  </a:cubicBezTo>
                  <a:lnTo>
                    <a:pt x="31344" y="760"/>
                  </a:lnTo>
                  <a:cubicBezTo>
                    <a:pt x="29607" y="425"/>
                    <a:pt x="27842" y="147"/>
                    <a:pt x="26076" y="45"/>
                  </a:cubicBezTo>
                  <a:cubicBezTo>
                    <a:pt x="25564" y="15"/>
                    <a:pt x="25051" y="1"/>
                    <a:pt x="2453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rot="-9354502" flipH="1">
              <a:off x="5856916" y="361056"/>
              <a:ext cx="3722700" cy="1135508"/>
            </a:xfrm>
            <a:custGeom>
              <a:avLst/>
              <a:gdLst/>
              <a:ahLst/>
              <a:cxnLst/>
              <a:rect l="l" t="t" r="r" b="b"/>
              <a:pathLst>
                <a:path w="148907" h="45420" extrusionOk="0">
                  <a:moveTo>
                    <a:pt x="148907" y="1"/>
                  </a:moveTo>
                  <a:cubicBezTo>
                    <a:pt x="143552" y="5224"/>
                    <a:pt x="138897" y="11236"/>
                    <a:pt x="134549" y="16854"/>
                  </a:cubicBezTo>
                  <a:cubicBezTo>
                    <a:pt x="133877" y="17715"/>
                    <a:pt x="133206" y="18605"/>
                    <a:pt x="132520" y="19495"/>
                  </a:cubicBezTo>
                  <a:cubicBezTo>
                    <a:pt x="127880" y="25580"/>
                    <a:pt x="122627" y="32481"/>
                    <a:pt x="116134" y="36480"/>
                  </a:cubicBezTo>
                  <a:cubicBezTo>
                    <a:pt x="108313" y="41280"/>
                    <a:pt x="100667" y="43994"/>
                    <a:pt x="92758" y="44797"/>
                  </a:cubicBezTo>
                  <a:cubicBezTo>
                    <a:pt x="90782" y="44992"/>
                    <a:pt x="88753" y="45090"/>
                    <a:pt x="86661" y="45090"/>
                  </a:cubicBezTo>
                  <a:cubicBezTo>
                    <a:pt x="80937" y="45090"/>
                    <a:pt x="74748" y="44356"/>
                    <a:pt x="67909" y="42871"/>
                  </a:cubicBezTo>
                  <a:cubicBezTo>
                    <a:pt x="59869" y="41120"/>
                    <a:pt x="51216" y="38420"/>
                    <a:pt x="40681" y="34378"/>
                  </a:cubicBezTo>
                  <a:cubicBezTo>
                    <a:pt x="31535" y="30884"/>
                    <a:pt x="23360" y="28524"/>
                    <a:pt x="14222" y="28524"/>
                  </a:cubicBezTo>
                  <a:cubicBezTo>
                    <a:pt x="12791" y="28524"/>
                    <a:pt x="11335" y="28582"/>
                    <a:pt x="9849" y="28702"/>
                  </a:cubicBezTo>
                  <a:cubicBezTo>
                    <a:pt x="6537" y="28965"/>
                    <a:pt x="3239" y="29490"/>
                    <a:pt x="0" y="30249"/>
                  </a:cubicBezTo>
                  <a:lnTo>
                    <a:pt x="0" y="30599"/>
                  </a:lnTo>
                  <a:cubicBezTo>
                    <a:pt x="3239" y="29826"/>
                    <a:pt x="6552" y="29300"/>
                    <a:pt x="9878" y="29023"/>
                  </a:cubicBezTo>
                  <a:cubicBezTo>
                    <a:pt x="11344" y="28906"/>
                    <a:pt x="12779" y="28849"/>
                    <a:pt x="14191" y="28849"/>
                  </a:cubicBezTo>
                  <a:cubicBezTo>
                    <a:pt x="23296" y="28849"/>
                    <a:pt x="31444" y="31200"/>
                    <a:pt x="40564" y="34699"/>
                  </a:cubicBezTo>
                  <a:cubicBezTo>
                    <a:pt x="51114" y="38741"/>
                    <a:pt x="59782" y="41441"/>
                    <a:pt x="67836" y="43192"/>
                  </a:cubicBezTo>
                  <a:cubicBezTo>
                    <a:pt x="74673" y="44683"/>
                    <a:pt x="80873" y="45420"/>
                    <a:pt x="86606" y="45420"/>
                  </a:cubicBezTo>
                  <a:cubicBezTo>
                    <a:pt x="88728" y="45420"/>
                    <a:pt x="90785" y="45319"/>
                    <a:pt x="92788" y="45118"/>
                  </a:cubicBezTo>
                  <a:cubicBezTo>
                    <a:pt x="100755" y="44330"/>
                    <a:pt x="108444" y="41587"/>
                    <a:pt x="116295" y="36757"/>
                  </a:cubicBezTo>
                  <a:cubicBezTo>
                    <a:pt x="122861" y="32730"/>
                    <a:pt x="128128" y="25813"/>
                    <a:pt x="132783" y="19699"/>
                  </a:cubicBezTo>
                  <a:cubicBezTo>
                    <a:pt x="133469" y="18809"/>
                    <a:pt x="134140" y="17919"/>
                    <a:pt x="134811" y="17044"/>
                  </a:cubicBezTo>
                  <a:cubicBezTo>
                    <a:pt x="139086" y="11528"/>
                    <a:pt x="143668" y="5618"/>
                    <a:pt x="148907" y="467"/>
                  </a:cubicBezTo>
                  <a:lnTo>
                    <a:pt x="148907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-5400000">
              <a:off x="640904" y="338193"/>
              <a:ext cx="68551" cy="55700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rot="-5400000">
              <a:off x="8866404" y="695943"/>
              <a:ext cx="68551" cy="55700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 rot="-5400000">
              <a:off x="78329" y="999018"/>
              <a:ext cx="68551" cy="55700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 rot="-5400000">
              <a:off x="8678520" y="4093870"/>
              <a:ext cx="147350" cy="119725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 rot="-5400000">
              <a:off x="8557607" y="118158"/>
              <a:ext cx="147350" cy="119725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 rot="-5400000">
              <a:off x="70932" y="4145608"/>
              <a:ext cx="147350" cy="119725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 rot="-5400000">
              <a:off x="319607" y="585183"/>
              <a:ext cx="147350" cy="119725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316" y="4388950"/>
            <a:ext cx="9143697" cy="1405302"/>
          </a:xfrm>
          <a:custGeom>
            <a:avLst/>
            <a:gdLst/>
            <a:ahLst/>
            <a:cxnLst/>
            <a:rect l="l" t="t" r="r" b="b"/>
            <a:pathLst>
              <a:path w="285317" h="78268" extrusionOk="0">
                <a:moveTo>
                  <a:pt x="285316" y="0"/>
                </a:moveTo>
                <a:cubicBezTo>
                  <a:pt x="278377" y="2054"/>
                  <a:pt x="267832" y="5387"/>
                  <a:pt x="255301" y="10249"/>
                </a:cubicBezTo>
                <a:cubicBezTo>
                  <a:pt x="217731" y="24857"/>
                  <a:pt x="212846" y="33713"/>
                  <a:pt x="194449" y="40264"/>
                </a:cubicBezTo>
                <a:cubicBezTo>
                  <a:pt x="183224" y="44269"/>
                  <a:pt x="171168" y="45924"/>
                  <a:pt x="159017" y="45924"/>
                </a:cubicBezTo>
                <a:cubicBezTo>
                  <a:pt x="123184" y="45924"/>
                  <a:pt x="86525" y="31532"/>
                  <a:pt x="67928" y="20588"/>
                </a:cubicBezTo>
                <a:cubicBezTo>
                  <a:pt x="62359" y="17302"/>
                  <a:pt x="47317" y="7806"/>
                  <a:pt x="25519" y="4816"/>
                </a:cubicBezTo>
                <a:cubicBezTo>
                  <a:pt x="20617" y="4149"/>
                  <a:pt x="16063" y="3905"/>
                  <a:pt x="11991" y="3905"/>
                </a:cubicBezTo>
                <a:cubicBezTo>
                  <a:pt x="7283" y="3905"/>
                  <a:pt x="3219" y="4231"/>
                  <a:pt x="0" y="4611"/>
                </a:cubicBezTo>
                <a:lnTo>
                  <a:pt x="0" y="78268"/>
                </a:lnTo>
                <a:lnTo>
                  <a:pt x="285316" y="78268"/>
                </a:lnTo>
                <a:lnTo>
                  <a:pt x="285316" y="0"/>
                </a:lnTo>
                <a:close/>
              </a:path>
            </a:pathLst>
          </a:custGeom>
          <a:solidFill>
            <a:srgbClr val="C4BFFA">
              <a:alpha val="512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0" y="0"/>
            <a:ext cx="427900" cy="624900"/>
          </a:xfrm>
          <a:custGeom>
            <a:avLst/>
            <a:gdLst/>
            <a:ahLst/>
            <a:cxnLst/>
            <a:rect l="l" t="t" r="r" b="b"/>
            <a:pathLst>
              <a:path w="17116" h="24996" extrusionOk="0">
                <a:moveTo>
                  <a:pt x="16707" y="0"/>
                </a:moveTo>
                <a:cubicBezTo>
                  <a:pt x="16138" y="1780"/>
                  <a:pt x="15759" y="3633"/>
                  <a:pt x="15379" y="5428"/>
                </a:cubicBezTo>
                <a:cubicBezTo>
                  <a:pt x="14956" y="7500"/>
                  <a:pt x="14533" y="9630"/>
                  <a:pt x="13789" y="11630"/>
                </a:cubicBezTo>
                <a:cubicBezTo>
                  <a:pt x="11513" y="17816"/>
                  <a:pt x="6260" y="22675"/>
                  <a:pt x="0" y="24587"/>
                </a:cubicBezTo>
                <a:lnTo>
                  <a:pt x="0" y="24995"/>
                </a:lnTo>
                <a:cubicBezTo>
                  <a:pt x="6420" y="23069"/>
                  <a:pt x="11834" y="18094"/>
                  <a:pt x="14154" y="11761"/>
                </a:cubicBezTo>
                <a:cubicBezTo>
                  <a:pt x="14898" y="9733"/>
                  <a:pt x="15336" y="7588"/>
                  <a:pt x="15773" y="5516"/>
                </a:cubicBezTo>
                <a:cubicBezTo>
                  <a:pt x="16138" y="3677"/>
                  <a:pt x="16532" y="1795"/>
                  <a:pt x="17116" y="0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4"/>
          <p:cNvSpPr/>
          <p:nvPr/>
        </p:nvSpPr>
        <p:spPr>
          <a:xfrm rot="-9354502" flipH="1">
            <a:off x="5856916" y="361056"/>
            <a:ext cx="3722700" cy="1135508"/>
          </a:xfrm>
          <a:custGeom>
            <a:avLst/>
            <a:gdLst/>
            <a:ahLst/>
            <a:cxnLst/>
            <a:rect l="l" t="t" r="r" b="b"/>
            <a:pathLst>
              <a:path w="148907" h="45420" extrusionOk="0">
                <a:moveTo>
                  <a:pt x="148907" y="1"/>
                </a:moveTo>
                <a:cubicBezTo>
                  <a:pt x="143552" y="5224"/>
                  <a:pt x="138897" y="11236"/>
                  <a:pt x="134549" y="16854"/>
                </a:cubicBezTo>
                <a:cubicBezTo>
                  <a:pt x="133877" y="17715"/>
                  <a:pt x="133206" y="18605"/>
                  <a:pt x="132520" y="19495"/>
                </a:cubicBezTo>
                <a:cubicBezTo>
                  <a:pt x="127880" y="25580"/>
                  <a:pt x="122627" y="32481"/>
                  <a:pt x="116134" y="36480"/>
                </a:cubicBezTo>
                <a:cubicBezTo>
                  <a:pt x="108313" y="41280"/>
                  <a:pt x="100667" y="43994"/>
                  <a:pt x="92758" y="44797"/>
                </a:cubicBezTo>
                <a:cubicBezTo>
                  <a:pt x="90782" y="44992"/>
                  <a:pt x="88753" y="45090"/>
                  <a:pt x="86661" y="45090"/>
                </a:cubicBezTo>
                <a:cubicBezTo>
                  <a:pt x="80937" y="45090"/>
                  <a:pt x="74748" y="44356"/>
                  <a:pt x="67909" y="42871"/>
                </a:cubicBezTo>
                <a:cubicBezTo>
                  <a:pt x="59869" y="41120"/>
                  <a:pt x="51216" y="38420"/>
                  <a:pt x="40681" y="34378"/>
                </a:cubicBezTo>
                <a:cubicBezTo>
                  <a:pt x="31535" y="30884"/>
                  <a:pt x="23360" y="28524"/>
                  <a:pt x="14222" y="28524"/>
                </a:cubicBezTo>
                <a:cubicBezTo>
                  <a:pt x="12791" y="28524"/>
                  <a:pt x="11335" y="28582"/>
                  <a:pt x="9849" y="28702"/>
                </a:cubicBezTo>
                <a:cubicBezTo>
                  <a:pt x="6537" y="28965"/>
                  <a:pt x="3239" y="29490"/>
                  <a:pt x="0" y="30249"/>
                </a:cubicBezTo>
                <a:lnTo>
                  <a:pt x="0" y="30599"/>
                </a:lnTo>
                <a:cubicBezTo>
                  <a:pt x="3239" y="29826"/>
                  <a:pt x="6552" y="29300"/>
                  <a:pt x="9878" y="29023"/>
                </a:cubicBezTo>
                <a:cubicBezTo>
                  <a:pt x="11344" y="28906"/>
                  <a:pt x="12779" y="28849"/>
                  <a:pt x="14191" y="28849"/>
                </a:cubicBezTo>
                <a:cubicBezTo>
                  <a:pt x="23296" y="28849"/>
                  <a:pt x="31444" y="31200"/>
                  <a:pt x="40564" y="34699"/>
                </a:cubicBezTo>
                <a:cubicBezTo>
                  <a:pt x="51114" y="38741"/>
                  <a:pt x="59782" y="41441"/>
                  <a:pt x="67836" y="43192"/>
                </a:cubicBezTo>
                <a:cubicBezTo>
                  <a:pt x="74673" y="44683"/>
                  <a:pt x="80873" y="45420"/>
                  <a:pt x="86606" y="45420"/>
                </a:cubicBezTo>
                <a:cubicBezTo>
                  <a:pt x="88728" y="45420"/>
                  <a:pt x="90785" y="45319"/>
                  <a:pt x="92788" y="45118"/>
                </a:cubicBezTo>
                <a:cubicBezTo>
                  <a:pt x="100755" y="44330"/>
                  <a:pt x="108444" y="41587"/>
                  <a:pt x="116295" y="36757"/>
                </a:cubicBezTo>
                <a:cubicBezTo>
                  <a:pt x="122861" y="32730"/>
                  <a:pt x="128128" y="25813"/>
                  <a:pt x="132783" y="19699"/>
                </a:cubicBezTo>
                <a:cubicBezTo>
                  <a:pt x="133469" y="18809"/>
                  <a:pt x="134140" y="17919"/>
                  <a:pt x="134811" y="17044"/>
                </a:cubicBezTo>
                <a:cubicBezTo>
                  <a:pt x="139086" y="11528"/>
                  <a:pt x="143668" y="5618"/>
                  <a:pt x="148907" y="467"/>
                </a:cubicBezTo>
                <a:lnTo>
                  <a:pt x="148907" y="1"/>
                </a:ln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4"/>
          <p:cNvSpPr/>
          <p:nvPr/>
        </p:nvSpPr>
        <p:spPr>
          <a:xfrm rot="-5400000">
            <a:off x="640904" y="338193"/>
            <a:ext cx="68551" cy="55700"/>
          </a:xfrm>
          <a:custGeom>
            <a:avLst/>
            <a:gdLst/>
            <a:ahLst/>
            <a:cxnLst/>
            <a:rect l="l" t="t" r="r" b="b"/>
            <a:pathLst>
              <a:path w="2538" h="2062" extrusionOk="0">
                <a:moveTo>
                  <a:pt x="1154" y="369"/>
                </a:moveTo>
                <a:cubicBezTo>
                  <a:pt x="1279" y="369"/>
                  <a:pt x="1390" y="387"/>
                  <a:pt x="1449" y="399"/>
                </a:cubicBezTo>
                <a:cubicBezTo>
                  <a:pt x="1528" y="413"/>
                  <a:pt x="1635" y="442"/>
                  <a:pt x="1738" y="499"/>
                </a:cubicBezTo>
                <a:cubicBezTo>
                  <a:pt x="1860" y="560"/>
                  <a:pt x="1977" y="659"/>
                  <a:pt x="2034" y="809"/>
                </a:cubicBezTo>
                <a:cubicBezTo>
                  <a:pt x="2134" y="1063"/>
                  <a:pt x="2038" y="1384"/>
                  <a:pt x="1813" y="1562"/>
                </a:cubicBezTo>
                <a:cubicBezTo>
                  <a:pt x="1698" y="1652"/>
                  <a:pt x="1561" y="1690"/>
                  <a:pt x="1421" y="1690"/>
                </a:cubicBezTo>
                <a:cubicBezTo>
                  <a:pt x="1217" y="1690"/>
                  <a:pt x="1009" y="1609"/>
                  <a:pt x="860" y="1491"/>
                </a:cubicBezTo>
                <a:cubicBezTo>
                  <a:pt x="650" y="1323"/>
                  <a:pt x="414" y="938"/>
                  <a:pt x="568" y="642"/>
                </a:cubicBezTo>
                <a:cubicBezTo>
                  <a:pt x="685" y="421"/>
                  <a:pt x="941" y="369"/>
                  <a:pt x="1154" y="369"/>
                </a:cubicBezTo>
                <a:close/>
                <a:moveTo>
                  <a:pt x="1160" y="0"/>
                </a:moveTo>
                <a:cubicBezTo>
                  <a:pt x="848" y="0"/>
                  <a:pt x="446" y="84"/>
                  <a:pt x="243" y="470"/>
                </a:cubicBezTo>
                <a:cubicBezTo>
                  <a:pt x="0" y="927"/>
                  <a:pt x="261" y="1484"/>
                  <a:pt x="628" y="1780"/>
                </a:cubicBezTo>
                <a:cubicBezTo>
                  <a:pt x="693" y="1830"/>
                  <a:pt x="760" y="1876"/>
                  <a:pt x="835" y="1916"/>
                </a:cubicBezTo>
                <a:cubicBezTo>
                  <a:pt x="1011" y="2007"/>
                  <a:pt x="1214" y="2062"/>
                  <a:pt x="1418" y="2062"/>
                </a:cubicBezTo>
                <a:cubicBezTo>
                  <a:pt x="1636" y="2062"/>
                  <a:pt x="1855" y="1999"/>
                  <a:pt x="2042" y="1851"/>
                </a:cubicBezTo>
                <a:cubicBezTo>
                  <a:pt x="2395" y="1573"/>
                  <a:pt x="2537" y="1081"/>
                  <a:pt x="2380" y="677"/>
                </a:cubicBezTo>
                <a:cubicBezTo>
                  <a:pt x="2252" y="349"/>
                  <a:pt x="1949" y="121"/>
                  <a:pt x="1521" y="35"/>
                </a:cubicBezTo>
                <a:cubicBezTo>
                  <a:pt x="1446" y="21"/>
                  <a:pt x="1314" y="0"/>
                  <a:pt x="1160" y="0"/>
                </a:cubicBez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4"/>
          <p:cNvSpPr/>
          <p:nvPr/>
        </p:nvSpPr>
        <p:spPr>
          <a:xfrm rot="-5400000">
            <a:off x="8866404" y="695943"/>
            <a:ext cx="68551" cy="55700"/>
          </a:xfrm>
          <a:custGeom>
            <a:avLst/>
            <a:gdLst/>
            <a:ahLst/>
            <a:cxnLst/>
            <a:rect l="l" t="t" r="r" b="b"/>
            <a:pathLst>
              <a:path w="2538" h="2062" extrusionOk="0">
                <a:moveTo>
                  <a:pt x="1154" y="369"/>
                </a:moveTo>
                <a:cubicBezTo>
                  <a:pt x="1279" y="369"/>
                  <a:pt x="1390" y="387"/>
                  <a:pt x="1449" y="399"/>
                </a:cubicBezTo>
                <a:cubicBezTo>
                  <a:pt x="1528" y="413"/>
                  <a:pt x="1635" y="442"/>
                  <a:pt x="1738" y="499"/>
                </a:cubicBezTo>
                <a:cubicBezTo>
                  <a:pt x="1860" y="560"/>
                  <a:pt x="1977" y="659"/>
                  <a:pt x="2034" y="809"/>
                </a:cubicBezTo>
                <a:cubicBezTo>
                  <a:pt x="2134" y="1063"/>
                  <a:pt x="2038" y="1384"/>
                  <a:pt x="1813" y="1562"/>
                </a:cubicBezTo>
                <a:cubicBezTo>
                  <a:pt x="1698" y="1652"/>
                  <a:pt x="1561" y="1690"/>
                  <a:pt x="1421" y="1690"/>
                </a:cubicBezTo>
                <a:cubicBezTo>
                  <a:pt x="1217" y="1690"/>
                  <a:pt x="1009" y="1609"/>
                  <a:pt x="860" y="1491"/>
                </a:cubicBezTo>
                <a:cubicBezTo>
                  <a:pt x="650" y="1323"/>
                  <a:pt x="414" y="938"/>
                  <a:pt x="568" y="642"/>
                </a:cubicBezTo>
                <a:cubicBezTo>
                  <a:pt x="685" y="421"/>
                  <a:pt x="941" y="369"/>
                  <a:pt x="1154" y="369"/>
                </a:cubicBezTo>
                <a:close/>
                <a:moveTo>
                  <a:pt x="1160" y="0"/>
                </a:moveTo>
                <a:cubicBezTo>
                  <a:pt x="848" y="0"/>
                  <a:pt x="446" y="84"/>
                  <a:pt x="243" y="470"/>
                </a:cubicBezTo>
                <a:cubicBezTo>
                  <a:pt x="0" y="927"/>
                  <a:pt x="261" y="1484"/>
                  <a:pt x="628" y="1780"/>
                </a:cubicBezTo>
                <a:cubicBezTo>
                  <a:pt x="693" y="1830"/>
                  <a:pt x="760" y="1876"/>
                  <a:pt x="835" y="1916"/>
                </a:cubicBezTo>
                <a:cubicBezTo>
                  <a:pt x="1011" y="2007"/>
                  <a:pt x="1214" y="2062"/>
                  <a:pt x="1418" y="2062"/>
                </a:cubicBezTo>
                <a:cubicBezTo>
                  <a:pt x="1636" y="2062"/>
                  <a:pt x="1855" y="1999"/>
                  <a:pt x="2042" y="1851"/>
                </a:cubicBezTo>
                <a:cubicBezTo>
                  <a:pt x="2395" y="1573"/>
                  <a:pt x="2537" y="1081"/>
                  <a:pt x="2380" y="677"/>
                </a:cubicBezTo>
                <a:cubicBezTo>
                  <a:pt x="2252" y="349"/>
                  <a:pt x="1949" y="121"/>
                  <a:pt x="1521" y="35"/>
                </a:cubicBezTo>
                <a:cubicBezTo>
                  <a:pt x="1446" y="21"/>
                  <a:pt x="1314" y="0"/>
                  <a:pt x="1160" y="0"/>
                </a:cubicBez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4"/>
          <p:cNvSpPr/>
          <p:nvPr/>
        </p:nvSpPr>
        <p:spPr>
          <a:xfrm rot="-5400000">
            <a:off x="8678520" y="2870270"/>
            <a:ext cx="147350" cy="119725"/>
          </a:xfrm>
          <a:custGeom>
            <a:avLst/>
            <a:gdLst/>
            <a:ahLst/>
            <a:cxnLst/>
            <a:rect l="l" t="t" r="r" b="b"/>
            <a:pathLst>
              <a:path w="2538" h="2062" extrusionOk="0">
                <a:moveTo>
                  <a:pt x="1154" y="369"/>
                </a:moveTo>
                <a:cubicBezTo>
                  <a:pt x="1279" y="369"/>
                  <a:pt x="1390" y="387"/>
                  <a:pt x="1449" y="399"/>
                </a:cubicBezTo>
                <a:cubicBezTo>
                  <a:pt x="1528" y="413"/>
                  <a:pt x="1635" y="442"/>
                  <a:pt x="1738" y="499"/>
                </a:cubicBezTo>
                <a:cubicBezTo>
                  <a:pt x="1860" y="560"/>
                  <a:pt x="1977" y="659"/>
                  <a:pt x="2034" y="809"/>
                </a:cubicBezTo>
                <a:cubicBezTo>
                  <a:pt x="2134" y="1063"/>
                  <a:pt x="2038" y="1384"/>
                  <a:pt x="1813" y="1562"/>
                </a:cubicBezTo>
                <a:cubicBezTo>
                  <a:pt x="1698" y="1652"/>
                  <a:pt x="1561" y="1690"/>
                  <a:pt x="1421" y="1690"/>
                </a:cubicBezTo>
                <a:cubicBezTo>
                  <a:pt x="1217" y="1690"/>
                  <a:pt x="1009" y="1609"/>
                  <a:pt x="860" y="1491"/>
                </a:cubicBezTo>
                <a:cubicBezTo>
                  <a:pt x="650" y="1323"/>
                  <a:pt x="414" y="938"/>
                  <a:pt x="568" y="642"/>
                </a:cubicBezTo>
                <a:cubicBezTo>
                  <a:pt x="685" y="421"/>
                  <a:pt x="941" y="369"/>
                  <a:pt x="1154" y="369"/>
                </a:cubicBezTo>
                <a:close/>
                <a:moveTo>
                  <a:pt x="1160" y="0"/>
                </a:moveTo>
                <a:cubicBezTo>
                  <a:pt x="848" y="0"/>
                  <a:pt x="446" y="84"/>
                  <a:pt x="243" y="470"/>
                </a:cubicBezTo>
                <a:cubicBezTo>
                  <a:pt x="0" y="927"/>
                  <a:pt x="261" y="1484"/>
                  <a:pt x="628" y="1780"/>
                </a:cubicBezTo>
                <a:cubicBezTo>
                  <a:pt x="693" y="1830"/>
                  <a:pt x="760" y="1876"/>
                  <a:pt x="835" y="1916"/>
                </a:cubicBezTo>
                <a:cubicBezTo>
                  <a:pt x="1011" y="2007"/>
                  <a:pt x="1214" y="2062"/>
                  <a:pt x="1418" y="2062"/>
                </a:cubicBezTo>
                <a:cubicBezTo>
                  <a:pt x="1636" y="2062"/>
                  <a:pt x="1855" y="1999"/>
                  <a:pt x="2042" y="1851"/>
                </a:cubicBezTo>
                <a:cubicBezTo>
                  <a:pt x="2395" y="1573"/>
                  <a:pt x="2537" y="1081"/>
                  <a:pt x="2380" y="677"/>
                </a:cubicBezTo>
                <a:cubicBezTo>
                  <a:pt x="2252" y="349"/>
                  <a:pt x="1949" y="121"/>
                  <a:pt x="1521" y="35"/>
                </a:cubicBezTo>
                <a:cubicBezTo>
                  <a:pt x="1446" y="21"/>
                  <a:pt x="1314" y="0"/>
                  <a:pt x="1160" y="0"/>
                </a:cubicBez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4"/>
          <p:cNvSpPr/>
          <p:nvPr/>
        </p:nvSpPr>
        <p:spPr>
          <a:xfrm rot="-5400000">
            <a:off x="70932" y="4145608"/>
            <a:ext cx="147350" cy="119725"/>
          </a:xfrm>
          <a:custGeom>
            <a:avLst/>
            <a:gdLst/>
            <a:ahLst/>
            <a:cxnLst/>
            <a:rect l="l" t="t" r="r" b="b"/>
            <a:pathLst>
              <a:path w="2538" h="2062" extrusionOk="0">
                <a:moveTo>
                  <a:pt x="1154" y="369"/>
                </a:moveTo>
                <a:cubicBezTo>
                  <a:pt x="1279" y="369"/>
                  <a:pt x="1390" y="387"/>
                  <a:pt x="1449" y="399"/>
                </a:cubicBezTo>
                <a:cubicBezTo>
                  <a:pt x="1528" y="413"/>
                  <a:pt x="1635" y="442"/>
                  <a:pt x="1738" y="499"/>
                </a:cubicBezTo>
                <a:cubicBezTo>
                  <a:pt x="1860" y="560"/>
                  <a:pt x="1977" y="659"/>
                  <a:pt x="2034" y="809"/>
                </a:cubicBezTo>
                <a:cubicBezTo>
                  <a:pt x="2134" y="1063"/>
                  <a:pt x="2038" y="1384"/>
                  <a:pt x="1813" y="1562"/>
                </a:cubicBezTo>
                <a:cubicBezTo>
                  <a:pt x="1698" y="1652"/>
                  <a:pt x="1561" y="1690"/>
                  <a:pt x="1421" y="1690"/>
                </a:cubicBezTo>
                <a:cubicBezTo>
                  <a:pt x="1217" y="1690"/>
                  <a:pt x="1009" y="1609"/>
                  <a:pt x="860" y="1491"/>
                </a:cubicBezTo>
                <a:cubicBezTo>
                  <a:pt x="650" y="1323"/>
                  <a:pt x="414" y="938"/>
                  <a:pt x="568" y="642"/>
                </a:cubicBezTo>
                <a:cubicBezTo>
                  <a:pt x="685" y="421"/>
                  <a:pt x="941" y="369"/>
                  <a:pt x="1154" y="369"/>
                </a:cubicBezTo>
                <a:close/>
                <a:moveTo>
                  <a:pt x="1160" y="0"/>
                </a:moveTo>
                <a:cubicBezTo>
                  <a:pt x="848" y="0"/>
                  <a:pt x="446" y="84"/>
                  <a:pt x="243" y="470"/>
                </a:cubicBezTo>
                <a:cubicBezTo>
                  <a:pt x="0" y="927"/>
                  <a:pt x="261" y="1484"/>
                  <a:pt x="628" y="1780"/>
                </a:cubicBezTo>
                <a:cubicBezTo>
                  <a:pt x="693" y="1830"/>
                  <a:pt x="760" y="1876"/>
                  <a:pt x="835" y="1916"/>
                </a:cubicBezTo>
                <a:cubicBezTo>
                  <a:pt x="1011" y="2007"/>
                  <a:pt x="1214" y="2062"/>
                  <a:pt x="1418" y="2062"/>
                </a:cubicBezTo>
                <a:cubicBezTo>
                  <a:pt x="1636" y="2062"/>
                  <a:pt x="1855" y="1999"/>
                  <a:pt x="2042" y="1851"/>
                </a:cubicBezTo>
                <a:cubicBezTo>
                  <a:pt x="2395" y="1573"/>
                  <a:pt x="2537" y="1081"/>
                  <a:pt x="2380" y="677"/>
                </a:cubicBezTo>
                <a:cubicBezTo>
                  <a:pt x="2252" y="349"/>
                  <a:pt x="1949" y="121"/>
                  <a:pt x="1521" y="35"/>
                </a:cubicBezTo>
                <a:cubicBezTo>
                  <a:pt x="1446" y="21"/>
                  <a:pt x="1314" y="0"/>
                  <a:pt x="1160" y="0"/>
                </a:cubicBez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4"/>
          <p:cNvSpPr/>
          <p:nvPr/>
        </p:nvSpPr>
        <p:spPr>
          <a:xfrm rot="-5400000">
            <a:off x="319607" y="585183"/>
            <a:ext cx="147350" cy="119725"/>
          </a:xfrm>
          <a:custGeom>
            <a:avLst/>
            <a:gdLst/>
            <a:ahLst/>
            <a:cxnLst/>
            <a:rect l="l" t="t" r="r" b="b"/>
            <a:pathLst>
              <a:path w="2538" h="2062" extrusionOk="0">
                <a:moveTo>
                  <a:pt x="1154" y="369"/>
                </a:moveTo>
                <a:cubicBezTo>
                  <a:pt x="1279" y="369"/>
                  <a:pt x="1390" y="387"/>
                  <a:pt x="1449" y="399"/>
                </a:cubicBezTo>
                <a:cubicBezTo>
                  <a:pt x="1528" y="413"/>
                  <a:pt x="1635" y="442"/>
                  <a:pt x="1738" y="499"/>
                </a:cubicBezTo>
                <a:cubicBezTo>
                  <a:pt x="1860" y="560"/>
                  <a:pt x="1977" y="659"/>
                  <a:pt x="2034" y="809"/>
                </a:cubicBezTo>
                <a:cubicBezTo>
                  <a:pt x="2134" y="1063"/>
                  <a:pt x="2038" y="1384"/>
                  <a:pt x="1813" y="1562"/>
                </a:cubicBezTo>
                <a:cubicBezTo>
                  <a:pt x="1698" y="1652"/>
                  <a:pt x="1561" y="1690"/>
                  <a:pt x="1421" y="1690"/>
                </a:cubicBezTo>
                <a:cubicBezTo>
                  <a:pt x="1217" y="1690"/>
                  <a:pt x="1009" y="1609"/>
                  <a:pt x="860" y="1491"/>
                </a:cubicBezTo>
                <a:cubicBezTo>
                  <a:pt x="650" y="1323"/>
                  <a:pt x="414" y="938"/>
                  <a:pt x="568" y="642"/>
                </a:cubicBezTo>
                <a:cubicBezTo>
                  <a:pt x="685" y="421"/>
                  <a:pt x="941" y="369"/>
                  <a:pt x="1154" y="369"/>
                </a:cubicBezTo>
                <a:close/>
                <a:moveTo>
                  <a:pt x="1160" y="0"/>
                </a:moveTo>
                <a:cubicBezTo>
                  <a:pt x="848" y="0"/>
                  <a:pt x="446" y="84"/>
                  <a:pt x="243" y="470"/>
                </a:cubicBezTo>
                <a:cubicBezTo>
                  <a:pt x="0" y="927"/>
                  <a:pt x="261" y="1484"/>
                  <a:pt x="628" y="1780"/>
                </a:cubicBezTo>
                <a:cubicBezTo>
                  <a:pt x="693" y="1830"/>
                  <a:pt x="760" y="1876"/>
                  <a:pt x="835" y="1916"/>
                </a:cubicBezTo>
                <a:cubicBezTo>
                  <a:pt x="1011" y="2007"/>
                  <a:pt x="1214" y="2062"/>
                  <a:pt x="1418" y="2062"/>
                </a:cubicBezTo>
                <a:cubicBezTo>
                  <a:pt x="1636" y="2062"/>
                  <a:pt x="1855" y="1999"/>
                  <a:pt x="2042" y="1851"/>
                </a:cubicBezTo>
                <a:cubicBezTo>
                  <a:pt x="2395" y="1573"/>
                  <a:pt x="2537" y="1081"/>
                  <a:pt x="2380" y="677"/>
                </a:cubicBezTo>
                <a:cubicBezTo>
                  <a:pt x="2252" y="349"/>
                  <a:pt x="1949" y="121"/>
                  <a:pt x="1521" y="35"/>
                </a:cubicBezTo>
                <a:cubicBezTo>
                  <a:pt x="1446" y="21"/>
                  <a:pt x="1314" y="0"/>
                  <a:pt x="1160" y="0"/>
                </a:cubicBez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4"/>
          <p:cNvSpPr/>
          <p:nvPr/>
        </p:nvSpPr>
        <p:spPr>
          <a:xfrm rot="-5400000">
            <a:off x="8567045" y="2671834"/>
            <a:ext cx="43152" cy="35075"/>
          </a:xfrm>
          <a:custGeom>
            <a:avLst/>
            <a:gdLst/>
            <a:ahLst/>
            <a:cxnLst/>
            <a:rect l="l" t="t" r="r" b="b"/>
            <a:pathLst>
              <a:path w="2538" h="2062" extrusionOk="0">
                <a:moveTo>
                  <a:pt x="1154" y="369"/>
                </a:moveTo>
                <a:cubicBezTo>
                  <a:pt x="1279" y="369"/>
                  <a:pt x="1390" y="387"/>
                  <a:pt x="1449" y="399"/>
                </a:cubicBezTo>
                <a:cubicBezTo>
                  <a:pt x="1528" y="413"/>
                  <a:pt x="1635" y="442"/>
                  <a:pt x="1738" y="499"/>
                </a:cubicBezTo>
                <a:cubicBezTo>
                  <a:pt x="1860" y="560"/>
                  <a:pt x="1977" y="659"/>
                  <a:pt x="2034" y="809"/>
                </a:cubicBezTo>
                <a:cubicBezTo>
                  <a:pt x="2134" y="1063"/>
                  <a:pt x="2038" y="1384"/>
                  <a:pt x="1813" y="1562"/>
                </a:cubicBezTo>
                <a:cubicBezTo>
                  <a:pt x="1698" y="1652"/>
                  <a:pt x="1561" y="1690"/>
                  <a:pt x="1421" y="1690"/>
                </a:cubicBezTo>
                <a:cubicBezTo>
                  <a:pt x="1217" y="1690"/>
                  <a:pt x="1009" y="1609"/>
                  <a:pt x="860" y="1491"/>
                </a:cubicBezTo>
                <a:cubicBezTo>
                  <a:pt x="650" y="1323"/>
                  <a:pt x="414" y="938"/>
                  <a:pt x="568" y="642"/>
                </a:cubicBezTo>
                <a:cubicBezTo>
                  <a:pt x="685" y="421"/>
                  <a:pt x="941" y="369"/>
                  <a:pt x="1154" y="369"/>
                </a:cubicBezTo>
                <a:close/>
                <a:moveTo>
                  <a:pt x="1160" y="0"/>
                </a:moveTo>
                <a:cubicBezTo>
                  <a:pt x="848" y="0"/>
                  <a:pt x="446" y="84"/>
                  <a:pt x="243" y="470"/>
                </a:cubicBezTo>
                <a:cubicBezTo>
                  <a:pt x="0" y="927"/>
                  <a:pt x="261" y="1484"/>
                  <a:pt x="628" y="1780"/>
                </a:cubicBezTo>
                <a:cubicBezTo>
                  <a:pt x="693" y="1830"/>
                  <a:pt x="760" y="1876"/>
                  <a:pt x="835" y="1916"/>
                </a:cubicBezTo>
                <a:cubicBezTo>
                  <a:pt x="1011" y="2007"/>
                  <a:pt x="1214" y="2062"/>
                  <a:pt x="1418" y="2062"/>
                </a:cubicBezTo>
                <a:cubicBezTo>
                  <a:pt x="1636" y="2062"/>
                  <a:pt x="1855" y="1999"/>
                  <a:pt x="2042" y="1851"/>
                </a:cubicBezTo>
                <a:cubicBezTo>
                  <a:pt x="2395" y="1573"/>
                  <a:pt x="2537" y="1081"/>
                  <a:pt x="2380" y="677"/>
                </a:cubicBezTo>
                <a:cubicBezTo>
                  <a:pt x="2252" y="349"/>
                  <a:pt x="1949" y="121"/>
                  <a:pt x="1521" y="35"/>
                </a:cubicBezTo>
                <a:cubicBezTo>
                  <a:pt x="1446" y="21"/>
                  <a:pt x="1314" y="0"/>
                  <a:pt x="1160" y="0"/>
                </a:cubicBezTo>
                <a:close/>
              </a:path>
            </a:pathLst>
          </a:cu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720000" y="52120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subTitle" idx="1"/>
          </p:nvPr>
        </p:nvSpPr>
        <p:spPr>
          <a:xfrm>
            <a:off x="4965947" y="2996300"/>
            <a:ext cx="2962200" cy="113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ubTitle" idx="2"/>
          </p:nvPr>
        </p:nvSpPr>
        <p:spPr>
          <a:xfrm>
            <a:off x="1215850" y="2996300"/>
            <a:ext cx="2962200" cy="113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subTitle" idx="3"/>
          </p:nvPr>
        </p:nvSpPr>
        <p:spPr>
          <a:xfrm>
            <a:off x="1215855" y="2589800"/>
            <a:ext cx="29622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subTitle" idx="4"/>
          </p:nvPr>
        </p:nvSpPr>
        <p:spPr>
          <a:xfrm>
            <a:off x="4965945" y="2589800"/>
            <a:ext cx="29622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55" name="Google Shape;55;p5"/>
          <p:cNvGrpSpPr/>
          <p:nvPr/>
        </p:nvGrpSpPr>
        <p:grpSpPr>
          <a:xfrm>
            <a:off x="0" y="-349287"/>
            <a:ext cx="9649237" cy="6143540"/>
            <a:chOff x="0" y="-349287"/>
            <a:chExt cx="9649237" cy="6143540"/>
          </a:xfrm>
        </p:grpSpPr>
        <p:sp>
          <p:nvSpPr>
            <p:cNvPr id="56" name="Google Shape;56;p5"/>
            <p:cNvSpPr/>
            <p:nvPr/>
          </p:nvSpPr>
          <p:spPr>
            <a:xfrm>
              <a:off x="0" y="0"/>
              <a:ext cx="427900" cy="624900"/>
            </a:xfrm>
            <a:custGeom>
              <a:avLst/>
              <a:gdLst/>
              <a:ahLst/>
              <a:cxnLst/>
              <a:rect l="l" t="t" r="r" b="b"/>
              <a:pathLst>
                <a:path w="17116" h="24996" extrusionOk="0">
                  <a:moveTo>
                    <a:pt x="16707" y="0"/>
                  </a:moveTo>
                  <a:cubicBezTo>
                    <a:pt x="16138" y="1780"/>
                    <a:pt x="15759" y="3633"/>
                    <a:pt x="15379" y="5428"/>
                  </a:cubicBezTo>
                  <a:cubicBezTo>
                    <a:pt x="14956" y="7500"/>
                    <a:pt x="14533" y="9630"/>
                    <a:pt x="13789" y="11630"/>
                  </a:cubicBezTo>
                  <a:cubicBezTo>
                    <a:pt x="11513" y="17816"/>
                    <a:pt x="6260" y="22675"/>
                    <a:pt x="0" y="24587"/>
                  </a:cubicBezTo>
                  <a:lnTo>
                    <a:pt x="0" y="24995"/>
                  </a:lnTo>
                  <a:cubicBezTo>
                    <a:pt x="6420" y="23069"/>
                    <a:pt x="11834" y="18094"/>
                    <a:pt x="14154" y="11761"/>
                  </a:cubicBezTo>
                  <a:cubicBezTo>
                    <a:pt x="14898" y="9733"/>
                    <a:pt x="15336" y="7588"/>
                    <a:pt x="15773" y="5516"/>
                  </a:cubicBezTo>
                  <a:cubicBezTo>
                    <a:pt x="16138" y="3677"/>
                    <a:pt x="16532" y="1795"/>
                    <a:pt x="17116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5"/>
            <p:cNvSpPr/>
            <p:nvPr/>
          </p:nvSpPr>
          <p:spPr>
            <a:xfrm rot="-9354502" flipH="1">
              <a:off x="5856916" y="361056"/>
              <a:ext cx="3722700" cy="1135508"/>
            </a:xfrm>
            <a:custGeom>
              <a:avLst/>
              <a:gdLst/>
              <a:ahLst/>
              <a:cxnLst/>
              <a:rect l="l" t="t" r="r" b="b"/>
              <a:pathLst>
                <a:path w="148907" h="45420" extrusionOk="0">
                  <a:moveTo>
                    <a:pt x="148907" y="1"/>
                  </a:moveTo>
                  <a:cubicBezTo>
                    <a:pt x="143552" y="5224"/>
                    <a:pt x="138897" y="11236"/>
                    <a:pt x="134549" y="16854"/>
                  </a:cubicBezTo>
                  <a:cubicBezTo>
                    <a:pt x="133877" y="17715"/>
                    <a:pt x="133206" y="18605"/>
                    <a:pt x="132520" y="19495"/>
                  </a:cubicBezTo>
                  <a:cubicBezTo>
                    <a:pt x="127880" y="25580"/>
                    <a:pt x="122627" y="32481"/>
                    <a:pt x="116134" y="36480"/>
                  </a:cubicBezTo>
                  <a:cubicBezTo>
                    <a:pt x="108313" y="41280"/>
                    <a:pt x="100667" y="43994"/>
                    <a:pt x="92758" y="44797"/>
                  </a:cubicBezTo>
                  <a:cubicBezTo>
                    <a:pt x="90782" y="44992"/>
                    <a:pt x="88753" y="45090"/>
                    <a:pt x="86661" y="45090"/>
                  </a:cubicBezTo>
                  <a:cubicBezTo>
                    <a:pt x="80937" y="45090"/>
                    <a:pt x="74748" y="44356"/>
                    <a:pt x="67909" y="42871"/>
                  </a:cubicBezTo>
                  <a:cubicBezTo>
                    <a:pt x="59869" y="41120"/>
                    <a:pt x="51216" y="38420"/>
                    <a:pt x="40681" y="34378"/>
                  </a:cubicBezTo>
                  <a:cubicBezTo>
                    <a:pt x="31535" y="30884"/>
                    <a:pt x="23360" y="28524"/>
                    <a:pt x="14222" y="28524"/>
                  </a:cubicBezTo>
                  <a:cubicBezTo>
                    <a:pt x="12791" y="28524"/>
                    <a:pt x="11335" y="28582"/>
                    <a:pt x="9849" y="28702"/>
                  </a:cubicBezTo>
                  <a:cubicBezTo>
                    <a:pt x="6537" y="28965"/>
                    <a:pt x="3239" y="29490"/>
                    <a:pt x="0" y="30249"/>
                  </a:cubicBezTo>
                  <a:lnTo>
                    <a:pt x="0" y="30599"/>
                  </a:lnTo>
                  <a:cubicBezTo>
                    <a:pt x="3239" y="29826"/>
                    <a:pt x="6552" y="29300"/>
                    <a:pt x="9878" y="29023"/>
                  </a:cubicBezTo>
                  <a:cubicBezTo>
                    <a:pt x="11344" y="28906"/>
                    <a:pt x="12779" y="28849"/>
                    <a:pt x="14191" y="28849"/>
                  </a:cubicBezTo>
                  <a:cubicBezTo>
                    <a:pt x="23296" y="28849"/>
                    <a:pt x="31444" y="31200"/>
                    <a:pt x="40564" y="34699"/>
                  </a:cubicBezTo>
                  <a:cubicBezTo>
                    <a:pt x="51114" y="38741"/>
                    <a:pt x="59782" y="41441"/>
                    <a:pt x="67836" y="43192"/>
                  </a:cubicBezTo>
                  <a:cubicBezTo>
                    <a:pt x="74673" y="44683"/>
                    <a:pt x="80873" y="45420"/>
                    <a:pt x="86606" y="45420"/>
                  </a:cubicBezTo>
                  <a:cubicBezTo>
                    <a:pt x="88728" y="45420"/>
                    <a:pt x="90785" y="45319"/>
                    <a:pt x="92788" y="45118"/>
                  </a:cubicBezTo>
                  <a:cubicBezTo>
                    <a:pt x="100755" y="44330"/>
                    <a:pt x="108444" y="41587"/>
                    <a:pt x="116295" y="36757"/>
                  </a:cubicBezTo>
                  <a:cubicBezTo>
                    <a:pt x="122861" y="32730"/>
                    <a:pt x="128128" y="25813"/>
                    <a:pt x="132783" y="19699"/>
                  </a:cubicBezTo>
                  <a:cubicBezTo>
                    <a:pt x="133469" y="18809"/>
                    <a:pt x="134140" y="17919"/>
                    <a:pt x="134811" y="17044"/>
                  </a:cubicBezTo>
                  <a:cubicBezTo>
                    <a:pt x="139086" y="11528"/>
                    <a:pt x="143668" y="5618"/>
                    <a:pt x="148907" y="467"/>
                  </a:cubicBezTo>
                  <a:lnTo>
                    <a:pt x="148907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5"/>
            <p:cNvSpPr/>
            <p:nvPr/>
          </p:nvSpPr>
          <p:spPr>
            <a:xfrm rot="-5400000">
              <a:off x="8866404" y="695943"/>
              <a:ext cx="68551" cy="55700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5"/>
            <p:cNvSpPr/>
            <p:nvPr/>
          </p:nvSpPr>
          <p:spPr>
            <a:xfrm rot="-5400000">
              <a:off x="78329" y="999018"/>
              <a:ext cx="68551" cy="55700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5"/>
            <p:cNvSpPr/>
            <p:nvPr/>
          </p:nvSpPr>
          <p:spPr>
            <a:xfrm rot="-5400000">
              <a:off x="8557607" y="118158"/>
              <a:ext cx="147350" cy="119725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5"/>
            <p:cNvSpPr/>
            <p:nvPr/>
          </p:nvSpPr>
          <p:spPr>
            <a:xfrm rot="-5400000">
              <a:off x="70932" y="4145608"/>
              <a:ext cx="147350" cy="119725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5"/>
            <p:cNvSpPr/>
            <p:nvPr/>
          </p:nvSpPr>
          <p:spPr>
            <a:xfrm rot="-5400000">
              <a:off x="8678520" y="3027070"/>
              <a:ext cx="147350" cy="119725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5"/>
            <p:cNvSpPr/>
            <p:nvPr/>
          </p:nvSpPr>
          <p:spPr>
            <a:xfrm>
              <a:off x="0" y="4388950"/>
              <a:ext cx="9143697" cy="1405302"/>
            </a:xfrm>
            <a:custGeom>
              <a:avLst/>
              <a:gdLst/>
              <a:ahLst/>
              <a:cxnLst/>
              <a:rect l="l" t="t" r="r" b="b"/>
              <a:pathLst>
                <a:path w="285317" h="78268" extrusionOk="0">
                  <a:moveTo>
                    <a:pt x="285316" y="0"/>
                  </a:moveTo>
                  <a:cubicBezTo>
                    <a:pt x="278377" y="2054"/>
                    <a:pt x="267832" y="5387"/>
                    <a:pt x="255301" y="10249"/>
                  </a:cubicBezTo>
                  <a:cubicBezTo>
                    <a:pt x="217731" y="24857"/>
                    <a:pt x="212846" y="33713"/>
                    <a:pt x="194449" y="40264"/>
                  </a:cubicBezTo>
                  <a:cubicBezTo>
                    <a:pt x="183224" y="44269"/>
                    <a:pt x="171168" y="45924"/>
                    <a:pt x="159017" y="45924"/>
                  </a:cubicBezTo>
                  <a:cubicBezTo>
                    <a:pt x="123184" y="45924"/>
                    <a:pt x="86525" y="31532"/>
                    <a:pt x="67928" y="20588"/>
                  </a:cubicBezTo>
                  <a:cubicBezTo>
                    <a:pt x="62359" y="17302"/>
                    <a:pt x="47317" y="7806"/>
                    <a:pt x="25519" y="4816"/>
                  </a:cubicBezTo>
                  <a:cubicBezTo>
                    <a:pt x="20617" y="4149"/>
                    <a:pt x="16063" y="3905"/>
                    <a:pt x="11991" y="3905"/>
                  </a:cubicBezTo>
                  <a:cubicBezTo>
                    <a:pt x="7283" y="3905"/>
                    <a:pt x="3219" y="4231"/>
                    <a:pt x="0" y="4611"/>
                  </a:cubicBezTo>
                  <a:lnTo>
                    <a:pt x="0" y="78268"/>
                  </a:lnTo>
                  <a:lnTo>
                    <a:pt x="285316" y="78268"/>
                  </a:lnTo>
                  <a:lnTo>
                    <a:pt x="285316" y="0"/>
                  </a:lnTo>
                  <a:close/>
                </a:path>
              </a:pathLst>
            </a:custGeom>
            <a:solidFill>
              <a:srgbClr val="C4BFFA">
                <a:alpha val="5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7"/>
          <p:cNvSpPr txBox="1">
            <a:spLocks noGrp="1"/>
          </p:cNvSpPr>
          <p:nvPr>
            <p:ph type="subTitle" idx="1"/>
          </p:nvPr>
        </p:nvSpPr>
        <p:spPr>
          <a:xfrm>
            <a:off x="720000" y="1700300"/>
            <a:ext cx="42948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82" name="Google Shape;82;p7"/>
          <p:cNvGrpSpPr/>
          <p:nvPr/>
        </p:nvGrpSpPr>
        <p:grpSpPr>
          <a:xfrm>
            <a:off x="0" y="-349287"/>
            <a:ext cx="9649237" cy="6219740"/>
            <a:chOff x="0" y="-349287"/>
            <a:chExt cx="9649237" cy="6219740"/>
          </a:xfrm>
        </p:grpSpPr>
        <p:grpSp>
          <p:nvGrpSpPr>
            <p:cNvPr id="83" name="Google Shape;83;p7"/>
            <p:cNvGrpSpPr/>
            <p:nvPr/>
          </p:nvGrpSpPr>
          <p:grpSpPr>
            <a:xfrm>
              <a:off x="0" y="-349287"/>
              <a:ext cx="9649237" cy="5379338"/>
              <a:chOff x="0" y="-349287"/>
              <a:chExt cx="9649237" cy="5379338"/>
            </a:xfrm>
          </p:grpSpPr>
          <p:sp>
            <p:nvSpPr>
              <p:cNvPr id="84" name="Google Shape;84;p7"/>
              <p:cNvSpPr/>
              <p:nvPr/>
            </p:nvSpPr>
            <p:spPr>
              <a:xfrm rot="5400000" flipH="1">
                <a:off x="4671704" y="4731777"/>
                <a:ext cx="142718" cy="115951"/>
              </a:xfrm>
              <a:custGeom>
                <a:avLst/>
                <a:gdLst/>
                <a:ahLst/>
                <a:cxnLst/>
                <a:rect l="l" t="t" r="r" b="b"/>
                <a:pathLst>
                  <a:path w="2538" h="2062" extrusionOk="0">
                    <a:moveTo>
                      <a:pt x="1154" y="369"/>
                    </a:moveTo>
                    <a:cubicBezTo>
                      <a:pt x="1279" y="369"/>
                      <a:pt x="1390" y="387"/>
                      <a:pt x="1449" y="399"/>
                    </a:cubicBezTo>
                    <a:cubicBezTo>
                      <a:pt x="1528" y="413"/>
                      <a:pt x="1635" y="442"/>
                      <a:pt x="1738" y="499"/>
                    </a:cubicBezTo>
                    <a:cubicBezTo>
                      <a:pt x="1860" y="560"/>
                      <a:pt x="1977" y="659"/>
                      <a:pt x="2034" y="809"/>
                    </a:cubicBezTo>
                    <a:cubicBezTo>
                      <a:pt x="2134" y="1063"/>
                      <a:pt x="2038" y="1384"/>
                      <a:pt x="1813" y="1562"/>
                    </a:cubicBezTo>
                    <a:cubicBezTo>
                      <a:pt x="1698" y="1652"/>
                      <a:pt x="1561" y="1690"/>
                      <a:pt x="1421" y="1690"/>
                    </a:cubicBezTo>
                    <a:cubicBezTo>
                      <a:pt x="1217" y="1690"/>
                      <a:pt x="1009" y="1609"/>
                      <a:pt x="860" y="1491"/>
                    </a:cubicBezTo>
                    <a:cubicBezTo>
                      <a:pt x="650" y="1323"/>
                      <a:pt x="414" y="938"/>
                      <a:pt x="568" y="642"/>
                    </a:cubicBezTo>
                    <a:cubicBezTo>
                      <a:pt x="685" y="421"/>
                      <a:pt x="941" y="369"/>
                      <a:pt x="1154" y="369"/>
                    </a:cubicBezTo>
                    <a:close/>
                    <a:moveTo>
                      <a:pt x="1160" y="0"/>
                    </a:moveTo>
                    <a:cubicBezTo>
                      <a:pt x="848" y="0"/>
                      <a:pt x="446" y="84"/>
                      <a:pt x="243" y="470"/>
                    </a:cubicBezTo>
                    <a:cubicBezTo>
                      <a:pt x="0" y="927"/>
                      <a:pt x="261" y="1484"/>
                      <a:pt x="628" y="1780"/>
                    </a:cubicBezTo>
                    <a:cubicBezTo>
                      <a:pt x="693" y="1830"/>
                      <a:pt x="760" y="1876"/>
                      <a:pt x="835" y="1916"/>
                    </a:cubicBezTo>
                    <a:cubicBezTo>
                      <a:pt x="1011" y="2007"/>
                      <a:pt x="1214" y="2062"/>
                      <a:pt x="1418" y="2062"/>
                    </a:cubicBezTo>
                    <a:cubicBezTo>
                      <a:pt x="1636" y="2062"/>
                      <a:pt x="1855" y="1999"/>
                      <a:pt x="2042" y="1851"/>
                    </a:cubicBezTo>
                    <a:cubicBezTo>
                      <a:pt x="2395" y="1573"/>
                      <a:pt x="2537" y="1081"/>
                      <a:pt x="2380" y="677"/>
                    </a:cubicBezTo>
                    <a:cubicBezTo>
                      <a:pt x="2252" y="349"/>
                      <a:pt x="1949" y="121"/>
                      <a:pt x="1521" y="35"/>
                    </a:cubicBezTo>
                    <a:cubicBezTo>
                      <a:pt x="1446" y="21"/>
                      <a:pt x="1314" y="0"/>
                      <a:pt x="11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7"/>
              <p:cNvSpPr/>
              <p:nvPr/>
            </p:nvSpPr>
            <p:spPr>
              <a:xfrm rot="5400000" flipH="1">
                <a:off x="4260585" y="4825593"/>
                <a:ext cx="225603" cy="183312"/>
              </a:xfrm>
              <a:custGeom>
                <a:avLst/>
                <a:gdLst/>
                <a:ahLst/>
                <a:cxnLst/>
                <a:rect l="l" t="t" r="r" b="b"/>
                <a:pathLst>
                  <a:path w="2538" h="2062" extrusionOk="0">
                    <a:moveTo>
                      <a:pt x="1154" y="369"/>
                    </a:moveTo>
                    <a:cubicBezTo>
                      <a:pt x="1279" y="369"/>
                      <a:pt x="1390" y="387"/>
                      <a:pt x="1449" y="399"/>
                    </a:cubicBezTo>
                    <a:cubicBezTo>
                      <a:pt x="1528" y="413"/>
                      <a:pt x="1635" y="442"/>
                      <a:pt x="1738" y="499"/>
                    </a:cubicBezTo>
                    <a:cubicBezTo>
                      <a:pt x="1860" y="560"/>
                      <a:pt x="1977" y="659"/>
                      <a:pt x="2034" y="809"/>
                    </a:cubicBezTo>
                    <a:cubicBezTo>
                      <a:pt x="2134" y="1063"/>
                      <a:pt x="2038" y="1384"/>
                      <a:pt x="1813" y="1562"/>
                    </a:cubicBezTo>
                    <a:cubicBezTo>
                      <a:pt x="1698" y="1652"/>
                      <a:pt x="1561" y="1690"/>
                      <a:pt x="1421" y="1690"/>
                    </a:cubicBezTo>
                    <a:cubicBezTo>
                      <a:pt x="1217" y="1690"/>
                      <a:pt x="1009" y="1609"/>
                      <a:pt x="860" y="1491"/>
                    </a:cubicBezTo>
                    <a:cubicBezTo>
                      <a:pt x="650" y="1323"/>
                      <a:pt x="414" y="938"/>
                      <a:pt x="568" y="642"/>
                    </a:cubicBezTo>
                    <a:cubicBezTo>
                      <a:pt x="685" y="421"/>
                      <a:pt x="941" y="369"/>
                      <a:pt x="1154" y="369"/>
                    </a:cubicBezTo>
                    <a:close/>
                    <a:moveTo>
                      <a:pt x="1160" y="0"/>
                    </a:moveTo>
                    <a:cubicBezTo>
                      <a:pt x="848" y="0"/>
                      <a:pt x="446" y="84"/>
                      <a:pt x="243" y="470"/>
                    </a:cubicBezTo>
                    <a:cubicBezTo>
                      <a:pt x="0" y="927"/>
                      <a:pt x="261" y="1484"/>
                      <a:pt x="628" y="1780"/>
                    </a:cubicBezTo>
                    <a:cubicBezTo>
                      <a:pt x="693" y="1830"/>
                      <a:pt x="760" y="1876"/>
                      <a:pt x="835" y="1916"/>
                    </a:cubicBezTo>
                    <a:cubicBezTo>
                      <a:pt x="1011" y="2007"/>
                      <a:pt x="1214" y="2062"/>
                      <a:pt x="1418" y="2062"/>
                    </a:cubicBezTo>
                    <a:cubicBezTo>
                      <a:pt x="1636" y="2062"/>
                      <a:pt x="1855" y="1999"/>
                      <a:pt x="2042" y="1851"/>
                    </a:cubicBezTo>
                    <a:cubicBezTo>
                      <a:pt x="2395" y="1573"/>
                      <a:pt x="2537" y="1081"/>
                      <a:pt x="2380" y="677"/>
                    </a:cubicBezTo>
                    <a:cubicBezTo>
                      <a:pt x="2252" y="349"/>
                      <a:pt x="1949" y="121"/>
                      <a:pt x="1521" y="35"/>
                    </a:cubicBezTo>
                    <a:cubicBezTo>
                      <a:pt x="1446" y="21"/>
                      <a:pt x="1314" y="0"/>
                      <a:pt x="11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7"/>
              <p:cNvSpPr/>
              <p:nvPr/>
            </p:nvSpPr>
            <p:spPr>
              <a:xfrm>
                <a:off x="0" y="0"/>
                <a:ext cx="2273750" cy="1646300"/>
              </a:xfrm>
              <a:custGeom>
                <a:avLst/>
                <a:gdLst/>
                <a:ahLst/>
                <a:cxnLst/>
                <a:rect l="l" t="t" r="r" b="b"/>
                <a:pathLst>
                  <a:path w="90950" h="65852" extrusionOk="0">
                    <a:moveTo>
                      <a:pt x="90103" y="0"/>
                    </a:moveTo>
                    <a:cubicBezTo>
                      <a:pt x="83522" y="2714"/>
                      <a:pt x="76387" y="4173"/>
                      <a:pt x="69470" y="5574"/>
                    </a:cubicBezTo>
                    <a:cubicBezTo>
                      <a:pt x="68697" y="5735"/>
                      <a:pt x="67924" y="5895"/>
                      <a:pt x="67150" y="6056"/>
                    </a:cubicBezTo>
                    <a:cubicBezTo>
                      <a:pt x="58425" y="7850"/>
                      <a:pt x="49246" y="10024"/>
                      <a:pt x="41542" y="14956"/>
                    </a:cubicBezTo>
                    <a:cubicBezTo>
                      <a:pt x="31561" y="21348"/>
                      <a:pt x="25010" y="31708"/>
                      <a:pt x="18692" y="41717"/>
                    </a:cubicBezTo>
                    <a:cubicBezTo>
                      <a:pt x="13278" y="50268"/>
                      <a:pt x="7719" y="59067"/>
                      <a:pt x="0" y="65429"/>
                    </a:cubicBezTo>
                    <a:lnTo>
                      <a:pt x="0" y="65852"/>
                    </a:lnTo>
                    <a:cubicBezTo>
                      <a:pt x="7865" y="59446"/>
                      <a:pt x="13497" y="50545"/>
                      <a:pt x="18969" y="41892"/>
                    </a:cubicBezTo>
                    <a:cubicBezTo>
                      <a:pt x="25273" y="31912"/>
                      <a:pt x="31795" y="21596"/>
                      <a:pt x="41717" y="15234"/>
                    </a:cubicBezTo>
                    <a:cubicBezTo>
                      <a:pt x="49378" y="10331"/>
                      <a:pt x="58512" y="8171"/>
                      <a:pt x="67223" y="6377"/>
                    </a:cubicBezTo>
                    <a:cubicBezTo>
                      <a:pt x="67982" y="6216"/>
                      <a:pt x="68755" y="6056"/>
                      <a:pt x="69529" y="5895"/>
                    </a:cubicBezTo>
                    <a:cubicBezTo>
                      <a:pt x="76722" y="4436"/>
                      <a:pt x="84135" y="2933"/>
                      <a:pt x="9094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87;p7"/>
              <p:cNvSpPr/>
              <p:nvPr/>
            </p:nvSpPr>
            <p:spPr>
              <a:xfrm>
                <a:off x="0" y="0"/>
                <a:ext cx="427900" cy="624900"/>
              </a:xfrm>
              <a:custGeom>
                <a:avLst/>
                <a:gdLst/>
                <a:ahLst/>
                <a:cxnLst/>
                <a:rect l="l" t="t" r="r" b="b"/>
                <a:pathLst>
                  <a:path w="17116" h="24996" extrusionOk="0">
                    <a:moveTo>
                      <a:pt x="16707" y="0"/>
                    </a:moveTo>
                    <a:cubicBezTo>
                      <a:pt x="16138" y="1780"/>
                      <a:pt x="15759" y="3633"/>
                      <a:pt x="15379" y="5428"/>
                    </a:cubicBezTo>
                    <a:cubicBezTo>
                      <a:pt x="14956" y="7500"/>
                      <a:pt x="14533" y="9630"/>
                      <a:pt x="13789" y="11630"/>
                    </a:cubicBezTo>
                    <a:cubicBezTo>
                      <a:pt x="11513" y="17816"/>
                      <a:pt x="6260" y="22675"/>
                      <a:pt x="0" y="24587"/>
                    </a:cubicBezTo>
                    <a:lnTo>
                      <a:pt x="0" y="24995"/>
                    </a:lnTo>
                    <a:cubicBezTo>
                      <a:pt x="6420" y="23069"/>
                      <a:pt x="11834" y="18094"/>
                      <a:pt x="14154" y="11761"/>
                    </a:cubicBezTo>
                    <a:cubicBezTo>
                      <a:pt x="14898" y="9733"/>
                      <a:pt x="15336" y="7588"/>
                      <a:pt x="15773" y="5516"/>
                    </a:cubicBezTo>
                    <a:cubicBezTo>
                      <a:pt x="16138" y="3677"/>
                      <a:pt x="16532" y="1795"/>
                      <a:pt x="1711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7"/>
              <p:cNvSpPr/>
              <p:nvPr/>
            </p:nvSpPr>
            <p:spPr>
              <a:xfrm rot="10800000" flipH="1">
                <a:off x="8360400" y="-15"/>
                <a:ext cx="783600" cy="356075"/>
              </a:xfrm>
              <a:custGeom>
                <a:avLst/>
                <a:gdLst/>
                <a:ahLst/>
                <a:cxnLst/>
                <a:rect l="l" t="t" r="r" b="b"/>
                <a:pathLst>
                  <a:path w="31344" h="14243" extrusionOk="0">
                    <a:moveTo>
                      <a:pt x="24538" y="1"/>
                    </a:moveTo>
                    <a:cubicBezTo>
                      <a:pt x="17525" y="1"/>
                      <a:pt x="10422" y="2758"/>
                      <a:pt x="5283" y="7516"/>
                    </a:cubicBezTo>
                    <a:cubicBezTo>
                      <a:pt x="3197" y="9457"/>
                      <a:pt x="1416" y="11748"/>
                      <a:pt x="1" y="14243"/>
                    </a:cubicBezTo>
                    <a:lnTo>
                      <a:pt x="395" y="14243"/>
                    </a:lnTo>
                    <a:cubicBezTo>
                      <a:pt x="1767" y="11835"/>
                      <a:pt x="3488" y="9632"/>
                      <a:pt x="5517" y="7764"/>
                    </a:cubicBezTo>
                    <a:cubicBezTo>
                      <a:pt x="10583" y="3051"/>
                      <a:pt x="17583" y="336"/>
                      <a:pt x="24518" y="336"/>
                    </a:cubicBezTo>
                    <a:cubicBezTo>
                      <a:pt x="25033" y="336"/>
                      <a:pt x="25548" y="350"/>
                      <a:pt x="26061" y="381"/>
                    </a:cubicBezTo>
                    <a:cubicBezTo>
                      <a:pt x="27827" y="483"/>
                      <a:pt x="29593" y="760"/>
                      <a:pt x="31344" y="1096"/>
                    </a:cubicBezTo>
                    <a:lnTo>
                      <a:pt x="31344" y="760"/>
                    </a:lnTo>
                    <a:cubicBezTo>
                      <a:pt x="29607" y="425"/>
                      <a:pt x="27842" y="147"/>
                      <a:pt x="26076" y="45"/>
                    </a:cubicBezTo>
                    <a:cubicBezTo>
                      <a:pt x="25564" y="15"/>
                      <a:pt x="25051" y="1"/>
                      <a:pt x="2453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7"/>
              <p:cNvSpPr/>
              <p:nvPr/>
            </p:nvSpPr>
            <p:spPr>
              <a:xfrm rot="-9354502" flipH="1">
                <a:off x="5856916" y="361056"/>
                <a:ext cx="3722700" cy="1135508"/>
              </a:xfrm>
              <a:custGeom>
                <a:avLst/>
                <a:gdLst/>
                <a:ahLst/>
                <a:cxnLst/>
                <a:rect l="l" t="t" r="r" b="b"/>
                <a:pathLst>
                  <a:path w="148907" h="45420" extrusionOk="0">
                    <a:moveTo>
                      <a:pt x="148907" y="1"/>
                    </a:moveTo>
                    <a:cubicBezTo>
                      <a:pt x="143552" y="5224"/>
                      <a:pt x="138897" y="11236"/>
                      <a:pt x="134549" y="16854"/>
                    </a:cubicBezTo>
                    <a:cubicBezTo>
                      <a:pt x="133877" y="17715"/>
                      <a:pt x="133206" y="18605"/>
                      <a:pt x="132520" y="19495"/>
                    </a:cubicBezTo>
                    <a:cubicBezTo>
                      <a:pt x="127880" y="25580"/>
                      <a:pt x="122627" y="32481"/>
                      <a:pt x="116134" y="36480"/>
                    </a:cubicBezTo>
                    <a:cubicBezTo>
                      <a:pt x="108313" y="41280"/>
                      <a:pt x="100667" y="43994"/>
                      <a:pt x="92758" y="44797"/>
                    </a:cubicBezTo>
                    <a:cubicBezTo>
                      <a:pt x="90782" y="44992"/>
                      <a:pt x="88753" y="45090"/>
                      <a:pt x="86661" y="45090"/>
                    </a:cubicBezTo>
                    <a:cubicBezTo>
                      <a:pt x="80937" y="45090"/>
                      <a:pt x="74748" y="44356"/>
                      <a:pt x="67909" y="42871"/>
                    </a:cubicBezTo>
                    <a:cubicBezTo>
                      <a:pt x="59869" y="41120"/>
                      <a:pt x="51216" y="38420"/>
                      <a:pt x="40681" y="34378"/>
                    </a:cubicBezTo>
                    <a:cubicBezTo>
                      <a:pt x="31535" y="30884"/>
                      <a:pt x="23360" y="28524"/>
                      <a:pt x="14222" y="28524"/>
                    </a:cubicBezTo>
                    <a:cubicBezTo>
                      <a:pt x="12791" y="28524"/>
                      <a:pt x="11335" y="28582"/>
                      <a:pt x="9849" y="28702"/>
                    </a:cubicBezTo>
                    <a:cubicBezTo>
                      <a:pt x="6537" y="28965"/>
                      <a:pt x="3239" y="29490"/>
                      <a:pt x="0" y="30249"/>
                    </a:cubicBezTo>
                    <a:lnTo>
                      <a:pt x="0" y="30599"/>
                    </a:lnTo>
                    <a:cubicBezTo>
                      <a:pt x="3239" y="29826"/>
                      <a:pt x="6552" y="29300"/>
                      <a:pt x="9878" y="29023"/>
                    </a:cubicBezTo>
                    <a:cubicBezTo>
                      <a:pt x="11344" y="28906"/>
                      <a:pt x="12779" y="28849"/>
                      <a:pt x="14191" y="28849"/>
                    </a:cubicBezTo>
                    <a:cubicBezTo>
                      <a:pt x="23296" y="28849"/>
                      <a:pt x="31444" y="31200"/>
                      <a:pt x="40564" y="34699"/>
                    </a:cubicBezTo>
                    <a:cubicBezTo>
                      <a:pt x="51114" y="38741"/>
                      <a:pt x="59782" y="41441"/>
                      <a:pt x="67836" y="43192"/>
                    </a:cubicBezTo>
                    <a:cubicBezTo>
                      <a:pt x="74673" y="44683"/>
                      <a:pt x="80873" y="45420"/>
                      <a:pt x="86606" y="45420"/>
                    </a:cubicBezTo>
                    <a:cubicBezTo>
                      <a:pt x="88728" y="45420"/>
                      <a:pt x="90785" y="45319"/>
                      <a:pt x="92788" y="45118"/>
                    </a:cubicBezTo>
                    <a:cubicBezTo>
                      <a:pt x="100755" y="44330"/>
                      <a:pt x="108444" y="41587"/>
                      <a:pt x="116295" y="36757"/>
                    </a:cubicBezTo>
                    <a:cubicBezTo>
                      <a:pt x="122861" y="32730"/>
                      <a:pt x="128128" y="25813"/>
                      <a:pt x="132783" y="19699"/>
                    </a:cubicBezTo>
                    <a:cubicBezTo>
                      <a:pt x="133469" y="18809"/>
                      <a:pt x="134140" y="17919"/>
                      <a:pt x="134811" y="17044"/>
                    </a:cubicBezTo>
                    <a:cubicBezTo>
                      <a:pt x="139086" y="11528"/>
                      <a:pt x="143668" y="5618"/>
                      <a:pt x="148907" y="467"/>
                    </a:cubicBezTo>
                    <a:lnTo>
                      <a:pt x="148907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7"/>
              <p:cNvSpPr/>
              <p:nvPr/>
            </p:nvSpPr>
            <p:spPr>
              <a:xfrm rot="-5400000">
                <a:off x="640904" y="338193"/>
                <a:ext cx="68551" cy="55700"/>
              </a:xfrm>
              <a:custGeom>
                <a:avLst/>
                <a:gdLst/>
                <a:ahLst/>
                <a:cxnLst/>
                <a:rect l="l" t="t" r="r" b="b"/>
                <a:pathLst>
                  <a:path w="2538" h="2062" extrusionOk="0">
                    <a:moveTo>
                      <a:pt x="1154" y="369"/>
                    </a:moveTo>
                    <a:cubicBezTo>
                      <a:pt x="1279" y="369"/>
                      <a:pt x="1390" y="387"/>
                      <a:pt x="1449" y="399"/>
                    </a:cubicBezTo>
                    <a:cubicBezTo>
                      <a:pt x="1528" y="413"/>
                      <a:pt x="1635" y="442"/>
                      <a:pt x="1738" y="499"/>
                    </a:cubicBezTo>
                    <a:cubicBezTo>
                      <a:pt x="1860" y="560"/>
                      <a:pt x="1977" y="659"/>
                      <a:pt x="2034" y="809"/>
                    </a:cubicBezTo>
                    <a:cubicBezTo>
                      <a:pt x="2134" y="1063"/>
                      <a:pt x="2038" y="1384"/>
                      <a:pt x="1813" y="1562"/>
                    </a:cubicBezTo>
                    <a:cubicBezTo>
                      <a:pt x="1698" y="1652"/>
                      <a:pt x="1561" y="1690"/>
                      <a:pt x="1421" y="1690"/>
                    </a:cubicBezTo>
                    <a:cubicBezTo>
                      <a:pt x="1217" y="1690"/>
                      <a:pt x="1009" y="1609"/>
                      <a:pt x="860" y="1491"/>
                    </a:cubicBezTo>
                    <a:cubicBezTo>
                      <a:pt x="650" y="1323"/>
                      <a:pt x="414" y="938"/>
                      <a:pt x="568" y="642"/>
                    </a:cubicBezTo>
                    <a:cubicBezTo>
                      <a:pt x="685" y="421"/>
                      <a:pt x="941" y="369"/>
                      <a:pt x="1154" y="369"/>
                    </a:cubicBezTo>
                    <a:close/>
                    <a:moveTo>
                      <a:pt x="1160" y="0"/>
                    </a:moveTo>
                    <a:cubicBezTo>
                      <a:pt x="848" y="0"/>
                      <a:pt x="446" y="84"/>
                      <a:pt x="243" y="470"/>
                    </a:cubicBezTo>
                    <a:cubicBezTo>
                      <a:pt x="0" y="927"/>
                      <a:pt x="261" y="1484"/>
                      <a:pt x="628" y="1780"/>
                    </a:cubicBezTo>
                    <a:cubicBezTo>
                      <a:pt x="693" y="1830"/>
                      <a:pt x="760" y="1876"/>
                      <a:pt x="835" y="1916"/>
                    </a:cubicBezTo>
                    <a:cubicBezTo>
                      <a:pt x="1011" y="2007"/>
                      <a:pt x="1214" y="2062"/>
                      <a:pt x="1418" y="2062"/>
                    </a:cubicBezTo>
                    <a:cubicBezTo>
                      <a:pt x="1636" y="2062"/>
                      <a:pt x="1855" y="1999"/>
                      <a:pt x="2042" y="1851"/>
                    </a:cubicBezTo>
                    <a:cubicBezTo>
                      <a:pt x="2395" y="1573"/>
                      <a:pt x="2537" y="1081"/>
                      <a:pt x="2380" y="677"/>
                    </a:cubicBezTo>
                    <a:cubicBezTo>
                      <a:pt x="2252" y="349"/>
                      <a:pt x="1949" y="121"/>
                      <a:pt x="1521" y="35"/>
                    </a:cubicBezTo>
                    <a:cubicBezTo>
                      <a:pt x="1446" y="21"/>
                      <a:pt x="1314" y="0"/>
                      <a:pt x="11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7"/>
              <p:cNvSpPr/>
              <p:nvPr/>
            </p:nvSpPr>
            <p:spPr>
              <a:xfrm rot="-5400000">
                <a:off x="8866404" y="695943"/>
                <a:ext cx="68551" cy="55700"/>
              </a:xfrm>
              <a:custGeom>
                <a:avLst/>
                <a:gdLst/>
                <a:ahLst/>
                <a:cxnLst/>
                <a:rect l="l" t="t" r="r" b="b"/>
                <a:pathLst>
                  <a:path w="2538" h="2062" extrusionOk="0">
                    <a:moveTo>
                      <a:pt x="1154" y="369"/>
                    </a:moveTo>
                    <a:cubicBezTo>
                      <a:pt x="1279" y="369"/>
                      <a:pt x="1390" y="387"/>
                      <a:pt x="1449" y="399"/>
                    </a:cubicBezTo>
                    <a:cubicBezTo>
                      <a:pt x="1528" y="413"/>
                      <a:pt x="1635" y="442"/>
                      <a:pt x="1738" y="499"/>
                    </a:cubicBezTo>
                    <a:cubicBezTo>
                      <a:pt x="1860" y="560"/>
                      <a:pt x="1977" y="659"/>
                      <a:pt x="2034" y="809"/>
                    </a:cubicBezTo>
                    <a:cubicBezTo>
                      <a:pt x="2134" y="1063"/>
                      <a:pt x="2038" y="1384"/>
                      <a:pt x="1813" y="1562"/>
                    </a:cubicBezTo>
                    <a:cubicBezTo>
                      <a:pt x="1698" y="1652"/>
                      <a:pt x="1561" y="1690"/>
                      <a:pt x="1421" y="1690"/>
                    </a:cubicBezTo>
                    <a:cubicBezTo>
                      <a:pt x="1217" y="1690"/>
                      <a:pt x="1009" y="1609"/>
                      <a:pt x="860" y="1491"/>
                    </a:cubicBezTo>
                    <a:cubicBezTo>
                      <a:pt x="650" y="1323"/>
                      <a:pt x="414" y="938"/>
                      <a:pt x="568" y="642"/>
                    </a:cubicBezTo>
                    <a:cubicBezTo>
                      <a:pt x="685" y="421"/>
                      <a:pt x="941" y="369"/>
                      <a:pt x="1154" y="369"/>
                    </a:cubicBezTo>
                    <a:close/>
                    <a:moveTo>
                      <a:pt x="1160" y="0"/>
                    </a:moveTo>
                    <a:cubicBezTo>
                      <a:pt x="848" y="0"/>
                      <a:pt x="446" y="84"/>
                      <a:pt x="243" y="470"/>
                    </a:cubicBezTo>
                    <a:cubicBezTo>
                      <a:pt x="0" y="927"/>
                      <a:pt x="261" y="1484"/>
                      <a:pt x="628" y="1780"/>
                    </a:cubicBezTo>
                    <a:cubicBezTo>
                      <a:pt x="693" y="1830"/>
                      <a:pt x="760" y="1876"/>
                      <a:pt x="835" y="1916"/>
                    </a:cubicBezTo>
                    <a:cubicBezTo>
                      <a:pt x="1011" y="2007"/>
                      <a:pt x="1214" y="2062"/>
                      <a:pt x="1418" y="2062"/>
                    </a:cubicBezTo>
                    <a:cubicBezTo>
                      <a:pt x="1636" y="2062"/>
                      <a:pt x="1855" y="1999"/>
                      <a:pt x="2042" y="1851"/>
                    </a:cubicBezTo>
                    <a:cubicBezTo>
                      <a:pt x="2395" y="1573"/>
                      <a:pt x="2537" y="1081"/>
                      <a:pt x="2380" y="677"/>
                    </a:cubicBezTo>
                    <a:cubicBezTo>
                      <a:pt x="2252" y="349"/>
                      <a:pt x="1949" y="121"/>
                      <a:pt x="1521" y="35"/>
                    </a:cubicBezTo>
                    <a:cubicBezTo>
                      <a:pt x="1446" y="21"/>
                      <a:pt x="1314" y="0"/>
                      <a:pt x="11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7"/>
              <p:cNvSpPr/>
              <p:nvPr/>
            </p:nvSpPr>
            <p:spPr>
              <a:xfrm rot="-5400000">
                <a:off x="78329" y="999018"/>
                <a:ext cx="68551" cy="55700"/>
              </a:xfrm>
              <a:custGeom>
                <a:avLst/>
                <a:gdLst/>
                <a:ahLst/>
                <a:cxnLst/>
                <a:rect l="l" t="t" r="r" b="b"/>
                <a:pathLst>
                  <a:path w="2538" h="2062" extrusionOk="0">
                    <a:moveTo>
                      <a:pt x="1154" y="369"/>
                    </a:moveTo>
                    <a:cubicBezTo>
                      <a:pt x="1279" y="369"/>
                      <a:pt x="1390" y="387"/>
                      <a:pt x="1449" y="399"/>
                    </a:cubicBezTo>
                    <a:cubicBezTo>
                      <a:pt x="1528" y="413"/>
                      <a:pt x="1635" y="442"/>
                      <a:pt x="1738" y="499"/>
                    </a:cubicBezTo>
                    <a:cubicBezTo>
                      <a:pt x="1860" y="560"/>
                      <a:pt x="1977" y="659"/>
                      <a:pt x="2034" y="809"/>
                    </a:cubicBezTo>
                    <a:cubicBezTo>
                      <a:pt x="2134" y="1063"/>
                      <a:pt x="2038" y="1384"/>
                      <a:pt x="1813" y="1562"/>
                    </a:cubicBezTo>
                    <a:cubicBezTo>
                      <a:pt x="1698" y="1652"/>
                      <a:pt x="1561" y="1690"/>
                      <a:pt x="1421" y="1690"/>
                    </a:cubicBezTo>
                    <a:cubicBezTo>
                      <a:pt x="1217" y="1690"/>
                      <a:pt x="1009" y="1609"/>
                      <a:pt x="860" y="1491"/>
                    </a:cubicBezTo>
                    <a:cubicBezTo>
                      <a:pt x="650" y="1323"/>
                      <a:pt x="414" y="938"/>
                      <a:pt x="568" y="642"/>
                    </a:cubicBezTo>
                    <a:cubicBezTo>
                      <a:pt x="685" y="421"/>
                      <a:pt x="941" y="369"/>
                      <a:pt x="1154" y="369"/>
                    </a:cubicBezTo>
                    <a:close/>
                    <a:moveTo>
                      <a:pt x="1160" y="0"/>
                    </a:moveTo>
                    <a:cubicBezTo>
                      <a:pt x="848" y="0"/>
                      <a:pt x="446" y="84"/>
                      <a:pt x="243" y="470"/>
                    </a:cubicBezTo>
                    <a:cubicBezTo>
                      <a:pt x="0" y="927"/>
                      <a:pt x="261" y="1484"/>
                      <a:pt x="628" y="1780"/>
                    </a:cubicBezTo>
                    <a:cubicBezTo>
                      <a:pt x="693" y="1830"/>
                      <a:pt x="760" y="1876"/>
                      <a:pt x="835" y="1916"/>
                    </a:cubicBezTo>
                    <a:cubicBezTo>
                      <a:pt x="1011" y="2007"/>
                      <a:pt x="1214" y="2062"/>
                      <a:pt x="1418" y="2062"/>
                    </a:cubicBezTo>
                    <a:cubicBezTo>
                      <a:pt x="1636" y="2062"/>
                      <a:pt x="1855" y="1999"/>
                      <a:pt x="2042" y="1851"/>
                    </a:cubicBezTo>
                    <a:cubicBezTo>
                      <a:pt x="2395" y="1573"/>
                      <a:pt x="2537" y="1081"/>
                      <a:pt x="2380" y="677"/>
                    </a:cubicBezTo>
                    <a:cubicBezTo>
                      <a:pt x="2252" y="349"/>
                      <a:pt x="1949" y="121"/>
                      <a:pt x="1521" y="35"/>
                    </a:cubicBezTo>
                    <a:cubicBezTo>
                      <a:pt x="1446" y="21"/>
                      <a:pt x="1314" y="0"/>
                      <a:pt x="11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7"/>
              <p:cNvSpPr/>
              <p:nvPr/>
            </p:nvSpPr>
            <p:spPr>
              <a:xfrm rot="-5400000">
                <a:off x="8678520" y="4093870"/>
                <a:ext cx="147350" cy="119725"/>
              </a:xfrm>
              <a:custGeom>
                <a:avLst/>
                <a:gdLst/>
                <a:ahLst/>
                <a:cxnLst/>
                <a:rect l="l" t="t" r="r" b="b"/>
                <a:pathLst>
                  <a:path w="2538" h="2062" extrusionOk="0">
                    <a:moveTo>
                      <a:pt x="1154" y="369"/>
                    </a:moveTo>
                    <a:cubicBezTo>
                      <a:pt x="1279" y="369"/>
                      <a:pt x="1390" y="387"/>
                      <a:pt x="1449" y="399"/>
                    </a:cubicBezTo>
                    <a:cubicBezTo>
                      <a:pt x="1528" y="413"/>
                      <a:pt x="1635" y="442"/>
                      <a:pt x="1738" y="499"/>
                    </a:cubicBezTo>
                    <a:cubicBezTo>
                      <a:pt x="1860" y="560"/>
                      <a:pt x="1977" y="659"/>
                      <a:pt x="2034" y="809"/>
                    </a:cubicBezTo>
                    <a:cubicBezTo>
                      <a:pt x="2134" y="1063"/>
                      <a:pt x="2038" y="1384"/>
                      <a:pt x="1813" y="1562"/>
                    </a:cubicBezTo>
                    <a:cubicBezTo>
                      <a:pt x="1698" y="1652"/>
                      <a:pt x="1561" y="1690"/>
                      <a:pt x="1421" y="1690"/>
                    </a:cubicBezTo>
                    <a:cubicBezTo>
                      <a:pt x="1217" y="1690"/>
                      <a:pt x="1009" y="1609"/>
                      <a:pt x="860" y="1491"/>
                    </a:cubicBezTo>
                    <a:cubicBezTo>
                      <a:pt x="650" y="1323"/>
                      <a:pt x="414" y="938"/>
                      <a:pt x="568" y="642"/>
                    </a:cubicBezTo>
                    <a:cubicBezTo>
                      <a:pt x="685" y="421"/>
                      <a:pt x="941" y="369"/>
                      <a:pt x="1154" y="369"/>
                    </a:cubicBezTo>
                    <a:close/>
                    <a:moveTo>
                      <a:pt x="1160" y="0"/>
                    </a:moveTo>
                    <a:cubicBezTo>
                      <a:pt x="848" y="0"/>
                      <a:pt x="446" y="84"/>
                      <a:pt x="243" y="470"/>
                    </a:cubicBezTo>
                    <a:cubicBezTo>
                      <a:pt x="0" y="927"/>
                      <a:pt x="261" y="1484"/>
                      <a:pt x="628" y="1780"/>
                    </a:cubicBezTo>
                    <a:cubicBezTo>
                      <a:pt x="693" y="1830"/>
                      <a:pt x="760" y="1876"/>
                      <a:pt x="835" y="1916"/>
                    </a:cubicBezTo>
                    <a:cubicBezTo>
                      <a:pt x="1011" y="2007"/>
                      <a:pt x="1214" y="2062"/>
                      <a:pt x="1418" y="2062"/>
                    </a:cubicBezTo>
                    <a:cubicBezTo>
                      <a:pt x="1636" y="2062"/>
                      <a:pt x="1855" y="1999"/>
                      <a:pt x="2042" y="1851"/>
                    </a:cubicBezTo>
                    <a:cubicBezTo>
                      <a:pt x="2395" y="1573"/>
                      <a:pt x="2537" y="1081"/>
                      <a:pt x="2380" y="677"/>
                    </a:cubicBezTo>
                    <a:cubicBezTo>
                      <a:pt x="2252" y="349"/>
                      <a:pt x="1949" y="121"/>
                      <a:pt x="1521" y="35"/>
                    </a:cubicBezTo>
                    <a:cubicBezTo>
                      <a:pt x="1446" y="21"/>
                      <a:pt x="1314" y="0"/>
                      <a:pt x="11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7"/>
              <p:cNvSpPr/>
              <p:nvPr/>
            </p:nvSpPr>
            <p:spPr>
              <a:xfrm rot="-5400000">
                <a:off x="8557607" y="118158"/>
                <a:ext cx="147350" cy="119725"/>
              </a:xfrm>
              <a:custGeom>
                <a:avLst/>
                <a:gdLst/>
                <a:ahLst/>
                <a:cxnLst/>
                <a:rect l="l" t="t" r="r" b="b"/>
                <a:pathLst>
                  <a:path w="2538" h="2062" extrusionOk="0">
                    <a:moveTo>
                      <a:pt x="1154" y="369"/>
                    </a:moveTo>
                    <a:cubicBezTo>
                      <a:pt x="1279" y="369"/>
                      <a:pt x="1390" y="387"/>
                      <a:pt x="1449" y="399"/>
                    </a:cubicBezTo>
                    <a:cubicBezTo>
                      <a:pt x="1528" y="413"/>
                      <a:pt x="1635" y="442"/>
                      <a:pt x="1738" y="499"/>
                    </a:cubicBezTo>
                    <a:cubicBezTo>
                      <a:pt x="1860" y="560"/>
                      <a:pt x="1977" y="659"/>
                      <a:pt x="2034" y="809"/>
                    </a:cubicBezTo>
                    <a:cubicBezTo>
                      <a:pt x="2134" y="1063"/>
                      <a:pt x="2038" y="1384"/>
                      <a:pt x="1813" y="1562"/>
                    </a:cubicBezTo>
                    <a:cubicBezTo>
                      <a:pt x="1698" y="1652"/>
                      <a:pt x="1561" y="1690"/>
                      <a:pt x="1421" y="1690"/>
                    </a:cubicBezTo>
                    <a:cubicBezTo>
                      <a:pt x="1217" y="1690"/>
                      <a:pt x="1009" y="1609"/>
                      <a:pt x="860" y="1491"/>
                    </a:cubicBezTo>
                    <a:cubicBezTo>
                      <a:pt x="650" y="1323"/>
                      <a:pt x="414" y="938"/>
                      <a:pt x="568" y="642"/>
                    </a:cubicBezTo>
                    <a:cubicBezTo>
                      <a:pt x="685" y="421"/>
                      <a:pt x="941" y="369"/>
                      <a:pt x="1154" y="369"/>
                    </a:cubicBezTo>
                    <a:close/>
                    <a:moveTo>
                      <a:pt x="1160" y="0"/>
                    </a:moveTo>
                    <a:cubicBezTo>
                      <a:pt x="848" y="0"/>
                      <a:pt x="446" y="84"/>
                      <a:pt x="243" y="470"/>
                    </a:cubicBezTo>
                    <a:cubicBezTo>
                      <a:pt x="0" y="927"/>
                      <a:pt x="261" y="1484"/>
                      <a:pt x="628" y="1780"/>
                    </a:cubicBezTo>
                    <a:cubicBezTo>
                      <a:pt x="693" y="1830"/>
                      <a:pt x="760" y="1876"/>
                      <a:pt x="835" y="1916"/>
                    </a:cubicBezTo>
                    <a:cubicBezTo>
                      <a:pt x="1011" y="2007"/>
                      <a:pt x="1214" y="2062"/>
                      <a:pt x="1418" y="2062"/>
                    </a:cubicBezTo>
                    <a:cubicBezTo>
                      <a:pt x="1636" y="2062"/>
                      <a:pt x="1855" y="1999"/>
                      <a:pt x="2042" y="1851"/>
                    </a:cubicBezTo>
                    <a:cubicBezTo>
                      <a:pt x="2395" y="1573"/>
                      <a:pt x="2537" y="1081"/>
                      <a:pt x="2380" y="677"/>
                    </a:cubicBezTo>
                    <a:cubicBezTo>
                      <a:pt x="2252" y="349"/>
                      <a:pt x="1949" y="121"/>
                      <a:pt x="1521" y="35"/>
                    </a:cubicBezTo>
                    <a:cubicBezTo>
                      <a:pt x="1446" y="21"/>
                      <a:pt x="1314" y="0"/>
                      <a:pt x="11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7"/>
              <p:cNvSpPr/>
              <p:nvPr/>
            </p:nvSpPr>
            <p:spPr>
              <a:xfrm rot="-5400000">
                <a:off x="70932" y="4145608"/>
                <a:ext cx="147350" cy="119725"/>
              </a:xfrm>
              <a:custGeom>
                <a:avLst/>
                <a:gdLst/>
                <a:ahLst/>
                <a:cxnLst/>
                <a:rect l="l" t="t" r="r" b="b"/>
                <a:pathLst>
                  <a:path w="2538" h="2062" extrusionOk="0">
                    <a:moveTo>
                      <a:pt x="1154" y="369"/>
                    </a:moveTo>
                    <a:cubicBezTo>
                      <a:pt x="1279" y="369"/>
                      <a:pt x="1390" y="387"/>
                      <a:pt x="1449" y="399"/>
                    </a:cubicBezTo>
                    <a:cubicBezTo>
                      <a:pt x="1528" y="413"/>
                      <a:pt x="1635" y="442"/>
                      <a:pt x="1738" y="499"/>
                    </a:cubicBezTo>
                    <a:cubicBezTo>
                      <a:pt x="1860" y="560"/>
                      <a:pt x="1977" y="659"/>
                      <a:pt x="2034" y="809"/>
                    </a:cubicBezTo>
                    <a:cubicBezTo>
                      <a:pt x="2134" y="1063"/>
                      <a:pt x="2038" y="1384"/>
                      <a:pt x="1813" y="1562"/>
                    </a:cubicBezTo>
                    <a:cubicBezTo>
                      <a:pt x="1698" y="1652"/>
                      <a:pt x="1561" y="1690"/>
                      <a:pt x="1421" y="1690"/>
                    </a:cubicBezTo>
                    <a:cubicBezTo>
                      <a:pt x="1217" y="1690"/>
                      <a:pt x="1009" y="1609"/>
                      <a:pt x="860" y="1491"/>
                    </a:cubicBezTo>
                    <a:cubicBezTo>
                      <a:pt x="650" y="1323"/>
                      <a:pt x="414" y="938"/>
                      <a:pt x="568" y="642"/>
                    </a:cubicBezTo>
                    <a:cubicBezTo>
                      <a:pt x="685" y="421"/>
                      <a:pt x="941" y="369"/>
                      <a:pt x="1154" y="369"/>
                    </a:cubicBezTo>
                    <a:close/>
                    <a:moveTo>
                      <a:pt x="1160" y="0"/>
                    </a:moveTo>
                    <a:cubicBezTo>
                      <a:pt x="848" y="0"/>
                      <a:pt x="446" y="84"/>
                      <a:pt x="243" y="470"/>
                    </a:cubicBezTo>
                    <a:cubicBezTo>
                      <a:pt x="0" y="927"/>
                      <a:pt x="261" y="1484"/>
                      <a:pt x="628" y="1780"/>
                    </a:cubicBezTo>
                    <a:cubicBezTo>
                      <a:pt x="693" y="1830"/>
                      <a:pt x="760" y="1876"/>
                      <a:pt x="835" y="1916"/>
                    </a:cubicBezTo>
                    <a:cubicBezTo>
                      <a:pt x="1011" y="2007"/>
                      <a:pt x="1214" y="2062"/>
                      <a:pt x="1418" y="2062"/>
                    </a:cubicBezTo>
                    <a:cubicBezTo>
                      <a:pt x="1636" y="2062"/>
                      <a:pt x="1855" y="1999"/>
                      <a:pt x="2042" y="1851"/>
                    </a:cubicBezTo>
                    <a:cubicBezTo>
                      <a:pt x="2395" y="1573"/>
                      <a:pt x="2537" y="1081"/>
                      <a:pt x="2380" y="677"/>
                    </a:cubicBezTo>
                    <a:cubicBezTo>
                      <a:pt x="2252" y="349"/>
                      <a:pt x="1949" y="121"/>
                      <a:pt x="1521" y="35"/>
                    </a:cubicBezTo>
                    <a:cubicBezTo>
                      <a:pt x="1446" y="21"/>
                      <a:pt x="1314" y="0"/>
                      <a:pt x="11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7"/>
              <p:cNvSpPr/>
              <p:nvPr/>
            </p:nvSpPr>
            <p:spPr>
              <a:xfrm rot="-5400000">
                <a:off x="319607" y="585183"/>
                <a:ext cx="147350" cy="119725"/>
              </a:xfrm>
              <a:custGeom>
                <a:avLst/>
                <a:gdLst/>
                <a:ahLst/>
                <a:cxnLst/>
                <a:rect l="l" t="t" r="r" b="b"/>
                <a:pathLst>
                  <a:path w="2538" h="2062" extrusionOk="0">
                    <a:moveTo>
                      <a:pt x="1154" y="369"/>
                    </a:moveTo>
                    <a:cubicBezTo>
                      <a:pt x="1279" y="369"/>
                      <a:pt x="1390" y="387"/>
                      <a:pt x="1449" y="399"/>
                    </a:cubicBezTo>
                    <a:cubicBezTo>
                      <a:pt x="1528" y="413"/>
                      <a:pt x="1635" y="442"/>
                      <a:pt x="1738" y="499"/>
                    </a:cubicBezTo>
                    <a:cubicBezTo>
                      <a:pt x="1860" y="560"/>
                      <a:pt x="1977" y="659"/>
                      <a:pt x="2034" y="809"/>
                    </a:cubicBezTo>
                    <a:cubicBezTo>
                      <a:pt x="2134" y="1063"/>
                      <a:pt x="2038" y="1384"/>
                      <a:pt x="1813" y="1562"/>
                    </a:cubicBezTo>
                    <a:cubicBezTo>
                      <a:pt x="1698" y="1652"/>
                      <a:pt x="1561" y="1690"/>
                      <a:pt x="1421" y="1690"/>
                    </a:cubicBezTo>
                    <a:cubicBezTo>
                      <a:pt x="1217" y="1690"/>
                      <a:pt x="1009" y="1609"/>
                      <a:pt x="860" y="1491"/>
                    </a:cubicBezTo>
                    <a:cubicBezTo>
                      <a:pt x="650" y="1323"/>
                      <a:pt x="414" y="938"/>
                      <a:pt x="568" y="642"/>
                    </a:cubicBezTo>
                    <a:cubicBezTo>
                      <a:pt x="685" y="421"/>
                      <a:pt x="941" y="369"/>
                      <a:pt x="1154" y="369"/>
                    </a:cubicBezTo>
                    <a:close/>
                    <a:moveTo>
                      <a:pt x="1160" y="0"/>
                    </a:moveTo>
                    <a:cubicBezTo>
                      <a:pt x="848" y="0"/>
                      <a:pt x="446" y="84"/>
                      <a:pt x="243" y="470"/>
                    </a:cubicBezTo>
                    <a:cubicBezTo>
                      <a:pt x="0" y="927"/>
                      <a:pt x="261" y="1484"/>
                      <a:pt x="628" y="1780"/>
                    </a:cubicBezTo>
                    <a:cubicBezTo>
                      <a:pt x="693" y="1830"/>
                      <a:pt x="760" y="1876"/>
                      <a:pt x="835" y="1916"/>
                    </a:cubicBezTo>
                    <a:cubicBezTo>
                      <a:pt x="1011" y="2007"/>
                      <a:pt x="1214" y="2062"/>
                      <a:pt x="1418" y="2062"/>
                    </a:cubicBezTo>
                    <a:cubicBezTo>
                      <a:pt x="1636" y="2062"/>
                      <a:pt x="1855" y="1999"/>
                      <a:pt x="2042" y="1851"/>
                    </a:cubicBezTo>
                    <a:cubicBezTo>
                      <a:pt x="2395" y="1573"/>
                      <a:pt x="2537" y="1081"/>
                      <a:pt x="2380" y="677"/>
                    </a:cubicBezTo>
                    <a:cubicBezTo>
                      <a:pt x="2252" y="349"/>
                      <a:pt x="1949" y="121"/>
                      <a:pt x="1521" y="35"/>
                    </a:cubicBezTo>
                    <a:cubicBezTo>
                      <a:pt x="1446" y="21"/>
                      <a:pt x="1314" y="0"/>
                      <a:pt x="11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7" name="Google Shape;97;p7"/>
            <p:cNvSpPr/>
            <p:nvPr/>
          </p:nvSpPr>
          <p:spPr>
            <a:xfrm flipH="1">
              <a:off x="0" y="4465150"/>
              <a:ext cx="9143697" cy="1405302"/>
            </a:xfrm>
            <a:custGeom>
              <a:avLst/>
              <a:gdLst/>
              <a:ahLst/>
              <a:cxnLst/>
              <a:rect l="l" t="t" r="r" b="b"/>
              <a:pathLst>
                <a:path w="285317" h="78268" extrusionOk="0">
                  <a:moveTo>
                    <a:pt x="285316" y="0"/>
                  </a:moveTo>
                  <a:cubicBezTo>
                    <a:pt x="278377" y="2054"/>
                    <a:pt x="267832" y="5387"/>
                    <a:pt x="255301" y="10249"/>
                  </a:cubicBezTo>
                  <a:cubicBezTo>
                    <a:pt x="217731" y="24857"/>
                    <a:pt x="212846" y="33713"/>
                    <a:pt x="194449" y="40264"/>
                  </a:cubicBezTo>
                  <a:cubicBezTo>
                    <a:pt x="183224" y="44269"/>
                    <a:pt x="171168" y="45924"/>
                    <a:pt x="159017" y="45924"/>
                  </a:cubicBezTo>
                  <a:cubicBezTo>
                    <a:pt x="123184" y="45924"/>
                    <a:pt x="86525" y="31532"/>
                    <a:pt x="67928" y="20588"/>
                  </a:cubicBezTo>
                  <a:cubicBezTo>
                    <a:pt x="62359" y="17302"/>
                    <a:pt x="47317" y="7806"/>
                    <a:pt x="25519" y="4816"/>
                  </a:cubicBezTo>
                  <a:cubicBezTo>
                    <a:pt x="20617" y="4149"/>
                    <a:pt x="16063" y="3905"/>
                    <a:pt x="11991" y="3905"/>
                  </a:cubicBezTo>
                  <a:cubicBezTo>
                    <a:pt x="7283" y="3905"/>
                    <a:pt x="3219" y="4231"/>
                    <a:pt x="0" y="4611"/>
                  </a:cubicBezTo>
                  <a:lnTo>
                    <a:pt x="0" y="78268"/>
                  </a:lnTo>
                  <a:lnTo>
                    <a:pt x="285316" y="78268"/>
                  </a:lnTo>
                  <a:lnTo>
                    <a:pt x="285316" y="0"/>
                  </a:lnTo>
                  <a:close/>
                </a:path>
              </a:pathLst>
            </a:custGeom>
            <a:solidFill>
              <a:srgbClr val="C4BFFA">
                <a:alpha val="5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8"/>
          <p:cNvSpPr txBox="1">
            <a:spLocks noGrp="1"/>
          </p:cNvSpPr>
          <p:nvPr>
            <p:ph type="title"/>
          </p:nvPr>
        </p:nvSpPr>
        <p:spPr>
          <a:xfrm>
            <a:off x="1768550" y="752775"/>
            <a:ext cx="56070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00" name="Google Shape;100;p8"/>
          <p:cNvGrpSpPr/>
          <p:nvPr/>
        </p:nvGrpSpPr>
        <p:grpSpPr>
          <a:xfrm>
            <a:off x="0" y="-349287"/>
            <a:ext cx="9649237" cy="6143540"/>
            <a:chOff x="0" y="-349287"/>
            <a:chExt cx="9649237" cy="6143540"/>
          </a:xfrm>
        </p:grpSpPr>
        <p:sp>
          <p:nvSpPr>
            <p:cNvPr id="101" name="Google Shape;101;p8"/>
            <p:cNvSpPr/>
            <p:nvPr/>
          </p:nvSpPr>
          <p:spPr>
            <a:xfrm>
              <a:off x="0" y="4388950"/>
              <a:ext cx="9143697" cy="1405302"/>
            </a:xfrm>
            <a:custGeom>
              <a:avLst/>
              <a:gdLst/>
              <a:ahLst/>
              <a:cxnLst/>
              <a:rect l="l" t="t" r="r" b="b"/>
              <a:pathLst>
                <a:path w="285317" h="78268" extrusionOk="0">
                  <a:moveTo>
                    <a:pt x="285316" y="0"/>
                  </a:moveTo>
                  <a:cubicBezTo>
                    <a:pt x="278377" y="2054"/>
                    <a:pt x="267832" y="5387"/>
                    <a:pt x="255301" y="10249"/>
                  </a:cubicBezTo>
                  <a:cubicBezTo>
                    <a:pt x="217731" y="24857"/>
                    <a:pt x="212846" y="33713"/>
                    <a:pt x="194449" y="40264"/>
                  </a:cubicBezTo>
                  <a:cubicBezTo>
                    <a:pt x="183224" y="44269"/>
                    <a:pt x="171168" y="45924"/>
                    <a:pt x="159017" y="45924"/>
                  </a:cubicBezTo>
                  <a:cubicBezTo>
                    <a:pt x="123184" y="45924"/>
                    <a:pt x="86525" y="31532"/>
                    <a:pt x="67928" y="20588"/>
                  </a:cubicBezTo>
                  <a:cubicBezTo>
                    <a:pt x="62359" y="17302"/>
                    <a:pt x="47317" y="7806"/>
                    <a:pt x="25519" y="4816"/>
                  </a:cubicBezTo>
                  <a:cubicBezTo>
                    <a:pt x="20617" y="4149"/>
                    <a:pt x="16063" y="3905"/>
                    <a:pt x="11991" y="3905"/>
                  </a:cubicBezTo>
                  <a:cubicBezTo>
                    <a:pt x="7283" y="3905"/>
                    <a:pt x="3219" y="4231"/>
                    <a:pt x="0" y="4611"/>
                  </a:cubicBezTo>
                  <a:lnTo>
                    <a:pt x="0" y="78268"/>
                  </a:lnTo>
                  <a:lnTo>
                    <a:pt x="285316" y="78268"/>
                  </a:lnTo>
                  <a:lnTo>
                    <a:pt x="285316" y="0"/>
                  </a:lnTo>
                  <a:close/>
                </a:path>
              </a:pathLst>
            </a:custGeom>
            <a:solidFill>
              <a:srgbClr val="C4BFFA">
                <a:alpha val="5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8"/>
            <p:cNvSpPr/>
            <p:nvPr/>
          </p:nvSpPr>
          <p:spPr>
            <a:xfrm>
              <a:off x="0" y="0"/>
              <a:ext cx="2273750" cy="1646300"/>
            </a:xfrm>
            <a:custGeom>
              <a:avLst/>
              <a:gdLst/>
              <a:ahLst/>
              <a:cxnLst/>
              <a:rect l="l" t="t" r="r" b="b"/>
              <a:pathLst>
                <a:path w="90950" h="65852" extrusionOk="0">
                  <a:moveTo>
                    <a:pt x="90103" y="0"/>
                  </a:moveTo>
                  <a:cubicBezTo>
                    <a:pt x="83522" y="2714"/>
                    <a:pt x="76387" y="4173"/>
                    <a:pt x="69470" y="5574"/>
                  </a:cubicBezTo>
                  <a:cubicBezTo>
                    <a:pt x="68697" y="5735"/>
                    <a:pt x="67924" y="5895"/>
                    <a:pt x="67150" y="6056"/>
                  </a:cubicBezTo>
                  <a:cubicBezTo>
                    <a:pt x="58425" y="7850"/>
                    <a:pt x="49246" y="10024"/>
                    <a:pt x="41542" y="14956"/>
                  </a:cubicBezTo>
                  <a:cubicBezTo>
                    <a:pt x="31561" y="21348"/>
                    <a:pt x="25010" y="31708"/>
                    <a:pt x="18692" y="41717"/>
                  </a:cubicBezTo>
                  <a:cubicBezTo>
                    <a:pt x="13278" y="50268"/>
                    <a:pt x="7719" y="59067"/>
                    <a:pt x="0" y="65429"/>
                  </a:cubicBezTo>
                  <a:lnTo>
                    <a:pt x="0" y="65852"/>
                  </a:lnTo>
                  <a:cubicBezTo>
                    <a:pt x="7865" y="59446"/>
                    <a:pt x="13497" y="50545"/>
                    <a:pt x="18969" y="41892"/>
                  </a:cubicBezTo>
                  <a:cubicBezTo>
                    <a:pt x="25273" y="31912"/>
                    <a:pt x="31795" y="21596"/>
                    <a:pt x="41717" y="15234"/>
                  </a:cubicBezTo>
                  <a:cubicBezTo>
                    <a:pt x="49378" y="10331"/>
                    <a:pt x="58512" y="8171"/>
                    <a:pt x="67223" y="6377"/>
                  </a:cubicBezTo>
                  <a:cubicBezTo>
                    <a:pt x="67982" y="6216"/>
                    <a:pt x="68755" y="6056"/>
                    <a:pt x="69529" y="5895"/>
                  </a:cubicBezTo>
                  <a:cubicBezTo>
                    <a:pt x="76722" y="4436"/>
                    <a:pt x="84135" y="2933"/>
                    <a:pt x="90949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8"/>
            <p:cNvSpPr/>
            <p:nvPr/>
          </p:nvSpPr>
          <p:spPr>
            <a:xfrm>
              <a:off x="0" y="0"/>
              <a:ext cx="427900" cy="624900"/>
            </a:xfrm>
            <a:custGeom>
              <a:avLst/>
              <a:gdLst/>
              <a:ahLst/>
              <a:cxnLst/>
              <a:rect l="l" t="t" r="r" b="b"/>
              <a:pathLst>
                <a:path w="17116" h="24996" extrusionOk="0">
                  <a:moveTo>
                    <a:pt x="16707" y="0"/>
                  </a:moveTo>
                  <a:cubicBezTo>
                    <a:pt x="16138" y="1780"/>
                    <a:pt x="15759" y="3633"/>
                    <a:pt x="15379" y="5428"/>
                  </a:cubicBezTo>
                  <a:cubicBezTo>
                    <a:pt x="14956" y="7500"/>
                    <a:pt x="14533" y="9630"/>
                    <a:pt x="13789" y="11630"/>
                  </a:cubicBezTo>
                  <a:cubicBezTo>
                    <a:pt x="11513" y="17816"/>
                    <a:pt x="6260" y="22675"/>
                    <a:pt x="0" y="24587"/>
                  </a:cubicBezTo>
                  <a:lnTo>
                    <a:pt x="0" y="24995"/>
                  </a:lnTo>
                  <a:cubicBezTo>
                    <a:pt x="6420" y="23069"/>
                    <a:pt x="11834" y="18094"/>
                    <a:pt x="14154" y="11761"/>
                  </a:cubicBezTo>
                  <a:cubicBezTo>
                    <a:pt x="14898" y="9733"/>
                    <a:pt x="15336" y="7588"/>
                    <a:pt x="15773" y="5516"/>
                  </a:cubicBezTo>
                  <a:cubicBezTo>
                    <a:pt x="16138" y="3677"/>
                    <a:pt x="16532" y="1795"/>
                    <a:pt x="17116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8"/>
            <p:cNvSpPr/>
            <p:nvPr/>
          </p:nvSpPr>
          <p:spPr>
            <a:xfrm rot="10800000" flipH="1">
              <a:off x="8360400" y="-15"/>
              <a:ext cx="783600" cy="356075"/>
            </a:xfrm>
            <a:custGeom>
              <a:avLst/>
              <a:gdLst/>
              <a:ahLst/>
              <a:cxnLst/>
              <a:rect l="l" t="t" r="r" b="b"/>
              <a:pathLst>
                <a:path w="31344" h="14243" extrusionOk="0">
                  <a:moveTo>
                    <a:pt x="24538" y="1"/>
                  </a:moveTo>
                  <a:cubicBezTo>
                    <a:pt x="17525" y="1"/>
                    <a:pt x="10422" y="2758"/>
                    <a:pt x="5283" y="7516"/>
                  </a:cubicBezTo>
                  <a:cubicBezTo>
                    <a:pt x="3197" y="9457"/>
                    <a:pt x="1416" y="11748"/>
                    <a:pt x="1" y="14243"/>
                  </a:cubicBezTo>
                  <a:lnTo>
                    <a:pt x="395" y="14243"/>
                  </a:lnTo>
                  <a:cubicBezTo>
                    <a:pt x="1767" y="11835"/>
                    <a:pt x="3488" y="9632"/>
                    <a:pt x="5517" y="7764"/>
                  </a:cubicBezTo>
                  <a:cubicBezTo>
                    <a:pt x="10583" y="3051"/>
                    <a:pt x="17583" y="336"/>
                    <a:pt x="24518" y="336"/>
                  </a:cubicBezTo>
                  <a:cubicBezTo>
                    <a:pt x="25033" y="336"/>
                    <a:pt x="25548" y="350"/>
                    <a:pt x="26061" y="381"/>
                  </a:cubicBezTo>
                  <a:cubicBezTo>
                    <a:pt x="27827" y="483"/>
                    <a:pt x="29593" y="760"/>
                    <a:pt x="31344" y="1096"/>
                  </a:cubicBezTo>
                  <a:lnTo>
                    <a:pt x="31344" y="760"/>
                  </a:lnTo>
                  <a:cubicBezTo>
                    <a:pt x="29607" y="425"/>
                    <a:pt x="27842" y="147"/>
                    <a:pt x="26076" y="45"/>
                  </a:cubicBezTo>
                  <a:cubicBezTo>
                    <a:pt x="25564" y="15"/>
                    <a:pt x="25051" y="1"/>
                    <a:pt x="2453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8"/>
            <p:cNvSpPr/>
            <p:nvPr/>
          </p:nvSpPr>
          <p:spPr>
            <a:xfrm rot="-9354502" flipH="1">
              <a:off x="5856916" y="361056"/>
              <a:ext cx="3722700" cy="1135508"/>
            </a:xfrm>
            <a:custGeom>
              <a:avLst/>
              <a:gdLst/>
              <a:ahLst/>
              <a:cxnLst/>
              <a:rect l="l" t="t" r="r" b="b"/>
              <a:pathLst>
                <a:path w="148907" h="45420" extrusionOk="0">
                  <a:moveTo>
                    <a:pt x="148907" y="1"/>
                  </a:moveTo>
                  <a:cubicBezTo>
                    <a:pt x="143552" y="5224"/>
                    <a:pt x="138897" y="11236"/>
                    <a:pt x="134549" y="16854"/>
                  </a:cubicBezTo>
                  <a:cubicBezTo>
                    <a:pt x="133877" y="17715"/>
                    <a:pt x="133206" y="18605"/>
                    <a:pt x="132520" y="19495"/>
                  </a:cubicBezTo>
                  <a:cubicBezTo>
                    <a:pt x="127880" y="25580"/>
                    <a:pt x="122627" y="32481"/>
                    <a:pt x="116134" y="36480"/>
                  </a:cubicBezTo>
                  <a:cubicBezTo>
                    <a:pt x="108313" y="41280"/>
                    <a:pt x="100667" y="43994"/>
                    <a:pt x="92758" y="44797"/>
                  </a:cubicBezTo>
                  <a:cubicBezTo>
                    <a:pt x="90782" y="44992"/>
                    <a:pt x="88753" y="45090"/>
                    <a:pt x="86661" y="45090"/>
                  </a:cubicBezTo>
                  <a:cubicBezTo>
                    <a:pt x="80937" y="45090"/>
                    <a:pt x="74748" y="44356"/>
                    <a:pt x="67909" y="42871"/>
                  </a:cubicBezTo>
                  <a:cubicBezTo>
                    <a:pt x="59869" y="41120"/>
                    <a:pt x="51216" y="38420"/>
                    <a:pt x="40681" y="34378"/>
                  </a:cubicBezTo>
                  <a:cubicBezTo>
                    <a:pt x="31535" y="30884"/>
                    <a:pt x="23360" y="28524"/>
                    <a:pt x="14222" y="28524"/>
                  </a:cubicBezTo>
                  <a:cubicBezTo>
                    <a:pt x="12791" y="28524"/>
                    <a:pt x="11335" y="28582"/>
                    <a:pt x="9849" y="28702"/>
                  </a:cubicBezTo>
                  <a:cubicBezTo>
                    <a:pt x="6537" y="28965"/>
                    <a:pt x="3239" y="29490"/>
                    <a:pt x="0" y="30249"/>
                  </a:cubicBezTo>
                  <a:lnTo>
                    <a:pt x="0" y="30599"/>
                  </a:lnTo>
                  <a:cubicBezTo>
                    <a:pt x="3239" y="29826"/>
                    <a:pt x="6552" y="29300"/>
                    <a:pt x="9878" y="29023"/>
                  </a:cubicBezTo>
                  <a:cubicBezTo>
                    <a:pt x="11344" y="28906"/>
                    <a:pt x="12779" y="28849"/>
                    <a:pt x="14191" y="28849"/>
                  </a:cubicBezTo>
                  <a:cubicBezTo>
                    <a:pt x="23296" y="28849"/>
                    <a:pt x="31444" y="31200"/>
                    <a:pt x="40564" y="34699"/>
                  </a:cubicBezTo>
                  <a:cubicBezTo>
                    <a:pt x="51114" y="38741"/>
                    <a:pt x="59782" y="41441"/>
                    <a:pt x="67836" y="43192"/>
                  </a:cubicBezTo>
                  <a:cubicBezTo>
                    <a:pt x="74673" y="44683"/>
                    <a:pt x="80873" y="45420"/>
                    <a:pt x="86606" y="45420"/>
                  </a:cubicBezTo>
                  <a:cubicBezTo>
                    <a:pt x="88728" y="45420"/>
                    <a:pt x="90785" y="45319"/>
                    <a:pt x="92788" y="45118"/>
                  </a:cubicBezTo>
                  <a:cubicBezTo>
                    <a:pt x="100755" y="44330"/>
                    <a:pt x="108444" y="41587"/>
                    <a:pt x="116295" y="36757"/>
                  </a:cubicBezTo>
                  <a:cubicBezTo>
                    <a:pt x="122861" y="32730"/>
                    <a:pt x="128128" y="25813"/>
                    <a:pt x="132783" y="19699"/>
                  </a:cubicBezTo>
                  <a:cubicBezTo>
                    <a:pt x="133469" y="18809"/>
                    <a:pt x="134140" y="17919"/>
                    <a:pt x="134811" y="17044"/>
                  </a:cubicBezTo>
                  <a:cubicBezTo>
                    <a:pt x="139086" y="11528"/>
                    <a:pt x="143668" y="5618"/>
                    <a:pt x="148907" y="467"/>
                  </a:cubicBezTo>
                  <a:lnTo>
                    <a:pt x="148907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8"/>
            <p:cNvSpPr/>
            <p:nvPr/>
          </p:nvSpPr>
          <p:spPr>
            <a:xfrm rot="-5400000">
              <a:off x="640904" y="338193"/>
              <a:ext cx="68551" cy="55700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8"/>
            <p:cNvSpPr/>
            <p:nvPr/>
          </p:nvSpPr>
          <p:spPr>
            <a:xfrm rot="-5400000">
              <a:off x="8866404" y="695943"/>
              <a:ext cx="68551" cy="55700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8"/>
            <p:cNvSpPr/>
            <p:nvPr/>
          </p:nvSpPr>
          <p:spPr>
            <a:xfrm rot="-5400000">
              <a:off x="78329" y="999018"/>
              <a:ext cx="68551" cy="55700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8"/>
            <p:cNvSpPr/>
            <p:nvPr/>
          </p:nvSpPr>
          <p:spPr>
            <a:xfrm rot="-5400000">
              <a:off x="8678520" y="4093870"/>
              <a:ext cx="147350" cy="119725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8"/>
            <p:cNvSpPr/>
            <p:nvPr/>
          </p:nvSpPr>
          <p:spPr>
            <a:xfrm rot="-5400000">
              <a:off x="8557607" y="118158"/>
              <a:ext cx="147350" cy="119725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8"/>
            <p:cNvSpPr/>
            <p:nvPr/>
          </p:nvSpPr>
          <p:spPr>
            <a:xfrm rot="-5400000">
              <a:off x="70932" y="4145608"/>
              <a:ext cx="147350" cy="119725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8"/>
            <p:cNvSpPr/>
            <p:nvPr/>
          </p:nvSpPr>
          <p:spPr>
            <a:xfrm rot="-5400000">
              <a:off x="319607" y="585183"/>
              <a:ext cx="147350" cy="119725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4_1_1"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0"/>
          <p:cNvSpPr txBox="1">
            <a:spLocks noGrp="1"/>
          </p:cNvSpPr>
          <p:nvPr>
            <p:ph type="title"/>
          </p:nvPr>
        </p:nvSpPr>
        <p:spPr>
          <a:xfrm>
            <a:off x="2265638" y="1591588"/>
            <a:ext cx="4612500" cy="91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78" name="Google Shape;278;p20"/>
          <p:cNvSpPr txBox="1">
            <a:spLocks noGrp="1"/>
          </p:cNvSpPr>
          <p:nvPr>
            <p:ph type="subTitle" idx="1"/>
          </p:nvPr>
        </p:nvSpPr>
        <p:spPr>
          <a:xfrm>
            <a:off x="2265862" y="2433213"/>
            <a:ext cx="4612500" cy="111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79" name="Google Shape;279;p20"/>
          <p:cNvGrpSpPr/>
          <p:nvPr/>
        </p:nvGrpSpPr>
        <p:grpSpPr>
          <a:xfrm>
            <a:off x="0" y="-349287"/>
            <a:ext cx="9649237" cy="6143565"/>
            <a:chOff x="0" y="-349287"/>
            <a:chExt cx="9649237" cy="6143565"/>
          </a:xfrm>
        </p:grpSpPr>
        <p:sp>
          <p:nvSpPr>
            <p:cNvPr id="280" name="Google Shape;280;p20"/>
            <p:cNvSpPr/>
            <p:nvPr/>
          </p:nvSpPr>
          <p:spPr>
            <a:xfrm rot="5400000" flipH="1">
              <a:off x="4671704" y="4731777"/>
              <a:ext cx="142718" cy="115951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0"/>
            <p:cNvSpPr/>
            <p:nvPr/>
          </p:nvSpPr>
          <p:spPr>
            <a:xfrm rot="5400000" flipH="1">
              <a:off x="4260585" y="4825593"/>
              <a:ext cx="225603" cy="183312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0"/>
            <p:cNvSpPr/>
            <p:nvPr/>
          </p:nvSpPr>
          <p:spPr>
            <a:xfrm>
              <a:off x="0" y="4388975"/>
              <a:ext cx="9143697" cy="1405302"/>
            </a:xfrm>
            <a:custGeom>
              <a:avLst/>
              <a:gdLst/>
              <a:ahLst/>
              <a:cxnLst/>
              <a:rect l="l" t="t" r="r" b="b"/>
              <a:pathLst>
                <a:path w="285317" h="78268" extrusionOk="0">
                  <a:moveTo>
                    <a:pt x="285316" y="0"/>
                  </a:moveTo>
                  <a:cubicBezTo>
                    <a:pt x="278377" y="2054"/>
                    <a:pt x="267832" y="5387"/>
                    <a:pt x="255301" y="10249"/>
                  </a:cubicBezTo>
                  <a:cubicBezTo>
                    <a:pt x="217731" y="24857"/>
                    <a:pt x="212846" y="33713"/>
                    <a:pt x="194449" y="40264"/>
                  </a:cubicBezTo>
                  <a:cubicBezTo>
                    <a:pt x="183224" y="44269"/>
                    <a:pt x="171168" y="45924"/>
                    <a:pt x="159017" y="45924"/>
                  </a:cubicBezTo>
                  <a:cubicBezTo>
                    <a:pt x="123184" y="45924"/>
                    <a:pt x="86525" y="31532"/>
                    <a:pt x="67928" y="20588"/>
                  </a:cubicBezTo>
                  <a:cubicBezTo>
                    <a:pt x="62359" y="17302"/>
                    <a:pt x="47317" y="7806"/>
                    <a:pt x="25519" y="4816"/>
                  </a:cubicBezTo>
                  <a:cubicBezTo>
                    <a:pt x="20617" y="4149"/>
                    <a:pt x="16063" y="3905"/>
                    <a:pt x="11991" y="3905"/>
                  </a:cubicBezTo>
                  <a:cubicBezTo>
                    <a:pt x="7283" y="3905"/>
                    <a:pt x="3219" y="4231"/>
                    <a:pt x="0" y="4611"/>
                  </a:cubicBezTo>
                  <a:lnTo>
                    <a:pt x="0" y="78268"/>
                  </a:lnTo>
                  <a:lnTo>
                    <a:pt x="285316" y="78268"/>
                  </a:lnTo>
                  <a:lnTo>
                    <a:pt x="285316" y="0"/>
                  </a:lnTo>
                  <a:close/>
                </a:path>
              </a:pathLst>
            </a:custGeom>
            <a:solidFill>
              <a:srgbClr val="C4BFFA">
                <a:alpha val="5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20"/>
            <p:cNvSpPr/>
            <p:nvPr/>
          </p:nvSpPr>
          <p:spPr>
            <a:xfrm>
              <a:off x="0" y="0"/>
              <a:ext cx="2273750" cy="1646300"/>
            </a:xfrm>
            <a:custGeom>
              <a:avLst/>
              <a:gdLst/>
              <a:ahLst/>
              <a:cxnLst/>
              <a:rect l="l" t="t" r="r" b="b"/>
              <a:pathLst>
                <a:path w="90950" h="65852" extrusionOk="0">
                  <a:moveTo>
                    <a:pt x="90103" y="0"/>
                  </a:moveTo>
                  <a:cubicBezTo>
                    <a:pt x="83522" y="2714"/>
                    <a:pt x="76387" y="4173"/>
                    <a:pt x="69470" y="5574"/>
                  </a:cubicBezTo>
                  <a:cubicBezTo>
                    <a:pt x="68697" y="5735"/>
                    <a:pt x="67924" y="5895"/>
                    <a:pt x="67150" y="6056"/>
                  </a:cubicBezTo>
                  <a:cubicBezTo>
                    <a:pt x="58425" y="7850"/>
                    <a:pt x="49246" y="10024"/>
                    <a:pt x="41542" y="14956"/>
                  </a:cubicBezTo>
                  <a:cubicBezTo>
                    <a:pt x="31561" y="21348"/>
                    <a:pt x="25010" y="31708"/>
                    <a:pt x="18692" y="41717"/>
                  </a:cubicBezTo>
                  <a:cubicBezTo>
                    <a:pt x="13278" y="50268"/>
                    <a:pt x="7719" y="59067"/>
                    <a:pt x="0" y="65429"/>
                  </a:cubicBezTo>
                  <a:lnTo>
                    <a:pt x="0" y="65852"/>
                  </a:lnTo>
                  <a:cubicBezTo>
                    <a:pt x="7865" y="59446"/>
                    <a:pt x="13497" y="50545"/>
                    <a:pt x="18969" y="41892"/>
                  </a:cubicBezTo>
                  <a:cubicBezTo>
                    <a:pt x="25273" y="31912"/>
                    <a:pt x="31795" y="21596"/>
                    <a:pt x="41717" y="15234"/>
                  </a:cubicBezTo>
                  <a:cubicBezTo>
                    <a:pt x="49378" y="10331"/>
                    <a:pt x="58512" y="8171"/>
                    <a:pt x="67223" y="6377"/>
                  </a:cubicBezTo>
                  <a:cubicBezTo>
                    <a:pt x="67982" y="6216"/>
                    <a:pt x="68755" y="6056"/>
                    <a:pt x="69529" y="5895"/>
                  </a:cubicBezTo>
                  <a:cubicBezTo>
                    <a:pt x="76722" y="4436"/>
                    <a:pt x="84135" y="2933"/>
                    <a:pt x="90949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0"/>
            <p:cNvSpPr/>
            <p:nvPr/>
          </p:nvSpPr>
          <p:spPr>
            <a:xfrm>
              <a:off x="0" y="0"/>
              <a:ext cx="427900" cy="624900"/>
            </a:xfrm>
            <a:custGeom>
              <a:avLst/>
              <a:gdLst/>
              <a:ahLst/>
              <a:cxnLst/>
              <a:rect l="l" t="t" r="r" b="b"/>
              <a:pathLst>
                <a:path w="17116" h="24996" extrusionOk="0">
                  <a:moveTo>
                    <a:pt x="16707" y="0"/>
                  </a:moveTo>
                  <a:cubicBezTo>
                    <a:pt x="16138" y="1780"/>
                    <a:pt x="15759" y="3633"/>
                    <a:pt x="15379" y="5428"/>
                  </a:cubicBezTo>
                  <a:cubicBezTo>
                    <a:pt x="14956" y="7500"/>
                    <a:pt x="14533" y="9630"/>
                    <a:pt x="13789" y="11630"/>
                  </a:cubicBezTo>
                  <a:cubicBezTo>
                    <a:pt x="11513" y="17816"/>
                    <a:pt x="6260" y="22675"/>
                    <a:pt x="0" y="24587"/>
                  </a:cubicBezTo>
                  <a:lnTo>
                    <a:pt x="0" y="24995"/>
                  </a:lnTo>
                  <a:cubicBezTo>
                    <a:pt x="6420" y="23069"/>
                    <a:pt x="11834" y="18094"/>
                    <a:pt x="14154" y="11761"/>
                  </a:cubicBezTo>
                  <a:cubicBezTo>
                    <a:pt x="14898" y="9733"/>
                    <a:pt x="15336" y="7588"/>
                    <a:pt x="15773" y="5516"/>
                  </a:cubicBezTo>
                  <a:cubicBezTo>
                    <a:pt x="16138" y="3677"/>
                    <a:pt x="16532" y="1795"/>
                    <a:pt x="17116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0"/>
            <p:cNvSpPr/>
            <p:nvPr/>
          </p:nvSpPr>
          <p:spPr>
            <a:xfrm rot="10800000" flipH="1">
              <a:off x="8360400" y="-15"/>
              <a:ext cx="783600" cy="356075"/>
            </a:xfrm>
            <a:custGeom>
              <a:avLst/>
              <a:gdLst/>
              <a:ahLst/>
              <a:cxnLst/>
              <a:rect l="l" t="t" r="r" b="b"/>
              <a:pathLst>
                <a:path w="31344" h="14243" extrusionOk="0">
                  <a:moveTo>
                    <a:pt x="24538" y="1"/>
                  </a:moveTo>
                  <a:cubicBezTo>
                    <a:pt x="17525" y="1"/>
                    <a:pt x="10422" y="2758"/>
                    <a:pt x="5283" y="7516"/>
                  </a:cubicBezTo>
                  <a:cubicBezTo>
                    <a:pt x="3197" y="9457"/>
                    <a:pt x="1416" y="11748"/>
                    <a:pt x="1" y="14243"/>
                  </a:cubicBezTo>
                  <a:lnTo>
                    <a:pt x="395" y="14243"/>
                  </a:lnTo>
                  <a:cubicBezTo>
                    <a:pt x="1767" y="11835"/>
                    <a:pt x="3488" y="9632"/>
                    <a:pt x="5517" y="7764"/>
                  </a:cubicBezTo>
                  <a:cubicBezTo>
                    <a:pt x="10583" y="3051"/>
                    <a:pt x="17583" y="336"/>
                    <a:pt x="24518" y="336"/>
                  </a:cubicBezTo>
                  <a:cubicBezTo>
                    <a:pt x="25033" y="336"/>
                    <a:pt x="25548" y="350"/>
                    <a:pt x="26061" y="381"/>
                  </a:cubicBezTo>
                  <a:cubicBezTo>
                    <a:pt x="27827" y="483"/>
                    <a:pt x="29593" y="760"/>
                    <a:pt x="31344" y="1096"/>
                  </a:cubicBezTo>
                  <a:lnTo>
                    <a:pt x="31344" y="760"/>
                  </a:lnTo>
                  <a:cubicBezTo>
                    <a:pt x="29607" y="425"/>
                    <a:pt x="27842" y="147"/>
                    <a:pt x="26076" y="45"/>
                  </a:cubicBezTo>
                  <a:cubicBezTo>
                    <a:pt x="25564" y="15"/>
                    <a:pt x="25051" y="1"/>
                    <a:pt x="2453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0"/>
            <p:cNvSpPr/>
            <p:nvPr/>
          </p:nvSpPr>
          <p:spPr>
            <a:xfrm rot="-9354502" flipH="1">
              <a:off x="5856916" y="361056"/>
              <a:ext cx="3722700" cy="1135508"/>
            </a:xfrm>
            <a:custGeom>
              <a:avLst/>
              <a:gdLst/>
              <a:ahLst/>
              <a:cxnLst/>
              <a:rect l="l" t="t" r="r" b="b"/>
              <a:pathLst>
                <a:path w="148907" h="45420" extrusionOk="0">
                  <a:moveTo>
                    <a:pt x="148907" y="1"/>
                  </a:moveTo>
                  <a:cubicBezTo>
                    <a:pt x="143552" y="5224"/>
                    <a:pt x="138897" y="11236"/>
                    <a:pt x="134549" y="16854"/>
                  </a:cubicBezTo>
                  <a:cubicBezTo>
                    <a:pt x="133877" y="17715"/>
                    <a:pt x="133206" y="18605"/>
                    <a:pt x="132520" y="19495"/>
                  </a:cubicBezTo>
                  <a:cubicBezTo>
                    <a:pt x="127880" y="25580"/>
                    <a:pt x="122627" y="32481"/>
                    <a:pt x="116134" y="36480"/>
                  </a:cubicBezTo>
                  <a:cubicBezTo>
                    <a:pt x="108313" y="41280"/>
                    <a:pt x="100667" y="43994"/>
                    <a:pt x="92758" y="44797"/>
                  </a:cubicBezTo>
                  <a:cubicBezTo>
                    <a:pt x="90782" y="44992"/>
                    <a:pt x="88753" y="45090"/>
                    <a:pt x="86661" y="45090"/>
                  </a:cubicBezTo>
                  <a:cubicBezTo>
                    <a:pt x="80937" y="45090"/>
                    <a:pt x="74748" y="44356"/>
                    <a:pt x="67909" y="42871"/>
                  </a:cubicBezTo>
                  <a:cubicBezTo>
                    <a:pt x="59869" y="41120"/>
                    <a:pt x="51216" y="38420"/>
                    <a:pt x="40681" y="34378"/>
                  </a:cubicBezTo>
                  <a:cubicBezTo>
                    <a:pt x="31535" y="30884"/>
                    <a:pt x="23360" y="28524"/>
                    <a:pt x="14222" y="28524"/>
                  </a:cubicBezTo>
                  <a:cubicBezTo>
                    <a:pt x="12791" y="28524"/>
                    <a:pt x="11335" y="28582"/>
                    <a:pt x="9849" y="28702"/>
                  </a:cubicBezTo>
                  <a:cubicBezTo>
                    <a:pt x="6537" y="28965"/>
                    <a:pt x="3239" y="29490"/>
                    <a:pt x="0" y="30249"/>
                  </a:cubicBezTo>
                  <a:lnTo>
                    <a:pt x="0" y="30599"/>
                  </a:lnTo>
                  <a:cubicBezTo>
                    <a:pt x="3239" y="29826"/>
                    <a:pt x="6552" y="29300"/>
                    <a:pt x="9878" y="29023"/>
                  </a:cubicBezTo>
                  <a:cubicBezTo>
                    <a:pt x="11344" y="28906"/>
                    <a:pt x="12779" y="28849"/>
                    <a:pt x="14191" y="28849"/>
                  </a:cubicBezTo>
                  <a:cubicBezTo>
                    <a:pt x="23296" y="28849"/>
                    <a:pt x="31444" y="31200"/>
                    <a:pt x="40564" y="34699"/>
                  </a:cubicBezTo>
                  <a:cubicBezTo>
                    <a:pt x="51114" y="38741"/>
                    <a:pt x="59782" y="41441"/>
                    <a:pt x="67836" y="43192"/>
                  </a:cubicBezTo>
                  <a:cubicBezTo>
                    <a:pt x="74673" y="44683"/>
                    <a:pt x="80873" y="45420"/>
                    <a:pt x="86606" y="45420"/>
                  </a:cubicBezTo>
                  <a:cubicBezTo>
                    <a:pt x="88728" y="45420"/>
                    <a:pt x="90785" y="45319"/>
                    <a:pt x="92788" y="45118"/>
                  </a:cubicBezTo>
                  <a:cubicBezTo>
                    <a:pt x="100755" y="44330"/>
                    <a:pt x="108444" y="41587"/>
                    <a:pt x="116295" y="36757"/>
                  </a:cubicBezTo>
                  <a:cubicBezTo>
                    <a:pt x="122861" y="32730"/>
                    <a:pt x="128128" y="25813"/>
                    <a:pt x="132783" y="19699"/>
                  </a:cubicBezTo>
                  <a:cubicBezTo>
                    <a:pt x="133469" y="18809"/>
                    <a:pt x="134140" y="17919"/>
                    <a:pt x="134811" y="17044"/>
                  </a:cubicBezTo>
                  <a:cubicBezTo>
                    <a:pt x="139086" y="11528"/>
                    <a:pt x="143668" y="5618"/>
                    <a:pt x="148907" y="467"/>
                  </a:cubicBezTo>
                  <a:lnTo>
                    <a:pt x="148907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20"/>
            <p:cNvSpPr/>
            <p:nvPr/>
          </p:nvSpPr>
          <p:spPr>
            <a:xfrm rot="-5400000">
              <a:off x="640904" y="338193"/>
              <a:ext cx="68551" cy="55700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20"/>
            <p:cNvSpPr/>
            <p:nvPr/>
          </p:nvSpPr>
          <p:spPr>
            <a:xfrm rot="-5400000">
              <a:off x="8866404" y="695943"/>
              <a:ext cx="68551" cy="55700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20"/>
            <p:cNvSpPr/>
            <p:nvPr/>
          </p:nvSpPr>
          <p:spPr>
            <a:xfrm rot="-5400000">
              <a:off x="78329" y="999018"/>
              <a:ext cx="68551" cy="55700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0"/>
            <p:cNvSpPr/>
            <p:nvPr/>
          </p:nvSpPr>
          <p:spPr>
            <a:xfrm rot="-5400000">
              <a:off x="8678520" y="4093870"/>
              <a:ext cx="147350" cy="119725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0"/>
            <p:cNvSpPr/>
            <p:nvPr/>
          </p:nvSpPr>
          <p:spPr>
            <a:xfrm rot="-5400000">
              <a:off x="8557607" y="118158"/>
              <a:ext cx="147350" cy="119725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0"/>
            <p:cNvSpPr/>
            <p:nvPr/>
          </p:nvSpPr>
          <p:spPr>
            <a:xfrm rot="-5400000">
              <a:off x="70932" y="4145608"/>
              <a:ext cx="147350" cy="119725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0"/>
            <p:cNvSpPr/>
            <p:nvPr/>
          </p:nvSpPr>
          <p:spPr>
            <a:xfrm rot="-5400000">
              <a:off x="319607" y="585183"/>
              <a:ext cx="147350" cy="119725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1"/>
          <p:cNvSpPr txBox="1">
            <a:spLocks noGrp="1"/>
          </p:cNvSpPr>
          <p:nvPr>
            <p:ph type="title"/>
          </p:nvPr>
        </p:nvSpPr>
        <p:spPr>
          <a:xfrm flipH="1">
            <a:off x="720012" y="52120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296" name="Google Shape;296;p21"/>
          <p:cNvGrpSpPr/>
          <p:nvPr/>
        </p:nvGrpSpPr>
        <p:grpSpPr>
          <a:xfrm>
            <a:off x="0" y="-349287"/>
            <a:ext cx="9649237" cy="6219740"/>
            <a:chOff x="0" y="-349287"/>
            <a:chExt cx="9649237" cy="6219740"/>
          </a:xfrm>
        </p:grpSpPr>
        <p:sp>
          <p:nvSpPr>
            <p:cNvPr id="297" name="Google Shape;297;p21"/>
            <p:cNvSpPr/>
            <p:nvPr/>
          </p:nvSpPr>
          <p:spPr>
            <a:xfrm flipH="1">
              <a:off x="0" y="4465150"/>
              <a:ext cx="9143697" cy="1405302"/>
            </a:xfrm>
            <a:custGeom>
              <a:avLst/>
              <a:gdLst/>
              <a:ahLst/>
              <a:cxnLst/>
              <a:rect l="l" t="t" r="r" b="b"/>
              <a:pathLst>
                <a:path w="285317" h="78268" extrusionOk="0">
                  <a:moveTo>
                    <a:pt x="285316" y="0"/>
                  </a:moveTo>
                  <a:cubicBezTo>
                    <a:pt x="278377" y="2054"/>
                    <a:pt x="267832" y="5387"/>
                    <a:pt x="255301" y="10249"/>
                  </a:cubicBezTo>
                  <a:cubicBezTo>
                    <a:pt x="217731" y="24857"/>
                    <a:pt x="212846" y="33713"/>
                    <a:pt x="194449" y="40264"/>
                  </a:cubicBezTo>
                  <a:cubicBezTo>
                    <a:pt x="183224" y="44269"/>
                    <a:pt x="171168" y="45924"/>
                    <a:pt x="159017" y="45924"/>
                  </a:cubicBezTo>
                  <a:cubicBezTo>
                    <a:pt x="123184" y="45924"/>
                    <a:pt x="86525" y="31532"/>
                    <a:pt x="67928" y="20588"/>
                  </a:cubicBezTo>
                  <a:cubicBezTo>
                    <a:pt x="62359" y="17302"/>
                    <a:pt x="47317" y="7806"/>
                    <a:pt x="25519" y="4816"/>
                  </a:cubicBezTo>
                  <a:cubicBezTo>
                    <a:pt x="20617" y="4149"/>
                    <a:pt x="16063" y="3905"/>
                    <a:pt x="11991" y="3905"/>
                  </a:cubicBezTo>
                  <a:cubicBezTo>
                    <a:pt x="7283" y="3905"/>
                    <a:pt x="3219" y="4231"/>
                    <a:pt x="0" y="4611"/>
                  </a:cubicBezTo>
                  <a:lnTo>
                    <a:pt x="0" y="78268"/>
                  </a:lnTo>
                  <a:lnTo>
                    <a:pt x="285316" y="78268"/>
                  </a:lnTo>
                  <a:lnTo>
                    <a:pt x="285316" y="0"/>
                  </a:lnTo>
                  <a:close/>
                </a:path>
              </a:pathLst>
            </a:custGeom>
            <a:solidFill>
              <a:srgbClr val="C4BFFA">
                <a:alpha val="5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21"/>
            <p:cNvSpPr/>
            <p:nvPr/>
          </p:nvSpPr>
          <p:spPr>
            <a:xfrm>
              <a:off x="0" y="0"/>
              <a:ext cx="2273750" cy="1646300"/>
            </a:xfrm>
            <a:custGeom>
              <a:avLst/>
              <a:gdLst/>
              <a:ahLst/>
              <a:cxnLst/>
              <a:rect l="l" t="t" r="r" b="b"/>
              <a:pathLst>
                <a:path w="90950" h="65852" extrusionOk="0">
                  <a:moveTo>
                    <a:pt x="90103" y="0"/>
                  </a:moveTo>
                  <a:cubicBezTo>
                    <a:pt x="83522" y="2714"/>
                    <a:pt x="76387" y="4173"/>
                    <a:pt x="69470" y="5574"/>
                  </a:cubicBezTo>
                  <a:cubicBezTo>
                    <a:pt x="68697" y="5735"/>
                    <a:pt x="67924" y="5895"/>
                    <a:pt x="67150" y="6056"/>
                  </a:cubicBezTo>
                  <a:cubicBezTo>
                    <a:pt x="58425" y="7850"/>
                    <a:pt x="49246" y="10024"/>
                    <a:pt x="41542" y="14956"/>
                  </a:cubicBezTo>
                  <a:cubicBezTo>
                    <a:pt x="31561" y="21348"/>
                    <a:pt x="25010" y="31708"/>
                    <a:pt x="18692" y="41717"/>
                  </a:cubicBezTo>
                  <a:cubicBezTo>
                    <a:pt x="13278" y="50268"/>
                    <a:pt x="7719" y="59067"/>
                    <a:pt x="0" y="65429"/>
                  </a:cubicBezTo>
                  <a:lnTo>
                    <a:pt x="0" y="65852"/>
                  </a:lnTo>
                  <a:cubicBezTo>
                    <a:pt x="7865" y="59446"/>
                    <a:pt x="13497" y="50545"/>
                    <a:pt x="18969" y="41892"/>
                  </a:cubicBezTo>
                  <a:cubicBezTo>
                    <a:pt x="25273" y="31912"/>
                    <a:pt x="31795" y="21596"/>
                    <a:pt x="41717" y="15234"/>
                  </a:cubicBezTo>
                  <a:cubicBezTo>
                    <a:pt x="49378" y="10331"/>
                    <a:pt x="58512" y="8171"/>
                    <a:pt x="67223" y="6377"/>
                  </a:cubicBezTo>
                  <a:cubicBezTo>
                    <a:pt x="67982" y="6216"/>
                    <a:pt x="68755" y="6056"/>
                    <a:pt x="69529" y="5895"/>
                  </a:cubicBezTo>
                  <a:cubicBezTo>
                    <a:pt x="76722" y="4436"/>
                    <a:pt x="84135" y="2933"/>
                    <a:pt x="90949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21"/>
            <p:cNvSpPr/>
            <p:nvPr/>
          </p:nvSpPr>
          <p:spPr>
            <a:xfrm>
              <a:off x="0" y="0"/>
              <a:ext cx="427900" cy="624900"/>
            </a:xfrm>
            <a:custGeom>
              <a:avLst/>
              <a:gdLst/>
              <a:ahLst/>
              <a:cxnLst/>
              <a:rect l="l" t="t" r="r" b="b"/>
              <a:pathLst>
                <a:path w="17116" h="24996" extrusionOk="0">
                  <a:moveTo>
                    <a:pt x="16707" y="0"/>
                  </a:moveTo>
                  <a:cubicBezTo>
                    <a:pt x="16138" y="1780"/>
                    <a:pt x="15759" y="3633"/>
                    <a:pt x="15379" y="5428"/>
                  </a:cubicBezTo>
                  <a:cubicBezTo>
                    <a:pt x="14956" y="7500"/>
                    <a:pt x="14533" y="9630"/>
                    <a:pt x="13789" y="11630"/>
                  </a:cubicBezTo>
                  <a:cubicBezTo>
                    <a:pt x="11513" y="17816"/>
                    <a:pt x="6260" y="22675"/>
                    <a:pt x="0" y="24587"/>
                  </a:cubicBezTo>
                  <a:lnTo>
                    <a:pt x="0" y="24995"/>
                  </a:lnTo>
                  <a:cubicBezTo>
                    <a:pt x="6420" y="23069"/>
                    <a:pt x="11834" y="18094"/>
                    <a:pt x="14154" y="11761"/>
                  </a:cubicBezTo>
                  <a:cubicBezTo>
                    <a:pt x="14898" y="9733"/>
                    <a:pt x="15336" y="7588"/>
                    <a:pt x="15773" y="5516"/>
                  </a:cubicBezTo>
                  <a:cubicBezTo>
                    <a:pt x="16138" y="3677"/>
                    <a:pt x="16532" y="1795"/>
                    <a:pt x="17116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1"/>
            <p:cNvSpPr/>
            <p:nvPr/>
          </p:nvSpPr>
          <p:spPr>
            <a:xfrm rot="10800000" flipH="1">
              <a:off x="8360400" y="-15"/>
              <a:ext cx="783600" cy="356075"/>
            </a:xfrm>
            <a:custGeom>
              <a:avLst/>
              <a:gdLst/>
              <a:ahLst/>
              <a:cxnLst/>
              <a:rect l="l" t="t" r="r" b="b"/>
              <a:pathLst>
                <a:path w="31344" h="14243" extrusionOk="0">
                  <a:moveTo>
                    <a:pt x="24538" y="1"/>
                  </a:moveTo>
                  <a:cubicBezTo>
                    <a:pt x="17525" y="1"/>
                    <a:pt x="10422" y="2758"/>
                    <a:pt x="5283" y="7516"/>
                  </a:cubicBezTo>
                  <a:cubicBezTo>
                    <a:pt x="3197" y="9457"/>
                    <a:pt x="1416" y="11748"/>
                    <a:pt x="1" y="14243"/>
                  </a:cubicBezTo>
                  <a:lnTo>
                    <a:pt x="395" y="14243"/>
                  </a:lnTo>
                  <a:cubicBezTo>
                    <a:pt x="1767" y="11835"/>
                    <a:pt x="3488" y="9632"/>
                    <a:pt x="5517" y="7764"/>
                  </a:cubicBezTo>
                  <a:cubicBezTo>
                    <a:pt x="10583" y="3051"/>
                    <a:pt x="17583" y="336"/>
                    <a:pt x="24518" y="336"/>
                  </a:cubicBezTo>
                  <a:cubicBezTo>
                    <a:pt x="25033" y="336"/>
                    <a:pt x="25548" y="350"/>
                    <a:pt x="26061" y="381"/>
                  </a:cubicBezTo>
                  <a:cubicBezTo>
                    <a:pt x="27827" y="483"/>
                    <a:pt x="29593" y="760"/>
                    <a:pt x="31344" y="1096"/>
                  </a:cubicBezTo>
                  <a:lnTo>
                    <a:pt x="31344" y="760"/>
                  </a:lnTo>
                  <a:cubicBezTo>
                    <a:pt x="29607" y="425"/>
                    <a:pt x="27842" y="147"/>
                    <a:pt x="26076" y="45"/>
                  </a:cubicBezTo>
                  <a:cubicBezTo>
                    <a:pt x="25564" y="15"/>
                    <a:pt x="25051" y="1"/>
                    <a:pt x="2453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1"/>
            <p:cNvSpPr/>
            <p:nvPr/>
          </p:nvSpPr>
          <p:spPr>
            <a:xfrm rot="-9354502" flipH="1">
              <a:off x="5856916" y="361056"/>
              <a:ext cx="3722700" cy="1135508"/>
            </a:xfrm>
            <a:custGeom>
              <a:avLst/>
              <a:gdLst/>
              <a:ahLst/>
              <a:cxnLst/>
              <a:rect l="l" t="t" r="r" b="b"/>
              <a:pathLst>
                <a:path w="148907" h="45420" extrusionOk="0">
                  <a:moveTo>
                    <a:pt x="148907" y="1"/>
                  </a:moveTo>
                  <a:cubicBezTo>
                    <a:pt x="143552" y="5224"/>
                    <a:pt x="138897" y="11236"/>
                    <a:pt x="134549" y="16854"/>
                  </a:cubicBezTo>
                  <a:cubicBezTo>
                    <a:pt x="133877" y="17715"/>
                    <a:pt x="133206" y="18605"/>
                    <a:pt x="132520" y="19495"/>
                  </a:cubicBezTo>
                  <a:cubicBezTo>
                    <a:pt x="127880" y="25580"/>
                    <a:pt x="122627" y="32481"/>
                    <a:pt x="116134" y="36480"/>
                  </a:cubicBezTo>
                  <a:cubicBezTo>
                    <a:pt x="108313" y="41280"/>
                    <a:pt x="100667" y="43994"/>
                    <a:pt x="92758" y="44797"/>
                  </a:cubicBezTo>
                  <a:cubicBezTo>
                    <a:pt x="90782" y="44992"/>
                    <a:pt x="88753" y="45090"/>
                    <a:pt x="86661" y="45090"/>
                  </a:cubicBezTo>
                  <a:cubicBezTo>
                    <a:pt x="80937" y="45090"/>
                    <a:pt x="74748" y="44356"/>
                    <a:pt x="67909" y="42871"/>
                  </a:cubicBezTo>
                  <a:cubicBezTo>
                    <a:pt x="59869" y="41120"/>
                    <a:pt x="51216" y="38420"/>
                    <a:pt x="40681" y="34378"/>
                  </a:cubicBezTo>
                  <a:cubicBezTo>
                    <a:pt x="31535" y="30884"/>
                    <a:pt x="23360" y="28524"/>
                    <a:pt x="14222" y="28524"/>
                  </a:cubicBezTo>
                  <a:cubicBezTo>
                    <a:pt x="12791" y="28524"/>
                    <a:pt x="11335" y="28582"/>
                    <a:pt x="9849" y="28702"/>
                  </a:cubicBezTo>
                  <a:cubicBezTo>
                    <a:pt x="6537" y="28965"/>
                    <a:pt x="3239" y="29490"/>
                    <a:pt x="0" y="30249"/>
                  </a:cubicBezTo>
                  <a:lnTo>
                    <a:pt x="0" y="30599"/>
                  </a:lnTo>
                  <a:cubicBezTo>
                    <a:pt x="3239" y="29826"/>
                    <a:pt x="6552" y="29300"/>
                    <a:pt x="9878" y="29023"/>
                  </a:cubicBezTo>
                  <a:cubicBezTo>
                    <a:pt x="11344" y="28906"/>
                    <a:pt x="12779" y="28849"/>
                    <a:pt x="14191" y="28849"/>
                  </a:cubicBezTo>
                  <a:cubicBezTo>
                    <a:pt x="23296" y="28849"/>
                    <a:pt x="31444" y="31200"/>
                    <a:pt x="40564" y="34699"/>
                  </a:cubicBezTo>
                  <a:cubicBezTo>
                    <a:pt x="51114" y="38741"/>
                    <a:pt x="59782" y="41441"/>
                    <a:pt x="67836" y="43192"/>
                  </a:cubicBezTo>
                  <a:cubicBezTo>
                    <a:pt x="74673" y="44683"/>
                    <a:pt x="80873" y="45420"/>
                    <a:pt x="86606" y="45420"/>
                  </a:cubicBezTo>
                  <a:cubicBezTo>
                    <a:pt x="88728" y="45420"/>
                    <a:pt x="90785" y="45319"/>
                    <a:pt x="92788" y="45118"/>
                  </a:cubicBezTo>
                  <a:cubicBezTo>
                    <a:pt x="100755" y="44330"/>
                    <a:pt x="108444" y="41587"/>
                    <a:pt x="116295" y="36757"/>
                  </a:cubicBezTo>
                  <a:cubicBezTo>
                    <a:pt x="122861" y="32730"/>
                    <a:pt x="128128" y="25813"/>
                    <a:pt x="132783" y="19699"/>
                  </a:cubicBezTo>
                  <a:cubicBezTo>
                    <a:pt x="133469" y="18809"/>
                    <a:pt x="134140" y="17919"/>
                    <a:pt x="134811" y="17044"/>
                  </a:cubicBezTo>
                  <a:cubicBezTo>
                    <a:pt x="139086" y="11528"/>
                    <a:pt x="143668" y="5618"/>
                    <a:pt x="148907" y="467"/>
                  </a:cubicBezTo>
                  <a:lnTo>
                    <a:pt x="148907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21"/>
            <p:cNvSpPr/>
            <p:nvPr/>
          </p:nvSpPr>
          <p:spPr>
            <a:xfrm rot="-5400000">
              <a:off x="640904" y="338193"/>
              <a:ext cx="68551" cy="55700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21"/>
            <p:cNvSpPr/>
            <p:nvPr/>
          </p:nvSpPr>
          <p:spPr>
            <a:xfrm rot="-5400000">
              <a:off x="8866404" y="695943"/>
              <a:ext cx="68551" cy="55700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1"/>
            <p:cNvSpPr/>
            <p:nvPr/>
          </p:nvSpPr>
          <p:spPr>
            <a:xfrm rot="-5400000">
              <a:off x="78329" y="999018"/>
              <a:ext cx="68551" cy="55700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21"/>
            <p:cNvSpPr/>
            <p:nvPr/>
          </p:nvSpPr>
          <p:spPr>
            <a:xfrm rot="-5400000">
              <a:off x="8678520" y="4093870"/>
              <a:ext cx="147350" cy="119725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1"/>
            <p:cNvSpPr/>
            <p:nvPr/>
          </p:nvSpPr>
          <p:spPr>
            <a:xfrm rot="-5400000">
              <a:off x="8557607" y="118158"/>
              <a:ext cx="147350" cy="119725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1"/>
            <p:cNvSpPr/>
            <p:nvPr/>
          </p:nvSpPr>
          <p:spPr>
            <a:xfrm rot="-5400000">
              <a:off x="70932" y="4145608"/>
              <a:ext cx="147350" cy="119725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1"/>
            <p:cNvSpPr/>
            <p:nvPr/>
          </p:nvSpPr>
          <p:spPr>
            <a:xfrm rot="-5400000">
              <a:off x="319607" y="585183"/>
              <a:ext cx="147350" cy="119725"/>
            </a:xfrm>
            <a:custGeom>
              <a:avLst/>
              <a:gdLst/>
              <a:ahLst/>
              <a:cxnLst/>
              <a:rect l="l" t="t" r="r" b="b"/>
              <a:pathLst>
                <a:path w="2538" h="2062" extrusionOk="0">
                  <a:moveTo>
                    <a:pt x="1154" y="369"/>
                  </a:moveTo>
                  <a:cubicBezTo>
                    <a:pt x="1279" y="369"/>
                    <a:pt x="1390" y="387"/>
                    <a:pt x="1449" y="399"/>
                  </a:cubicBezTo>
                  <a:cubicBezTo>
                    <a:pt x="1528" y="413"/>
                    <a:pt x="1635" y="442"/>
                    <a:pt x="1738" y="499"/>
                  </a:cubicBezTo>
                  <a:cubicBezTo>
                    <a:pt x="1860" y="560"/>
                    <a:pt x="1977" y="659"/>
                    <a:pt x="2034" y="809"/>
                  </a:cubicBezTo>
                  <a:cubicBezTo>
                    <a:pt x="2134" y="1063"/>
                    <a:pt x="2038" y="1384"/>
                    <a:pt x="1813" y="1562"/>
                  </a:cubicBezTo>
                  <a:cubicBezTo>
                    <a:pt x="1698" y="1652"/>
                    <a:pt x="1561" y="1690"/>
                    <a:pt x="1421" y="1690"/>
                  </a:cubicBezTo>
                  <a:cubicBezTo>
                    <a:pt x="1217" y="1690"/>
                    <a:pt x="1009" y="1609"/>
                    <a:pt x="860" y="1491"/>
                  </a:cubicBezTo>
                  <a:cubicBezTo>
                    <a:pt x="650" y="1323"/>
                    <a:pt x="414" y="938"/>
                    <a:pt x="568" y="642"/>
                  </a:cubicBezTo>
                  <a:cubicBezTo>
                    <a:pt x="685" y="421"/>
                    <a:pt x="941" y="369"/>
                    <a:pt x="1154" y="369"/>
                  </a:cubicBezTo>
                  <a:close/>
                  <a:moveTo>
                    <a:pt x="1160" y="0"/>
                  </a:moveTo>
                  <a:cubicBezTo>
                    <a:pt x="848" y="0"/>
                    <a:pt x="446" y="84"/>
                    <a:pt x="243" y="470"/>
                  </a:cubicBezTo>
                  <a:cubicBezTo>
                    <a:pt x="0" y="927"/>
                    <a:pt x="261" y="1484"/>
                    <a:pt x="628" y="1780"/>
                  </a:cubicBezTo>
                  <a:cubicBezTo>
                    <a:pt x="693" y="1830"/>
                    <a:pt x="760" y="1876"/>
                    <a:pt x="835" y="1916"/>
                  </a:cubicBezTo>
                  <a:cubicBezTo>
                    <a:pt x="1011" y="2007"/>
                    <a:pt x="1214" y="2062"/>
                    <a:pt x="1418" y="2062"/>
                  </a:cubicBezTo>
                  <a:cubicBezTo>
                    <a:pt x="1636" y="2062"/>
                    <a:pt x="1855" y="1999"/>
                    <a:pt x="2042" y="1851"/>
                  </a:cubicBezTo>
                  <a:cubicBezTo>
                    <a:pt x="2395" y="1573"/>
                    <a:pt x="2537" y="1081"/>
                    <a:pt x="2380" y="677"/>
                  </a:cubicBezTo>
                  <a:cubicBezTo>
                    <a:pt x="2252" y="349"/>
                    <a:pt x="1949" y="121"/>
                    <a:pt x="1521" y="35"/>
                  </a:cubicBezTo>
                  <a:cubicBezTo>
                    <a:pt x="1446" y="21"/>
                    <a:pt x="1314" y="0"/>
                    <a:pt x="1160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_1"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2" name="Google Shape;322;p23"/>
          <p:cNvGrpSpPr/>
          <p:nvPr/>
        </p:nvGrpSpPr>
        <p:grpSpPr>
          <a:xfrm>
            <a:off x="0" y="-349287"/>
            <a:ext cx="9649237" cy="6219740"/>
            <a:chOff x="0" y="-349287"/>
            <a:chExt cx="9649237" cy="6219740"/>
          </a:xfrm>
        </p:grpSpPr>
        <p:grpSp>
          <p:nvGrpSpPr>
            <p:cNvPr id="323" name="Google Shape;323;p23"/>
            <p:cNvGrpSpPr/>
            <p:nvPr/>
          </p:nvGrpSpPr>
          <p:grpSpPr>
            <a:xfrm>
              <a:off x="0" y="-349287"/>
              <a:ext cx="9649237" cy="4628432"/>
              <a:chOff x="0" y="-349287"/>
              <a:chExt cx="9649237" cy="4628432"/>
            </a:xfrm>
          </p:grpSpPr>
          <p:sp>
            <p:nvSpPr>
              <p:cNvPr id="324" name="Google Shape;324;p23"/>
              <p:cNvSpPr/>
              <p:nvPr/>
            </p:nvSpPr>
            <p:spPr>
              <a:xfrm>
                <a:off x="0" y="0"/>
                <a:ext cx="427900" cy="624900"/>
              </a:xfrm>
              <a:custGeom>
                <a:avLst/>
                <a:gdLst/>
                <a:ahLst/>
                <a:cxnLst/>
                <a:rect l="l" t="t" r="r" b="b"/>
                <a:pathLst>
                  <a:path w="17116" h="24996" extrusionOk="0">
                    <a:moveTo>
                      <a:pt x="16707" y="0"/>
                    </a:moveTo>
                    <a:cubicBezTo>
                      <a:pt x="16138" y="1780"/>
                      <a:pt x="15759" y="3633"/>
                      <a:pt x="15379" y="5428"/>
                    </a:cubicBezTo>
                    <a:cubicBezTo>
                      <a:pt x="14956" y="7500"/>
                      <a:pt x="14533" y="9630"/>
                      <a:pt x="13789" y="11630"/>
                    </a:cubicBezTo>
                    <a:cubicBezTo>
                      <a:pt x="11513" y="17816"/>
                      <a:pt x="6260" y="22675"/>
                      <a:pt x="0" y="24587"/>
                    </a:cubicBezTo>
                    <a:lnTo>
                      <a:pt x="0" y="24995"/>
                    </a:lnTo>
                    <a:cubicBezTo>
                      <a:pt x="6420" y="23069"/>
                      <a:pt x="11834" y="18094"/>
                      <a:pt x="14154" y="11761"/>
                    </a:cubicBezTo>
                    <a:cubicBezTo>
                      <a:pt x="14898" y="9733"/>
                      <a:pt x="15336" y="7588"/>
                      <a:pt x="15773" y="5516"/>
                    </a:cubicBezTo>
                    <a:cubicBezTo>
                      <a:pt x="16138" y="3677"/>
                      <a:pt x="16532" y="1795"/>
                      <a:pt x="1711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325;p23"/>
              <p:cNvSpPr/>
              <p:nvPr/>
            </p:nvSpPr>
            <p:spPr>
              <a:xfrm rot="-9354502" flipH="1">
                <a:off x="5856916" y="361056"/>
                <a:ext cx="3722700" cy="1135508"/>
              </a:xfrm>
              <a:custGeom>
                <a:avLst/>
                <a:gdLst/>
                <a:ahLst/>
                <a:cxnLst/>
                <a:rect l="l" t="t" r="r" b="b"/>
                <a:pathLst>
                  <a:path w="148907" h="45420" extrusionOk="0">
                    <a:moveTo>
                      <a:pt x="148907" y="1"/>
                    </a:moveTo>
                    <a:cubicBezTo>
                      <a:pt x="143552" y="5224"/>
                      <a:pt x="138897" y="11236"/>
                      <a:pt x="134549" y="16854"/>
                    </a:cubicBezTo>
                    <a:cubicBezTo>
                      <a:pt x="133877" y="17715"/>
                      <a:pt x="133206" y="18605"/>
                      <a:pt x="132520" y="19495"/>
                    </a:cubicBezTo>
                    <a:cubicBezTo>
                      <a:pt x="127880" y="25580"/>
                      <a:pt x="122627" y="32481"/>
                      <a:pt x="116134" y="36480"/>
                    </a:cubicBezTo>
                    <a:cubicBezTo>
                      <a:pt x="108313" y="41280"/>
                      <a:pt x="100667" y="43994"/>
                      <a:pt x="92758" y="44797"/>
                    </a:cubicBezTo>
                    <a:cubicBezTo>
                      <a:pt x="90782" y="44992"/>
                      <a:pt x="88753" y="45090"/>
                      <a:pt x="86661" y="45090"/>
                    </a:cubicBezTo>
                    <a:cubicBezTo>
                      <a:pt x="80937" y="45090"/>
                      <a:pt x="74748" y="44356"/>
                      <a:pt x="67909" y="42871"/>
                    </a:cubicBezTo>
                    <a:cubicBezTo>
                      <a:pt x="59869" y="41120"/>
                      <a:pt x="51216" y="38420"/>
                      <a:pt x="40681" y="34378"/>
                    </a:cubicBezTo>
                    <a:cubicBezTo>
                      <a:pt x="31535" y="30884"/>
                      <a:pt x="23360" y="28524"/>
                      <a:pt x="14222" y="28524"/>
                    </a:cubicBezTo>
                    <a:cubicBezTo>
                      <a:pt x="12791" y="28524"/>
                      <a:pt x="11335" y="28582"/>
                      <a:pt x="9849" y="28702"/>
                    </a:cubicBezTo>
                    <a:cubicBezTo>
                      <a:pt x="6537" y="28965"/>
                      <a:pt x="3239" y="29490"/>
                      <a:pt x="0" y="30249"/>
                    </a:cubicBezTo>
                    <a:lnTo>
                      <a:pt x="0" y="30599"/>
                    </a:lnTo>
                    <a:cubicBezTo>
                      <a:pt x="3239" y="29826"/>
                      <a:pt x="6552" y="29300"/>
                      <a:pt x="9878" y="29023"/>
                    </a:cubicBezTo>
                    <a:cubicBezTo>
                      <a:pt x="11344" y="28906"/>
                      <a:pt x="12779" y="28849"/>
                      <a:pt x="14191" y="28849"/>
                    </a:cubicBezTo>
                    <a:cubicBezTo>
                      <a:pt x="23296" y="28849"/>
                      <a:pt x="31444" y="31200"/>
                      <a:pt x="40564" y="34699"/>
                    </a:cubicBezTo>
                    <a:cubicBezTo>
                      <a:pt x="51114" y="38741"/>
                      <a:pt x="59782" y="41441"/>
                      <a:pt x="67836" y="43192"/>
                    </a:cubicBezTo>
                    <a:cubicBezTo>
                      <a:pt x="74673" y="44683"/>
                      <a:pt x="80873" y="45420"/>
                      <a:pt x="86606" y="45420"/>
                    </a:cubicBezTo>
                    <a:cubicBezTo>
                      <a:pt x="88728" y="45420"/>
                      <a:pt x="90785" y="45319"/>
                      <a:pt x="92788" y="45118"/>
                    </a:cubicBezTo>
                    <a:cubicBezTo>
                      <a:pt x="100755" y="44330"/>
                      <a:pt x="108444" y="41587"/>
                      <a:pt x="116295" y="36757"/>
                    </a:cubicBezTo>
                    <a:cubicBezTo>
                      <a:pt x="122861" y="32730"/>
                      <a:pt x="128128" y="25813"/>
                      <a:pt x="132783" y="19699"/>
                    </a:cubicBezTo>
                    <a:cubicBezTo>
                      <a:pt x="133469" y="18809"/>
                      <a:pt x="134140" y="17919"/>
                      <a:pt x="134811" y="17044"/>
                    </a:cubicBezTo>
                    <a:cubicBezTo>
                      <a:pt x="139086" y="11528"/>
                      <a:pt x="143668" y="5618"/>
                      <a:pt x="148907" y="467"/>
                    </a:cubicBezTo>
                    <a:lnTo>
                      <a:pt x="148907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p23"/>
              <p:cNvSpPr/>
              <p:nvPr/>
            </p:nvSpPr>
            <p:spPr>
              <a:xfrm rot="-5400000">
                <a:off x="8866404" y="695943"/>
                <a:ext cx="68551" cy="55700"/>
              </a:xfrm>
              <a:custGeom>
                <a:avLst/>
                <a:gdLst/>
                <a:ahLst/>
                <a:cxnLst/>
                <a:rect l="l" t="t" r="r" b="b"/>
                <a:pathLst>
                  <a:path w="2538" h="2062" extrusionOk="0">
                    <a:moveTo>
                      <a:pt x="1154" y="369"/>
                    </a:moveTo>
                    <a:cubicBezTo>
                      <a:pt x="1279" y="369"/>
                      <a:pt x="1390" y="387"/>
                      <a:pt x="1449" y="399"/>
                    </a:cubicBezTo>
                    <a:cubicBezTo>
                      <a:pt x="1528" y="413"/>
                      <a:pt x="1635" y="442"/>
                      <a:pt x="1738" y="499"/>
                    </a:cubicBezTo>
                    <a:cubicBezTo>
                      <a:pt x="1860" y="560"/>
                      <a:pt x="1977" y="659"/>
                      <a:pt x="2034" y="809"/>
                    </a:cubicBezTo>
                    <a:cubicBezTo>
                      <a:pt x="2134" y="1063"/>
                      <a:pt x="2038" y="1384"/>
                      <a:pt x="1813" y="1562"/>
                    </a:cubicBezTo>
                    <a:cubicBezTo>
                      <a:pt x="1698" y="1652"/>
                      <a:pt x="1561" y="1690"/>
                      <a:pt x="1421" y="1690"/>
                    </a:cubicBezTo>
                    <a:cubicBezTo>
                      <a:pt x="1217" y="1690"/>
                      <a:pt x="1009" y="1609"/>
                      <a:pt x="860" y="1491"/>
                    </a:cubicBezTo>
                    <a:cubicBezTo>
                      <a:pt x="650" y="1323"/>
                      <a:pt x="414" y="938"/>
                      <a:pt x="568" y="642"/>
                    </a:cubicBezTo>
                    <a:cubicBezTo>
                      <a:pt x="685" y="421"/>
                      <a:pt x="941" y="369"/>
                      <a:pt x="1154" y="369"/>
                    </a:cubicBezTo>
                    <a:close/>
                    <a:moveTo>
                      <a:pt x="1160" y="0"/>
                    </a:moveTo>
                    <a:cubicBezTo>
                      <a:pt x="848" y="0"/>
                      <a:pt x="446" y="84"/>
                      <a:pt x="243" y="470"/>
                    </a:cubicBezTo>
                    <a:cubicBezTo>
                      <a:pt x="0" y="927"/>
                      <a:pt x="261" y="1484"/>
                      <a:pt x="628" y="1780"/>
                    </a:cubicBezTo>
                    <a:cubicBezTo>
                      <a:pt x="693" y="1830"/>
                      <a:pt x="760" y="1876"/>
                      <a:pt x="835" y="1916"/>
                    </a:cubicBezTo>
                    <a:cubicBezTo>
                      <a:pt x="1011" y="2007"/>
                      <a:pt x="1214" y="2062"/>
                      <a:pt x="1418" y="2062"/>
                    </a:cubicBezTo>
                    <a:cubicBezTo>
                      <a:pt x="1636" y="2062"/>
                      <a:pt x="1855" y="1999"/>
                      <a:pt x="2042" y="1851"/>
                    </a:cubicBezTo>
                    <a:cubicBezTo>
                      <a:pt x="2395" y="1573"/>
                      <a:pt x="2537" y="1081"/>
                      <a:pt x="2380" y="677"/>
                    </a:cubicBezTo>
                    <a:cubicBezTo>
                      <a:pt x="2252" y="349"/>
                      <a:pt x="1949" y="121"/>
                      <a:pt x="1521" y="35"/>
                    </a:cubicBezTo>
                    <a:cubicBezTo>
                      <a:pt x="1446" y="21"/>
                      <a:pt x="1314" y="0"/>
                      <a:pt x="11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23"/>
              <p:cNvSpPr/>
              <p:nvPr/>
            </p:nvSpPr>
            <p:spPr>
              <a:xfrm rot="-5400000">
                <a:off x="78329" y="999018"/>
                <a:ext cx="68551" cy="55700"/>
              </a:xfrm>
              <a:custGeom>
                <a:avLst/>
                <a:gdLst/>
                <a:ahLst/>
                <a:cxnLst/>
                <a:rect l="l" t="t" r="r" b="b"/>
                <a:pathLst>
                  <a:path w="2538" h="2062" extrusionOk="0">
                    <a:moveTo>
                      <a:pt x="1154" y="369"/>
                    </a:moveTo>
                    <a:cubicBezTo>
                      <a:pt x="1279" y="369"/>
                      <a:pt x="1390" y="387"/>
                      <a:pt x="1449" y="399"/>
                    </a:cubicBezTo>
                    <a:cubicBezTo>
                      <a:pt x="1528" y="413"/>
                      <a:pt x="1635" y="442"/>
                      <a:pt x="1738" y="499"/>
                    </a:cubicBezTo>
                    <a:cubicBezTo>
                      <a:pt x="1860" y="560"/>
                      <a:pt x="1977" y="659"/>
                      <a:pt x="2034" y="809"/>
                    </a:cubicBezTo>
                    <a:cubicBezTo>
                      <a:pt x="2134" y="1063"/>
                      <a:pt x="2038" y="1384"/>
                      <a:pt x="1813" y="1562"/>
                    </a:cubicBezTo>
                    <a:cubicBezTo>
                      <a:pt x="1698" y="1652"/>
                      <a:pt x="1561" y="1690"/>
                      <a:pt x="1421" y="1690"/>
                    </a:cubicBezTo>
                    <a:cubicBezTo>
                      <a:pt x="1217" y="1690"/>
                      <a:pt x="1009" y="1609"/>
                      <a:pt x="860" y="1491"/>
                    </a:cubicBezTo>
                    <a:cubicBezTo>
                      <a:pt x="650" y="1323"/>
                      <a:pt x="414" y="938"/>
                      <a:pt x="568" y="642"/>
                    </a:cubicBezTo>
                    <a:cubicBezTo>
                      <a:pt x="685" y="421"/>
                      <a:pt x="941" y="369"/>
                      <a:pt x="1154" y="369"/>
                    </a:cubicBezTo>
                    <a:close/>
                    <a:moveTo>
                      <a:pt x="1160" y="0"/>
                    </a:moveTo>
                    <a:cubicBezTo>
                      <a:pt x="848" y="0"/>
                      <a:pt x="446" y="84"/>
                      <a:pt x="243" y="470"/>
                    </a:cubicBezTo>
                    <a:cubicBezTo>
                      <a:pt x="0" y="927"/>
                      <a:pt x="261" y="1484"/>
                      <a:pt x="628" y="1780"/>
                    </a:cubicBezTo>
                    <a:cubicBezTo>
                      <a:pt x="693" y="1830"/>
                      <a:pt x="760" y="1876"/>
                      <a:pt x="835" y="1916"/>
                    </a:cubicBezTo>
                    <a:cubicBezTo>
                      <a:pt x="1011" y="2007"/>
                      <a:pt x="1214" y="2062"/>
                      <a:pt x="1418" y="2062"/>
                    </a:cubicBezTo>
                    <a:cubicBezTo>
                      <a:pt x="1636" y="2062"/>
                      <a:pt x="1855" y="1999"/>
                      <a:pt x="2042" y="1851"/>
                    </a:cubicBezTo>
                    <a:cubicBezTo>
                      <a:pt x="2395" y="1573"/>
                      <a:pt x="2537" y="1081"/>
                      <a:pt x="2380" y="677"/>
                    </a:cubicBezTo>
                    <a:cubicBezTo>
                      <a:pt x="2252" y="349"/>
                      <a:pt x="1949" y="121"/>
                      <a:pt x="1521" y="35"/>
                    </a:cubicBezTo>
                    <a:cubicBezTo>
                      <a:pt x="1446" y="21"/>
                      <a:pt x="1314" y="0"/>
                      <a:pt x="11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23"/>
              <p:cNvSpPr/>
              <p:nvPr/>
            </p:nvSpPr>
            <p:spPr>
              <a:xfrm rot="-5400000">
                <a:off x="8557607" y="118158"/>
                <a:ext cx="147350" cy="119725"/>
              </a:xfrm>
              <a:custGeom>
                <a:avLst/>
                <a:gdLst/>
                <a:ahLst/>
                <a:cxnLst/>
                <a:rect l="l" t="t" r="r" b="b"/>
                <a:pathLst>
                  <a:path w="2538" h="2062" extrusionOk="0">
                    <a:moveTo>
                      <a:pt x="1154" y="369"/>
                    </a:moveTo>
                    <a:cubicBezTo>
                      <a:pt x="1279" y="369"/>
                      <a:pt x="1390" y="387"/>
                      <a:pt x="1449" y="399"/>
                    </a:cubicBezTo>
                    <a:cubicBezTo>
                      <a:pt x="1528" y="413"/>
                      <a:pt x="1635" y="442"/>
                      <a:pt x="1738" y="499"/>
                    </a:cubicBezTo>
                    <a:cubicBezTo>
                      <a:pt x="1860" y="560"/>
                      <a:pt x="1977" y="659"/>
                      <a:pt x="2034" y="809"/>
                    </a:cubicBezTo>
                    <a:cubicBezTo>
                      <a:pt x="2134" y="1063"/>
                      <a:pt x="2038" y="1384"/>
                      <a:pt x="1813" y="1562"/>
                    </a:cubicBezTo>
                    <a:cubicBezTo>
                      <a:pt x="1698" y="1652"/>
                      <a:pt x="1561" y="1690"/>
                      <a:pt x="1421" y="1690"/>
                    </a:cubicBezTo>
                    <a:cubicBezTo>
                      <a:pt x="1217" y="1690"/>
                      <a:pt x="1009" y="1609"/>
                      <a:pt x="860" y="1491"/>
                    </a:cubicBezTo>
                    <a:cubicBezTo>
                      <a:pt x="650" y="1323"/>
                      <a:pt x="414" y="938"/>
                      <a:pt x="568" y="642"/>
                    </a:cubicBezTo>
                    <a:cubicBezTo>
                      <a:pt x="685" y="421"/>
                      <a:pt x="941" y="369"/>
                      <a:pt x="1154" y="369"/>
                    </a:cubicBezTo>
                    <a:close/>
                    <a:moveTo>
                      <a:pt x="1160" y="0"/>
                    </a:moveTo>
                    <a:cubicBezTo>
                      <a:pt x="848" y="0"/>
                      <a:pt x="446" y="84"/>
                      <a:pt x="243" y="470"/>
                    </a:cubicBezTo>
                    <a:cubicBezTo>
                      <a:pt x="0" y="927"/>
                      <a:pt x="261" y="1484"/>
                      <a:pt x="628" y="1780"/>
                    </a:cubicBezTo>
                    <a:cubicBezTo>
                      <a:pt x="693" y="1830"/>
                      <a:pt x="760" y="1876"/>
                      <a:pt x="835" y="1916"/>
                    </a:cubicBezTo>
                    <a:cubicBezTo>
                      <a:pt x="1011" y="2007"/>
                      <a:pt x="1214" y="2062"/>
                      <a:pt x="1418" y="2062"/>
                    </a:cubicBezTo>
                    <a:cubicBezTo>
                      <a:pt x="1636" y="2062"/>
                      <a:pt x="1855" y="1999"/>
                      <a:pt x="2042" y="1851"/>
                    </a:cubicBezTo>
                    <a:cubicBezTo>
                      <a:pt x="2395" y="1573"/>
                      <a:pt x="2537" y="1081"/>
                      <a:pt x="2380" y="677"/>
                    </a:cubicBezTo>
                    <a:cubicBezTo>
                      <a:pt x="2252" y="349"/>
                      <a:pt x="1949" y="121"/>
                      <a:pt x="1521" y="35"/>
                    </a:cubicBezTo>
                    <a:cubicBezTo>
                      <a:pt x="1446" y="21"/>
                      <a:pt x="1314" y="0"/>
                      <a:pt x="11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23"/>
              <p:cNvSpPr/>
              <p:nvPr/>
            </p:nvSpPr>
            <p:spPr>
              <a:xfrm rot="-5400000">
                <a:off x="70932" y="4145608"/>
                <a:ext cx="147350" cy="119725"/>
              </a:xfrm>
              <a:custGeom>
                <a:avLst/>
                <a:gdLst/>
                <a:ahLst/>
                <a:cxnLst/>
                <a:rect l="l" t="t" r="r" b="b"/>
                <a:pathLst>
                  <a:path w="2538" h="2062" extrusionOk="0">
                    <a:moveTo>
                      <a:pt x="1154" y="369"/>
                    </a:moveTo>
                    <a:cubicBezTo>
                      <a:pt x="1279" y="369"/>
                      <a:pt x="1390" y="387"/>
                      <a:pt x="1449" y="399"/>
                    </a:cubicBezTo>
                    <a:cubicBezTo>
                      <a:pt x="1528" y="413"/>
                      <a:pt x="1635" y="442"/>
                      <a:pt x="1738" y="499"/>
                    </a:cubicBezTo>
                    <a:cubicBezTo>
                      <a:pt x="1860" y="560"/>
                      <a:pt x="1977" y="659"/>
                      <a:pt x="2034" y="809"/>
                    </a:cubicBezTo>
                    <a:cubicBezTo>
                      <a:pt x="2134" y="1063"/>
                      <a:pt x="2038" y="1384"/>
                      <a:pt x="1813" y="1562"/>
                    </a:cubicBezTo>
                    <a:cubicBezTo>
                      <a:pt x="1698" y="1652"/>
                      <a:pt x="1561" y="1690"/>
                      <a:pt x="1421" y="1690"/>
                    </a:cubicBezTo>
                    <a:cubicBezTo>
                      <a:pt x="1217" y="1690"/>
                      <a:pt x="1009" y="1609"/>
                      <a:pt x="860" y="1491"/>
                    </a:cubicBezTo>
                    <a:cubicBezTo>
                      <a:pt x="650" y="1323"/>
                      <a:pt x="414" y="938"/>
                      <a:pt x="568" y="642"/>
                    </a:cubicBezTo>
                    <a:cubicBezTo>
                      <a:pt x="685" y="421"/>
                      <a:pt x="941" y="369"/>
                      <a:pt x="1154" y="369"/>
                    </a:cubicBezTo>
                    <a:close/>
                    <a:moveTo>
                      <a:pt x="1160" y="0"/>
                    </a:moveTo>
                    <a:cubicBezTo>
                      <a:pt x="848" y="0"/>
                      <a:pt x="446" y="84"/>
                      <a:pt x="243" y="470"/>
                    </a:cubicBezTo>
                    <a:cubicBezTo>
                      <a:pt x="0" y="927"/>
                      <a:pt x="261" y="1484"/>
                      <a:pt x="628" y="1780"/>
                    </a:cubicBezTo>
                    <a:cubicBezTo>
                      <a:pt x="693" y="1830"/>
                      <a:pt x="760" y="1876"/>
                      <a:pt x="835" y="1916"/>
                    </a:cubicBezTo>
                    <a:cubicBezTo>
                      <a:pt x="1011" y="2007"/>
                      <a:pt x="1214" y="2062"/>
                      <a:pt x="1418" y="2062"/>
                    </a:cubicBezTo>
                    <a:cubicBezTo>
                      <a:pt x="1636" y="2062"/>
                      <a:pt x="1855" y="1999"/>
                      <a:pt x="2042" y="1851"/>
                    </a:cubicBezTo>
                    <a:cubicBezTo>
                      <a:pt x="2395" y="1573"/>
                      <a:pt x="2537" y="1081"/>
                      <a:pt x="2380" y="677"/>
                    </a:cubicBezTo>
                    <a:cubicBezTo>
                      <a:pt x="2252" y="349"/>
                      <a:pt x="1949" y="121"/>
                      <a:pt x="1521" y="35"/>
                    </a:cubicBezTo>
                    <a:cubicBezTo>
                      <a:pt x="1446" y="21"/>
                      <a:pt x="1314" y="0"/>
                      <a:pt x="11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23"/>
              <p:cNvSpPr/>
              <p:nvPr/>
            </p:nvSpPr>
            <p:spPr>
              <a:xfrm rot="-5400000">
                <a:off x="8678520" y="3027070"/>
                <a:ext cx="147350" cy="119725"/>
              </a:xfrm>
              <a:custGeom>
                <a:avLst/>
                <a:gdLst/>
                <a:ahLst/>
                <a:cxnLst/>
                <a:rect l="l" t="t" r="r" b="b"/>
                <a:pathLst>
                  <a:path w="2538" h="2062" extrusionOk="0">
                    <a:moveTo>
                      <a:pt x="1154" y="369"/>
                    </a:moveTo>
                    <a:cubicBezTo>
                      <a:pt x="1279" y="369"/>
                      <a:pt x="1390" y="387"/>
                      <a:pt x="1449" y="399"/>
                    </a:cubicBezTo>
                    <a:cubicBezTo>
                      <a:pt x="1528" y="413"/>
                      <a:pt x="1635" y="442"/>
                      <a:pt x="1738" y="499"/>
                    </a:cubicBezTo>
                    <a:cubicBezTo>
                      <a:pt x="1860" y="560"/>
                      <a:pt x="1977" y="659"/>
                      <a:pt x="2034" y="809"/>
                    </a:cubicBezTo>
                    <a:cubicBezTo>
                      <a:pt x="2134" y="1063"/>
                      <a:pt x="2038" y="1384"/>
                      <a:pt x="1813" y="1562"/>
                    </a:cubicBezTo>
                    <a:cubicBezTo>
                      <a:pt x="1698" y="1652"/>
                      <a:pt x="1561" y="1690"/>
                      <a:pt x="1421" y="1690"/>
                    </a:cubicBezTo>
                    <a:cubicBezTo>
                      <a:pt x="1217" y="1690"/>
                      <a:pt x="1009" y="1609"/>
                      <a:pt x="860" y="1491"/>
                    </a:cubicBezTo>
                    <a:cubicBezTo>
                      <a:pt x="650" y="1323"/>
                      <a:pt x="414" y="938"/>
                      <a:pt x="568" y="642"/>
                    </a:cubicBezTo>
                    <a:cubicBezTo>
                      <a:pt x="685" y="421"/>
                      <a:pt x="941" y="369"/>
                      <a:pt x="1154" y="369"/>
                    </a:cubicBezTo>
                    <a:close/>
                    <a:moveTo>
                      <a:pt x="1160" y="0"/>
                    </a:moveTo>
                    <a:cubicBezTo>
                      <a:pt x="848" y="0"/>
                      <a:pt x="446" y="84"/>
                      <a:pt x="243" y="470"/>
                    </a:cubicBezTo>
                    <a:cubicBezTo>
                      <a:pt x="0" y="927"/>
                      <a:pt x="261" y="1484"/>
                      <a:pt x="628" y="1780"/>
                    </a:cubicBezTo>
                    <a:cubicBezTo>
                      <a:pt x="693" y="1830"/>
                      <a:pt x="760" y="1876"/>
                      <a:pt x="835" y="1916"/>
                    </a:cubicBezTo>
                    <a:cubicBezTo>
                      <a:pt x="1011" y="2007"/>
                      <a:pt x="1214" y="2062"/>
                      <a:pt x="1418" y="2062"/>
                    </a:cubicBezTo>
                    <a:cubicBezTo>
                      <a:pt x="1636" y="2062"/>
                      <a:pt x="1855" y="1999"/>
                      <a:pt x="2042" y="1851"/>
                    </a:cubicBezTo>
                    <a:cubicBezTo>
                      <a:pt x="2395" y="1573"/>
                      <a:pt x="2537" y="1081"/>
                      <a:pt x="2380" y="677"/>
                    </a:cubicBezTo>
                    <a:cubicBezTo>
                      <a:pt x="2252" y="349"/>
                      <a:pt x="1949" y="121"/>
                      <a:pt x="1521" y="35"/>
                    </a:cubicBezTo>
                    <a:cubicBezTo>
                      <a:pt x="1446" y="21"/>
                      <a:pt x="1314" y="0"/>
                      <a:pt x="11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2857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31" name="Google Shape;331;p23"/>
            <p:cNvSpPr/>
            <p:nvPr/>
          </p:nvSpPr>
          <p:spPr>
            <a:xfrm flipH="1">
              <a:off x="0" y="4465150"/>
              <a:ext cx="9143697" cy="1405302"/>
            </a:xfrm>
            <a:custGeom>
              <a:avLst/>
              <a:gdLst/>
              <a:ahLst/>
              <a:cxnLst/>
              <a:rect l="l" t="t" r="r" b="b"/>
              <a:pathLst>
                <a:path w="285317" h="78268" extrusionOk="0">
                  <a:moveTo>
                    <a:pt x="285316" y="0"/>
                  </a:moveTo>
                  <a:cubicBezTo>
                    <a:pt x="278377" y="2054"/>
                    <a:pt x="267832" y="5387"/>
                    <a:pt x="255301" y="10249"/>
                  </a:cubicBezTo>
                  <a:cubicBezTo>
                    <a:pt x="217731" y="24857"/>
                    <a:pt x="212846" y="33713"/>
                    <a:pt x="194449" y="40264"/>
                  </a:cubicBezTo>
                  <a:cubicBezTo>
                    <a:pt x="183224" y="44269"/>
                    <a:pt x="171168" y="45924"/>
                    <a:pt x="159017" y="45924"/>
                  </a:cubicBezTo>
                  <a:cubicBezTo>
                    <a:pt x="123184" y="45924"/>
                    <a:pt x="86525" y="31532"/>
                    <a:pt x="67928" y="20588"/>
                  </a:cubicBezTo>
                  <a:cubicBezTo>
                    <a:pt x="62359" y="17302"/>
                    <a:pt x="47317" y="7806"/>
                    <a:pt x="25519" y="4816"/>
                  </a:cubicBezTo>
                  <a:cubicBezTo>
                    <a:pt x="20617" y="4149"/>
                    <a:pt x="16063" y="3905"/>
                    <a:pt x="11991" y="3905"/>
                  </a:cubicBezTo>
                  <a:cubicBezTo>
                    <a:pt x="7283" y="3905"/>
                    <a:pt x="3219" y="4231"/>
                    <a:pt x="0" y="4611"/>
                  </a:cubicBezTo>
                  <a:lnTo>
                    <a:pt x="0" y="78268"/>
                  </a:lnTo>
                  <a:lnTo>
                    <a:pt x="285316" y="78268"/>
                  </a:lnTo>
                  <a:lnTo>
                    <a:pt x="285316" y="0"/>
                  </a:lnTo>
                  <a:close/>
                </a:path>
              </a:pathLst>
            </a:custGeom>
            <a:solidFill>
              <a:srgbClr val="C4BFFA">
                <a:alpha val="512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2" name="Google Shape;332;p23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33" name="Google Shape;333;p23"/>
          <p:cNvSpPr txBox="1">
            <a:spLocks noGrp="1"/>
          </p:cNvSpPr>
          <p:nvPr>
            <p:ph type="subTitle" idx="1"/>
          </p:nvPr>
        </p:nvSpPr>
        <p:spPr>
          <a:xfrm>
            <a:off x="4832078" y="1717275"/>
            <a:ext cx="3254100" cy="2151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4" name="Google Shape;334;p23"/>
          <p:cNvSpPr txBox="1">
            <a:spLocks noGrp="1"/>
          </p:cNvSpPr>
          <p:nvPr>
            <p:ph type="subTitle" idx="2"/>
          </p:nvPr>
        </p:nvSpPr>
        <p:spPr>
          <a:xfrm>
            <a:off x="1057900" y="1717275"/>
            <a:ext cx="3254100" cy="2151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3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212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itter"/>
              <a:buNone/>
              <a:defRPr sz="3500" b="1">
                <a:solidFill>
                  <a:schemeClr val="lt2"/>
                </a:solidFill>
                <a:latin typeface="Bitter"/>
                <a:ea typeface="Bitter"/>
                <a:cs typeface="Bitter"/>
                <a:sym typeface="Bit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3" r:id="rId4"/>
    <p:sldLayoutId id="2147483654" r:id="rId5"/>
    <p:sldLayoutId id="2147483658" r:id="rId6"/>
    <p:sldLayoutId id="2147483666" r:id="rId7"/>
    <p:sldLayoutId id="2147483667" r:id="rId8"/>
    <p:sldLayoutId id="214748366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6"/>
          <p:cNvSpPr txBox="1">
            <a:spLocks noGrp="1"/>
          </p:cNvSpPr>
          <p:nvPr>
            <p:ph type="ctrTitle"/>
          </p:nvPr>
        </p:nvSpPr>
        <p:spPr>
          <a:xfrm>
            <a:off x="625325" y="992600"/>
            <a:ext cx="4971600" cy="240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/>
              <a:t>Personality (part 2)</a:t>
            </a:r>
            <a:endParaRPr sz="4000" dirty="0">
              <a:solidFill>
                <a:schemeClr val="dk1"/>
              </a:solidFill>
            </a:endParaRPr>
          </a:p>
        </p:txBody>
      </p:sp>
      <p:sp>
        <p:nvSpPr>
          <p:cNvPr id="513" name="Google Shape;513;p36"/>
          <p:cNvSpPr txBox="1">
            <a:spLocks noGrp="1"/>
          </p:cNvSpPr>
          <p:nvPr>
            <p:ph type="subTitle" idx="1"/>
          </p:nvPr>
        </p:nvSpPr>
        <p:spPr>
          <a:xfrm>
            <a:off x="625249" y="3401899"/>
            <a:ext cx="4860900" cy="7123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Renee El-Krab, MS (She/her)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relkrab@ric.edu</a:t>
            </a:r>
            <a:endParaRPr dirty="0"/>
          </a:p>
        </p:txBody>
      </p:sp>
      <p:grpSp>
        <p:nvGrpSpPr>
          <p:cNvPr id="514" name="Google Shape;514;p36"/>
          <p:cNvGrpSpPr/>
          <p:nvPr/>
        </p:nvGrpSpPr>
        <p:grpSpPr>
          <a:xfrm>
            <a:off x="5751466" y="3052192"/>
            <a:ext cx="1930640" cy="1175213"/>
            <a:chOff x="4195200" y="1957875"/>
            <a:chExt cx="1238225" cy="753825"/>
          </a:xfrm>
        </p:grpSpPr>
        <p:sp>
          <p:nvSpPr>
            <p:cNvPr id="515" name="Google Shape;515;p36"/>
            <p:cNvSpPr/>
            <p:nvPr/>
          </p:nvSpPr>
          <p:spPr>
            <a:xfrm>
              <a:off x="4195200" y="1957925"/>
              <a:ext cx="1238225" cy="753725"/>
            </a:xfrm>
            <a:custGeom>
              <a:avLst/>
              <a:gdLst/>
              <a:ahLst/>
              <a:cxnLst/>
              <a:rect l="l" t="t" r="r" b="b"/>
              <a:pathLst>
                <a:path w="49529" h="30149" extrusionOk="0">
                  <a:moveTo>
                    <a:pt x="38244" y="5654"/>
                  </a:moveTo>
                  <a:cubicBezTo>
                    <a:pt x="38818" y="5951"/>
                    <a:pt x="39492" y="6229"/>
                    <a:pt x="40038" y="6462"/>
                  </a:cubicBezTo>
                  <a:cubicBezTo>
                    <a:pt x="39741" y="6420"/>
                    <a:pt x="39463" y="6401"/>
                    <a:pt x="39202" y="6401"/>
                  </a:cubicBezTo>
                  <a:cubicBezTo>
                    <a:pt x="39119" y="6401"/>
                    <a:pt x="39037" y="6403"/>
                    <a:pt x="38957" y="6407"/>
                  </a:cubicBezTo>
                  <a:cubicBezTo>
                    <a:pt x="38735" y="6149"/>
                    <a:pt x="38494" y="5900"/>
                    <a:pt x="38244" y="5654"/>
                  </a:cubicBezTo>
                  <a:close/>
                  <a:moveTo>
                    <a:pt x="23087" y="1"/>
                  </a:moveTo>
                  <a:cubicBezTo>
                    <a:pt x="20570" y="1"/>
                    <a:pt x="18062" y="426"/>
                    <a:pt x="15758" y="1373"/>
                  </a:cubicBezTo>
                  <a:cubicBezTo>
                    <a:pt x="13817" y="2169"/>
                    <a:pt x="8272" y="4878"/>
                    <a:pt x="5935" y="10851"/>
                  </a:cubicBezTo>
                  <a:cubicBezTo>
                    <a:pt x="5147" y="12871"/>
                    <a:pt x="4949" y="14693"/>
                    <a:pt x="4905" y="15925"/>
                  </a:cubicBezTo>
                  <a:cubicBezTo>
                    <a:pt x="4838" y="16135"/>
                    <a:pt x="4783" y="16349"/>
                    <a:pt x="4739" y="16558"/>
                  </a:cubicBezTo>
                  <a:cubicBezTo>
                    <a:pt x="4669" y="16544"/>
                    <a:pt x="4600" y="16538"/>
                    <a:pt x="4534" y="16538"/>
                  </a:cubicBezTo>
                  <a:cubicBezTo>
                    <a:pt x="3552" y="16538"/>
                    <a:pt x="3027" y="18025"/>
                    <a:pt x="4890" y="19672"/>
                  </a:cubicBezTo>
                  <a:cubicBezTo>
                    <a:pt x="4354" y="19239"/>
                    <a:pt x="3132" y="18354"/>
                    <a:pt x="2125" y="18354"/>
                  </a:cubicBezTo>
                  <a:cubicBezTo>
                    <a:pt x="1897" y="18354"/>
                    <a:pt x="1679" y="18400"/>
                    <a:pt x="1483" y="18507"/>
                  </a:cubicBezTo>
                  <a:cubicBezTo>
                    <a:pt x="164" y="19371"/>
                    <a:pt x="2616" y="20305"/>
                    <a:pt x="4097" y="20947"/>
                  </a:cubicBezTo>
                  <a:cubicBezTo>
                    <a:pt x="3793" y="20903"/>
                    <a:pt x="3509" y="20883"/>
                    <a:pt x="3246" y="20883"/>
                  </a:cubicBezTo>
                  <a:cubicBezTo>
                    <a:pt x="367" y="20883"/>
                    <a:pt x="0" y="23292"/>
                    <a:pt x="2852" y="23292"/>
                  </a:cubicBezTo>
                  <a:cubicBezTo>
                    <a:pt x="3293" y="23292"/>
                    <a:pt x="3810" y="23234"/>
                    <a:pt x="4406" y="23102"/>
                  </a:cubicBezTo>
                  <a:lnTo>
                    <a:pt x="4406" y="23102"/>
                  </a:lnTo>
                  <a:cubicBezTo>
                    <a:pt x="1516" y="24204"/>
                    <a:pt x="2105" y="26712"/>
                    <a:pt x="3557" y="26712"/>
                  </a:cubicBezTo>
                  <a:cubicBezTo>
                    <a:pt x="4186" y="26712"/>
                    <a:pt x="4977" y="26241"/>
                    <a:pt x="5717" y="24979"/>
                  </a:cubicBezTo>
                  <a:lnTo>
                    <a:pt x="5717" y="24979"/>
                  </a:lnTo>
                  <a:cubicBezTo>
                    <a:pt x="5248" y="26546"/>
                    <a:pt x="5530" y="27185"/>
                    <a:pt x="5984" y="27185"/>
                  </a:cubicBezTo>
                  <a:cubicBezTo>
                    <a:pt x="6469" y="27185"/>
                    <a:pt x="7150" y="26456"/>
                    <a:pt x="7322" y="25352"/>
                  </a:cubicBezTo>
                  <a:cubicBezTo>
                    <a:pt x="7446" y="26554"/>
                    <a:pt x="8207" y="27246"/>
                    <a:pt x="8838" y="27246"/>
                  </a:cubicBezTo>
                  <a:cubicBezTo>
                    <a:pt x="9513" y="27246"/>
                    <a:pt x="10041" y="26454"/>
                    <a:pt x="9484" y="24647"/>
                  </a:cubicBezTo>
                  <a:lnTo>
                    <a:pt x="9484" y="24647"/>
                  </a:lnTo>
                  <a:cubicBezTo>
                    <a:pt x="9619" y="24849"/>
                    <a:pt x="9904" y="25229"/>
                    <a:pt x="10352" y="25526"/>
                  </a:cubicBezTo>
                  <a:cubicBezTo>
                    <a:pt x="12094" y="27178"/>
                    <a:pt x="15049" y="27502"/>
                    <a:pt x="15734" y="27554"/>
                  </a:cubicBezTo>
                  <a:lnTo>
                    <a:pt x="15453" y="27997"/>
                  </a:lnTo>
                  <a:lnTo>
                    <a:pt x="15580" y="28037"/>
                  </a:lnTo>
                  <a:lnTo>
                    <a:pt x="14843" y="29213"/>
                  </a:lnTo>
                  <a:lnTo>
                    <a:pt x="17905" y="30148"/>
                  </a:lnTo>
                  <a:lnTo>
                    <a:pt x="21359" y="26785"/>
                  </a:lnTo>
                  <a:cubicBezTo>
                    <a:pt x="23260" y="26714"/>
                    <a:pt x="24714" y="25538"/>
                    <a:pt x="24714" y="25538"/>
                  </a:cubicBezTo>
                  <a:cubicBezTo>
                    <a:pt x="25877" y="25953"/>
                    <a:pt x="27026" y="26148"/>
                    <a:pt x="28099" y="26148"/>
                  </a:cubicBezTo>
                  <a:cubicBezTo>
                    <a:pt x="31898" y="26148"/>
                    <a:pt x="34754" y="23711"/>
                    <a:pt x="33966" y="20008"/>
                  </a:cubicBezTo>
                  <a:lnTo>
                    <a:pt x="33966" y="20008"/>
                  </a:lnTo>
                  <a:cubicBezTo>
                    <a:pt x="33966" y="20008"/>
                    <a:pt x="33995" y="20009"/>
                    <a:pt x="34048" y="20009"/>
                  </a:cubicBezTo>
                  <a:cubicBezTo>
                    <a:pt x="34617" y="20009"/>
                    <a:pt x="38020" y="19903"/>
                    <a:pt x="39979" y="17430"/>
                  </a:cubicBezTo>
                  <a:cubicBezTo>
                    <a:pt x="41690" y="15271"/>
                    <a:pt x="41548" y="12558"/>
                    <a:pt x="41286" y="11061"/>
                  </a:cubicBezTo>
                  <a:cubicBezTo>
                    <a:pt x="41413" y="10894"/>
                    <a:pt x="41536" y="10708"/>
                    <a:pt x="41658" y="10498"/>
                  </a:cubicBezTo>
                  <a:lnTo>
                    <a:pt x="41658" y="10498"/>
                  </a:lnTo>
                  <a:cubicBezTo>
                    <a:pt x="41189" y="12064"/>
                    <a:pt x="41471" y="12702"/>
                    <a:pt x="41924" y="12702"/>
                  </a:cubicBezTo>
                  <a:cubicBezTo>
                    <a:pt x="42409" y="12702"/>
                    <a:pt x="43091" y="11974"/>
                    <a:pt x="43263" y="10871"/>
                  </a:cubicBezTo>
                  <a:cubicBezTo>
                    <a:pt x="43387" y="12073"/>
                    <a:pt x="44148" y="12765"/>
                    <a:pt x="44779" y="12765"/>
                  </a:cubicBezTo>
                  <a:cubicBezTo>
                    <a:pt x="45454" y="12765"/>
                    <a:pt x="45982" y="11973"/>
                    <a:pt x="45425" y="10166"/>
                  </a:cubicBezTo>
                  <a:lnTo>
                    <a:pt x="45425" y="10166"/>
                  </a:lnTo>
                  <a:cubicBezTo>
                    <a:pt x="45627" y="10467"/>
                    <a:pt x="46166" y="11176"/>
                    <a:pt x="47089" y="11390"/>
                  </a:cubicBezTo>
                  <a:cubicBezTo>
                    <a:pt x="47291" y="11454"/>
                    <a:pt x="47491" y="11487"/>
                    <a:pt x="47677" y="11487"/>
                  </a:cubicBezTo>
                  <a:cubicBezTo>
                    <a:pt x="48389" y="11487"/>
                    <a:pt x="48897" y="11009"/>
                    <a:pt x="48570" y="10035"/>
                  </a:cubicBezTo>
                  <a:cubicBezTo>
                    <a:pt x="48091" y="8609"/>
                    <a:pt x="45615" y="8300"/>
                    <a:pt x="45651" y="8181"/>
                  </a:cubicBezTo>
                  <a:cubicBezTo>
                    <a:pt x="45654" y="8170"/>
                    <a:pt x="45678" y="8165"/>
                    <a:pt x="45720" y="8165"/>
                  </a:cubicBezTo>
                  <a:cubicBezTo>
                    <a:pt x="45891" y="8165"/>
                    <a:pt x="46357" y="8248"/>
                    <a:pt x="46879" y="8344"/>
                  </a:cubicBezTo>
                  <a:cubicBezTo>
                    <a:pt x="47428" y="8442"/>
                    <a:pt x="47712" y="8504"/>
                    <a:pt x="47966" y="8504"/>
                  </a:cubicBezTo>
                  <a:cubicBezTo>
                    <a:pt x="48070" y="8504"/>
                    <a:pt x="48170" y="8494"/>
                    <a:pt x="48281" y="8470"/>
                  </a:cubicBezTo>
                  <a:cubicBezTo>
                    <a:pt x="48471" y="8431"/>
                    <a:pt x="48784" y="8363"/>
                    <a:pt x="49065" y="8098"/>
                  </a:cubicBezTo>
                  <a:cubicBezTo>
                    <a:pt x="49081" y="8082"/>
                    <a:pt x="49097" y="8066"/>
                    <a:pt x="49113" y="8051"/>
                  </a:cubicBezTo>
                  <a:cubicBezTo>
                    <a:pt x="49529" y="7619"/>
                    <a:pt x="49529" y="6938"/>
                    <a:pt x="49137" y="6482"/>
                  </a:cubicBezTo>
                  <a:cubicBezTo>
                    <a:pt x="48903" y="6205"/>
                    <a:pt x="48673" y="6070"/>
                    <a:pt x="48531" y="6003"/>
                  </a:cubicBezTo>
                  <a:cubicBezTo>
                    <a:pt x="48515" y="5995"/>
                    <a:pt x="48499" y="5987"/>
                    <a:pt x="48479" y="5979"/>
                  </a:cubicBezTo>
                  <a:cubicBezTo>
                    <a:pt x="48335" y="5918"/>
                    <a:pt x="47945" y="5793"/>
                    <a:pt x="47434" y="5793"/>
                  </a:cubicBezTo>
                  <a:cubicBezTo>
                    <a:pt x="47215" y="5793"/>
                    <a:pt x="46974" y="5816"/>
                    <a:pt x="46720" y="5876"/>
                  </a:cubicBezTo>
                  <a:cubicBezTo>
                    <a:pt x="46431" y="5947"/>
                    <a:pt x="46182" y="6050"/>
                    <a:pt x="45972" y="6165"/>
                  </a:cubicBezTo>
                  <a:cubicBezTo>
                    <a:pt x="47267" y="5191"/>
                    <a:pt x="47929" y="4268"/>
                    <a:pt x="47699" y="3713"/>
                  </a:cubicBezTo>
                  <a:cubicBezTo>
                    <a:pt x="47525" y="3290"/>
                    <a:pt x="46879" y="3206"/>
                    <a:pt x="46808" y="3195"/>
                  </a:cubicBezTo>
                  <a:cubicBezTo>
                    <a:pt x="46745" y="3186"/>
                    <a:pt x="46682" y="3182"/>
                    <a:pt x="46619" y="3182"/>
                  </a:cubicBezTo>
                  <a:cubicBezTo>
                    <a:pt x="45759" y="3182"/>
                    <a:pt x="44836" y="3927"/>
                    <a:pt x="44364" y="5167"/>
                  </a:cubicBezTo>
                  <a:cubicBezTo>
                    <a:pt x="45208" y="2844"/>
                    <a:pt x="44678" y="1889"/>
                    <a:pt x="43968" y="1889"/>
                  </a:cubicBezTo>
                  <a:cubicBezTo>
                    <a:pt x="43225" y="1889"/>
                    <a:pt x="42285" y="2933"/>
                    <a:pt x="42514" y="4549"/>
                  </a:cubicBezTo>
                  <a:cubicBezTo>
                    <a:pt x="42027" y="2746"/>
                    <a:pt x="41144" y="2054"/>
                    <a:pt x="40473" y="2054"/>
                  </a:cubicBezTo>
                  <a:cubicBezTo>
                    <a:pt x="39491" y="2054"/>
                    <a:pt x="38968" y="3541"/>
                    <a:pt x="40831" y="5187"/>
                  </a:cubicBezTo>
                  <a:cubicBezTo>
                    <a:pt x="40294" y="4754"/>
                    <a:pt x="39071" y="3871"/>
                    <a:pt x="38064" y="3871"/>
                  </a:cubicBezTo>
                  <a:cubicBezTo>
                    <a:pt x="37836" y="3871"/>
                    <a:pt x="37620" y="3916"/>
                    <a:pt x="37424" y="4022"/>
                  </a:cubicBezTo>
                  <a:cubicBezTo>
                    <a:pt x="37131" y="4216"/>
                    <a:pt x="37024" y="4415"/>
                    <a:pt x="37052" y="4609"/>
                  </a:cubicBezTo>
                  <a:cubicBezTo>
                    <a:pt x="33525" y="1819"/>
                    <a:pt x="28289" y="1"/>
                    <a:pt x="23087" y="1"/>
                  </a:cubicBezTo>
                  <a:close/>
                </a:path>
              </a:pathLst>
            </a:custGeom>
            <a:solidFill>
              <a:schemeClr val="lt1"/>
            </a:solidFill>
            <a:ln w="1143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85725" dist="28575" dir="4500000" algn="bl" rotWithShape="0">
                <a:schemeClr val="dk1">
                  <a:alpha val="34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6" name="Google Shape;516;p36"/>
            <p:cNvGrpSpPr/>
            <p:nvPr/>
          </p:nvGrpSpPr>
          <p:grpSpPr>
            <a:xfrm>
              <a:off x="4195200" y="1957875"/>
              <a:ext cx="1238225" cy="753825"/>
              <a:chOff x="4195200" y="3356100"/>
              <a:chExt cx="1238225" cy="753825"/>
            </a:xfrm>
          </p:grpSpPr>
          <p:sp>
            <p:nvSpPr>
              <p:cNvPr id="517" name="Google Shape;517;p36"/>
              <p:cNvSpPr/>
              <p:nvPr/>
            </p:nvSpPr>
            <p:spPr>
              <a:xfrm>
                <a:off x="4302375" y="3356100"/>
                <a:ext cx="950050" cy="753825"/>
              </a:xfrm>
              <a:custGeom>
                <a:avLst/>
                <a:gdLst/>
                <a:ahLst/>
                <a:cxnLst/>
                <a:rect l="l" t="t" r="r" b="b"/>
                <a:pathLst>
                  <a:path w="38002" h="30153" extrusionOk="0">
                    <a:moveTo>
                      <a:pt x="18798" y="1"/>
                    </a:moveTo>
                    <a:cubicBezTo>
                      <a:pt x="16282" y="1"/>
                      <a:pt x="13774" y="426"/>
                      <a:pt x="11471" y="1373"/>
                    </a:cubicBezTo>
                    <a:cubicBezTo>
                      <a:pt x="9530" y="2173"/>
                      <a:pt x="3985" y="4878"/>
                      <a:pt x="1648" y="10855"/>
                    </a:cubicBezTo>
                    <a:cubicBezTo>
                      <a:pt x="860" y="12871"/>
                      <a:pt x="662" y="14693"/>
                      <a:pt x="618" y="15925"/>
                    </a:cubicBezTo>
                    <a:cubicBezTo>
                      <a:pt x="0" y="17806"/>
                      <a:pt x="460" y="19850"/>
                      <a:pt x="1795" y="21225"/>
                    </a:cubicBezTo>
                    <a:cubicBezTo>
                      <a:pt x="2440" y="21890"/>
                      <a:pt x="3387" y="22405"/>
                      <a:pt x="4769" y="22603"/>
                    </a:cubicBezTo>
                    <a:lnTo>
                      <a:pt x="4765" y="22603"/>
                    </a:lnTo>
                    <a:cubicBezTo>
                      <a:pt x="4876" y="27257"/>
                      <a:pt x="11590" y="27566"/>
                      <a:pt x="11590" y="27566"/>
                    </a:cubicBezTo>
                    <a:lnTo>
                      <a:pt x="10556" y="29218"/>
                    </a:lnTo>
                    <a:lnTo>
                      <a:pt x="13618" y="30152"/>
                    </a:lnTo>
                    <a:lnTo>
                      <a:pt x="17072" y="26790"/>
                    </a:lnTo>
                    <a:cubicBezTo>
                      <a:pt x="18973" y="26714"/>
                      <a:pt x="20427" y="25538"/>
                      <a:pt x="20427" y="25538"/>
                    </a:cubicBezTo>
                    <a:cubicBezTo>
                      <a:pt x="21590" y="25953"/>
                      <a:pt x="22739" y="26148"/>
                      <a:pt x="23812" y="26148"/>
                    </a:cubicBezTo>
                    <a:cubicBezTo>
                      <a:pt x="27611" y="26148"/>
                      <a:pt x="30467" y="23712"/>
                      <a:pt x="29679" y="20013"/>
                    </a:cubicBezTo>
                    <a:lnTo>
                      <a:pt x="29679" y="20013"/>
                    </a:lnTo>
                    <a:cubicBezTo>
                      <a:pt x="29679" y="20013"/>
                      <a:pt x="29708" y="20014"/>
                      <a:pt x="29761" y="20014"/>
                    </a:cubicBezTo>
                    <a:cubicBezTo>
                      <a:pt x="30329" y="20014"/>
                      <a:pt x="33733" y="19908"/>
                      <a:pt x="35692" y="17430"/>
                    </a:cubicBezTo>
                    <a:cubicBezTo>
                      <a:pt x="38001" y="14515"/>
                      <a:pt x="36932" y="10590"/>
                      <a:pt x="36757" y="10015"/>
                    </a:cubicBezTo>
                    <a:cubicBezTo>
                      <a:pt x="35071" y="4404"/>
                      <a:pt x="26894" y="1"/>
                      <a:pt x="1879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36"/>
              <p:cNvSpPr/>
              <p:nvPr/>
            </p:nvSpPr>
            <p:spPr>
              <a:xfrm>
                <a:off x="4447450" y="3883925"/>
                <a:ext cx="362825" cy="193825"/>
              </a:xfrm>
              <a:custGeom>
                <a:avLst/>
                <a:gdLst/>
                <a:ahLst/>
                <a:cxnLst/>
                <a:rect l="l" t="t" r="r" b="b"/>
                <a:pathLst>
                  <a:path w="14513" h="7753" extrusionOk="0">
                    <a:moveTo>
                      <a:pt x="4662" y="0"/>
                    </a:moveTo>
                    <a:cubicBezTo>
                      <a:pt x="2181" y="0"/>
                      <a:pt x="0" y="757"/>
                      <a:pt x="0" y="757"/>
                    </a:cubicBezTo>
                    <a:cubicBezTo>
                      <a:pt x="99" y="5071"/>
                      <a:pt x="6322" y="5356"/>
                      <a:pt x="6322" y="5356"/>
                    </a:cubicBezTo>
                    <a:lnTo>
                      <a:pt x="5363" y="6889"/>
                    </a:lnTo>
                    <a:lnTo>
                      <a:pt x="8199" y="7752"/>
                    </a:lnTo>
                    <a:lnTo>
                      <a:pt x="11400" y="4639"/>
                    </a:lnTo>
                    <a:cubicBezTo>
                      <a:pt x="13166" y="4568"/>
                      <a:pt x="14513" y="3478"/>
                      <a:pt x="14513" y="3478"/>
                    </a:cubicBezTo>
                    <a:cubicBezTo>
                      <a:pt x="13436" y="1304"/>
                      <a:pt x="8088" y="627"/>
                      <a:pt x="8088" y="627"/>
                    </a:cubicBezTo>
                    <a:cubicBezTo>
                      <a:pt x="7005" y="160"/>
                      <a:pt x="5802" y="0"/>
                      <a:pt x="466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Google Shape;519;p36"/>
              <p:cNvSpPr/>
              <p:nvPr/>
            </p:nvSpPr>
            <p:spPr>
              <a:xfrm>
                <a:off x="4624900" y="3891350"/>
                <a:ext cx="107750" cy="110250"/>
              </a:xfrm>
              <a:custGeom>
                <a:avLst/>
                <a:gdLst/>
                <a:ahLst/>
                <a:cxnLst/>
                <a:rect l="l" t="t" r="r" b="b"/>
                <a:pathLst>
                  <a:path w="4310" h="4410" extrusionOk="0">
                    <a:moveTo>
                      <a:pt x="131" y="1"/>
                    </a:moveTo>
                    <a:lnTo>
                      <a:pt x="0" y="17"/>
                    </a:lnTo>
                    <a:cubicBezTo>
                      <a:pt x="293" y="2421"/>
                      <a:pt x="1446" y="3486"/>
                      <a:pt x="2365" y="3958"/>
                    </a:cubicBezTo>
                    <a:cubicBezTo>
                      <a:pt x="3157" y="4366"/>
                      <a:pt x="3898" y="4409"/>
                      <a:pt x="4183" y="4409"/>
                    </a:cubicBezTo>
                    <a:cubicBezTo>
                      <a:pt x="4258" y="4409"/>
                      <a:pt x="4302" y="4405"/>
                      <a:pt x="4310" y="4405"/>
                    </a:cubicBezTo>
                    <a:lnTo>
                      <a:pt x="4298" y="4275"/>
                    </a:lnTo>
                    <a:cubicBezTo>
                      <a:pt x="4296" y="4275"/>
                      <a:pt x="4261" y="4277"/>
                      <a:pt x="4199" y="4277"/>
                    </a:cubicBezTo>
                    <a:cubicBezTo>
                      <a:pt x="3937" y="4277"/>
                      <a:pt x="3194" y="4238"/>
                      <a:pt x="2416" y="3835"/>
                    </a:cubicBezTo>
                    <a:cubicBezTo>
                      <a:pt x="1145" y="3181"/>
                      <a:pt x="357" y="1854"/>
                      <a:pt x="13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Google Shape;520;p36"/>
              <p:cNvSpPr/>
              <p:nvPr/>
            </p:nvSpPr>
            <p:spPr>
              <a:xfrm>
                <a:off x="4336925" y="3379225"/>
                <a:ext cx="880450" cy="605775"/>
              </a:xfrm>
              <a:custGeom>
                <a:avLst/>
                <a:gdLst/>
                <a:ahLst/>
                <a:cxnLst/>
                <a:rect l="l" t="t" r="r" b="b"/>
                <a:pathLst>
                  <a:path w="35218" h="24231" extrusionOk="0">
                    <a:moveTo>
                      <a:pt x="17421" y="1"/>
                    </a:moveTo>
                    <a:cubicBezTo>
                      <a:pt x="15090" y="1"/>
                      <a:pt x="12766" y="395"/>
                      <a:pt x="10632" y="1272"/>
                    </a:cubicBezTo>
                    <a:cubicBezTo>
                      <a:pt x="8834" y="2012"/>
                      <a:pt x="3696" y="4524"/>
                      <a:pt x="1530" y="10057"/>
                    </a:cubicBezTo>
                    <a:cubicBezTo>
                      <a:pt x="801" y="11926"/>
                      <a:pt x="615" y="13618"/>
                      <a:pt x="575" y="14758"/>
                    </a:cubicBezTo>
                    <a:cubicBezTo>
                      <a:pt x="1" y="16501"/>
                      <a:pt x="429" y="18394"/>
                      <a:pt x="1664" y="19666"/>
                    </a:cubicBezTo>
                    <a:cubicBezTo>
                      <a:pt x="2432" y="20456"/>
                      <a:pt x="3658" y="21025"/>
                      <a:pt x="5597" y="21025"/>
                    </a:cubicBezTo>
                    <a:cubicBezTo>
                      <a:pt x="5630" y="21025"/>
                      <a:pt x="5663" y="21025"/>
                      <a:pt x="5697" y="21024"/>
                    </a:cubicBezTo>
                    <a:cubicBezTo>
                      <a:pt x="5697" y="21024"/>
                      <a:pt x="6686" y="20875"/>
                      <a:pt x="8216" y="20875"/>
                    </a:cubicBezTo>
                    <a:cubicBezTo>
                      <a:pt x="10553" y="20875"/>
                      <a:pt x="14151" y="21224"/>
                      <a:pt x="17413" y="22985"/>
                    </a:cubicBezTo>
                    <a:cubicBezTo>
                      <a:pt x="18996" y="23842"/>
                      <a:pt x="20608" y="24231"/>
                      <a:pt x="22069" y="24231"/>
                    </a:cubicBezTo>
                    <a:cubicBezTo>
                      <a:pt x="25589" y="24231"/>
                      <a:pt x="28237" y="21973"/>
                      <a:pt x="27509" y="18545"/>
                    </a:cubicBezTo>
                    <a:lnTo>
                      <a:pt x="27509" y="18545"/>
                    </a:lnTo>
                    <a:cubicBezTo>
                      <a:pt x="27509" y="18545"/>
                      <a:pt x="27534" y="18546"/>
                      <a:pt x="27582" y="18546"/>
                    </a:cubicBezTo>
                    <a:cubicBezTo>
                      <a:pt x="28099" y="18546"/>
                      <a:pt x="31257" y="18449"/>
                      <a:pt x="33078" y="16153"/>
                    </a:cubicBezTo>
                    <a:cubicBezTo>
                      <a:pt x="35217" y="13451"/>
                      <a:pt x="34227" y="9811"/>
                      <a:pt x="34064" y="9281"/>
                    </a:cubicBezTo>
                    <a:cubicBezTo>
                      <a:pt x="32502" y="4083"/>
                      <a:pt x="24924" y="1"/>
                      <a:pt x="1742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Google Shape;521;p36"/>
              <p:cNvSpPr/>
              <p:nvPr/>
            </p:nvSpPr>
            <p:spPr>
              <a:xfrm>
                <a:off x="5024650" y="3842825"/>
                <a:ext cx="2500" cy="425"/>
              </a:xfrm>
              <a:custGeom>
                <a:avLst/>
                <a:gdLst/>
                <a:ahLst/>
                <a:cxnLst/>
                <a:rect l="l" t="t" r="r" b="b"/>
                <a:pathLst>
                  <a:path w="100" h="17" extrusionOk="0">
                    <a:moveTo>
                      <a:pt x="0" y="1"/>
                    </a:moveTo>
                    <a:lnTo>
                      <a:pt x="95" y="17"/>
                    </a:lnTo>
                    <a:cubicBezTo>
                      <a:pt x="95" y="17"/>
                      <a:pt x="99" y="9"/>
                      <a:pt x="99" y="1"/>
                    </a:cubicBezTo>
                    <a:close/>
                  </a:path>
                </a:pathLst>
              </a:custGeom>
              <a:solidFill>
                <a:srgbClr val="4ABC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Google Shape;522;p36"/>
              <p:cNvSpPr/>
              <p:nvPr/>
            </p:nvSpPr>
            <p:spPr>
              <a:xfrm>
                <a:off x="4640050" y="3638150"/>
                <a:ext cx="392625" cy="204700"/>
              </a:xfrm>
              <a:custGeom>
                <a:avLst/>
                <a:gdLst/>
                <a:ahLst/>
                <a:cxnLst/>
                <a:rect l="l" t="t" r="r" b="b"/>
                <a:pathLst>
                  <a:path w="15705" h="8188" extrusionOk="0">
                    <a:moveTo>
                      <a:pt x="2420" y="1"/>
                    </a:moveTo>
                    <a:cubicBezTo>
                      <a:pt x="2087" y="1"/>
                      <a:pt x="1775" y="44"/>
                      <a:pt x="1505" y="116"/>
                    </a:cubicBezTo>
                    <a:cubicBezTo>
                      <a:pt x="713" y="326"/>
                      <a:pt x="151" y="781"/>
                      <a:pt x="0" y="1340"/>
                    </a:cubicBezTo>
                    <a:lnTo>
                      <a:pt x="190" y="1391"/>
                    </a:lnTo>
                    <a:cubicBezTo>
                      <a:pt x="325" y="904"/>
                      <a:pt x="836" y="500"/>
                      <a:pt x="1557" y="306"/>
                    </a:cubicBezTo>
                    <a:cubicBezTo>
                      <a:pt x="1810" y="239"/>
                      <a:pt x="2107" y="195"/>
                      <a:pt x="2420" y="195"/>
                    </a:cubicBezTo>
                    <a:cubicBezTo>
                      <a:pt x="3157" y="195"/>
                      <a:pt x="3993" y="421"/>
                      <a:pt x="4638" y="1066"/>
                    </a:cubicBezTo>
                    <a:cubicBezTo>
                      <a:pt x="6104" y="2528"/>
                      <a:pt x="7316" y="3459"/>
                      <a:pt x="11748" y="4049"/>
                    </a:cubicBezTo>
                    <a:cubicBezTo>
                      <a:pt x="13095" y="4231"/>
                      <a:pt x="14081" y="4738"/>
                      <a:pt x="14679" y="5558"/>
                    </a:cubicBezTo>
                    <a:cubicBezTo>
                      <a:pt x="15535" y="6726"/>
                      <a:pt x="15289" y="8156"/>
                      <a:pt x="15285" y="8168"/>
                    </a:cubicBezTo>
                    <a:lnTo>
                      <a:pt x="15384" y="8188"/>
                    </a:lnTo>
                    <a:lnTo>
                      <a:pt x="15483" y="8188"/>
                    </a:lnTo>
                    <a:cubicBezTo>
                      <a:pt x="15511" y="8010"/>
                      <a:pt x="15705" y="6627"/>
                      <a:pt x="14842" y="5443"/>
                    </a:cubicBezTo>
                    <a:cubicBezTo>
                      <a:pt x="14212" y="4576"/>
                      <a:pt x="13178" y="4041"/>
                      <a:pt x="11772" y="3855"/>
                    </a:cubicBezTo>
                    <a:cubicBezTo>
                      <a:pt x="10061" y="3625"/>
                      <a:pt x="8837" y="3348"/>
                      <a:pt x="7894" y="3007"/>
                    </a:cubicBezTo>
                    <a:lnTo>
                      <a:pt x="7894" y="3007"/>
                    </a:lnTo>
                    <a:cubicBezTo>
                      <a:pt x="7902" y="3015"/>
                      <a:pt x="7910" y="3023"/>
                      <a:pt x="7914" y="3035"/>
                    </a:cubicBezTo>
                    <a:lnTo>
                      <a:pt x="7752" y="3150"/>
                    </a:lnTo>
                    <a:cubicBezTo>
                      <a:pt x="7692" y="3063"/>
                      <a:pt x="7633" y="2975"/>
                      <a:pt x="7581" y="2884"/>
                    </a:cubicBezTo>
                    <a:cubicBezTo>
                      <a:pt x="6318" y="2373"/>
                      <a:pt x="5589" y="1732"/>
                      <a:pt x="4781" y="928"/>
                    </a:cubicBezTo>
                    <a:cubicBezTo>
                      <a:pt x="4175" y="326"/>
                      <a:pt x="3418" y="64"/>
                      <a:pt x="2713" y="9"/>
                    </a:cubicBezTo>
                    <a:cubicBezTo>
                      <a:pt x="2705" y="68"/>
                      <a:pt x="2701" y="108"/>
                      <a:pt x="2701" y="116"/>
                    </a:cubicBezTo>
                    <a:lnTo>
                      <a:pt x="2503" y="84"/>
                    </a:lnTo>
                    <a:cubicBezTo>
                      <a:pt x="2503" y="84"/>
                      <a:pt x="2507" y="52"/>
                      <a:pt x="251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Google Shape;523;p36"/>
              <p:cNvSpPr/>
              <p:nvPr/>
            </p:nvSpPr>
            <p:spPr>
              <a:xfrm>
                <a:off x="5196250" y="3648550"/>
                <a:ext cx="5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5" h="381" extrusionOk="0">
                    <a:moveTo>
                      <a:pt x="44" y="1"/>
                    </a:moveTo>
                    <a:cubicBezTo>
                      <a:pt x="44" y="1"/>
                      <a:pt x="28" y="25"/>
                      <a:pt x="0" y="68"/>
                    </a:cubicBezTo>
                    <a:cubicBezTo>
                      <a:pt x="12" y="171"/>
                      <a:pt x="20" y="274"/>
                      <a:pt x="32" y="381"/>
                    </a:cubicBezTo>
                    <a:cubicBezTo>
                      <a:pt x="139" y="223"/>
                      <a:pt x="202" y="120"/>
                      <a:pt x="214" y="100"/>
                    </a:cubicBezTo>
                    <a:lnTo>
                      <a:pt x="44" y="1"/>
                    </a:lnTo>
                    <a:close/>
                  </a:path>
                </a:pathLst>
              </a:custGeom>
              <a:solidFill>
                <a:srgbClr val="4ABC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Google Shape;524;p36"/>
              <p:cNvSpPr/>
              <p:nvPr/>
            </p:nvSpPr>
            <p:spPr>
              <a:xfrm>
                <a:off x="4899775" y="3546475"/>
                <a:ext cx="297300" cy="174200"/>
              </a:xfrm>
              <a:custGeom>
                <a:avLst/>
                <a:gdLst/>
                <a:ahLst/>
                <a:cxnLst/>
                <a:rect l="l" t="t" r="r" b="b"/>
                <a:pathLst>
                  <a:path w="11892" h="6968" extrusionOk="0">
                    <a:moveTo>
                      <a:pt x="143" y="0"/>
                    </a:moveTo>
                    <a:lnTo>
                      <a:pt x="143" y="0"/>
                    </a:lnTo>
                    <a:cubicBezTo>
                      <a:pt x="1" y="1470"/>
                      <a:pt x="654" y="2713"/>
                      <a:pt x="2028" y="3593"/>
                    </a:cubicBezTo>
                    <a:cubicBezTo>
                      <a:pt x="2500" y="3894"/>
                      <a:pt x="2979" y="4104"/>
                      <a:pt x="3363" y="4242"/>
                    </a:cubicBezTo>
                    <a:cubicBezTo>
                      <a:pt x="3407" y="4187"/>
                      <a:pt x="3454" y="4135"/>
                      <a:pt x="3502" y="4080"/>
                    </a:cubicBezTo>
                    <a:cubicBezTo>
                      <a:pt x="3114" y="3945"/>
                      <a:pt x="2615" y="3731"/>
                      <a:pt x="2131" y="3422"/>
                    </a:cubicBezTo>
                    <a:cubicBezTo>
                      <a:pt x="805" y="2575"/>
                      <a:pt x="203" y="1430"/>
                      <a:pt x="341" y="16"/>
                    </a:cubicBezTo>
                    <a:lnTo>
                      <a:pt x="143" y="0"/>
                    </a:lnTo>
                    <a:close/>
                    <a:moveTo>
                      <a:pt x="11859" y="4151"/>
                    </a:moveTo>
                    <a:cubicBezTo>
                      <a:pt x="11606" y="4547"/>
                      <a:pt x="10247" y="6528"/>
                      <a:pt x="8358" y="6753"/>
                    </a:cubicBezTo>
                    <a:cubicBezTo>
                      <a:pt x="8318" y="6825"/>
                      <a:pt x="8279" y="6896"/>
                      <a:pt x="8231" y="6967"/>
                    </a:cubicBezTo>
                    <a:cubicBezTo>
                      <a:pt x="10077" y="6833"/>
                      <a:pt x="11420" y="5149"/>
                      <a:pt x="11891" y="4464"/>
                    </a:cubicBezTo>
                    <a:cubicBezTo>
                      <a:pt x="11879" y="4357"/>
                      <a:pt x="11871" y="4254"/>
                      <a:pt x="11859" y="415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Google Shape;525;p36"/>
              <p:cNvSpPr/>
              <p:nvPr/>
            </p:nvSpPr>
            <p:spPr>
              <a:xfrm>
                <a:off x="4441200" y="3518150"/>
                <a:ext cx="5375" cy="4675"/>
              </a:xfrm>
              <a:custGeom>
                <a:avLst/>
                <a:gdLst/>
                <a:ahLst/>
                <a:cxnLst/>
                <a:rect l="l" t="t" r="r" b="b"/>
                <a:pathLst>
                  <a:path w="215" h="187" extrusionOk="0">
                    <a:moveTo>
                      <a:pt x="215" y="0"/>
                    </a:moveTo>
                    <a:lnTo>
                      <a:pt x="215" y="0"/>
                    </a:lnTo>
                    <a:cubicBezTo>
                      <a:pt x="92" y="52"/>
                      <a:pt x="13" y="91"/>
                      <a:pt x="1" y="99"/>
                    </a:cubicBezTo>
                    <a:lnTo>
                      <a:pt x="44" y="186"/>
                    </a:lnTo>
                    <a:cubicBezTo>
                      <a:pt x="100" y="123"/>
                      <a:pt x="159" y="60"/>
                      <a:pt x="215" y="0"/>
                    </a:cubicBezTo>
                    <a:close/>
                  </a:path>
                </a:pathLst>
              </a:custGeom>
              <a:solidFill>
                <a:srgbClr val="4ABC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Google Shape;526;p36"/>
              <p:cNvSpPr/>
              <p:nvPr/>
            </p:nvSpPr>
            <p:spPr>
              <a:xfrm>
                <a:off x="4442300" y="3506750"/>
                <a:ext cx="169050" cy="224225"/>
              </a:xfrm>
              <a:custGeom>
                <a:avLst/>
                <a:gdLst/>
                <a:ahLst/>
                <a:cxnLst/>
                <a:rect l="l" t="t" r="r" b="b"/>
                <a:pathLst>
                  <a:path w="6762" h="8969" extrusionOk="0">
                    <a:moveTo>
                      <a:pt x="2123" y="1"/>
                    </a:moveTo>
                    <a:cubicBezTo>
                      <a:pt x="1335" y="1"/>
                      <a:pt x="543" y="294"/>
                      <a:pt x="171" y="456"/>
                    </a:cubicBezTo>
                    <a:cubicBezTo>
                      <a:pt x="115" y="516"/>
                      <a:pt x="56" y="579"/>
                      <a:pt x="0" y="642"/>
                    </a:cubicBezTo>
                    <a:lnTo>
                      <a:pt x="44" y="734"/>
                    </a:lnTo>
                    <a:cubicBezTo>
                      <a:pt x="60" y="726"/>
                      <a:pt x="1117" y="199"/>
                      <a:pt x="2131" y="199"/>
                    </a:cubicBezTo>
                    <a:cubicBezTo>
                      <a:pt x="2432" y="199"/>
                      <a:pt x="2725" y="246"/>
                      <a:pt x="2991" y="365"/>
                    </a:cubicBezTo>
                    <a:cubicBezTo>
                      <a:pt x="3434" y="563"/>
                      <a:pt x="3735" y="951"/>
                      <a:pt x="3886" y="1514"/>
                    </a:cubicBezTo>
                    <a:cubicBezTo>
                      <a:pt x="4092" y="2278"/>
                      <a:pt x="3981" y="3090"/>
                      <a:pt x="3874" y="3878"/>
                    </a:cubicBezTo>
                    <a:cubicBezTo>
                      <a:pt x="3632" y="5677"/>
                      <a:pt x="3379" y="7534"/>
                      <a:pt x="6686" y="8968"/>
                    </a:cubicBezTo>
                    <a:lnTo>
                      <a:pt x="6761" y="8786"/>
                    </a:lnTo>
                    <a:cubicBezTo>
                      <a:pt x="3597" y="7412"/>
                      <a:pt x="3826" y="5708"/>
                      <a:pt x="4072" y="3906"/>
                    </a:cubicBezTo>
                    <a:cubicBezTo>
                      <a:pt x="4179" y="3098"/>
                      <a:pt x="4294" y="2262"/>
                      <a:pt x="4080" y="1462"/>
                    </a:cubicBezTo>
                    <a:cubicBezTo>
                      <a:pt x="3914" y="841"/>
                      <a:pt x="3573" y="409"/>
                      <a:pt x="3070" y="183"/>
                    </a:cubicBezTo>
                    <a:cubicBezTo>
                      <a:pt x="2777" y="52"/>
                      <a:pt x="2448" y="1"/>
                      <a:pt x="212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36"/>
              <p:cNvSpPr/>
              <p:nvPr/>
            </p:nvSpPr>
            <p:spPr>
              <a:xfrm>
                <a:off x="4349400" y="3744025"/>
                <a:ext cx="2125" cy="4175"/>
              </a:xfrm>
              <a:custGeom>
                <a:avLst/>
                <a:gdLst/>
                <a:ahLst/>
                <a:cxnLst/>
                <a:rect l="l" t="t" r="r" b="b"/>
                <a:pathLst>
                  <a:path w="85" h="167" extrusionOk="0">
                    <a:moveTo>
                      <a:pt x="84" y="0"/>
                    </a:moveTo>
                    <a:lnTo>
                      <a:pt x="84" y="0"/>
                    </a:lnTo>
                    <a:cubicBezTo>
                      <a:pt x="56" y="36"/>
                      <a:pt x="29" y="71"/>
                      <a:pt x="1" y="107"/>
                    </a:cubicBezTo>
                    <a:lnTo>
                      <a:pt x="76" y="166"/>
                    </a:lnTo>
                    <a:cubicBezTo>
                      <a:pt x="80" y="115"/>
                      <a:pt x="80" y="59"/>
                      <a:pt x="84" y="0"/>
                    </a:cubicBezTo>
                    <a:close/>
                  </a:path>
                </a:pathLst>
              </a:custGeom>
              <a:solidFill>
                <a:srgbClr val="4ABC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36"/>
              <p:cNvSpPr/>
              <p:nvPr/>
            </p:nvSpPr>
            <p:spPr>
              <a:xfrm>
                <a:off x="4351300" y="3710950"/>
                <a:ext cx="130325" cy="38825"/>
              </a:xfrm>
              <a:custGeom>
                <a:avLst/>
                <a:gdLst/>
                <a:ahLst/>
                <a:cxnLst/>
                <a:rect l="l" t="t" r="r" b="b"/>
                <a:pathLst>
                  <a:path w="5213" h="1553" extrusionOk="0">
                    <a:moveTo>
                      <a:pt x="3125" y="0"/>
                    </a:moveTo>
                    <a:cubicBezTo>
                      <a:pt x="2705" y="0"/>
                      <a:pt x="2309" y="48"/>
                      <a:pt x="1941" y="139"/>
                    </a:cubicBezTo>
                    <a:cubicBezTo>
                      <a:pt x="1937" y="182"/>
                      <a:pt x="1933" y="230"/>
                      <a:pt x="1929" y="277"/>
                    </a:cubicBezTo>
                    <a:lnTo>
                      <a:pt x="1731" y="262"/>
                    </a:lnTo>
                    <a:lnTo>
                      <a:pt x="1735" y="194"/>
                    </a:lnTo>
                    <a:lnTo>
                      <a:pt x="1735" y="194"/>
                    </a:lnTo>
                    <a:cubicBezTo>
                      <a:pt x="1046" y="404"/>
                      <a:pt x="460" y="784"/>
                      <a:pt x="8" y="1323"/>
                    </a:cubicBezTo>
                    <a:cubicBezTo>
                      <a:pt x="4" y="1382"/>
                      <a:pt x="4" y="1438"/>
                      <a:pt x="0" y="1489"/>
                    </a:cubicBezTo>
                    <a:lnTo>
                      <a:pt x="79" y="1553"/>
                    </a:lnTo>
                    <a:cubicBezTo>
                      <a:pt x="915" y="483"/>
                      <a:pt x="2107" y="202"/>
                      <a:pt x="3129" y="202"/>
                    </a:cubicBezTo>
                    <a:cubicBezTo>
                      <a:pt x="4230" y="202"/>
                      <a:pt x="5126" y="527"/>
                      <a:pt x="5141" y="535"/>
                    </a:cubicBezTo>
                    <a:lnTo>
                      <a:pt x="5213" y="349"/>
                    </a:lnTo>
                    <a:cubicBezTo>
                      <a:pt x="5177" y="337"/>
                      <a:pt x="4341" y="28"/>
                      <a:pt x="326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36"/>
              <p:cNvSpPr/>
              <p:nvPr/>
            </p:nvSpPr>
            <p:spPr>
              <a:xfrm>
                <a:off x="4394575" y="3659050"/>
                <a:ext cx="40900" cy="58850"/>
              </a:xfrm>
              <a:custGeom>
                <a:avLst/>
                <a:gdLst/>
                <a:ahLst/>
                <a:cxnLst/>
                <a:rect l="l" t="t" r="r" b="b"/>
                <a:pathLst>
                  <a:path w="1636" h="2354" extrusionOk="0">
                    <a:moveTo>
                      <a:pt x="1561" y="1"/>
                    </a:moveTo>
                    <a:cubicBezTo>
                      <a:pt x="1426" y="1"/>
                      <a:pt x="1133" y="32"/>
                      <a:pt x="828" y="274"/>
                    </a:cubicBezTo>
                    <a:cubicBezTo>
                      <a:pt x="372" y="638"/>
                      <a:pt x="99" y="1308"/>
                      <a:pt x="4" y="2270"/>
                    </a:cubicBezTo>
                    <a:lnTo>
                      <a:pt x="0" y="2338"/>
                    </a:lnTo>
                    <a:lnTo>
                      <a:pt x="198" y="2353"/>
                    </a:lnTo>
                    <a:cubicBezTo>
                      <a:pt x="202" y="2306"/>
                      <a:pt x="206" y="2258"/>
                      <a:pt x="210" y="2215"/>
                    </a:cubicBezTo>
                    <a:cubicBezTo>
                      <a:pt x="301" y="1363"/>
                      <a:pt x="559" y="749"/>
                      <a:pt x="947" y="432"/>
                    </a:cubicBezTo>
                    <a:cubicBezTo>
                      <a:pt x="1208" y="222"/>
                      <a:pt x="1454" y="199"/>
                      <a:pt x="1557" y="199"/>
                    </a:cubicBezTo>
                    <a:lnTo>
                      <a:pt x="1608" y="199"/>
                    </a:lnTo>
                    <a:lnTo>
                      <a:pt x="1636" y="5"/>
                    </a:lnTo>
                    <a:cubicBezTo>
                      <a:pt x="1632" y="5"/>
                      <a:pt x="1604" y="1"/>
                      <a:pt x="156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Google Shape;530;p36"/>
              <p:cNvSpPr/>
              <p:nvPr/>
            </p:nvSpPr>
            <p:spPr>
              <a:xfrm>
                <a:off x="4974625" y="3960275"/>
                <a:ext cx="4500" cy="2700"/>
              </a:xfrm>
              <a:custGeom>
                <a:avLst/>
                <a:gdLst/>
                <a:ahLst/>
                <a:cxnLst/>
                <a:rect l="l" t="t" r="r" b="b"/>
                <a:pathLst>
                  <a:path w="180" h="108" extrusionOk="0">
                    <a:moveTo>
                      <a:pt x="171" y="1"/>
                    </a:moveTo>
                    <a:cubicBezTo>
                      <a:pt x="116" y="36"/>
                      <a:pt x="56" y="72"/>
                      <a:pt x="1" y="107"/>
                    </a:cubicBezTo>
                    <a:cubicBezTo>
                      <a:pt x="104" y="104"/>
                      <a:pt x="167" y="100"/>
                      <a:pt x="179" y="96"/>
                    </a:cubicBezTo>
                    <a:lnTo>
                      <a:pt x="171" y="1"/>
                    </a:lnTo>
                    <a:close/>
                  </a:path>
                </a:pathLst>
              </a:custGeom>
              <a:solidFill>
                <a:srgbClr val="4ABC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36"/>
              <p:cNvSpPr/>
              <p:nvPr/>
            </p:nvSpPr>
            <p:spPr>
              <a:xfrm>
                <a:off x="4780350" y="3768975"/>
                <a:ext cx="198575" cy="194000"/>
              </a:xfrm>
              <a:custGeom>
                <a:avLst/>
                <a:gdLst/>
                <a:ahLst/>
                <a:cxnLst/>
                <a:rect l="l" t="t" r="r" b="b"/>
                <a:pathLst>
                  <a:path w="7943" h="7760" extrusionOk="0">
                    <a:moveTo>
                      <a:pt x="1367" y="0"/>
                    </a:moveTo>
                    <a:cubicBezTo>
                      <a:pt x="959" y="0"/>
                      <a:pt x="504" y="95"/>
                      <a:pt x="1" y="281"/>
                    </a:cubicBezTo>
                    <a:lnTo>
                      <a:pt x="72" y="468"/>
                    </a:lnTo>
                    <a:cubicBezTo>
                      <a:pt x="551" y="289"/>
                      <a:pt x="983" y="198"/>
                      <a:pt x="1367" y="198"/>
                    </a:cubicBezTo>
                    <a:cubicBezTo>
                      <a:pt x="1771" y="198"/>
                      <a:pt x="2120" y="297"/>
                      <a:pt x="2409" y="499"/>
                    </a:cubicBezTo>
                    <a:cubicBezTo>
                      <a:pt x="3344" y="1137"/>
                      <a:pt x="3367" y="2618"/>
                      <a:pt x="3367" y="2626"/>
                    </a:cubicBezTo>
                    <a:cubicBezTo>
                      <a:pt x="3276" y="4417"/>
                      <a:pt x="3700" y="5771"/>
                      <a:pt x="4631" y="6654"/>
                    </a:cubicBezTo>
                    <a:cubicBezTo>
                      <a:pt x="5665" y="7641"/>
                      <a:pt x="7027" y="7759"/>
                      <a:pt x="7637" y="7759"/>
                    </a:cubicBezTo>
                    <a:lnTo>
                      <a:pt x="7772" y="7759"/>
                    </a:lnTo>
                    <a:cubicBezTo>
                      <a:pt x="7827" y="7724"/>
                      <a:pt x="7887" y="7688"/>
                      <a:pt x="7942" y="7653"/>
                    </a:cubicBezTo>
                    <a:lnTo>
                      <a:pt x="7930" y="7550"/>
                    </a:lnTo>
                    <a:cubicBezTo>
                      <a:pt x="7926" y="7554"/>
                      <a:pt x="7831" y="7561"/>
                      <a:pt x="7665" y="7561"/>
                    </a:cubicBezTo>
                    <a:cubicBezTo>
                      <a:pt x="7103" y="7561"/>
                      <a:pt x="5756" y="7454"/>
                      <a:pt x="4766" y="6512"/>
                    </a:cubicBezTo>
                    <a:cubicBezTo>
                      <a:pt x="3942" y="5724"/>
                      <a:pt x="3534" y="4539"/>
                      <a:pt x="3554" y="2983"/>
                    </a:cubicBezTo>
                    <a:lnTo>
                      <a:pt x="3554" y="2983"/>
                    </a:lnTo>
                    <a:cubicBezTo>
                      <a:pt x="3550" y="2987"/>
                      <a:pt x="3546" y="2995"/>
                      <a:pt x="3542" y="3002"/>
                    </a:cubicBezTo>
                    <a:lnTo>
                      <a:pt x="3371" y="2903"/>
                    </a:lnTo>
                    <a:cubicBezTo>
                      <a:pt x="3427" y="2804"/>
                      <a:pt x="3494" y="2717"/>
                      <a:pt x="3565" y="2642"/>
                    </a:cubicBezTo>
                    <a:cubicBezTo>
                      <a:pt x="3565" y="2638"/>
                      <a:pt x="3565" y="2634"/>
                      <a:pt x="3565" y="2630"/>
                    </a:cubicBezTo>
                    <a:cubicBezTo>
                      <a:pt x="3565" y="2563"/>
                      <a:pt x="3542" y="1034"/>
                      <a:pt x="2524" y="333"/>
                    </a:cubicBezTo>
                    <a:cubicBezTo>
                      <a:pt x="2199" y="111"/>
                      <a:pt x="1811" y="0"/>
                      <a:pt x="136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p36"/>
              <p:cNvSpPr/>
              <p:nvPr/>
            </p:nvSpPr>
            <p:spPr>
              <a:xfrm>
                <a:off x="4864625" y="3822825"/>
                <a:ext cx="89350" cy="21225"/>
              </a:xfrm>
              <a:custGeom>
                <a:avLst/>
                <a:gdLst/>
                <a:ahLst/>
                <a:cxnLst/>
                <a:rect l="l" t="t" r="r" b="b"/>
                <a:pathLst>
                  <a:path w="3574" h="849" extrusionOk="0">
                    <a:moveTo>
                      <a:pt x="1478" y="1"/>
                    </a:moveTo>
                    <a:cubicBezTo>
                      <a:pt x="999" y="1"/>
                      <a:pt x="531" y="124"/>
                      <a:pt x="194" y="488"/>
                    </a:cubicBezTo>
                    <a:cubicBezTo>
                      <a:pt x="123" y="563"/>
                      <a:pt x="56" y="650"/>
                      <a:pt x="0" y="749"/>
                    </a:cubicBezTo>
                    <a:lnTo>
                      <a:pt x="171" y="848"/>
                    </a:lnTo>
                    <a:cubicBezTo>
                      <a:pt x="175" y="841"/>
                      <a:pt x="179" y="833"/>
                      <a:pt x="183" y="829"/>
                    </a:cubicBezTo>
                    <a:cubicBezTo>
                      <a:pt x="476" y="357"/>
                      <a:pt x="963" y="207"/>
                      <a:pt x="1478" y="207"/>
                    </a:cubicBezTo>
                    <a:cubicBezTo>
                      <a:pt x="2428" y="207"/>
                      <a:pt x="3466" y="734"/>
                      <a:pt x="3482" y="742"/>
                    </a:cubicBezTo>
                    <a:lnTo>
                      <a:pt x="3573" y="563"/>
                    </a:lnTo>
                    <a:cubicBezTo>
                      <a:pt x="3506" y="528"/>
                      <a:pt x="2464" y="1"/>
                      <a:pt x="147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Google Shape;533;p36"/>
              <p:cNvSpPr/>
              <p:nvPr/>
            </p:nvSpPr>
            <p:spPr>
              <a:xfrm>
                <a:off x="4761050" y="3501025"/>
                <a:ext cx="76850" cy="215875"/>
              </a:xfrm>
              <a:custGeom>
                <a:avLst/>
                <a:gdLst/>
                <a:ahLst/>
                <a:cxnLst/>
                <a:rect l="l" t="t" r="r" b="b"/>
                <a:pathLst>
                  <a:path w="3074" h="8635" extrusionOk="0">
                    <a:moveTo>
                      <a:pt x="76" y="0"/>
                    </a:moveTo>
                    <a:lnTo>
                      <a:pt x="0" y="182"/>
                    </a:lnTo>
                    <a:cubicBezTo>
                      <a:pt x="1577" y="840"/>
                      <a:pt x="2484" y="1644"/>
                      <a:pt x="2698" y="2575"/>
                    </a:cubicBezTo>
                    <a:cubicBezTo>
                      <a:pt x="2836" y="3189"/>
                      <a:pt x="2662" y="3739"/>
                      <a:pt x="2456" y="4369"/>
                    </a:cubicBezTo>
                    <a:cubicBezTo>
                      <a:pt x="2226" y="5086"/>
                      <a:pt x="1965" y="5898"/>
                      <a:pt x="2175" y="6943"/>
                    </a:cubicBezTo>
                    <a:cubicBezTo>
                      <a:pt x="2274" y="7439"/>
                      <a:pt x="2464" y="7918"/>
                      <a:pt x="2741" y="8369"/>
                    </a:cubicBezTo>
                    <a:cubicBezTo>
                      <a:pt x="2793" y="8460"/>
                      <a:pt x="2852" y="8548"/>
                      <a:pt x="2912" y="8635"/>
                    </a:cubicBezTo>
                    <a:lnTo>
                      <a:pt x="3074" y="8520"/>
                    </a:lnTo>
                    <a:cubicBezTo>
                      <a:pt x="3070" y="8508"/>
                      <a:pt x="3062" y="8500"/>
                      <a:pt x="3054" y="8492"/>
                    </a:cubicBezTo>
                    <a:cubicBezTo>
                      <a:pt x="2710" y="7993"/>
                      <a:pt x="2480" y="7458"/>
                      <a:pt x="2369" y="6904"/>
                    </a:cubicBezTo>
                    <a:cubicBezTo>
                      <a:pt x="2167" y="5910"/>
                      <a:pt x="2412" y="5157"/>
                      <a:pt x="2646" y="4432"/>
                    </a:cubicBezTo>
                    <a:cubicBezTo>
                      <a:pt x="2848" y="3799"/>
                      <a:pt x="3042" y="3200"/>
                      <a:pt x="2888" y="2531"/>
                    </a:cubicBezTo>
                    <a:cubicBezTo>
                      <a:pt x="2662" y="1533"/>
                      <a:pt x="1715" y="681"/>
                      <a:pt x="7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36"/>
              <p:cNvSpPr/>
              <p:nvPr/>
            </p:nvSpPr>
            <p:spPr>
              <a:xfrm>
                <a:off x="4526650" y="3901150"/>
                <a:ext cx="2900" cy="1425"/>
              </a:xfrm>
              <a:custGeom>
                <a:avLst/>
                <a:gdLst/>
                <a:ahLst/>
                <a:cxnLst/>
                <a:rect l="l" t="t" r="r" b="b"/>
                <a:pathLst>
                  <a:path w="116" h="57" extrusionOk="0">
                    <a:moveTo>
                      <a:pt x="116" y="1"/>
                    </a:moveTo>
                    <a:lnTo>
                      <a:pt x="116" y="1"/>
                    </a:lnTo>
                    <a:cubicBezTo>
                      <a:pt x="76" y="5"/>
                      <a:pt x="37" y="5"/>
                      <a:pt x="1" y="5"/>
                    </a:cubicBezTo>
                    <a:cubicBezTo>
                      <a:pt x="17" y="37"/>
                      <a:pt x="29" y="52"/>
                      <a:pt x="29" y="56"/>
                    </a:cubicBezTo>
                    <a:lnTo>
                      <a:pt x="116" y="1"/>
                    </a:lnTo>
                    <a:close/>
                  </a:path>
                </a:pathLst>
              </a:custGeom>
              <a:solidFill>
                <a:srgbClr val="4ABC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Google Shape;535;p36"/>
              <p:cNvSpPr/>
              <p:nvPr/>
            </p:nvSpPr>
            <p:spPr>
              <a:xfrm>
                <a:off x="4492600" y="3795700"/>
                <a:ext cx="39025" cy="105575"/>
              </a:xfrm>
              <a:custGeom>
                <a:avLst/>
                <a:gdLst/>
                <a:ahLst/>
                <a:cxnLst/>
                <a:rect l="l" t="t" r="r" b="b"/>
                <a:pathLst>
                  <a:path w="1561" h="4223" extrusionOk="0">
                    <a:moveTo>
                      <a:pt x="1212" y="1"/>
                    </a:moveTo>
                    <a:lnTo>
                      <a:pt x="1212" y="1"/>
                    </a:lnTo>
                    <a:cubicBezTo>
                      <a:pt x="0" y="1664"/>
                      <a:pt x="1161" y="3866"/>
                      <a:pt x="1363" y="4223"/>
                    </a:cubicBezTo>
                    <a:cubicBezTo>
                      <a:pt x="1399" y="4223"/>
                      <a:pt x="1438" y="4223"/>
                      <a:pt x="1478" y="4219"/>
                    </a:cubicBezTo>
                    <a:lnTo>
                      <a:pt x="1561" y="4167"/>
                    </a:lnTo>
                    <a:cubicBezTo>
                      <a:pt x="1545" y="4144"/>
                      <a:pt x="135" y="1815"/>
                      <a:pt x="1371" y="115"/>
                    </a:cubicBezTo>
                    <a:lnTo>
                      <a:pt x="121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36"/>
              <p:cNvSpPr/>
              <p:nvPr/>
            </p:nvSpPr>
            <p:spPr>
              <a:xfrm>
                <a:off x="4690650" y="3920975"/>
                <a:ext cx="6250" cy="2500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00" extrusionOk="0">
                    <a:moveTo>
                      <a:pt x="0" y="0"/>
                    </a:moveTo>
                    <a:lnTo>
                      <a:pt x="4" y="99"/>
                    </a:lnTo>
                    <a:cubicBezTo>
                      <a:pt x="8" y="99"/>
                      <a:pt x="99" y="95"/>
                      <a:pt x="250" y="71"/>
                    </a:cubicBezTo>
                    <a:cubicBezTo>
                      <a:pt x="166" y="48"/>
                      <a:pt x="83" y="24"/>
                      <a:pt x="0" y="0"/>
                    </a:cubicBezTo>
                    <a:close/>
                  </a:path>
                </a:pathLst>
              </a:custGeom>
              <a:solidFill>
                <a:srgbClr val="4ABC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36"/>
              <p:cNvSpPr/>
              <p:nvPr/>
            </p:nvSpPr>
            <p:spPr>
              <a:xfrm>
                <a:off x="4690650" y="3870275"/>
                <a:ext cx="75875" cy="52500"/>
              </a:xfrm>
              <a:custGeom>
                <a:avLst/>
                <a:gdLst/>
                <a:ahLst/>
                <a:cxnLst/>
                <a:rect l="l" t="t" r="r" b="b"/>
                <a:pathLst>
                  <a:path w="3035" h="2100" extrusionOk="0">
                    <a:moveTo>
                      <a:pt x="2860" y="0"/>
                    </a:moveTo>
                    <a:cubicBezTo>
                      <a:pt x="1810" y="1870"/>
                      <a:pt x="16" y="1929"/>
                      <a:pt x="0" y="1929"/>
                    </a:cubicBezTo>
                    <a:lnTo>
                      <a:pt x="0" y="2028"/>
                    </a:lnTo>
                    <a:cubicBezTo>
                      <a:pt x="83" y="2052"/>
                      <a:pt x="166" y="2076"/>
                      <a:pt x="250" y="2099"/>
                    </a:cubicBezTo>
                    <a:cubicBezTo>
                      <a:pt x="800" y="2012"/>
                      <a:pt x="2163" y="1644"/>
                      <a:pt x="3034" y="95"/>
                    </a:cubicBezTo>
                    <a:lnTo>
                      <a:pt x="286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Google Shape;538;p36"/>
              <p:cNvSpPr/>
              <p:nvPr/>
            </p:nvSpPr>
            <p:spPr>
              <a:xfrm>
                <a:off x="5084950" y="3476750"/>
                <a:ext cx="3200" cy="3200"/>
              </a:xfrm>
              <a:custGeom>
                <a:avLst/>
                <a:gdLst/>
                <a:ahLst/>
                <a:cxnLst/>
                <a:rect l="l" t="t" r="r" b="b"/>
                <a:pathLst>
                  <a:path w="128" h="128" extrusionOk="0">
                    <a:moveTo>
                      <a:pt x="91" y="1"/>
                    </a:moveTo>
                    <a:lnTo>
                      <a:pt x="0" y="32"/>
                    </a:lnTo>
                    <a:cubicBezTo>
                      <a:pt x="44" y="64"/>
                      <a:pt x="87" y="96"/>
                      <a:pt x="127" y="127"/>
                    </a:cubicBezTo>
                    <a:cubicBezTo>
                      <a:pt x="107" y="48"/>
                      <a:pt x="95" y="5"/>
                      <a:pt x="91" y="1"/>
                    </a:cubicBezTo>
                    <a:close/>
                  </a:path>
                </a:pathLst>
              </a:custGeom>
              <a:solidFill>
                <a:srgbClr val="4ABC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Google Shape;539;p36"/>
              <p:cNvSpPr/>
              <p:nvPr/>
            </p:nvSpPr>
            <p:spPr>
              <a:xfrm>
                <a:off x="5061475" y="3477550"/>
                <a:ext cx="37950" cy="87150"/>
              </a:xfrm>
              <a:custGeom>
                <a:avLst/>
                <a:gdLst/>
                <a:ahLst/>
                <a:cxnLst/>
                <a:rect l="l" t="t" r="r" b="b"/>
                <a:pathLst>
                  <a:path w="1518" h="3486" extrusionOk="0">
                    <a:moveTo>
                      <a:pt x="939" y="0"/>
                    </a:moveTo>
                    <a:lnTo>
                      <a:pt x="844" y="32"/>
                    </a:lnTo>
                    <a:cubicBezTo>
                      <a:pt x="852" y="52"/>
                      <a:pt x="1514" y="2112"/>
                      <a:pt x="1" y="3331"/>
                    </a:cubicBezTo>
                    <a:lnTo>
                      <a:pt x="123" y="3486"/>
                    </a:lnTo>
                    <a:cubicBezTo>
                      <a:pt x="1518" y="2361"/>
                      <a:pt x="1193" y="583"/>
                      <a:pt x="1066" y="95"/>
                    </a:cubicBezTo>
                    <a:cubicBezTo>
                      <a:pt x="1026" y="64"/>
                      <a:pt x="983" y="32"/>
                      <a:pt x="93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Google Shape;540;p36"/>
              <p:cNvSpPr/>
              <p:nvPr/>
            </p:nvSpPr>
            <p:spPr>
              <a:xfrm>
                <a:off x="4851650" y="3440900"/>
                <a:ext cx="120925" cy="61225"/>
              </a:xfrm>
              <a:custGeom>
                <a:avLst/>
                <a:gdLst/>
                <a:ahLst/>
                <a:cxnLst/>
                <a:rect l="l" t="t" r="r" b="b"/>
                <a:pathLst>
                  <a:path w="4837" h="2449" extrusionOk="0">
                    <a:moveTo>
                      <a:pt x="535" y="1"/>
                    </a:moveTo>
                    <a:cubicBezTo>
                      <a:pt x="361" y="1"/>
                      <a:pt x="183" y="5"/>
                      <a:pt x="1" y="13"/>
                    </a:cubicBezTo>
                    <a:cubicBezTo>
                      <a:pt x="4" y="76"/>
                      <a:pt x="8" y="143"/>
                      <a:pt x="8" y="211"/>
                    </a:cubicBezTo>
                    <a:cubicBezTo>
                      <a:pt x="187" y="203"/>
                      <a:pt x="357" y="199"/>
                      <a:pt x="519" y="199"/>
                    </a:cubicBezTo>
                    <a:cubicBezTo>
                      <a:pt x="2500" y="199"/>
                      <a:pt x="3506" y="757"/>
                      <a:pt x="4009" y="1249"/>
                    </a:cubicBezTo>
                    <a:cubicBezTo>
                      <a:pt x="4599" y="1827"/>
                      <a:pt x="4639" y="2441"/>
                      <a:pt x="4639" y="2449"/>
                    </a:cubicBezTo>
                    <a:lnTo>
                      <a:pt x="4714" y="2445"/>
                    </a:lnTo>
                    <a:lnTo>
                      <a:pt x="4837" y="2437"/>
                    </a:lnTo>
                    <a:cubicBezTo>
                      <a:pt x="4837" y="2409"/>
                      <a:pt x="4793" y="1688"/>
                      <a:pt x="4068" y="1031"/>
                    </a:cubicBezTo>
                    <a:cubicBezTo>
                      <a:pt x="3312" y="345"/>
                      <a:pt x="2124" y="1"/>
                      <a:pt x="53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Google Shape;541;p36"/>
              <p:cNvSpPr/>
              <p:nvPr/>
            </p:nvSpPr>
            <p:spPr>
              <a:xfrm>
                <a:off x="4838175" y="3381400"/>
                <a:ext cx="5475" cy="2700"/>
              </a:xfrm>
              <a:custGeom>
                <a:avLst/>
                <a:gdLst/>
                <a:ahLst/>
                <a:cxnLst/>
                <a:rect l="l" t="t" r="r" b="b"/>
                <a:pathLst>
                  <a:path w="219" h="108" extrusionOk="0">
                    <a:moveTo>
                      <a:pt x="191" y="0"/>
                    </a:moveTo>
                    <a:lnTo>
                      <a:pt x="1" y="56"/>
                    </a:lnTo>
                    <a:cubicBezTo>
                      <a:pt x="1" y="56"/>
                      <a:pt x="1" y="64"/>
                      <a:pt x="5" y="80"/>
                    </a:cubicBezTo>
                    <a:cubicBezTo>
                      <a:pt x="76" y="88"/>
                      <a:pt x="147" y="95"/>
                      <a:pt x="219" y="107"/>
                    </a:cubicBezTo>
                    <a:cubicBezTo>
                      <a:pt x="203" y="40"/>
                      <a:pt x="191" y="0"/>
                      <a:pt x="191" y="0"/>
                    </a:cubicBezTo>
                    <a:close/>
                  </a:path>
                </a:pathLst>
              </a:custGeom>
              <a:solidFill>
                <a:srgbClr val="4ABC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Google Shape;542;p36"/>
              <p:cNvSpPr/>
              <p:nvPr/>
            </p:nvSpPr>
            <p:spPr>
              <a:xfrm>
                <a:off x="4838275" y="3383375"/>
                <a:ext cx="13800" cy="94600"/>
              </a:xfrm>
              <a:custGeom>
                <a:avLst/>
                <a:gdLst/>
                <a:ahLst/>
                <a:cxnLst/>
                <a:rect l="l" t="t" r="r" b="b"/>
                <a:pathLst>
                  <a:path w="552" h="3784" extrusionOk="0">
                    <a:moveTo>
                      <a:pt x="1" y="1"/>
                    </a:moveTo>
                    <a:cubicBezTo>
                      <a:pt x="60" y="214"/>
                      <a:pt x="496" y="1866"/>
                      <a:pt x="294" y="3763"/>
                    </a:cubicBezTo>
                    <a:lnTo>
                      <a:pt x="492" y="3783"/>
                    </a:lnTo>
                    <a:cubicBezTo>
                      <a:pt x="539" y="3340"/>
                      <a:pt x="551" y="2912"/>
                      <a:pt x="543" y="2512"/>
                    </a:cubicBezTo>
                    <a:cubicBezTo>
                      <a:pt x="543" y="2444"/>
                      <a:pt x="539" y="2377"/>
                      <a:pt x="536" y="2314"/>
                    </a:cubicBezTo>
                    <a:cubicBezTo>
                      <a:pt x="492" y="1197"/>
                      <a:pt x="290" y="321"/>
                      <a:pt x="215" y="28"/>
                    </a:cubicBezTo>
                    <a:cubicBezTo>
                      <a:pt x="143" y="16"/>
                      <a:pt x="72" y="9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Google Shape;543;p36"/>
              <p:cNvSpPr/>
              <p:nvPr/>
            </p:nvSpPr>
            <p:spPr>
              <a:xfrm>
                <a:off x="5125250" y="3814225"/>
                <a:ext cx="3775" cy="2500"/>
              </a:xfrm>
              <a:custGeom>
                <a:avLst/>
                <a:gdLst/>
                <a:ahLst/>
                <a:cxnLst/>
                <a:rect l="l" t="t" r="r" b="b"/>
                <a:pathLst>
                  <a:path w="151" h="100" extrusionOk="0">
                    <a:moveTo>
                      <a:pt x="151" y="0"/>
                    </a:moveTo>
                    <a:lnTo>
                      <a:pt x="151" y="0"/>
                    </a:lnTo>
                    <a:cubicBezTo>
                      <a:pt x="99" y="32"/>
                      <a:pt x="52" y="60"/>
                      <a:pt x="0" y="91"/>
                    </a:cubicBezTo>
                    <a:cubicBezTo>
                      <a:pt x="92" y="95"/>
                      <a:pt x="147" y="99"/>
                      <a:pt x="147" y="99"/>
                    </a:cubicBezTo>
                    <a:lnTo>
                      <a:pt x="151" y="0"/>
                    </a:lnTo>
                    <a:close/>
                  </a:path>
                </a:pathLst>
              </a:custGeom>
              <a:solidFill>
                <a:srgbClr val="4ABC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Google Shape;544;p36"/>
              <p:cNvSpPr/>
              <p:nvPr/>
            </p:nvSpPr>
            <p:spPr>
              <a:xfrm>
                <a:off x="5050200" y="3764125"/>
                <a:ext cx="78825" cy="52400"/>
              </a:xfrm>
              <a:custGeom>
                <a:avLst/>
                <a:gdLst/>
                <a:ahLst/>
                <a:cxnLst/>
                <a:rect l="l" t="t" r="r" b="b"/>
                <a:pathLst>
                  <a:path w="3153" h="2096" extrusionOk="0">
                    <a:moveTo>
                      <a:pt x="194" y="0"/>
                    </a:moveTo>
                    <a:lnTo>
                      <a:pt x="0" y="52"/>
                    </a:lnTo>
                    <a:cubicBezTo>
                      <a:pt x="475" y="1786"/>
                      <a:pt x="2444" y="2052"/>
                      <a:pt x="3002" y="2095"/>
                    </a:cubicBezTo>
                    <a:cubicBezTo>
                      <a:pt x="3054" y="2064"/>
                      <a:pt x="3101" y="2036"/>
                      <a:pt x="3153" y="2004"/>
                    </a:cubicBezTo>
                    <a:lnTo>
                      <a:pt x="3153" y="1905"/>
                    </a:lnTo>
                    <a:cubicBezTo>
                      <a:pt x="3129" y="1905"/>
                      <a:pt x="705" y="1874"/>
                      <a:pt x="19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Google Shape;545;p36"/>
              <p:cNvSpPr/>
              <p:nvPr/>
            </p:nvSpPr>
            <p:spPr>
              <a:xfrm>
                <a:off x="4693800" y="3582400"/>
                <a:ext cx="17275" cy="58650"/>
              </a:xfrm>
              <a:custGeom>
                <a:avLst/>
                <a:gdLst/>
                <a:ahLst/>
                <a:cxnLst/>
                <a:rect l="l" t="t" r="r" b="b"/>
                <a:pathLst>
                  <a:path w="691" h="2346" extrusionOk="0">
                    <a:moveTo>
                      <a:pt x="163" y="1"/>
                    </a:moveTo>
                    <a:lnTo>
                      <a:pt x="1" y="116"/>
                    </a:lnTo>
                    <a:cubicBezTo>
                      <a:pt x="488" y="793"/>
                      <a:pt x="401" y="1914"/>
                      <a:pt x="365" y="2231"/>
                    </a:cubicBezTo>
                    <a:cubicBezTo>
                      <a:pt x="357" y="2282"/>
                      <a:pt x="353" y="2314"/>
                      <a:pt x="353" y="2314"/>
                    </a:cubicBezTo>
                    <a:lnTo>
                      <a:pt x="551" y="2346"/>
                    </a:lnTo>
                    <a:cubicBezTo>
                      <a:pt x="551" y="2338"/>
                      <a:pt x="555" y="2298"/>
                      <a:pt x="563" y="2239"/>
                    </a:cubicBezTo>
                    <a:cubicBezTo>
                      <a:pt x="603" y="1886"/>
                      <a:pt x="690" y="734"/>
                      <a:pt x="16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Google Shape;546;p36"/>
              <p:cNvSpPr/>
              <p:nvPr/>
            </p:nvSpPr>
            <p:spPr>
              <a:xfrm>
                <a:off x="4677875" y="3387050"/>
                <a:ext cx="2700" cy="1400"/>
              </a:xfrm>
              <a:custGeom>
                <a:avLst/>
                <a:gdLst/>
                <a:ahLst/>
                <a:cxnLst/>
                <a:rect l="l" t="t" r="r" b="b"/>
                <a:pathLst>
                  <a:path w="108" h="56" extrusionOk="0">
                    <a:moveTo>
                      <a:pt x="79" y="0"/>
                    </a:moveTo>
                    <a:lnTo>
                      <a:pt x="0" y="56"/>
                    </a:lnTo>
                    <a:cubicBezTo>
                      <a:pt x="36" y="48"/>
                      <a:pt x="71" y="44"/>
                      <a:pt x="107" y="36"/>
                    </a:cubicBezTo>
                    <a:cubicBezTo>
                      <a:pt x="91" y="12"/>
                      <a:pt x="83" y="0"/>
                      <a:pt x="79" y="0"/>
                    </a:cubicBezTo>
                    <a:close/>
                  </a:path>
                </a:pathLst>
              </a:custGeom>
              <a:solidFill>
                <a:srgbClr val="4ABC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36"/>
              <p:cNvSpPr/>
              <p:nvPr/>
            </p:nvSpPr>
            <p:spPr>
              <a:xfrm>
                <a:off x="4675875" y="3387925"/>
                <a:ext cx="75400" cy="74500"/>
              </a:xfrm>
              <a:custGeom>
                <a:avLst/>
                <a:gdLst/>
                <a:ahLst/>
                <a:cxnLst/>
                <a:rect l="l" t="t" r="r" b="b"/>
                <a:pathLst>
                  <a:path w="3016" h="2980" extrusionOk="0">
                    <a:moveTo>
                      <a:pt x="187" y="1"/>
                    </a:moveTo>
                    <a:cubicBezTo>
                      <a:pt x="151" y="9"/>
                      <a:pt x="116" y="13"/>
                      <a:pt x="80" y="21"/>
                    </a:cubicBezTo>
                    <a:lnTo>
                      <a:pt x="1" y="80"/>
                    </a:lnTo>
                    <a:cubicBezTo>
                      <a:pt x="13" y="100"/>
                      <a:pt x="1352" y="1930"/>
                      <a:pt x="2904" y="2979"/>
                    </a:cubicBezTo>
                    <a:lnTo>
                      <a:pt x="3015" y="2813"/>
                    </a:lnTo>
                    <a:cubicBezTo>
                      <a:pt x="1613" y="1866"/>
                      <a:pt x="385" y="262"/>
                      <a:pt x="18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Google Shape;548;p36"/>
              <p:cNvSpPr/>
              <p:nvPr/>
            </p:nvSpPr>
            <p:spPr>
              <a:xfrm>
                <a:off x="4641225" y="3677775"/>
                <a:ext cx="151625" cy="129450"/>
              </a:xfrm>
              <a:custGeom>
                <a:avLst/>
                <a:gdLst/>
                <a:ahLst/>
                <a:cxnLst/>
                <a:rect l="l" t="t" r="r" b="b"/>
                <a:pathLst>
                  <a:path w="6065" h="5178" extrusionOk="0">
                    <a:moveTo>
                      <a:pt x="3102" y="0"/>
                    </a:moveTo>
                    <a:cubicBezTo>
                      <a:pt x="2999" y="0"/>
                      <a:pt x="2892" y="4"/>
                      <a:pt x="2789" y="16"/>
                    </a:cubicBezTo>
                    <a:cubicBezTo>
                      <a:pt x="1189" y="167"/>
                      <a:pt x="1" y="1442"/>
                      <a:pt x="135" y="2864"/>
                    </a:cubicBezTo>
                    <a:cubicBezTo>
                      <a:pt x="262" y="4195"/>
                      <a:pt x="1498" y="5177"/>
                      <a:pt x="2963" y="5177"/>
                    </a:cubicBezTo>
                    <a:cubicBezTo>
                      <a:pt x="3066" y="5177"/>
                      <a:pt x="3173" y="5173"/>
                      <a:pt x="3276" y="5165"/>
                    </a:cubicBezTo>
                    <a:cubicBezTo>
                      <a:pt x="4876" y="5011"/>
                      <a:pt x="6065" y="3735"/>
                      <a:pt x="5930" y="2313"/>
                    </a:cubicBezTo>
                    <a:cubicBezTo>
                      <a:pt x="5803" y="986"/>
                      <a:pt x="4568" y="0"/>
                      <a:pt x="31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Google Shape;549;p36"/>
              <p:cNvSpPr/>
              <p:nvPr/>
            </p:nvSpPr>
            <p:spPr>
              <a:xfrm>
                <a:off x="4969200" y="3624100"/>
                <a:ext cx="147450" cy="129450"/>
              </a:xfrm>
              <a:custGeom>
                <a:avLst/>
                <a:gdLst/>
                <a:ahLst/>
                <a:cxnLst/>
                <a:rect l="l" t="t" r="r" b="b"/>
                <a:pathLst>
                  <a:path w="5898" h="5178" extrusionOk="0">
                    <a:moveTo>
                      <a:pt x="3022" y="0"/>
                    </a:moveTo>
                    <a:cubicBezTo>
                      <a:pt x="2919" y="0"/>
                      <a:pt x="2816" y="4"/>
                      <a:pt x="2713" y="16"/>
                    </a:cubicBezTo>
                    <a:cubicBezTo>
                      <a:pt x="1905" y="92"/>
                      <a:pt x="1204" y="452"/>
                      <a:pt x="725" y="975"/>
                    </a:cubicBezTo>
                    <a:cubicBezTo>
                      <a:pt x="1133" y="1121"/>
                      <a:pt x="1414" y="1181"/>
                      <a:pt x="1422" y="1181"/>
                    </a:cubicBezTo>
                    <a:lnTo>
                      <a:pt x="1458" y="1189"/>
                    </a:lnTo>
                    <a:lnTo>
                      <a:pt x="1481" y="1216"/>
                    </a:lnTo>
                    <a:cubicBezTo>
                      <a:pt x="2690" y="2848"/>
                      <a:pt x="3949" y="3672"/>
                      <a:pt x="5224" y="3672"/>
                    </a:cubicBezTo>
                    <a:cubicBezTo>
                      <a:pt x="5276" y="3672"/>
                      <a:pt x="5327" y="3668"/>
                      <a:pt x="5379" y="3668"/>
                    </a:cubicBezTo>
                    <a:cubicBezTo>
                      <a:pt x="5446" y="3664"/>
                      <a:pt x="5514" y="3656"/>
                      <a:pt x="5581" y="3648"/>
                    </a:cubicBezTo>
                    <a:cubicBezTo>
                      <a:pt x="5795" y="3244"/>
                      <a:pt x="5898" y="2789"/>
                      <a:pt x="5850" y="2314"/>
                    </a:cubicBezTo>
                    <a:cubicBezTo>
                      <a:pt x="5724" y="987"/>
                      <a:pt x="4492" y="0"/>
                      <a:pt x="3022" y="0"/>
                    </a:cubicBezTo>
                    <a:close/>
                    <a:moveTo>
                      <a:pt x="586" y="1137"/>
                    </a:moveTo>
                    <a:cubicBezTo>
                      <a:pt x="202" y="1628"/>
                      <a:pt x="0" y="2230"/>
                      <a:pt x="60" y="2864"/>
                    </a:cubicBezTo>
                    <a:cubicBezTo>
                      <a:pt x="186" y="4191"/>
                      <a:pt x="1422" y="5177"/>
                      <a:pt x="2888" y="5177"/>
                    </a:cubicBezTo>
                    <a:cubicBezTo>
                      <a:pt x="2991" y="5177"/>
                      <a:pt x="3094" y="5173"/>
                      <a:pt x="3200" y="5161"/>
                    </a:cubicBezTo>
                    <a:cubicBezTo>
                      <a:pt x="4171" y="5070"/>
                      <a:pt x="4991" y="4563"/>
                      <a:pt x="5454" y="3862"/>
                    </a:cubicBezTo>
                    <a:cubicBezTo>
                      <a:pt x="5434" y="3862"/>
                      <a:pt x="5411" y="3862"/>
                      <a:pt x="5387" y="3866"/>
                    </a:cubicBezTo>
                    <a:cubicBezTo>
                      <a:pt x="5331" y="3866"/>
                      <a:pt x="5276" y="3870"/>
                      <a:pt x="5221" y="3870"/>
                    </a:cubicBezTo>
                    <a:cubicBezTo>
                      <a:pt x="3890" y="3870"/>
                      <a:pt x="2583" y="3027"/>
                      <a:pt x="1343" y="1367"/>
                    </a:cubicBezTo>
                    <a:cubicBezTo>
                      <a:pt x="1244" y="1343"/>
                      <a:pt x="959" y="1276"/>
                      <a:pt x="586" y="113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36"/>
              <p:cNvSpPr/>
              <p:nvPr/>
            </p:nvSpPr>
            <p:spPr>
              <a:xfrm>
                <a:off x="4983850" y="3648450"/>
                <a:ext cx="124875" cy="72425"/>
              </a:xfrm>
              <a:custGeom>
                <a:avLst/>
                <a:gdLst/>
                <a:ahLst/>
                <a:cxnLst/>
                <a:rect l="l" t="t" r="r" b="b"/>
                <a:pathLst>
                  <a:path w="4995" h="2897" extrusionOk="0">
                    <a:moveTo>
                      <a:pt x="139" y="1"/>
                    </a:moveTo>
                    <a:cubicBezTo>
                      <a:pt x="91" y="56"/>
                      <a:pt x="44" y="108"/>
                      <a:pt x="0" y="163"/>
                    </a:cubicBezTo>
                    <a:cubicBezTo>
                      <a:pt x="373" y="302"/>
                      <a:pt x="658" y="369"/>
                      <a:pt x="757" y="393"/>
                    </a:cubicBezTo>
                    <a:cubicBezTo>
                      <a:pt x="1997" y="2053"/>
                      <a:pt x="3304" y="2896"/>
                      <a:pt x="4635" y="2896"/>
                    </a:cubicBezTo>
                    <a:cubicBezTo>
                      <a:pt x="4690" y="2896"/>
                      <a:pt x="4745" y="2892"/>
                      <a:pt x="4801" y="2892"/>
                    </a:cubicBezTo>
                    <a:cubicBezTo>
                      <a:pt x="4825" y="2888"/>
                      <a:pt x="4848" y="2888"/>
                      <a:pt x="4868" y="2888"/>
                    </a:cubicBezTo>
                    <a:cubicBezTo>
                      <a:pt x="4916" y="2817"/>
                      <a:pt x="4955" y="2746"/>
                      <a:pt x="4995" y="2674"/>
                    </a:cubicBezTo>
                    <a:lnTo>
                      <a:pt x="4995" y="2674"/>
                    </a:lnTo>
                    <a:cubicBezTo>
                      <a:pt x="4928" y="2682"/>
                      <a:pt x="4860" y="2690"/>
                      <a:pt x="4793" y="2694"/>
                    </a:cubicBezTo>
                    <a:cubicBezTo>
                      <a:pt x="4741" y="2694"/>
                      <a:pt x="4690" y="2698"/>
                      <a:pt x="4638" y="2698"/>
                    </a:cubicBezTo>
                    <a:cubicBezTo>
                      <a:pt x="3363" y="2698"/>
                      <a:pt x="2104" y="1874"/>
                      <a:pt x="895" y="242"/>
                    </a:cubicBezTo>
                    <a:lnTo>
                      <a:pt x="872" y="215"/>
                    </a:lnTo>
                    <a:lnTo>
                      <a:pt x="836" y="207"/>
                    </a:lnTo>
                    <a:cubicBezTo>
                      <a:pt x="828" y="207"/>
                      <a:pt x="547" y="147"/>
                      <a:pt x="13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Google Shape;551;p36"/>
              <p:cNvSpPr/>
              <p:nvPr/>
            </p:nvSpPr>
            <p:spPr>
              <a:xfrm>
                <a:off x="4705600" y="3629600"/>
                <a:ext cx="65075" cy="62200"/>
              </a:xfrm>
              <a:custGeom>
                <a:avLst/>
                <a:gdLst/>
                <a:ahLst/>
                <a:cxnLst/>
                <a:rect l="l" t="t" r="r" b="b"/>
                <a:pathLst>
                  <a:path w="2603" h="2488" extrusionOk="0">
                    <a:moveTo>
                      <a:pt x="1301" y="1"/>
                    </a:moveTo>
                    <a:cubicBezTo>
                      <a:pt x="1263" y="1"/>
                      <a:pt x="1224" y="3"/>
                      <a:pt x="1185" y="6"/>
                    </a:cubicBezTo>
                    <a:cubicBezTo>
                      <a:pt x="499" y="74"/>
                      <a:pt x="0" y="680"/>
                      <a:pt x="64" y="1361"/>
                    </a:cubicBezTo>
                    <a:cubicBezTo>
                      <a:pt x="127" y="2007"/>
                      <a:pt x="669" y="2487"/>
                      <a:pt x="1302" y="2487"/>
                    </a:cubicBezTo>
                    <a:cubicBezTo>
                      <a:pt x="1340" y="2487"/>
                      <a:pt x="1379" y="2485"/>
                      <a:pt x="1418" y="2482"/>
                    </a:cubicBezTo>
                    <a:cubicBezTo>
                      <a:pt x="2103" y="2414"/>
                      <a:pt x="2603" y="1808"/>
                      <a:pt x="2539" y="1127"/>
                    </a:cubicBezTo>
                    <a:cubicBezTo>
                      <a:pt x="2476" y="481"/>
                      <a:pt x="1934" y="1"/>
                      <a:pt x="130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Google Shape;552;p36"/>
              <p:cNvSpPr/>
              <p:nvPr/>
            </p:nvSpPr>
            <p:spPr>
              <a:xfrm>
                <a:off x="4961675" y="3591000"/>
                <a:ext cx="65075" cy="62100"/>
              </a:xfrm>
              <a:custGeom>
                <a:avLst/>
                <a:gdLst/>
                <a:ahLst/>
                <a:cxnLst/>
                <a:rect l="l" t="t" r="r" b="b"/>
                <a:pathLst>
                  <a:path w="2603" h="2484" extrusionOk="0">
                    <a:moveTo>
                      <a:pt x="1301" y="0"/>
                    </a:moveTo>
                    <a:cubicBezTo>
                      <a:pt x="1262" y="0"/>
                      <a:pt x="1223" y="2"/>
                      <a:pt x="1184" y="5"/>
                    </a:cubicBezTo>
                    <a:cubicBezTo>
                      <a:pt x="499" y="69"/>
                      <a:pt x="0" y="675"/>
                      <a:pt x="63" y="1360"/>
                    </a:cubicBezTo>
                    <a:cubicBezTo>
                      <a:pt x="123" y="2000"/>
                      <a:pt x="665" y="2483"/>
                      <a:pt x="1296" y="2483"/>
                    </a:cubicBezTo>
                    <a:cubicBezTo>
                      <a:pt x="1336" y="2483"/>
                      <a:pt x="1377" y="2481"/>
                      <a:pt x="1418" y="2477"/>
                    </a:cubicBezTo>
                    <a:cubicBezTo>
                      <a:pt x="2099" y="2414"/>
                      <a:pt x="2602" y="1808"/>
                      <a:pt x="2539" y="1126"/>
                    </a:cubicBezTo>
                    <a:cubicBezTo>
                      <a:pt x="2476" y="481"/>
                      <a:pt x="1933" y="0"/>
                      <a:pt x="13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Google Shape;553;p36"/>
              <p:cNvSpPr/>
              <p:nvPr/>
            </p:nvSpPr>
            <p:spPr>
              <a:xfrm>
                <a:off x="4756200" y="3659600"/>
                <a:ext cx="264400" cy="143325"/>
              </a:xfrm>
              <a:custGeom>
                <a:avLst/>
                <a:gdLst/>
                <a:ahLst/>
                <a:cxnLst/>
                <a:rect l="l" t="t" r="r" b="b"/>
                <a:pathLst>
                  <a:path w="10576" h="5733" extrusionOk="0">
                    <a:moveTo>
                      <a:pt x="9602" y="0"/>
                    </a:moveTo>
                    <a:cubicBezTo>
                      <a:pt x="8977" y="0"/>
                      <a:pt x="8273" y="554"/>
                      <a:pt x="7807" y="834"/>
                    </a:cubicBezTo>
                    <a:cubicBezTo>
                      <a:pt x="7775" y="854"/>
                      <a:pt x="7744" y="874"/>
                      <a:pt x="7712" y="890"/>
                    </a:cubicBezTo>
                    <a:cubicBezTo>
                      <a:pt x="7661" y="921"/>
                      <a:pt x="7609" y="945"/>
                      <a:pt x="7558" y="977"/>
                    </a:cubicBezTo>
                    <a:cubicBezTo>
                      <a:pt x="6686" y="1448"/>
                      <a:pt x="5716" y="1741"/>
                      <a:pt x="4730" y="1832"/>
                    </a:cubicBezTo>
                    <a:cubicBezTo>
                      <a:pt x="4666" y="1840"/>
                      <a:pt x="4607" y="1848"/>
                      <a:pt x="4547" y="1852"/>
                    </a:cubicBezTo>
                    <a:cubicBezTo>
                      <a:pt x="4369" y="1864"/>
                      <a:pt x="4190" y="1871"/>
                      <a:pt x="4012" y="1871"/>
                    </a:cubicBezTo>
                    <a:cubicBezTo>
                      <a:pt x="3560" y="1871"/>
                      <a:pt x="3109" y="1830"/>
                      <a:pt x="2666" y="1745"/>
                    </a:cubicBezTo>
                    <a:cubicBezTo>
                      <a:pt x="2472" y="1710"/>
                      <a:pt x="2274" y="1666"/>
                      <a:pt x="2068" y="1622"/>
                    </a:cubicBezTo>
                    <a:cubicBezTo>
                      <a:pt x="2008" y="1610"/>
                      <a:pt x="1953" y="1603"/>
                      <a:pt x="1894" y="1591"/>
                    </a:cubicBezTo>
                    <a:cubicBezTo>
                      <a:pt x="1688" y="1553"/>
                      <a:pt x="1484" y="1526"/>
                      <a:pt x="1290" y="1526"/>
                    </a:cubicBezTo>
                    <a:cubicBezTo>
                      <a:pt x="803" y="1526"/>
                      <a:pt x="384" y="1696"/>
                      <a:pt x="182" y="2300"/>
                    </a:cubicBezTo>
                    <a:cubicBezTo>
                      <a:pt x="0" y="2842"/>
                      <a:pt x="155" y="3448"/>
                      <a:pt x="448" y="3936"/>
                    </a:cubicBezTo>
                    <a:cubicBezTo>
                      <a:pt x="670" y="4308"/>
                      <a:pt x="943" y="4609"/>
                      <a:pt x="1256" y="4854"/>
                    </a:cubicBezTo>
                    <a:cubicBezTo>
                      <a:pt x="1307" y="4898"/>
                      <a:pt x="1359" y="4934"/>
                      <a:pt x="1414" y="4973"/>
                    </a:cubicBezTo>
                    <a:cubicBezTo>
                      <a:pt x="2184" y="5512"/>
                      <a:pt x="3166" y="5733"/>
                      <a:pt x="4176" y="5733"/>
                    </a:cubicBezTo>
                    <a:cubicBezTo>
                      <a:pt x="4568" y="5733"/>
                      <a:pt x="4965" y="5700"/>
                      <a:pt x="5355" y="5639"/>
                    </a:cubicBezTo>
                    <a:cubicBezTo>
                      <a:pt x="5415" y="5631"/>
                      <a:pt x="5474" y="5619"/>
                      <a:pt x="5534" y="5611"/>
                    </a:cubicBezTo>
                    <a:cubicBezTo>
                      <a:pt x="6421" y="5453"/>
                      <a:pt x="7268" y="5151"/>
                      <a:pt x="7946" y="4779"/>
                    </a:cubicBezTo>
                    <a:cubicBezTo>
                      <a:pt x="8342" y="4557"/>
                      <a:pt x="8726" y="4312"/>
                      <a:pt x="9075" y="4031"/>
                    </a:cubicBezTo>
                    <a:cubicBezTo>
                      <a:pt x="9122" y="3995"/>
                      <a:pt x="9170" y="3959"/>
                      <a:pt x="9213" y="3916"/>
                    </a:cubicBezTo>
                    <a:cubicBezTo>
                      <a:pt x="10013" y="3234"/>
                      <a:pt x="10576" y="2363"/>
                      <a:pt x="10564" y="1203"/>
                    </a:cubicBezTo>
                    <a:cubicBezTo>
                      <a:pt x="10560" y="985"/>
                      <a:pt x="10528" y="767"/>
                      <a:pt x="10445" y="577"/>
                    </a:cubicBezTo>
                    <a:cubicBezTo>
                      <a:pt x="10350" y="355"/>
                      <a:pt x="10196" y="169"/>
                      <a:pt x="9946" y="66"/>
                    </a:cubicBezTo>
                    <a:cubicBezTo>
                      <a:pt x="9836" y="20"/>
                      <a:pt x="9720" y="0"/>
                      <a:pt x="96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Google Shape;554;p36"/>
              <p:cNvSpPr/>
              <p:nvPr/>
            </p:nvSpPr>
            <p:spPr>
              <a:xfrm>
                <a:off x="4869875" y="3705400"/>
                <a:ext cx="24675" cy="95175"/>
              </a:xfrm>
              <a:custGeom>
                <a:avLst/>
                <a:gdLst/>
                <a:ahLst/>
                <a:cxnLst/>
                <a:rect l="l" t="t" r="r" b="b"/>
                <a:pathLst>
                  <a:path w="987" h="3807" extrusionOk="0">
                    <a:moveTo>
                      <a:pt x="183" y="0"/>
                    </a:moveTo>
                    <a:cubicBezTo>
                      <a:pt x="119" y="8"/>
                      <a:pt x="60" y="16"/>
                      <a:pt x="0" y="20"/>
                    </a:cubicBezTo>
                    <a:cubicBezTo>
                      <a:pt x="238" y="1149"/>
                      <a:pt x="650" y="3102"/>
                      <a:pt x="808" y="3807"/>
                    </a:cubicBezTo>
                    <a:cubicBezTo>
                      <a:pt x="868" y="3799"/>
                      <a:pt x="927" y="3787"/>
                      <a:pt x="987" y="3779"/>
                    </a:cubicBezTo>
                    <a:cubicBezTo>
                      <a:pt x="844" y="3157"/>
                      <a:pt x="480" y="1426"/>
                      <a:pt x="1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Google Shape;555;p36"/>
              <p:cNvSpPr/>
              <p:nvPr/>
            </p:nvSpPr>
            <p:spPr>
              <a:xfrm>
                <a:off x="4945125" y="3681825"/>
                <a:ext cx="41425" cy="78550"/>
              </a:xfrm>
              <a:custGeom>
                <a:avLst/>
                <a:gdLst/>
                <a:ahLst/>
                <a:cxnLst/>
                <a:rect l="l" t="t" r="r" b="b"/>
                <a:pathLst>
                  <a:path w="1657" h="3142" extrusionOk="0">
                    <a:moveTo>
                      <a:pt x="155" y="1"/>
                    </a:moveTo>
                    <a:cubicBezTo>
                      <a:pt x="104" y="32"/>
                      <a:pt x="52" y="56"/>
                      <a:pt x="1" y="88"/>
                    </a:cubicBezTo>
                    <a:lnTo>
                      <a:pt x="1518" y="3142"/>
                    </a:lnTo>
                    <a:cubicBezTo>
                      <a:pt x="1565" y="3106"/>
                      <a:pt x="1613" y="3070"/>
                      <a:pt x="1656" y="3027"/>
                    </a:cubicBezTo>
                    <a:lnTo>
                      <a:pt x="15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Google Shape;556;p36"/>
              <p:cNvSpPr/>
              <p:nvPr/>
            </p:nvSpPr>
            <p:spPr>
              <a:xfrm>
                <a:off x="4787575" y="3699350"/>
                <a:ext cx="20325" cy="84600"/>
              </a:xfrm>
              <a:custGeom>
                <a:avLst/>
                <a:gdLst/>
                <a:ahLst/>
                <a:cxnLst/>
                <a:rect l="l" t="t" r="r" b="b"/>
                <a:pathLst>
                  <a:path w="813" h="3384" extrusionOk="0">
                    <a:moveTo>
                      <a:pt x="639" y="1"/>
                    </a:moveTo>
                    <a:lnTo>
                      <a:pt x="1" y="3264"/>
                    </a:lnTo>
                    <a:cubicBezTo>
                      <a:pt x="52" y="3308"/>
                      <a:pt x="104" y="3344"/>
                      <a:pt x="159" y="3383"/>
                    </a:cubicBezTo>
                    <a:lnTo>
                      <a:pt x="813" y="32"/>
                    </a:lnTo>
                    <a:cubicBezTo>
                      <a:pt x="753" y="20"/>
                      <a:pt x="698" y="13"/>
                      <a:pt x="6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36"/>
              <p:cNvSpPr/>
              <p:nvPr/>
            </p:nvSpPr>
            <p:spPr>
              <a:xfrm>
                <a:off x="5093750" y="3403325"/>
                <a:ext cx="339675" cy="271900"/>
              </a:xfrm>
              <a:custGeom>
                <a:avLst/>
                <a:gdLst/>
                <a:ahLst/>
                <a:cxnLst/>
                <a:rect l="l" t="t" r="r" b="b"/>
                <a:pathLst>
                  <a:path w="13587" h="10876" extrusionOk="0">
                    <a:moveTo>
                      <a:pt x="8026" y="0"/>
                    </a:moveTo>
                    <a:cubicBezTo>
                      <a:pt x="7283" y="0"/>
                      <a:pt x="6343" y="1045"/>
                      <a:pt x="6572" y="2660"/>
                    </a:cubicBezTo>
                    <a:cubicBezTo>
                      <a:pt x="6084" y="858"/>
                      <a:pt x="5201" y="168"/>
                      <a:pt x="4531" y="168"/>
                    </a:cubicBezTo>
                    <a:cubicBezTo>
                      <a:pt x="3547" y="168"/>
                      <a:pt x="3025" y="1659"/>
                      <a:pt x="4898" y="3307"/>
                    </a:cubicBezTo>
                    <a:lnTo>
                      <a:pt x="4898" y="3307"/>
                    </a:lnTo>
                    <a:cubicBezTo>
                      <a:pt x="4364" y="2879"/>
                      <a:pt x="3133" y="1986"/>
                      <a:pt x="2122" y="1986"/>
                    </a:cubicBezTo>
                    <a:cubicBezTo>
                      <a:pt x="1894" y="1986"/>
                      <a:pt x="1677" y="2031"/>
                      <a:pt x="1482" y="2138"/>
                    </a:cubicBezTo>
                    <a:cubicBezTo>
                      <a:pt x="163" y="3001"/>
                      <a:pt x="2615" y="3936"/>
                      <a:pt x="4096" y="4574"/>
                    </a:cubicBezTo>
                    <a:cubicBezTo>
                      <a:pt x="3794" y="4530"/>
                      <a:pt x="3511" y="4510"/>
                      <a:pt x="3249" y="4510"/>
                    </a:cubicBezTo>
                    <a:cubicBezTo>
                      <a:pt x="366" y="4510"/>
                      <a:pt x="0" y="6921"/>
                      <a:pt x="2856" y="6921"/>
                    </a:cubicBezTo>
                    <a:cubicBezTo>
                      <a:pt x="3295" y="6921"/>
                      <a:pt x="3811" y="6864"/>
                      <a:pt x="4405" y="6732"/>
                    </a:cubicBezTo>
                    <a:lnTo>
                      <a:pt x="4405" y="6732"/>
                    </a:lnTo>
                    <a:cubicBezTo>
                      <a:pt x="1515" y="7835"/>
                      <a:pt x="2104" y="10342"/>
                      <a:pt x="3556" y="10342"/>
                    </a:cubicBezTo>
                    <a:cubicBezTo>
                      <a:pt x="4185" y="10342"/>
                      <a:pt x="4976" y="9871"/>
                      <a:pt x="5716" y="8610"/>
                    </a:cubicBezTo>
                    <a:lnTo>
                      <a:pt x="5716" y="8610"/>
                    </a:lnTo>
                    <a:cubicBezTo>
                      <a:pt x="5247" y="10176"/>
                      <a:pt x="5528" y="10814"/>
                      <a:pt x="5982" y="10814"/>
                    </a:cubicBezTo>
                    <a:cubicBezTo>
                      <a:pt x="6466" y="10814"/>
                      <a:pt x="7147" y="10087"/>
                      <a:pt x="7321" y="8985"/>
                    </a:cubicBezTo>
                    <a:lnTo>
                      <a:pt x="7321" y="8985"/>
                    </a:lnTo>
                    <a:cubicBezTo>
                      <a:pt x="7445" y="10184"/>
                      <a:pt x="8205" y="10875"/>
                      <a:pt x="8836" y="10875"/>
                    </a:cubicBezTo>
                    <a:cubicBezTo>
                      <a:pt x="9512" y="10875"/>
                      <a:pt x="10040" y="10084"/>
                      <a:pt x="9483" y="8277"/>
                    </a:cubicBezTo>
                    <a:lnTo>
                      <a:pt x="9483" y="8277"/>
                    </a:lnTo>
                    <a:cubicBezTo>
                      <a:pt x="9685" y="8578"/>
                      <a:pt x="10224" y="9287"/>
                      <a:pt x="11147" y="9505"/>
                    </a:cubicBezTo>
                    <a:cubicBezTo>
                      <a:pt x="11348" y="9568"/>
                      <a:pt x="11546" y="9600"/>
                      <a:pt x="11730" y="9600"/>
                    </a:cubicBezTo>
                    <a:cubicBezTo>
                      <a:pt x="12445" y="9600"/>
                      <a:pt x="12956" y="9122"/>
                      <a:pt x="12628" y="8146"/>
                    </a:cubicBezTo>
                    <a:cubicBezTo>
                      <a:pt x="12149" y="6720"/>
                      <a:pt x="9673" y="6411"/>
                      <a:pt x="9709" y="6293"/>
                    </a:cubicBezTo>
                    <a:cubicBezTo>
                      <a:pt x="9712" y="6282"/>
                      <a:pt x="9736" y="6277"/>
                      <a:pt x="9778" y="6277"/>
                    </a:cubicBezTo>
                    <a:cubicBezTo>
                      <a:pt x="9949" y="6277"/>
                      <a:pt x="10415" y="6359"/>
                      <a:pt x="10937" y="6455"/>
                    </a:cubicBezTo>
                    <a:cubicBezTo>
                      <a:pt x="11486" y="6553"/>
                      <a:pt x="11770" y="6615"/>
                      <a:pt x="12024" y="6615"/>
                    </a:cubicBezTo>
                    <a:cubicBezTo>
                      <a:pt x="12128" y="6615"/>
                      <a:pt x="12228" y="6605"/>
                      <a:pt x="12339" y="6582"/>
                    </a:cubicBezTo>
                    <a:cubicBezTo>
                      <a:pt x="12529" y="6542"/>
                      <a:pt x="12842" y="6475"/>
                      <a:pt x="13123" y="6213"/>
                    </a:cubicBezTo>
                    <a:cubicBezTo>
                      <a:pt x="13139" y="6197"/>
                      <a:pt x="13155" y="6182"/>
                      <a:pt x="13171" y="6166"/>
                    </a:cubicBezTo>
                    <a:cubicBezTo>
                      <a:pt x="13587" y="5734"/>
                      <a:pt x="13587" y="5049"/>
                      <a:pt x="13195" y="4593"/>
                    </a:cubicBezTo>
                    <a:cubicBezTo>
                      <a:pt x="12961" y="4320"/>
                      <a:pt x="12731" y="4181"/>
                      <a:pt x="12589" y="4114"/>
                    </a:cubicBezTo>
                    <a:cubicBezTo>
                      <a:pt x="12573" y="4106"/>
                      <a:pt x="12557" y="4098"/>
                      <a:pt x="12537" y="4090"/>
                    </a:cubicBezTo>
                    <a:cubicBezTo>
                      <a:pt x="12394" y="4030"/>
                      <a:pt x="12008" y="3905"/>
                      <a:pt x="11500" y="3905"/>
                    </a:cubicBezTo>
                    <a:cubicBezTo>
                      <a:pt x="11279" y="3905"/>
                      <a:pt x="11035" y="3929"/>
                      <a:pt x="10778" y="3991"/>
                    </a:cubicBezTo>
                    <a:cubicBezTo>
                      <a:pt x="10485" y="4061"/>
                      <a:pt x="10231" y="4168"/>
                      <a:pt x="10019" y="4283"/>
                    </a:cubicBezTo>
                    <a:lnTo>
                      <a:pt x="10019" y="4283"/>
                    </a:lnTo>
                    <a:cubicBezTo>
                      <a:pt x="11322" y="3306"/>
                      <a:pt x="11988" y="2379"/>
                      <a:pt x="11757" y="1825"/>
                    </a:cubicBezTo>
                    <a:cubicBezTo>
                      <a:pt x="11583" y="1405"/>
                      <a:pt x="10937" y="1318"/>
                      <a:pt x="10866" y="1306"/>
                    </a:cubicBezTo>
                    <a:cubicBezTo>
                      <a:pt x="10803" y="1298"/>
                      <a:pt x="10740" y="1294"/>
                      <a:pt x="10677" y="1294"/>
                    </a:cubicBezTo>
                    <a:cubicBezTo>
                      <a:pt x="9817" y="1294"/>
                      <a:pt x="8894" y="2038"/>
                      <a:pt x="8422" y="3278"/>
                    </a:cubicBezTo>
                    <a:cubicBezTo>
                      <a:pt x="9266" y="955"/>
                      <a:pt x="8736" y="0"/>
                      <a:pt x="802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36"/>
              <p:cNvSpPr/>
              <p:nvPr/>
            </p:nvSpPr>
            <p:spPr>
              <a:xfrm>
                <a:off x="4447450" y="3883925"/>
                <a:ext cx="362825" cy="193825"/>
              </a:xfrm>
              <a:custGeom>
                <a:avLst/>
                <a:gdLst/>
                <a:ahLst/>
                <a:cxnLst/>
                <a:rect l="l" t="t" r="r" b="b"/>
                <a:pathLst>
                  <a:path w="14513" h="7753" extrusionOk="0">
                    <a:moveTo>
                      <a:pt x="4662" y="0"/>
                    </a:moveTo>
                    <a:cubicBezTo>
                      <a:pt x="2181" y="0"/>
                      <a:pt x="0" y="757"/>
                      <a:pt x="0" y="757"/>
                    </a:cubicBezTo>
                    <a:cubicBezTo>
                      <a:pt x="99" y="5071"/>
                      <a:pt x="6322" y="5356"/>
                      <a:pt x="6322" y="5356"/>
                    </a:cubicBezTo>
                    <a:lnTo>
                      <a:pt x="5363" y="6889"/>
                    </a:lnTo>
                    <a:lnTo>
                      <a:pt x="8199" y="7752"/>
                    </a:lnTo>
                    <a:lnTo>
                      <a:pt x="11400" y="4639"/>
                    </a:lnTo>
                    <a:cubicBezTo>
                      <a:pt x="13166" y="4568"/>
                      <a:pt x="14513" y="3478"/>
                      <a:pt x="14513" y="3478"/>
                    </a:cubicBezTo>
                    <a:cubicBezTo>
                      <a:pt x="13436" y="1304"/>
                      <a:pt x="8088" y="627"/>
                      <a:pt x="8088" y="627"/>
                    </a:cubicBezTo>
                    <a:cubicBezTo>
                      <a:pt x="7005" y="160"/>
                      <a:pt x="5802" y="0"/>
                      <a:pt x="4662" y="0"/>
                    </a:cubicBezTo>
                    <a:close/>
                  </a:path>
                </a:pathLst>
              </a:custGeom>
              <a:solidFill>
                <a:srgbClr val="6E61F4">
                  <a:alpha val="487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Google Shape;559;p36"/>
              <p:cNvSpPr/>
              <p:nvPr/>
            </p:nvSpPr>
            <p:spPr>
              <a:xfrm>
                <a:off x="4195200" y="3765375"/>
                <a:ext cx="339700" cy="271975"/>
              </a:xfrm>
              <a:custGeom>
                <a:avLst/>
                <a:gdLst/>
                <a:ahLst/>
                <a:cxnLst/>
                <a:rect l="l" t="t" r="r" b="b"/>
                <a:pathLst>
                  <a:path w="13588" h="10879" extrusionOk="0">
                    <a:moveTo>
                      <a:pt x="8028" y="1"/>
                    </a:moveTo>
                    <a:cubicBezTo>
                      <a:pt x="7285" y="1"/>
                      <a:pt x="6344" y="1047"/>
                      <a:pt x="6573" y="2663"/>
                    </a:cubicBezTo>
                    <a:cubicBezTo>
                      <a:pt x="6085" y="859"/>
                      <a:pt x="5201" y="168"/>
                      <a:pt x="4532" y="168"/>
                    </a:cubicBezTo>
                    <a:cubicBezTo>
                      <a:pt x="3551" y="168"/>
                      <a:pt x="3030" y="1649"/>
                      <a:pt x="4880" y="3293"/>
                    </a:cubicBezTo>
                    <a:lnTo>
                      <a:pt x="4880" y="3293"/>
                    </a:lnTo>
                    <a:cubicBezTo>
                      <a:pt x="4337" y="2857"/>
                      <a:pt x="3122" y="1985"/>
                      <a:pt x="2123" y="1985"/>
                    </a:cubicBezTo>
                    <a:cubicBezTo>
                      <a:pt x="1895" y="1985"/>
                      <a:pt x="1678" y="2030"/>
                      <a:pt x="1483" y="2136"/>
                    </a:cubicBezTo>
                    <a:cubicBezTo>
                      <a:pt x="164" y="3000"/>
                      <a:pt x="2616" y="3935"/>
                      <a:pt x="4097" y="4576"/>
                    </a:cubicBezTo>
                    <a:cubicBezTo>
                      <a:pt x="3793" y="4533"/>
                      <a:pt x="3509" y="4512"/>
                      <a:pt x="3246" y="4512"/>
                    </a:cubicBezTo>
                    <a:cubicBezTo>
                      <a:pt x="367" y="4512"/>
                      <a:pt x="0" y="6921"/>
                      <a:pt x="2852" y="6921"/>
                    </a:cubicBezTo>
                    <a:cubicBezTo>
                      <a:pt x="3293" y="6921"/>
                      <a:pt x="3810" y="6864"/>
                      <a:pt x="4406" y="6731"/>
                    </a:cubicBezTo>
                    <a:lnTo>
                      <a:pt x="4406" y="6731"/>
                    </a:lnTo>
                    <a:cubicBezTo>
                      <a:pt x="1516" y="7834"/>
                      <a:pt x="2105" y="10341"/>
                      <a:pt x="3557" y="10341"/>
                    </a:cubicBezTo>
                    <a:cubicBezTo>
                      <a:pt x="4186" y="10341"/>
                      <a:pt x="4977" y="9870"/>
                      <a:pt x="5717" y="8609"/>
                    </a:cubicBezTo>
                    <a:lnTo>
                      <a:pt x="5717" y="8609"/>
                    </a:lnTo>
                    <a:cubicBezTo>
                      <a:pt x="5248" y="10175"/>
                      <a:pt x="5529" y="10813"/>
                      <a:pt x="5983" y="10813"/>
                    </a:cubicBezTo>
                    <a:cubicBezTo>
                      <a:pt x="6467" y="10813"/>
                      <a:pt x="7147" y="10087"/>
                      <a:pt x="7322" y="8987"/>
                    </a:cubicBezTo>
                    <a:lnTo>
                      <a:pt x="7322" y="8987"/>
                    </a:lnTo>
                    <a:cubicBezTo>
                      <a:pt x="7446" y="10187"/>
                      <a:pt x="8206" y="10878"/>
                      <a:pt x="8837" y="10878"/>
                    </a:cubicBezTo>
                    <a:cubicBezTo>
                      <a:pt x="9513" y="10878"/>
                      <a:pt x="10041" y="10087"/>
                      <a:pt x="9484" y="8280"/>
                    </a:cubicBezTo>
                    <a:lnTo>
                      <a:pt x="9484" y="8280"/>
                    </a:lnTo>
                    <a:cubicBezTo>
                      <a:pt x="9686" y="8581"/>
                      <a:pt x="10225" y="9286"/>
                      <a:pt x="11148" y="9504"/>
                    </a:cubicBezTo>
                    <a:cubicBezTo>
                      <a:pt x="11350" y="9568"/>
                      <a:pt x="11550" y="9601"/>
                      <a:pt x="11735" y="9601"/>
                    </a:cubicBezTo>
                    <a:cubicBezTo>
                      <a:pt x="12448" y="9601"/>
                      <a:pt x="12956" y="9122"/>
                      <a:pt x="12629" y="8145"/>
                    </a:cubicBezTo>
                    <a:cubicBezTo>
                      <a:pt x="12150" y="6723"/>
                      <a:pt x="9674" y="6410"/>
                      <a:pt x="9710" y="6295"/>
                    </a:cubicBezTo>
                    <a:cubicBezTo>
                      <a:pt x="9713" y="6284"/>
                      <a:pt x="9737" y="6280"/>
                      <a:pt x="9779" y="6280"/>
                    </a:cubicBezTo>
                    <a:cubicBezTo>
                      <a:pt x="9951" y="6280"/>
                      <a:pt x="10416" y="6362"/>
                      <a:pt x="10938" y="6454"/>
                    </a:cubicBezTo>
                    <a:cubicBezTo>
                      <a:pt x="11488" y="6555"/>
                      <a:pt x="11772" y="6618"/>
                      <a:pt x="12026" y="6618"/>
                    </a:cubicBezTo>
                    <a:cubicBezTo>
                      <a:pt x="12130" y="6618"/>
                      <a:pt x="12229" y="6608"/>
                      <a:pt x="12340" y="6585"/>
                    </a:cubicBezTo>
                    <a:cubicBezTo>
                      <a:pt x="12530" y="6545"/>
                      <a:pt x="12843" y="6474"/>
                      <a:pt x="13124" y="6212"/>
                    </a:cubicBezTo>
                    <a:cubicBezTo>
                      <a:pt x="13140" y="6196"/>
                      <a:pt x="13156" y="6180"/>
                      <a:pt x="13172" y="6165"/>
                    </a:cubicBezTo>
                    <a:cubicBezTo>
                      <a:pt x="13588" y="5733"/>
                      <a:pt x="13588" y="5052"/>
                      <a:pt x="13196" y="4596"/>
                    </a:cubicBezTo>
                    <a:cubicBezTo>
                      <a:pt x="12962" y="4319"/>
                      <a:pt x="12732" y="4184"/>
                      <a:pt x="12590" y="4113"/>
                    </a:cubicBezTo>
                    <a:cubicBezTo>
                      <a:pt x="12574" y="4105"/>
                      <a:pt x="12558" y="4097"/>
                      <a:pt x="12538" y="4089"/>
                    </a:cubicBezTo>
                    <a:cubicBezTo>
                      <a:pt x="12394" y="4031"/>
                      <a:pt x="12005" y="3907"/>
                      <a:pt x="11494" y="3907"/>
                    </a:cubicBezTo>
                    <a:cubicBezTo>
                      <a:pt x="11275" y="3907"/>
                      <a:pt x="11034" y="3930"/>
                      <a:pt x="10779" y="3990"/>
                    </a:cubicBezTo>
                    <a:cubicBezTo>
                      <a:pt x="10491" y="4059"/>
                      <a:pt x="10242" y="4163"/>
                      <a:pt x="10031" y="4276"/>
                    </a:cubicBezTo>
                    <a:lnTo>
                      <a:pt x="10031" y="4276"/>
                    </a:lnTo>
                    <a:cubicBezTo>
                      <a:pt x="11327" y="3300"/>
                      <a:pt x="11988" y="2381"/>
                      <a:pt x="11758" y="1828"/>
                    </a:cubicBezTo>
                    <a:cubicBezTo>
                      <a:pt x="11583" y="1404"/>
                      <a:pt x="10938" y="1317"/>
                      <a:pt x="10863" y="1309"/>
                    </a:cubicBezTo>
                    <a:cubicBezTo>
                      <a:pt x="10799" y="1300"/>
                      <a:pt x="10734" y="1296"/>
                      <a:pt x="10669" y="1296"/>
                    </a:cubicBezTo>
                    <a:cubicBezTo>
                      <a:pt x="9814" y="1296"/>
                      <a:pt x="8894" y="2040"/>
                      <a:pt x="8423" y="3277"/>
                    </a:cubicBezTo>
                    <a:cubicBezTo>
                      <a:pt x="9266" y="955"/>
                      <a:pt x="8737" y="1"/>
                      <a:pt x="80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60" name="Google Shape;560;p36"/>
          <p:cNvGrpSpPr/>
          <p:nvPr/>
        </p:nvGrpSpPr>
        <p:grpSpPr>
          <a:xfrm>
            <a:off x="6840404" y="1111156"/>
            <a:ext cx="1678347" cy="1779498"/>
            <a:chOff x="2243025" y="2928722"/>
            <a:chExt cx="1078075" cy="1142975"/>
          </a:xfrm>
        </p:grpSpPr>
        <p:grpSp>
          <p:nvGrpSpPr>
            <p:cNvPr id="561" name="Google Shape;561;p36"/>
            <p:cNvGrpSpPr/>
            <p:nvPr/>
          </p:nvGrpSpPr>
          <p:grpSpPr>
            <a:xfrm>
              <a:off x="2243275" y="2928738"/>
              <a:ext cx="1077575" cy="1142900"/>
              <a:chOff x="2243275" y="2928738"/>
              <a:chExt cx="1077575" cy="1142900"/>
            </a:xfrm>
          </p:grpSpPr>
          <p:grpSp>
            <p:nvGrpSpPr>
              <p:cNvPr id="562" name="Google Shape;562;p36"/>
              <p:cNvGrpSpPr/>
              <p:nvPr/>
            </p:nvGrpSpPr>
            <p:grpSpPr>
              <a:xfrm>
                <a:off x="2243275" y="2928738"/>
                <a:ext cx="1077575" cy="1142900"/>
                <a:chOff x="2218725" y="2711700"/>
                <a:chExt cx="1077575" cy="1142900"/>
              </a:xfrm>
            </p:grpSpPr>
            <p:sp>
              <p:nvSpPr>
                <p:cNvPr id="563" name="Google Shape;563;p36"/>
                <p:cNvSpPr/>
                <p:nvPr/>
              </p:nvSpPr>
              <p:spPr>
                <a:xfrm>
                  <a:off x="2218725" y="2881875"/>
                  <a:ext cx="950025" cy="972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001" h="38909" extrusionOk="0">
                      <a:moveTo>
                        <a:pt x="24059" y="1"/>
                      </a:moveTo>
                      <a:lnTo>
                        <a:pt x="21044" y="5269"/>
                      </a:lnTo>
                      <a:lnTo>
                        <a:pt x="23306" y="5269"/>
                      </a:lnTo>
                      <a:lnTo>
                        <a:pt x="21745" y="8909"/>
                      </a:lnTo>
                      <a:cubicBezTo>
                        <a:pt x="20904" y="8808"/>
                        <a:pt x="20054" y="8759"/>
                        <a:pt x="19203" y="8759"/>
                      </a:cubicBezTo>
                      <a:cubicBezTo>
                        <a:pt x="11107" y="8759"/>
                        <a:pt x="2932" y="13162"/>
                        <a:pt x="1244" y="18771"/>
                      </a:cubicBezTo>
                      <a:cubicBezTo>
                        <a:pt x="1070" y="19349"/>
                        <a:pt x="0" y="23275"/>
                        <a:pt x="2309" y="26190"/>
                      </a:cubicBezTo>
                      <a:cubicBezTo>
                        <a:pt x="4269" y="28663"/>
                        <a:pt x="7672" y="28769"/>
                        <a:pt x="8240" y="28769"/>
                      </a:cubicBezTo>
                      <a:cubicBezTo>
                        <a:pt x="8294" y="28769"/>
                        <a:pt x="8322" y="28768"/>
                        <a:pt x="8322" y="28768"/>
                      </a:cubicBezTo>
                      <a:lnTo>
                        <a:pt x="8322" y="28768"/>
                      </a:lnTo>
                      <a:cubicBezTo>
                        <a:pt x="7534" y="32471"/>
                        <a:pt x="10390" y="34908"/>
                        <a:pt x="14189" y="34908"/>
                      </a:cubicBezTo>
                      <a:cubicBezTo>
                        <a:pt x="15263" y="34908"/>
                        <a:pt x="16411" y="34713"/>
                        <a:pt x="17575" y="34298"/>
                      </a:cubicBezTo>
                      <a:cubicBezTo>
                        <a:pt x="17575" y="34298"/>
                        <a:pt x="19028" y="35474"/>
                        <a:pt x="20929" y="35545"/>
                      </a:cubicBezTo>
                      <a:lnTo>
                        <a:pt x="24383" y="38908"/>
                      </a:lnTo>
                      <a:lnTo>
                        <a:pt x="27445" y="37973"/>
                      </a:lnTo>
                      <a:lnTo>
                        <a:pt x="26708" y="36797"/>
                      </a:lnTo>
                      <a:lnTo>
                        <a:pt x="26835" y="36757"/>
                      </a:lnTo>
                      <a:lnTo>
                        <a:pt x="26554" y="36314"/>
                      </a:lnTo>
                      <a:cubicBezTo>
                        <a:pt x="27532" y="36239"/>
                        <a:pt x="33137" y="35609"/>
                        <a:pt x="33232" y="31363"/>
                      </a:cubicBezTo>
                      <a:lnTo>
                        <a:pt x="33232" y="31359"/>
                      </a:lnTo>
                      <a:cubicBezTo>
                        <a:pt x="34610" y="31165"/>
                        <a:pt x="35561" y="30646"/>
                        <a:pt x="36207" y="29980"/>
                      </a:cubicBezTo>
                      <a:cubicBezTo>
                        <a:pt x="37541" y="28610"/>
                        <a:pt x="38001" y="26566"/>
                        <a:pt x="37383" y="24685"/>
                      </a:cubicBezTo>
                      <a:cubicBezTo>
                        <a:pt x="37339" y="23453"/>
                        <a:pt x="37141" y="21631"/>
                        <a:pt x="36353" y="19611"/>
                      </a:cubicBezTo>
                      <a:cubicBezTo>
                        <a:pt x="34016" y="13638"/>
                        <a:pt x="28471" y="10929"/>
                        <a:pt x="26530" y="10133"/>
                      </a:cubicBezTo>
                      <a:cubicBezTo>
                        <a:pt x="25259" y="9610"/>
                        <a:pt x="23924" y="9245"/>
                        <a:pt x="22561" y="9027"/>
                      </a:cubicBezTo>
                      <a:lnTo>
                        <a:pt x="27821" y="3764"/>
                      </a:lnTo>
                      <a:lnTo>
                        <a:pt x="25564" y="3764"/>
                      </a:lnTo>
                      <a:lnTo>
                        <a:pt x="2782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1143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85725" dist="28575" dir="4500000" algn="bl" rotWithShape="0">
                    <a:schemeClr val="dk1">
                      <a:alpha val="34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4" name="Google Shape;564;p36"/>
                <p:cNvSpPr/>
                <p:nvPr/>
              </p:nvSpPr>
              <p:spPr>
                <a:xfrm>
                  <a:off x="2342200" y="2974850"/>
                  <a:ext cx="109150" cy="15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66" h="6263" extrusionOk="0">
                      <a:moveTo>
                        <a:pt x="2278" y="1"/>
                      </a:moveTo>
                      <a:cubicBezTo>
                        <a:pt x="503" y="2579"/>
                        <a:pt x="0" y="4952"/>
                        <a:pt x="816" y="5724"/>
                      </a:cubicBezTo>
                      <a:cubicBezTo>
                        <a:pt x="1043" y="5936"/>
                        <a:pt x="1611" y="6262"/>
                        <a:pt x="2290" y="6262"/>
                      </a:cubicBezTo>
                      <a:cubicBezTo>
                        <a:pt x="2360" y="6262"/>
                        <a:pt x="2431" y="6259"/>
                        <a:pt x="2504" y="6251"/>
                      </a:cubicBezTo>
                      <a:cubicBezTo>
                        <a:pt x="2983" y="6204"/>
                        <a:pt x="3387" y="5994"/>
                        <a:pt x="3561" y="5843"/>
                      </a:cubicBezTo>
                      <a:cubicBezTo>
                        <a:pt x="4365" y="5150"/>
                        <a:pt x="3827" y="2758"/>
                        <a:pt x="227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1143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85725" dist="28575" dir="4500000" algn="bl" rotWithShape="0">
                    <a:schemeClr val="dk1">
                      <a:alpha val="34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5" name="Google Shape;565;p36"/>
                <p:cNvSpPr/>
                <p:nvPr/>
              </p:nvSpPr>
              <p:spPr>
                <a:xfrm>
                  <a:off x="2253175" y="2711700"/>
                  <a:ext cx="503950" cy="350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58" h="14028" extrusionOk="0">
                      <a:moveTo>
                        <a:pt x="10733" y="1"/>
                      </a:moveTo>
                      <a:cubicBezTo>
                        <a:pt x="9106" y="1"/>
                        <a:pt x="7300" y="1259"/>
                        <a:pt x="6742" y="3413"/>
                      </a:cubicBezTo>
                      <a:cubicBezTo>
                        <a:pt x="6678" y="3377"/>
                        <a:pt x="6166" y="3093"/>
                        <a:pt x="5533" y="3093"/>
                      </a:cubicBezTo>
                      <a:cubicBezTo>
                        <a:pt x="5268" y="3093"/>
                        <a:pt x="4982" y="3143"/>
                        <a:pt x="4698" y="3283"/>
                      </a:cubicBezTo>
                      <a:cubicBezTo>
                        <a:pt x="3799" y="3726"/>
                        <a:pt x="3312" y="4883"/>
                        <a:pt x="3648" y="6031"/>
                      </a:cubicBezTo>
                      <a:cubicBezTo>
                        <a:pt x="3275" y="5823"/>
                        <a:pt x="2862" y="5718"/>
                        <a:pt x="2454" y="5718"/>
                      </a:cubicBezTo>
                      <a:cubicBezTo>
                        <a:pt x="2048" y="5718"/>
                        <a:pt x="1647" y="5822"/>
                        <a:pt x="1296" y="6031"/>
                      </a:cubicBezTo>
                      <a:cubicBezTo>
                        <a:pt x="436" y="6546"/>
                        <a:pt x="1" y="7612"/>
                        <a:pt x="246" y="8650"/>
                      </a:cubicBezTo>
                      <a:lnTo>
                        <a:pt x="2967" y="8650"/>
                      </a:lnTo>
                      <a:lnTo>
                        <a:pt x="3031" y="8669"/>
                      </a:lnTo>
                      <a:cubicBezTo>
                        <a:pt x="3031" y="8669"/>
                        <a:pt x="3031" y="8661"/>
                        <a:pt x="3035" y="8650"/>
                      </a:cubicBezTo>
                      <a:lnTo>
                        <a:pt x="13147" y="8650"/>
                      </a:lnTo>
                      <a:cubicBezTo>
                        <a:pt x="11840" y="10872"/>
                        <a:pt x="11527" y="12804"/>
                        <a:pt x="12252" y="13490"/>
                      </a:cubicBezTo>
                      <a:cubicBezTo>
                        <a:pt x="12474" y="13702"/>
                        <a:pt x="13042" y="14027"/>
                        <a:pt x="13721" y="14027"/>
                      </a:cubicBezTo>
                      <a:cubicBezTo>
                        <a:pt x="13792" y="14027"/>
                        <a:pt x="13863" y="14024"/>
                        <a:pt x="13935" y="14016"/>
                      </a:cubicBezTo>
                      <a:cubicBezTo>
                        <a:pt x="14418" y="13969"/>
                        <a:pt x="14818" y="13759"/>
                        <a:pt x="14996" y="13608"/>
                      </a:cubicBezTo>
                      <a:cubicBezTo>
                        <a:pt x="15709" y="12991"/>
                        <a:pt x="15357" y="11022"/>
                        <a:pt x="14177" y="8650"/>
                      </a:cubicBezTo>
                      <a:lnTo>
                        <a:pt x="17947" y="8650"/>
                      </a:lnTo>
                      <a:lnTo>
                        <a:pt x="17951" y="8661"/>
                      </a:lnTo>
                      <a:lnTo>
                        <a:pt x="18015" y="8650"/>
                      </a:lnTo>
                      <a:lnTo>
                        <a:pt x="19124" y="8650"/>
                      </a:lnTo>
                      <a:cubicBezTo>
                        <a:pt x="20157" y="6721"/>
                        <a:pt x="19595" y="4439"/>
                        <a:pt x="18054" y="3413"/>
                      </a:cubicBezTo>
                      <a:cubicBezTo>
                        <a:pt x="17480" y="3031"/>
                        <a:pt x="16798" y="2841"/>
                        <a:pt x="16095" y="2841"/>
                      </a:cubicBezTo>
                      <a:cubicBezTo>
                        <a:pt x="15386" y="2841"/>
                        <a:pt x="14656" y="3034"/>
                        <a:pt x="13994" y="3413"/>
                      </a:cubicBezTo>
                      <a:cubicBezTo>
                        <a:pt x="13804" y="1861"/>
                        <a:pt x="12885" y="550"/>
                        <a:pt x="11638" y="142"/>
                      </a:cubicBezTo>
                      <a:cubicBezTo>
                        <a:pt x="11349" y="47"/>
                        <a:pt x="11044" y="1"/>
                        <a:pt x="1073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1143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85725" dist="28575" dir="4500000" algn="bl" rotWithShape="0">
                    <a:schemeClr val="dk1">
                      <a:alpha val="34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6" name="Google Shape;566;p36"/>
                <p:cNvSpPr/>
                <p:nvPr/>
              </p:nvSpPr>
              <p:spPr>
                <a:xfrm>
                  <a:off x="2898800" y="2960125"/>
                  <a:ext cx="397500" cy="279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00" h="11189" extrusionOk="0">
                      <a:moveTo>
                        <a:pt x="8442" y="0"/>
                      </a:moveTo>
                      <a:cubicBezTo>
                        <a:pt x="6949" y="0"/>
                        <a:pt x="5435" y="1061"/>
                        <a:pt x="4936" y="2764"/>
                      </a:cubicBezTo>
                      <a:cubicBezTo>
                        <a:pt x="4526" y="2628"/>
                        <a:pt x="4111" y="2564"/>
                        <a:pt x="3707" y="2564"/>
                      </a:cubicBezTo>
                      <a:cubicBezTo>
                        <a:pt x="2501" y="2564"/>
                        <a:pt x="1397" y="3139"/>
                        <a:pt x="824" y="4091"/>
                      </a:cubicBezTo>
                      <a:cubicBezTo>
                        <a:pt x="0" y="5466"/>
                        <a:pt x="658" y="6995"/>
                        <a:pt x="729" y="7145"/>
                      </a:cubicBezTo>
                      <a:lnTo>
                        <a:pt x="2468" y="7145"/>
                      </a:lnTo>
                      <a:lnTo>
                        <a:pt x="2468" y="7157"/>
                      </a:lnTo>
                      <a:lnTo>
                        <a:pt x="2535" y="7145"/>
                      </a:lnTo>
                      <a:lnTo>
                        <a:pt x="7435" y="7145"/>
                      </a:lnTo>
                      <a:cubicBezTo>
                        <a:pt x="6306" y="8813"/>
                        <a:pt x="5989" y="10338"/>
                        <a:pt x="6516" y="10837"/>
                      </a:cubicBezTo>
                      <a:cubicBezTo>
                        <a:pt x="6663" y="10977"/>
                        <a:pt x="7035" y="11188"/>
                        <a:pt x="7481" y="11188"/>
                      </a:cubicBezTo>
                      <a:cubicBezTo>
                        <a:pt x="7527" y="11188"/>
                        <a:pt x="7574" y="11186"/>
                        <a:pt x="7621" y="11181"/>
                      </a:cubicBezTo>
                      <a:cubicBezTo>
                        <a:pt x="7938" y="11150"/>
                        <a:pt x="8199" y="11015"/>
                        <a:pt x="8314" y="10916"/>
                      </a:cubicBezTo>
                      <a:cubicBezTo>
                        <a:pt x="8837" y="10464"/>
                        <a:pt x="8493" y="8928"/>
                        <a:pt x="7506" y="7145"/>
                      </a:cubicBezTo>
                      <a:lnTo>
                        <a:pt x="14660" y="7145"/>
                      </a:lnTo>
                      <a:lnTo>
                        <a:pt x="14727" y="7161"/>
                      </a:lnTo>
                      <a:cubicBezTo>
                        <a:pt x="14731" y="7133"/>
                        <a:pt x="14735" y="7106"/>
                        <a:pt x="14739" y="7082"/>
                      </a:cubicBezTo>
                      <a:cubicBezTo>
                        <a:pt x="15804" y="6151"/>
                        <a:pt x="15899" y="4539"/>
                        <a:pt x="15032" y="3561"/>
                      </a:cubicBezTo>
                      <a:cubicBezTo>
                        <a:pt x="14574" y="3048"/>
                        <a:pt x="13906" y="2773"/>
                        <a:pt x="13220" y="2773"/>
                      </a:cubicBezTo>
                      <a:cubicBezTo>
                        <a:pt x="12709" y="2773"/>
                        <a:pt x="12186" y="2926"/>
                        <a:pt x="11733" y="3248"/>
                      </a:cubicBezTo>
                      <a:cubicBezTo>
                        <a:pt x="11574" y="1711"/>
                        <a:pt x="10544" y="447"/>
                        <a:pt x="9213" y="99"/>
                      </a:cubicBezTo>
                      <a:cubicBezTo>
                        <a:pt x="8961" y="33"/>
                        <a:pt x="8702" y="0"/>
                        <a:pt x="844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1143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85725" dist="28575" dir="4500000" algn="bl" rotWithShape="0">
                    <a:schemeClr val="dk1">
                      <a:alpha val="34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67" name="Google Shape;567;p36"/>
              <p:cNvGrpSpPr/>
              <p:nvPr/>
            </p:nvGrpSpPr>
            <p:grpSpPr>
              <a:xfrm>
                <a:off x="2243275" y="2928738"/>
                <a:ext cx="1077575" cy="1142900"/>
                <a:chOff x="2218725" y="2711700"/>
                <a:chExt cx="1077575" cy="1142900"/>
              </a:xfrm>
            </p:grpSpPr>
            <p:sp>
              <p:nvSpPr>
                <p:cNvPr id="568" name="Google Shape;568;p36"/>
                <p:cNvSpPr/>
                <p:nvPr/>
              </p:nvSpPr>
              <p:spPr>
                <a:xfrm>
                  <a:off x="2218725" y="2881875"/>
                  <a:ext cx="950025" cy="972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001" h="38909" extrusionOk="0">
                      <a:moveTo>
                        <a:pt x="24059" y="1"/>
                      </a:moveTo>
                      <a:lnTo>
                        <a:pt x="21044" y="5269"/>
                      </a:lnTo>
                      <a:lnTo>
                        <a:pt x="23306" y="5269"/>
                      </a:lnTo>
                      <a:lnTo>
                        <a:pt x="21745" y="8909"/>
                      </a:lnTo>
                      <a:cubicBezTo>
                        <a:pt x="20904" y="8808"/>
                        <a:pt x="20054" y="8759"/>
                        <a:pt x="19203" y="8759"/>
                      </a:cubicBezTo>
                      <a:cubicBezTo>
                        <a:pt x="11107" y="8759"/>
                        <a:pt x="2932" y="13162"/>
                        <a:pt x="1244" y="18771"/>
                      </a:cubicBezTo>
                      <a:cubicBezTo>
                        <a:pt x="1070" y="19349"/>
                        <a:pt x="0" y="23275"/>
                        <a:pt x="2309" y="26190"/>
                      </a:cubicBezTo>
                      <a:cubicBezTo>
                        <a:pt x="4269" y="28663"/>
                        <a:pt x="7672" y="28769"/>
                        <a:pt x="8240" y="28769"/>
                      </a:cubicBezTo>
                      <a:cubicBezTo>
                        <a:pt x="8294" y="28769"/>
                        <a:pt x="8322" y="28768"/>
                        <a:pt x="8322" y="28768"/>
                      </a:cubicBezTo>
                      <a:lnTo>
                        <a:pt x="8322" y="28768"/>
                      </a:lnTo>
                      <a:cubicBezTo>
                        <a:pt x="7534" y="32471"/>
                        <a:pt x="10390" y="34908"/>
                        <a:pt x="14189" y="34908"/>
                      </a:cubicBezTo>
                      <a:cubicBezTo>
                        <a:pt x="15263" y="34908"/>
                        <a:pt x="16411" y="34713"/>
                        <a:pt x="17575" y="34298"/>
                      </a:cubicBezTo>
                      <a:cubicBezTo>
                        <a:pt x="17575" y="34298"/>
                        <a:pt x="19028" y="35474"/>
                        <a:pt x="20929" y="35545"/>
                      </a:cubicBezTo>
                      <a:lnTo>
                        <a:pt x="24383" y="38908"/>
                      </a:lnTo>
                      <a:lnTo>
                        <a:pt x="27445" y="37973"/>
                      </a:lnTo>
                      <a:lnTo>
                        <a:pt x="26708" y="36797"/>
                      </a:lnTo>
                      <a:lnTo>
                        <a:pt x="26835" y="36757"/>
                      </a:lnTo>
                      <a:lnTo>
                        <a:pt x="26554" y="36314"/>
                      </a:lnTo>
                      <a:cubicBezTo>
                        <a:pt x="27532" y="36239"/>
                        <a:pt x="33137" y="35609"/>
                        <a:pt x="33232" y="31363"/>
                      </a:cubicBezTo>
                      <a:lnTo>
                        <a:pt x="33232" y="31359"/>
                      </a:lnTo>
                      <a:cubicBezTo>
                        <a:pt x="34610" y="31165"/>
                        <a:pt x="35561" y="30646"/>
                        <a:pt x="36207" y="29980"/>
                      </a:cubicBezTo>
                      <a:cubicBezTo>
                        <a:pt x="37541" y="28610"/>
                        <a:pt x="38001" y="26566"/>
                        <a:pt x="37383" y="24685"/>
                      </a:cubicBezTo>
                      <a:cubicBezTo>
                        <a:pt x="37339" y="23453"/>
                        <a:pt x="37141" y="21631"/>
                        <a:pt x="36353" y="19611"/>
                      </a:cubicBezTo>
                      <a:cubicBezTo>
                        <a:pt x="34016" y="13638"/>
                        <a:pt x="28471" y="10929"/>
                        <a:pt x="26530" y="10133"/>
                      </a:cubicBezTo>
                      <a:cubicBezTo>
                        <a:pt x="25259" y="9610"/>
                        <a:pt x="23924" y="9245"/>
                        <a:pt x="22561" y="9027"/>
                      </a:cubicBezTo>
                      <a:lnTo>
                        <a:pt x="27821" y="3764"/>
                      </a:lnTo>
                      <a:lnTo>
                        <a:pt x="25564" y="3764"/>
                      </a:lnTo>
                      <a:lnTo>
                        <a:pt x="2782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1143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9" name="Google Shape;569;p36"/>
                <p:cNvSpPr/>
                <p:nvPr/>
              </p:nvSpPr>
              <p:spPr>
                <a:xfrm>
                  <a:off x="2342200" y="2974850"/>
                  <a:ext cx="109150" cy="15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66" h="6263" extrusionOk="0">
                      <a:moveTo>
                        <a:pt x="2278" y="1"/>
                      </a:moveTo>
                      <a:cubicBezTo>
                        <a:pt x="503" y="2579"/>
                        <a:pt x="0" y="4952"/>
                        <a:pt x="816" y="5724"/>
                      </a:cubicBezTo>
                      <a:cubicBezTo>
                        <a:pt x="1043" y="5936"/>
                        <a:pt x="1611" y="6262"/>
                        <a:pt x="2290" y="6262"/>
                      </a:cubicBezTo>
                      <a:cubicBezTo>
                        <a:pt x="2360" y="6262"/>
                        <a:pt x="2431" y="6259"/>
                        <a:pt x="2504" y="6251"/>
                      </a:cubicBezTo>
                      <a:cubicBezTo>
                        <a:pt x="2983" y="6204"/>
                        <a:pt x="3387" y="5994"/>
                        <a:pt x="3561" y="5843"/>
                      </a:cubicBezTo>
                      <a:cubicBezTo>
                        <a:pt x="4365" y="5150"/>
                        <a:pt x="3827" y="2758"/>
                        <a:pt x="227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1143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0" name="Google Shape;570;p36"/>
                <p:cNvSpPr/>
                <p:nvPr/>
              </p:nvSpPr>
              <p:spPr>
                <a:xfrm>
                  <a:off x="2253175" y="2711700"/>
                  <a:ext cx="503950" cy="350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58" h="14028" extrusionOk="0">
                      <a:moveTo>
                        <a:pt x="10733" y="1"/>
                      </a:moveTo>
                      <a:cubicBezTo>
                        <a:pt x="9106" y="1"/>
                        <a:pt x="7300" y="1259"/>
                        <a:pt x="6742" y="3413"/>
                      </a:cubicBezTo>
                      <a:cubicBezTo>
                        <a:pt x="6678" y="3377"/>
                        <a:pt x="6166" y="3093"/>
                        <a:pt x="5533" y="3093"/>
                      </a:cubicBezTo>
                      <a:cubicBezTo>
                        <a:pt x="5268" y="3093"/>
                        <a:pt x="4982" y="3143"/>
                        <a:pt x="4698" y="3283"/>
                      </a:cubicBezTo>
                      <a:cubicBezTo>
                        <a:pt x="3799" y="3726"/>
                        <a:pt x="3312" y="4883"/>
                        <a:pt x="3648" y="6031"/>
                      </a:cubicBezTo>
                      <a:cubicBezTo>
                        <a:pt x="3275" y="5823"/>
                        <a:pt x="2862" y="5718"/>
                        <a:pt x="2454" y="5718"/>
                      </a:cubicBezTo>
                      <a:cubicBezTo>
                        <a:pt x="2048" y="5718"/>
                        <a:pt x="1647" y="5822"/>
                        <a:pt x="1296" y="6031"/>
                      </a:cubicBezTo>
                      <a:cubicBezTo>
                        <a:pt x="436" y="6546"/>
                        <a:pt x="1" y="7612"/>
                        <a:pt x="246" y="8650"/>
                      </a:cubicBezTo>
                      <a:lnTo>
                        <a:pt x="2967" y="8650"/>
                      </a:lnTo>
                      <a:lnTo>
                        <a:pt x="3031" y="8669"/>
                      </a:lnTo>
                      <a:cubicBezTo>
                        <a:pt x="3031" y="8669"/>
                        <a:pt x="3031" y="8661"/>
                        <a:pt x="3035" y="8650"/>
                      </a:cubicBezTo>
                      <a:lnTo>
                        <a:pt x="13147" y="8650"/>
                      </a:lnTo>
                      <a:cubicBezTo>
                        <a:pt x="11840" y="10872"/>
                        <a:pt x="11527" y="12804"/>
                        <a:pt x="12252" y="13490"/>
                      </a:cubicBezTo>
                      <a:cubicBezTo>
                        <a:pt x="12474" y="13702"/>
                        <a:pt x="13042" y="14027"/>
                        <a:pt x="13721" y="14027"/>
                      </a:cubicBezTo>
                      <a:cubicBezTo>
                        <a:pt x="13792" y="14027"/>
                        <a:pt x="13863" y="14024"/>
                        <a:pt x="13935" y="14016"/>
                      </a:cubicBezTo>
                      <a:cubicBezTo>
                        <a:pt x="14418" y="13969"/>
                        <a:pt x="14818" y="13759"/>
                        <a:pt x="14996" y="13608"/>
                      </a:cubicBezTo>
                      <a:cubicBezTo>
                        <a:pt x="15709" y="12991"/>
                        <a:pt x="15357" y="11022"/>
                        <a:pt x="14177" y="8650"/>
                      </a:cubicBezTo>
                      <a:lnTo>
                        <a:pt x="17947" y="8650"/>
                      </a:lnTo>
                      <a:lnTo>
                        <a:pt x="17951" y="8661"/>
                      </a:lnTo>
                      <a:lnTo>
                        <a:pt x="18015" y="8650"/>
                      </a:lnTo>
                      <a:lnTo>
                        <a:pt x="19124" y="8650"/>
                      </a:lnTo>
                      <a:cubicBezTo>
                        <a:pt x="20157" y="6721"/>
                        <a:pt x="19595" y="4439"/>
                        <a:pt x="18054" y="3413"/>
                      </a:cubicBezTo>
                      <a:cubicBezTo>
                        <a:pt x="17480" y="3031"/>
                        <a:pt x="16798" y="2841"/>
                        <a:pt x="16095" y="2841"/>
                      </a:cubicBezTo>
                      <a:cubicBezTo>
                        <a:pt x="15386" y="2841"/>
                        <a:pt x="14656" y="3034"/>
                        <a:pt x="13994" y="3413"/>
                      </a:cubicBezTo>
                      <a:cubicBezTo>
                        <a:pt x="13804" y="1861"/>
                        <a:pt x="12885" y="550"/>
                        <a:pt x="11638" y="142"/>
                      </a:cubicBezTo>
                      <a:cubicBezTo>
                        <a:pt x="11349" y="47"/>
                        <a:pt x="11044" y="1"/>
                        <a:pt x="1073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1143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1" name="Google Shape;571;p36"/>
                <p:cNvSpPr/>
                <p:nvPr/>
              </p:nvSpPr>
              <p:spPr>
                <a:xfrm>
                  <a:off x="2898800" y="2960125"/>
                  <a:ext cx="397500" cy="279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00" h="11189" extrusionOk="0">
                      <a:moveTo>
                        <a:pt x="8442" y="0"/>
                      </a:moveTo>
                      <a:cubicBezTo>
                        <a:pt x="6949" y="0"/>
                        <a:pt x="5435" y="1061"/>
                        <a:pt x="4936" y="2764"/>
                      </a:cubicBezTo>
                      <a:cubicBezTo>
                        <a:pt x="4526" y="2628"/>
                        <a:pt x="4111" y="2564"/>
                        <a:pt x="3707" y="2564"/>
                      </a:cubicBezTo>
                      <a:cubicBezTo>
                        <a:pt x="2501" y="2564"/>
                        <a:pt x="1397" y="3139"/>
                        <a:pt x="824" y="4091"/>
                      </a:cubicBezTo>
                      <a:cubicBezTo>
                        <a:pt x="0" y="5466"/>
                        <a:pt x="658" y="6995"/>
                        <a:pt x="729" y="7145"/>
                      </a:cubicBezTo>
                      <a:lnTo>
                        <a:pt x="2468" y="7145"/>
                      </a:lnTo>
                      <a:lnTo>
                        <a:pt x="2468" y="7157"/>
                      </a:lnTo>
                      <a:lnTo>
                        <a:pt x="2535" y="7145"/>
                      </a:lnTo>
                      <a:lnTo>
                        <a:pt x="7435" y="7145"/>
                      </a:lnTo>
                      <a:cubicBezTo>
                        <a:pt x="6306" y="8813"/>
                        <a:pt x="5989" y="10338"/>
                        <a:pt x="6516" y="10837"/>
                      </a:cubicBezTo>
                      <a:cubicBezTo>
                        <a:pt x="6663" y="10977"/>
                        <a:pt x="7035" y="11188"/>
                        <a:pt x="7481" y="11188"/>
                      </a:cubicBezTo>
                      <a:cubicBezTo>
                        <a:pt x="7527" y="11188"/>
                        <a:pt x="7574" y="11186"/>
                        <a:pt x="7621" y="11181"/>
                      </a:cubicBezTo>
                      <a:cubicBezTo>
                        <a:pt x="7938" y="11150"/>
                        <a:pt x="8199" y="11015"/>
                        <a:pt x="8314" y="10916"/>
                      </a:cubicBezTo>
                      <a:cubicBezTo>
                        <a:pt x="8837" y="10464"/>
                        <a:pt x="8493" y="8928"/>
                        <a:pt x="7506" y="7145"/>
                      </a:cubicBezTo>
                      <a:lnTo>
                        <a:pt x="14660" y="7145"/>
                      </a:lnTo>
                      <a:lnTo>
                        <a:pt x="14727" y="7161"/>
                      </a:lnTo>
                      <a:cubicBezTo>
                        <a:pt x="14731" y="7133"/>
                        <a:pt x="14735" y="7106"/>
                        <a:pt x="14739" y="7082"/>
                      </a:cubicBezTo>
                      <a:cubicBezTo>
                        <a:pt x="15804" y="6151"/>
                        <a:pt x="15899" y="4539"/>
                        <a:pt x="15032" y="3561"/>
                      </a:cubicBezTo>
                      <a:cubicBezTo>
                        <a:pt x="14574" y="3048"/>
                        <a:pt x="13906" y="2773"/>
                        <a:pt x="13220" y="2773"/>
                      </a:cubicBezTo>
                      <a:cubicBezTo>
                        <a:pt x="12709" y="2773"/>
                        <a:pt x="12186" y="2926"/>
                        <a:pt x="11733" y="3248"/>
                      </a:cubicBezTo>
                      <a:cubicBezTo>
                        <a:pt x="11574" y="1711"/>
                        <a:pt x="10544" y="447"/>
                        <a:pt x="9213" y="99"/>
                      </a:cubicBezTo>
                      <a:cubicBezTo>
                        <a:pt x="8961" y="33"/>
                        <a:pt x="8702" y="0"/>
                        <a:pt x="844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1143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72" name="Google Shape;572;p36"/>
            <p:cNvGrpSpPr/>
            <p:nvPr/>
          </p:nvGrpSpPr>
          <p:grpSpPr>
            <a:xfrm>
              <a:off x="2243025" y="2928722"/>
              <a:ext cx="1078075" cy="1142975"/>
              <a:chOff x="2341450" y="2966950"/>
              <a:chExt cx="1078075" cy="1142975"/>
            </a:xfrm>
          </p:grpSpPr>
          <p:sp>
            <p:nvSpPr>
              <p:cNvPr id="573" name="Google Shape;573;p36"/>
              <p:cNvSpPr/>
              <p:nvPr/>
            </p:nvSpPr>
            <p:spPr>
              <a:xfrm>
                <a:off x="2341450" y="3356100"/>
                <a:ext cx="950025" cy="753825"/>
              </a:xfrm>
              <a:custGeom>
                <a:avLst/>
                <a:gdLst/>
                <a:ahLst/>
                <a:cxnLst/>
                <a:rect l="l" t="t" r="r" b="b"/>
                <a:pathLst>
                  <a:path w="38001" h="30153" extrusionOk="0">
                    <a:moveTo>
                      <a:pt x="19203" y="1"/>
                    </a:moveTo>
                    <a:cubicBezTo>
                      <a:pt x="11108" y="1"/>
                      <a:pt x="2930" y="4404"/>
                      <a:pt x="1244" y="10015"/>
                    </a:cubicBezTo>
                    <a:cubicBezTo>
                      <a:pt x="1070" y="10590"/>
                      <a:pt x="0" y="14515"/>
                      <a:pt x="2309" y="17430"/>
                    </a:cubicBezTo>
                    <a:cubicBezTo>
                      <a:pt x="4269" y="19908"/>
                      <a:pt x="7672" y="20014"/>
                      <a:pt x="8240" y="20014"/>
                    </a:cubicBezTo>
                    <a:cubicBezTo>
                      <a:pt x="8294" y="20014"/>
                      <a:pt x="8322" y="20013"/>
                      <a:pt x="8322" y="20013"/>
                    </a:cubicBezTo>
                    <a:lnTo>
                      <a:pt x="8322" y="20013"/>
                    </a:lnTo>
                    <a:cubicBezTo>
                      <a:pt x="7534" y="23712"/>
                      <a:pt x="10390" y="26148"/>
                      <a:pt x="14189" y="26148"/>
                    </a:cubicBezTo>
                    <a:cubicBezTo>
                      <a:pt x="15262" y="26148"/>
                      <a:pt x="16411" y="25953"/>
                      <a:pt x="17575" y="25538"/>
                    </a:cubicBezTo>
                    <a:cubicBezTo>
                      <a:pt x="17575" y="25538"/>
                      <a:pt x="19028" y="26714"/>
                      <a:pt x="20929" y="26790"/>
                    </a:cubicBezTo>
                    <a:lnTo>
                      <a:pt x="24383" y="30152"/>
                    </a:lnTo>
                    <a:lnTo>
                      <a:pt x="27445" y="29218"/>
                    </a:lnTo>
                    <a:lnTo>
                      <a:pt x="26411" y="27566"/>
                    </a:lnTo>
                    <a:cubicBezTo>
                      <a:pt x="26411" y="27566"/>
                      <a:pt x="33125" y="27257"/>
                      <a:pt x="33232" y="22603"/>
                    </a:cubicBezTo>
                    <a:cubicBezTo>
                      <a:pt x="34610" y="22405"/>
                      <a:pt x="35561" y="21890"/>
                      <a:pt x="36207" y="21225"/>
                    </a:cubicBezTo>
                    <a:cubicBezTo>
                      <a:pt x="37541" y="19850"/>
                      <a:pt x="38001" y="17806"/>
                      <a:pt x="37383" y="15925"/>
                    </a:cubicBezTo>
                    <a:cubicBezTo>
                      <a:pt x="37339" y="14693"/>
                      <a:pt x="37141" y="12871"/>
                      <a:pt x="36353" y="10855"/>
                    </a:cubicBezTo>
                    <a:cubicBezTo>
                      <a:pt x="34016" y="4878"/>
                      <a:pt x="28471" y="2173"/>
                      <a:pt x="26530" y="1373"/>
                    </a:cubicBezTo>
                    <a:cubicBezTo>
                      <a:pt x="24227" y="426"/>
                      <a:pt x="21719" y="1"/>
                      <a:pt x="1920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36"/>
              <p:cNvSpPr/>
              <p:nvPr/>
            </p:nvSpPr>
            <p:spPr>
              <a:xfrm>
                <a:off x="2783575" y="3883925"/>
                <a:ext cx="362850" cy="193825"/>
              </a:xfrm>
              <a:custGeom>
                <a:avLst/>
                <a:gdLst/>
                <a:ahLst/>
                <a:cxnLst/>
                <a:rect l="l" t="t" r="r" b="b"/>
                <a:pathLst>
                  <a:path w="14514" h="7753" extrusionOk="0">
                    <a:moveTo>
                      <a:pt x="9851" y="0"/>
                    </a:moveTo>
                    <a:cubicBezTo>
                      <a:pt x="8712" y="0"/>
                      <a:pt x="7509" y="160"/>
                      <a:pt x="6425" y="627"/>
                    </a:cubicBezTo>
                    <a:cubicBezTo>
                      <a:pt x="6425" y="627"/>
                      <a:pt x="1078" y="1304"/>
                      <a:pt x="0" y="3478"/>
                    </a:cubicBezTo>
                    <a:cubicBezTo>
                      <a:pt x="0" y="3478"/>
                      <a:pt x="1347" y="4568"/>
                      <a:pt x="3114" y="4639"/>
                    </a:cubicBezTo>
                    <a:lnTo>
                      <a:pt x="6314" y="7752"/>
                    </a:lnTo>
                    <a:lnTo>
                      <a:pt x="9150" y="6889"/>
                    </a:lnTo>
                    <a:lnTo>
                      <a:pt x="8192" y="5356"/>
                    </a:lnTo>
                    <a:cubicBezTo>
                      <a:pt x="8192" y="5356"/>
                      <a:pt x="14414" y="5071"/>
                      <a:pt x="14513" y="757"/>
                    </a:cubicBezTo>
                    <a:cubicBezTo>
                      <a:pt x="14513" y="757"/>
                      <a:pt x="12332" y="0"/>
                      <a:pt x="9851" y="0"/>
                    </a:cubicBezTo>
                    <a:close/>
                  </a:path>
                </a:pathLst>
              </a:custGeom>
              <a:solidFill>
                <a:srgbClr val="C4BFFA">
                  <a:alpha val="367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Google Shape;575;p36"/>
              <p:cNvSpPr/>
              <p:nvPr/>
            </p:nvSpPr>
            <p:spPr>
              <a:xfrm>
                <a:off x="2861200" y="3891350"/>
                <a:ext cx="107775" cy="110250"/>
              </a:xfrm>
              <a:custGeom>
                <a:avLst/>
                <a:gdLst/>
                <a:ahLst/>
                <a:cxnLst/>
                <a:rect l="l" t="t" r="r" b="b"/>
                <a:pathLst>
                  <a:path w="4311" h="4410" extrusionOk="0">
                    <a:moveTo>
                      <a:pt x="4180" y="1"/>
                    </a:moveTo>
                    <a:cubicBezTo>
                      <a:pt x="3954" y="1854"/>
                      <a:pt x="3162" y="3181"/>
                      <a:pt x="1890" y="3835"/>
                    </a:cubicBezTo>
                    <a:cubicBezTo>
                      <a:pt x="1116" y="4238"/>
                      <a:pt x="373" y="4277"/>
                      <a:pt x="111" y="4277"/>
                    </a:cubicBezTo>
                    <a:cubicBezTo>
                      <a:pt x="49" y="4277"/>
                      <a:pt x="14" y="4275"/>
                      <a:pt x="13" y="4275"/>
                    </a:cubicBezTo>
                    <a:lnTo>
                      <a:pt x="1" y="4405"/>
                    </a:lnTo>
                    <a:cubicBezTo>
                      <a:pt x="9" y="4405"/>
                      <a:pt x="52" y="4409"/>
                      <a:pt x="128" y="4409"/>
                    </a:cubicBezTo>
                    <a:cubicBezTo>
                      <a:pt x="413" y="4409"/>
                      <a:pt x="1153" y="4366"/>
                      <a:pt x="1946" y="3958"/>
                    </a:cubicBezTo>
                    <a:cubicBezTo>
                      <a:pt x="2865" y="3486"/>
                      <a:pt x="4017" y="2421"/>
                      <a:pt x="4310" y="17"/>
                    </a:cubicBezTo>
                    <a:lnTo>
                      <a:pt x="41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Google Shape;576;p36"/>
              <p:cNvSpPr/>
              <p:nvPr/>
            </p:nvSpPr>
            <p:spPr>
              <a:xfrm>
                <a:off x="2376500" y="3379225"/>
                <a:ext cx="880425" cy="605775"/>
              </a:xfrm>
              <a:custGeom>
                <a:avLst/>
                <a:gdLst/>
                <a:ahLst/>
                <a:cxnLst/>
                <a:rect l="l" t="t" r="r" b="b"/>
                <a:pathLst>
                  <a:path w="35217" h="24231" extrusionOk="0">
                    <a:moveTo>
                      <a:pt x="17796" y="1"/>
                    </a:moveTo>
                    <a:cubicBezTo>
                      <a:pt x="10293" y="1"/>
                      <a:pt x="2715" y="4083"/>
                      <a:pt x="1153" y="9281"/>
                    </a:cubicBezTo>
                    <a:cubicBezTo>
                      <a:pt x="990" y="9811"/>
                      <a:pt x="0" y="13451"/>
                      <a:pt x="2139" y="16153"/>
                    </a:cubicBezTo>
                    <a:cubicBezTo>
                      <a:pt x="3961" y="18449"/>
                      <a:pt x="7118" y="18546"/>
                      <a:pt x="7636" y="18546"/>
                    </a:cubicBezTo>
                    <a:cubicBezTo>
                      <a:pt x="7683" y="18546"/>
                      <a:pt x="7708" y="18545"/>
                      <a:pt x="7708" y="18545"/>
                    </a:cubicBezTo>
                    <a:lnTo>
                      <a:pt x="7708" y="18545"/>
                    </a:lnTo>
                    <a:cubicBezTo>
                      <a:pt x="6981" y="21973"/>
                      <a:pt x="9628" y="24231"/>
                      <a:pt x="13148" y="24231"/>
                    </a:cubicBezTo>
                    <a:cubicBezTo>
                      <a:pt x="14610" y="24231"/>
                      <a:pt x="16222" y="23842"/>
                      <a:pt x="17804" y="22985"/>
                    </a:cubicBezTo>
                    <a:cubicBezTo>
                      <a:pt x="21067" y="21224"/>
                      <a:pt x="24665" y="20875"/>
                      <a:pt x="27001" y="20875"/>
                    </a:cubicBezTo>
                    <a:cubicBezTo>
                      <a:pt x="28531" y="20875"/>
                      <a:pt x="29521" y="21024"/>
                      <a:pt x="29521" y="21024"/>
                    </a:cubicBezTo>
                    <a:cubicBezTo>
                      <a:pt x="29554" y="21025"/>
                      <a:pt x="29587" y="21025"/>
                      <a:pt x="29620" y="21025"/>
                    </a:cubicBezTo>
                    <a:cubicBezTo>
                      <a:pt x="31559" y="21025"/>
                      <a:pt x="32786" y="20456"/>
                      <a:pt x="33553" y="19666"/>
                    </a:cubicBezTo>
                    <a:cubicBezTo>
                      <a:pt x="34789" y="18394"/>
                      <a:pt x="35216" y="16501"/>
                      <a:pt x="34642" y="14758"/>
                    </a:cubicBezTo>
                    <a:cubicBezTo>
                      <a:pt x="34603" y="13618"/>
                      <a:pt x="34416" y="11926"/>
                      <a:pt x="33684" y="10057"/>
                    </a:cubicBezTo>
                    <a:cubicBezTo>
                      <a:pt x="31521" y="4524"/>
                      <a:pt x="26384" y="2012"/>
                      <a:pt x="24585" y="1272"/>
                    </a:cubicBezTo>
                    <a:cubicBezTo>
                      <a:pt x="22451" y="395"/>
                      <a:pt x="20128" y="1"/>
                      <a:pt x="1779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Google Shape;577;p36"/>
              <p:cNvSpPr/>
              <p:nvPr/>
            </p:nvSpPr>
            <p:spPr>
              <a:xfrm>
                <a:off x="2561075" y="3638950"/>
                <a:ext cx="392150" cy="205600"/>
              </a:xfrm>
              <a:custGeom>
                <a:avLst/>
                <a:gdLst/>
                <a:ahLst/>
                <a:cxnLst/>
                <a:rect l="l" t="t" r="r" b="b"/>
                <a:pathLst>
                  <a:path w="15686" h="8224" extrusionOk="0">
                    <a:moveTo>
                      <a:pt x="13287" y="0"/>
                    </a:moveTo>
                    <a:cubicBezTo>
                      <a:pt x="12515" y="0"/>
                      <a:pt x="11634" y="238"/>
                      <a:pt x="10952" y="919"/>
                    </a:cubicBezTo>
                    <a:cubicBezTo>
                      <a:pt x="9510" y="2357"/>
                      <a:pt x="8322" y="3272"/>
                      <a:pt x="3941" y="3854"/>
                    </a:cubicBezTo>
                    <a:cubicBezTo>
                      <a:pt x="2543" y="4041"/>
                      <a:pt x="1521" y="4571"/>
                      <a:pt x="896" y="5427"/>
                    </a:cubicBezTo>
                    <a:cubicBezTo>
                      <a:pt x="0" y="6659"/>
                      <a:pt x="258" y="8152"/>
                      <a:pt x="262" y="8168"/>
                    </a:cubicBezTo>
                    <a:cubicBezTo>
                      <a:pt x="266" y="8200"/>
                      <a:pt x="293" y="8223"/>
                      <a:pt x="325" y="8223"/>
                    </a:cubicBezTo>
                    <a:lnTo>
                      <a:pt x="337" y="8219"/>
                    </a:lnTo>
                    <a:cubicBezTo>
                      <a:pt x="373" y="8215"/>
                      <a:pt x="396" y="8180"/>
                      <a:pt x="392" y="8144"/>
                    </a:cubicBezTo>
                    <a:cubicBezTo>
                      <a:pt x="389" y="8128"/>
                      <a:pt x="139" y="6690"/>
                      <a:pt x="1002" y="5506"/>
                    </a:cubicBezTo>
                    <a:cubicBezTo>
                      <a:pt x="1605" y="4678"/>
                      <a:pt x="2599" y="4167"/>
                      <a:pt x="3957" y="3985"/>
                    </a:cubicBezTo>
                    <a:cubicBezTo>
                      <a:pt x="8382" y="3395"/>
                      <a:pt x="9586" y="2468"/>
                      <a:pt x="11047" y="1011"/>
                    </a:cubicBezTo>
                    <a:cubicBezTo>
                      <a:pt x="11701" y="360"/>
                      <a:pt x="12547" y="131"/>
                      <a:pt x="13287" y="131"/>
                    </a:cubicBezTo>
                    <a:cubicBezTo>
                      <a:pt x="13606" y="131"/>
                      <a:pt x="13905" y="173"/>
                      <a:pt x="14161" y="242"/>
                    </a:cubicBezTo>
                    <a:cubicBezTo>
                      <a:pt x="14893" y="436"/>
                      <a:pt x="15412" y="852"/>
                      <a:pt x="15551" y="1351"/>
                    </a:cubicBezTo>
                    <a:cubicBezTo>
                      <a:pt x="15557" y="1380"/>
                      <a:pt x="15581" y="1398"/>
                      <a:pt x="15609" y="1398"/>
                    </a:cubicBezTo>
                    <a:cubicBezTo>
                      <a:pt x="15616" y="1398"/>
                      <a:pt x="15623" y="1397"/>
                      <a:pt x="15630" y="1395"/>
                    </a:cubicBezTo>
                    <a:cubicBezTo>
                      <a:pt x="15666" y="1387"/>
                      <a:pt x="15685" y="1351"/>
                      <a:pt x="15678" y="1316"/>
                    </a:cubicBezTo>
                    <a:cubicBezTo>
                      <a:pt x="15527" y="773"/>
                      <a:pt x="14976" y="321"/>
                      <a:pt x="14196" y="115"/>
                    </a:cubicBezTo>
                    <a:cubicBezTo>
                      <a:pt x="13930" y="44"/>
                      <a:pt x="13618" y="0"/>
                      <a:pt x="1328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Google Shape;578;p36"/>
              <p:cNvSpPr/>
              <p:nvPr/>
            </p:nvSpPr>
            <p:spPr>
              <a:xfrm>
                <a:off x="2392525" y="3544975"/>
                <a:ext cx="300675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12027" h="7000" extrusionOk="0">
                    <a:moveTo>
                      <a:pt x="11820" y="0"/>
                    </a:moveTo>
                    <a:cubicBezTo>
                      <a:pt x="11817" y="0"/>
                      <a:pt x="11815" y="0"/>
                      <a:pt x="11812" y="1"/>
                    </a:cubicBezTo>
                    <a:cubicBezTo>
                      <a:pt x="11777" y="5"/>
                      <a:pt x="11753" y="36"/>
                      <a:pt x="11753" y="76"/>
                    </a:cubicBezTo>
                    <a:cubicBezTo>
                      <a:pt x="11892" y="1498"/>
                      <a:pt x="11285" y="2654"/>
                      <a:pt x="9947" y="3510"/>
                    </a:cubicBezTo>
                    <a:cubicBezTo>
                      <a:pt x="8945" y="4152"/>
                      <a:pt x="7883" y="4373"/>
                      <a:pt x="7871" y="4377"/>
                    </a:cubicBezTo>
                    <a:cubicBezTo>
                      <a:pt x="7855" y="4381"/>
                      <a:pt x="7840" y="4389"/>
                      <a:pt x="7832" y="4401"/>
                    </a:cubicBezTo>
                    <a:cubicBezTo>
                      <a:pt x="6618" y="6041"/>
                      <a:pt x="5350" y="6869"/>
                      <a:pt x="4066" y="6869"/>
                    </a:cubicBezTo>
                    <a:cubicBezTo>
                      <a:pt x="4013" y="6869"/>
                      <a:pt x="3959" y="6868"/>
                      <a:pt x="3906" y="6865"/>
                    </a:cubicBezTo>
                    <a:cubicBezTo>
                      <a:pt x="1688" y="6750"/>
                      <a:pt x="147" y="4183"/>
                      <a:pt x="132" y="4160"/>
                    </a:cubicBezTo>
                    <a:cubicBezTo>
                      <a:pt x="118" y="4138"/>
                      <a:pt x="96" y="4126"/>
                      <a:pt x="74" y="4126"/>
                    </a:cubicBezTo>
                    <a:cubicBezTo>
                      <a:pt x="63" y="4126"/>
                      <a:pt x="51" y="4129"/>
                      <a:pt x="41" y="4136"/>
                    </a:cubicBezTo>
                    <a:cubicBezTo>
                      <a:pt x="9" y="4156"/>
                      <a:pt x="1" y="4195"/>
                      <a:pt x="17" y="4227"/>
                    </a:cubicBezTo>
                    <a:cubicBezTo>
                      <a:pt x="33" y="4255"/>
                      <a:pt x="1609" y="6877"/>
                      <a:pt x="3898" y="6996"/>
                    </a:cubicBezTo>
                    <a:cubicBezTo>
                      <a:pt x="3954" y="7000"/>
                      <a:pt x="4009" y="7000"/>
                      <a:pt x="4061" y="7000"/>
                    </a:cubicBezTo>
                    <a:cubicBezTo>
                      <a:pt x="5388" y="7000"/>
                      <a:pt x="6687" y="6160"/>
                      <a:pt x="7923" y="4500"/>
                    </a:cubicBezTo>
                    <a:cubicBezTo>
                      <a:pt x="8093" y="4465"/>
                      <a:pt x="9079" y="4223"/>
                      <a:pt x="10014" y="3625"/>
                    </a:cubicBezTo>
                    <a:cubicBezTo>
                      <a:pt x="11381" y="2754"/>
                      <a:pt x="12026" y="1522"/>
                      <a:pt x="11888" y="60"/>
                    </a:cubicBezTo>
                    <a:cubicBezTo>
                      <a:pt x="11884" y="27"/>
                      <a:pt x="11856" y="0"/>
                      <a:pt x="1182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Google Shape;579;p36"/>
              <p:cNvSpPr/>
              <p:nvPr/>
            </p:nvSpPr>
            <p:spPr>
              <a:xfrm>
                <a:off x="2981525" y="3507550"/>
                <a:ext cx="171925" cy="222725"/>
              </a:xfrm>
              <a:custGeom>
                <a:avLst/>
                <a:gdLst/>
                <a:ahLst/>
                <a:cxnLst/>
                <a:rect l="l" t="t" r="r" b="b"/>
                <a:pathLst>
                  <a:path w="6877" h="8909" extrusionOk="0">
                    <a:moveTo>
                      <a:pt x="4682" y="1"/>
                    </a:moveTo>
                    <a:cubicBezTo>
                      <a:pt x="4358" y="1"/>
                      <a:pt x="4035" y="51"/>
                      <a:pt x="3743" y="183"/>
                    </a:cubicBezTo>
                    <a:cubicBezTo>
                      <a:pt x="3252" y="401"/>
                      <a:pt x="2919" y="824"/>
                      <a:pt x="2753" y="1438"/>
                    </a:cubicBezTo>
                    <a:cubicBezTo>
                      <a:pt x="2543" y="2234"/>
                      <a:pt x="2654" y="3066"/>
                      <a:pt x="2765" y="3870"/>
                    </a:cubicBezTo>
                    <a:cubicBezTo>
                      <a:pt x="3011" y="5684"/>
                      <a:pt x="3240" y="7399"/>
                      <a:pt x="52" y="8782"/>
                    </a:cubicBezTo>
                    <a:cubicBezTo>
                      <a:pt x="16" y="8798"/>
                      <a:pt x="0" y="8837"/>
                      <a:pt x="16" y="8869"/>
                    </a:cubicBezTo>
                    <a:cubicBezTo>
                      <a:pt x="28" y="8897"/>
                      <a:pt x="52" y="8908"/>
                      <a:pt x="76" y="8908"/>
                    </a:cubicBezTo>
                    <a:cubicBezTo>
                      <a:pt x="87" y="8908"/>
                      <a:pt x="95" y="8908"/>
                      <a:pt x="103" y="8905"/>
                    </a:cubicBezTo>
                    <a:cubicBezTo>
                      <a:pt x="3387" y="7483"/>
                      <a:pt x="3137" y="5637"/>
                      <a:pt x="2896" y="3850"/>
                    </a:cubicBezTo>
                    <a:cubicBezTo>
                      <a:pt x="2789" y="3062"/>
                      <a:pt x="2678" y="2242"/>
                      <a:pt x="2880" y="1474"/>
                    </a:cubicBezTo>
                    <a:cubicBezTo>
                      <a:pt x="3034" y="900"/>
                      <a:pt x="3343" y="507"/>
                      <a:pt x="3799" y="302"/>
                    </a:cubicBezTo>
                    <a:cubicBezTo>
                      <a:pt x="4067" y="181"/>
                      <a:pt x="4367" y="135"/>
                      <a:pt x="4670" y="135"/>
                    </a:cubicBezTo>
                    <a:cubicBezTo>
                      <a:pt x="5694" y="135"/>
                      <a:pt x="6758" y="664"/>
                      <a:pt x="6773" y="670"/>
                    </a:cubicBezTo>
                    <a:cubicBezTo>
                      <a:pt x="6783" y="675"/>
                      <a:pt x="6793" y="677"/>
                      <a:pt x="6803" y="677"/>
                    </a:cubicBezTo>
                    <a:cubicBezTo>
                      <a:pt x="6827" y="677"/>
                      <a:pt x="6849" y="664"/>
                      <a:pt x="6861" y="642"/>
                    </a:cubicBezTo>
                    <a:cubicBezTo>
                      <a:pt x="6876" y="610"/>
                      <a:pt x="6864" y="567"/>
                      <a:pt x="6833" y="551"/>
                    </a:cubicBezTo>
                    <a:cubicBezTo>
                      <a:pt x="6775" y="524"/>
                      <a:pt x="5724" y="1"/>
                      <a:pt x="468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Google Shape;580;p36"/>
              <p:cNvSpPr/>
              <p:nvPr/>
            </p:nvSpPr>
            <p:spPr>
              <a:xfrm>
                <a:off x="3111250" y="3711925"/>
                <a:ext cx="133100" cy="37950"/>
              </a:xfrm>
              <a:custGeom>
                <a:avLst/>
                <a:gdLst/>
                <a:ahLst/>
                <a:cxnLst/>
                <a:rect l="l" t="t" r="r" b="b"/>
                <a:pathLst>
                  <a:path w="5324" h="1518" extrusionOk="0">
                    <a:moveTo>
                      <a:pt x="2127" y="0"/>
                    </a:moveTo>
                    <a:cubicBezTo>
                      <a:pt x="992" y="0"/>
                      <a:pt x="70" y="335"/>
                      <a:pt x="52" y="341"/>
                    </a:cubicBezTo>
                    <a:cubicBezTo>
                      <a:pt x="20" y="353"/>
                      <a:pt x="0" y="393"/>
                      <a:pt x="12" y="425"/>
                    </a:cubicBezTo>
                    <a:cubicBezTo>
                      <a:pt x="24" y="452"/>
                      <a:pt x="49" y="468"/>
                      <a:pt x="76" y="468"/>
                    </a:cubicBezTo>
                    <a:cubicBezTo>
                      <a:pt x="83" y="468"/>
                      <a:pt x="91" y="467"/>
                      <a:pt x="99" y="464"/>
                    </a:cubicBezTo>
                    <a:cubicBezTo>
                      <a:pt x="115" y="458"/>
                      <a:pt x="1018" y="131"/>
                      <a:pt x="2126" y="131"/>
                    </a:cubicBezTo>
                    <a:cubicBezTo>
                      <a:pt x="3153" y="131"/>
                      <a:pt x="4357" y="412"/>
                      <a:pt x="5197" y="1490"/>
                    </a:cubicBezTo>
                    <a:cubicBezTo>
                      <a:pt x="5213" y="1510"/>
                      <a:pt x="5232" y="1518"/>
                      <a:pt x="5252" y="1518"/>
                    </a:cubicBezTo>
                    <a:cubicBezTo>
                      <a:pt x="5264" y="1518"/>
                      <a:pt x="5280" y="1514"/>
                      <a:pt x="5292" y="1502"/>
                    </a:cubicBezTo>
                    <a:cubicBezTo>
                      <a:pt x="5319" y="1482"/>
                      <a:pt x="5323" y="1438"/>
                      <a:pt x="5304" y="1411"/>
                    </a:cubicBezTo>
                    <a:cubicBezTo>
                      <a:pt x="4430" y="291"/>
                      <a:pt x="3186" y="0"/>
                      <a:pt x="212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Google Shape;581;p36"/>
              <p:cNvSpPr/>
              <p:nvPr/>
            </p:nvSpPr>
            <p:spPr>
              <a:xfrm>
                <a:off x="3156875" y="3659875"/>
                <a:ext cx="41725" cy="595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2380" extrusionOk="0">
                    <a:moveTo>
                      <a:pt x="131" y="1"/>
                    </a:moveTo>
                    <a:cubicBezTo>
                      <a:pt x="92" y="1"/>
                      <a:pt x="68" y="3"/>
                      <a:pt x="64" y="3"/>
                    </a:cubicBezTo>
                    <a:cubicBezTo>
                      <a:pt x="29" y="7"/>
                      <a:pt x="1" y="43"/>
                      <a:pt x="9" y="79"/>
                    </a:cubicBezTo>
                    <a:cubicBezTo>
                      <a:pt x="13" y="112"/>
                      <a:pt x="40" y="134"/>
                      <a:pt x="72" y="134"/>
                    </a:cubicBezTo>
                    <a:cubicBezTo>
                      <a:pt x="75" y="134"/>
                      <a:pt x="78" y="134"/>
                      <a:pt x="80" y="134"/>
                    </a:cubicBezTo>
                    <a:cubicBezTo>
                      <a:pt x="81" y="134"/>
                      <a:pt x="101" y="131"/>
                      <a:pt x="135" y="131"/>
                    </a:cubicBezTo>
                    <a:cubicBezTo>
                      <a:pt x="244" y="131"/>
                      <a:pt x="500" y="157"/>
                      <a:pt x="765" y="368"/>
                    </a:cubicBezTo>
                    <a:cubicBezTo>
                      <a:pt x="1185" y="708"/>
                      <a:pt x="1451" y="1382"/>
                      <a:pt x="1534" y="2316"/>
                    </a:cubicBezTo>
                    <a:cubicBezTo>
                      <a:pt x="1534" y="2352"/>
                      <a:pt x="1566" y="2380"/>
                      <a:pt x="1597" y="2380"/>
                    </a:cubicBezTo>
                    <a:lnTo>
                      <a:pt x="1605" y="2380"/>
                    </a:lnTo>
                    <a:cubicBezTo>
                      <a:pt x="1641" y="2376"/>
                      <a:pt x="1669" y="2344"/>
                      <a:pt x="1665" y="2308"/>
                    </a:cubicBezTo>
                    <a:cubicBezTo>
                      <a:pt x="1581" y="1318"/>
                      <a:pt x="1304" y="633"/>
                      <a:pt x="845" y="265"/>
                    </a:cubicBezTo>
                    <a:cubicBezTo>
                      <a:pt x="548" y="28"/>
                      <a:pt x="258" y="1"/>
                      <a:pt x="13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Google Shape;582;p36"/>
              <p:cNvSpPr/>
              <p:nvPr/>
            </p:nvSpPr>
            <p:spPr>
              <a:xfrm>
                <a:off x="2613250" y="3769800"/>
                <a:ext cx="201250" cy="192275"/>
              </a:xfrm>
              <a:custGeom>
                <a:avLst/>
                <a:gdLst/>
                <a:ahLst/>
                <a:cxnLst/>
                <a:rect l="l" t="t" r="r" b="b"/>
                <a:pathLst>
                  <a:path w="8050" h="7691" extrusionOk="0">
                    <a:moveTo>
                      <a:pt x="6639" y="0"/>
                    </a:moveTo>
                    <a:cubicBezTo>
                      <a:pt x="6202" y="0"/>
                      <a:pt x="5823" y="109"/>
                      <a:pt x="5506" y="328"/>
                    </a:cubicBezTo>
                    <a:cubicBezTo>
                      <a:pt x="4504" y="1021"/>
                      <a:pt x="4481" y="2534"/>
                      <a:pt x="4477" y="2601"/>
                    </a:cubicBezTo>
                    <a:cubicBezTo>
                      <a:pt x="4568" y="4340"/>
                      <a:pt x="4160" y="5651"/>
                      <a:pt x="3268" y="6503"/>
                    </a:cubicBezTo>
                    <a:cubicBezTo>
                      <a:pt x="2268" y="7454"/>
                      <a:pt x="910" y="7561"/>
                      <a:pt x="343" y="7561"/>
                    </a:cubicBezTo>
                    <a:cubicBezTo>
                      <a:pt x="178" y="7561"/>
                      <a:pt x="80" y="7552"/>
                      <a:pt x="76" y="7552"/>
                    </a:cubicBezTo>
                    <a:cubicBezTo>
                      <a:pt x="73" y="7552"/>
                      <a:pt x="71" y="7552"/>
                      <a:pt x="68" y="7552"/>
                    </a:cubicBezTo>
                    <a:cubicBezTo>
                      <a:pt x="35" y="7552"/>
                      <a:pt x="4" y="7575"/>
                      <a:pt x="1" y="7612"/>
                    </a:cubicBezTo>
                    <a:cubicBezTo>
                      <a:pt x="1" y="7647"/>
                      <a:pt x="25" y="7679"/>
                      <a:pt x="60" y="7683"/>
                    </a:cubicBezTo>
                    <a:cubicBezTo>
                      <a:pt x="64" y="7683"/>
                      <a:pt x="167" y="7691"/>
                      <a:pt x="341" y="7691"/>
                    </a:cubicBezTo>
                    <a:cubicBezTo>
                      <a:pt x="932" y="7691"/>
                      <a:pt x="2326" y="7580"/>
                      <a:pt x="3356" y="6598"/>
                    </a:cubicBezTo>
                    <a:cubicBezTo>
                      <a:pt x="4279" y="5722"/>
                      <a:pt x="4702" y="4372"/>
                      <a:pt x="4611" y="2597"/>
                    </a:cubicBezTo>
                    <a:cubicBezTo>
                      <a:pt x="4611" y="2581"/>
                      <a:pt x="4635" y="1088"/>
                      <a:pt x="5582" y="438"/>
                    </a:cubicBezTo>
                    <a:cubicBezTo>
                      <a:pt x="5878" y="234"/>
                      <a:pt x="6233" y="132"/>
                      <a:pt x="6644" y="132"/>
                    </a:cubicBezTo>
                    <a:cubicBezTo>
                      <a:pt x="7030" y="132"/>
                      <a:pt x="7467" y="222"/>
                      <a:pt x="7950" y="403"/>
                    </a:cubicBezTo>
                    <a:cubicBezTo>
                      <a:pt x="7958" y="405"/>
                      <a:pt x="7966" y="407"/>
                      <a:pt x="7974" y="407"/>
                    </a:cubicBezTo>
                    <a:cubicBezTo>
                      <a:pt x="8002" y="407"/>
                      <a:pt x="8028" y="391"/>
                      <a:pt x="8037" y="363"/>
                    </a:cubicBezTo>
                    <a:cubicBezTo>
                      <a:pt x="8049" y="328"/>
                      <a:pt x="8033" y="292"/>
                      <a:pt x="7998" y="280"/>
                    </a:cubicBezTo>
                    <a:cubicBezTo>
                      <a:pt x="7497" y="94"/>
                      <a:pt x="7044" y="0"/>
                      <a:pt x="663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Google Shape;583;p36"/>
              <p:cNvSpPr/>
              <p:nvPr/>
            </p:nvSpPr>
            <p:spPr>
              <a:xfrm>
                <a:off x="2639200" y="3823650"/>
                <a:ext cx="89850" cy="20800"/>
              </a:xfrm>
              <a:custGeom>
                <a:avLst/>
                <a:gdLst/>
                <a:ahLst/>
                <a:cxnLst/>
                <a:rect l="l" t="t" r="r" b="b"/>
                <a:pathLst>
                  <a:path w="3594" h="832" extrusionOk="0">
                    <a:moveTo>
                      <a:pt x="2123" y="0"/>
                    </a:moveTo>
                    <a:cubicBezTo>
                      <a:pt x="1145" y="0"/>
                      <a:pt x="112" y="527"/>
                      <a:pt x="44" y="562"/>
                    </a:cubicBezTo>
                    <a:cubicBezTo>
                      <a:pt x="12" y="578"/>
                      <a:pt x="1" y="617"/>
                      <a:pt x="16" y="649"/>
                    </a:cubicBezTo>
                    <a:cubicBezTo>
                      <a:pt x="27" y="671"/>
                      <a:pt x="50" y="686"/>
                      <a:pt x="73" y="686"/>
                    </a:cubicBezTo>
                    <a:cubicBezTo>
                      <a:pt x="84" y="686"/>
                      <a:pt x="94" y="683"/>
                      <a:pt x="103" y="677"/>
                    </a:cubicBezTo>
                    <a:cubicBezTo>
                      <a:pt x="121" y="669"/>
                      <a:pt x="1161" y="140"/>
                      <a:pt x="2122" y="140"/>
                    </a:cubicBezTo>
                    <a:cubicBezTo>
                      <a:pt x="2653" y="140"/>
                      <a:pt x="3160" y="301"/>
                      <a:pt x="3458" y="800"/>
                    </a:cubicBezTo>
                    <a:cubicBezTo>
                      <a:pt x="3474" y="819"/>
                      <a:pt x="3494" y="831"/>
                      <a:pt x="3518" y="831"/>
                    </a:cubicBezTo>
                    <a:cubicBezTo>
                      <a:pt x="3530" y="831"/>
                      <a:pt x="3542" y="827"/>
                      <a:pt x="3549" y="823"/>
                    </a:cubicBezTo>
                    <a:cubicBezTo>
                      <a:pt x="3581" y="804"/>
                      <a:pt x="3593" y="764"/>
                      <a:pt x="3573" y="732"/>
                    </a:cubicBezTo>
                    <a:cubicBezTo>
                      <a:pt x="3241" y="178"/>
                      <a:pt x="2692" y="0"/>
                      <a:pt x="212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Google Shape;584;p36"/>
              <p:cNvSpPr/>
              <p:nvPr/>
            </p:nvSpPr>
            <p:spPr>
              <a:xfrm>
                <a:off x="2756050" y="3501600"/>
                <a:ext cx="77650" cy="215500"/>
              </a:xfrm>
              <a:custGeom>
                <a:avLst/>
                <a:gdLst/>
                <a:ahLst/>
                <a:cxnLst/>
                <a:rect l="l" t="t" r="r" b="b"/>
                <a:pathLst>
                  <a:path w="3106" h="8620" extrusionOk="0">
                    <a:moveTo>
                      <a:pt x="3029" y="1"/>
                    </a:moveTo>
                    <a:cubicBezTo>
                      <a:pt x="3021" y="1"/>
                      <a:pt x="3014" y="2"/>
                      <a:pt x="3007" y="5"/>
                    </a:cubicBezTo>
                    <a:cubicBezTo>
                      <a:pt x="1379" y="686"/>
                      <a:pt x="436" y="1530"/>
                      <a:pt x="214" y="2516"/>
                    </a:cubicBezTo>
                    <a:cubicBezTo>
                      <a:pt x="64" y="3173"/>
                      <a:pt x="254" y="3768"/>
                      <a:pt x="456" y="4397"/>
                    </a:cubicBezTo>
                    <a:cubicBezTo>
                      <a:pt x="693" y="5130"/>
                      <a:pt x="935" y="5887"/>
                      <a:pt x="733" y="6889"/>
                    </a:cubicBezTo>
                    <a:cubicBezTo>
                      <a:pt x="618" y="7459"/>
                      <a:pt x="381" y="8006"/>
                      <a:pt x="20" y="8517"/>
                    </a:cubicBezTo>
                    <a:cubicBezTo>
                      <a:pt x="0" y="8544"/>
                      <a:pt x="8" y="8588"/>
                      <a:pt x="40" y="8608"/>
                    </a:cubicBezTo>
                    <a:cubicBezTo>
                      <a:pt x="48" y="8616"/>
                      <a:pt x="64" y="8620"/>
                      <a:pt x="76" y="8620"/>
                    </a:cubicBezTo>
                    <a:cubicBezTo>
                      <a:pt x="95" y="8620"/>
                      <a:pt x="119" y="8608"/>
                      <a:pt x="131" y="8592"/>
                    </a:cubicBezTo>
                    <a:cubicBezTo>
                      <a:pt x="499" y="8065"/>
                      <a:pt x="745" y="7503"/>
                      <a:pt x="864" y="6917"/>
                    </a:cubicBezTo>
                    <a:cubicBezTo>
                      <a:pt x="1070" y="5879"/>
                      <a:pt x="812" y="5071"/>
                      <a:pt x="583" y="4358"/>
                    </a:cubicBezTo>
                    <a:cubicBezTo>
                      <a:pt x="385" y="3748"/>
                      <a:pt x="198" y="3170"/>
                      <a:pt x="341" y="2544"/>
                    </a:cubicBezTo>
                    <a:cubicBezTo>
                      <a:pt x="555" y="1601"/>
                      <a:pt x="1470" y="789"/>
                      <a:pt x="3058" y="128"/>
                    </a:cubicBezTo>
                    <a:cubicBezTo>
                      <a:pt x="3090" y="112"/>
                      <a:pt x="3106" y="76"/>
                      <a:pt x="3094" y="40"/>
                    </a:cubicBezTo>
                    <a:cubicBezTo>
                      <a:pt x="3082" y="16"/>
                      <a:pt x="3055" y="1"/>
                      <a:pt x="302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Google Shape;585;p36"/>
              <p:cNvSpPr/>
              <p:nvPr/>
            </p:nvSpPr>
            <p:spPr>
              <a:xfrm>
                <a:off x="3062425" y="3795450"/>
                <a:ext cx="40525" cy="107425"/>
              </a:xfrm>
              <a:custGeom>
                <a:avLst/>
                <a:gdLst/>
                <a:ahLst/>
                <a:cxnLst/>
                <a:rect l="l" t="t" r="r" b="b"/>
                <a:pathLst>
                  <a:path w="1621" h="4297" extrusionOk="0">
                    <a:moveTo>
                      <a:pt x="262" y="1"/>
                    </a:moveTo>
                    <a:cubicBezTo>
                      <a:pt x="248" y="1"/>
                      <a:pt x="235" y="5"/>
                      <a:pt x="222" y="15"/>
                    </a:cubicBezTo>
                    <a:cubicBezTo>
                      <a:pt x="194" y="34"/>
                      <a:pt x="186" y="78"/>
                      <a:pt x="210" y="106"/>
                    </a:cubicBezTo>
                    <a:cubicBezTo>
                      <a:pt x="1458" y="1825"/>
                      <a:pt x="36" y="4173"/>
                      <a:pt x="20" y="4197"/>
                    </a:cubicBezTo>
                    <a:cubicBezTo>
                      <a:pt x="0" y="4229"/>
                      <a:pt x="12" y="4269"/>
                      <a:pt x="44" y="4288"/>
                    </a:cubicBezTo>
                    <a:cubicBezTo>
                      <a:pt x="52" y="4292"/>
                      <a:pt x="64" y="4296"/>
                      <a:pt x="76" y="4296"/>
                    </a:cubicBezTo>
                    <a:cubicBezTo>
                      <a:pt x="99" y="4296"/>
                      <a:pt x="119" y="4284"/>
                      <a:pt x="135" y="4265"/>
                    </a:cubicBezTo>
                    <a:cubicBezTo>
                      <a:pt x="147" y="4241"/>
                      <a:pt x="1620" y="1817"/>
                      <a:pt x="317" y="30"/>
                    </a:cubicBezTo>
                    <a:cubicBezTo>
                      <a:pt x="303" y="11"/>
                      <a:pt x="283" y="1"/>
                      <a:pt x="26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Google Shape;586;p36"/>
              <p:cNvSpPr/>
              <p:nvPr/>
            </p:nvSpPr>
            <p:spPr>
              <a:xfrm>
                <a:off x="2827650" y="3869800"/>
                <a:ext cx="77150" cy="52875"/>
              </a:xfrm>
              <a:custGeom>
                <a:avLst/>
                <a:gdLst/>
                <a:ahLst/>
                <a:cxnLst/>
                <a:rect l="l" t="t" r="r" b="b"/>
                <a:pathLst>
                  <a:path w="3086" h="2115" extrusionOk="0">
                    <a:moveTo>
                      <a:pt x="73" y="0"/>
                    </a:moveTo>
                    <a:cubicBezTo>
                      <a:pt x="63" y="0"/>
                      <a:pt x="53" y="3"/>
                      <a:pt x="44" y="7"/>
                    </a:cubicBezTo>
                    <a:cubicBezTo>
                      <a:pt x="12" y="27"/>
                      <a:pt x="0" y="67"/>
                      <a:pt x="20" y="98"/>
                    </a:cubicBezTo>
                    <a:cubicBezTo>
                      <a:pt x="1117" y="2055"/>
                      <a:pt x="2998" y="2114"/>
                      <a:pt x="3018" y="2114"/>
                    </a:cubicBezTo>
                    <a:lnTo>
                      <a:pt x="3022" y="2114"/>
                    </a:lnTo>
                    <a:cubicBezTo>
                      <a:pt x="3058" y="2114"/>
                      <a:pt x="3086" y="2087"/>
                      <a:pt x="3086" y="2047"/>
                    </a:cubicBezTo>
                    <a:cubicBezTo>
                      <a:pt x="3086" y="2011"/>
                      <a:pt x="3058" y="1984"/>
                      <a:pt x="3022" y="1980"/>
                    </a:cubicBezTo>
                    <a:cubicBezTo>
                      <a:pt x="3002" y="1980"/>
                      <a:pt x="1192" y="1924"/>
                      <a:pt x="135" y="35"/>
                    </a:cubicBezTo>
                    <a:cubicBezTo>
                      <a:pt x="121" y="13"/>
                      <a:pt x="97" y="0"/>
                      <a:pt x="7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Google Shape;587;p36"/>
              <p:cNvSpPr/>
              <p:nvPr/>
            </p:nvSpPr>
            <p:spPr>
              <a:xfrm>
                <a:off x="2489675" y="3475875"/>
                <a:ext cx="43000" cy="88550"/>
              </a:xfrm>
              <a:custGeom>
                <a:avLst/>
                <a:gdLst/>
                <a:ahLst/>
                <a:cxnLst/>
                <a:rect l="l" t="t" r="r" b="b"/>
                <a:pathLst>
                  <a:path w="1720" h="3542" extrusionOk="0">
                    <a:moveTo>
                      <a:pt x="769" y="1"/>
                    </a:moveTo>
                    <a:cubicBezTo>
                      <a:pt x="743" y="1"/>
                      <a:pt x="715" y="19"/>
                      <a:pt x="706" y="48"/>
                    </a:cubicBezTo>
                    <a:cubicBezTo>
                      <a:pt x="702" y="67"/>
                      <a:pt x="1" y="2234"/>
                      <a:pt x="1605" y="3525"/>
                    </a:cubicBezTo>
                    <a:cubicBezTo>
                      <a:pt x="1617" y="3537"/>
                      <a:pt x="1632" y="3541"/>
                      <a:pt x="1644" y="3541"/>
                    </a:cubicBezTo>
                    <a:cubicBezTo>
                      <a:pt x="1664" y="3541"/>
                      <a:pt x="1684" y="3533"/>
                      <a:pt x="1696" y="3517"/>
                    </a:cubicBezTo>
                    <a:cubicBezTo>
                      <a:pt x="1720" y="3490"/>
                      <a:pt x="1716" y="3446"/>
                      <a:pt x="1688" y="3422"/>
                    </a:cubicBezTo>
                    <a:cubicBezTo>
                      <a:pt x="155" y="2190"/>
                      <a:pt x="824" y="111"/>
                      <a:pt x="832" y="87"/>
                    </a:cubicBezTo>
                    <a:cubicBezTo>
                      <a:pt x="844" y="55"/>
                      <a:pt x="824" y="16"/>
                      <a:pt x="789" y="4"/>
                    </a:cubicBezTo>
                    <a:cubicBezTo>
                      <a:pt x="783" y="2"/>
                      <a:pt x="776" y="1"/>
                      <a:pt x="76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588;p36"/>
              <p:cNvSpPr/>
              <p:nvPr/>
            </p:nvSpPr>
            <p:spPr>
              <a:xfrm>
                <a:off x="2621975" y="3441700"/>
                <a:ext cx="123700" cy="61925"/>
              </a:xfrm>
              <a:custGeom>
                <a:avLst/>
                <a:gdLst/>
                <a:ahLst/>
                <a:cxnLst/>
                <a:rect l="l" t="t" r="r" b="b"/>
                <a:pathLst>
                  <a:path w="4948" h="2477" extrusionOk="0">
                    <a:moveTo>
                      <a:pt x="4278" y="1"/>
                    </a:moveTo>
                    <a:cubicBezTo>
                      <a:pt x="2696" y="1"/>
                      <a:pt x="1516" y="343"/>
                      <a:pt x="765" y="1026"/>
                    </a:cubicBezTo>
                    <a:cubicBezTo>
                      <a:pt x="48" y="1672"/>
                      <a:pt x="4" y="2377"/>
                      <a:pt x="4" y="2409"/>
                    </a:cubicBezTo>
                    <a:cubicBezTo>
                      <a:pt x="0" y="2444"/>
                      <a:pt x="32" y="2476"/>
                      <a:pt x="68" y="2476"/>
                    </a:cubicBezTo>
                    <a:lnTo>
                      <a:pt x="72" y="2476"/>
                    </a:lnTo>
                    <a:cubicBezTo>
                      <a:pt x="103" y="2476"/>
                      <a:pt x="135" y="2448"/>
                      <a:pt x="135" y="2413"/>
                    </a:cubicBezTo>
                    <a:cubicBezTo>
                      <a:pt x="135" y="2409"/>
                      <a:pt x="179" y="1731"/>
                      <a:pt x="852" y="1121"/>
                    </a:cubicBezTo>
                    <a:cubicBezTo>
                      <a:pt x="1582" y="462"/>
                      <a:pt x="2736" y="132"/>
                      <a:pt x="4286" y="132"/>
                    </a:cubicBezTo>
                    <a:cubicBezTo>
                      <a:pt x="4477" y="132"/>
                      <a:pt x="4674" y="137"/>
                      <a:pt x="4876" y="147"/>
                    </a:cubicBezTo>
                    <a:cubicBezTo>
                      <a:pt x="4878" y="147"/>
                      <a:pt x="4881" y="147"/>
                      <a:pt x="4883" y="147"/>
                    </a:cubicBezTo>
                    <a:cubicBezTo>
                      <a:pt x="4916" y="147"/>
                      <a:pt x="4944" y="121"/>
                      <a:pt x="4947" y="88"/>
                    </a:cubicBezTo>
                    <a:cubicBezTo>
                      <a:pt x="4947" y="48"/>
                      <a:pt x="4920" y="20"/>
                      <a:pt x="4884" y="16"/>
                    </a:cubicBezTo>
                    <a:cubicBezTo>
                      <a:pt x="4676" y="6"/>
                      <a:pt x="4474" y="1"/>
                      <a:pt x="427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36"/>
              <p:cNvSpPr/>
              <p:nvPr/>
            </p:nvSpPr>
            <p:spPr>
              <a:xfrm>
                <a:off x="2738725" y="3380425"/>
                <a:ext cx="16450" cy="98925"/>
              </a:xfrm>
              <a:custGeom>
                <a:avLst/>
                <a:gdLst/>
                <a:ahLst/>
                <a:cxnLst/>
                <a:rect l="l" t="t" r="r" b="b"/>
                <a:pathLst>
                  <a:path w="658" h="3957" extrusionOk="0">
                    <a:moveTo>
                      <a:pt x="581" y="0"/>
                    </a:moveTo>
                    <a:cubicBezTo>
                      <a:pt x="553" y="0"/>
                      <a:pt x="529" y="19"/>
                      <a:pt x="519" y="47"/>
                    </a:cubicBezTo>
                    <a:cubicBezTo>
                      <a:pt x="515" y="63"/>
                      <a:pt x="0" y="1838"/>
                      <a:pt x="214" y="3897"/>
                    </a:cubicBezTo>
                    <a:cubicBezTo>
                      <a:pt x="218" y="3933"/>
                      <a:pt x="246" y="3957"/>
                      <a:pt x="281" y="3957"/>
                    </a:cubicBezTo>
                    <a:lnTo>
                      <a:pt x="285" y="3957"/>
                    </a:lnTo>
                    <a:cubicBezTo>
                      <a:pt x="325" y="3953"/>
                      <a:pt x="349" y="3921"/>
                      <a:pt x="345" y="3885"/>
                    </a:cubicBezTo>
                    <a:cubicBezTo>
                      <a:pt x="131" y="1853"/>
                      <a:pt x="642" y="103"/>
                      <a:pt x="646" y="87"/>
                    </a:cubicBezTo>
                    <a:cubicBezTo>
                      <a:pt x="658" y="51"/>
                      <a:pt x="638" y="12"/>
                      <a:pt x="602" y="4"/>
                    </a:cubicBezTo>
                    <a:cubicBezTo>
                      <a:pt x="595" y="1"/>
                      <a:pt x="588" y="0"/>
                      <a:pt x="58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590;p36"/>
              <p:cNvSpPr/>
              <p:nvPr/>
            </p:nvSpPr>
            <p:spPr>
              <a:xfrm>
                <a:off x="2463250" y="3763075"/>
                <a:ext cx="79825" cy="52750"/>
              </a:xfrm>
              <a:custGeom>
                <a:avLst/>
                <a:gdLst/>
                <a:ahLst/>
                <a:cxnLst/>
                <a:rect l="l" t="t" r="r" b="b"/>
                <a:pathLst>
                  <a:path w="3193" h="2110" extrusionOk="0">
                    <a:moveTo>
                      <a:pt x="3121" y="1"/>
                    </a:moveTo>
                    <a:cubicBezTo>
                      <a:pt x="3091" y="1"/>
                      <a:pt x="3064" y="20"/>
                      <a:pt x="3054" y="50"/>
                    </a:cubicBezTo>
                    <a:cubicBezTo>
                      <a:pt x="2535" y="1947"/>
                      <a:pt x="91" y="1979"/>
                      <a:pt x="63" y="1979"/>
                    </a:cubicBezTo>
                    <a:cubicBezTo>
                      <a:pt x="28" y="1979"/>
                      <a:pt x="0" y="2011"/>
                      <a:pt x="0" y="2046"/>
                    </a:cubicBezTo>
                    <a:cubicBezTo>
                      <a:pt x="0" y="2082"/>
                      <a:pt x="28" y="2110"/>
                      <a:pt x="63" y="2110"/>
                    </a:cubicBezTo>
                    <a:cubicBezTo>
                      <a:pt x="91" y="2110"/>
                      <a:pt x="2638" y="2078"/>
                      <a:pt x="3181" y="86"/>
                    </a:cubicBezTo>
                    <a:cubicBezTo>
                      <a:pt x="3192" y="50"/>
                      <a:pt x="3173" y="14"/>
                      <a:pt x="3137" y="2"/>
                    </a:cubicBezTo>
                    <a:cubicBezTo>
                      <a:pt x="3132" y="1"/>
                      <a:pt x="3127" y="1"/>
                      <a:pt x="312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Google Shape;591;p36"/>
              <p:cNvSpPr/>
              <p:nvPr/>
            </p:nvSpPr>
            <p:spPr>
              <a:xfrm>
                <a:off x="2881500" y="3582225"/>
                <a:ext cx="18350" cy="60125"/>
              </a:xfrm>
              <a:custGeom>
                <a:avLst/>
                <a:gdLst/>
                <a:ahLst/>
                <a:cxnLst/>
                <a:rect l="l" t="t" r="r" b="b"/>
                <a:pathLst>
                  <a:path w="734" h="2405" extrusionOk="0">
                    <a:moveTo>
                      <a:pt x="662" y="1"/>
                    </a:moveTo>
                    <a:cubicBezTo>
                      <a:pt x="641" y="1"/>
                      <a:pt x="619" y="10"/>
                      <a:pt x="607" y="28"/>
                    </a:cubicBezTo>
                    <a:cubicBezTo>
                      <a:pt x="1" y="871"/>
                      <a:pt x="215" y="2285"/>
                      <a:pt x="227" y="2349"/>
                    </a:cubicBezTo>
                    <a:cubicBezTo>
                      <a:pt x="231" y="2380"/>
                      <a:pt x="258" y="2404"/>
                      <a:pt x="290" y="2404"/>
                    </a:cubicBezTo>
                    <a:lnTo>
                      <a:pt x="302" y="2400"/>
                    </a:lnTo>
                    <a:cubicBezTo>
                      <a:pt x="337" y="2396"/>
                      <a:pt x="361" y="2361"/>
                      <a:pt x="353" y="2325"/>
                    </a:cubicBezTo>
                    <a:cubicBezTo>
                      <a:pt x="353" y="2313"/>
                      <a:pt x="139" y="903"/>
                      <a:pt x="714" y="103"/>
                    </a:cubicBezTo>
                    <a:cubicBezTo>
                      <a:pt x="734" y="75"/>
                      <a:pt x="730" y="36"/>
                      <a:pt x="698" y="12"/>
                    </a:cubicBezTo>
                    <a:cubicBezTo>
                      <a:pt x="687" y="4"/>
                      <a:pt x="675" y="1"/>
                      <a:pt x="66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592;p36"/>
              <p:cNvSpPr/>
              <p:nvPr/>
            </p:nvSpPr>
            <p:spPr>
              <a:xfrm>
                <a:off x="2842000" y="3386800"/>
                <a:ext cx="75875" cy="75225"/>
              </a:xfrm>
              <a:custGeom>
                <a:avLst/>
                <a:gdLst/>
                <a:ahLst/>
                <a:cxnLst/>
                <a:rect l="l" t="t" r="r" b="b"/>
                <a:pathLst>
                  <a:path w="3035" h="3009" extrusionOk="0">
                    <a:moveTo>
                      <a:pt x="2957" y="0"/>
                    </a:moveTo>
                    <a:cubicBezTo>
                      <a:pt x="2938" y="0"/>
                      <a:pt x="2918" y="10"/>
                      <a:pt x="2904" y="26"/>
                    </a:cubicBezTo>
                    <a:cubicBezTo>
                      <a:pt x="2892" y="46"/>
                      <a:pt x="1573" y="1852"/>
                      <a:pt x="40" y="2886"/>
                    </a:cubicBezTo>
                    <a:cubicBezTo>
                      <a:pt x="12" y="2906"/>
                      <a:pt x="0" y="2949"/>
                      <a:pt x="24" y="2977"/>
                    </a:cubicBezTo>
                    <a:cubicBezTo>
                      <a:pt x="36" y="2997"/>
                      <a:pt x="56" y="3009"/>
                      <a:pt x="76" y="3009"/>
                    </a:cubicBezTo>
                    <a:cubicBezTo>
                      <a:pt x="91" y="3009"/>
                      <a:pt x="103" y="3005"/>
                      <a:pt x="115" y="2997"/>
                    </a:cubicBezTo>
                    <a:cubicBezTo>
                      <a:pt x="1664" y="1947"/>
                      <a:pt x="2999" y="125"/>
                      <a:pt x="3011" y="105"/>
                    </a:cubicBezTo>
                    <a:cubicBezTo>
                      <a:pt x="3034" y="77"/>
                      <a:pt x="3027" y="34"/>
                      <a:pt x="2995" y="14"/>
                    </a:cubicBezTo>
                    <a:cubicBezTo>
                      <a:pt x="2984" y="4"/>
                      <a:pt x="2970" y="0"/>
                      <a:pt x="295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593;p36"/>
              <p:cNvSpPr/>
              <p:nvPr/>
            </p:nvSpPr>
            <p:spPr>
              <a:xfrm>
                <a:off x="2783775" y="3684100"/>
                <a:ext cx="149150" cy="129450"/>
              </a:xfrm>
              <a:custGeom>
                <a:avLst/>
                <a:gdLst/>
                <a:ahLst/>
                <a:cxnLst/>
                <a:rect l="l" t="t" r="r" b="b"/>
                <a:pathLst>
                  <a:path w="5966" h="5178" extrusionOk="0">
                    <a:moveTo>
                      <a:pt x="2868" y="1"/>
                    </a:moveTo>
                    <a:cubicBezTo>
                      <a:pt x="1399" y="1"/>
                      <a:pt x="167" y="987"/>
                      <a:pt x="40" y="2314"/>
                    </a:cubicBezTo>
                    <a:cubicBezTo>
                      <a:pt x="0" y="2714"/>
                      <a:pt x="68" y="3102"/>
                      <a:pt x="218" y="3455"/>
                    </a:cubicBezTo>
                    <a:cubicBezTo>
                      <a:pt x="515" y="3494"/>
                      <a:pt x="836" y="3581"/>
                      <a:pt x="1177" y="3708"/>
                    </a:cubicBezTo>
                    <a:cubicBezTo>
                      <a:pt x="1212" y="3720"/>
                      <a:pt x="1228" y="3756"/>
                      <a:pt x="1216" y="3791"/>
                    </a:cubicBezTo>
                    <a:cubicBezTo>
                      <a:pt x="1204" y="3819"/>
                      <a:pt x="1181" y="3835"/>
                      <a:pt x="1153" y="3835"/>
                    </a:cubicBezTo>
                    <a:cubicBezTo>
                      <a:pt x="1145" y="3835"/>
                      <a:pt x="1137" y="3835"/>
                      <a:pt x="1129" y="3831"/>
                    </a:cubicBezTo>
                    <a:cubicBezTo>
                      <a:pt x="828" y="3720"/>
                      <a:pt x="547" y="3641"/>
                      <a:pt x="286" y="3597"/>
                    </a:cubicBezTo>
                    <a:lnTo>
                      <a:pt x="286" y="3597"/>
                    </a:lnTo>
                    <a:cubicBezTo>
                      <a:pt x="701" y="4437"/>
                      <a:pt x="1601" y="5059"/>
                      <a:pt x="2690" y="5166"/>
                    </a:cubicBezTo>
                    <a:cubicBezTo>
                      <a:pt x="2797" y="5174"/>
                      <a:pt x="2900" y="5178"/>
                      <a:pt x="3003" y="5178"/>
                    </a:cubicBezTo>
                    <a:cubicBezTo>
                      <a:pt x="4468" y="5178"/>
                      <a:pt x="5704" y="4191"/>
                      <a:pt x="5831" y="2864"/>
                    </a:cubicBezTo>
                    <a:cubicBezTo>
                      <a:pt x="5965" y="1442"/>
                      <a:pt x="4777" y="167"/>
                      <a:pt x="3181" y="17"/>
                    </a:cubicBezTo>
                    <a:cubicBezTo>
                      <a:pt x="3074" y="5"/>
                      <a:pt x="2971" y="1"/>
                      <a:pt x="28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594;p36"/>
              <p:cNvSpPr/>
              <p:nvPr/>
            </p:nvSpPr>
            <p:spPr>
              <a:xfrm>
                <a:off x="2789225" y="3770450"/>
                <a:ext cx="25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11" h="381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20" y="52"/>
                      <a:pt x="44" y="100"/>
                      <a:pt x="68" y="143"/>
                    </a:cubicBezTo>
                    <a:cubicBezTo>
                      <a:pt x="329" y="187"/>
                      <a:pt x="610" y="266"/>
                      <a:pt x="911" y="377"/>
                    </a:cubicBezTo>
                    <a:cubicBezTo>
                      <a:pt x="919" y="381"/>
                      <a:pt x="927" y="381"/>
                      <a:pt x="935" y="381"/>
                    </a:cubicBezTo>
                    <a:cubicBezTo>
                      <a:pt x="963" y="381"/>
                      <a:pt x="986" y="365"/>
                      <a:pt x="998" y="337"/>
                    </a:cubicBezTo>
                    <a:cubicBezTo>
                      <a:pt x="1010" y="302"/>
                      <a:pt x="994" y="266"/>
                      <a:pt x="959" y="254"/>
                    </a:cubicBezTo>
                    <a:cubicBezTo>
                      <a:pt x="618" y="127"/>
                      <a:pt x="297" y="40"/>
                      <a:pt x="0" y="1"/>
                    </a:cubicBezTo>
                    <a:close/>
                  </a:path>
                </a:pathLst>
              </a:custGeom>
              <a:solidFill>
                <a:srgbClr val="9484C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Google Shape;595;p36"/>
              <p:cNvSpPr/>
              <p:nvPr/>
            </p:nvSpPr>
            <p:spPr>
              <a:xfrm>
                <a:off x="2458000" y="3630425"/>
                <a:ext cx="147050" cy="129450"/>
              </a:xfrm>
              <a:custGeom>
                <a:avLst/>
                <a:gdLst/>
                <a:ahLst/>
                <a:cxnLst/>
                <a:rect l="l" t="t" r="r" b="b"/>
                <a:pathLst>
                  <a:path w="5882" h="5178" extrusionOk="0">
                    <a:moveTo>
                      <a:pt x="2856" y="1"/>
                    </a:moveTo>
                    <a:cubicBezTo>
                      <a:pt x="1390" y="1"/>
                      <a:pt x="155" y="987"/>
                      <a:pt x="28" y="2314"/>
                    </a:cubicBezTo>
                    <a:cubicBezTo>
                      <a:pt x="0" y="2603"/>
                      <a:pt x="28" y="2880"/>
                      <a:pt x="99" y="3150"/>
                    </a:cubicBezTo>
                    <a:cubicBezTo>
                      <a:pt x="467" y="3316"/>
                      <a:pt x="864" y="3423"/>
                      <a:pt x="1287" y="3447"/>
                    </a:cubicBezTo>
                    <a:cubicBezTo>
                      <a:pt x="1339" y="3451"/>
                      <a:pt x="1390" y="3451"/>
                      <a:pt x="1446" y="3451"/>
                    </a:cubicBezTo>
                    <a:cubicBezTo>
                      <a:pt x="2725" y="3451"/>
                      <a:pt x="3985" y="2631"/>
                      <a:pt x="5189" y="1015"/>
                    </a:cubicBezTo>
                    <a:cubicBezTo>
                      <a:pt x="4710" y="472"/>
                      <a:pt x="3993" y="92"/>
                      <a:pt x="3169" y="17"/>
                    </a:cubicBezTo>
                    <a:cubicBezTo>
                      <a:pt x="3062" y="5"/>
                      <a:pt x="2959" y="1"/>
                      <a:pt x="2856" y="1"/>
                    </a:cubicBezTo>
                    <a:close/>
                    <a:moveTo>
                      <a:pt x="5276" y="1118"/>
                    </a:moveTo>
                    <a:cubicBezTo>
                      <a:pt x="4048" y="2754"/>
                      <a:pt x="2761" y="3582"/>
                      <a:pt x="1442" y="3582"/>
                    </a:cubicBezTo>
                    <a:cubicBezTo>
                      <a:pt x="1390" y="3582"/>
                      <a:pt x="1335" y="3582"/>
                      <a:pt x="1279" y="3578"/>
                    </a:cubicBezTo>
                    <a:cubicBezTo>
                      <a:pt x="879" y="3558"/>
                      <a:pt x="503" y="3463"/>
                      <a:pt x="151" y="3316"/>
                    </a:cubicBezTo>
                    <a:lnTo>
                      <a:pt x="151" y="3316"/>
                    </a:lnTo>
                    <a:cubicBezTo>
                      <a:pt x="495" y="4291"/>
                      <a:pt x="1470" y="5047"/>
                      <a:pt x="2678" y="5162"/>
                    </a:cubicBezTo>
                    <a:cubicBezTo>
                      <a:pt x="2785" y="5174"/>
                      <a:pt x="2888" y="5178"/>
                      <a:pt x="2991" y="5178"/>
                    </a:cubicBezTo>
                    <a:cubicBezTo>
                      <a:pt x="4456" y="5178"/>
                      <a:pt x="5692" y="4192"/>
                      <a:pt x="5819" y="2865"/>
                    </a:cubicBezTo>
                    <a:cubicBezTo>
                      <a:pt x="5882" y="2223"/>
                      <a:pt x="5672" y="1609"/>
                      <a:pt x="5276" y="111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596;p36"/>
              <p:cNvSpPr/>
              <p:nvPr/>
            </p:nvSpPr>
            <p:spPr>
              <a:xfrm>
                <a:off x="2460475" y="3655775"/>
                <a:ext cx="129425" cy="64200"/>
              </a:xfrm>
              <a:custGeom>
                <a:avLst/>
                <a:gdLst/>
                <a:ahLst/>
                <a:cxnLst/>
                <a:rect l="l" t="t" r="r" b="b"/>
                <a:pathLst>
                  <a:path w="5177" h="2568" extrusionOk="0">
                    <a:moveTo>
                      <a:pt x="5090" y="1"/>
                    </a:moveTo>
                    <a:cubicBezTo>
                      <a:pt x="3886" y="1617"/>
                      <a:pt x="2626" y="2437"/>
                      <a:pt x="1347" y="2437"/>
                    </a:cubicBezTo>
                    <a:cubicBezTo>
                      <a:pt x="1291" y="2437"/>
                      <a:pt x="1240" y="2437"/>
                      <a:pt x="1188" y="2433"/>
                    </a:cubicBezTo>
                    <a:cubicBezTo>
                      <a:pt x="765" y="2409"/>
                      <a:pt x="368" y="2302"/>
                      <a:pt x="0" y="2136"/>
                    </a:cubicBezTo>
                    <a:lnTo>
                      <a:pt x="0" y="2136"/>
                    </a:lnTo>
                    <a:cubicBezTo>
                      <a:pt x="16" y="2191"/>
                      <a:pt x="36" y="2247"/>
                      <a:pt x="52" y="2302"/>
                    </a:cubicBezTo>
                    <a:cubicBezTo>
                      <a:pt x="404" y="2449"/>
                      <a:pt x="780" y="2544"/>
                      <a:pt x="1180" y="2564"/>
                    </a:cubicBezTo>
                    <a:cubicBezTo>
                      <a:pt x="1236" y="2568"/>
                      <a:pt x="1291" y="2568"/>
                      <a:pt x="1343" y="2568"/>
                    </a:cubicBezTo>
                    <a:cubicBezTo>
                      <a:pt x="2662" y="2568"/>
                      <a:pt x="3949" y="1740"/>
                      <a:pt x="5177" y="104"/>
                    </a:cubicBezTo>
                    <a:cubicBezTo>
                      <a:pt x="5149" y="68"/>
                      <a:pt x="5122" y="33"/>
                      <a:pt x="509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597;p36"/>
              <p:cNvSpPr/>
              <p:nvPr/>
            </p:nvSpPr>
            <p:spPr>
              <a:xfrm>
                <a:off x="2803475" y="3635950"/>
                <a:ext cx="65075" cy="62175"/>
              </a:xfrm>
              <a:custGeom>
                <a:avLst/>
                <a:gdLst/>
                <a:ahLst/>
                <a:cxnLst/>
                <a:rect l="l" t="t" r="r" b="b"/>
                <a:pathLst>
                  <a:path w="2603" h="2487" extrusionOk="0">
                    <a:moveTo>
                      <a:pt x="1302" y="0"/>
                    </a:moveTo>
                    <a:cubicBezTo>
                      <a:pt x="669" y="0"/>
                      <a:pt x="128" y="481"/>
                      <a:pt x="68" y="1127"/>
                    </a:cubicBezTo>
                    <a:cubicBezTo>
                      <a:pt x="1" y="1808"/>
                      <a:pt x="504" y="2414"/>
                      <a:pt x="1185" y="2481"/>
                    </a:cubicBezTo>
                    <a:cubicBezTo>
                      <a:pt x="1224" y="2485"/>
                      <a:pt x="1263" y="2487"/>
                      <a:pt x="1301" y="2487"/>
                    </a:cubicBezTo>
                    <a:cubicBezTo>
                      <a:pt x="1938" y="2487"/>
                      <a:pt x="2480" y="2003"/>
                      <a:pt x="2540" y="1360"/>
                    </a:cubicBezTo>
                    <a:cubicBezTo>
                      <a:pt x="2603" y="679"/>
                      <a:pt x="2104" y="69"/>
                      <a:pt x="1419" y="6"/>
                    </a:cubicBezTo>
                    <a:cubicBezTo>
                      <a:pt x="1379" y="2"/>
                      <a:pt x="1341" y="0"/>
                      <a:pt x="13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Google Shape;598;p36"/>
              <p:cNvSpPr/>
              <p:nvPr/>
            </p:nvSpPr>
            <p:spPr>
              <a:xfrm>
                <a:off x="2547400" y="3597300"/>
                <a:ext cx="65200" cy="62125"/>
              </a:xfrm>
              <a:custGeom>
                <a:avLst/>
                <a:gdLst/>
                <a:ahLst/>
                <a:cxnLst/>
                <a:rect l="l" t="t" r="r" b="b"/>
                <a:pathLst>
                  <a:path w="2608" h="2485" extrusionOk="0">
                    <a:moveTo>
                      <a:pt x="1300" y="1"/>
                    </a:moveTo>
                    <a:cubicBezTo>
                      <a:pt x="666" y="1"/>
                      <a:pt x="128" y="484"/>
                      <a:pt x="68" y="1124"/>
                    </a:cubicBezTo>
                    <a:cubicBezTo>
                      <a:pt x="1" y="1809"/>
                      <a:pt x="504" y="2415"/>
                      <a:pt x="1185" y="2479"/>
                    </a:cubicBezTo>
                    <a:cubicBezTo>
                      <a:pt x="1226" y="2483"/>
                      <a:pt x="1267" y="2485"/>
                      <a:pt x="1308" y="2485"/>
                    </a:cubicBezTo>
                    <a:cubicBezTo>
                      <a:pt x="1941" y="2485"/>
                      <a:pt x="2480" y="2002"/>
                      <a:pt x="2540" y="1362"/>
                    </a:cubicBezTo>
                    <a:cubicBezTo>
                      <a:pt x="2607" y="676"/>
                      <a:pt x="2104" y="70"/>
                      <a:pt x="1423" y="7"/>
                    </a:cubicBezTo>
                    <a:cubicBezTo>
                      <a:pt x="1381" y="3"/>
                      <a:pt x="1340" y="1"/>
                      <a:pt x="13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36"/>
              <p:cNvSpPr/>
              <p:nvPr/>
            </p:nvSpPr>
            <p:spPr>
              <a:xfrm>
                <a:off x="2596025" y="3668900"/>
                <a:ext cx="192025" cy="70275"/>
              </a:xfrm>
              <a:custGeom>
                <a:avLst/>
                <a:gdLst/>
                <a:ahLst/>
                <a:cxnLst/>
                <a:rect l="l" t="t" r="r" b="b"/>
                <a:pathLst>
                  <a:path w="7681" h="2811" extrusionOk="0">
                    <a:moveTo>
                      <a:pt x="3469" y="0"/>
                    </a:moveTo>
                    <a:cubicBezTo>
                      <a:pt x="1617" y="0"/>
                      <a:pt x="359" y="1117"/>
                      <a:pt x="107" y="1357"/>
                    </a:cubicBezTo>
                    <a:cubicBezTo>
                      <a:pt x="5" y="1460"/>
                      <a:pt x="1" y="1627"/>
                      <a:pt x="104" y="1734"/>
                    </a:cubicBezTo>
                    <a:cubicBezTo>
                      <a:pt x="154" y="1786"/>
                      <a:pt x="223" y="1813"/>
                      <a:pt x="292" y="1813"/>
                    </a:cubicBezTo>
                    <a:cubicBezTo>
                      <a:pt x="359" y="1813"/>
                      <a:pt x="425" y="1788"/>
                      <a:pt x="476" y="1738"/>
                    </a:cubicBezTo>
                    <a:cubicBezTo>
                      <a:pt x="698" y="1523"/>
                      <a:pt x="1819" y="530"/>
                      <a:pt x="3465" y="530"/>
                    </a:cubicBezTo>
                    <a:cubicBezTo>
                      <a:pt x="3608" y="530"/>
                      <a:pt x="3755" y="537"/>
                      <a:pt x="3906" y="553"/>
                    </a:cubicBezTo>
                    <a:cubicBezTo>
                      <a:pt x="5993" y="779"/>
                      <a:pt x="7039" y="2486"/>
                      <a:pt x="7154" y="2680"/>
                    </a:cubicBezTo>
                    <a:cubicBezTo>
                      <a:pt x="7201" y="2763"/>
                      <a:pt x="7289" y="2811"/>
                      <a:pt x="7380" y="2811"/>
                    </a:cubicBezTo>
                    <a:cubicBezTo>
                      <a:pt x="7427" y="2811"/>
                      <a:pt x="7471" y="2799"/>
                      <a:pt x="7514" y="2775"/>
                    </a:cubicBezTo>
                    <a:cubicBezTo>
                      <a:pt x="7641" y="2700"/>
                      <a:pt x="7681" y="2542"/>
                      <a:pt x="7609" y="2415"/>
                    </a:cubicBezTo>
                    <a:cubicBezTo>
                      <a:pt x="7483" y="2197"/>
                      <a:pt x="6310" y="280"/>
                      <a:pt x="3961" y="26"/>
                    </a:cubicBezTo>
                    <a:cubicBezTo>
                      <a:pt x="3793" y="9"/>
                      <a:pt x="3629" y="0"/>
                      <a:pt x="34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600;p36"/>
              <p:cNvSpPr/>
              <p:nvPr/>
            </p:nvSpPr>
            <p:spPr>
              <a:xfrm>
                <a:off x="2464925" y="3230200"/>
                <a:ext cx="109150" cy="156450"/>
              </a:xfrm>
              <a:custGeom>
                <a:avLst/>
                <a:gdLst/>
                <a:ahLst/>
                <a:cxnLst/>
                <a:rect l="l" t="t" r="r" b="b"/>
                <a:pathLst>
                  <a:path w="4366" h="6258" extrusionOk="0">
                    <a:moveTo>
                      <a:pt x="2278" y="0"/>
                    </a:moveTo>
                    <a:cubicBezTo>
                      <a:pt x="503" y="2575"/>
                      <a:pt x="0" y="4947"/>
                      <a:pt x="816" y="5720"/>
                    </a:cubicBezTo>
                    <a:cubicBezTo>
                      <a:pt x="1043" y="5931"/>
                      <a:pt x="1611" y="6257"/>
                      <a:pt x="2290" y="6257"/>
                    </a:cubicBezTo>
                    <a:cubicBezTo>
                      <a:pt x="2360" y="6257"/>
                      <a:pt x="2431" y="6254"/>
                      <a:pt x="2504" y="6246"/>
                    </a:cubicBezTo>
                    <a:cubicBezTo>
                      <a:pt x="2983" y="6199"/>
                      <a:pt x="3387" y="5989"/>
                      <a:pt x="3561" y="5838"/>
                    </a:cubicBezTo>
                    <a:cubicBezTo>
                      <a:pt x="4365" y="5145"/>
                      <a:pt x="3827" y="2757"/>
                      <a:pt x="227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601;p36"/>
              <p:cNvSpPr/>
              <p:nvPr/>
            </p:nvSpPr>
            <p:spPr>
              <a:xfrm>
                <a:off x="2661675" y="3161175"/>
                <a:ext cx="109150" cy="156450"/>
              </a:xfrm>
              <a:custGeom>
                <a:avLst/>
                <a:gdLst/>
                <a:ahLst/>
                <a:cxnLst/>
                <a:rect l="l" t="t" r="r" b="b"/>
                <a:pathLst>
                  <a:path w="4366" h="6258" extrusionOk="0">
                    <a:moveTo>
                      <a:pt x="2278" y="0"/>
                    </a:moveTo>
                    <a:cubicBezTo>
                      <a:pt x="504" y="2575"/>
                      <a:pt x="1" y="4948"/>
                      <a:pt x="821" y="5720"/>
                    </a:cubicBezTo>
                    <a:cubicBezTo>
                      <a:pt x="1043" y="5932"/>
                      <a:pt x="1611" y="6258"/>
                      <a:pt x="2290" y="6258"/>
                    </a:cubicBezTo>
                    <a:cubicBezTo>
                      <a:pt x="2361" y="6258"/>
                      <a:pt x="2432" y="6254"/>
                      <a:pt x="2504" y="6247"/>
                    </a:cubicBezTo>
                    <a:cubicBezTo>
                      <a:pt x="2987" y="6199"/>
                      <a:pt x="3387" y="5989"/>
                      <a:pt x="3565" y="5839"/>
                    </a:cubicBezTo>
                    <a:cubicBezTo>
                      <a:pt x="4366" y="5146"/>
                      <a:pt x="3827" y="2757"/>
                      <a:pt x="227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602;p36"/>
              <p:cNvSpPr/>
              <p:nvPr/>
            </p:nvSpPr>
            <p:spPr>
              <a:xfrm>
                <a:off x="3171050" y="3392575"/>
                <a:ext cx="71525" cy="102575"/>
              </a:xfrm>
              <a:custGeom>
                <a:avLst/>
                <a:gdLst/>
                <a:ahLst/>
                <a:cxnLst/>
                <a:rect l="l" t="t" r="r" b="b"/>
                <a:pathLst>
                  <a:path w="2861" h="4103" extrusionOk="0">
                    <a:moveTo>
                      <a:pt x="1494" y="1"/>
                    </a:moveTo>
                    <a:cubicBezTo>
                      <a:pt x="329" y="1688"/>
                      <a:pt x="0" y="3245"/>
                      <a:pt x="535" y="3748"/>
                    </a:cubicBezTo>
                    <a:cubicBezTo>
                      <a:pt x="683" y="3889"/>
                      <a:pt x="1059" y="4103"/>
                      <a:pt x="1509" y="4103"/>
                    </a:cubicBezTo>
                    <a:cubicBezTo>
                      <a:pt x="1552" y="4103"/>
                      <a:pt x="1596" y="4101"/>
                      <a:pt x="1640" y="4096"/>
                    </a:cubicBezTo>
                    <a:cubicBezTo>
                      <a:pt x="1957" y="4061"/>
                      <a:pt x="2218" y="3926"/>
                      <a:pt x="2333" y="3827"/>
                    </a:cubicBezTo>
                    <a:cubicBezTo>
                      <a:pt x="2860" y="3372"/>
                      <a:pt x="2508" y="1807"/>
                      <a:pt x="149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Google Shape;603;p36"/>
              <p:cNvSpPr/>
              <p:nvPr/>
            </p:nvSpPr>
            <p:spPr>
              <a:xfrm>
                <a:off x="2375900" y="2966950"/>
                <a:ext cx="503950" cy="216325"/>
              </a:xfrm>
              <a:custGeom>
                <a:avLst/>
                <a:gdLst/>
                <a:ahLst/>
                <a:cxnLst/>
                <a:rect l="l" t="t" r="r" b="b"/>
                <a:pathLst>
                  <a:path w="20158" h="8653" extrusionOk="0">
                    <a:moveTo>
                      <a:pt x="10734" y="0"/>
                    </a:moveTo>
                    <a:cubicBezTo>
                      <a:pt x="9107" y="0"/>
                      <a:pt x="7301" y="1261"/>
                      <a:pt x="6742" y="3413"/>
                    </a:cubicBezTo>
                    <a:cubicBezTo>
                      <a:pt x="6678" y="3376"/>
                      <a:pt x="6166" y="3092"/>
                      <a:pt x="5533" y="3092"/>
                    </a:cubicBezTo>
                    <a:cubicBezTo>
                      <a:pt x="5268" y="3092"/>
                      <a:pt x="4982" y="3142"/>
                      <a:pt x="4698" y="3282"/>
                    </a:cubicBezTo>
                    <a:cubicBezTo>
                      <a:pt x="3799" y="3725"/>
                      <a:pt x="3312" y="4886"/>
                      <a:pt x="3648" y="6031"/>
                    </a:cubicBezTo>
                    <a:cubicBezTo>
                      <a:pt x="3275" y="5822"/>
                      <a:pt x="2862" y="5717"/>
                      <a:pt x="2454" y="5717"/>
                    </a:cubicBezTo>
                    <a:cubicBezTo>
                      <a:pt x="2048" y="5717"/>
                      <a:pt x="1647" y="5821"/>
                      <a:pt x="1296" y="6031"/>
                    </a:cubicBezTo>
                    <a:cubicBezTo>
                      <a:pt x="436" y="6546"/>
                      <a:pt x="1" y="7611"/>
                      <a:pt x="246" y="8653"/>
                    </a:cubicBezTo>
                    <a:lnTo>
                      <a:pt x="19124" y="8653"/>
                    </a:lnTo>
                    <a:cubicBezTo>
                      <a:pt x="20157" y="6720"/>
                      <a:pt x="19595" y="4438"/>
                      <a:pt x="18054" y="3413"/>
                    </a:cubicBezTo>
                    <a:cubicBezTo>
                      <a:pt x="17480" y="3030"/>
                      <a:pt x="16798" y="2841"/>
                      <a:pt x="16095" y="2841"/>
                    </a:cubicBezTo>
                    <a:cubicBezTo>
                      <a:pt x="15386" y="2841"/>
                      <a:pt x="14656" y="3033"/>
                      <a:pt x="13994" y="3413"/>
                    </a:cubicBezTo>
                    <a:cubicBezTo>
                      <a:pt x="13804" y="1864"/>
                      <a:pt x="12885" y="549"/>
                      <a:pt x="11638" y="141"/>
                    </a:cubicBezTo>
                    <a:cubicBezTo>
                      <a:pt x="11350" y="46"/>
                      <a:pt x="11045" y="0"/>
                      <a:pt x="1073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Google Shape;604;p36"/>
              <p:cNvSpPr/>
              <p:nvPr/>
            </p:nvSpPr>
            <p:spPr>
              <a:xfrm>
                <a:off x="2448375" y="3092850"/>
                <a:ext cx="379575" cy="90825"/>
              </a:xfrm>
              <a:custGeom>
                <a:avLst/>
                <a:gdLst/>
                <a:ahLst/>
                <a:cxnLst/>
                <a:rect l="l" t="t" r="r" b="b"/>
                <a:pathLst>
                  <a:path w="15183" h="3633" extrusionOk="0">
                    <a:moveTo>
                      <a:pt x="7948" y="0"/>
                    </a:moveTo>
                    <a:cubicBezTo>
                      <a:pt x="7611" y="0"/>
                      <a:pt x="7258" y="46"/>
                      <a:pt x="6897" y="155"/>
                    </a:cubicBezTo>
                    <a:cubicBezTo>
                      <a:pt x="5982" y="428"/>
                      <a:pt x="5356" y="1003"/>
                      <a:pt x="4988" y="1446"/>
                    </a:cubicBezTo>
                    <a:cubicBezTo>
                      <a:pt x="4458" y="1331"/>
                      <a:pt x="3983" y="1282"/>
                      <a:pt x="3558" y="1282"/>
                    </a:cubicBezTo>
                    <a:cubicBezTo>
                      <a:pt x="2275" y="1282"/>
                      <a:pt x="1451" y="1732"/>
                      <a:pt x="951" y="2175"/>
                    </a:cubicBezTo>
                    <a:cubicBezTo>
                      <a:pt x="223" y="2817"/>
                      <a:pt x="13" y="3565"/>
                      <a:pt x="1" y="3597"/>
                    </a:cubicBezTo>
                    <a:lnTo>
                      <a:pt x="132" y="3633"/>
                    </a:lnTo>
                    <a:cubicBezTo>
                      <a:pt x="132" y="3625"/>
                      <a:pt x="342" y="2888"/>
                      <a:pt x="1043" y="2270"/>
                    </a:cubicBezTo>
                    <a:cubicBezTo>
                      <a:pt x="1685" y="1702"/>
                      <a:pt x="2538" y="1415"/>
                      <a:pt x="3555" y="1415"/>
                    </a:cubicBezTo>
                    <a:cubicBezTo>
                      <a:pt x="4006" y="1415"/>
                      <a:pt x="4489" y="1472"/>
                      <a:pt x="5000" y="1585"/>
                    </a:cubicBezTo>
                    <a:lnTo>
                      <a:pt x="5039" y="1593"/>
                    </a:lnTo>
                    <a:lnTo>
                      <a:pt x="5063" y="1561"/>
                    </a:lnTo>
                    <a:cubicBezTo>
                      <a:pt x="5419" y="1125"/>
                      <a:pt x="6029" y="551"/>
                      <a:pt x="6936" y="282"/>
                    </a:cubicBezTo>
                    <a:cubicBezTo>
                      <a:pt x="7284" y="177"/>
                      <a:pt x="7624" y="133"/>
                      <a:pt x="7949" y="133"/>
                    </a:cubicBezTo>
                    <a:cubicBezTo>
                      <a:pt x="9646" y="133"/>
                      <a:pt x="10953" y="1331"/>
                      <a:pt x="11016" y="1391"/>
                    </a:cubicBezTo>
                    <a:lnTo>
                      <a:pt x="11048" y="1418"/>
                    </a:lnTo>
                    <a:lnTo>
                      <a:pt x="11087" y="1403"/>
                    </a:lnTo>
                    <a:cubicBezTo>
                      <a:pt x="11300" y="1311"/>
                      <a:pt x="11738" y="1156"/>
                      <a:pt x="12281" y="1156"/>
                    </a:cubicBezTo>
                    <a:cubicBezTo>
                      <a:pt x="12578" y="1156"/>
                      <a:pt x="12907" y="1202"/>
                      <a:pt x="13246" y="1331"/>
                    </a:cubicBezTo>
                    <a:cubicBezTo>
                      <a:pt x="14755" y="1906"/>
                      <a:pt x="15040" y="3557"/>
                      <a:pt x="15052" y="3625"/>
                    </a:cubicBezTo>
                    <a:lnTo>
                      <a:pt x="15183" y="3605"/>
                    </a:lnTo>
                    <a:cubicBezTo>
                      <a:pt x="15171" y="3530"/>
                      <a:pt x="14870" y="1807"/>
                      <a:pt x="13290" y="1205"/>
                    </a:cubicBezTo>
                    <a:cubicBezTo>
                      <a:pt x="12935" y="1071"/>
                      <a:pt x="12592" y="1022"/>
                      <a:pt x="12282" y="1022"/>
                    </a:cubicBezTo>
                    <a:cubicBezTo>
                      <a:pt x="11746" y="1022"/>
                      <a:pt x="11309" y="1166"/>
                      <a:pt x="11076" y="1264"/>
                    </a:cubicBezTo>
                    <a:cubicBezTo>
                      <a:pt x="10852" y="1067"/>
                      <a:pt x="9577" y="0"/>
                      <a:pt x="794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605;p36"/>
              <p:cNvSpPr/>
              <p:nvPr/>
            </p:nvSpPr>
            <p:spPr>
              <a:xfrm>
                <a:off x="3021525" y="3215350"/>
                <a:ext cx="398000" cy="178750"/>
              </a:xfrm>
              <a:custGeom>
                <a:avLst/>
                <a:gdLst/>
                <a:ahLst/>
                <a:cxnLst/>
                <a:rect l="l" t="t" r="r" b="b"/>
                <a:pathLst>
                  <a:path w="15920" h="7150" extrusionOk="0">
                    <a:moveTo>
                      <a:pt x="8442" y="1"/>
                    </a:moveTo>
                    <a:cubicBezTo>
                      <a:pt x="6949" y="1"/>
                      <a:pt x="5435" y="1061"/>
                      <a:pt x="4936" y="2765"/>
                    </a:cubicBezTo>
                    <a:cubicBezTo>
                      <a:pt x="4526" y="2629"/>
                      <a:pt x="4111" y="2564"/>
                      <a:pt x="3708" y="2564"/>
                    </a:cubicBezTo>
                    <a:cubicBezTo>
                      <a:pt x="2502" y="2564"/>
                      <a:pt x="1397" y="3140"/>
                      <a:pt x="824" y="4096"/>
                    </a:cubicBezTo>
                    <a:cubicBezTo>
                      <a:pt x="0" y="5466"/>
                      <a:pt x="658" y="6995"/>
                      <a:pt x="729" y="7149"/>
                    </a:cubicBezTo>
                    <a:lnTo>
                      <a:pt x="14660" y="7149"/>
                    </a:lnTo>
                    <a:cubicBezTo>
                      <a:pt x="15800" y="6230"/>
                      <a:pt x="15919" y="4563"/>
                      <a:pt x="15032" y="3565"/>
                    </a:cubicBezTo>
                    <a:cubicBezTo>
                      <a:pt x="14574" y="3050"/>
                      <a:pt x="13907" y="2774"/>
                      <a:pt x="13222" y="2774"/>
                    </a:cubicBezTo>
                    <a:cubicBezTo>
                      <a:pt x="12709" y="2774"/>
                      <a:pt x="12187" y="2928"/>
                      <a:pt x="11733" y="3252"/>
                    </a:cubicBezTo>
                    <a:cubicBezTo>
                      <a:pt x="11574" y="1711"/>
                      <a:pt x="10544" y="448"/>
                      <a:pt x="9213" y="99"/>
                    </a:cubicBezTo>
                    <a:cubicBezTo>
                      <a:pt x="8961" y="33"/>
                      <a:pt x="8702" y="1"/>
                      <a:pt x="844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606;p36"/>
              <p:cNvSpPr/>
              <p:nvPr/>
            </p:nvSpPr>
            <p:spPr>
              <a:xfrm>
                <a:off x="3079950" y="3306975"/>
                <a:ext cx="314900" cy="87425"/>
              </a:xfrm>
              <a:custGeom>
                <a:avLst/>
                <a:gdLst/>
                <a:ahLst/>
                <a:cxnLst/>
                <a:rect l="l" t="t" r="r" b="b"/>
                <a:pathLst>
                  <a:path w="12596" h="3497" extrusionOk="0">
                    <a:moveTo>
                      <a:pt x="5871" y="0"/>
                    </a:moveTo>
                    <a:cubicBezTo>
                      <a:pt x="4770" y="0"/>
                      <a:pt x="3684" y="687"/>
                      <a:pt x="3129" y="1789"/>
                    </a:cubicBezTo>
                    <a:cubicBezTo>
                      <a:pt x="2782" y="1496"/>
                      <a:pt x="2354" y="1343"/>
                      <a:pt x="1925" y="1343"/>
                    </a:cubicBezTo>
                    <a:cubicBezTo>
                      <a:pt x="1670" y="1343"/>
                      <a:pt x="1414" y="1397"/>
                      <a:pt x="1173" y="1508"/>
                    </a:cubicBezTo>
                    <a:cubicBezTo>
                      <a:pt x="428" y="1849"/>
                      <a:pt x="0" y="2664"/>
                      <a:pt x="131" y="3492"/>
                    </a:cubicBezTo>
                    <a:lnTo>
                      <a:pt x="262" y="3472"/>
                    </a:lnTo>
                    <a:cubicBezTo>
                      <a:pt x="143" y="2700"/>
                      <a:pt x="539" y="1944"/>
                      <a:pt x="1228" y="1627"/>
                    </a:cubicBezTo>
                    <a:cubicBezTo>
                      <a:pt x="1450" y="1525"/>
                      <a:pt x="1685" y="1476"/>
                      <a:pt x="1921" y="1476"/>
                    </a:cubicBezTo>
                    <a:cubicBezTo>
                      <a:pt x="2347" y="1476"/>
                      <a:pt x="2772" y="1637"/>
                      <a:pt x="3106" y="1944"/>
                    </a:cubicBezTo>
                    <a:lnTo>
                      <a:pt x="3173" y="2007"/>
                    </a:lnTo>
                    <a:lnTo>
                      <a:pt x="3209" y="1924"/>
                    </a:lnTo>
                    <a:cubicBezTo>
                      <a:pt x="3728" y="823"/>
                      <a:pt x="4793" y="130"/>
                      <a:pt x="5873" y="130"/>
                    </a:cubicBezTo>
                    <a:cubicBezTo>
                      <a:pt x="6052" y="130"/>
                      <a:pt x="6232" y="149"/>
                      <a:pt x="6409" y="189"/>
                    </a:cubicBezTo>
                    <a:cubicBezTo>
                      <a:pt x="7728" y="482"/>
                      <a:pt x="8287" y="1773"/>
                      <a:pt x="8346" y="1920"/>
                    </a:cubicBezTo>
                    <a:lnTo>
                      <a:pt x="8390" y="2039"/>
                    </a:lnTo>
                    <a:lnTo>
                      <a:pt x="8461" y="1932"/>
                    </a:lnTo>
                    <a:cubicBezTo>
                      <a:pt x="8898" y="1271"/>
                      <a:pt x="9628" y="900"/>
                      <a:pt x="10345" y="900"/>
                    </a:cubicBezTo>
                    <a:cubicBezTo>
                      <a:pt x="10693" y="900"/>
                      <a:pt x="11038" y="987"/>
                      <a:pt x="11344" y="1171"/>
                    </a:cubicBezTo>
                    <a:cubicBezTo>
                      <a:pt x="12077" y="1615"/>
                      <a:pt x="12453" y="2558"/>
                      <a:pt x="12259" y="3469"/>
                    </a:cubicBezTo>
                    <a:lnTo>
                      <a:pt x="12390" y="3496"/>
                    </a:lnTo>
                    <a:cubicBezTo>
                      <a:pt x="12596" y="2530"/>
                      <a:pt x="12192" y="1528"/>
                      <a:pt x="11412" y="1060"/>
                    </a:cubicBezTo>
                    <a:cubicBezTo>
                      <a:pt x="11084" y="863"/>
                      <a:pt x="10716" y="769"/>
                      <a:pt x="10345" y="769"/>
                    </a:cubicBezTo>
                    <a:cubicBezTo>
                      <a:pt x="9621" y="769"/>
                      <a:pt x="8886" y="1125"/>
                      <a:pt x="8417" y="1761"/>
                    </a:cubicBezTo>
                    <a:cubicBezTo>
                      <a:pt x="8247" y="1397"/>
                      <a:pt x="7649" y="332"/>
                      <a:pt x="6437" y="62"/>
                    </a:cubicBezTo>
                    <a:cubicBezTo>
                      <a:pt x="6250" y="20"/>
                      <a:pt x="6060" y="0"/>
                      <a:pt x="587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Google Shape;607;p36"/>
              <p:cNvSpPr/>
              <p:nvPr/>
            </p:nvSpPr>
            <p:spPr>
              <a:xfrm>
                <a:off x="2867550" y="3137100"/>
                <a:ext cx="169450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6778" h="10541" extrusionOk="0">
                    <a:moveTo>
                      <a:pt x="3015" y="1"/>
                    </a:moveTo>
                    <a:lnTo>
                      <a:pt x="0" y="5273"/>
                    </a:lnTo>
                    <a:lnTo>
                      <a:pt x="2262" y="5273"/>
                    </a:lnTo>
                    <a:lnTo>
                      <a:pt x="0" y="10541"/>
                    </a:lnTo>
                    <a:lnTo>
                      <a:pt x="6777" y="3764"/>
                    </a:lnTo>
                    <a:lnTo>
                      <a:pt x="4520" y="3764"/>
                    </a:lnTo>
                    <a:lnTo>
                      <a:pt x="6777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51ACD-3F08-3044-9E17-32825A939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720000" y="787908"/>
            <a:ext cx="7704000" cy="1371600"/>
          </a:xfrm>
        </p:spPr>
        <p:txBody>
          <a:bodyPr/>
          <a:lstStyle/>
          <a:p>
            <a:r>
              <a:rPr lang="en-US" sz="6000" dirty="0"/>
              <a:t>Quiz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513542D-0FDF-5147-80B3-1A1B94CEAD5B}"/>
              </a:ext>
            </a:extLst>
          </p:cNvPr>
          <p:cNvSpPr txBox="1">
            <a:spLocks/>
          </p:cNvSpPr>
          <p:nvPr/>
        </p:nvSpPr>
        <p:spPr>
          <a:xfrm flipH="1">
            <a:off x="720012" y="2159508"/>
            <a:ext cx="7704000" cy="309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Bitter"/>
              <a:buNone/>
              <a:defRPr sz="3500" b="1" i="0" u="none" strike="noStrike" cap="none">
                <a:solidFill>
                  <a:schemeClr val="lt2"/>
                </a:solidFill>
                <a:latin typeface="Bitter"/>
                <a:ea typeface="Bitter"/>
                <a:cs typeface="Bitter"/>
                <a:sym typeface="Bitte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en-US" sz="4400" dirty="0">
                <a:solidFill>
                  <a:schemeClr val="accent2"/>
                </a:solidFill>
              </a:rPr>
              <a:t>Take out a paper and put your name at the top</a:t>
            </a:r>
          </a:p>
        </p:txBody>
      </p:sp>
    </p:spTree>
    <p:extLst>
      <p:ext uri="{BB962C8B-B14F-4D97-AF65-F5344CB8AC3E}">
        <p14:creationId xmlns:p14="http://schemas.microsoft.com/office/powerpoint/2010/main" val="3375939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C0946-32B3-6748-804F-72008D713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What type of medication is typically used to treat people with mood swings, aggression, and impulsivity?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3517A5-A23B-7640-9B25-F0D3DAA920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2331720"/>
            <a:ext cx="7704000" cy="2300432"/>
          </a:xfrm>
        </p:spPr>
        <p:txBody>
          <a:bodyPr/>
          <a:lstStyle/>
          <a:p>
            <a:pPr marL="482600" indent="-342900">
              <a:buFont typeface="+mj-lt"/>
              <a:buAutoNum type="alphaLcParenR"/>
            </a:pPr>
            <a:r>
              <a:rPr lang="en-US" sz="1800" dirty="0"/>
              <a:t>Antidepressants</a:t>
            </a:r>
          </a:p>
          <a:p>
            <a:pPr marL="482600" indent="-342900">
              <a:buFont typeface="+mj-lt"/>
              <a:buAutoNum type="alphaLcParenR"/>
            </a:pPr>
            <a:r>
              <a:rPr lang="en-US" sz="1800" dirty="0"/>
              <a:t>Anti-psychotic medication</a:t>
            </a:r>
          </a:p>
          <a:p>
            <a:pPr marL="482600" indent="-342900">
              <a:buFont typeface="+mj-lt"/>
              <a:buAutoNum type="alphaLcParenR"/>
            </a:pPr>
            <a:r>
              <a:rPr lang="en-US" sz="1800" dirty="0"/>
              <a:t>Anti-anxiety medication</a:t>
            </a:r>
          </a:p>
          <a:p>
            <a:pPr marL="482600" indent="-342900">
              <a:buFont typeface="+mj-lt"/>
              <a:buAutoNum type="alphaLcParenR"/>
            </a:pPr>
            <a:r>
              <a:rPr lang="en-US" sz="1800" dirty="0"/>
              <a:t>Mood Stabilizers </a:t>
            </a:r>
          </a:p>
          <a:p>
            <a:pPr marL="13970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919358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7AA27-E70C-EA4B-A461-E633F898F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What is the most common type of therapy to treat personality disorders?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6C8919-A92D-1E4D-8046-D3ECDF6AC4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883664"/>
            <a:ext cx="7704000" cy="2748488"/>
          </a:xfrm>
        </p:spPr>
        <p:txBody>
          <a:bodyPr/>
          <a:lstStyle/>
          <a:p>
            <a:pPr marL="482600" indent="-342900">
              <a:buFont typeface="+mj-lt"/>
              <a:buAutoNum type="alphaLcParenR"/>
            </a:pPr>
            <a:r>
              <a:rPr lang="en-US" sz="1800" dirty="0"/>
              <a:t>Dialectical Behavioral Therapy</a:t>
            </a:r>
          </a:p>
          <a:p>
            <a:pPr marL="482600" indent="-342900">
              <a:buFont typeface="+mj-lt"/>
              <a:buAutoNum type="alphaLcParenR"/>
            </a:pPr>
            <a:r>
              <a:rPr lang="en-US" sz="1800" dirty="0"/>
              <a:t>Cognitive Behavioral Therapy</a:t>
            </a:r>
          </a:p>
          <a:p>
            <a:pPr marL="482600" indent="-342900">
              <a:buFont typeface="+mj-lt"/>
              <a:buAutoNum type="alphaLcParenR"/>
            </a:pPr>
            <a:r>
              <a:rPr lang="en-US" sz="1800" dirty="0"/>
              <a:t>Motivational Interviewing </a:t>
            </a:r>
          </a:p>
          <a:p>
            <a:pPr marL="482600" indent="-342900">
              <a:buFont typeface="+mj-lt"/>
              <a:buAutoNum type="alphaLcParenR"/>
            </a:pPr>
            <a:r>
              <a:rPr lang="en-US" sz="1800" dirty="0"/>
              <a:t>Mindfulness-Based Stress Reduction</a:t>
            </a:r>
          </a:p>
        </p:txBody>
      </p:sp>
    </p:spTree>
    <p:extLst>
      <p:ext uri="{BB962C8B-B14F-4D97-AF65-F5344CB8AC3E}">
        <p14:creationId xmlns:p14="http://schemas.microsoft.com/office/powerpoint/2010/main" val="2809819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3F13B-925E-FC44-B647-BCDCA6835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dirty="0"/>
              <a:t>Avoidant Personality Disorder, Dependent Personality Disorder, and Obsessive-Compulsive Personality Disorder are all part of which cluster?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2ABDDE-3727-E244-B05B-275867D099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2745486"/>
            <a:ext cx="7704000" cy="2060402"/>
          </a:xfrm>
        </p:spPr>
        <p:txBody>
          <a:bodyPr/>
          <a:lstStyle/>
          <a:p>
            <a:pPr marL="482600" indent="-342900">
              <a:buFont typeface="+mj-lt"/>
              <a:buAutoNum type="alphaLcParenR"/>
            </a:pPr>
            <a:r>
              <a:rPr lang="en-US" sz="1800" dirty="0"/>
              <a:t>Cluster A – Eccentric/Odd</a:t>
            </a:r>
          </a:p>
          <a:p>
            <a:pPr marL="482600" indent="-342900">
              <a:buFont typeface="+mj-lt"/>
              <a:buAutoNum type="alphaLcParenR"/>
            </a:pPr>
            <a:r>
              <a:rPr lang="en-US" sz="1800" dirty="0"/>
              <a:t>Cluster B – Erratic/Dramatic</a:t>
            </a:r>
          </a:p>
          <a:p>
            <a:pPr marL="482600" indent="-342900">
              <a:buFont typeface="+mj-lt"/>
              <a:buAutoNum type="alphaLcParenR"/>
            </a:pPr>
            <a:r>
              <a:rPr lang="en-US" sz="1800" dirty="0"/>
              <a:t>Cluster C – Fearful/Anxious</a:t>
            </a:r>
          </a:p>
        </p:txBody>
      </p:sp>
    </p:spTree>
    <p:extLst>
      <p:ext uri="{BB962C8B-B14F-4D97-AF65-F5344CB8AC3E}">
        <p14:creationId xmlns:p14="http://schemas.microsoft.com/office/powerpoint/2010/main" val="138063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D53DACF-B3EB-BF4C-9635-565087D1F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8500" y="1307100"/>
            <a:ext cx="5607000" cy="2529300"/>
          </a:xfrm>
        </p:spPr>
        <p:txBody>
          <a:bodyPr/>
          <a:lstStyle/>
          <a:p>
            <a:r>
              <a:rPr lang="en-US" dirty="0"/>
              <a:t>Personality “Types”</a:t>
            </a:r>
          </a:p>
        </p:txBody>
      </p:sp>
    </p:spTree>
    <p:extLst>
      <p:ext uri="{BB962C8B-B14F-4D97-AF65-F5344CB8AC3E}">
        <p14:creationId xmlns:p14="http://schemas.microsoft.com/office/powerpoint/2010/main" val="3462901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FAF4E65-531B-FC43-BA0C-00EAB5146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Personality Types: Type A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3DE3835A-9227-9140-9296-234FBCF361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93624186"/>
              </p:ext>
            </p:extLst>
          </p:nvPr>
        </p:nvGraphicFramePr>
        <p:xfrm>
          <a:off x="1524000" y="1837944"/>
          <a:ext cx="6096000" cy="27843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FE0AD56-CE3B-3A4F-979C-483266A6C0D1}"/>
              </a:ext>
            </a:extLst>
          </p:cNvPr>
          <p:cNvSpPr txBox="1"/>
          <p:nvPr/>
        </p:nvSpPr>
        <p:spPr>
          <a:xfrm>
            <a:off x="0" y="4835723"/>
            <a:ext cx="16161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Lateef et al., 2019</a:t>
            </a:r>
          </a:p>
        </p:txBody>
      </p:sp>
    </p:spTree>
    <p:extLst>
      <p:ext uri="{BB962C8B-B14F-4D97-AF65-F5344CB8AC3E}">
        <p14:creationId xmlns:p14="http://schemas.microsoft.com/office/powerpoint/2010/main" val="1187710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42"/>
          <p:cNvSpPr txBox="1">
            <a:spLocks noGrp="1"/>
          </p:cNvSpPr>
          <p:nvPr>
            <p:ph type="title"/>
          </p:nvPr>
        </p:nvSpPr>
        <p:spPr>
          <a:xfrm>
            <a:off x="116496" y="2121425"/>
            <a:ext cx="387943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Personality Types: Type B</a:t>
            </a:r>
            <a:endParaRPr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4B3A213-DAF6-E440-9921-0E49EA0D89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86739232"/>
              </p:ext>
            </p:extLst>
          </p:nvPr>
        </p:nvGraphicFramePr>
        <p:xfrm>
          <a:off x="3444240" y="968565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C96545A-1422-DC48-ACC8-C2E93B55DCC8}"/>
              </a:ext>
            </a:extLst>
          </p:cNvPr>
          <p:cNvSpPr txBox="1"/>
          <p:nvPr/>
        </p:nvSpPr>
        <p:spPr>
          <a:xfrm>
            <a:off x="116496" y="4835723"/>
            <a:ext cx="16161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Lateef et al., 2019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4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Personality Types: Type C</a:t>
            </a:r>
            <a:endParaRPr dirty="0"/>
          </a:p>
        </p:txBody>
      </p:sp>
      <p:sp>
        <p:nvSpPr>
          <p:cNvPr id="1048" name="Google Shape;1048;p44"/>
          <p:cNvSpPr txBox="1">
            <a:spLocks noGrp="1"/>
          </p:cNvSpPr>
          <p:nvPr>
            <p:ph type="body" idx="1"/>
          </p:nvPr>
        </p:nvSpPr>
        <p:spPr>
          <a:xfrm>
            <a:off x="750095" y="1547195"/>
            <a:ext cx="5394125" cy="28270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chemeClr val="tx1"/>
              </a:buClr>
            </a:pPr>
            <a:r>
              <a:rPr lang="en-US" altLang="en-US" sz="1800" b="1" dirty="0"/>
              <a:t>Positive Characteristics</a:t>
            </a:r>
          </a:p>
          <a:p>
            <a:pPr lvl="1">
              <a:buClr>
                <a:schemeClr val="tx1"/>
              </a:buClr>
            </a:pPr>
            <a:r>
              <a:rPr lang="en-US" altLang="en-US" sz="1600" dirty="0"/>
              <a:t>Patient</a:t>
            </a:r>
          </a:p>
          <a:p>
            <a:pPr lvl="1">
              <a:buClr>
                <a:schemeClr val="tx1"/>
              </a:buClr>
            </a:pPr>
            <a:r>
              <a:rPr lang="en-US" altLang="en-US" sz="1600" dirty="0"/>
              <a:t>Cooperative</a:t>
            </a:r>
          </a:p>
          <a:p>
            <a:pPr lvl="1">
              <a:buClr>
                <a:schemeClr val="tx1"/>
              </a:buClr>
            </a:pPr>
            <a:r>
              <a:rPr lang="en-US" altLang="en-US" sz="1600" dirty="0"/>
              <a:t>High control over emotional responses</a:t>
            </a:r>
          </a:p>
          <a:p>
            <a:pPr>
              <a:buClr>
                <a:schemeClr val="tx1"/>
              </a:buClr>
            </a:pPr>
            <a:r>
              <a:rPr lang="en-US" altLang="en-US" sz="1800" b="1" dirty="0"/>
              <a:t>Negative Characteristics</a:t>
            </a:r>
          </a:p>
          <a:p>
            <a:pPr lvl="1" algn="l" eaLnBrk="1" hangingPunct="1">
              <a:buClr>
                <a:schemeClr val="tx1"/>
              </a:buClr>
            </a:pPr>
            <a:r>
              <a:rPr lang="en-US" altLang="en-US" sz="1600" dirty="0"/>
              <a:t>People pleasers</a:t>
            </a:r>
          </a:p>
          <a:p>
            <a:pPr lvl="1" algn="l" eaLnBrk="1" hangingPunct="1">
              <a:buClr>
                <a:schemeClr val="tx1"/>
              </a:buClr>
            </a:pPr>
            <a:r>
              <a:rPr lang="en-US" altLang="en-US" sz="1600" dirty="0"/>
              <a:t>Sense of helplessness</a:t>
            </a:r>
          </a:p>
          <a:p>
            <a:pPr lvl="1" algn="l" eaLnBrk="1" hangingPunct="1">
              <a:buClr>
                <a:schemeClr val="tx1"/>
              </a:buClr>
            </a:pPr>
            <a:r>
              <a:rPr lang="en-US" altLang="en-US" sz="1600" dirty="0"/>
              <a:t>Inability to recognize and verbalize negative emotions </a:t>
            </a:r>
          </a:p>
          <a:p>
            <a:pPr lvl="1" algn="l" eaLnBrk="1" hangingPunct="1">
              <a:buClr>
                <a:schemeClr val="tx1"/>
              </a:buClr>
            </a:pPr>
            <a:r>
              <a:rPr lang="en-US" altLang="en-US" sz="1600" dirty="0"/>
              <a:t>High stress levels</a:t>
            </a:r>
          </a:p>
          <a:p>
            <a:pPr marL="139700" indent="0">
              <a:buClr>
                <a:schemeClr val="tx1"/>
              </a:buClr>
              <a:buNone/>
            </a:pPr>
            <a:endParaRPr lang="en-US" altLang="en-US" sz="1600" dirty="0"/>
          </a:p>
          <a:p>
            <a:pPr marL="596900" lvl="1" indent="0">
              <a:buClr>
                <a:schemeClr val="tx1"/>
              </a:buClr>
              <a:buNone/>
            </a:pPr>
            <a:endParaRPr lang="en-US" altLang="en-US" sz="1600" dirty="0"/>
          </a:p>
        </p:txBody>
      </p:sp>
      <p:grpSp>
        <p:nvGrpSpPr>
          <p:cNvPr id="36" name="Google Shape;1049;p44">
            <a:extLst>
              <a:ext uri="{FF2B5EF4-FFF2-40B4-BE49-F238E27FC236}">
                <a16:creationId xmlns:a16="http://schemas.microsoft.com/office/drawing/2014/main" id="{B0EFD347-E612-584F-B72A-523F0BCB36E5}"/>
              </a:ext>
            </a:extLst>
          </p:cNvPr>
          <p:cNvGrpSpPr/>
          <p:nvPr/>
        </p:nvGrpSpPr>
        <p:grpSpPr>
          <a:xfrm>
            <a:off x="6575053" y="2571750"/>
            <a:ext cx="1678311" cy="1493576"/>
            <a:chOff x="6352225" y="1788550"/>
            <a:chExt cx="1037275" cy="923100"/>
          </a:xfrm>
        </p:grpSpPr>
        <p:sp>
          <p:nvSpPr>
            <p:cNvPr id="37" name="Google Shape;1050;p44">
              <a:extLst>
                <a:ext uri="{FF2B5EF4-FFF2-40B4-BE49-F238E27FC236}">
                  <a16:creationId xmlns:a16="http://schemas.microsoft.com/office/drawing/2014/main" id="{C952B0ED-53D0-A347-AF33-A9FEBC33C4A6}"/>
                </a:ext>
              </a:extLst>
            </p:cNvPr>
            <p:cNvSpPr/>
            <p:nvPr/>
          </p:nvSpPr>
          <p:spPr>
            <a:xfrm>
              <a:off x="6352225" y="1788550"/>
              <a:ext cx="1037275" cy="923100"/>
            </a:xfrm>
            <a:custGeom>
              <a:avLst/>
              <a:gdLst/>
              <a:ahLst/>
              <a:cxnLst/>
              <a:rect l="l" t="t" r="r" b="b"/>
              <a:pathLst>
                <a:path w="41491" h="36924" extrusionOk="0">
                  <a:moveTo>
                    <a:pt x="14438" y="8258"/>
                  </a:moveTo>
                  <a:cubicBezTo>
                    <a:pt x="14201" y="8346"/>
                    <a:pt x="13959" y="8437"/>
                    <a:pt x="13725" y="8532"/>
                  </a:cubicBezTo>
                  <a:lnTo>
                    <a:pt x="13547" y="8286"/>
                  </a:lnTo>
                  <a:lnTo>
                    <a:pt x="14438" y="8258"/>
                  </a:lnTo>
                  <a:close/>
                  <a:moveTo>
                    <a:pt x="9582" y="0"/>
                  </a:moveTo>
                  <a:lnTo>
                    <a:pt x="6584" y="3799"/>
                  </a:lnTo>
                  <a:lnTo>
                    <a:pt x="3134" y="1901"/>
                  </a:lnTo>
                  <a:lnTo>
                    <a:pt x="3134" y="1901"/>
                  </a:lnTo>
                  <a:cubicBezTo>
                    <a:pt x="3324" y="2860"/>
                    <a:pt x="3518" y="3818"/>
                    <a:pt x="3708" y="4777"/>
                  </a:cubicBezTo>
                  <a:lnTo>
                    <a:pt x="1" y="5815"/>
                  </a:lnTo>
                  <a:lnTo>
                    <a:pt x="2801" y="7771"/>
                  </a:lnTo>
                  <a:lnTo>
                    <a:pt x="36" y="10073"/>
                  </a:lnTo>
                  <a:lnTo>
                    <a:pt x="3534" y="10473"/>
                  </a:lnTo>
                  <a:lnTo>
                    <a:pt x="3364" y="13293"/>
                  </a:lnTo>
                  <a:lnTo>
                    <a:pt x="6413" y="11106"/>
                  </a:lnTo>
                  <a:lnTo>
                    <a:pt x="6695" y="13320"/>
                  </a:lnTo>
                  <a:cubicBezTo>
                    <a:pt x="5776" y="14398"/>
                    <a:pt x="5098" y="15562"/>
                    <a:pt x="4734" y="16786"/>
                  </a:cubicBezTo>
                  <a:cubicBezTo>
                    <a:pt x="4560" y="17364"/>
                    <a:pt x="3486" y="21290"/>
                    <a:pt x="5799" y="24205"/>
                  </a:cubicBezTo>
                  <a:cubicBezTo>
                    <a:pt x="7759" y="26678"/>
                    <a:pt x="11158" y="26784"/>
                    <a:pt x="11727" y="26784"/>
                  </a:cubicBezTo>
                  <a:cubicBezTo>
                    <a:pt x="11780" y="26784"/>
                    <a:pt x="11808" y="26783"/>
                    <a:pt x="11808" y="26783"/>
                  </a:cubicBezTo>
                  <a:lnTo>
                    <a:pt x="11808" y="26783"/>
                  </a:lnTo>
                  <a:cubicBezTo>
                    <a:pt x="11024" y="30486"/>
                    <a:pt x="13880" y="32923"/>
                    <a:pt x="17678" y="32923"/>
                  </a:cubicBezTo>
                  <a:cubicBezTo>
                    <a:pt x="18751" y="32923"/>
                    <a:pt x="19899" y="32728"/>
                    <a:pt x="21061" y="32313"/>
                  </a:cubicBezTo>
                  <a:cubicBezTo>
                    <a:pt x="21061" y="32313"/>
                    <a:pt x="22514" y="33489"/>
                    <a:pt x="24420" y="33560"/>
                  </a:cubicBezTo>
                  <a:lnTo>
                    <a:pt x="27873" y="36923"/>
                  </a:lnTo>
                  <a:lnTo>
                    <a:pt x="30931" y="35988"/>
                  </a:lnTo>
                  <a:lnTo>
                    <a:pt x="30195" y="34812"/>
                  </a:lnTo>
                  <a:lnTo>
                    <a:pt x="30321" y="34772"/>
                  </a:lnTo>
                  <a:lnTo>
                    <a:pt x="30044" y="34329"/>
                  </a:lnTo>
                  <a:cubicBezTo>
                    <a:pt x="31022" y="34254"/>
                    <a:pt x="36623" y="33624"/>
                    <a:pt x="36722" y="29378"/>
                  </a:cubicBezTo>
                  <a:lnTo>
                    <a:pt x="36722" y="29374"/>
                  </a:lnTo>
                  <a:cubicBezTo>
                    <a:pt x="38100" y="29180"/>
                    <a:pt x="39051" y="28661"/>
                    <a:pt x="39697" y="27995"/>
                  </a:cubicBezTo>
                  <a:cubicBezTo>
                    <a:pt x="41028" y="26625"/>
                    <a:pt x="41491" y="24581"/>
                    <a:pt x="40869" y="22700"/>
                  </a:cubicBezTo>
                  <a:cubicBezTo>
                    <a:pt x="40830" y="21468"/>
                    <a:pt x="40628" y="19646"/>
                    <a:pt x="39839" y="17626"/>
                  </a:cubicBezTo>
                  <a:cubicBezTo>
                    <a:pt x="37502" y="11653"/>
                    <a:pt x="31957" y="8944"/>
                    <a:pt x="30020" y="8148"/>
                  </a:cubicBezTo>
                  <a:cubicBezTo>
                    <a:pt x="27716" y="7201"/>
                    <a:pt x="25208" y="6775"/>
                    <a:pt x="22692" y="6775"/>
                  </a:cubicBezTo>
                  <a:cubicBezTo>
                    <a:pt x="20546" y="6775"/>
                    <a:pt x="18394" y="7085"/>
                    <a:pt x="16359" y="7645"/>
                  </a:cubicBezTo>
                  <a:lnTo>
                    <a:pt x="14537" y="6274"/>
                  </a:lnTo>
                  <a:lnTo>
                    <a:pt x="16759" y="4547"/>
                  </a:lnTo>
                  <a:lnTo>
                    <a:pt x="13052" y="4373"/>
                  </a:lnTo>
                  <a:lnTo>
                    <a:pt x="13377" y="1901"/>
                  </a:lnTo>
                  <a:lnTo>
                    <a:pt x="9950" y="3684"/>
                  </a:lnTo>
                  <a:lnTo>
                    <a:pt x="9582" y="0"/>
                  </a:lnTo>
                  <a:close/>
                </a:path>
              </a:pathLst>
            </a:custGeom>
            <a:solidFill>
              <a:schemeClr val="lt1"/>
            </a:solidFill>
            <a:ln w="1143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85725" dist="28575" dir="4500000" algn="bl" rotWithShape="0">
                <a:schemeClr val="dk1">
                  <a:alpha val="34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8" name="Google Shape;1051;p44">
              <a:extLst>
                <a:ext uri="{FF2B5EF4-FFF2-40B4-BE49-F238E27FC236}">
                  <a16:creationId xmlns:a16="http://schemas.microsoft.com/office/drawing/2014/main" id="{43109B38-43E0-7F41-B702-2C12CB1DB100}"/>
                </a:ext>
              </a:extLst>
            </p:cNvPr>
            <p:cNvGrpSpPr/>
            <p:nvPr/>
          </p:nvGrpSpPr>
          <p:grpSpPr>
            <a:xfrm>
              <a:off x="6352225" y="1788550"/>
              <a:ext cx="1037275" cy="923100"/>
              <a:chOff x="6352225" y="3186825"/>
              <a:chExt cx="1037275" cy="923100"/>
            </a:xfrm>
          </p:grpSpPr>
          <p:sp>
            <p:nvSpPr>
              <p:cNvPr id="39" name="Google Shape;1052;p44">
                <a:extLst>
                  <a:ext uri="{FF2B5EF4-FFF2-40B4-BE49-F238E27FC236}">
                    <a16:creationId xmlns:a16="http://schemas.microsoft.com/office/drawing/2014/main" id="{2479AC94-1C87-994E-AF95-4FEB623F65B8}"/>
                  </a:ext>
                </a:extLst>
              </p:cNvPr>
              <p:cNvSpPr/>
              <p:nvPr/>
            </p:nvSpPr>
            <p:spPr>
              <a:xfrm>
                <a:off x="6439375" y="3356100"/>
                <a:ext cx="950125" cy="753825"/>
              </a:xfrm>
              <a:custGeom>
                <a:avLst/>
                <a:gdLst/>
                <a:ahLst/>
                <a:cxnLst/>
                <a:rect l="l" t="t" r="r" b="b"/>
                <a:pathLst>
                  <a:path w="38005" h="30153" extrusionOk="0">
                    <a:moveTo>
                      <a:pt x="19206" y="1"/>
                    </a:moveTo>
                    <a:cubicBezTo>
                      <a:pt x="11109" y="1"/>
                      <a:pt x="2934" y="4404"/>
                      <a:pt x="1248" y="10015"/>
                    </a:cubicBezTo>
                    <a:cubicBezTo>
                      <a:pt x="1074" y="10590"/>
                      <a:pt x="0" y="14515"/>
                      <a:pt x="2313" y="17430"/>
                    </a:cubicBezTo>
                    <a:cubicBezTo>
                      <a:pt x="4273" y="19908"/>
                      <a:pt x="7673" y="20014"/>
                      <a:pt x="8241" y="20014"/>
                    </a:cubicBezTo>
                    <a:cubicBezTo>
                      <a:pt x="8294" y="20014"/>
                      <a:pt x="8322" y="20013"/>
                      <a:pt x="8322" y="20013"/>
                    </a:cubicBezTo>
                    <a:lnTo>
                      <a:pt x="8322" y="20013"/>
                    </a:lnTo>
                    <a:cubicBezTo>
                      <a:pt x="7538" y="23712"/>
                      <a:pt x="10394" y="26148"/>
                      <a:pt x="14191" y="26148"/>
                    </a:cubicBezTo>
                    <a:cubicBezTo>
                      <a:pt x="15264" y="26148"/>
                      <a:pt x="16412" y="25953"/>
                      <a:pt x="17575" y="25538"/>
                    </a:cubicBezTo>
                    <a:cubicBezTo>
                      <a:pt x="17575" y="25538"/>
                      <a:pt x="19028" y="26714"/>
                      <a:pt x="20934" y="26790"/>
                    </a:cubicBezTo>
                    <a:lnTo>
                      <a:pt x="24387" y="30152"/>
                    </a:lnTo>
                    <a:lnTo>
                      <a:pt x="27445" y="29218"/>
                    </a:lnTo>
                    <a:lnTo>
                      <a:pt x="26411" y="27566"/>
                    </a:lnTo>
                    <a:cubicBezTo>
                      <a:pt x="26411" y="27566"/>
                      <a:pt x="33129" y="27257"/>
                      <a:pt x="33236" y="22603"/>
                    </a:cubicBezTo>
                    <a:cubicBezTo>
                      <a:pt x="34614" y="22405"/>
                      <a:pt x="35565" y="21890"/>
                      <a:pt x="36211" y="21225"/>
                    </a:cubicBezTo>
                    <a:cubicBezTo>
                      <a:pt x="37542" y="19850"/>
                      <a:pt x="38005" y="17806"/>
                      <a:pt x="37383" y="15925"/>
                    </a:cubicBezTo>
                    <a:cubicBezTo>
                      <a:pt x="37344" y="14693"/>
                      <a:pt x="37142" y="12871"/>
                      <a:pt x="36353" y="10855"/>
                    </a:cubicBezTo>
                    <a:cubicBezTo>
                      <a:pt x="34016" y="4878"/>
                      <a:pt x="28471" y="2173"/>
                      <a:pt x="26534" y="1373"/>
                    </a:cubicBezTo>
                    <a:cubicBezTo>
                      <a:pt x="24231" y="426"/>
                      <a:pt x="21722" y="1"/>
                      <a:pt x="1920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1053;p44">
                <a:extLst>
                  <a:ext uri="{FF2B5EF4-FFF2-40B4-BE49-F238E27FC236}">
                    <a16:creationId xmlns:a16="http://schemas.microsoft.com/office/drawing/2014/main" id="{26C6B41A-4CFA-B449-8BAC-A3D3BE15F711}"/>
                  </a:ext>
                </a:extLst>
              </p:cNvPr>
              <p:cNvSpPr/>
              <p:nvPr/>
            </p:nvSpPr>
            <p:spPr>
              <a:xfrm>
                <a:off x="6881600" y="3883925"/>
                <a:ext cx="362850" cy="193825"/>
              </a:xfrm>
              <a:custGeom>
                <a:avLst/>
                <a:gdLst/>
                <a:ahLst/>
                <a:cxnLst/>
                <a:rect l="l" t="t" r="r" b="b"/>
                <a:pathLst>
                  <a:path w="14514" h="7753" extrusionOk="0">
                    <a:moveTo>
                      <a:pt x="9851" y="0"/>
                    </a:moveTo>
                    <a:cubicBezTo>
                      <a:pt x="8712" y="0"/>
                      <a:pt x="7509" y="160"/>
                      <a:pt x="6425" y="627"/>
                    </a:cubicBezTo>
                    <a:cubicBezTo>
                      <a:pt x="6425" y="627"/>
                      <a:pt x="1078" y="1304"/>
                      <a:pt x="1" y="3478"/>
                    </a:cubicBezTo>
                    <a:cubicBezTo>
                      <a:pt x="1" y="3478"/>
                      <a:pt x="1347" y="4568"/>
                      <a:pt x="3110" y="4639"/>
                    </a:cubicBezTo>
                    <a:lnTo>
                      <a:pt x="6310" y="7752"/>
                    </a:lnTo>
                    <a:lnTo>
                      <a:pt x="9146" y="6889"/>
                    </a:lnTo>
                    <a:lnTo>
                      <a:pt x="8188" y="5356"/>
                    </a:lnTo>
                    <a:cubicBezTo>
                      <a:pt x="8188" y="5356"/>
                      <a:pt x="14410" y="5071"/>
                      <a:pt x="14513" y="757"/>
                    </a:cubicBezTo>
                    <a:cubicBezTo>
                      <a:pt x="14513" y="757"/>
                      <a:pt x="12332" y="0"/>
                      <a:pt x="985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1054;p44">
                <a:extLst>
                  <a:ext uri="{FF2B5EF4-FFF2-40B4-BE49-F238E27FC236}">
                    <a16:creationId xmlns:a16="http://schemas.microsoft.com/office/drawing/2014/main" id="{CB845F10-AF50-7746-A058-085536DA84C0}"/>
                  </a:ext>
                </a:extLst>
              </p:cNvPr>
              <p:cNvSpPr/>
              <p:nvPr/>
            </p:nvSpPr>
            <p:spPr>
              <a:xfrm>
                <a:off x="6959225" y="3891350"/>
                <a:ext cx="107675" cy="110250"/>
              </a:xfrm>
              <a:custGeom>
                <a:avLst/>
                <a:gdLst/>
                <a:ahLst/>
                <a:cxnLst/>
                <a:rect l="l" t="t" r="r" b="b"/>
                <a:pathLst>
                  <a:path w="4307" h="4410" extrusionOk="0">
                    <a:moveTo>
                      <a:pt x="4176" y="1"/>
                    </a:moveTo>
                    <a:cubicBezTo>
                      <a:pt x="3954" y="1854"/>
                      <a:pt x="3162" y="3181"/>
                      <a:pt x="1890" y="3835"/>
                    </a:cubicBezTo>
                    <a:cubicBezTo>
                      <a:pt x="1113" y="4238"/>
                      <a:pt x="372" y="4277"/>
                      <a:pt x="109" y="4277"/>
                    </a:cubicBezTo>
                    <a:cubicBezTo>
                      <a:pt x="47" y="4277"/>
                      <a:pt x="11" y="4275"/>
                      <a:pt x="9" y="4275"/>
                    </a:cubicBezTo>
                    <a:lnTo>
                      <a:pt x="1" y="4405"/>
                    </a:lnTo>
                    <a:cubicBezTo>
                      <a:pt x="9" y="4405"/>
                      <a:pt x="52" y="4409"/>
                      <a:pt x="124" y="4409"/>
                    </a:cubicBezTo>
                    <a:cubicBezTo>
                      <a:pt x="409" y="4409"/>
                      <a:pt x="1150" y="4366"/>
                      <a:pt x="1946" y="3958"/>
                    </a:cubicBezTo>
                    <a:cubicBezTo>
                      <a:pt x="2861" y="3486"/>
                      <a:pt x="4017" y="2421"/>
                      <a:pt x="4306" y="17"/>
                    </a:cubicBezTo>
                    <a:lnTo>
                      <a:pt x="41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1055;p44">
                <a:extLst>
                  <a:ext uri="{FF2B5EF4-FFF2-40B4-BE49-F238E27FC236}">
                    <a16:creationId xmlns:a16="http://schemas.microsoft.com/office/drawing/2014/main" id="{2FC64863-79E8-014E-B879-2647FDE938B9}"/>
                  </a:ext>
                </a:extLst>
              </p:cNvPr>
              <p:cNvSpPr/>
              <p:nvPr/>
            </p:nvSpPr>
            <p:spPr>
              <a:xfrm>
                <a:off x="6474425" y="3379225"/>
                <a:ext cx="880425" cy="605775"/>
              </a:xfrm>
              <a:custGeom>
                <a:avLst/>
                <a:gdLst/>
                <a:ahLst/>
                <a:cxnLst/>
                <a:rect l="l" t="t" r="r" b="b"/>
                <a:pathLst>
                  <a:path w="35217" h="24231" extrusionOk="0">
                    <a:moveTo>
                      <a:pt x="17799" y="1"/>
                    </a:moveTo>
                    <a:cubicBezTo>
                      <a:pt x="10297" y="1"/>
                      <a:pt x="2718" y="4083"/>
                      <a:pt x="1153" y="9281"/>
                    </a:cubicBezTo>
                    <a:cubicBezTo>
                      <a:pt x="995" y="9811"/>
                      <a:pt x="0" y="13451"/>
                      <a:pt x="2143" y="16153"/>
                    </a:cubicBezTo>
                    <a:cubicBezTo>
                      <a:pt x="3961" y="18449"/>
                      <a:pt x="7122" y="18546"/>
                      <a:pt x="7640" y="18546"/>
                    </a:cubicBezTo>
                    <a:cubicBezTo>
                      <a:pt x="7687" y="18546"/>
                      <a:pt x="7712" y="18545"/>
                      <a:pt x="7712" y="18545"/>
                    </a:cubicBezTo>
                    <a:lnTo>
                      <a:pt x="7712" y="18545"/>
                    </a:lnTo>
                    <a:cubicBezTo>
                      <a:pt x="6985" y="21973"/>
                      <a:pt x="9631" y="24231"/>
                      <a:pt x="13150" y="24231"/>
                    </a:cubicBezTo>
                    <a:cubicBezTo>
                      <a:pt x="14612" y="24231"/>
                      <a:pt x="16225" y="23842"/>
                      <a:pt x="17809" y="22985"/>
                    </a:cubicBezTo>
                    <a:cubicBezTo>
                      <a:pt x="21068" y="21224"/>
                      <a:pt x="24667" y="20875"/>
                      <a:pt x="27004" y="20875"/>
                    </a:cubicBezTo>
                    <a:cubicBezTo>
                      <a:pt x="28535" y="20875"/>
                      <a:pt x="29525" y="21024"/>
                      <a:pt x="29525" y="21024"/>
                    </a:cubicBezTo>
                    <a:cubicBezTo>
                      <a:pt x="29558" y="21025"/>
                      <a:pt x="29591" y="21025"/>
                      <a:pt x="29624" y="21025"/>
                    </a:cubicBezTo>
                    <a:cubicBezTo>
                      <a:pt x="31559" y="21025"/>
                      <a:pt x="32786" y="20456"/>
                      <a:pt x="33553" y="19666"/>
                    </a:cubicBezTo>
                    <a:cubicBezTo>
                      <a:pt x="34789" y="18394"/>
                      <a:pt x="35217" y="16501"/>
                      <a:pt x="34642" y="14758"/>
                    </a:cubicBezTo>
                    <a:cubicBezTo>
                      <a:pt x="34603" y="13618"/>
                      <a:pt x="34417" y="11926"/>
                      <a:pt x="33688" y="10057"/>
                    </a:cubicBezTo>
                    <a:cubicBezTo>
                      <a:pt x="31525" y="4524"/>
                      <a:pt x="26384" y="2012"/>
                      <a:pt x="24586" y="1272"/>
                    </a:cubicBezTo>
                    <a:cubicBezTo>
                      <a:pt x="22453" y="395"/>
                      <a:pt x="20129" y="1"/>
                      <a:pt x="1779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1056;p44">
                <a:extLst>
                  <a:ext uri="{FF2B5EF4-FFF2-40B4-BE49-F238E27FC236}">
                    <a16:creationId xmlns:a16="http://schemas.microsoft.com/office/drawing/2014/main" id="{65BCFDD7-DE38-8542-BD8E-F2EC7B7C3E89}"/>
                  </a:ext>
                </a:extLst>
              </p:cNvPr>
              <p:cNvSpPr/>
              <p:nvPr/>
            </p:nvSpPr>
            <p:spPr>
              <a:xfrm>
                <a:off x="6659000" y="3638950"/>
                <a:ext cx="392250" cy="205600"/>
              </a:xfrm>
              <a:custGeom>
                <a:avLst/>
                <a:gdLst/>
                <a:ahLst/>
                <a:cxnLst/>
                <a:rect l="l" t="t" r="r" b="b"/>
                <a:pathLst>
                  <a:path w="15690" h="8224" extrusionOk="0">
                    <a:moveTo>
                      <a:pt x="13289" y="0"/>
                    </a:moveTo>
                    <a:cubicBezTo>
                      <a:pt x="12517" y="0"/>
                      <a:pt x="11638" y="238"/>
                      <a:pt x="10956" y="919"/>
                    </a:cubicBezTo>
                    <a:cubicBezTo>
                      <a:pt x="9515" y="2357"/>
                      <a:pt x="8322" y="3272"/>
                      <a:pt x="3942" y="3854"/>
                    </a:cubicBezTo>
                    <a:cubicBezTo>
                      <a:pt x="2547" y="4041"/>
                      <a:pt x="1522" y="4571"/>
                      <a:pt x="896" y="5427"/>
                    </a:cubicBezTo>
                    <a:cubicBezTo>
                      <a:pt x="1" y="6659"/>
                      <a:pt x="262" y="8152"/>
                      <a:pt x="262" y="8168"/>
                    </a:cubicBezTo>
                    <a:cubicBezTo>
                      <a:pt x="270" y="8200"/>
                      <a:pt x="298" y="8223"/>
                      <a:pt x="329" y="8223"/>
                    </a:cubicBezTo>
                    <a:lnTo>
                      <a:pt x="341" y="8219"/>
                    </a:lnTo>
                    <a:cubicBezTo>
                      <a:pt x="377" y="8215"/>
                      <a:pt x="401" y="8180"/>
                      <a:pt x="393" y="8144"/>
                    </a:cubicBezTo>
                    <a:cubicBezTo>
                      <a:pt x="393" y="8128"/>
                      <a:pt x="143" y="6690"/>
                      <a:pt x="1007" y="5506"/>
                    </a:cubicBezTo>
                    <a:cubicBezTo>
                      <a:pt x="1609" y="4678"/>
                      <a:pt x="2603" y="4167"/>
                      <a:pt x="3961" y="3985"/>
                    </a:cubicBezTo>
                    <a:cubicBezTo>
                      <a:pt x="8382" y="3395"/>
                      <a:pt x="9586" y="2468"/>
                      <a:pt x="11047" y="1011"/>
                    </a:cubicBezTo>
                    <a:cubicBezTo>
                      <a:pt x="11701" y="360"/>
                      <a:pt x="12547" y="131"/>
                      <a:pt x="13289" y="131"/>
                    </a:cubicBezTo>
                    <a:cubicBezTo>
                      <a:pt x="13608" y="131"/>
                      <a:pt x="13908" y="173"/>
                      <a:pt x="14165" y="242"/>
                    </a:cubicBezTo>
                    <a:cubicBezTo>
                      <a:pt x="14897" y="436"/>
                      <a:pt x="15416" y="852"/>
                      <a:pt x="15551" y="1351"/>
                    </a:cubicBezTo>
                    <a:cubicBezTo>
                      <a:pt x="15561" y="1380"/>
                      <a:pt x="15585" y="1398"/>
                      <a:pt x="15613" y="1398"/>
                    </a:cubicBezTo>
                    <a:cubicBezTo>
                      <a:pt x="15620" y="1398"/>
                      <a:pt x="15627" y="1397"/>
                      <a:pt x="15634" y="1395"/>
                    </a:cubicBezTo>
                    <a:cubicBezTo>
                      <a:pt x="15666" y="1387"/>
                      <a:pt x="15690" y="1351"/>
                      <a:pt x="15678" y="1316"/>
                    </a:cubicBezTo>
                    <a:cubicBezTo>
                      <a:pt x="15531" y="773"/>
                      <a:pt x="14977" y="321"/>
                      <a:pt x="14200" y="115"/>
                    </a:cubicBezTo>
                    <a:cubicBezTo>
                      <a:pt x="13933" y="44"/>
                      <a:pt x="13621" y="0"/>
                      <a:pt x="132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1057;p44">
                <a:extLst>
                  <a:ext uri="{FF2B5EF4-FFF2-40B4-BE49-F238E27FC236}">
                    <a16:creationId xmlns:a16="http://schemas.microsoft.com/office/drawing/2014/main" id="{26F5CC84-36FF-9247-A05B-0F8748651E24}"/>
                  </a:ext>
                </a:extLst>
              </p:cNvPr>
              <p:cNvSpPr/>
              <p:nvPr/>
            </p:nvSpPr>
            <p:spPr>
              <a:xfrm>
                <a:off x="6490475" y="3544975"/>
                <a:ext cx="30075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12030" h="7000" extrusionOk="0">
                    <a:moveTo>
                      <a:pt x="11822" y="0"/>
                    </a:moveTo>
                    <a:cubicBezTo>
                      <a:pt x="11820" y="0"/>
                      <a:pt x="11818" y="0"/>
                      <a:pt x="11815" y="1"/>
                    </a:cubicBezTo>
                    <a:cubicBezTo>
                      <a:pt x="11780" y="5"/>
                      <a:pt x="11752" y="36"/>
                      <a:pt x="11756" y="76"/>
                    </a:cubicBezTo>
                    <a:cubicBezTo>
                      <a:pt x="11895" y="1498"/>
                      <a:pt x="11285" y="2654"/>
                      <a:pt x="9950" y="3510"/>
                    </a:cubicBezTo>
                    <a:cubicBezTo>
                      <a:pt x="8944" y="4152"/>
                      <a:pt x="7882" y="4373"/>
                      <a:pt x="7874" y="4377"/>
                    </a:cubicBezTo>
                    <a:cubicBezTo>
                      <a:pt x="7859" y="4381"/>
                      <a:pt x="7843" y="4389"/>
                      <a:pt x="7831" y="4401"/>
                    </a:cubicBezTo>
                    <a:cubicBezTo>
                      <a:pt x="6617" y="6041"/>
                      <a:pt x="5353" y="6869"/>
                      <a:pt x="4065" y="6869"/>
                    </a:cubicBezTo>
                    <a:cubicBezTo>
                      <a:pt x="4012" y="6869"/>
                      <a:pt x="3959" y="6868"/>
                      <a:pt x="3906" y="6865"/>
                    </a:cubicBezTo>
                    <a:cubicBezTo>
                      <a:pt x="1687" y="6750"/>
                      <a:pt x="147" y="4183"/>
                      <a:pt x="131" y="4160"/>
                    </a:cubicBezTo>
                    <a:cubicBezTo>
                      <a:pt x="120" y="4138"/>
                      <a:pt x="99" y="4126"/>
                      <a:pt x="77" y="4126"/>
                    </a:cubicBezTo>
                    <a:cubicBezTo>
                      <a:pt x="66" y="4126"/>
                      <a:pt x="54" y="4129"/>
                      <a:pt x="44" y="4136"/>
                    </a:cubicBezTo>
                    <a:cubicBezTo>
                      <a:pt x="12" y="4156"/>
                      <a:pt x="0" y="4195"/>
                      <a:pt x="20" y="4227"/>
                    </a:cubicBezTo>
                    <a:cubicBezTo>
                      <a:pt x="36" y="4255"/>
                      <a:pt x="1612" y="6877"/>
                      <a:pt x="3898" y="6996"/>
                    </a:cubicBezTo>
                    <a:cubicBezTo>
                      <a:pt x="3953" y="7000"/>
                      <a:pt x="4009" y="7000"/>
                      <a:pt x="4064" y="7000"/>
                    </a:cubicBezTo>
                    <a:cubicBezTo>
                      <a:pt x="5391" y="7000"/>
                      <a:pt x="6686" y="6160"/>
                      <a:pt x="7926" y="4500"/>
                    </a:cubicBezTo>
                    <a:cubicBezTo>
                      <a:pt x="8092" y="4465"/>
                      <a:pt x="9078" y="4223"/>
                      <a:pt x="10017" y="3625"/>
                    </a:cubicBezTo>
                    <a:cubicBezTo>
                      <a:pt x="11384" y="2754"/>
                      <a:pt x="12029" y="1522"/>
                      <a:pt x="11887" y="60"/>
                    </a:cubicBezTo>
                    <a:cubicBezTo>
                      <a:pt x="11883" y="27"/>
                      <a:pt x="11855" y="0"/>
                      <a:pt x="118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1058;p44">
                <a:extLst>
                  <a:ext uri="{FF2B5EF4-FFF2-40B4-BE49-F238E27FC236}">
                    <a16:creationId xmlns:a16="http://schemas.microsoft.com/office/drawing/2014/main" id="{B85BFAF3-9BC1-B74D-8190-4C161028DCC3}"/>
                  </a:ext>
                </a:extLst>
              </p:cNvPr>
              <p:cNvSpPr/>
              <p:nvPr/>
            </p:nvSpPr>
            <p:spPr>
              <a:xfrm>
                <a:off x="7079550" y="3507550"/>
                <a:ext cx="171925" cy="222725"/>
              </a:xfrm>
              <a:custGeom>
                <a:avLst/>
                <a:gdLst/>
                <a:ahLst/>
                <a:cxnLst/>
                <a:rect l="l" t="t" r="r" b="b"/>
                <a:pathLst>
                  <a:path w="6877" h="8909" extrusionOk="0">
                    <a:moveTo>
                      <a:pt x="4680" y="1"/>
                    </a:moveTo>
                    <a:cubicBezTo>
                      <a:pt x="4357" y="1"/>
                      <a:pt x="4034" y="51"/>
                      <a:pt x="3743" y="183"/>
                    </a:cubicBezTo>
                    <a:cubicBezTo>
                      <a:pt x="3248" y="401"/>
                      <a:pt x="2916" y="824"/>
                      <a:pt x="2753" y="1438"/>
                    </a:cubicBezTo>
                    <a:cubicBezTo>
                      <a:pt x="2539" y="2234"/>
                      <a:pt x="2654" y="3066"/>
                      <a:pt x="2761" y="3870"/>
                    </a:cubicBezTo>
                    <a:cubicBezTo>
                      <a:pt x="3007" y="5684"/>
                      <a:pt x="3240" y="7399"/>
                      <a:pt x="48" y="8782"/>
                    </a:cubicBezTo>
                    <a:cubicBezTo>
                      <a:pt x="16" y="8798"/>
                      <a:pt x="0" y="8837"/>
                      <a:pt x="16" y="8869"/>
                    </a:cubicBezTo>
                    <a:cubicBezTo>
                      <a:pt x="24" y="8897"/>
                      <a:pt x="48" y="8908"/>
                      <a:pt x="76" y="8908"/>
                    </a:cubicBezTo>
                    <a:cubicBezTo>
                      <a:pt x="84" y="8908"/>
                      <a:pt x="92" y="8908"/>
                      <a:pt x="103" y="8905"/>
                    </a:cubicBezTo>
                    <a:cubicBezTo>
                      <a:pt x="3383" y="7483"/>
                      <a:pt x="3133" y="5637"/>
                      <a:pt x="2892" y="3850"/>
                    </a:cubicBezTo>
                    <a:cubicBezTo>
                      <a:pt x="2785" y="3062"/>
                      <a:pt x="2674" y="2242"/>
                      <a:pt x="2880" y="1474"/>
                    </a:cubicBezTo>
                    <a:cubicBezTo>
                      <a:pt x="3034" y="900"/>
                      <a:pt x="3339" y="507"/>
                      <a:pt x="3795" y="302"/>
                    </a:cubicBezTo>
                    <a:cubicBezTo>
                      <a:pt x="4063" y="181"/>
                      <a:pt x="4363" y="135"/>
                      <a:pt x="4667" y="135"/>
                    </a:cubicBezTo>
                    <a:cubicBezTo>
                      <a:pt x="5692" y="135"/>
                      <a:pt x="6757" y="664"/>
                      <a:pt x="6770" y="670"/>
                    </a:cubicBezTo>
                    <a:cubicBezTo>
                      <a:pt x="6779" y="675"/>
                      <a:pt x="6789" y="677"/>
                      <a:pt x="6799" y="677"/>
                    </a:cubicBezTo>
                    <a:cubicBezTo>
                      <a:pt x="6823" y="677"/>
                      <a:pt x="6847" y="664"/>
                      <a:pt x="6861" y="642"/>
                    </a:cubicBezTo>
                    <a:cubicBezTo>
                      <a:pt x="6877" y="610"/>
                      <a:pt x="6861" y="567"/>
                      <a:pt x="6829" y="551"/>
                    </a:cubicBezTo>
                    <a:cubicBezTo>
                      <a:pt x="6772" y="524"/>
                      <a:pt x="5720" y="1"/>
                      <a:pt x="46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1059;p44">
                <a:extLst>
                  <a:ext uri="{FF2B5EF4-FFF2-40B4-BE49-F238E27FC236}">
                    <a16:creationId xmlns:a16="http://schemas.microsoft.com/office/drawing/2014/main" id="{451061C6-BBC4-B14A-B110-1C56113891A5}"/>
                  </a:ext>
                </a:extLst>
              </p:cNvPr>
              <p:cNvSpPr/>
              <p:nvPr/>
            </p:nvSpPr>
            <p:spPr>
              <a:xfrm>
                <a:off x="7209275" y="3711925"/>
                <a:ext cx="133100" cy="37950"/>
              </a:xfrm>
              <a:custGeom>
                <a:avLst/>
                <a:gdLst/>
                <a:ahLst/>
                <a:cxnLst/>
                <a:rect l="l" t="t" r="r" b="b"/>
                <a:pathLst>
                  <a:path w="5324" h="1518" extrusionOk="0">
                    <a:moveTo>
                      <a:pt x="2126" y="0"/>
                    </a:moveTo>
                    <a:cubicBezTo>
                      <a:pt x="990" y="0"/>
                      <a:pt x="68" y="335"/>
                      <a:pt x="52" y="341"/>
                    </a:cubicBezTo>
                    <a:cubicBezTo>
                      <a:pt x="16" y="353"/>
                      <a:pt x="0" y="393"/>
                      <a:pt x="12" y="425"/>
                    </a:cubicBezTo>
                    <a:cubicBezTo>
                      <a:pt x="21" y="452"/>
                      <a:pt x="47" y="468"/>
                      <a:pt x="73" y="468"/>
                    </a:cubicBezTo>
                    <a:cubicBezTo>
                      <a:pt x="81" y="468"/>
                      <a:pt x="88" y="467"/>
                      <a:pt x="95" y="464"/>
                    </a:cubicBezTo>
                    <a:cubicBezTo>
                      <a:pt x="114" y="458"/>
                      <a:pt x="1017" y="131"/>
                      <a:pt x="2125" y="131"/>
                    </a:cubicBezTo>
                    <a:cubicBezTo>
                      <a:pt x="3153" y="131"/>
                      <a:pt x="4357" y="412"/>
                      <a:pt x="5197" y="1490"/>
                    </a:cubicBezTo>
                    <a:cubicBezTo>
                      <a:pt x="5209" y="1510"/>
                      <a:pt x="5229" y="1518"/>
                      <a:pt x="5248" y="1518"/>
                    </a:cubicBezTo>
                    <a:cubicBezTo>
                      <a:pt x="5264" y="1518"/>
                      <a:pt x="5276" y="1514"/>
                      <a:pt x="5288" y="1502"/>
                    </a:cubicBezTo>
                    <a:cubicBezTo>
                      <a:pt x="5320" y="1482"/>
                      <a:pt x="5324" y="1438"/>
                      <a:pt x="5300" y="1411"/>
                    </a:cubicBezTo>
                    <a:cubicBezTo>
                      <a:pt x="4429" y="291"/>
                      <a:pt x="3184" y="0"/>
                      <a:pt x="21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1060;p44">
                <a:extLst>
                  <a:ext uri="{FF2B5EF4-FFF2-40B4-BE49-F238E27FC236}">
                    <a16:creationId xmlns:a16="http://schemas.microsoft.com/office/drawing/2014/main" id="{0C31FB0C-0043-0E44-9D6C-E1565851DEC9}"/>
                  </a:ext>
                </a:extLst>
              </p:cNvPr>
              <p:cNvSpPr/>
              <p:nvPr/>
            </p:nvSpPr>
            <p:spPr>
              <a:xfrm>
                <a:off x="7254925" y="3659875"/>
                <a:ext cx="41600" cy="59500"/>
              </a:xfrm>
              <a:custGeom>
                <a:avLst/>
                <a:gdLst/>
                <a:ahLst/>
                <a:cxnLst/>
                <a:rect l="l" t="t" r="r" b="b"/>
                <a:pathLst>
                  <a:path w="1664" h="2380" extrusionOk="0">
                    <a:moveTo>
                      <a:pt x="126" y="1"/>
                    </a:moveTo>
                    <a:cubicBezTo>
                      <a:pt x="87" y="1"/>
                      <a:pt x="63" y="3"/>
                      <a:pt x="60" y="3"/>
                    </a:cubicBezTo>
                    <a:cubicBezTo>
                      <a:pt x="24" y="7"/>
                      <a:pt x="0" y="43"/>
                      <a:pt x="4" y="79"/>
                    </a:cubicBezTo>
                    <a:cubicBezTo>
                      <a:pt x="8" y="112"/>
                      <a:pt x="39" y="134"/>
                      <a:pt x="72" y="134"/>
                    </a:cubicBezTo>
                    <a:cubicBezTo>
                      <a:pt x="74" y="134"/>
                      <a:pt x="77" y="134"/>
                      <a:pt x="79" y="134"/>
                    </a:cubicBezTo>
                    <a:cubicBezTo>
                      <a:pt x="80" y="134"/>
                      <a:pt x="98" y="132"/>
                      <a:pt x="128" y="132"/>
                    </a:cubicBezTo>
                    <a:cubicBezTo>
                      <a:pt x="233" y="132"/>
                      <a:pt x="497" y="156"/>
                      <a:pt x="765" y="372"/>
                    </a:cubicBezTo>
                    <a:cubicBezTo>
                      <a:pt x="1184" y="712"/>
                      <a:pt x="1450" y="1382"/>
                      <a:pt x="1529" y="2316"/>
                    </a:cubicBezTo>
                    <a:cubicBezTo>
                      <a:pt x="1533" y="2352"/>
                      <a:pt x="1561" y="2380"/>
                      <a:pt x="1596" y="2380"/>
                    </a:cubicBezTo>
                    <a:lnTo>
                      <a:pt x="1600" y="2380"/>
                    </a:lnTo>
                    <a:cubicBezTo>
                      <a:pt x="1636" y="2376"/>
                      <a:pt x="1664" y="2344"/>
                      <a:pt x="1660" y="2308"/>
                    </a:cubicBezTo>
                    <a:cubicBezTo>
                      <a:pt x="1577" y="1318"/>
                      <a:pt x="1303" y="633"/>
                      <a:pt x="844" y="265"/>
                    </a:cubicBezTo>
                    <a:cubicBezTo>
                      <a:pt x="544" y="28"/>
                      <a:pt x="253" y="1"/>
                      <a:pt x="1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1061;p44">
                <a:extLst>
                  <a:ext uri="{FF2B5EF4-FFF2-40B4-BE49-F238E27FC236}">
                    <a16:creationId xmlns:a16="http://schemas.microsoft.com/office/drawing/2014/main" id="{C3858EEA-B0C5-2C4E-969B-893C6FA8CC91}"/>
                  </a:ext>
                </a:extLst>
              </p:cNvPr>
              <p:cNvSpPr/>
              <p:nvPr/>
            </p:nvSpPr>
            <p:spPr>
              <a:xfrm>
                <a:off x="6711175" y="3769800"/>
                <a:ext cx="201250" cy="192275"/>
              </a:xfrm>
              <a:custGeom>
                <a:avLst/>
                <a:gdLst/>
                <a:ahLst/>
                <a:cxnLst/>
                <a:rect l="l" t="t" r="r" b="b"/>
                <a:pathLst>
                  <a:path w="8050" h="7691" extrusionOk="0">
                    <a:moveTo>
                      <a:pt x="6643" y="0"/>
                    </a:moveTo>
                    <a:cubicBezTo>
                      <a:pt x="6206" y="0"/>
                      <a:pt x="5827" y="109"/>
                      <a:pt x="5511" y="328"/>
                    </a:cubicBezTo>
                    <a:cubicBezTo>
                      <a:pt x="4504" y="1021"/>
                      <a:pt x="4481" y="2534"/>
                      <a:pt x="4481" y="2601"/>
                    </a:cubicBezTo>
                    <a:cubicBezTo>
                      <a:pt x="4572" y="4340"/>
                      <a:pt x="4164" y="5651"/>
                      <a:pt x="3269" y="6503"/>
                    </a:cubicBezTo>
                    <a:cubicBezTo>
                      <a:pt x="2271" y="7454"/>
                      <a:pt x="914" y="7561"/>
                      <a:pt x="345" y="7561"/>
                    </a:cubicBezTo>
                    <a:cubicBezTo>
                      <a:pt x="180" y="7561"/>
                      <a:pt x="81" y="7552"/>
                      <a:pt x="76" y="7552"/>
                    </a:cubicBezTo>
                    <a:cubicBezTo>
                      <a:pt x="74" y="7552"/>
                      <a:pt x="71" y="7552"/>
                      <a:pt x="69" y="7552"/>
                    </a:cubicBezTo>
                    <a:cubicBezTo>
                      <a:pt x="36" y="7552"/>
                      <a:pt x="9" y="7575"/>
                      <a:pt x="5" y="7612"/>
                    </a:cubicBezTo>
                    <a:cubicBezTo>
                      <a:pt x="1" y="7647"/>
                      <a:pt x="29" y="7679"/>
                      <a:pt x="64" y="7683"/>
                    </a:cubicBezTo>
                    <a:cubicBezTo>
                      <a:pt x="68" y="7683"/>
                      <a:pt x="171" y="7691"/>
                      <a:pt x="346" y="7691"/>
                    </a:cubicBezTo>
                    <a:cubicBezTo>
                      <a:pt x="932" y="7691"/>
                      <a:pt x="2326" y="7580"/>
                      <a:pt x="3360" y="6598"/>
                    </a:cubicBezTo>
                    <a:cubicBezTo>
                      <a:pt x="4283" y="5722"/>
                      <a:pt x="4703" y="4372"/>
                      <a:pt x="4611" y="2597"/>
                    </a:cubicBezTo>
                    <a:cubicBezTo>
                      <a:pt x="4611" y="2581"/>
                      <a:pt x="4639" y="1088"/>
                      <a:pt x="5586" y="438"/>
                    </a:cubicBezTo>
                    <a:cubicBezTo>
                      <a:pt x="5880" y="234"/>
                      <a:pt x="6235" y="132"/>
                      <a:pt x="6647" y="132"/>
                    </a:cubicBezTo>
                    <a:cubicBezTo>
                      <a:pt x="7034" y="132"/>
                      <a:pt x="7471" y="222"/>
                      <a:pt x="7954" y="403"/>
                    </a:cubicBezTo>
                    <a:cubicBezTo>
                      <a:pt x="7961" y="405"/>
                      <a:pt x="7969" y="407"/>
                      <a:pt x="7976" y="407"/>
                    </a:cubicBezTo>
                    <a:cubicBezTo>
                      <a:pt x="8002" y="407"/>
                      <a:pt x="8028" y="391"/>
                      <a:pt x="8038" y="363"/>
                    </a:cubicBezTo>
                    <a:cubicBezTo>
                      <a:pt x="8049" y="328"/>
                      <a:pt x="8034" y="292"/>
                      <a:pt x="7998" y="280"/>
                    </a:cubicBezTo>
                    <a:cubicBezTo>
                      <a:pt x="7499" y="94"/>
                      <a:pt x="7047" y="0"/>
                      <a:pt x="664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1062;p44">
                <a:extLst>
                  <a:ext uri="{FF2B5EF4-FFF2-40B4-BE49-F238E27FC236}">
                    <a16:creationId xmlns:a16="http://schemas.microsoft.com/office/drawing/2014/main" id="{51B04B58-20E4-BC40-A49E-90C59B5FFDCC}"/>
                  </a:ext>
                </a:extLst>
              </p:cNvPr>
              <p:cNvSpPr/>
              <p:nvPr/>
            </p:nvSpPr>
            <p:spPr>
              <a:xfrm>
                <a:off x="6737125" y="3823650"/>
                <a:ext cx="89850" cy="20800"/>
              </a:xfrm>
              <a:custGeom>
                <a:avLst/>
                <a:gdLst/>
                <a:ahLst/>
                <a:cxnLst/>
                <a:rect l="l" t="t" r="r" b="b"/>
                <a:pathLst>
                  <a:path w="3594" h="832" extrusionOk="0">
                    <a:moveTo>
                      <a:pt x="2128" y="0"/>
                    </a:moveTo>
                    <a:cubicBezTo>
                      <a:pt x="1149" y="0"/>
                      <a:pt x="116" y="527"/>
                      <a:pt x="48" y="562"/>
                    </a:cubicBezTo>
                    <a:cubicBezTo>
                      <a:pt x="13" y="578"/>
                      <a:pt x="1" y="617"/>
                      <a:pt x="17" y="649"/>
                    </a:cubicBezTo>
                    <a:cubicBezTo>
                      <a:pt x="30" y="671"/>
                      <a:pt x="54" y="686"/>
                      <a:pt x="77" y="686"/>
                    </a:cubicBezTo>
                    <a:cubicBezTo>
                      <a:pt x="88" y="686"/>
                      <a:pt x="98" y="683"/>
                      <a:pt x="108" y="677"/>
                    </a:cubicBezTo>
                    <a:cubicBezTo>
                      <a:pt x="123" y="669"/>
                      <a:pt x="1163" y="140"/>
                      <a:pt x="2126" y="140"/>
                    </a:cubicBezTo>
                    <a:cubicBezTo>
                      <a:pt x="2657" y="140"/>
                      <a:pt x="3164" y="301"/>
                      <a:pt x="3463" y="800"/>
                    </a:cubicBezTo>
                    <a:cubicBezTo>
                      <a:pt x="3474" y="819"/>
                      <a:pt x="3498" y="831"/>
                      <a:pt x="3518" y="831"/>
                    </a:cubicBezTo>
                    <a:cubicBezTo>
                      <a:pt x="3530" y="831"/>
                      <a:pt x="3542" y="827"/>
                      <a:pt x="3554" y="823"/>
                    </a:cubicBezTo>
                    <a:cubicBezTo>
                      <a:pt x="3585" y="804"/>
                      <a:pt x="3593" y="764"/>
                      <a:pt x="3577" y="732"/>
                    </a:cubicBezTo>
                    <a:cubicBezTo>
                      <a:pt x="3246" y="178"/>
                      <a:pt x="2696" y="0"/>
                      <a:pt x="212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1063;p44">
                <a:extLst>
                  <a:ext uri="{FF2B5EF4-FFF2-40B4-BE49-F238E27FC236}">
                    <a16:creationId xmlns:a16="http://schemas.microsoft.com/office/drawing/2014/main" id="{1F55ABFB-CFFE-3446-BC63-23ADDAE544BC}"/>
                  </a:ext>
                </a:extLst>
              </p:cNvPr>
              <p:cNvSpPr/>
              <p:nvPr/>
            </p:nvSpPr>
            <p:spPr>
              <a:xfrm>
                <a:off x="6854075" y="3501600"/>
                <a:ext cx="77650" cy="215500"/>
              </a:xfrm>
              <a:custGeom>
                <a:avLst/>
                <a:gdLst/>
                <a:ahLst/>
                <a:cxnLst/>
                <a:rect l="l" t="t" r="r" b="b"/>
                <a:pathLst>
                  <a:path w="3106" h="8620" extrusionOk="0">
                    <a:moveTo>
                      <a:pt x="3027" y="1"/>
                    </a:moveTo>
                    <a:cubicBezTo>
                      <a:pt x="3019" y="1"/>
                      <a:pt x="3011" y="2"/>
                      <a:pt x="3003" y="5"/>
                    </a:cubicBezTo>
                    <a:cubicBezTo>
                      <a:pt x="1375" y="686"/>
                      <a:pt x="436" y="1530"/>
                      <a:pt x="210" y="2516"/>
                    </a:cubicBezTo>
                    <a:cubicBezTo>
                      <a:pt x="60" y="3173"/>
                      <a:pt x="254" y="3768"/>
                      <a:pt x="456" y="4397"/>
                    </a:cubicBezTo>
                    <a:cubicBezTo>
                      <a:pt x="690" y="5130"/>
                      <a:pt x="935" y="5887"/>
                      <a:pt x="733" y="6889"/>
                    </a:cubicBezTo>
                    <a:cubicBezTo>
                      <a:pt x="618" y="7459"/>
                      <a:pt x="377" y="8006"/>
                      <a:pt x="20" y="8517"/>
                    </a:cubicBezTo>
                    <a:cubicBezTo>
                      <a:pt x="1" y="8544"/>
                      <a:pt x="8" y="8588"/>
                      <a:pt x="36" y="8608"/>
                    </a:cubicBezTo>
                    <a:cubicBezTo>
                      <a:pt x="48" y="8616"/>
                      <a:pt x="60" y="8620"/>
                      <a:pt x="76" y="8620"/>
                    </a:cubicBezTo>
                    <a:cubicBezTo>
                      <a:pt x="96" y="8620"/>
                      <a:pt x="115" y="8608"/>
                      <a:pt x="127" y="8592"/>
                    </a:cubicBezTo>
                    <a:cubicBezTo>
                      <a:pt x="496" y="8065"/>
                      <a:pt x="745" y="7503"/>
                      <a:pt x="860" y="6917"/>
                    </a:cubicBezTo>
                    <a:cubicBezTo>
                      <a:pt x="1070" y="5879"/>
                      <a:pt x="809" y="5071"/>
                      <a:pt x="579" y="4358"/>
                    </a:cubicBezTo>
                    <a:cubicBezTo>
                      <a:pt x="385" y="3748"/>
                      <a:pt x="199" y="3170"/>
                      <a:pt x="341" y="2544"/>
                    </a:cubicBezTo>
                    <a:cubicBezTo>
                      <a:pt x="555" y="1601"/>
                      <a:pt x="1466" y="789"/>
                      <a:pt x="3054" y="128"/>
                    </a:cubicBezTo>
                    <a:cubicBezTo>
                      <a:pt x="3090" y="112"/>
                      <a:pt x="3106" y="76"/>
                      <a:pt x="3090" y="40"/>
                    </a:cubicBezTo>
                    <a:cubicBezTo>
                      <a:pt x="3081" y="16"/>
                      <a:pt x="3055" y="1"/>
                      <a:pt x="30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1064;p44">
                <a:extLst>
                  <a:ext uri="{FF2B5EF4-FFF2-40B4-BE49-F238E27FC236}">
                    <a16:creationId xmlns:a16="http://schemas.microsoft.com/office/drawing/2014/main" id="{C106A843-1FC1-2349-88C1-6281C0E7A38B}"/>
                  </a:ext>
                </a:extLst>
              </p:cNvPr>
              <p:cNvSpPr/>
              <p:nvPr/>
            </p:nvSpPr>
            <p:spPr>
              <a:xfrm>
                <a:off x="7160450" y="3795450"/>
                <a:ext cx="40425" cy="107425"/>
              </a:xfrm>
              <a:custGeom>
                <a:avLst/>
                <a:gdLst/>
                <a:ahLst/>
                <a:cxnLst/>
                <a:rect l="l" t="t" r="r" b="b"/>
                <a:pathLst>
                  <a:path w="1617" h="4297" extrusionOk="0">
                    <a:moveTo>
                      <a:pt x="260" y="1"/>
                    </a:moveTo>
                    <a:cubicBezTo>
                      <a:pt x="247" y="1"/>
                      <a:pt x="233" y="5"/>
                      <a:pt x="222" y="15"/>
                    </a:cubicBezTo>
                    <a:cubicBezTo>
                      <a:pt x="191" y="34"/>
                      <a:pt x="187" y="78"/>
                      <a:pt x="206" y="106"/>
                    </a:cubicBezTo>
                    <a:cubicBezTo>
                      <a:pt x="1458" y="1825"/>
                      <a:pt x="32" y="4173"/>
                      <a:pt x="20" y="4197"/>
                    </a:cubicBezTo>
                    <a:cubicBezTo>
                      <a:pt x="0" y="4229"/>
                      <a:pt x="8" y="4269"/>
                      <a:pt x="40" y="4288"/>
                    </a:cubicBezTo>
                    <a:cubicBezTo>
                      <a:pt x="52" y="4292"/>
                      <a:pt x="64" y="4296"/>
                      <a:pt x="76" y="4296"/>
                    </a:cubicBezTo>
                    <a:cubicBezTo>
                      <a:pt x="96" y="4296"/>
                      <a:pt x="119" y="4284"/>
                      <a:pt x="131" y="4265"/>
                    </a:cubicBezTo>
                    <a:cubicBezTo>
                      <a:pt x="147" y="4241"/>
                      <a:pt x="1617" y="1817"/>
                      <a:pt x="313" y="30"/>
                    </a:cubicBezTo>
                    <a:cubicBezTo>
                      <a:pt x="301" y="11"/>
                      <a:pt x="281" y="1"/>
                      <a:pt x="26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1065;p44">
                <a:extLst>
                  <a:ext uri="{FF2B5EF4-FFF2-40B4-BE49-F238E27FC236}">
                    <a16:creationId xmlns:a16="http://schemas.microsoft.com/office/drawing/2014/main" id="{4C7F2B58-5C4D-5F4C-BCD0-62B0EA944777}"/>
                  </a:ext>
                </a:extLst>
              </p:cNvPr>
              <p:cNvSpPr/>
              <p:nvPr/>
            </p:nvSpPr>
            <p:spPr>
              <a:xfrm>
                <a:off x="6925675" y="3869800"/>
                <a:ext cx="77150" cy="52875"/>
              </a:xfrm>
              <a:custGeom>
                <a:avLst/>
                <a:gdLst/>
                <a:ahLst/>
                <a:cxnLst/>
                <a:rect l="l" t="t" r="r" b="b"/>
                <a:pathLst>
                  <a:path w="3086" h="2115" extrusionOk="0">
                    <a:moveTo>
                      <a:pt x="70" y="0"/>
                    </a:moveTo>
                    <a:cubicBezTo>
                      <a:pt x="60" y="0"/>
                      <a:pt x="49" y="3"/>
                      <a:pt x="40" y="7"/>
                    </a:cubicBezTo>
                    <a:cubicBezTo>
                      <a:pt x="8" y="27"/>
                      <a:pt x="0" y="67"/>
                      <a:pt x="16" y="98"/>
                    </a:cubicBezTo>
                    <a:cubicBezTo>
                      <a:pt x="1113" y="2055"/>
                      <a:pt x="2999" y="2114"/>
                      <a:pt x="3018" y="2114"/>
                    </a:cubicBezTo>
                    <a:cubicBezTo>
                      <a:pt x="3054" y="2114"/>
                      <a:pt x="3086" y="2087"/>
                      <a:pt x="3086" y="2047"/>
                    </a:cubicBezTo>
                    <a:cubicBezTo>
                      <a:pt x="3086" y="2011"/>
                      <a:pt x="3058" y="1984"/>
                      <a:pt x="3018" y="1980"/>
                    </a:cubicBezTo>
                    <a:cubicBezTo>
                      <a:pt x="3003" y="1980"/>
                      <a:pt x="1192" y="1920"/>
                      <a:pt x="131" y="35"/>
                    </a:cubicBezTo>
                    <a:cubicBezTo>
                      <a:pt x="120" y="13"/>
                      <a:pt x="95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1066;p44">
                <a:extLst>
                  <a:ext uri="{FF2B5EF4-FFF2-40B4-BE49-F238E27FC236}">
                    <a16:creationId xmlns:a16="http://schemas.microsoft.com/office/drawing/2014/main" id="{84BA2AE8-89F8-C04D-B8B7-279AFCE87FDA}"/>
                  </a:ext>
                </a:extLst>
              </p:cNvPr>
              <p:cNvSpPr/>
              <p:nvPr/>
            </p:nvSpPr>
            <p:spPr>
              <a:xfrm>
                <a:off x="6587700" y="3475875"/>
                <a:ext cx="43000" cy="88550"/>
              </a:xfrm>
              <a:custGeom>
                <a:avLst/>
                <a:gdLst/>
                <a:ahLst/>
                <a:cxnLst/>
                <a:rect l="l" t="t" r="r" b="b"/>
                <a:pathLst>
                  <a:path w="1720" h="3542" extrusionOk="0">
                    <a:moveTo>
                      <a:pt x="768" y="1"/>
                    </a:moveTo>
                    <a:cubicBezTo>
                      <a:pt x="740" y="1"/>
                      <a:pt x="715" y="19"/>
                      <a:pt x="706" y="48"/>
                    </a:cubicBezTo>
                    <a:cubicBezTo>
                      <a:pt x="698" y="67"/>
                      <a:pt x="1" y="2234"/>
                      <a:pt x="1605" y="3525"/>
                    </a:cubicBezTo>
                    <a:cubicBezTo>
                      <a:pt x="1617" y="3537"/>
                      <a:pt x="1629" y="3541"/>
                      <a:pt x="1644" y="3541"/>
                    </a:cubicBezTo>
                    <a:cubicBezTo>
                      <a:pt x="1664" y="3541"/>
                      <a:pt x="1684" y="3533"/>
                      <a:pt x="1696" y="3517"/>
                    </a:cubicBezTo>
                    <a:cubicBezTo>
                      <a:pt x="1720" y="3490"/>
                      <a:pt x="1716" y="3446"/>
                      <a:pt x="1684" y="3422"/>
                    </a:cubicBezTo>
                    <a:cubicBezTo>
                      <a:pt x="155" y="2190"/>
                      <a:pt x="825" y="111"/>
                      <a:pt x="833" y="87"/>
                    </a:cubicBezTo>
                    <a:cubicBezTo>
                      <a:pt x="840" y="55"/>
                      <a:pt x="825" y="16"/>
                      <a:pt x="789" y="4"/>
                    </a:cubicBezTo>
                    <a:cubicBezTo>
                      <a:pt x="782" y="2"/>
                      <a:pt x="775" y="1"/>
                      <a:pt x="7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1067;p44">
                <a:extLst>
                  <a:ext uri="{FF2B5EF4-FFF2-40B4-BE49-F238E27FC236}">
                    <a16:creationId xmlns:a16="http://schemas.microsoft.com/office/drawing/2014/main" id="{DE9F921B-AD66-0D4B-88E8-B4F0B4953021}"/>
                  </a:ext>
                </a:extLst>
              </p:cNvPr>
              <p:cNvSpPr/>
              <p:nvPr/>
            </p:nvSpPr>
            <p:spPr>
              <a:xfrm>
                <a:off x="6720000" y="3441700"/>
                <a:ext cx="123700" cy="61925"/>
              </a:xfrm>
              <a:custGeom>
                <a:avLst/>
                <a:gdLst/>
                <a:ahLst/>
                <a:cxnLst/>
                <a:rect l="l" t="t" r="r" b="b"/>
                <a:pathLst>
                  <a:path w="4948" h="2477" extrusionOk="0">
                    <a:moveTo>
                      <a:pt x="4275" y="1"/>
                    </a:moveTo>
                    <a:cubicBezTo>
                      <a:pt x="2692" y="1"/>
                      <a:pt x="1512" y="343"/>
                      <a:pt x="761" y="1026"/>
                    </a:cubicBezTo>
                    <a:cubicBezTo>
                      <a:pt x="48" y="1672"/>
                      <a:pt x="4" y="2377"/>
                      <a:pt x="0" y="2409"/>
                    </a:cubicBezTo>
                    <a:cubicBezTo>
                      <a:pt x="0" y="2444"/>
                      <a:pt x="28" y="2476"/>
                      <a:pt x="64" y="2476"/>
                    </a:cubicBezTo>
                    <a:lnTo>
                      <a:pt x="68" y="2476"/>
                    </a:lnTo>
                    <a:cubicBezTo>
                      <a:pt x="103" y="2476"/>
                      <a:pt x="131" y="2448"/>
                      <a:pt x="135" y="2413"/>
                    </a:cubicBezTo>
                    <a:cubicBezTo>
                      <a:pt x="135" y="2409"/>
                      <a:pt x="175" y="1783"/>
                      <a:pt x="769" y="1197"/>
                    </a:cubicBezTo>
                    <a:cubicBezTo>
                      <a:pt x="1277" y="696"/>
                      <a:pt x="2296" y="132"/>
                      <a:pt x="4299" y="132"/>
                    </a:cubicBezTo>
                    <a:cubicBezTo>
                      <a:pt x="4483" y="132"/>
                      <a:pt x="4675" y="137"/>
                      <a:pt x="4876" y="147"/>
                    </a:cubicBezTo>
                    <a:cubicBezTo>
                      <a:pt x="4878" y="147"/>
                      <a:pt x="4880" y="147"/>
                      <a:pt x="4882" y="147"/>
                    </a:cubicBezTo>
                    <a:cubicBezTo>
                      <a:pt x="4912" y="147"/>
                      <a:pt x="4944" y="121"/>
                      <a:pt x="4944" y="88"/>
                    </a:cubicBezTo>
                    <a:cubicBezTo>
                      <a:pt x="4948" y="48"/>
                      <a:pt x="4920" y="20"/>
                      <a:pt x="4880" y="16"/>
                    </a:cubicBezTo>
                    <a:cubicBezTo>
                      <a:pt x="4672" y="6"/>
                      <a:pt x="4470" y="1"/>
                      <a:pt x="427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1068;p44">
                <a:extLst>
                  <a:ext uri="{FF2B5EF4-FFF2-40B4-BE49-F238E27FC236}">
                    <a16:creationId xmlns:a16="http://schemas.microsoft.com/office/drawing/2014/main" id="{E8AB57E1-47B9-924A-96E1-27CDEC4AEC66}"/>
                  </a:ext>
                </a:extLst>
              </p:cNvPr>
              <p:cNvSpPr/>
              <p:nvPr/>
            </p:nvSpPr>
            <p:spPr>
              <a:xfrm>
                <a:off x="6836650" y="3380425"/>
                <a:ext cx="16450" cy="98925"/>
              </a:xfrm>
              <a:custGeom>
                <a:avLst/>
                <a:gdLst/>
                <a:ahLst/>
                <a:cxnLst/>
                <a:rect l="l" t="t" r="r" b="b"/>
                <a:pathLst>
                  <a:path w="658" h="3957" extrusionOk="0">
                    <a:moveTo>
                      <a:pt x="585" y="0"/>
                    </a:moveTo>
                    <a:cubicBezTo>
                      <a:pt x="556" y="0"/>
                      <a:pt x="530" y="19"/>
                      <a:pt x="523" y="47"/>
                    </a:cubicBezTo>
                    <a:cubicBezTo>
                      <a:pt x="519" y="63"/>
                      <a:pt x="0" y="1838"/>
                      <a:pt x="218" y="3897"/>
                    </a:cubicBezTo>
                    <a:cubicBezTo>
                      <a:pt x="222" y="3933"/>
                      <a:pt x="250" y="3957"/>
                      <a:pt x="282" y="3957"/>
                    </a:cubicBezTo>
                    <a:lnTo>
                      <a:pt x="290" y="3957"/>
                    </a:lnTo>
                    <a:cubicBezTo>
                      <a:pt x="325" y="3953"/>
                      <a:pt x="353" y="3921"/>
                      <a:pt x="349" y="3885"/>
                    </a:cubicBezTo>
                    <a:cubicBezTo>
                      <a:pt x="135" y="1853"/>
                      <a:pt x="646" y="103"/>
                      <a:pt x="650" y="87"/>
                    </a:cubicBezTo>
                    <a:cubicBezTo>
                      <a:pt x="658" y="51"/>
                      <a:pt x="638" y="12"/>
                      <a:pt x="606" y="4"/>
                    </a:cubicBezTo>
                    <a:cubicBezTo>
                      <a:pt x="599" y="1"/>
                      <a:pt x="592" y="0"/>
                      <a:pt x="58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1069;p44">
                <a:extLst>
                  <a:ext uri="{FF2B5EF4-FFF2-40B4-BE49-F238E27FC236}">
                    <a16:creationId xmlns:a16="http://schemas.microsoft.com/office/drawing/2014/main" id="{88165330-1E6D-3649-9A20-F751BAF85A4F}"/>
                  </a:ext>
                </a:extLst>
              </p:cNvPr>
              <p:cNvSpPr/>
              <p:nvPr/>
            </p:nvSpPr>
            <p:spPr>
              <a:xfrm>
                <a:off x="6561175" y="3763075"/>
                <a:ext cx="79825" cy="52750"/>
              </a:xfrm>
              <a:custGeom>
                <a:avLst/>
                <a:gdLst/>
                <a:ahLst/>
                <a:cxnLst/>
                <a:rect l="l" t="t" r="r" b="b"/>
                <a:pathLst>
                  <a:path w="3193" h="2110" extrusionOk="0">
                    <a:moveTo>
                      <a:pt x="3123" y="1"/>
                    </a:moveTo>
                    <a:cubicBezTo>
                      <a:pt x="3095" y="1"/>
                      <a:pt x="3065" y="20"/>
                      <a:pt x="3058" y="50"/>
                    </a:cubicBezTo>
                    <a:cubicBezTo>
                      <a:pt x="2539" y="1947"/>
                      <a:pt x="91" y="1979"/>
                      <a:pt x="68" y="1979"/>
                    </a:cubicBezTo>
                    <a:cubicBezTo>
                      <a:pt x="32" y="1979"/>
                      <a:pt x="0" y="2011"/>
                      <a:pt x="0" y="2046"/>
                    </a:cubicBezTo>
                    <a:cubicBezTo>
                      <a:pt x="0" y="2082"/>
                      <a:pt x="32" y="2110"/>
                      <a:pt x="68" y="2110"/>
                    </a:cubicBezTo>
                    <a:cubicBezTo>
                      <a:pt x="91" y="2110"/>
                      <a:pt x="2638" y="2078"/>
                      <a:pt x="3185" y="86"/>
                    </a:cubicBezTo>
                    <a:cubicBezTo>
                      <a:pt x="3193" y="50"/>
                      <a:pt x="3173" y="14"/>
                      <a:pt x="3137" y="2"/>
                    </a:cubicBezTo>
                    <a:cubicBezTo>
                      <a:pt x="3133" y="1"/>
                      <a:pt x="3128" y="1"/>
                      <a:pt x="31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1070;p44">
                <a:extLst>
                  <a:ext uri="{FF2B5EF4-FFF2-40B4-BE49-F238E27FC236}">
                    <a16:creationId xmlns:a16="http://schemas.microsoft.com/office/drawing/2014/main" id="{EA441AA2-2323-AD4D-9E64-D77135BD3343}"/>
                  </a:ext>
                </a:extLst>
              </p:cNvPr>
              <p:cNvSpPr/>
              <p:nvPr/>
            </p:nvSpPr>
            <p:spPr>
              <a:xfrm>
                <a:off x="6979425" y="3582225"/>
                <a:ext cx="18450" cy="60125"/>
              </a:xfrm>
              <a:custGeom>
                <a:avLst/>
                <a:gdLst/>
                <a:ahLst/>
                <a:cxnLst/>
                <a:rect l="l" t="t" r="r" b="b"/>
                <a:pathLst>
                  <a:path w="738" h="2405" extrusionOk="0">
                    <a:moveTo>
                      <a:pt x="664" y="1"/>
                    </a:moveTo>
                    <a:cubicBezTo>
                      <a:pt x="643" y="1"/>
                      <a:pt x="622" y="10"/>
                      <a:pt x="607" y="28"/>
                    </a:cubicBezTo>
                    <a:cubicBezTo>
                      <a:pt x="1" y="871"/>
                      <a:pt x="219" y="2285"/>
                      <a:pt x="227" y="2349"/>
                    </a:cubicBezTo>
                    <a:cubicBezTo>
                      <a:pt x="231" y="2380"/>
                      <a:pt x="258" y="2404"/>
                      <a:pt x="290" y="2404"/>
                    </a:cubicBezTo>
                    <a:lnTo>
                      <a:pt x="302" y="2400"/>
                    </a:lnTo>
                    <a:cubicBezTo>
                      <a:pt x="338" y="2396"/>
                      <a:pt x="361" y="2361"/>
                      <a:pt x="357" y="2325"/>
                    </a:cubicBezTo>
                    <a:cubicBezTo>
                      <a:pt x="354" y="2313"/>
                      <a:pt x="140" y="903"/>
                      <a:pt x="714" y="103"/>
                    </a:cubicBezTo>
                    <a:cubicBezTo>
                      <a:pt x="738" y="75"/>
                      <a:pt x="730" y="36"/>
                      <a:pt x="702" y="12"/>
                    </a:cubicBezTo>
                    <a:cubicBezTo>
                      <a:pt x="690" y="4"/>
                      <a:pt x="677" y="1"/>
                      <a:pt x="6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1071;p44">
                <a:extLst>
                  <a:ext uri="{FF2B5EF4-FFF2-40B4-BE49-F238E27FC236}">
                    <a16:creationId xmlns:a16="http://schemas.microsoft.com/office/drawing/2014/main" id="{774AD452-9482-7041-B719-13318358FC8D}"/>
                  </a:ext>
                </a:extLst>
              </p:cNvPr>
              <p:cNvSpPr/>
              <p:nvPr/>
            </p:nvSpPr>
            <p:spPr>
              <a:xfrm>
                <a:off x="6940025" y="3386800"/>
                <a:ext cx="75775" cy="75225"/>
              </a:xfrm>
              <a:custGeom>
                <a:avLst/>
                <a:gdLst/>
                <a:ahLst/>
                <a:cxnLst/>
                <a:rect l="l" t="t" r="r" b="b"/>
                <a:pathLst>
                  <a:path w="3031" h="3009" extrusionOk="0">
                    <a:moveTo>
                      <a:pt x="2956" y="0"/>
                    </a:moveTo>
                    <a:cubicBezTo>
                      <a:pt x="2936" y="0"/>
                      <a:pt x="2916" y="10"/>
                      <a:pt x="2904" y="26"/>
                    </a:cubicBezTo>
                    <a:cubicBezTo>
                      <a:pt x="2888" y="46"/>
                      <a:pt x="1569" y="1852"/>
                      <a:pt x="40" y="2886"/>
                    </a:cubicBezTo>
                    <a:cubicBezTo>
                      <a:pt x="8" y="2906"/>
                      <a:pt x="1" y="2949"/>
                      <a:pt x="20" y="2977"/>
                    </a:cubicBezTo>
                    <a:cubicBezTo>
                      <a:pt x="32" y="2997"/>
                      <a:pt x="56" y="3009"/>
                      <a:pt x="76" y="3009"/>
                    </a:cubicBezTo>
                    <a:cubicBezTo>
                      <a:pt x="88" y="3009"/>
                      <a:pt x="100" y="3005"/>
                      <a:pt x="111" y="2997"/>
                    </a:cubicBezTo>
                    <a:cubicBezTo>
                      <a:pt x="1664" y="1947"/>
                      <a:pt x="2995" y="125"/>
                      <a:pt x="3011" y="105"/>
                    </a:cubicBezTo>
                    <a:cubicBezTo>
                      <a:pt x="3031" y="77"/>
                      <a:pt x="3023" y="34"/>
                      <a:pt x="2995" y="14"/>
                    </a:cubicBezTo>
                    <a:cubicBezTo>
                      <a:pt x="2984" y="4"/>
                      <a:pt x="2970" y="0"/>
                      <a:pt x="29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1072;p44">
                <a:extLst>
                  <a:ext uri="{FF2B5EF4-FFF2-40B4-BE49-F238E27FC236}">
                    <a16:creationId xmlns:a16="http://schemas.microsoft.com/office/drawing/2014/main" id="{E5C871ED-049B-EE47-A000-36716825EB1B}"/>
                  </a:ext>
                </a:extLst>
              </p:cNvPr>
              <p:cNvSpPr/>
              <p:nvPr/>
            </p:nvSpPr>
            <p:spPr>
              <a:xfrm>
                <a:off x="6881800" y="3684100"/>
                <a:ext cx="149150" cy="129450"/>
              </a:xfrm>
              <a:custGeom>
                <a:avLst/>
                <a:gdLst/>
                <a:ahLst/>
                <a:cxnLst/>
                <a:rect l="l" t="t" r="r" b="b"/>
                <a:pathLst>
                  <a:path w="5966" h="5178" extrusionOk="0">
                    <a:moveTo>
                      <a:pt x="2864" y="1"/>
                    </a:moveTo>
                    <a:cubicBezTo>
                      <a:pt x="1399" y="1"/>
                      <a:pt x="163" y="987"/>
                      <a:pt x="36" y="2314"/>
                    </a:cubicBezTo>
                    <a:cubicBezTo>
                      <a:pt x="1" y="2714"/>
                      <a:pt x="64" y="3102"/>
                      <a:pt x="214" y="3455"/>
                    </a:cubicBezTo>
                    <a:cubicBezTo>
                      <a:pt x="512" y="3494"/>
                      <a:pt x="832" y="3581"/>
                      <a:pt x="1173" y="3708"/>
                    </a:cubicBezTo>
                    <a:cubicBezTo>
                      <a:pt x="1209" y="3720"/>
                      <a:pt x="1224" y="3756"/>
                      <a:pt x="1213" y="3791"/>
                    </a:cubicBezTo>
                    <a:cubicBezTo>
                      <a:pt x="1205" y="3819"/>
                      <a:pt x="1177" y="3835"/>
                      <a:pt x="1153" y="3835"/>
                    </a:cubicBezTo>
                    <a:cubicBezTo>
                      <a:pt x="1145" y="3835"/>
                      <a:pt x="1137" y="3835"/>
                      <a:pt x="1129" y="3831"/>
                    </a:cubicBezTo>
                    <a:cubicBezTo>
                      <a:pt x="828" y="3720"/>
                      <a:pt x="547" y="3641"/>
                      <a:pt x="282" y="3597"/>
                    </a:cubicBezTo>
                    <a:lnTo>
                      <a:pt x="282" y="3597"/>
                    </a:lnTo>
                    <a:cubicBezTo>
                      <a:pt x="702" y="4437"/>
                      <a:pt x="1601" y="5059"/>
                      <a:pt x="2690" y="5166"/>
                    </a:cubicBezTo>
                    <a:cubicBezTo>
                      <a:pt x="2793" y="5174"/>
                      <a:pt x="2896" y="5178"/>
                      <a:pt x="3003" y="5178"/>
                    </a:cubicBezTo>
                    <a:cubicBezTo>
                      <a:pt x="4468" y="5178"/>
                      <a:pt x="5704" y="4191"/>
                      <a:pt x="5827" y="2864"/>
                    </a:cubicBezTo>
                    <a:cubicBezTo>
                      <a:pt x="5966" y="1442"/>
                      <a:pt x="4777" y="167"/>
                      <a:pt x="3177" y="17"/>
                    </a:cubicBezTo>
                    <a:cubicBezTo>
                      <a:pt x="3074" y="5"/>
                      <a:pt x="2967" y="1"/>
                      <a:pt x="28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1073;p44">
                <a:extLst>
                  <a:ext uri="{FF2B5EF4-FFF2-40B4-BE49-F238E27FC236}">
                    <a16:creationId xmlns:a16="http://schemas.microsoft.com/office/drawing/2014/main" id="{33ED22CE-4A20-B348-B6D0-07F5C51231CA}"/>
                  </a:ext>
                </a:extLst>
              </p:cNvPr>
              <p:cNvSpPr/>
              <p:nvPr/>
            </p:nvSpPr>
            <p:spPr>
              <a:xfrm>
                <a:off x="6887150" y="3770450"/>
                <a:ext cx="25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11" h="381" extrusionOk="0">
                    <a:moveTo>
                      <a:pt x="0" y="1"/>
                    </a:moveTo>
                    <a:cubicBezTo>
                      <a:pt x="24" y="52"/>
                      <a:pt x="44" y="100"/>
                      <a:pt x="68" y="143"/>
                    </a:cubicBezTo>
                    <a:cubicBezTo>
                      <a:pt x="333" y="187"/>
                      <a:pt x="614" y="266"/>
                      <a:pt x="915" y="377"/>
                    </a:cubicBezTo>
                    <a:cubicBezTo>
                      <a:pt x="923" y="381"/>
                      <a:pt x="931" y="381"/>
                      <a:pt x="939" y="381"/>
                    </a:cubicBezTo>
                    <a:cubicBezTo>
                      <a:pt x="963" y="381"/>
                      <a:pt x="991" y="365"/>
                      <a:pt x="999" y="337"/>
                    </a:cubicBezTo>
                    <a:cubicBezTo>
                      <a:pt x="1010" y="302"/>
                      <a:pt x="995" y="266"/>
                      <a:pt x="959" y="254"/>
                    </a:cubicBezTo>
                    <a:cubicBezTo>
                      <a:pt x="618" y="127"/>
                      <a:pt x="298" y="40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1074;p44">
                <a:extLst>
                  <a:ext uri="{FF2B5EF4-FFF2-40B4-BE49-F238E27FC236}">
                    <a16:creationId xmlns:a16="http://schemas.microsoft.com/office/drawing/2014/main" id="{10A6A182-8287-3641-B9C5-1C9D8E8AD32D}"/>
                  </a:ext>
                </a:extLst>
              </p:cNvPr>
              <p:cNvSpPr/>
              <p:nvPr/>
            </p:nvSpPr>
            <p:spPr>
              <a:xfrm>
                <a:off x="6556025" y="3630425"/>
                <a:ext cx="146975" cy="129450"/>
              </a:xfrm>
              <a:custGeom>
                <a:avLst/>
                <a:gdLst/>
                <a:ahLst/>
                <a:cxnLst/>
                <a:rect l="l" t="t" r="r" b="b"/>
                <a:pathLst>
                  <a:path w="5879" h="5178" extrusionOk="0">
                    <a:moveTo>
                      <a:pt x="2852" y="1"/>
                    </a:moveTo>
                    <a:cubicBezTo>
                      <a:pt x="1387" y="1"/>
                      <a:pt x="151" y="987"/>
                      <a:pt x="28" y="2314"/>
                    </a:cubicBezTo>
                    <a:cubicBezTo>
                      <a:pt x="0" y="2603"/>
                      <a:pt x="24" y="2880"/>
                      <a:pt x="99" y="3150"/>
                    </a:cubicBezTo>
                    <a:cubicBezTo>
                      <a:pt x="464" y="3316"/>
                      <a:pt x="864" y="3423"/>
                      <a:pt x="1284" y="3447"/>
                    </a:cubicBezTo>
                    <a:cubicBezTo>
                      <a:pt x="1339" y="3451"/>
                      <a:pt x="1391" y="3451"/>
                      <a:pt x="1442" y="3451"/>
                    </a:cubicBezTo>
                    <a:cubicBezTo>
                      <a:pt x="2721" y="3451"/>
                      <a:pt x="3981" y="2631"/>
                      <a:pt x="5189" y="1015"/>
                    </a:cubicBezTo>
                    <a:cubicBezTo>
                      <a:pt x="4710" y="472"/>
                      <a:pt x="3993" y="92"/>
                      <a:pt x="3165" y="17"/>
                    </a:cubicBezTo>
                    <a:cubicBezTo>
                      <a:pt x="3062" y="5"/>
                      <a:pt x="2955" y="1"/>
                      <a:pt x="2852" y="1"/>
                    </a:cubicBezTo>
                    <a:close/>
                    <a:moveTo>
                      <a:pt x="5276" y="1118"/>
                    </a:moveTo>
                    <a:cubicBezTo>
                      <a:pt x="4048" y="2754"/>
                      <a:pt x="2757" y="3582"/>
                      <a:pt x="1442" y="3582"/>
                    </a:cubicBezTo>
                    <a:cubicBezTo>
                      <a:pt x="1387" y="3582"/>
                      <a:pt x="1331" y="3582"/>
                      <a:pt x="1276" y="3578"/>
                    </a:cubicBezTo>
                    <a:cubicBezTo>
                      <a:pt x="880" y="3558"/>
                      <a:pt x="503" y="3463"/>
                      <a:pt x="151" y="3316"/>
                    </a:cubicBezTo>
                    <a:lnTo>
                      <a:pt x="151" y="3316"/>
                    </a:lnTo>
                    <a:cubicBezTo>
                      <a:pt x="495" y="4291"/>
                      <a:pt x="1470" y="5047"/>
                      <a:pt x="2678" y="5162"/>
                    </a:cubicBezTo>
                    <a:cubicBezTo>
                      <a:pt x="2781" y="5174"/>
                      <a:pt x="2888" y="5178"/>
                      <a:pt x="2991" y="5178"/>
                    </a:cubicBezTo>
                    <a:cubicBezTo>
                      <a:pt x="4456" y="5178"/>
                      <a:pt x="5692" y="4192"/>
                      <a:pt x="5819" y="2865"/>
                    </a:cubicBezTo>
                    <a:cubicBezTo>
                      <a:pt x="5878" y="2223"/>
                      <a:pt x="5668" y="1609"/>
                      <a:pt x="5276" y="111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1075;p44">
                <a:extLst>
                  <a:ext uri="{FF2B5EF4-FFF2-40B4-BE49-F238E27FC236}">
                    <a16:creationId xmlns:a16="http://schemas.microsoft.com/office/drawing/2014/main" id="{FF11FF7A-EB61-3C4F-AD98-CA279ED95702}"/>
                  </a:ext>
                </a:extLst>
              </p:cNvPr>
              <p:cNvSpPr/>
              <p:nvPr/>
            </p:nvSpPr>
            <p:spPr>
              <a:xfrm>
                <a:off x="6558500" y="3655775"/>
                <a:ext cx="129450" cy="64200"/>
              </a:xfrm>
              <a:custGeom>
                <a:avLst/>
                <a:gdLst/>
                <a:ahLst/>
                <a:cxnLst/>
                <a:rect l="l" t="t" r="r" b="b"/>
                <a:pathLst>
                  <a:path w="5178" h="2568" extrusionOk="0">
                    <a:moveTo>
                      <a:pt x="5090" y="1"/>
                    </a:moveTo>
                    <a:cubicBezTo>
                      <a:pt x="3882" y="1617"/>
                      <a:pt x="2622" y="2437"/>
                      <a:pt x="1343" y="2437"/>
                    </a:cubicBezTo>
                    <a:cubicBezTo>
                      <a:pt x="1292" y="2437"/>
                      <a:pt x="1240" y="2437"/>
                      <a:pt x="1185" y="2433"/>
                    </a:cubicBezTo>
                    <a:cubicBezTo>
                      <a:pt x="765" y="2409"/>
                      <a:pt x="365" y="2302"/>
                      <a:pt x="0" y="2136"/>
                    </a:cubicBezTo>
                    <a:lnTo>
                      <a:pt x="0" y="2136"/>
                    </a:lnTo>
                    <a:cubicBezTo>
                      <a:pt x="16" y="2191"/>
                      <a:pt x="32" y="2247"/>
                      <a:pt x="52" y="2302"/>
                    </a:cubicBezTo>
                    <a:cubicBezTo>
                      <a:pt x="404" y="2449"/>
                      <a:pt x="781" y="2544"/>
                      <a:pt x="1177" y="2564"/>
                    </a:cubicBezTo>
                    <a:cubicBezTo>
                      <a:pt x="1232" y="2568"/>
                      <a:pt x="1288" y="2568"/>
                      <a:pt x="1343" y="2568"/>
                    </a:cubicBezTo>
                    <a:cubicBezTo>
                      <a:pt x="2658" y="2568"/>
                      <a:pt x="3949" y="1740"/>
                      <a:pt x="5177" y="104"/>
                    </a:cubicBezTo>
                    <a:cubicBezTo>
                      <a:pt x="5149" y="68"/>
                      <a:pt x="5118" y="33"/>
                      <a:pt x="509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1076;p44">
                <a:extLst>
                  <a:ext uri="{FF2B5EF4-FFF2-40B4-BE49-F238E27FC236}">
                    <a16:creationId xmlns:a16="http://schemas.microsoft.com/office/drawing/2014/main" id="{E7A3815C-A63D-4540-8F8C-9A50428A21FB}"/>
                  </a:ext>
                </a:extLst>
              </p:cNvPr>
              <p:cNvSpPr/>
              <p:nvPr/>
            </p:nvSpPr>
            <p:spPr>
              <a:xfrm>
                <a:off x="6608275" y="3588750"/>
                <a:ext cx="116400" cy="72250"/>
              </a:xfrm>
              <a:custGeom>
                <a:avLst/>
                <a:gdLst/>
                <a:ahLst/>
                <a:cxnLst/>
                <a:rect l="l" t="t" r="r" b="b"/>
                <a:pathLst>
                  <a:path w="4656" h="2890" extrusionOk="0">
                    <a:moveTo>
                      <a:pt x="4404" y="0"/>
                    </a:moveTo>
                    <a:cubicBezTo>
                      <a:pt x="4208" y="0"/>
                      <a:pt x="3642" y="1154"/>
                      <a:pt x="2465" y="1343"/>
                    </a:cubicBezTo>
                    <a:cubicBezTo>
                      <a:pt x="2353" y="1362"/>
                      <a:pt x="2244" y="1370"/>
                      <a:pt x="2138" y="1370"/>
                    </a:cubicBezTo>
                    <a:cubicBezTo>
                      <a:pt x="1179" y="1370"/>
                      <a:pt x="459" y="694"/>
                      <a:pt x="233" y="694"/>
                    </a:cubicBezTo>
                    <a:cubicBezTo>
                      <a:pt x="210" y="694"/>
                      <a:pt x="192" y="702"/>
                      <a:pt x="180" y="717"/>
                    </a:cubicBezTo>
                    <a:cubicBezTo>
                      <a:pt x="1" y="942"/>
                      <a:pt x="1005" y="2889"/>
                      <a:pt x="2418" y="2889"/>
                    </a:cubicBezTo>
                    <a:cubicBezTo>
                      <a:pt x="2474" y="2889"/>
                      <a:pt x="2531" y="2886"/>
                      <a:pt x="2588" y="2880"/>
                    </a:cubicBezTo>
                    <a:cubicBezTo>
                      <a:pt x="4172" y="2702"/>
                      <a:pt x="4656" y="163"/>
                      <a:pt x="4430" y="8"/>
                    </a:cubicBezTo>
                    <a:cubicBezTo>
                      <a:pt x="4422" y="3"/>
                      <a:pt x="4414" y="0"/>
                      <a:pt x="44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1077;p44">
                <a:extLst>
                  <a:ext uri="{FF2B5EF4-FFF2-40B4-BE49-F238E27FC236}">
                    <a16:creationId xmlns:a16="http://schemas.microsoft.com/office/drawing/2014/main" id="{5B187C07-52FA-B44F-85B3-CF26577DD906}"/>
                  </a:ext>
                </a:extLst>
              </p:cNvPr>
              <p:cNvSpPr/>
              <p:nvPr/>
            </p:nvSpPr>
            <p:spPr>
              <a:xfrm>
                <a:off x="6888625" y="3639200"/>
                <a:ext cx="113625" cy="76600"/>
              </a:xfrm>
              <a:custGeom>
                <a:avLst/>
                <a:gdLst/>
                <a:ahLst/>
                <a:cxnLst/>
                <a:rect l="l" t="t" r="r" b="b"/>
                <a:pathLst>
                  <a:path w="4545" h="3064" extrusionOk="0">
                    <a:moveTo>
                      <a:pt x="296" y="0"/>
                    </a:moveTo>
                    <a:cubicBezTo>
                      <a:pt x="287" y="0"/>
                      <a:pt x="278" y="2"/>
                      <a:pt x="270" y="6"/>
                    </a:cubicBezTo>
                    <a:cubicBezTo>
                      <a:pt x="1" y="141"/>
                      <a:pt x="108" y="2502"/>
                      <a:pt x="1534" y="2985"/>
                    </a:cubicBezTo>
                    <a:cubicBezTo>
                      <a:pt x="1696" y="3039"/>
                      <a:pt x="1858" y="3064"/>
                      <a:pt x="2019" y="3064"/>
                    </a:cubicBezTo>
                    <a:cubicBezTo>
                      <a:pt x="3352" y="3064"/>
                      <a:pt x="4545" y="1371"/>
                      <a:pt x="4421" y="1159"/>
                    </a:cubicBezTo>
                    <a:cubicBezTo>
                      <a:pt x="4411" y="1143"/>
                      <a:pt x="4394" y="1135"/>
                      <a:pt x="4369" y="1135"/>
                    </a:cubicBezTo>
                    <a:cubicBezTo>
                      <a:pt x="4166" y="1135"/>
                      <a:pt x="3481" y="1621"/>
                      <a:pt x="2640" y="1621"/>
                    </a:cubicBezTo>
                    <a:cubicBezTo>
                      <a:pt x="2458" y="1621"/>
                      <a:pt x="2269" y="1598"/>
                      <a:pt x="2076" y="1543"/>
                    </a:cubicBezTo>
                    <a:cubicBezTo>
                      <a:pt x="927" y="1216"/>
                      <a:pt x="513" y="0"/>
                      <a:pt x="29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1078;p44">
                <a:extLst>
                  <a:ext uri="{FF2B5EF4-FFF2-40B4-BE49-F238E27FC236}">
                    <a16:creationId xmlns:a16="http://schemas.microsoft.com/office/drawing/2014/main" id="{6E0D42F6-A3EC-6F4A-9A51-0370E4B9FEA0}"/>
                  </a:ext>
                </a:extLst>
              </p:cNvPr>
              <p:cNvSpPr/>
              <p:nvPr/>
            </p:nvSpPr>
            <p:spPr>
              <a:xfrm>
                <a:off x="6673350" y="3677175"/>
                <a:ext cx="225600" cy="65275"/>
              </a:xfrm>
              <a:custGeom>
                <a:avLst/>
                <a:gdLst/>
                <a:ahLst/>
                <a:cxnLst/>
                <a:rect l="l" t="t" r="r" b="b"/>
                <a:pathLst>
                  <a:path w="9024" h="2611" extrusionOk="0">
                    <a:moveTo>
                      <a:pt x="1425" y="1"/>
                    </a:moveTo>
                    <a:cubicBezTo>
                      <a:pt x="960" y="1"/>
                      <a:pt x="381" y="185"/>
                      <a:pt x="88" y="559"/>
                    </a:cubicBezTo>
                    <a:cubicBezTo>
                      <a:pt x="1" y="674"/>
                      <a:pt x="21" y="840"/>
                      <a:pt x="136" y="927"/>
                    </a:cubicBezTo>
                    <a:cubicBezTo>
                      <a:pt x="184" y="966"/>
                      <a:pt x="242" y="985"/>
                      <a:pt x="300" y="985"/>
                    </a:cubicBezTo>
                    <a:cubicBezTo>
                      <a:pt x="378" y="985"/>
                      <a:pt x="455" y="950"/>
                      <a:pt x="508" y="884"/>
                    </a:cubicBezTo>
                    <a:cubicBezTo>
                      <a:pt x="685" y="655"/>
                      <a:pt x="1107" y="529"/>
                      <a:pt x="1432" y="529"/>
                    </a:cubicBezTo>
                    <a:cubicBezTo>
                      <a:pt x="1456" y="529"/>
                      <a:pt x="1479" y="530"/>
                      <a:pt x="1502" y="531"/>
                    </a:cubicBezTo>
                    <a:cubicBezTo>
                      <a:pt x="1720" y="543"/>
                      <a:pt x="1910" y="634"/>
                      <a:pt x="2017" y="773"/>
                    </a:cubicBezTo>
                    <a:cubicBezTo>
                      <a:pt x="2057" y="828"/>
                      <a:pt x="2096" y="884"/>
                      <a:pt x="2140" y="943"/>
                    </a:cubicBezTo>
                    <a:cubicBezTo>
                      <a:pt x="2354" y="1250"/>
                      <a:pt x="2682" y="1715"/>
                      <a:pt x="3173" y="1715"/>
                    </a:cubicBezTo>
                    <a:cubicBezTo>
                      <a:pt x="3328" y="1715"/>
                      <a:pt x="3499" y="1669"/>
                      <a:pt x="3688" y="1557"/>
                    </a:cubicBezTo>
                    <a:cubicBezTo>
                      <a:pt x="3847" y="1462"/>
                      <a:pt x="3986" y="1339"/>
                      <a:pt x="4116" y="1220"/>
                    </a:cubicBezTo>
                    <a:cubicBezTo>
                      <a:pt x="4281" y="1075"/>
                      <a:pt x="4448" y="923"/>
                      <a:pt x="4577" y="923"/>
                    </a:cubicBezTo>
                    <a:cubicBezTo>
                      <a:pt x="4582" y="923"/>
                      <a:pt x="4587" y="923"/>
                      <a:pt x="4592" y="923"/>
                    </a:cubicBezTo>
                    <a:cubicBezTo>
                      <a:pt x="4699" y="927"/>
                      <a:pt x="4817" y="1042"/>
                      <a:pt x="4897" y="1133"/>
                    </a:cubicBezTo>
                    <a:cubicBezTo>
                      <a:pt x="4956" y="1201"/>
                      <a:pt x="5007" y="1276"/>
                      <a:pt x="5067" y="1359"/>
                    </a:cubicBezTo>
                    <a:cubicBezTo>
                      <a:pt x="5174" y="1510"/>
                      <a:pt x="5285" y="1664"/>
                      <a:pt x="5443" y="1795"/>
                    </a:cubicBezTo>
                    <a:cubicBezTo>
                      <a:pt x="5667" y="1978"/>
                      <a:pt x="5950" y="2072"/>
                      <a:pt x="6234" y="2072"/>
                    </a:cubicBezTo>
                    <a:cubicBezTo>
                      <a:pt x="6423" y="2072"/>
                      <a:pt x="6611" y="2031"/>
                      <a:pt x="6782" y="1945"/>
                    </a:cubicBezTo>
                    <a:cubicBezTo>
                      <a:pt x="6917" y="1874"/>
                      <a:pt x="7028" y="1791"/>
                      <a:pt x="7138" y="1704"/>
                    </a:cubicBezTo>
                    <a:cubicBezTo>
                      <a:pt x="7249" y="1616"/>
                      <a:pt x="7356" y="1537"/>
                      <a:pt x="7467" y="1498"/>
                    </a:cubicBezTo>
                    <a:cubicBezTo>
                      <a:pt x="7531" y="1473"/>
                      <a:pt x="7598" y="1461"/>
                      <a:pt x="7666" y="1461"/>
                    </a:cubicBezTo>
                    <a:cubicBezTo>
                      <a:pt x="7818" y="1461"/>
                      <a:pt x="7975" y="1520"/>
                      <a:pt x="8117" y="1632"/>
                    </a:cubicBezTo>
                    <a:cubicBezTo>
                      <a:pt x="8346" y="1811"/>
                      <a:pt x="8481" y="2080"/>
                      <a:pt x="8453" y="2318"/>
                    </a:cubicBezTo>
                    <a:cubicBezTo>
                      <a:pt x="8442" y="2464"/>
                      <a:pt x="8545" y="2595"/>
                      <a:pt x="8691" y="2611"/>
                    </a:cubicBezTo>
                    <a:lnTo>
                      <a:pt x="8719" y="2611"/>
                    </a:lnTo>
                    <a:cubicBezTo>
                      <a:pt x="8853" y="2611"/>
                      <a:pt x="8968" y="2508"/>
                      <a:pt x="8980" y="2373"/>
                    </a:cubicBezTo>
                    <a:cubicBezTo>
                      <a:pt x="9024" y="1949"/>
                      <a:pt x="8818" y="1506"/>
                      <a:pt x="8442" y="1212"/>
                    </a:cubicBezTo>
                    <a:cubicBezTo>
                      <a:pt x="8206" y="1031"/>
                      <a:pt x="7931" y="935"/>
                      <a:pt x="7663" y="935"/>
                    </a:cubicBezTo>
                    <a:cubicBezTo>
                      <a:pt x="7534" y="935"/>
                      <a:pt x="7406" y="958"/>
                      <a:pt x="7285" y="1003"/>
                    </a:cubicBezTo>
                    <a:cubicBezTo>
                      <a:pt x="7099" y="1070"/>
                      <a:pt x="6948" y="1185"/>
                      <a:pt x="6814" y="1288"/>
                    </a:cubicBezTo>
                    <a:cubicBezTo>
                      <a:pt x="6723" y="1359"/>
                      <a:pt x="6635" y="1426"/>
                      <a:pt x="6544" y="1470"/>
                    </a:cubicBezTo>
                    <a:cubicBezTo>
                      <a:pt x="6448" y="1519"/>
                      <a:pt x="6340" y="1543"/>
                      <a:pt x="6232" y="1543"/>
                    </a:cubicBezTo>
                    <a:cubicBezTo>
                      <a:pt x="6069" y="1543"/>
                      <a:pt x="5906" y="1489"/>
                      <a:pt x="5780" y="1387"/>
                    </a:cubicBezTo>
                    <a:cubicBezTo>
                      <a:pt x="5673" y="1300"/>
                      <a:pt x="5586" y="1177"/>
                      <a:pt x="5495" y="1050"/>
                    </a:cubicBezTo>
                    <a:cubicBezTo>
                      <a:pt x="5431" y="963"/>
                      <a:pt x="5368" y="876"/>
                      <a:pt x="5297" y="789"/>
                    </a:cubicBezTo>
                    <a:cubicBezTo>
                      <a:pt x="5079" y="539"/>
                      <a:pt x="4861" y="408"/>
                      <a:pt x="4627" y="397"/>
                    </a:cubicBezTo>
                    <a:cubicBezTo>
                      <a:pt x="4611" y="395"/>
                      <a:pt x="4595" y="395"/>
                      <a:pt x="4580" y="395"/>
                    </a:cubicBezTo>
                    <a:cubicBezTo>
                      <a:pt x="4254" y="395"/>
                      <a:pt x="3994" y="624"/>
                      <a:pt x="3768" y="828"/>
                    </a:cubicBezTo>
                    <a:cubicBezTo>
                      <a:pt x="3653" y="931"/>
                      <a:pt x="3534" y="1034"/>
                      <a:pt x="3419" y="1106"/>
                    </a:cubicBezTo>
                    <a:cubicBezTo>
                      <a:pt x="3329" y="1158"/>
                      <a:pt x="3251" y="1186"/>
                      <a:pt x="3177" y="1186"/>
                    </a:cubicBezTo>
                    <a:cubicBezTo>
                      <a:pt x="2992" y="1186"/>
                      <a:pt x="2832" y="1012"/>
                      <a:pt x="2572" y="638"/>
                    </a:cubicBezTo>
                    <a:cubicBezTo>
                      <a:pt x="2524" y="575"/>
                      <a:pt x="2480" y="515"/>
                      <a:pt x="2437" y="456"/>
                    </a:cubicBezTo>
                    <a:cubicBezTo>
                      <a:pt x="2239" y="191"/>
                      <a:pt x="1910" y="24"/>
                      <a:pt x="1534" y="4"/>
                    </a:cubicBezTo>
                    <a:cubicBezTo>
                      <a:pt x="1498" y="2"/>
                      <a:pt x="1462" y="1"/>
                      <a:pt x="14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1079;p44">
                <a:extLst>
                  <a:ext uri="{FF2B5EF4-FFF2-40B4-BE49-F238E27FC236}">
                    <a16:creationId xmlns:a16="http://schemas.microsoft.com/office/drawing/2014/main" id="{2CD2B913-7C41-F14D-AE8B-9BA4359D574C}"/>
                  </a:ext>
                </a:extLst>
              </p:cNvPr>
              <p:cNvSpPr/>
              <p:nvPr/>
            </p:nvSpPr>
            <p:spPr>
              <a:xfrm>
                <a:off x="6352225" y="3186825"/>
                <a:ext cx="426425" cy="345200"/>
              </a:xfrm>
              <a:custGeom>
                <a:avLst/>
                <a:gdLst/>
                <a:ahLst/>
                <a:cxnLst/>
                <a:rect l="l" t="t" r="r" b="b"/>
                <a:pathLst>
                  <a:path w="17057" h="13808" extrusionOk="0">
                    <a:moveTo>
                      <a:pt x="9582" y="0"/>
                    </a:moveTo>
                    <a:lnTo>
                      <a:pt x="6584" y="3795"/>
                    </a:lnTo>
                    <a:lnTo>
                      <a:pt x="3134" y="1898"/>
                    </a:lnTo>
                    <a:lnTo>
                      <a:pt x="3134" y="1898"/>
                    </a:lnTo>
                    <a:cubicBezTo>
                      <a:pt x="3324" y="2856"/>
                      <a:pt x="3518" y="3815"/>
                      <a:pt x="3708" y="4773"/>
                    </a:cubicBezTo>
                    <a:lnTo>
                      <a:pt x="1" y="5811"/>
                    </a:lnTo>
                    <a:lnTo>
                      <a:pt x="2801" y="7768"/>
                    </a:lnTo>
                    <a:lnTo>
                      <a:pt x="36" y="10069"/>
                    </a:lnTo>
                    <a:lnTo>
                      <a:pt x="3534" y="10469"/>
                    </a:lnTo>
                    <a:lnTo>
                      <a:pt x="3364" y="13289"/>
                    </a:lnTo>
                    <a:lnTo>
                      <a:pt x="6413" y="11103"/>
                    </a:lnTo>
                    <a:lnTo>
                      <a:pt x="6758" y="13808"/>
                    </a:lnTo>
                    <a:lnTo>
                      <a:pt x="9337" y="10932"/>
                    </a:lnTo>
                    <a:lnTo>
                      <a:pt x="11147" y="13578"/>
                    </a:lnTo>
                    <a:lnTo>
                      <a:pt x="12101" y="10009"/>
                    </a:lnTo>
                    <a:lnTo>
                      <a:pt x="15496" y="10988"/>
                    </a:lnTo>
                    <a:lnTo>
                      <a:pt x="13547" y="8282"/>
                    </a:lnTo>
                    <a:lnTo>
                      <a:pt x="17056" y="8168"/>
                    </a:lnTo>
                    <a:lnTo>
                      <a:pt x="14537" y="6270"/>
                    </a:lnTo>
                    <a:lnTo>
                      <a:pt x="16759" y="4543"/>
                    </a:lnTo>
                    <a:lnTo>
                      <a:pt x="13052" y="4373"/>
                    </a:lnTo>
                    <a:lnTo>
                      <a:pt x="13377" y="1898"/>
                    </a:lnTo>
                    <a:lnTo>
                      <a:pt x="9950" y="3680"/>
                    </a:lnTo>
                    <a:lnTo>
                      <a:pt x="9582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1080;p44">
                <a:extLst>
                  <a:ext uri="{FF2B5EF4-FFF2-40B4-BE49-F238E27FC236}">
                    <a16:creationId xmlns:a16="http://schemas.microsoft.com/office/drawing/2014/main" id="{7AC7C383-D136-914C-B73C-D4D7C6D6F317}"/>
                  </a:ext>
                </a:extLst>
              </p:cNvPr>
              <p:cNvSpPr/>
              <p:nvPr/>
            </p:nvSpPr>
            <p:spPr>
              <a:xfrm>
                <a:off x="6881600" y="3883925"/>
                <a:ext cx="362850" cy="193825"/>
              </a:xfrm>
              <a:custGeom>
                <a:avLst/>
                <a:gdLst/>
                <a:ahLst/>
                <a:cxnLst/>
                <a:rect l="l" t="t" r="r" b="b"/>
                <a:pathLst>
                  <a:path w="14514" h="7753" extrusionOk="0">
                    <a:moveTo>
                      <a:pt x="9851" y="0"/>
                    </a:moveTo>
                    <a:cubicBezTo>
                      <a:pt x="8712" y="0"/>
                      <a:pt x="7509" y="160"/>
                      <a:pt x="6425" y="627"/>
                    </a:cubicBezTo>
                    <a:cubicBezTo>
                      <a:pt x="6425" y="627"/>
                      <a:pt x="1078" y="1304"/>
                      <a:pt x="1" y="3478"/>
                    </a:cubicBezTo>
                    <a:cubicBezTo>
                      <a:pt x="1" y="3478"/>
                      <a:pt x="1347" y="4568"/>
                      <a:pt x="3110" y="4639"/>
                    </a:cubicBezTo>
                    <a:lnTo>
                      <a:pt x="6310" y="7752"/>
                    </a:lnTo>
                    <a:lnTo>
                      <a:pt x="9146" y="6889"/>
                    </a:lnTo>
                    <a:lnTo>
                      <a:pt x="8188" y="5356"/>
                    </a:lnTo>
                    <a:cubicBezTo>
                      <a:pt x="8188" y="5356"/>
                      <a:pt x="14410" y="5071"/>
                      <a:pt x="14513" y="757"/>
                    </a:cubicBezTo>
                    <a:cubicBezTo>
                      <a:pt x="14513" y="757"/>
                      <a:pt x="12332" y="0"/>
                      <a:pt x="9851" y="0"/>
                    </a:cubicBezTo>
                    <a:close/>
                  </a:path>
                </a:pathLst>
              </a:custGeom>
              <a:solidFill>
                <a:srgbClr val="6E61F4">
                  <a:alpha val="487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FE621D4-4141-1642-AC66-5613A37CF5D7}"/>
              </a:ext>
            </a:extLst>
          </p:cNvPr>
          <p:cNvSpPr txBox="1"/>
          <p:nvPr/>
        </p:nvSpPr>
        <p:spPr>
          <a:xfrm>
            <a:off x="228600" y="4818888"/>
            <a:ext cx="20056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Rymarkzyk</a:t>
            </a:r>
            <a:r>
              <a:rPr lang="en-US" dirty="0"/>
              <a:t> et al., 2020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47498B1-69F6-C541-A52E-90EB85A56F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1845" y="418323"/>
            <a:ext cx="5658727" cy="4306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1" name="TextBox 90">
            <a:extLst>
              <a:ext uri="{FF2B5EF4-FFF2-40B4-BE49-F238E27FC236}">
                <a16:creationId xmlns:a16="http://schemas.microsoft.com/office/drawing/2014/main" id="{8891192B-3C34-A948-A704-3830AF5BC718}"/>
              </a:ext>
            </a:extLst>
          </p:cNvPr>
          <p:cNvSpPr txBox="1"/>
          <p:nvPr/>
        </p:nvSpPr>
        <p:spPr>
          <a:xfrm>
            <a:off x="228600" y="4818888"/>
            <a:ext cx="20056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Rymarkzyk</a:t>
            </a:r>
            <a:r>
              <a:rPr lang="en-US" dirty="0"/>
              <a:t> et al., 2020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DA579D1-E2F7-C443-80FD-8785E8D93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Personality Type: Type D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3407E-7ABD-324A-A07F-E09D0BE12A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4957" y="2322837"/>
            <a:ext cx="3978692" cy="1135500"/>
          </a:xfrm>
        </p:spPr>
        <p:txBody>
          <a:bodyPr/>
          <a:lstStyle/>
          <a:p>
            <a:pPr lvl="1" algn="l" eaLnBrk="1" hangingPunct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800" dirty="0"/>
              <a:t>Low confidence </a:t>
            </a:r>
          </a:p>
          <a:p>
            <a:pPr lvl="1" algn="l" eaLnBrk="1" hangingPunct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800" dirty="0"/>
              <a:t>Lonely</a:t>
            </a:r>
          </a:p>
          <a:p>
            <a:pPr lvl="1" algn="l" eaLnBrk="1" hangingPunct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800" dirty="0"/>
              <a:t>Highly sensitive to rejection</a:t>
            </a:r>
          </a:p>
          <a:p>
            <a:pPr lvl="1" algn="l" eaLnBrk="1" hangingPunct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800" dirty="0"/>
              <a:t>Pessimistic</a:t>
            </a:r>
          </a:p>
          <a:p>
            <a:pPr lvl="1" algn="l" eaLnBrk="1" hangingPunct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1800" dirty="0"/>
              <a:t>Distressed &amp; worried 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18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FD979AA-BB0A-1146-8231-5B3F904D3298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530350" y="2322837"/>
            <a:ext cx="3647703" cy="1135500"/>
          </a:xfrm>
        </p:spPr>
        <p:txBody>
          <a:bodyPr/>
          <a:lstStyle/>
          <a:p>
            <a:pPr marL="882650" lvl="1" indent="-285750" algn="l" eaLnBrk="1" hangingPunct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Honest</a:t>
            </a:r>
          </a:p>
          <a:p>
            <a:pPr marL="882650" lvl="1" indent="-285750" algn="l" eaLnBrk="1" hangingPunct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Hardworking</a:t>
            </a:r>
          </a:p>
          <a:p>
            <a:pPr marL="882650" lvl="1" indent="-285750" algn="l" eaLnBrk="1" hangingPunct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Detail Oriented</a:t>
            </a:r>
          </a:p>
          <a:p>
            <a:pPr marL="882650" lvl="1" indent="-285750" algn="l" eaLnBrk="1" hangingPunct="1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800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13A89BAE-9C5C-E74E-9C37-401FA92F7C56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873102" y="1694014"/>
            <a:ext cx="2962200" cy="558900"/>
          </a:xfrm>
        </p:spPr>
        <p:txBody>
          <a:bodyPr/>
          <a:lstStyle/>
          <a:p>
            <a:r>
              <a:rPr lang="en-US" dirty="0"/>
              <a:t>Positive Characteristics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58BA22C-77DD-E94F-B0D0-2971AED2B126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5143203" y="1694014"/>
            <a:ext cx="2962200" cy="558900"/>
          </a:xfrm>
        </p:spPr>
        <p:txBody>
          <a:bodyPr/>
          <a:lstStyle/>
          <a:p>
            <a:r>
              <a:rPr lang="en-US" dirty="0"/>
              <a:t>Negative Characteristics</a:t>
            </a:r>
          </a:p>
        </p:txBody>
      </p:sp>
    </p:spTree>
    <p:extLst>
      <p:ext uri="{BB962C8B-B14F-4D97-AF65-F5344CB8AC3E}">
        <p14:creationId xmlns:p14="http://schemas.microsoft.com/office/powerpoint/2010/main" val="459044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FB764-3D47-8C43-B87D-E7D00A6FA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Personality Types and The 5 Factor Model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EA56D4-AF41-434C-8EC8-6F82F8A59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2084832"/>
            <a:ext cx="7704000" cy="2547320"/>
          </a:xfrm>
        </p:spPr>
        <p:txBody>
          <a:bodyPr/>
          <a:lstStyle/>
          <a:p>
            <a:r>
              <a:rPr lang="en-US" sz="1600" dirty="0"/>
              <a:t>Type A tends to be high in conscientiousness and extraversion – low in agreeableness </a:t>
            </a:r>
          </a:p>
          <a:p>
            <a:r>
              <a:rPr lang="en-US" sz="1600" dirty="0"/>
              <a:t>Type B tends to be high in openness and agreeableness – low in neuroticism</a:t>
            </a:r>
          </a:p>
          <a:p>
            <a:r>
              <a:rPr lang="en-US" sz="1600" dirty="0"/>
              <a:t>Type C tends to be high in agreeableness and neuroticism - low in extraversion</a:t>
            </a:r>
          </a:p>
          <a:p>
            <a:r>
              <a:rPr lang="en-US" sz="1600" dirty="0"/>
              <a:t>Type D tends to be high in neuroticism and low in extraversion </a:t>
            </a:r>
          </a:p>
        </p:txBody>
      </p:sp>
    </p:spTree>
    <p:extLst>
      <p:ext uri="{BB962C8B-B14F-4D97-AF65-F5344CB8AC3E}">
        <p14:creationId xmlns:p14="http://schemas.microsoft.com/office/powerpoint/2010/main" val="8347319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3BA46E7-4F64-B04C-881E-3544C1062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Outcomes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C63BB18-6822-5B45-8947-C74F90DFB3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32079" y="1447510"/>
            <a:ext cx="3754214" cy="3252506"/>
          </a:xfrm>
        </p:spPr>
        <p:txBody>
          <a:bodyPr/>
          <a:lstStyle/>
          <a:p>
            <a:r>
              <a:rPr lang="en-US" sz="1600" b="1" dirty="0"/>
              <a:t>Health Outcomes</a:t>
            </a:r>
          </a:p>
          <a:p>
            <a:endParaRPr lang="en-US" sz="1600" b="1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Type B tend to be the healthiest and have the highest emotional intelligence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Type A and D have been associated with cardiovascular disease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Type C has been associated with cancer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US" dirty="0"/>
              <a:t>Psychoneuroimmunology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4B924490-CAC6-344C-8B72-0CCD98E5484C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557707" y="1447510"/>
            <a:ext cx="3754216" cy="3010173"/>
          </a:xfrm>
        </p:spPr>
        <p:txBody>
          <a:bodyPr/>
          <a:lstStyle/>
          <a:p>
            <a:r>
              <a:rPr lang="en-US" sz="1600" b="1" dirty="0"/>
              <a:t>Academic/Work Performance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Type A and C have higher academic achievement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Type A perform well in stressful work conditions – but run into more interpersonal challenges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Type B does better at managing a work-life balance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US" dirty="0"/>
              <a:t>Also better at coping with stressful work conditions, making them better higher-level positions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BE5FFA-DB9D-5841-BA5D-B921510417B4}"/>
              </a:ext>
            </a:extLst>
          </p:cNvPr>
          <p:cNvSpPr txBox="1"/>
          <p:nvPr/>
        </p:nvSpPr>
        <p:spPr>
          <a:xfrm>
            <a:off x="3643702" y="4700016"/>
            <a:ext cx="20104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Let’s think about why</a:t>
            </a:r>
          </a:p>
        </p:txBody>
      </p:sp>
    </p:spTree>
    <p:extLst>
      <p:ext uri="{BB962C8B-B14F-4D97-AF65-F5344CB8AC3E}">
        <p14:creationId xmlns:p14="http://schemas.microsoft.com/office/powerpoint/2010/main" val="42834274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2" name="Google Shape;1852;p55"/>
          <p:cNvSpPr txBox="1">
            <a:spLocks noGrp="1"/>
          </p:cNvSpPr>
          <p:nvPr>
            <p:ph type="title"/>
          </p:nvPr>
        </p:nvSpPr>
        <p:spPr>
          <a:xfrm>
            <a:off x="1768550" y="1307100"/>
            <a:ext cx="56070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Questions?</a:t>
            </a:r>
            <a:endParaRPr dirty="0"/>
          </a:p>
        </p:txBody>
      </p:sp>
      <p:grpSp>
        <p:nvGrpSpPr>
          <p:cNvPr id="1853" name="Google Shape;1853;p55"/>
          <p:cNvGrpSpPr/>
          <p:nvPr/>
        </p:nvGrpSpPr>
        <p:grpSpPr>
          <a:xfrm rot="180618">
            <a:off x="538760" y="2932509"/>
            <a:ext cx="1303574" cy="1382164"/>
            <a:chOff x="2243025" y="2928722"/>
            <a:chExt cx="1078075" cy="1142975"/>
          </a:xfrm>
        </p:grpSpPr>
        <p:grpSp>
          <p:nvGrpSpPr>
            <p:cNvPr id="1854" name="Google Shape;1854;p55"/>
            <p:cNvGrpSpPr/>
            <p:nvPr/>
          </p:nvGrpSpPr>
          <p:grpSpPr>
            <a:xfrm>
              <a:off x="2243275" y="2928738"/>
              <a:ext cx="1077575" cy="1142900"/>
              <a:chOff x="2243275" y="2928738"/>
              <a:chExt cx="1077575" cy="1142900"/>
            </a:xfrm>
          </p:grpSpPr>
          <p:grpSp>
            <p:nvGrpSpPr>
              <p:cNvPr id="1855" name="Google Shape;1855;p55"/>
              <p:cNvGrpSpPr/>
              <p:nvPr/>
            </p:nvGrpSpPr>
            <p:grpSpPr>
              <a:xfrm>
                <a:off x="2243275" y="2928738"/>
                <a:ext cx="1077575" cy="1142900"/>
                <a:chOff x="2218725" y="2711700"/>
                <a:chExt cx="1077575" cy="1142900"/>
              </a:xfrm>
            </p:grpSpPr>
            <p:sp>
              <p:nvSpPr>
                <p:cNvPr id="1856" name="Google Shape;1856;p55"/>
                <p:cNvSpPr/>
                <p:nvPr/>
              </p:nvSpPr>
              <p:spPr>
                <a:xfrm>
                  <a:off x="2218725" y="2881875"/>
                  <a:ext cx="950025" cy="972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001" h="38909" extrusionOk="0">
                      <a:moveTo>
                        <a:pt x="24059" y="1"/>
                      </a:moveTo>
                      <a:lnTo>
                        <a:pt x="21044" y="5269"/>
                      </a:lnTo>
                      <a:lnTo>
                        <a:pt x="23306" y="5269"/>
                      </a:lnTo>
                      <a:lnTo>
                        <a:pt x="21745" y="8909"/>
                      </a:lnTo>
                      <a:cubicBezTo>
                        <a:pt x="20904" y="8808"/>
                        <a:pt x="20054" y="8759"/>
                        <a:pt x="19203" y="8759"/>
                      </a:cubicBezTo>
                      <a:cubicBezTo>
                        <a:pt x="11107" y="8759"/>
                        <a:pt x="2932" y="13162"/>
                        <a:pt x="1244" y="18771"/>
                      </a:cubicBezTo>
                      <a:cubicBezTo>
                        <a:pt x="1070" y="19349"/>
                        <a:pt x="0" y="23275"/>
                        <a:pt x="2309" y="26190"/>
                      </a:cubicBezTo>
                      <a:cubicBezTo>
                        <a:pt x="4269" y="28663"/>
                        <a:pt x="7672" y="28769"/>
                        <a:pt x="8240" y="28769"/>
                      </a:cubicBezTo>
                      <a:cubicBezTo>
                        <a:pt x="8294" y="28769"/>
                        <a:pt x="8322" y="28768"/>
                        <a:pt x="8322" y="28768"/>
                      </a:cubicBezTo>
                      <a:lnTo>
                        <a:pt x="8322" y="28768"/>
                      </a:lnTo>
                      <a:cubicBezTo>
                        <a:pt x="7534" y="32471"/>
                        <a:pt x="10390" y="34908"/>
                        <a:pt x="14189" y="34908"/>
                      </a:cubicBezTo>
                      <a:cubicBezTo>
                        <a:pt x="15263" y="34908"/>
                        <a:pt x="16411" y="34713"/>
                        <a:pt x="17575" y="34298"/>
                      </a:cubicBezTo>
                      <a:cubicBezTo>
                        <a:pt x="17575" y="34298"/>
                        <a:pt x="19028" y="35474"/>
                        <a:pt x="20929" y="35545"/>
                      </a:cubicBezTo>
                      <a:lnTo>
                        <a:pt x="24383" y="38908"/>
                      </a:lnTo>
                      <a:lnTo>
                        <a:pt x="27445" y="37973"/>
                      </a:lnTo>
                      <a:lnTo>
                        <a:pt x="26708" y="36797"/>
                      </a:lnTo>
                      <a:lnTo>
                        <a:pt x="26835" y="36757"/>
                      </a:lnTo>
                      <a:lnTo>
                        <a:pt x="26554" y="36314"/>
                      </a:lnTo>
                      <a:cubicBezTo>
                        <a:pt x="27532" y="36239"/>
                        <a:pt x="33137" y="35609"/>
                        <a:pt x="33232" y="31363"/>
                      </a:cubicBezTo>
                      <a:lnTo>
                        <a:pt x="33232" y="31359"/>
                      </a:lnTo>
                      <a:cubicBezTo>
                        <a:pt x="34610" y="31165"/>
                        <a:pt x="35561" y="30646"/>
                        <a:pt x="36207" y="29980"/>
                      </a:cubicBezTo>
                      <a:cubicBezTo>
                        <a:pt x="37541" y="28610"/>
                        <a:pt x="38001" y="26566"/>
                        <a:pt x="37383" y="24685"/>
                      </a:cubicBezTo>
                      <a:cubicBezTo>
                        <a:pt x="37339" y="23453"/>
                        <a:pt x="37141" y="21631"/>
                        <a:pt x="36353" y="19611"/>
                      </a:cubicBezTo>
                      <a:cubicBezTo>
                        <a:pt x="34016" y="13638"/>
                        <a:pt x="28471" y="10929"/>
                        <a:pt x="26530" y="10133"/>
                      </a:cubicBezTo>
                      <a:cubicBezTo>
                        <a:pt x="25259" y="9610"/>
                        <a:pt x="23924" y="9245"/>
                        <a:pt x="22561" y="9027"/>
                      </a:cubicBezTo>
                      <a:lnTo>
                        <a:pt x="27821" y="3764"/>
                      </a:lnTo>
                      <a:lnTo>
                        <a:pt x="25564" y="3764"/>
                      </a:lnTo>
                      <a:lnTo>
                        <a:pt x="2782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1143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85725" dist="28575" dir="4500000" algn="bl" rotWithShape="0">
                    <a:schemeClr val="dk1">
                      <a:alpha val="34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7" name="Google Shape;1857;p55"/>
                <p:cNvSpPr/>
                <p:nvPr/>
              </p:nvSpPr>
              <p:spPr>
                <a:xfrm>
                  <a:off x="2342200" y="2974850"/>
                  <a:ext cx="109150" cy="15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66" h="6263" extrusionOk="0">
                      <a:moveTo>
                        <a:pt x="2278" y="1"/>
                      </a:moveTo>
                      <a:cubicBezTo>
                        <a:pt x="503" y="2579"/>
                        <a:pt x="0" y="4952"/>
                        <a:pt x="816" y="5724"/>
                      </a:cubicBezTo>
                      <a:cubicBezTo>
                        <a:pt x="1043" y="5936"/>
                        <a:pt x="1611" y="6262"/>
                        <a:pt x="2290" y="6262"/>
                      </a:cubicBezTo>
                      <a:cubicBezTo>
                        <a:pt x="2360" y="6262"/>
                        <a:pt x="2431" y="6259"/>
                        <a:pt x="2504" y="6251"/>
                      </a:cubicBezTo>
                      <a:cubicBezTo>
                        <a:pt x="2983" y="6204"/>
                        <a:pt x="3387" y="5994"/>
                        <a:pt x="3561" y="5843"/>
                      </a:cubicBezTo>
                      <a:cubicBezTo>
                        <a:pt x="4365" y="5150"/>
                        <a:pt x="3827" y="2758"/>
                        <a:pt x="227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1143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85725" dist="28575" dir="4500000" algn="bl" rotWithShape="0">
                    <a:schemeClr val="dk1">
                      <a:alpha val="34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8" name="Google Shape;1858;p55"/>
                <p:cNvSpPr/>
                <p:nvPr/>
              </p:nvSpPr>
              <p:spPr>
                <a:xfrm>
                  <a:off x="2253175" y="2711700"/>
                  <a:ext cx="503950" cy="350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58" h="14028" extrusionOk="0">
                      <a:moveTo>
                        <a:pt x="10733" y="1"/>
                      </a:moveTo>
                      <a:cubicBezTo>
                        <a:pt x="9106" y="1"/>
                        <a:pt x="7300" y="1259"/>
                        <a:pt x="6742" y="3413"/>
                      </a:cubicBezTo>
                      <a:cubicBezTo>
                        <a:pt x="6678" y="3377"/>
                        <a:pt x="6166" y="3093"/>
                        <a:pt x="5533" y="3093"/>
                      </a:cubicBezTo>
                      <a:cubicBezTo>
                        <a:pt x="5268" y="3093"/>
                        <a:pt x="4982" y="3143"/>
                        <a:pt x="4698" y="3283"/>
                      </a:cubicBezTo>
                      <a:cubicBezTo>
                        <a:pt x="3799" y="3726"/>
                        <a:pt x="3312" y="4883"/>
                        <a:pt x="3648" y="6031"/>
                      </a:cubicBezTo>
                      <a:cubicBezTo>
                        <a:pt x="3275" y="5823"/>
                        <a:pt x="2862" y="5718"/>
                        <a:pt x="2454" y="5718"/>
                      </a:cubicBezTo>
                      <a:cubicBezTo>
                        <a:pt x="2048" y="5718"/>
                        <a:pt x="1647" y="5822"/>
                        <a:pt x="1296" y="6031"/>
                      </a:cubicBezTo>
                      <a:cubicBezTo>
                        <a:pt x="436" y="6546"/>
                        <a:pt x="1" y="7612"/>
                        <a:pt x="246" y="8650"/>
                      </a:cubicBezTo>
                      <a:lnTo>
                        <a:pt x="2967" y="8650"/>
                      </a:lnTo>
                      <a:lnTo>
                        <a:pt x="3031" y="8669"/>
                      </a:lnTo>
                      <a:cubicBezTo>
                        <a:pt x="3031" y="8669"/>
                        <a:pt x="3031" y="8661"/>
                        <a:pt x="3035" y="8650"/>
                      </a:cubicBezTo>
                      <a:lnTo>
                        <a:pt x="13147" y="8650"/>
                      </a:lnTo>
                      <a:cubicBezTo>
                        <a:pt x="11840" y="10872"/>
                        <a:pt x="11527" y="12804"/>
                        <a:pt x="12252" y="13490"/>
                      </a:cubicBezTo>
                      <a:cubicBezTo>
                        <a:pt x="12474" y="13702"/>
                        <a:pt x="13042" y="14027"/>
                        <a:pt x="13721" y="14027"/>
                      </a:cubicBezTo>
                      <a:cubicBezTo>
                        <a:pt x="13792" y="14027"/>
                        <a:pt x="13863" y="14024"/>
                        <a:pt x="13935" y="14016"/>
                      </a:cubicBezTo>
                      <a:cubicBezTo>
                        <a:pt x="14418" y="13969"/>
                        <a:pt x="14818" y="13759"/>
                        <a:pt x="14996" y="13608"/>
                      </a:cubicBezTo>
                      <a:cubicBezTo>
                        <a:pt x="15709" y="12991"/>
                        <a:pt x="15357" y="11022"/>
                        <a:pt x="14177" y="8650"/>
                      </a:cubicBezTo>
                      <a:lnTo>
                        <a:pt x="17947" y="8650"/>
                      </a:lnTo>
                      <a:lnTo>
                        <a:pt x="17951" y="8661"/>
                      </a:lnTo>
                      <a:lnTo>
                        <a:pt x="18015" y="8650"/>
                      </a:lnTo>
                      <a:lnTo>
                        <a:pt x="19124" y="8650"/>
                      </a:lnTo>
                      <a:cubicBezTo>
                        <a:pt x="20157" y="6721"/>
                        <a:pt x="19595" y="4439"/>
                        <a:pt x="18054" y="3413"/>
                      </a:cubicBezTo>
                      <a:cubicBezTo>
                        <a:pt x="17480" y="3031"/>
                        <a:pt x="16798" y="2841"/>
                        <a:pt x="16095" y="2841"/>
                      </a:cubicBezTo>
                      <a:cubicBezTo>
                        <a:pt x="15386" y="2841"/>
                        <a:pt x="14656" y="3034"/>
                        <a:pt x="13994" y="3413"/>
                      </a:cubicBezTo>
                      <a:cubicBezTo>
                        <a:pt x="13804" y="1861"/>
                        <a:pt x="12885" y="550"/>
                        <a:pt x="11638" y="142"/>
                      </a:cubicBezTo>
                      <a:cubicBezTo>
                        <a:pt x="11349" y="47"/>
                        <a:pt x="11044" y="1"/>
                        <a:pt x="1073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1143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85725" dist="28575" dir="4500000" algn="bl" rotWithShape="0">
                    <a:schemeClr val="dk1">
                      <a:alpha val="34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9" name="Google Shape;1859;p55"/>
                <p:cNvSpPr/>
                <p:nvPr/>
              </p:nvSpPr>
              <p:spPr>
                <a:xfrm>
                  <a:off x="2898800" y="2960125"/>
                  <a:ext cx="397500" cy="279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00" h="11189" extrusionOk="0">
                      <a:moveTo>
                        <a:pt x="8442" y="0"/>
                      </a:moveTo>
                      <a:cubicBezTo>
                        <a:pt x="6949" y="0"/>
                        <a:pt x="5435" y="1061"/>
                        <a:pt x="4936" y="2764"/>
                      </a:cubicBezTo>
                      <a:cubicBezTo>
                        <a:pt x="4526" y="2628"/>
                        <a:pt x="4111" y="2564"/>
                        <a:pt x="3707" y="2564"/>
                      </a:cubicBezTo>
                      <a:cubicBezTo>
                        <a:pt x="2501" y="2564"/>
                        <a:pt x="1397" y="3139"/>
                        <a:pt x="824" y="4091"/>
                      </a:cubicBezTo>
                      <a:cubicBezTo>
                        <a:pt x="0" y="5466"/>
                        <a:pt x="658" y="6995"/>
                        <a:pt x="729" y="7145"/>
                      </a:cubicBezTo>
                      <a:lnTo>
                        <a:pt x="2468" y="7145"/>
                      </a:lnTo>
                      <a:lnTo>
                        <a:pt x="2468" y="7157"/>
                      </a:lnTo>
                      <a:lnTo>
                        <a:pt x="2535" y="7145"/>
                      </a:lnTo>
                      <a:lnTo>
                        <a:pt x="7435" y="7145"/>
                      </a:lnTo>
                      <a:cubicBezTo>
                        <a:pt x="6306" y="8813"/>
                        <a:pt x="5989" y="10338"/>
                        <a:pt x="6516" y="10837"/>
                      </a:cubicBezTo>
                      <a:cubicBezTo>
                        <a:pt x="6663" y="10977"/>
                        <a:pt x="7035" y="11188"/>
                        <a:pt x="7481" y="11188"/>
                      </a:cubicBezTo>
                      <a:cubicBezTo>
                        <a:pt x="7527" y="11188"/>
                        <a:pt x="7574" y="11186"/>
                        <a:pt x="7621" y="11181"/>
                      </a:cubicBezTo>
                      <a:cubicBezTo>
                        <a:pt x="7938" y="11150"/>
                        <a:pt x="8199" y="11015"/>
                        <a:pt x="8314" y="10916"/>
                      </a:cubicBezTo>
                      <a:cubicBezTo>
                        <a:pt x="8837" y="10464"/>
                        <a:pt x="8493" y="8928"/>
                        <a:pt x="7506" y="7145"/>
                      </a:cubicBezTo>
                      <a:lnTo>
                        <a:pt x="14660" y="7145"/>
                      </a:lnTo>
                      <a:lnTo>
                        <a:pt x="14727" y="7161"/>
                      </a:lnTo>
                      <a:cubicBezTo>
                        <a:pt x="14731" y="7133"/>
                        <a:pt x="14735" y="7106"/>
                        <a:pt x="14739" y="7082"/>
                      </a:cubicBezTo>
                      <a:cubicBezTo>
                        <a:pt x="15804" y="6151"/>
                        <a:pt x="15899" y="4539"/>
                        <a:pt x="15032" y="3561"/>
                      </a:cubicBezTo>
                      <a:cubicBezTo>
                        <a:pt x="14574" y="3048"/>
                        <a:pt x="13906" y="2773"/>
                        <a:pt x="13220" y="2773"/>
                      </a:cubicBezTo>
                      <a:cubicBezTo>
                        <a:pt x="12709" y="2773"/>
                        <a:pt x="12186" y="2926"/>
                        <a:pt x="11733" y="3248"/>
                      </a:cubicBezTo>
                      <a:cubicBezTo>
                        <a:pt x="11574" y="1711"/>
                        <a:pt x="10544" y="447"/>
                        <a:pt x="9213" y="99"/>
                      </a:cubicBezTo>
                      <a:cubicBezTo>
                        <a:pt x="8961" y="33"/>
                        <a:pt x="8702" y="0"/>
                        <a:pt x="844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1143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85725" dist="28575" dir="4500000" algn="bl" rotWithShape="0">
                    <a:schemeClr val="dk1">
                      <a:alpha val="34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860" name="Google Shape;1860;p55"/>
              <p:cNvGrpSpPr/>
              <p:nvPr/>
            </p:nvGrpSpPr>
            <p:grpSpPr>
              <a:xfrm>
                <a:off x="2243275" y="2928738"/>
                <a:ext cx="1077575" cy="1142900"/>
                <a:chOff x="2218725" y="2711700"/>
                <a:chExt cx="1077575" cy="1142900"/>
              </a:xfrm>
            </p:grpSpPr>
            <p:sp>
              <p:nvSpPr>
                <p:cNvPr id="1861" name="Google Shape;1861;p55"/>
                <p:cNvSpPr/>
                <p:nvPr/>
              </p:nvSpPr>
              <p:spPr>
                <a:xfrm>
                  <a:off x="2218725" y="2881875"/>
                  <a:ext cx="950025" cy="972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001" h="38909" extrusionOk="0">
                      <a:moveTo>
                        <a:pt x="24059" y="1"/>
                      </a:moveTo>
                      <a:lnTo>
                        <a:pt x="21044" y="5269"/>
                      </a:lnTo>
                      <a:lnTo>
                        <a:pt x="23306" y="5269"/>
                      </a:lnTo>
                      <a:lnTo>
                        <a:pt x="21745" y="8909"/>
                      </a:lnTo>
                      <a:cubicBezTo>
                        <a:pt x="20904" y="8808"/>
                        <a:pt x="20054" y="8759"/>
                        <a:pt x="19203" y="8759"/>
                      </a:cubicBezTo>
                      <a:cubicBezTo>
                        <a:pt x="11107" y="8759"/>
                        <a:pt x="2932" y="13162"/>
                        <a:pt x="1244" y="18771"/>
                      </a:cubicBezTo>
                      <a:cubicBezTo>
                        <a:pt x="1070" y="19349"/>
                        <a:pt x="0" y="23275"/>
                        <a:pt x="2309" y="26190"/>
                      </a:cubicBezTo>
                      <a:cubicBezTo>
                        <a:pt x="4269" y="28663"/>
                        <a:pt x="7672" y="28769"/>
                        <a:pt x="8240" y="28769"/>
                      </a:cubicBezTo>
                      <a:cubicBezTo>
                        <a:pt x="8294" y="28769"/>
                        <a:pt x="8322" y="28768"/>
                        <a:pt x="8322" y="28768"/>
                      </a:cubicBezTo>
                      <a:lnTo>
                        <a:pt x="8322" y="28768"/>
                      </a:lnTo>
                      <a:cubicBezTo>
                        <a:pt x="7534" y="32471"/>
                        <a:pt x="10390" y="34908"/>
                        <a:pt x="14189" y="34908"/>
                      </a:cubicBezTo>
                      <a:cubicBezTo>
                        <a:pt x="15263" y="34908"/>
                        <a:pt x="16411" y="34713"/>
                        <a:pt x="17575" y="34298"/>
                      </a:cubicBezTo>
                      <a:cubicBezTo>
                        <a:pt x="17575" y="34298"/>
                        <a:pt x="19028" y="35474"/>
                        <a:pt x="20929" y="35545"/>
                      </a:cubicBezTo>
                      <a:lnTo>
                        <a:pt x="24383" y="38908"/>
                      </a:lnTo>
                      <a:lnTo>
                        <a:pt x="27445" y="37973"/>
                      </a:lnTo>
                      <a:lnTo>
                        <a:pt x="26708" y="36797"/>
                      </a:lnTo>
                      <a:lnTo>
                        <a:pt x="26835" y="36757"/>
                      </a:lnTo>
                      <a:lnTo>
                        <a:pt x="26554" y="36314"/>
                      </a:lnTo>
                      <a:cubicBezTo>
                        <a:pt x="27532" y="36239"/>
                        <a:pt x="33137" y="35609"/>
                        <a:pt x="33232" y="31363"/>
                      </a:cubicBezTo>
                      <a:lnTo>
                        <a:pt x="33232" y="31359"/>
                      </a:lnTo>
                      <a:cubicBezTo>
                        <a:pt x="34610" y="31165"/>
                        <a:pt x="35561" y="30646"/>
                        <a:pt x="36207" y="29980"/>
                      </a:cubicBezTo>
                      <a:cubicBezTo>
                        <a:pt x="37541" y="28610"/>
                        <a:pt x="38001" y="26566"/>
                        <a:pt x="37383" y="24685"/>
                      </a:cubicBezTo>
                      <a:cubicBezTo>
                        <a:pt x="37339" y="23453"/>
                        <a:pt x="37141" y="21631"/>
                        <a:pt x="36353" y="19611"/>
                      </a:cubicBezTo>
                      <a:cubicBezTo>
                        <a:pt x="34016" y="13638"/>
                        <a:pt x="28471" y="10929"/>
                        <a:pt x="26530" y="10133"/>
                      </a:cubicBezTo>
                      <a:cubicBezTo>
                        <a:pt x="25259" y="9610"/>
                        <a:pt x="23924" y="9245"/>
                        <a:pt x="22561" y="9027"/>
                      </a:cubicBezTo>
                      <a:lnTo>
                        <a:pt x="27821" y="3764"/>
                      </a:lnTo>
                      <a:lnTo>
                        <a:pt x="25564" y="3764"/>
                      </a:lnTo>
                      <a:lnTo>
                        <a:pt x="2782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1143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2" name="Google Shape;1862;p55"/>
                <p:cNvSpPr/>
                <p:nvPr/>
              </p:nvSpPr>
              <p:spPr>
                <a:xfrm>
                  <a:off x="2342200" y="2974850"/>
                  <a:ext cx="109150" cy="15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66" h="6263" extrusionOk="0">
                      <a:moveTo>
                        <a:pt x="2278" y="1"/>
                      </a:moveTo>
                      <a:cubicBezTo>
                        <a:pt x="503" y="2579"/>
                        <a:pt x="0" y="4952"/>
                        <a:pt x="816" y="5724"/>
                      </a:cubicBezTo>
                      <a:cubicBezTo>
                        <a:pt x="1043" y="5936"/>
                        <a:pt x="1611" y="6262"/>
                        <a:pt x="2290" y="6262"/>
                      </a:cubicBezTo>
                      <a:cubicBezTo>
                        <a:pt x="2360" y="6262"/>
                        <a:pt x="2431" y="6259"/>
                        <a:pt x="2504" y="6251"/>
                      </a:cubicBezTo>
                      <a:cubicBezTo>
                        <a:pt x="2983" y="6204"/>
                        <a:pt x="3387" y="5994"/>
                        <a:pt x="3561" y="5843"/>
                      </a:cubicBezTo>
                      <a:cubicBezTo>
                        <a:pt x="4365" y="5150"/>
                        <a:pt x="3827" y="2758"/>
                        <a:pt x="227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1143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3" name="Google Shape;1863;p55"/>
                <p:cNvSpPr/>
                <p:nvPr/>
              </p:nvSpPr>
              <p:spPr>
                <a:xfrm>
                  <a:off x="2253175" y="2711700"/>
                  <a:ext cx="503950" cy="350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58" h="14028" extrusionOk="0">
                      <a:moveTo>
                        <a:pt x="10733" y="1"/>
                      </a:moveTo>
                      <a:cubicBezTo>
                        <a:pt x="9106" y="1"/>
                        <a:pt x="7300" y="1259"/>
                        <a:pt x="6742" y="3413"/>
                      </a:cubicBezTo>
                      <a:cubicBezTo>
                        <a:pt x="6678" y="3377"/>
                        <a:pt x="6166" y="3093"/>
                        <a:pt x="5533" y="3093"/>
                      </a:cubicBezTo>
                      <a:cubicBezTo>
                        <a:pt x="5268" y="3093"/>
                        <a:pt x="4982" y="3143"/>
                        <a:pt x="4698" y="3283"/>
                      </a:cubicBezTo>
                      <a:cubicBezTo>
                        <a:pt x="3799" y="3726"/>
                        <a:pt x="3312" y="4883"/>
                        <a:pt x="3648" y="6031"/>
                      </a:cubicBezTo>
                      <a:cubicBezTo>
                        <a:pt x="3275" y="5823"/>
                        <a:pt x="2862" y="5718"/>
                        <a:pt x="2454" y="5718"/>
                      </a:cubicBezTo>
                      <a:cubicBezTo>
                        <a:pt x="2048" y="5718"/>
                        <a:pt x="1647" y="5822"/>
                        <a:pt x="1296" y="6031"/>
                      </a:cubicBezTo>
                      <a:cubicBezTo>
                        <a:pt x="436" y="6546"/>
                        <a:pt x="1" y="7612"/>
                        <a:pt x="246" y="8650"/>
                      </a:cubicBezTo>
                      <a:lnTo>
                        <a:pt x="2967" y="8650"/>
                      </a:lnTo>
                      <a:lnTo>
                        <a:pt x="3031" y="8669"/>
                      </a:lnTo>
                      <a:cubicBezTo>
                        <a:pt x="3031" y="8669"/>
                        <a:pt x="3031" y="8661"/>
                        <a:pt x="3035" y="8650"/>
                      </a:cubicBezTo>
                      <a:lnTo>
                        <a:pt x="13147" y="8650"/>
                      </a:lnTo>
                      <a:cubicBezTo>
                        <a:pt x="11840" y="10872"/>
                        <a:pt x="11527" y="12804"/>
                        <a:pt x="12252" y="13490"/>
                      </a:cubicBezTo>
                      <a:cubicBezTo>
                        <a:pt x="12474" y="13702"/>
                        <a:pt x="13042" y="14027"/>
                        <a:pt x="13721" y="14027"/>
                      </a:cubicBezTo>
                      <a:cubicBezTo>
                        <a:pt x="13792" y="14027"/>
                        <a:pt x="13863" y="14024"/>
                        <a:pt x="13935" y="14016"/>
                      </a:cubicBezTo>
                      <a:cubicBezTo>
                        <a:pt x="14418" y="13969"/>
                        <a:pt x="14818" y="13759"/>
                        <a:pt x="14996" y="13608"/>
                      </a:cubicBezTo>
                      <a:cubicBezTo>
                        <a:pt x="15709" y="12991"/>
                        <a:pt x="15357" y="11022"/>
                        <a:pt x="14177" y="8650"/>
                      </a:cubicBezTo>
                      <a:lnTo>
                        <a:pt x="17947" y="8650"/>
                      </a:lnTo>
                      <a:lnTo>
                        <a:pt x="17951" y="8661"/>
                      </a:lnTo>
                      <a:lnTo>
                        <a:pt x="18015" y="8650"/>
                      </a:lnTo>
                      <a:lnTo>
                        <a:pt x="19124" y="8650"/>
                      </a:lnTo>
                      <a:cubicBezTo>
                        <a:pt x="20157" y="6721"/>
                        <a:pt x="19595" y="4439"/>
                        <a:pt x="18054" y="3413"/>
                      </a:cubicBezTo>
                      <a:cubicBezTo>
                        <a:pt x="17480" y="3031"/>
                        <a:pt x="16798" y="2841"/>
                        <a:pt x="16095" y="2841"/>
                      </a:cubicBezTo>
                      <a:cubicBezTo>
                        <a:pt x="15386" y="2841"/>
                        <a:pt x="14656" y="3034"/>
                        <a:pt x="13994" y="3413"/>
                      </a:cubicBezTo>
                      <a:cubicBezTo>
                        <a:pt x="13804" y="1861"/>
                        <a:pt x="12885" y="550"/>
                        <a:pt x="11638" y="142"/>
                      </a:cubicBezTo>
                      <a:cubicBezTo>
                        <a:pt x="11349" y="47"/>
                        <a:pt x="11044" y="1"/>
                        <a:pt x="1073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1143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4" name="Google Shape;1864;p55"/>
                <p:cNvSpPr/>
                <p:nvPr/>
              </p:nvSpPr>
              <p:spPr>
                <a:xfrm>
                  <a:off x="2898800" y="2960125"/>
                  <a:ext cx="397500" cy="279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00" h="11189" extrusionOk="0">
                      <a:moveTo>
                        <a:pt x="8442" y="0"/>
                      </a:moveTo>
                      <a:cubicBezTo>
                        <a:pt x="6949" y="0"/>
                        <a:pt x="5435" y="1061"/>
                        <a:pt x="4936" y="2764"/>
                      </a:cubicBezTo>
                      <a:cubicBezTo>
                        <a:pt x="4526" y="2628"/>
                        <a:pt x="4111" y="2564"/>
                        <a:pt x="3707" y="2564"/>
                      </a:cubicBezTo>
                      <a:cubicBezTo>
                        <a:pt x="2501" y="2564"/>
                        <a:pt x="1397" y="3139"/>
                        <a:pt x="824" y="4091"/>
                      </a:cubicBezTo>
                      <a:cubicBezTo>
                        <a:pt x="0" y="5466"/>
                        <a:pt x="658" y="6995"/>
                        <a:pt x="729" y="7145"/>
                      </a:cubicBezTo>
                      <a:lnTo>
                        <a:pt x="2468" y="7145"/>
                      </a:lnTo>
                      <a:lnTo>
                        <a:pt x="2468" y="7157"/>
                      </a:lnTo>
                      <a:lnTo>
                        <a:pt x="2535" y="7145"/>
                      </a:lnTo>
                      <a:lnTo>
                        <a:pt x="7435" y="7145"/>
                      </a:lnTo>
                      <a:cubicBezTo>
                        <a:pt x="6306" y="8813"/>
                        <a:pt x="5989" y="10338"/>
                        <a:pt x="6516" y="10837"/>
                      </a:cubicBezTo>
                      <a:cubicBezTo>
                        <a:pt x="6663" y="10977"/>
                        <a:pt x="7035" y="11188"/>
                        <a:pt x="7481" y="11188"/>
                      </a:cubicBezTo>
                      <a:cubicBezTo>
                        <a:pt x="7527" y="11188"/>
                        <a:pt x="7574" y="11186"/>
                        <a:pt x="7621" y="11181"/>
                      </a:cubicBezTo>
                      <a:cubicBezTo>
                        <a:pt x="7938" y="11150"/>
                        <a:pt x="8199" y="11015"/>
                        <a:pt x="8314" y="10916"/>
                      </a:cubicBezTo>
                      <a:cubicBezTo>
                        <a:pt x="8837" y="10464"/>
                        <a:pt x="8493" y="8928"/>
                        <a:pt x="7506" y="7145"/>
                      </a:cubicBezTo>
                      <a:lnTo>
                        <a:pt x="14660" y="7145"/>
                      </a:lnTo>
                      <a:lnTo>
                        <a:pt x="14727" y="7161"/>
                      </a:lnTo>
                      <a:cubicBezTo>
                        <a:pt x="14731" y="7133"/>
                        <a:pt x="14735" y="7106"/>
                        <a:pt x="14739" y="7082"/>
                      </a:cubicBezTo>
                      <a:cubicBezTo>
                        <a:pt x="15804" y="6151"/>
                        <a:pt x="15899" y="4539"/>
                        <a:pt x="15032" y="3561"/>
                      </a:cubicBezTo>
                      <a:cubicBezTo>
                        <a:pt x="14574" y="3048"/>
                        <a:pt x="13906" y="2773"/>
                        <a:pt x="13220" y="2773"/>
                      </a:cubicBezTo>
                      <a:cubicBezTo>
                        <a:pt x="12709" y="2773"/>
                        <a:pt x="12186" y="2926"/>
                        <a:pt x="11733" y="3248"/>
                      </a:cubicBezTo>
                      <a:cubicBezTo>
                        <a:pt x="11574" y="1711"/>
                        <a:pt x="10544" y="447"/>
                        <a:pt x="9213" y="99"/>
                      </a:cubicBezTo>
                      <a:cubicBezTo>
                        <a:pt x="8961" y="33"/>
                        <a:pt x="8702" y="0"/>
                        <a:pt x="844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1143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865" name="Google Shape;1865;p55"/>
            <p:cNvGrpSpPr/>
            <p:nvPr/>
          </p:nvGrpSpPr>
          <p:grpSpPr>
            <a:xfrm>
              <a:off x="2243025" y="2928722"/>
              <a:ext cx="1078075" cy="1142975"/>
              <a:chOff x="2341450" y="2966950"/>
              <a:chExt cx="1078075" cy="1142975"/>
            </a:xfrm>
          </p:grpSpPr>
          <p:sp>
            <p:nvSpPr>
              <p:cNvPr id="1866" name="Google Shape;1866;p55"/>
              <p:cNvSpPr/>
              <p:nvPr/>
            </p:nvSpPr>
            <p:spPr>
              <a:xfrm>
                <a:off x="2341450" y="3356100"/>
                <a:ext cx="950025" cy="753825"/>
              </a:xfrm>
              <a:custGeom>
                <a:avLst/>
                <a:gdLst/>
                <a:ahLst/>
                <a:cxnLst/>
                <a:rect l="l" t="t" r="r" b="b"/>
                <a:pathLst>
                  <a:path w="38001" h="30153" extrusionOk="0">
                    <a:moveTo>
                      <a:pt x="19203" y="1"/>
                    </a:moveTo>
                    <a:cubicBezTo>
                      <a:pt x="11108" y="1"/>
                      <a:pt x="2930" y="4404"/>
                      <a:pt x="1244" y="10015"/>
                    </a:cubicBezTo>
                    <a:cubicBezTo>
                      <a:pt x="1070" y="10590"/>
                      <a:pt x="0" y="14515"/>
                      <a:pt x="2309" y="17430"/>
                    </a:cubicBezTo>
                    <a:cubicBezTo>
                      <a:pt x="4269" y="19908"/>
                      <a:pt x="7672" y="20014"/>
                      <a:pt x="8240" y="20014"/>
                    </a:cubicBezTo>
                    <a:cubicBezTo>
                      <a:pt x="8294" y="20014"/>
                      <a:pt x="8322" y="20013"/>
                      <a:pt x="8322" y="20013"/>
                    </a:cubicBezTo>
                    <a:lnTo>
                      <a:pt x="8322" y="20013"/>
                    </a:lnTo>
                    <a:cubicBezTo>
                      <a:pt x="7534" y="23712"/>
                      <a:pt x="10390" y="26148"/>
                      <a:pt x="14189" y="26148"/>
                    </a:cubicBezTo>
                    <a:cubicBezTo>
                      <a:pt x="15262" y="26148"/>
                      <a:pt x="16411" y="25953"/>
                      <a:pt x="17575" y="25538"/>
                    </a:cubicBezTo>
                    <a:cubicBezTo>
                      <a:pt x="17575" y="25538"/>
                      <a:pt x="19028" y="26714"/>
                      <a:pt x="20929" y="26790"/>
                    </a:cubicBezTo>
                    <a:lnTo>
                      <a:pt x="24383" y="30152"/>
                    </a:lnTo>
                    <a:lnTo>
                      <a:pt x="27445" y="29218"/>
                    </a:lnTo>
                    <a:lnTo>
                      <a:pt x="26411" y="27566"/>
                    </a:lnTo>
                    <a:cubicBezTo>
                      <a:pt x="26411" y="27566"/>
                      <a:pt x="33125" y="27257"/>
                      <a:pt x="33232" y="22603"/>
                    </a:cubicBezTo>
                    <a:cubicBezTo>
                      <a:pt x="34610" y="22405"/>
                      <a:pt x="35561" y="21890"/>
                      <a:pt x="36207" y="21225"/>
                    </a:cubicBezTo>
                    <a:cubicBezTo>
                      <a:pt x="37541" y="19850"/>
                      <a:pt x="38001" y="17806"/>
                      <a:pt x="37383" y="15925"/>
                    </a:cubicBezTo>
                    <a:cubicBezTo>
                      <a:pt x="37339" y="14693"/>
                      <a:pt x="37141" y="12871"/>
                      <a:pt x="36353" y="10855"/>
                    </a:cubicBezTo>
                    <a:cubicBezTo>
                      <a:pt x="34016" y="4878"/>
                      <a:pt x="28471" y="2173"/>
                      <a:pt x="26530" y="1373"/>
                    </a:cubicBezTo>
                    <a:cubicBezTo>
                      <a:pt x="24227" y="426"/>
                      <a:pt x="21719" y="1"/>
                      <a:pt x="1920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Google Shape;1867;p55"/>
              <p:cNvSpPr/>
              <p:nvPr/>
            </p:nvSpPr>
            <p:spPr>
              <a:xfrm>
                <a:off x="2783575" y="3883925"/>
                <a:ext cx="362850" cy="193825"/>
              </a:xfrm>
              <a:custGeom>
                <a:avLst/>
                <a:gdLst/>
                <a:ahLst/>
                <a:cxnLst/>
                <a:rect l="l" t="t" r="r" b="b"/>
                <a:pathLst>
                  <a:path w="14514" h="7753" extrusionOk="0">
                    <a:moveTo>
                      <a:pt x="9851" y="0"/>
                    </a:moveTo>
                    <a:cubicBezTo>
                      <a:pt x="8712" y="0"/>
                      <a:pt x="7509" y="160"/>
                      <a:pt x="6425" y="627"/>
                    </a:cubicBezTo>
                    <a:cubicBezTo>
                      <a:pt x="6425" y="627"/>
                      <a:pt x="1078" y="1304"/>
                      <a:pt x="0" y="3478"/>
                    </a:cubicBezTo>
                    <a:cubicBezTo>
                      <a:pt x="0" y="3478"/>
                      <a:pt x="1347" y="4568"/>
                      <a:pt x="3114" y="4639"/>
                    </a:cubicBezTo>
                    <a:lnTo>
                      <a:pt x="6314" y="7752"/>
                    </a:lnTo>
                    <a:lnTo>
                      <a:pt x="9150" y="6889"/>
                    </a:lnTo>
                    <a:lnTo>
                      <a:pt x="8192" y="5356"/>
                    </a:lnTo>
                    <a:cubicBezTo>
                      <a:pt x="8192" y="5356"/>
                      <a:pt x="14414" y="5071"/>
                      <a:pt x="14513" y="757"/>
                    </a:cubicBezTo>
                    <a:cubicBezTo>
                      <a:pt x="14513" y="757"/>
                      <a:pt x="12332" y="0"/>
                      <a:pt x="9851" y="0"/>
                    </a:cubicBezTo>
                    <a:close/>
                  </a:path>
                </a:pathLst>
              </a:custGeom>
              <a:solidFill>
                <a:srgbClr val="C4BFFA">
                  <a:alpha val="367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Google Shape;1868;p55"/>
              <p:cNvSpPr/>
              <p:nvPr/>
            </p:nvSpPr>
            <p:spPr>
              <a:xfrm>
                <a:off x="2861200" y="3891350"/>
                <a:ext cx="107775" cy="110250"/>
              </a:xfrm>
              <a:custGeom>
                <a:avLst/>
                <a:gdLst/>
                <a:ahLst/>
                <a:cxnLst/>
                <a:rect l="l" t="t" r="r" b="b"/>
                <a:pathLst>
                  <a:path w="4311" h="4410" extrusionOk="0">
                    <a:moveTo>
                      <a:pt x="4180" y="1"/>
                    </a:moveTo>
                    <a:cubicBezTo>
                      <a:pt x="3954" y="1854"/>
                      <a:pt x="3162" y="3181"/>
                      <a:pt x="1890" y="3835"/>
                    </a:cubicBezTo>
                    <a:cubicBezTo>
                      <a:pt x="1116" y="4238"/>
                      <a:pt x="373" y="4277"/>
                      <a:pt x="111" y="4277"/>
                    </a:cubicBezTo>
                    <a:cubicBezTo>
                      <a:pt x="49" y="4277"/>
                      <a:pt x="14" y="4275"/>
                      <a:pt x="13" y="4275"/>
                    </a:cubicBezTo>
                    <a:lnTo>
                      <a:pt x="1" y="4405"/>
                    </a:lnTo>
                    <a:cubicBezTo>
                      <a:pt x="9" y="4405"/>
                      <a:pt x="52" y="4409"/>
                      <a:pt x="128" y="4409"/>
                    </a:cubicBezTo>
                    <a:cubicBezTo>
                      <a:pt x="413" y="4409"/>
                      <a:pt x="1153" y="4366"/>
                      <a:pt x="1946" y="3958"/>
                    </a:cubicBezTo>
                    <a:cubicBezTo>
                      <a:pt x="2865" y="3486"/>
                      <a:pt x="4017" y="2421"/>
                      <a:pt x="4310" y="17"/>
                    </a:cubicBezTo>
                    <a:lnTo>
                      <a:pt x="41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Google Shape;1869;p55"/>
              <p:cNvSpPr/>
              <p:nvPr/>
            </p:nvSpPr>
            <p:spPr>
              <a:xfrm>
                <a:off x="2376500" y="3379225"/>
                <a:ext cx="880425" cy="605775"/>
              </a:xfrm>
              <a:custGeom>
                <a:avLst/>
                <a:gdLst/>
                <a:ahLst/>
                <a:cxnLst/>
                <a:rect l="l" t="t" r="r" b="b"/>
                <a:pathLst>
                  <a:path w="35217" h="24231" extrusionOk="0">
                    <a:moveTo>
                      <a:pt x="17796" y="1"/>
                    </a:moveTo>
                    <a:cubicBezTo>
                      <a:pt x="10293" y="1"/>
                      <a:pt x="2715" y="4083"/>
                      <a:pt x="1153" y="9281"/>
                    </a:cubicBezTo>
                    <a:cubicBezTo>
                      <a:pt x="990" y="9811"/>
                      <a:pt x="0" y="13451"/>
                      <a:pt x="2139" y="16153"/>
                    </a:cubicBezTo>
                    <a:cubicBezTo>
                      <a:pt x="3961" y="18449"/>
                      <a:pt x="7118" y="18546"/>
                      <a:pt x="7636" y="18546"/>
                    </a:cubicBezTo>
                    <a:cubicBezTo>
                      <a:pt x="7683" y="18546"/>
                      <a:pt x="7708" y="18545"/>
                      <a:pt x="7708" y="18545"/>
                    </a:cubicBezTo>
                    <a:lnTo>
                      <a:pt x="7708" y="18545"/>
                    </a:lnTo>
                    <a:cubicBezTo>
                      <a:pt x="6981" y="21973"/>
                      <a:pt x="9628" y="24231"/>
                      <a:pt x="13148" y="24231"/>
                    </a:cubicBezTo>
                    <a:cubicBezTo>
                      <a:pt x="14610" y="24231"/>
                      <a:pt x="16222" y="23842"/>
                      <a:pt x="17804" y="22985"/>
                    </a:cubicBezTo>
                    <a:cubicBezTo>
                      <a:pt x="21067" y="21224"/>
                      <a:pt x="24665" y="20875"/>
                      <a:pt x="27001" y="20875"/>
                    </a:cubicBezTo>
                    <a:cubicBezTo>
                      <a:pt x="28531" y="20875"/>
                      <a:pt x="29521" y="21024"/>
                      <a:pt x="29521" y="21024"/>
                    </a:cubicBezTo>
                    <a:cubicBezTo>
                      <a:pt x="29554" y="21025"/>
                      <a:pt x="29587" y="21025"/>
                      <a:pt x="29620" y="21025"/>
                    </a:cubicBezTo>
                    <a:cubicBezTo>
                      <a:pt x="31559" y="21025"/>
                      <a:pt x="32786" y="20456"/>
                      <a:pt x="33553" y="19666"/>
                    </a:cubicBezTo>
                    <a:cubicBezTo>
                      <a:pt x="34789" y="18394"/>
                      <a:pt x="35216" y="16501"/>
                      <a:pt x="34642" y="14758"/>
                    </a:cubicBezTo>
                    <a:cubicBezTo>
                      <a:pt x="34603" y="13618"/>
                      <a:pt x="34416" y="11926"/>
                      <a:pt x="33684" y="10057"/>
                    </a:cubicBezTo>
                    <a:cubicBezTo>
                      <a:pt x="31521" y="4524"/>
                      <a:pt x="26384" y="2012"/>
                      <a:pt x="24585" y="1272"/>
                    </a:cubicBezTo>
                    <a:cubicBezTo>
                      <a:pt x="22451" y="395"/>
                      <a:pt x="20128" y="1"/>
                      <a:pt x="1779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Google Shape;1870;p55"/>
              <p:cNvSpPr/>
              <p:nvPr/>
            </p:nvSpPr>
            <p:spPr>
              <a:xfrm>
                <a:off x="2561075" y="3638950"/>
                <a:ext cx="392150" cy="205600"/>
              </a:xfrm>
              <a:custGeom>
                <a:avLst/>
                <a:gdLst/>
                <a:ahLst/>
                <a:cxnLst/>
                <a:rect l="l" t="t" r="r" b="b"/>
                <a:pathLst>
                  <a:path w="15686" h="8224" extrusionOk="0">
                    <a:moveTo>
                      <a:pt x="13287" y="0"/>
                    </a:moveTo>
                    <a:cubicBezTo>
                      <a:pt x="12515" y="0"/>
                      <a:pt x="11634" y="238"/>
                      <a:pt x="10952" y="919"/>
                    </a:cubicBezTo>
                    <a:cubicBezTo>
                      <a:pt x="9510" y="2357"/>
                      <a:pt x="8322" y="3272"/>
                      <a:pt x="3941" y="3854"/>
                    </a:cubicBezTo>
                    <a:cubicBezTo>
                      <a:pt x="2543" y="4041"/>
                      <a:pt x="1521" y="4571"/>
                      <a:pt x="896" y="5427"/>
                    </a:cubicBezTo>
                    <a:cubicBezTo>
                      <a:pt x="0" y="6659"/>
                      <a:pt x="258" y="8152"/>
                      <a:pt x="262" y="8168"/>
                    </a:cubicBezTo>
                    <a:cubicBezTo>
                      <a:pt x="266" y="8200"/>
                      <a:pt x="293" y="8223"/>
                      <a:pt x="325" y="8223"/>
                    </a:cubicBezTo>
                    <a:lnTo>
                      <a:pt x="337" y="8219"/>
                    </a:lnTo>
                    <a:cubicBezTo>
                      <a:pt x="373" y="8215"/>
                      <a:pt x="396" y="8180"/>
                      <a:pt x="392" y="8144"/>
                    </a:cubicBezTo>
                    <a:cubicBezTo>
                      <a:pt x="389" y="8128"/>
                      <a:pt x="139" y="6690"/>
                      <a:pt x="1002" y="5506"/>
                    </a:cubicBezTo>
                    <a:cubicBezTo>
                      <a:pt x="1605" y="4678"/>
                      <a:pt x="2599" y="4167"/>
                      <a:pt x="3957" y="3985"/>
                    </a:cubicBezTo>
                    <a:cubicBezTo>
                      <a:pt x="8382" y="3395"/>
                      <a:pt x="9586" y="2468"/>
                      <a:pt x="11047" y="1011"/>
                    </a:cubicBezTo>
                    <a:cubicBezTo>
                      <a:pt x="11701" y="360"/>
                      <a:pt x="12547" y="131"/>
                      <a:pt x="13287" y="131"/>
                    </a:cubicBezTo>
                    <a:cubicBezTo>
                      <a:pt x="13606" y="131"/>
                      <a:pt x="13905" y="173"/>
                      <a:pt x="14161" y="242"/>
                    </a:cubicBezTo>
                    <a:cubicBezTo>
                      <a:pt x="14893" y="436"/>
                      <a:pt x="15412" y="852"/>
                      <a:pt x="15551" y="1351"/>
                    </a:cubicBezTo>
                    <a:cubicBezTo>
                      <a:pt x="15557" y="1380"/>
                      <a:pt x="15581" y="1398"/>
                      <a:pt x="15609" y="1398"/>
                    </a:cubicBezTo>
                    <a:cubicBezTo>
                      <a:pt x="15616" y="1398"/>
                      <a:pt x="15623" y="1397"/>
                      <a:pt x="15630" y="1395"/>
                    </a:cubicBezTo>
                    <a:cubicBezTo>
                      <a:pt x="15666" y="1387"/>
                      <a:pt x="15685" y="1351"/>
                      <a:pt x="15678" y="1316"/>
                    </a:cubicBezTo>
                    <a:cubicBezTo>
                      <a:pt x="15527" y="773"/>
                      <a:pt x="14976" y="321"/>
                      <a:pt x="14196" y="115"/>
                    </a:cubicBezTo>
                    <a:cubicBezTo>
                      <a:pt x="13930" y="44"/>
                      <a:pt x="13618" y="0"/>
                      <a:pt x="1328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Google Shape;1871;p55"/>
              <p:cNvSpPr/>
              <p:nvPr/>
            </p:nvSpPr>
            <p:spPr>
              <a:xfrm>
                <a:off x="2392525" y="3544975"/>
                <a:ext cx="300675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12027" h="7000" extrusionOk="0">
                    <a:moveTo>
                      <a:pt x="11820" y="0"/>
                    </a:moveTo>
                    <a:cubicBezTo>
                      <a:pt x="11817" y="0"/>
                      <a:pt x="11815" y="0"/>
                      <a:pt x="11812" y="1"/>
                    </a:cubicBezTo>
                    <a:cubicBezTo>
                      <a:pt x="11777" y="5"/>
                      <a:pt x="11753" y="36"/>
                      <a:pt x="11753" y="76"/>
                    </a:cubicBezTo>
                    <a:cubicBezTo>
                      <a:pt x="11892" y="1498"/>
                      <a:pt x="11285" y="2654"/>
                      <a:pt x="9947" y="3510"/>
                    </a:cubicBezTo>
                    <a:cubicBezTo>
                      <a:pt x="8945" y="4152"/>
                      <a:pt x="7883" y="4373"/>
                      <a:pt x="7871" y="4377"/>
                    </a:cubicBezTo>
                    <a:cubicBezTo>
                      <a:pt x="7855" y="4381"/>
                      <a:pt x="7840" y="4389"/>
                      <a:pt x="7832" y="4401"/>
                    </a:cubicBezTo>
                    <a:cubicBezTo>
                      <a:pt x="6618" y="6041"/>
                      <a:pt x="5350" y="6869"/>
                      <a:pt x="4066" y="6869"/>
                    </a:cubicBezTo>
                    <a:cubicBezTo>
                      <a:pt x="4013" y="6869"/>
                      <a:pt x="3959" y="6868"/>
                      <a:pt x="3906" y="6865"/>
                    </a:cubicBezTo>
                    <a:cubicBezTo>
                      <a:pt x="1688" y="6750"/>
                      <a:pt x="147" y="4183"/>
                      <a:pt x="132" y="4160"/>
                    </a:cubicBezTo>
                    <a:cubicBezTo>
                      <a:pt x="118" y="4138"/>
                      <a:pt x="96" y="4126"/>
                      <a:pt x="74" y="4126"/>
                    </a:cubicBezTo>
                    <a:cubicBezTo>
                      <a:pt x="63" y="4126"/>
                      <a:pt x="51" y="4129"/>
                      <a:pt x="41" y="4136"/>
                    </a:cubicBezTo>
                    <a:cubicBezTo>
                      <a:pt x="9" y="4156"/>
                      <a:pt x="1" y="4195"/>
                      <a:pt x="17" y="4227"/>
                    </a:cubicBezTo>
                    <a:cubicBezTo>
                      <a:pt x="33" y="4255"/>
                      <a:pt x="1609" y="6877"/>
                      <a:pt x="3898" y="6996"/>
                    </a:cubicBezTo>
                    <a:cubicBezTo>
                      <a:pt x="3954" y="7000"/>
                      <a:pt x="4009" y="7000"/>
                      <a:pt x="4061" y="7000"/>
                    </a:cubicBezTo>
                    <a:cubicBezTo>
                      <a:pt x="5388" y="7000"/>
                      <a:pt x="6687" y="6160"/>
                      <a:pt x="7923" y="4500"/>
                    </a:cubicBezTo>
                    <a:cubicBezTo>
                      <a:pt x="8093" y="4465"/>
                      <a:pt x="9079" y="4223"/>
                      <a:pt x="10014" y="3625"/>
                    </a:cubicBezTo>
                    <a:cubicBezTo>
                      <a:pt x="11381" y="2754"/>
                      <a:pt x="12026" y="1522"/>
                      <a:pt x="11888" y="60"/>
                    </a:cubicBezTo>
                    <a:cubicBezTo>
                      <a:pt x="11884" y="27"/>
                      <a:pt x="11856" y="0"/>
                      <a:pt x="1182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Google Shape;1872;p55"/>
              <p:cNvSpPr/>
              <p:nvPr/>
            </p:nvSpPr>
            <p:spPr>
              <a:xfrm>
                <a:off x="2981525" y="3507550"/>
                <a:ext cx="171925" cy="222725"/>
              </a:xfrm>
              <a:custGeom>
                <a:avLst/>
                <a:gdLst/>
                <a:ahLst/>
                <a:cxnLst/>
                <a:rect l="l" t="t" r="r" b="b"/>
                <a:pathLst>
                  <a:path w="6877" h="8909" extrusionOk="0">
                    <a:moveTo>
                      <a:pt x="4682" y="1"/>
                    </a:moveTo>
                    <a:cubicBezTo>
                      <a:pt x="4358" y="1"/>
                      <a:pt x="4035" y="51"/>
                      <a:pt x="3743" y="183"/>
                    </a:cubicBezTo>
                    <a:cubicBezTo>
                      <a:pt x="3252" y="401"/>
                      <a:pt x="2919" y="824"/>
                      <a:pt x="2753" y="1438"/>
                    </a:cubicBezTo>
                    <a:cubicBezTo>
                      <a:pt x="2543" y="2234"/>
                      <a:pt x="2654" y="3066"/>
                      <a:pt x="2765" y="3870"/>
                    </a:cubicBezTo>
                    <a:cubicBezTo>
                      <a:pt x="3011" y="5684"/>
                      <a:pt x="3240" y="7399"/>
                      <a:pt x="52" y="8782"/>
                    </a:cubicBezTo>
                    <a:cubicBezTo>
                      <a:pt x="16" y="8798"/>
                      <a:pt x="0" y="8837"/>
                      <a:pt x="16" y="8869"/>
                    </a:cubicBezTo>
                    <a:cubicBezTo>
                      <a:pt x="28" y="8897"/>
                      <a:pt x="52" y="8908"/>
                      <a:pt x="76" y="8908"/>
                    </a:cubicBezTo>
                    <a:cubicBezTo>
                      <a:pt x="87" y="8908"/>
                      <a:pt x="95" y="8908"/>
                      <a:pt x="103" y="8905"/>
                    </a:cubicBezTo>
                    <a:cubicBezTo>
                      <a:pt x="3387" y="7483"/>
                      <a:pt x="3137" y="5637"/>
                      <a:pt x="2896" y="3850"/>
                    </a:cubicBezTo>
                    <a:cubicBezTo>
                      <a:pt x="2789" y="3062"/>
                      <a:pt x="2678" y="2242"/>
                      <a:pt x="2880" y="1474"/>
                    </a:cubicBezTo>
                    <a:cubicBezTo>
                      <a:pt x="3034" y="900"/>
                      <a:pt x="3343" y="507"/>
                      <a:pt x="3799" y="302"/>
                    </a:cubicBezTo>
                    <a:cubicBezTo>
                      <a:pt x="4067" y="181"/>
                      <a:pt x="4367" y="135"/>
                      <a:pt x="4670" y="135"/>
                    </a:cubicBezTo>
                    <a:cubicBezTo>
                      <a:pt x="5694" y="135"/>
                      <a:pt x="6758" y="664"/>
                      <a:pt x="6773" y="670"/>
                    </a:cubicBezTo>
                    <a:cubicBezTo>
                      <a:pt x="6783" y="675"/>
                      <a:pt x="6793" y="677"/>
                      <a:pt x="6803" y="677"/>
                    </a:cubicBezTo>
                    <a:cubicBezTo>
                      <a:pt x="6827" y="677"/>
                      <a:pt x="6849" y="664"/>
                      <a:pt x="6861" y="642"/>
                    </a:cubicBezTo>
                    <a:cubicBezTo>
                      <a:pt x="6876" y="610"/>
                      <a:pt x="6864" y="567"/>
                      <a:pt x="6833" y="551"/>
                    </a:cubicBezTo>
                    <a:cubicBezTo>
                      <a:pt x="6775" y="524"/>
                      <a:pt x="5724" y="1"/>
                      <a:pt x="468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Google Shape;1873;p55"/>
              <p:cNvSpPr/>
              <p:nvPr/>
            </p:nvSpPr>
            <p:spPr>
              <a:xfrm>
                <a:off x="3111250" y="3711925"/>
                <a:ext cx="133100" cy="37950"/>
              </a:xfrm>
              <a:custGeom>
                <a:avLst/>
                <a:gdLst/>
                <a:ahLst/>
                <a:cxnLst/>
                <a:rect l="l" t="t" r="r" b="b"/>
                <a:pathLst>
                  <a:path w="5324" h="1518" extrusionOk="0">
                    <a:moveTo>
                      <a:pt x="2127" y="0"/>
                    </a:moveTo>
                    <a:cubicBezTo>
                      <a:pt x="992" y="0"/>
                      <a:pt x="70" y="335"/>
                      <a:pt x="52" y="341"/>
                    </a:cubicBezTo>
                    <a:cubicBezTo>
                      <a:pt x="20" y="353"/>
                      <a:pt x="0" y="393"/>
                      <a:pt x="12" y="425"/>
                    </a:cubicBezTo>
                    <a:cubicBezTo>
                      <a:pt x="24" y="452"/>
                      <a:pt x="49" y="468"/>
                      <a:pt x="76" y="468"/>
                    </a:cubicBezTo>
                    <a:cubicBezTo>
                      <a:pt x="83" y="468"/>
                      <a:pt x="91" y="467"/>
                      <a:pt x="99" y="464"/>
                    </a:cubicBezTo>
                    <a:cubicBezTo>
                      <a:pt x="115" y="458"/>
                      <a:pt x="1018" y="131"/>
                      <a:pt x="2126" y="131"/>
                    </a:cubicBezTo>
                    <a:cubicBezTo>
                      <a:pt x="3153" y="131"/>
                      <a:pt x="4357" y="412"/>
                      <a:pt x="5197" y="1490"/>
                    </a:cubicBezTo>
                    <a:cubicBezTo>
                      <a:pt x="5213" y="1510"/>
                      <a:pt x="5232" y="1518"/>
                      <a:pt x="5252" y="1518"/>
                    </a:cubicBezTo>
                    <a:cubicBezTo>
                      <a:pt x="5264" y="1518"/>
                      <a:pt x="5280" y="1514"/>
                      <a:pt x="5292" y="1502"/>
                    </a:cubicBezTo>
                    <a:cubicBezTo>
                      <a:pt x="5319" y="1482"/>
                      <a:pt x="5323" y="1438"/>
                      <a:pt x="5304" y="1411"/>
                    </a:cubicBezTo>
                    <a:cubicBezTo>
                      <a:pt x="4430" y="291"/>
                      <a:pt x="3186" y="0"/>
                      <a:pt x="212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Google Shape;1874;p55"/>
              <p:cNvSpPr/>
              <p:nvPr/>
            </p:nvSpPr>
            <p:spPr>
              <a:xfrm>
                <a:off x="3156875" y="3659875"/>
                <a:ext cx="41725" cy="5950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2380" extrusionOk="0">
                    <a:moveTo>
                      <a:pt x="131" y="1"/>
                    </a:moveTo>
                    <a:cubicBezTo>
                      <a:pt x="92" y="1"/>
                      <a:pt x="68" y="3"/>
                      <a:pt x="64" y="3"/>
                    </a:cubicBezTo>
                    <a:cubicBezTo>
                      <a:pt x="29" y="7"/>
                      <a:pt x="1" y="43"/>
                      <a:pt x="9" y="79"/>
                    </a:cubicBezTo>
                    <a:cubicBezTo>
                      <a:pt x="13" y="112"/>
                      <a:pt x="40" y="134"/>
                      <a:pt x="72" y="134"/>
                    </a:cubicBezTo>
                    <a:cubicBezTo>
                      <a:pt x="75" y="134"/>
                      <a:pt x="78" y="134"/>
                      <a:pt x="80" y="134"/>
                    </a:cubicBezTo>
                    <a:cubicBezTo>
                      <a:pt x="81" y="134"/>
                      <a:pt x="101" y="131"/>
                      <a:pt x="135" y="131"/>
                    </a:cubicBezTo>
                    <a:cubicBezTo>
                      <a:pt x="244" y="131"/>
                      <a:pt x="500" y="157"/>
                      <a:pt x="765" y="368"/>
                    </a:cubicBezTo>
                    <a:cubicBezTo>
                      <a:pt x="1185" y="708"/>
                      <a:pt x="1451" y="1382"/>
                      <a:pt x="1534" y="2316"/>
                    </a:cubicBezTo>
                    <a:cubicBezTo>
                      <a:pt x="1534" y="2352"/>
                      <a:pt x="1566" y="2380"/>
                      <a:pt x="1597" y="2380"/>
                    </a:cubicBezTo>
                    <a:lnTo>
                      <a:pt x="1605" y="2380"/>
                    </a:lnTo>
                    <a:cubicBezTo>
                      <a:pt x="1641" y="2376"/>
                      <a:pt x="1669" y="2344"/>
                      <a:pt x="1665" y="2308"/>
                    </a:cubicBezTo>
                    <a:cubicBezTo>
                      <a:pt x="1581" y="1318"/>
                      <a:pt x="1304" y="633"/>
                      <a:pt x="845" y="265"/>
                    </a:cubicBezTo>
                    <a:cubicBezTo>
                      <a:pt x="548" y="28"/>
                      <a:pt x="258" y="1"/>
                      <a:pt x="13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Google Shape;1875;p55"/>
              <p:cNvSpPr/>
              <p:nvPr/>
            </p:nvSpPr>
            <p:spPr>
              <a:xfrm>
                <a:off x="2613250" y="3769800"/>
                <a:ext cx="201250" cy="192275"/>
              </a:xfrm>
              <a:custGeom>
                <a:avLst/>
                <a:gdLst/>
                <a:ahLst/>
                <a:cxnLst/>
                <a:rect l="l" t="t" r="r" b="b"/>
                <a:pathLst>
                  <a:path w="8050" h="7691" extrusionOk="0">
                    <a:moveTo>
                      <a:pt x="6639" y="0"/>
                    </a:moveTo>
                    <a:cubicBezTo>
                      <a:pt x="6202" y="0"/>
                      <a:pt x="5823" y="109"/>
                      <a:pt x="5506" y="328"/>
                    </a:cubicBezTo>
                    <a:cubicBezTo>
                      <a:pt x="4504" y="1021"/>
                      <a:pt x="4481" y="2534"/>
                      <a:pt x="4477" y="2601"/>
                    </a:cubicBezTo>
                    <a:cubicBezTo>
                      <a:pt x="4568" y="4340"/>
                      <a:pt x="4160" y="5651"/>
                      <a:pt x="3268" y="6503"/>
                    </a:cubicBezTo>
                    <a:cubicBezTo>
                      <a:pt x="2268" y="7454"/>
                      <a:pt x="910" y="7561"/>
                      <a:pt x="343" y="7561"/>
                    </a:cubicBezTo>
                    <a:cubicBezTo>
                      <a:pt x="178" y="7561"/>
                      <a:pt x="80" y="7552"/>
                      <a:pt x="76" y="7552"/>
                    </a:cubicBezTo>
                    <a:cubicBezTo>
                      <a:pt x="73" y="7552"/>
                      <a:pt x="71" y="7552"/>
                      <a:pt x="68" y="7552"/>
                    </a:cubicBezTo>
                    <a:cubicBezTo>
                      <a:pt x="35" y="7552"/>
                      <a:pt x="4" y="7575"/>
                      <a:pt x="1" y="7612"/>
                    </a:cubicBezTo>
                    <a:cubicBezTo>
                      <a:pt x="1" y="7647"/>
                      <a:pt x="25" y="7679"/>
                      <a:pt x="60" y="7683"/>
                    </a:cubicBezTo>
                    <a:cubicBezTo>
                      <a:pt x="64" y="7683"/>
                      <a:pt x="167" y="7691"/>
                      <a:pt x="341" y="7691"/>
                    </a:cubicBezTo>
                    <a:cubicBezTo>
                      <a:pt x="932" y="7691"/>
                      <a:pt x="2326" y="7580"/>
                      <a:pt x="3356" y="6598"/>
                    </a:cubicBezTo>
                    <a:cubicBezTo>
                      <a:pt x="4279" y="5722"/>
                      <a:pt x="4702" y="4372"/>
                      <a:pt x="4611" y="2597"/>
                    </a:cubicBezTo>
                    <a:cubicBezTo>
                      <a:pt x="4611" y="2581"/>
                      <a:pt x="4635" y="1088"/>
                      <a:pt x="5582" y="438"/>
                    </a:cubicBezTo>
                    <a:cubicBezTo>
                      <a:pt x="5878" y="234"/>
                      <a:pt x="6233" y="132"/>
                      <a:pt x="6644" y="132"/>
                    </a:cubicBezTo>
                    <a:cubicBezTo>
                      <a:pt x="7030" y="132"/>
                      <a:pt x="7467" y="222"/>
                      <a:pt x="7950" y="403"/>
                    </a:cubicBezTo>
                    <a:cubicBezTo>
                      <a:pt x="7958" y="405"/>
                      <a:pt x="7966" y="407"/>
                      <a:pt x="7974" y="407"/>
                    </a:cubicBezTo>
                    <a:cubicBezTo>
                      <a:pt x="8002" y="407"/>
                      <a:pt x="8028" y="391"/>
                      <a:pt x="8037" y="363"/>
                    </a:cubicBezTo>
                    <a:cubicBezTo>
                      <a:pt x="8049" y="328"/>
                      <a:pt x="8033" y="292"/>
                      <a:pt x="7998" y="280"/>
                    </a:cubicBezTo>
                    <a:cubicBezTo>
                      <a:pt x="7497" y="94"/>
                      <a:pt x="7044" y="0"/>
                      <a:pt x="663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Google Shape;1876;p55"/>
              <p:cNvSpPr/>
              <p:nvPr/>
            </p:nvSpPr>
            <p:spPr>
              <a:xfrm>
                <a:off x="2639200" y="3823650"/>
                <a:ext cx="89850" cy="20800"/>
              </a:xfrm>
              <a:custGeom>
                <a:avLst/>
                <a:gdLst/>
                <a:ahLst/>
                <a:cxnLst/>
                <a:rect l="l" t="t" r="r" b="b"/>
                <a:pathLst>
                  <a:path w="3594" h="832" extrusionOk="0">
                    <a:moveTo>
                      <a:pt x="2123" y="0"/>
                    </a:moveTo>
                    <a:cubicBezTo>
                      <a:pt x="1145" y="0"/>
                      <a:pt x="112" y="527"/>
                      <a:pt x="44" y="562"/>
                    </a:cubicBezTo>
                    <a:cubicBezTo>
                      <a:pt x="12" y="578"/>
                      <a:pt x="1" y="617"/>
                      <a:pt x="16" y="649"/>
                    </a:cubicBezTo>
                    <a:cubicBezTo>
                      <a:pt x="27" y="671"/>
                      <a:pt x="50" y="686"/>
                      <a:pt x="73" y="686"/>
                    </a:cubicBezTo>
                    <a:cubicBezTo>
                      <a:pt x="84" y="686"/>
                      <a:pt x="94" y="683"/>
                      <a:pt x="103" y="677"/>
                    </a:cubicBezTo>
                    <a:cubicBezTo>
                      <a:pt x="121" y="669"/>
                      <a:pt x="1161" y="140"/>
                      <a:pt x="2122" y="140"/>
                    </a:cubicBezTo>
                    <a:cubicBezTo>
                      <a:pt x="2653" y="140"/>
                      <a:pt x="3160" y="301"/>
                      <a:pt x="3458" y="800"/>
                    </a:cubicBezTo>
                    <a:cubicBezTo>
                      <a:pt x="3474" y="819"/>
                      <a:pt x="3494" y="831"/>
                      <a:pt x="3518" y="831"/>
                    </a:cubicBezTo>
                    <a:cubicBezTo>
                      <a:pt x="3530" y="831"/>
                      <a:pt x="3542" y="827"/>
                      <a:pt x="3549" y="823"/>
                    </a:cubicBezTo>
                    <a:cubicBezTo>
                      <a:pt x="3581" y="804"/>
                      <a:pt x="3593" y="764"/>
                      <a:pt x="3573" y="732"/>
                    </a:cubicBezTo>
                    <a:cubicBezTo>
                      <a:pt x="3241" y="178"/>
                      <a:pt x="2692" y="0"/>
                      <a:pt x="212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Google Shape;1877;p55"/>
              <p:cNvSpPr/>
              <p:nvPr/>
            </p:nvSpPr>
            <p:spPr>
              <a:xfrm>
                <a:off x="2756050" y="3501600"/>
                <a:ext cx="77650" cy="215500"/>
              </a:xfrm>
              <a:custGeom>
                <a:avLst/>
                <a:gdLst/>
                <a:ahLst/>
                <a:cxnLst/>
                <a:rect l="l" t="t" r="r" b="b"/>
                <a:pathLst>
                  <a:path w="3106" h="8620" extrusionOk="0">
                    <a:moveTo>
                      <a:pt x="3029" y="1"/>
                    </a:moveTo>
                    <a:cubicBezTo>
                      <a:pt x="3021" y="1"/>
                      <a:pt x="3014" y="2"/>
                      <a:pt x="3007" y="5"/>
                    </a:cubicBezTo>
                    <a:cubicBezTo>
                      <a:pt x="1379" y="686"/>
                      <a:pt x="436" y="1530"/>
                      <a:pt x="214" y="2516"/>
                    </a:cubicBezTo>
                    <a:cubicBezTo>
                      <a:pt x="64" y="3173"/>
                      <a:pt x="254" y="3768"/>
                      <a:pt x="456" y="4397"/>
                    </a:cubicBezTo>
                    <a:cubicBezTo>
                      <a:pt x="693" y="5130"/>
                      <a:pt x="935" y="5887"/>
                      <a:pt x="733" y="6889"/>
                    </a:cubicBezTo>
                    <a:cubicBezTo>
                      <a:pt x="618" y="7459"/>
                      <a:pt x="381" y="8006"/>
                      <a:pt x="20" y="8517"/>
                    </a:cubicBezTo>
                    <a:cubicBezTo>
                      <a:pt x="0" y="8544"/>
                      <a:pt x="8" y="8588"/>
                      <a:pt x="40" y="8608"/>
                    </a:cubicBezTo>
                    <a:cubicBezTo>
                      <a:pt x="48" y="8616"/>
                      <a:pt x="64" y="8620"/>
                      <a:pt x="76" y="8620"/>
                    </a:cubicBezTo>
                    <a:cubicBezTo>
                      <a:pt x="95" y="8620"/>
                      <a:pt x="119" y="8608"/>
                      <a:pt x="131" y="8592"/>
                    </a:cubicBezTo>
                    <a:cubicBezTo>
                      <a:pt x="499" y="8065"/>
                      <a:pt x="745" y="7503"/>
                      <a:pt x="864" y="6917"/>
                    </a:cubicBezTo>
                    <a:cubicBezTo>
                      <a:pt x="1070" y="5879"/>
                      <a:pt x="812" y="5071"/>
                      <a:pt x="583" y="4358"/>
                    </a:cubicBezTo>
                    <a:cubicBezTo>
                      <a:pt x="385" y="3748"/>
                      <a:pt x="198" y="3170"/>
                      <a:pt x="341" y="2544"/>
                    </a:cubicBezTo>
                    <a:cubicBezTo>
                      <a:pt x="555" y="1601"/>
                      <a:pt x="1470" y="789"/>
                      <a:pt x="3058" y="128"/>
                    </a:cubicBezTo>
                    <a:cubicBezTo>
                      <a:pt x="3090" y="112"/>
                      <a:pt x="3106" y="76"/>
                      <a:pt x="3094" y="40"/>
                    </a:cubicBezTo>
                    <a:cubicBezTo>
                      <a:pt x="3082" y="16"/>
                      <a:pt x="3055" y="1"/>
                      <a:pt x="302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Google Shape;1878;p55"/>
              <p:cNvSpPr/>
              <p:nvPr/>
            </p:nvSpPr>
            <p:spPr>
              <a:xfrm>
                <a:off x="3062425" y="3795450"/>
                <a:ext cx="40525" cy="107425"/>
              </a:xfrm>
              <a:custGeom>
                <a:avLst/>
                <a:gdLst/>
                <a:ahLst/>
                <a:cxnLst/>
                <a:rect l="l" t="t" r="r" b="b"/>
                <a:pathLst>
                  <a:path w="1621" h="4297" extrusionOk="0">
                    <a:moveTo>
                      <a:pt x="262" y="1"/>
                    </a:moveTo>
                    <a:cubicBezTo>
                      <a:pt x="248" y="1"/>
                      <a:pt x="235" y="5"/>
                      <a:pt x="222" y="15"/>
                    </a:cubicBezTo>
                    <a:cubicBezTo>
                      <a:pt x="194" y="34"/>
                      <a:pt x="186" y="78"/>
                      <a:pt x="210" y="106"/>
                    </a:cubicBezTo>
                    <a:cubicBezTo>
                      <a:pt x="1458" y="1825"/>
                      <a:pt x="36" y="4173"/>
                      <a:pt x="20" y="4197"/>
                    </a:cubicBezTo>
                    <a:cubicBezTo>
                      <a:pt x="0" y="4229"/>
                      <a:pt x="12" y="4269"/>
                      <a:pt x="44" y="4288"/>
                    </a:cubicBezTo>
                    <a:cubicBezTo>
                      <a:pt x="52" y="4292"/>
                      <a:pt x="64" y="4296"/>
                      <a:pt x="76" y="4296"/>
                    </a:cubicBezTo>
                    <a:cubicBezTo>
                      <a:pt x="99" y="4296"/>
                      <a:pt x="119" y="4284"/>
                      <a:pt x="135" y="4265"/>
                    </a:cubicBezTo>
                    <a:cubicBezTo>
                      <a:pt x="147" y="4241"/>
                      <a:pt x="1620" y="1817"/>
                      <a:pt x="317" y="30"/>
                    </a:cubicBezTo>
                    <a:cubicBezTo>
                      <a:pt x="303" y="11"/>
                      <a:pt x="283" y="1"/>
                      <a:pt x="26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Google Shape;1879;p55"/>
              <p:cNvSpPr/>
              <p:nvPr/>
            </p:nvSpPr>
            <p:spPr>
              <a:xfrm>
                <a:off x="2827650" y="3869800"/>
                <a:ext cx="77150" cy="52875"/>
              </a:xfrm>
              <a:custGeom>
                <a:avLst/>
                <a:gdLst/>
                <a:ahLst/>
                <a:cxnLst/>
                <a:rect l="l" t="t" r="r" b="b"/>
                <a:pathLst>
                  <a:path w="3086" h="2115" extrusionOk="0">
                    <a:moveTo>
                      <a:pt x="73" y="0"/>
                    </a:moveTo>
                    <a:cubicBezTo>
                      <a:pt x="63" y="0"/>
                      <a:pt x="53" y="3"/>
                      <a:pt x="44" y="7"/>
                    </a:cubicBezTo>
                    <a:cubicBezTo>
                      <a:pt x="12" y="27"/>
                      <a:pt x="0" y="67"/>
                      <a:pt x="20" y="98"/>
                    </a:cubicBezTo>
                    <a:cubicBezTo>
                      <a:pt x="1117" y="2055"/>
                      <a:pt x="2998" y="2114"/>
                      <a:pt x="3018" y="2114"/>
                    </a:cubicBezTo>
                    <a:lnTo>
                      <a:pt x="3022" y="2114"/>
                    </a:lnTo>
                    <a:cubicBezTo>
                      <a:pt x="3058" y="2114"/>
                      <a:pt x="3086" y="2087"/>
                      <a:pt x="3086" y="2047"/>
                    </a:cubicBezTo>
                    <a:cubicBezTo>
                      <a:pt x="3086" y="2011"/>
                      <a:pt x="3058" y="1984"/>
                      <a:pt x="3022" y="1980"/>
                    </a:cubicBezTo>
                    <a:cubicBezTo>
                      <a:pt x="3002" y="1980"/>
                      <a:pt x="1192" y="1924"/>
                      <a:pt x="135" y="35"/>
                    </a:cubicBezTo>
                    <a:cubicBezTo>
                      <a:pt x="121" y="13"/>
                      <a:pt x="97" y="0"/>
                      <a:pt x="7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Google Shape;1880;p55"/>
              <p:cNvSpPr/>
              <p:nvPr/>
            </p:nvSpPr>
            <p:spPr>
              <a:xfrm>
                <a:off x="2489675" y="3475875"/>
                <a:ext cx="43000" cy="88550"/>
              </a:xfrm>
              <a:custGeom>
                <a:avLst/>
                <a:gdLst/>
                <a:ahLst/>
                <a:cxnLst/>
                <a:rect l="l" t="t" r="r" b="b"/>
                <a:pathLst>
                  <a:path w="1720" h="3542" extrusionOk="0">
                    <a:moveTo>
                      <a:pt x="769" y="1"/>
                    </a:moveTo>
                    <a:cubicBezTo>
                      <a:pt x="743" y="1"/>
                      <a:pt x="715" y="19"/>
                      <a:pt x="706" y="48"/>
                    </a:cubicBezTo>
                    <a:cubicBezTo>
                      <a:pt x="702" y="67"/>
                      <a:pt x="1" y="2234"/>
                      <a:pt x="1605" y="3525"/>
                    </a:cubicBezTo>
                    <a:cubicBezTo>
                      <a:pt x="1617" y="3537"/>
                      <a:pt x="1632" y="3541"/>
                      <a:pt x="1644" y="3541"/>
                    </a:cubicBezTo>
                    <a:cubicBezTo>
                      <a:pt x="1664" y="3541"/>
                      <a:pt x="1684" y="3533"/>
                      <a:pt x="1696" y="3517"/>
                    </a:cubicBezTo>
                    <a:cubicBezTo>
                      <a:pt x="1720" y="3490"/>
                      <a:pt x="1716" y="3446"/>
                      <a:pt x="1688" y="3422"/>
                    </a:cubicBezTo>
                    <a:cubicBezTo>
                      <a:pt x="155" y="2190"/>
                      <a:pt x="824" y="111"/>
                      <a:pt x="832" y="87"/>
                    </a:cubicBezTo>
                    <a:cubicBezTo>
                      <a:pt x="844" y="55"/>
                      <a:pt x="824" y="16"/>
                      <a:pt x="789" y="4"/>
                    </a:cubicBezTo>
                    <a:cubicBezTo>
                      <a:pt x="783" y="2"/>
                      <a:pt x="776" y="1"/>
                      <a:pt x="76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Google Shape;1881;p55"/>
              <p:cNvSpPr/>
              <p:nvPr/>
            </p:nvSpPr>
            <p:spPr>
              <a:xfrm>
                <a:off x="2621975" y="3441700"/>
                <a:ext cx="123700" cy="61925"/>
              </a:xfrm>
              <a:custGeom>
                <a:avLst/>
                <a:gdLst/>
                <a:ahLst/>
                <a:cxnLst/>
                <a:rect l="l" t="t" r="r" b="b"/>
                <a:pathLst>
                  <a:path w="4948" h="2477" extrusionOk="0">
                    <a:moveTo>
                      <a:pt x="4278" y="1"/>
                    </a:moveTo>
                    <a:cubicBezTo>
                      <a:pt x="2696" y="1"/>
                      <a:pt x="1516" y="343"/>
                      <a:pt x="765" y="1026"/>
                    </a:cubicBezTo>
                    <a:cubicBezTo>
                      <a:pt x="48" y="1672"/>
                      <a:pt x="4" y="2377"/>
                      <a:pt x="4" y="2409"/>
                    </a:cubicBezTo>
                    <a:cubicBezTo>
                      <a:pt x="0" y="2444"/>
                      <a:pt x="32" y="2476"/>
                      <a:pt x="68" y="2476"/>
                    </a:cubicBezTo>
                    <a:lnTo>
                      <a:pt x="72" y="2476"/>
                    </a:lnTo>
                    <a:cubicBezTo>
                      <a:pt x="103" y="2476"/>
                      <a:pt x="135" y="2448"/>
                      <a:pt x="135" y="2413"/>
                    </a:cubicBezTo>
                    <a:cubicBezTo>
                      <a:pt x="135" y="2409"/>
                      <a:pt x="179" y="1731"/>
                      <a:pt x="852" y="1121"/>
                    </a:cubicBezTo>
                    <a:cubicBezTo>
                      <a:pt x="1582" y="462"/>
                      <a:pt x="2736" y="132"/>
                      <a:pt x="4286" y="132"/>
                    </a:cubicBezTo>
                    <a:cubicBezTo>
                      <a:pt x="4477" y="132"/>
                      <a:pt x="4674" y="137"/>
                      <a:pt x="4876" y="147"/>
                    </a:cubicBezTo>
                    <a:cubicBezTo>
                      <a:pt x="4878" y="147"/>
                      <a:pt x="4881" y="147"/>
                      <a:pt x="4883" y="147"/>
                    </a:cubicBezTo>
                    <a:cubicBezTo>
                      <a:pt x="4916" y="147"/>
                      <a:pt x="4944" y="121"/>
                      <a:pt x="4947" y="88"/>
                    </a:cubicBezTo>
                    <a:cubicBezTo>
                      <a:pt x="4947" y="48"/>
                      <a:pt x="4920" y="20"/>
                      <a:pt x="4884" y="16"/>
                    </a:cubicBezTo>
                    <a:cubicBezTo>
                      <a:pt x="4676" y="6"/>
                      <a:pt x="4474" y="1"/>
                      <a:pt x="427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Google Shape;1882;p55"/>
              <p:cNvSpPr/>
              <p:nvPr/>
            </p:nvSpPr>
            <p:spPr>
              <a:xfrm>
                <a:off x="2738725" y="3380425"/>
                <a:ext cx="16450" cy="98925"/>
              </a:xfrm>
              <a:custGeom>
                <a:avLst/>
                <a:gdLst/>
                <a:ahLst/>
                <a:cxnLst/>
                <a:rect l="l" t="t" r="r" b="b"/>
                <a:pathLst>
                  <a:path w="658" h="3957" extrusionOk="0">
                    <a:moveTo>
                      <a:pt x="581" y="0"/>
                    </a:moveTo>
                    <a:cubicBezTo>
                      <a:pt x="553" y="0"/>
                      <a:pt x="529" y="19"/>
                      <a:pt x="519" y="47"/>
                    </a:cubicBezTo>
                    <a:cubicBezTo>
                      <a:pt x="515" y="63"/>
                      <a:pt x="0" y="1838"/>
                      <a:pt x="214" y="3897"/>
                    </a:cubicBezTo>
                    <a:cubicBezTo>
                      <a:pt x="218" y="3933"/>
                      <a:pt x="246" y="3957"/>
                      <a:pt x="281" y="3957"/>
                    </a:cubicBezTo>
                    <a:lnTo>
                      <a:pt x="285" y="3957"/>
                    </a:lnTo>
                    <a:cubicBezTo>
                      <a:pt x="325" y="3953"/>
                      <a:pt x="349" y="3921"/>
                      <a:pt x="345" y="3885"/>
                    </a:cubicBezTo>
                    <a:cubicBezTo>
                      <a:pt x="131" y="1853"/>
                      <a:pt x="642" y="103"/>
                      <a:pt x="646" y="87"/>
                    </a:cubicBezTo>
                    <a:cubicBezTo>
                      <a:pt x="658" y="51"/>
                      <a:pt x="638" y="12"/>
                      <a:pt x="602" y="4"/>
                    </a:cubicBezTo>
                    <a:cubicBezTo>
                      <a:pt x="595" y="1"/>
                      <a:pt x="588" y="0"/>
                      <a:pt x="58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Google Shape;1883;p55"/>
              <p:cNvSpPr/>
              <p:nvPr/>
            </p:nvSpPr>
            <p:spPr>
              <a:xfrm>
                <a:off x="2463250" y="3763075"/>
                <a:ext cx="79825" cy="52750"/>
              </a:xfrm>
              <a:custGeom>
                <a:avLst/>
                <a:gdLst/>
                <a:ahLst/>
                <a:cxnLst/>
                <a:rect l="l" t="t" r="r" b="b"/>
                <a:pathLst>
                  <a:path w="3193" h="2110" extrusionOk="0">
                    <a:moveTo>
                      <a:pt x="3121" y="1"/>
                    </a:moveTo>
                    <a:cubicBezTo>
                      <a:pt x="3091" y="1"/>
                      <a:pt x="3064" y="20"/>
                      <a:pt x="3054" y="50"/>
                    </a:cubicBezTo>
                    <a:cubicBezTo>
                      <a:pt x="2535" y="1947"/>
                      <a:pt x="91" y="1979"/>
                      <a:pt x="63" y="1979"/>
                    </a:cubicBezTo>
                    <a:cubicBezTo>
                      <a:pt x="28" y="1979"/>
                      <a:pt x="0" y="2011"/>
                      <a:pt x="0" y="2046"/>
                    </a:cubicBezTo>
                    <a:cubicBezTo>
                      <a:pt x="0" y="2082"/>
                      <a:pt x="28" y="2110"/>
                      <a:pt x="63" y="2110"/>
                    </a:cubicBezTo>
                    <a:cubicBezTo>
                      <a:pt x="91" y="2110"/>
                      <a:pt x="2638" y="2078"/>
                      <a:pt x="3181" y="86"/>
                    </a:cubicBezTo>
                    <a:cubicBezTo>
                      <a:pt x="3192" y="50"/>
                      <a:pt x="3173" y="14"/>
                      <a:pt x="3137" y="2"/>
                    </a:cubicBezTo>
                    <a:cubicBezTo>
                      <a:pt x="3132" y="1"/>
                      <a:pt x="3127" y="1"/>
                      <a:pt x="312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Google Shape;1884;p55"/>
              <p:cNvSpPr/>
              <p:nvPr/>
            </p:nvSpPr>
            <p:spPr>
              <a:xfrm>
                <a:off x="2881500" y="3582225"/>
                <a:ext cx="18350" cy="60125"/>
              </a:xfrm>
              <a:custGeom>
                <a:avLst/>
                <a:gdLst/>
                <a:ahLst/>
                <a:cxnLst/>
                <a:rect l="l" t="t" r="r" b="b"/>
                <a:pathLst>
                  <a:path w="734" h="2405" extrusionOk="0">
                    <a:moveTo>
                      <a:pt x="662" y="1"/>
                    </a:moveTo>
                    <a:cubicBezTo>
                      <a:pt x="641" y="1"/>
                      <a:pt x="619" y="10"/>
                      <a:pt x="607" y="28"/>
                    </a:cubicBezTo>
                    <a:cubicBezTo>
                      <a:pt x="1" y="871"/>
                      <a:pt x="215" y="2285"/>
                      <a:pt x="227" y="2349"/>
                    </a:cubicBezTo>
                    <a:cubicBezTo>
                      <a:pt x="231" y="2380"/>
                      <a:pt x="258" y="2404"/>
                      <a:pt x="290" y="2404"/>
                    </a:cubicBezTo>
                    <a:lnTo>
                      <a:pt x="302" y="2400"/>
                    </a:lnTo>
                    <a:cubicBezTo>
                      <a:pt x="337" y="2396"/>
                      <a:pt x="361" y="2361"/>
                      <a:pt x="353" y="2325"/>
                    </a:cubicBezTo>
                    <a:cubicBezTo>
                      <a:pt x="353" y="2313"/>
                      <a:pt x="139" y="903"/>
                      <a:pt x="714" y="103"/>
                    </a:cubicBezTo>
                    <a:cubicBezTo>
                      <a:pt x="734" y="75"/>
                      <a:pt x="730" y="36"/>
                      <a:pt x="698" y="12"/>
                    </a:cubicBezTo>
                    <a:cubicBezTo>
                      <a:pt x="687" y="4"/>
                      <a:pt x="675" y="1"/>
                      <a:pt x="66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Google Shape;1885;p55"/>
              <p:cNvSpPr/>
              <p:nvPr/>
            </p:nvSpPr>
            <p:spPr>
              <a:xfrm>
                <a:off x="2842000" y="3386800"/>
                <a:ext cx="75875" cy="75225"/>
              </a:xfrm>
              <a:custGeom>
                <a:avLst/>
                <a:gdLst/>
                <a:ahLst/>
                <a:cxnLst/>
                <a:rect l="l" t="t" r="r" b="b"/>
                <a:pathLst>
                  <a:path w="3035" h="3009" extrusionOk="0">
                    <a:moveTo>
                      <a:pt x="2957" y="0"/>
                    </a:moveTo>
                    <a:cubicBezTo>
                      <a:pt x="2938" y="0"/>
                      <a:pt x="2918" y="10"/>
                      <a:pt x="2904" y="26"/>
                    </a:cubicBezTo>
                    <a:cubicBezTo>
                      <a:pt x="2892" y="46"/>
                      <a:pt x="1573" y="1852"/>
                      <a:pt x="40" y="2886"/>
                    </a:cubicBezTo>
                    <a:cubicBezTo>
                      <a:pt x="12" y="2906"/>
                      <a:pt x="0" y="2949"/>
                      <a:pt x="24" y="2977"/>
                    </a:cubicBezTo>
                    <a:cubicBezTo>
                      <a:pt x="36" y="2997"/>
                      <a:pt x="56" y="3009"/>
                      <a:pt x="76" y="3009"/>
                    </a:cubicBezTo>
                    <a:cubicBezTo>
                      <a:pt x="91" y="3009"/>
                      <a:pt x="103" y="3005"/>
                      <a:pt x="115" y="2997"/>
                    </a:cubicBezTo>
                    <a:cubicBezTo>
                      <a:pt x="1664" y="1947"/>
                      <a:pt x="2999" y="125"/>
                      <a:pt x="3011" y="105"/>
                    </a:cubicBezTo>
                    <a:cubicBezTo>
                      <a:pt x="3034" y="77"/>
                      <a:pt x="3027" y="34"/>
                      <a:pt x="2995" y="14"/>
                    </a:cubicBezTo>
                    <a:cubicBezTo>
                      <a:pt x="2984" y="4"/>
                      <a:pt x="2970" y="0"/>
                      <a:pt x="295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Google Shape;1886;p55"/>
              <p:cNvSpPr/>
              <p:nvPr/>
            </p:nvSpPr>
            <p:spPr>
              <a:xfrm>
                <a:off x="2783775" y="3684100"/>
                <a:ext cx="149150" cy="129450"/>
              </a:xfrm>
              <a:custGeom>
                <a:avLst/>
                <a:gdLst/>
                <a:ahLst/>
                <a:cxnLst/>
                <a:rect l="l" t="t" r="r" b="b"/>
                <a:pathLst>
                  <a:path w="5966" h="5178" extrusionOk="0">
                    <a:moveTo>
                      <a:pt x="2868" y="1"/>
                    </a:moveTo>
                    <a:cubicBezTo>
                      <a:pt x="1399" y="1"/>
                      <a:pt x="167" y="987"/>
                      <a:pt x="40" y="2314"/>
                    </a:cubicBezTo>
                    <a:cubicBezTo>
                      <a:pt x="0" y="2714"/>
                      <a:pt x="68" y="3102"/>
                      <a:pt x="218" y="3455"/>
                    </a:cubicBezTo>
                    <a:cubicBezTo>
                      <a:pt x="515" y="3494"/>
                      <a:pt x="836" y="3581"/>
                      <a:pt x="1177" y="3708"/>
                    </a:cubicBezTo>
                    <a:cubicBezTo>
                      <a:pt x="1212" y="3720"/>
                      <a:pt x="1228" y="3756"/>
                      <a:pt x="1216" y="3791"/>
                    </a:cubicBezTo>
                    <a:cubicBezTo>
                      <a:pt x="1204" y="3819"/>
                      <a:pt x="1181" y="3835"/>
                      <a:pt x="1153" y="3835"/>
                    </a:cubicBezTo>
                    <a:cubicBezTo>
                      <a:pt x="1145" y="3835"/>
                      <a:pt x="1137" y="3835"/>
                      <a:pt x="1129" y="3831"/>
                    </a:cubicBezTo>
                    <a:cubicBezTo>
                      <a:pt x="828" y="3720"/>
                      <a:pt x="547" y="3641"/>
                      <a:pt x="286" y="3597"/>
                    </a:cubicBezTo>
                    <a:lnTo>
                      <a:pt x="286" y="3597"/>
                    </a:lnTo>
                    <a:cubicBezTo>
                      <a:pt x="701" y="4437"/>
                      <a:pt x="1601" y="5059"/>
                      <a:pt x="2690" y="5166"/>
                    </a:cubicBezTo>
                    <a:cubicBezTo>
                      <a:pt x="2797" y="5174"/>
                      <a:pt x="2900" y="5178"/>
                      <a:pt x="3003" y="5178"/>
                    </a:cubicBezTo>
                    <a:cubicBezTo>
                      <a:pt x="4468" y="5178"/>
                      <a:pt x="5704" y="4191"/>
                      <a:pt x="5831" y="2864"/>
                    </a:cubicBezTo>
                    <a:cubicBezTo>
                      <a:pt x="5965" y="1442"/>
                      <a:pt x="4777" y="167"/>
                      <a:pt x="3181" y="17"/>
                    </a:cubicBezTo>
                    <a:cubicBezTo>
                      <a:pt x="3074" y="5"/>
                      <a:pt x="2971" y="1"/>
                      <a:pt x="28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Google Shape;1887;p55"/>
              <p:cNvSpPr/>
              <p:nvPr/>
            </p:nvSpPr>
            <p:spPr>
              <a:xfrm>
                <a:off x="2789225" y="3770450"/>
                <a:ext cx="25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11" h="381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20" y="52"/>
                      <a:pt x="44" y="100"/>
                      <a:pt x="68" y="143"/>
                    </a:cubicBezTo>
                    <a:cubicBezTo>
                      <a:pt x="329" y="187"/>
                      <a:pt x="610" y="266"/>
                      <a:pt x="911" y="377"/>
                    </a:cubicBezTo>
                    <a:cubicBezTo>
                      <a:pt x="919" y="381"/>
                      <a:pt x="927" y="381"/>
                      <a:pt x="935" y="381"/>
                    </a:cubicBezTo>
                    <a:cubicBezTo>
                      <a:pt x="963" y="381"/>
                      <a:pt x="986" y="365"/>
                      <a:pt x="998" y="337"/>
                    </a:cubicBezTo>
                    <a:cubicBezTo>
                      <a:pt x="1010" y="302"/>
                      <a:pt x="994" y="266"/>
                      <a:pt x="959" y="254"/>
                    </a:cubicBezTo>
                    <a:cubicBezTo>
                      <a:pt x="618" y="127"/>
                      <a:pt x="297" y="40"/>
                      <a:pt x="0" y="1"/>
                    </a:cubicBezTo>
                    <a:close/>
                  </a:path>
                </a:pathLst>
              </a:custGeom>
              <a:solidFill>
                <a:srgbClr val="9484C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Google Shape;1888;p55"/>
              <p:cNvSpPr/>
              <p:nvPr/>
            </p:nvSpPr>
            <p:spPr>
              <a:xfrm>
                <a:off x="2458000" y="3630425"/>
                <a:ext cx="147050" cy="129450"/>
              </a:xfrm>
              <a:custGeom>
                <a:avLst/>
                <a:gdLst/>
                <a:ahLst/>
                <a:cxnLst/>
                <a:rect l="l" t="t" r="r" b="b"/>
                <a:pathLst>
                  <a:path w="5882" h="5178" extrusionOk="0">
                    <a:moveTo>
                      <a:pt x="2856" y="1"/>
                    </a:moveTo>
                    <a:cubicBezTo>
                      <a:pt x="1390" y="1"/>
                      <a:pt x="155" y="987"/>
                      <a:pt x="28" y="2314"/>
                    </a:cubicBezTo>
                    <a:cubicBezTo>
                      <a:pt x="0" y="2603"/>
                      <a:pt x="28" y="2880"/>
                      <a:pt x="99" y="3150"/>
                    </a:cubicBezTo>
                    <a:cubicBezTo>
                      <a:pt x="467" y="3316"/>
                      <a:pt x="864" y="3423"/>
                      <a:pt x="1287" y="3447"/>
                    </a:cubicBezTo>
                    <a:cubicBezTo>
                      <a:pt x="1339" y="3451"/>
                      <a:pt x="1390" y="3451"/>
                      <a:pt x="1446" y="3451"/>
                    </a:cubicBezTo>
                    <a:cubicBezTo>
                      <a:pt x="2725" y="3451"/>
                      <a:pt x="3985" y="2631"/>
                      <a:pt x="5189" y="1015"/>
                    </a:cubicBezTo>
                    <a:cubicBezTo>
                      <a:pt x="4710" y="472"/>
                      <a:pt x="3993" y="92"/>
                      <a:pt x="3169" y="17"/>
                    </a:cubicBezTo>
                    <a:cubicBezTo>
                      <a:pt x="3062" y="5"/>
                      <a:pt x="2959" y="1"/>
                      <a:pt x="2856" y="1"/>
                    </a:cubicBezTo>
                    <a:close/>
                    <a:moveTo>
                      <a:pt x="5276" y="1118"/>
                    </a:moveTo>
                    <a:cubicBezTo>
                      <a:pt x="4048" y="2754"/>
                      <a:pt x="2761" y="3582"/>
                      <a:pt x="1442" y="3582"/>
                    </a:cubicBezTo>
                    <a:cubicBezTo>
                      <a:pt x="1390" y="3582"/>
                      <a:pt x="1335" y="3582"/>
                      <a:pt x="1279" y="3578"/>
                    </a:cubicBezTo>
                    <a:cubicBezTo>
                      <a:pt x="879" y="3558"/>
                      <a:pt x="503" y="3463"/>
                      <a:pt x="151" y="3316"/>
                    </a:cubicBezTo>
                    <a:lnTo>
                      <a:pt x="151" y="3316"/>
                    </a:lnTo>
                    <a:cubicBezTo>
                      <a:pt x="495" y="4291"/>
                      <a:pt x="1470" y="5047"/>
                      <a:pt x="2678" y="5162"/>
                    </a:cubicBezTo>
                    <a:cubicBezTo>
                      <a:pt x="2785" y="5174"/>
                      <a:pt x="2888" y="5178"/>
                      <a:pt x="2991" y="5178"/>
                    </a:cubicBezTo>
                    <a:cubicBezTo>
                      <a:pt x="4456" y="5178"/>
                      <a:pt x="5692" y="4192"/>
                      <a:pt x="5819" y="2865"/>
                    </a:cubicBezTo>
                    <a:cubicBezTo>
                      <a:pt x="5882" y="2223"/>
                      <a:pt x="5672" y="1609"/>
                      <a:pt x="5276" y="111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Google Shape;1889;p55"/>
              <p:cNvSpPr/>
              <p:nvPr/>
            </p:nvSpPr>
            <p:spPr>
              <a:xfrm>
                <a:off x="2460475" y="3655775"/>
                <a:ext cx="129425" cy="64200"/>
              </a:xfrm>
              <a:custGeom>
                <a:avLst/>
                <a:gdLst/>
                <a:ahLst/>
                <a:cxnLst/>
                <a:rect l="l" t="t" r="r" b="b"/>
                <a:pathLst>
                  <a:path w="5177" h="2568" extrusionOk="0">
                    <a:moveTo>
                      <a:pt x="5090" y="1"/>
                    </a:moveTo>
                    <a:cubicBezTo>
                      <a:pt x="3886" y="1617"/>
                      <a:pt x="2626" y="2437"/>
                      <a:pt x="1347" y="2437"/>
                    </a:cubicBezTo>
                    <a:cubicBezTo>
                      <a:pt x="1291" y="2437"/>
                      <a:pt x="1240" y="2437"/>
                      <a:pt x="1188" y="2433"/>
                    </a:cubicBezTo>
                    <a:cubicBezTo>
                      <a:pt x="765" y="2409"/>
                      <a:pt x="368" y="2302"/>
                      <a:pt x="0" y="2136"/>
                    </a:cubicBezTo>
                    <a:lnTo>
                      <a:pt x="0" y="2136"/>
                    </a:lnTo>
                    <a:cubicBezTo>
                      <a:pt x="16" y="2191"/>
                      <a:pt x="36" y="2247"/>
                      <a:pt x="52" y="2302"/>
                    </a:cubicBezTo>
                    <a:cubicBezTo>
                      <a:pt x="404" y="2449"/>
                      <a:pt x="780" y="2544"/>
                      <a:pt x="1180" y="2564"/>
                    </a:cubicBezTo>
                    <a:cubicBezTo>
                      <a:pt x="1236" y="2568"/>
                      <a:pt x="1291" y="2568"/>
                      <a:pt x="1343" y="2568"/>
                    </a:cubicBezTo>
                    <a:cubicBezTo>
                      <a:pt x="2662" y="2568"/>
                      <a:pt x="3949" y="1740"/>
                      <a:pt x="5177" y="104"/>
                    </a:cubicBezTo>
                    <a:cubicBezTo>
                      <a:pt x="5149" y="68"/>
                      <a:pt x="5122" y="33"/>
                      <a:pt x="509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Google Shape;1890;p55"/>
              <p:cNvSpPr/>
              <p:nvPr/>
            </p:nvSpPr>
            <p:spPr>
              <a:xfrm>
                <a:off x="2803475" y="3635950"/>
                <a:ext cx="65075" cy="62175"/>
              </a:xfrm>
              <a:custGeom>
                <a:avLst/>
                <a:gdLst/>
                <a:ahLst/>
                <a:cxnLst/>
                <a:rect l="l" t="t" r="r" b="b"/>
                <a:pathLst>
                  <a:path w="2603" h="2487" extrusionOk="0">
                    <a:moveTo>
                      <a:pt x="1302" y="0"/>
                    </a:moveTo>
                    <a:cubicBezTo>
                      <a:pt x="669" y="0"/>
                      <a:pt x="128" y="481"/>
                      <a:pt x="68" y="1127"/>
                    </a:cubicBezTo>
                    <a:cubicBezTo>
                      <a:pt x="1" y="1808"/>
                      <a:pt x="504" y="2414"/>
                      <a:pt x="1185" y="2481"/>
                    </a:cubicBezTo>
                    <a:cubicBezTo>
                      <a:pt x="1224" y="2485"/>
                      <a:pt x="1263" y="2487"/>
                      <a:pt x="1301" y="2487"/>
                    </a:cubicBezTo>
                    <a:cubicBezTo>
                      <a:pt x="1938" y="2487"/>
                      <a:pt x="2480" y="2003"/>
                      <a:pt x="2540" y="1360"/>
                    </a:cubicBezTo>
                    <a:cubicBezTo>
                      <a:pt x="2603" y="679"/>
                      <a:pt x="2104" y="69"/>
                      <a:pt x="1419" y="6"/>
                    </a:cubicBezTo>
                    <a:cubicBezTo>
                      <a:pt x="1379" y="2"/>
                      <a:pt x="1341" y="0"/>
                      <a:pt x="13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Google Shape;1891;p55"/>
              <p:cNvSpPr/>
              <p:nvPr/>
            </p:nvSpPr>
            <p:spPr>
              <a:xfrm>
                <a:off x="2547400" y="3597300"/>
                <a:ext cx="65200" cy="62125"/>
              </a:xfrm>
              <a:custGeom>
                <a:avLst/>
                <a:gdLst/>
                <a:ahLst/>
                <a:cxnLst/>
                <a:rect l="l" t="t" r="r" b="b"/>
                <a:pathLst>
                  <a:path w="2608" h="2485" extrusionOk="0">
                    <a:moveTo>
                      <a:pt x="1300" y="1"/>
                    </a:moveTo>
                    <a:cubicBezTo>
                      <a:pt x="666" y="1"/>
                      <a:pt x="128" y="484"/>
                      <a:pt x="68" y="1124"/>
                    </a:cubicBezTo>
                    <a:cubicBezTo>
                      <a:pt x="1" y="1809"/>
                      <a:pt x="504" y="2415"/>
                      <a:pt x="1185" y="2479"/>
                    </a:cubicBezTo>
                    <a:cubicBezTo>
                      <a:pt x="1226" y="2483"/>
                      <a:pt x="1267" y="2485"/>
                      <a:pt x="1308" y="2485"/>
                    </a:cubicBezTo>
                    <a:cubicBezTo>
                      <a:pt x="1941" y="2485"/>
                      <a:pt x="2480" y="2002"/>
                      <a:pt x="2540" y="1362"/>
                    </a:cubicBezTo>
                    <a:cubicBezTo>
                      <a:pt x="2607" y="676"/>
                      <a:pt x="2104" y="70"/>
                      <a:pt x="1423" y="7"/>
                    </a:cubicBezTo>
                    <a:cubicBezTo>
                      <a:pt x="1381" y="3"/>
                      <a:pt x="1340" y="1"/>
                      <a:pt x="13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Google Shape;1892;p55"/>
              <p:cNvSpPr/>
              <p:nvPr/>
            </p:nvSpPr>
            <p:spPr>
              <a:xfrm>
                <a:off x="2596025" y="3668900"/>
                <a:ext cx="192025" cy="70275"/>
              </a:xfrm>
              <a:custGeom>
                <a:avLst/>
                <a:gdLst/>
                <a:ahLst/>
                <a:cxnLst/>
                <a:rect l="l" t="t" r="r" b="b"/>
                <a:pathLst>
                  <a:path w="7681" h="2811" extrusionOk="0">
                    <a:moveTo>
                      <a:pt x="3469" y="0"/>
                    </a:moveTo>
                    <a:cubicBezTo>
                      <a:pt x="1617" y="0"/>
                      <a:pt x="359" y="1117"/>
                      <a:pt x="107" y="1357"/>
                    </a:cubicBezTo>
                    <a:cubicBezTo>
                      <a:pt x="5" y="1460"/>
                      <a:pt x="1" y="1627"/>
                      <a:pt x="104" y="1734"/>
                    </a:cubicBezTo>
                    <a:cubicBezTo>
                      <a:pt x="154" y="1786"/>
                      <a:pt x="223" y="1813"/>
                      <a:pt x="292" y="1813"/>
                    </a:cubicBezTo>
                    <a:cubicBezTo>
                      <a:pt x="359" y="1813"/>
                      <a:pt x="425" y="1788"/>
                      <a:pt x="476" y="1738"/>
                    </a:cubicBezTo>
                    <a:cubicBezTo>
                      <a:pt x="698" y="1523"/>
                      <a:pt x="1819" y="530"/>
                      <a:pt x="3465" y="530"/>
                    </a:cubicBezTo>
                    <a:cubicBezTo>
                      <a:pt x="3608" y="530"/>
                      <a:pt x="3755" y="537"/>
                      <a:pt x="3906" y="553"/>
                    </a:cubicBezTo>
                    <a:cubicBezTo>
                      <a:pt x="5993" y="779"/>
                      <a:pt x="7039" y="2486"/>
                      <a:pt x="7154" y="2680"/>
                    </a:cubicBezTo>
                    <a:cubicBezTo>
                      <a:pt x="7201" y="2763"/>
                      <a:pt x="7289" y="2811"/>
                      <a:pt x="7380" y="2811"/>
                    </a:cubicBezTo>
                    <a:cubicBezTo>
                      <a:pt x="7427" y="2811"/>
                      <a:pt x="7471" y="2799"/>
                      <a:pt x="7514" y="2775"/>
                    </a:cubicBezTo>
                    <a:cubicBezTo>
                      <a:pt x="7641" y="2700"/>
                      <a:pt x="7681" y="2542"/>
                      <a:pt x="7609" y="2415"/>
                    </a:cubicBezTo>
                    <a:cubicBezTo>
                      <a:pt x="7483" y="2197"/>
                      <a:pt x="6310" y="280"/>
                      <a:pt x="3961" y="26"/>
                    </a:cubicBezTo>
                    <a:cubicBezTo>
                      <a:pt x="3793" y="9"/>
                      <a:pt x="3629" y="0"/>
                      <a:pt x="34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Google Shape;1893;p55"/>
              <p:cNvSpPr/>
              <p:nvPr/>
            </p:nvSpPr>
            <p:spPr>
              <a:xfrm>
                <a:off x="2464925" y="3230200"/>
                <a:ext cx="109150" cy="156450"/>
              </a:xfrm>
              <a:custGeom>
                <a:avLst/>
                <a:gdLst/>
                <a:ahLst/>
                <a:cxnLst/>
                <a:rect l="l" t="t" r="r" b="b"/>
                <a:pathLst>
                  <a:path w="4366" h="6258" extrusionOk="0">
                    <a:moveTo>
                      <a:pt x="2278" y="0"/>
                    </a:moveTo>
                    <a:cubicBezTo>
                      <a:pt x="503" y="2575"/>
                      <a:pt x="0" y="4947"/>
                      <a:pt x="816" y="5720"/>
                    </a:cubicBezTo>
                    <a:cubicBezTo>
                      <a:pt x="1043" y="5931"/>
                      <a:pt x="1611" y="6257"/>
                      <a:pt x="2290" y="6257"/>
                    </a:cubicBezTo>
                    <a:cubicBezTo>
                      <a:pt x="2360" y="6257"/>
                      <a:pt x="2431" y="6254"/>
                      <a:pt x="2504" y="6246"/>
                    </a:cubicBezTo>
                    <a:cubicBezTo>
                      <a:pt x="2983" y="6199"/>
                      <a:pt x="3387" y="5989"/>
                      <a:pt x="3561" y="5838"/>
                    </a:cubicBezTo>
                    <a:cubicBezTo>
                      <a:pt x="4365" y="5145"/>
                      <a:pt x="3827" y="2757"/>
                      <a:pt x="227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Google Shape;1894;p55"/>
              <p:cNvSpPr/>
              <p:nvPr/>
            </p:nvSpPr>
            <p:spPr>
              <a:xfrm>
                <a:off x="2661675" y="3161175"/>
                <a:ext cx="109150" cy="156450"/>
              </a:xfrm>
              <a:custGeom>
                <a:avLst/>
                <a:gdLst/>
                <a:ahLst/>
                <a:cxnLst/>
                <a:rect l="l" t="t" r="r" b="b"/>
                <a:pathLst>
                  <a:path w="4366" h="6258" extrusionOk="0">
                    <a:moveTo>
                      <a:pt x="2278" y="0"/>
                    </a:moveTo>
                    <a:cubicBezTo>
                      <a:pt x="504" y="2575"/>
                      <a:pt x="1" y="4948"/>
                      <a:pt x="821" y="5720"/>
                    </a:cubicBezTo>
                    <a:cubicBezTo>
                      <a:pt x="1043" y="5932"/>
                      <a:pt x="1611" y="6258"/>
                      <a:pt x="2290" y="6258"/>
                    </a:cubicBezTo>
                    <a:cubicBezTo>
                      <a:pt x="2361" y="6258"/>
                      <a:pt x="2432" y="6254"/>
                      <a:pt x="2504" y="6247"/>
                    </a:cubicBezTo>
                    <a:cubicBezTo>
                      <a:pt x="2987" y="6199"/>
                      <a:pt x="3387" y="5989"/>
                      <a:pt x="3565" y="5839"/>
                    </a:cubicBezTo>
                    <a:cubicBezTo>
                      <a:pt x="4366" y="5146"/>
                      <a:pt x="3827" y="2757"/>
                      <a:pt x="227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Google Shape;1895;p55"/>
              <p:cNvSpPr/>
              <p:nvPr/>
            </p:nvSpPr>
            <p:spPr>
              <a:xfrm>
                <a:off x="3171050" y="3392575"/>
                <a:ext cx="71525" cy="102575"/>
              </a:xfrm>
              <a:custGeom>
                <a:avLst/>
                <a:gdLst/>
                <a:ahLst/>
                <a:cxnLst/>
                <a:rect l="l" t="t" r="r" b="b"/>
                <a:pathLst>
                  <a:path w="2861" h="4103" extrusionOk="0">
                    <a:moveTo>
                      <a:pt x="1494" y="1"/>
                    </a:moveTo>
                    <a:cubicBezTo>
                      <a:pt x="329" y="1688"/>
                      <a:pt x="0" y="3245"/>
                      <a:pt x="535" y="3748"/>
                    </a:cubicBezTo>
                    <a:cubicBezTo>
                      <a:pt x="683" y="3889"/>
                      <a:pt x="1059" y="4103"/>
                      <a:pt x="1509" y="4103"/>
                    </a:cubicBezTo>
                    <a:cubicBezTo>
                      <a:pt x="1552" y="4103"/>
                      <a:pt x="1596" y="4101"/>
                      <a:pt x="1640" y="4096"/>
                    </a:cubicBezTo>
                    <a:cubicBezTo>
                      <a:pt x="1957" y="4061"/>
                      <a:pt x="2218" y="3926"/>
                      <a:pt x="2333" y="3827"/>
                    </a:cubicBezTo>
                    <a:cubicBezTo>
                      <a:pt x="2860" y="3372"/>
                      <a:pt x="2508" y="1807"/>
                      <a:pt x="149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Google Shape;1896;p55"/>
              <p:cNvSpPr/>
              <p:nvPr/>
            </p:nvSpPr>
            <p:spPr>
              <a:xfrm>
                <a:off x="2375900" y="2966950"/>
                <a:ext cx="503950" cy="216325"/>
              </a:xfrm>
              <a:custGeom>
                <a:avLst/>
                <a:gdLst/>
                <a:ahLst/>
                <a:cxnLst/>
                <a:rect l="l" t="t" r="r" b="b"/>
                <a:pathLst>
                  <a:path w="20158" h="8653" extrusionOk="0">
                    <a:moveTo>
                      <a:pt x="10734" y="0"/>
                    </a:moveTo>
                    <a:cubicBezTo>
                      <a:pt x="9107" y="0"/>
                      <a:pt x="7301" y="1261"/>
                      <a:pt x="6742" y="3413"/>
                    </a:cubicBezTo>
                    <a:cubicBezTo>
                      <a:pt x="6678" y="3376"/>
                      <a:pt x="6166" y="3092"/>
                      <a:pt x="5533" y="3092"/>
                    </a:cubicBezTo>
                    <a:cubicBezTo>
                      <a:pt x="5268" y="3092"/>
                      <a:pt x="4982" y="3142"/>
                      <a:pt x="4698" y="3282"/>
                    </a:cubicBezTo>
                    <a:cubicBezTo>
                      <a:pt x="3799" y="3725"/>
                      <a:pt x="3312" y="4886"/>
                      <a:pt x="3648" y="6031"/>
                    </a:cubicBezTo>
                    <a:cubicBezTo>
                      <a:pt x="3275" y="5822"/>
                      <a:pt x="2862" y="5717"/>
                      <a:pt x="2454" y="5717"/>
                    </a:cubicBezTo>
                    <a:cubicBezTo>
                      <a:pt x="2048" y="5717"/>
                      <a:pt x="1647" y="5821"/>
                      <a:pt x="1296" y="6031"/>
                    </a:cubicBezTo>
                    <a:cubicBezTo>
                      <a:pt x="436" y="6546"/>
                      <a:pt x="1" y="7611"/>
                      <a:pt x="246" y="8653"/>
                    </a:cubicBezTo>
                    <a:lnTo>
                      <a:pt x="19124" y="8653"/>
                    </a:lnTo>
                    <a:cubicBezTo>
                      <a:pt x="20157" y="6720"/>
                      <a:pt x="19595" y="4438"/>
                      <a:pt x="18054" y="3413"/>
                    </a:cubicBezTo>
                    <a:cubicBezTo>
                      <a:pt x="17480" y="3030"/>
                      <a:pt x="16798" y="2841"/>
                      <a:pt x="16095" y="2841"/>
                    </a:cubicBezTo>
                    <a:cubicBezTo>
                      <a:pt x="15386" y="2841"/>
                      <a:pt x="14656" y="3033"/>
                      <a:pt x="13994" y="3413"/>
                    </a:cubicBezTo>
                    <a:cubicBezTo>
                      <a:pt x="13804" y="1864"/>
                      <a:pt x="12885" y="549"/>
                      <a:pt x="11638" y="141"/>
                    </a:cubicBezTo>
                    <a:cubicBezTo>
                      <a:pt x="11350" y="46"/>
                      <a:pt x="11045" y="0"/>
                      <a:pt x="1073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Google Shape;1897;p55"/>
              <p:cNvSpPr/>
              <p:nvPr/>
            </p:nvSpPr>
            <p:spPr>
              <a:xfrm>
                <a:off x="2448375" y="3092850"/>
                <a:ext cx="379575" cy="90825"/>
              </a:xfrm>
              <a:custGeom>
                <a:avLst/>
                <a:gdLst/>
                <a:ahLst/>
                <a:cxnLst/>
                <a:rect l="l" t="t" r="r" b="b"/>
                <a:pathLst>
                  <a:path w="15183" h="3633" extrusionOk="0">
                    <a:moveTo>
                      <a:pt x="7948" y="0"/>
                    </a:moveTo>
                    <a:cubicBezTo>
                      <a:pt x="7611" y="0"/>
                      <a:pt x="7258" y="46"/>
                      <a:pt x="6897" y="155"/>
                    </a:cubicBezTo>
                    <a:cubicBezTo>
                      <a:pt x="5982" y="428"/>
                      <a:pt x="5356" y="1003"/>
                      <a:pt x="4988" y="1446"/>
                    </a:cubicBezTo>
                    <a:cubicBezTo>
                      <a:pt x="4458" y="1331"/>
                      <a:pt x="3983" y="1282"/>
                      <a:pt x="3558" y="1282"/>
                    </a:cubicBezTo>
                    <a:cubicBezTo>
                      <a:pt x="2275" y="1282"/>
                      <a:pt x="1451" y="1732"/>
                      <a:pt x="951" y="2175"/>
                    </a:cubicBezTo>
                    <a:cubicBezTo>
                      <a:pt x="223" y="2817"/>
                      <a:pt x="13" y="3565"/>
                      <a:pt x="1" y="3597"/>
                    </a:cubicBezTo>
                    <a:lnTo>
                      <a:pt x="132" y="3633"/>
                    </a:lnTo>
                    <a:cubicBezTo>
                      <a:pt x="132" y="3625"/>
                      <a:pt x="342" y="2888"/>
                      <a:pt x="1043" y="2270"/>
                    </a:cubicBezTo>
                    <a:cubicBezTo>
                      <a:pt x="1685" y="1702"/>
                      <a:pt x="2538" y="1415"/>
                      <a:pt x="3555" y="1415"/>
                    </a:cubicBezTo>
                    <a:cubicBezTo>
                      <a:pt x="4006" y="1415"/>
                      <a:pt x="4489" y="1472"/>
                      <a:pt x="5000" y="1585"/>
                    </a:cubicBezTo>
                    <a:lnTo>
                      <a:pt x="5039" y="1593"/>
                    </a:lnTo>
                    <a:lnTo>
                      <a:pt x="5063" y="1561"/>
                    </a:lnTo>
                    <a:cubicBezTo>
                      <a:pt x="5419" y="1125"/>
                      <a:pt x="6029" y="551"/>
                      <a:pt x="6936" y="282"/>
                    </a:cubicBezTo>
                    <a:cubicBezTo>
                      <a:pt x="7284" y="177"/>
                      <a:pt x="7624" y="133"/>
                      <a:pt x="7949" y="133"/>
                    </a:cubicBezTo>
                    <a:cubicBezTo>
                      <a:pt x="9646" y="133"/>
                      <a:pt x="10953" y="1331"/>
                      <a:pt x="11016" y="1391"/>
                    </a:cubicBezTo>
                    <a:lnTo>
                      <a:pt x="11048" y="1418"/>
                    </a:lnTo>
                    <a:lnTo>
                      <a:pt x="11087" y="1403"/>
                    </a:lnTo>
                    <a:cubicBezTo>
                      <a:pt x="11300" y="1311"/>
                      <a:pt x="11738" y="1156"/>
                      <a:pt x="12281" y="1156"/>
                    </a:cubicBezTo>
                    <a:cubicBezTo>
                      <a:pt x="12578" y="1156"/>
                      <a:pt x="12907" y="1202"/>
                      <a:pt x="13246" y="1331"/>
                    </a:cubicBezTo>
                    <a:cubicBezTo>
                      <a:pt x="14755" y="1906"/>
                      <a:pt x="15040" y="3557"/>
                      <a:pt x="15052" y="3625"/>
                    </a:cubicBezTo>
                    <a:lnTo>
                      <a:pt x="15183" y="3605"/>
                    </a:lnTo>
                    <a:cubicBezTo>
                      <a:pt x="15171" y="3530"/>
                      <a:pt x="14870" y="1807"/>
                      <a:pt x="13290" y="1205"/>
                    </a:cubicBezTo>
                    <a:cubicBezTo>
                      <a:pt x="12935" y="1071"/>
                      <a:pt x="12592" y="1022"/>
                      <a:pt x="12282" y="1022"/>
                    </a:cubicBezTo>
                    <a:cubicBezTo>
                      <a:pt x="11746" y="1022"/>
                      <a:pt x="11309" y="1166"/>
                      <a:pt x="11076" y="1264"/>
                    </a:cubicBezTo>
                    <a:cubicBezTo>
                      <a:pt x="10852" y="1067"/>
                      <a:pt x="9577" y="0"/>
                      <a:pt x="794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Google Shape;1898;p55"/>
              <p:cNvSpPr/>
              <p:nvPr/>
            </p:nvSpPr>
            <p:spPr>
              <a:xfrm>
                <a:off x="3021525" y="3215350"/>
                <a:ext cx="398000" cy="178750"/>
              </a:xfrm>
              <a:custGeom>
                <a:avLst/>
                <a:gdLst/>
                <a:ahLst/>
                <a:cxnLst/>
                <a:rect l="l" t="t" r="r" b="b"/>
                <a:pathLst>
                  <a:path w="15920" h="7150" extrusionOk="0">
                    <a:moveTo>
                      <a:pt x="8442" y="1"/>
                    </a:moveTo>
                    <a:cubicBezTo>
                      <a:pt x="6949" y="1"/>
                      <a:pt x="5435" y="1061"/>
                      <a:pt x="4936" y="2765"/>
                    </a:cubicBezTo>
                    <a:cubicBezTo>
                      <a:pt x="4526" y="2629"/>
                      <a:pt x="4111" y="2564"/>
                      <a:pt x="3708" y="2564"/>
                    </a:cubicBezTo>
                    <a:cubicBezTo>
                      <a:pt x="2502" y="2564"/>
                      <a:pt x="1397" y="3140"/>
                      <a:pt x="824" y="4096"/>
                    </a:cubicBezTo>
                    <a:cubicBezTo>
                      <a:pt x="0" y="5466"/>
                      <a:pt x="658" y="6995"/>
                      <a:pt x="729" y="7149"/>
                    </a:cubicBezTo>
                    <a:lnTo>
                      <a:pt x="14660" y="7149"/>
                    </a:lnTo>
                    <a:cubicBezTo>
                      <a:pt x="15800" y="6230"/>
                      <a:pt x="15919" y="4563"/>
                      <a:pt x="15032" y="3565"/>
                    </a:cubicBezTo>
                    <a:cubicBezTo>
                      <a:pt x="14574" y="3050"/>
                      <a:pt x="13907" y="2774"/>
                      <a:pt x="13222" y="2774"/>
                    </a:cubicBezTo>
                    <a:cubicBezTo>
                      <a:pt x="12709" y="2774"/>
                      <a:pt x="12187" y="2928"/>
                      <a:pt x="11733" y="3252"/>
                    </a:cubicBezTo>
                    <a:cubicBezTo>
                      <a:pt x="11574" y="1711"/>
                      <a:pt x="10544" y="448"/>
                      <a:pt x="9213" y="99"/>
                    </a:cubicBezTo>
                    <a:cubicBezTo>
                      <a:pt x="8961" y="33"/>
                      <a:pt x="8702" y="1"/>
                      <a:pt x="844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Google Shape;1899;p55"/>
              <p:cNvSpPr/>
              <p:nvPr/>
            </p:nvSpPr>
            <p:spPr>
              <a:xfrm>
                <a:off x="3079950" y="3306975"/>
                <a:ext cx="314900" cy="87425"/>
              </a:xfrm>
              <a:custGeom>
                <a:avLst/>
                <a:gdLst/>
                <a:ahLst/>
                <a:cxnLst/>
                <a:rect l="l" t="t" r="r" b="b"/>
                <a:pathLst>
                  <a:path w="12596" h="3497" extrusionOk="0">
                    <a:moveTo>
                      <a:pt x="5871" y="0"/>
                    </a:moveTo>
                    <a:cubicBezTo>
                      <a:pt x="4770" y="0"/>
                      <a:pt x="3684" y="687"/>
                      <a:pt x="3129" y="1789"/>
                    </a:cubicBezTo>
                    <a:cubicBezTo>
                      <a:pt x="2782" y="1496"/>
                      <a:pt x="2354" y="1343"/>
                      <a:pt x="1925" y="1343"/>
                    </a:cubicBezTo>
                    <a:cubicBezTo>
                      <a:pt x="1670" y="1343"/>
                      <a:pt x="1414" y="1397"/>
                      <a:pt x="1173" y="1508"/>
                    </a:cubicBezTo>
                    <a:cubicBezTo>
                      <a:pt x="428" y="1849"/>
                      <a:pt x="0" y="2664"/>
                      <a:pt x="131" y="3492"/>
                    </a:cubicBezTo>
                    <a:lnTo>
                      <a:pt x="262" y="3472"/>
                    </a:lnTo>
                    <a:cubicBezTo>
                      <a:pt x="143" y="2700"/>
                      <a:pt x="539" y="1944"/>
                      <a:pt x="1228" y="1627"/>
                    </a:cubicBezTo>
                    <a:cubicBezTo>
                      <a:pt x="1450" y="1525"/>
                      <a:pt x="1685" y="1476"/>
                      <a:pt x="1921" y="1476"/>
                    </a:cubicBezTo>
                    <a:cubicBezTo>
                      <a:pt x="2347" y="1476"/>
                      <a:pt x="2772" y="1637"/>
                      <a:pt x="3106" y="1944"/>
                    </a:cubicBezTo>
                    <a:lnTo>
                      <a:pt x="3173" y="2007"/>
                    </a:lnTo>
                    <a:lnTo>
                      <a:pt x="3209" y="1924"/>
                    </a:lnTo>
                    <a:cubicBezTo>
                      <a:pt x="3728" y="823"/>
                      <a:pt x="4793" y="130"/>
                      <a:pt x="5873" y="130"/>
                    </a:cubicBezTo>
                    <a:cubicBezTo>
                      <a:pt x="6052" y="130"/>
                      <a:pt x="6232" y="149"/>
                      <a:pt x="6409" y="189"/>
                    </a:cubicBezTo>
                    <a:cubicBezTo>
                      <a:pt x="7728" y="482"/>
                      <a:pt x="8287" y="1773"/>
                      <a:pt x="8346" y="1920"/>
                    </a:cubicBezTo>
                    <a:lnTo>
                      <a:pt x="8390" y="2039"/>
                    </a:lnTo>
                    <a:lnTo>
                      <a:pt x="8461" y="1932"/>
                    </a:lnTo>
                    <a:cubicBezTo>
                      <a:pt x="8898" y="1271"/>
                      <a:pt x="9628" y="900"/>
                      <a:pt x="10345" y="900"/>
                    </a:cubicBezTo>
                    <a:cubicBezTo>
                      <a:pt x="10693" y="900"/>
                      <a:pt x="11038" y="987"/>
                      <a:pt x="11344" y="1171"/>
                    </a:cubicBezTo>
                    <a:cubicBezTo>
                      <a:pt x="12077" y="1615"/>
                      <a:pt x="12453" y="2558"/>
                      <a:pt x="12259" y="3469"/>
                    </a:cubicBezTo>
                    <a:lnTo>
                      <a:pt x="12390" y="3496"/>
                    </a:lnTo>
                    <a:cubicBezTo>
                      <a:pt x="12596" y="2530"/>
                      <a:pt x="12192" y="1528"/>
                      <a:pt x="11412" y="1060"/>
                    </a:cubicBezTo>
                    <a:cubicBezTo>
                      <a:pt x="11084" y="863"/>
                      <a:pt x="10716" y="769"/>
                      <a:pt x="10345" y="769"/>
                    </a:cubicBezTo>
                    <a:cubicBezTo>
                      <a:pt x="9621" y="769"/>
                      <a:pt x="8886" y="1125"/>
                      <a:pt x="8417" y="1761"/>
                    </a:cubicBezTo>
                    <a:cubicBezTo>
                      <a:pt x="8247" y="1397"/>
                      <a:pt x="7649" y="332"/>
                      <a:pt x="6437" y="62"/>
                    </a:cubicBezTo>
                    <a:cubicBezTo>
                      <a:pt x="6250" y="20"/>
                      <a:pt x="6060" y="0"/>
                      <a:pt x="587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Google Shape;1900;p55"/>
              <p:cNvSpPr/>
              <p:nvPr/>
            </p:nvSpPr>
            <p:spPr>
              <a:xfrm>
                <a:off x="2867550" y="3137100"/>
                <a:ext cx="169450" cy="263525"/>
              </a:xfrm>
              <a:custGeom>
                <a:avLst/>
                <a:gdLst/>
                <a:ahLst/>
                <a:cxnLst/>
                <a:rect l="l" t="t" r="r" b="b"/>
                <a:pathLst>
                  <a:path w="6778" h="10541" extrusionOk="0">
                    <a:moveTo>
                      <a:pt x="3015" y="1"/>
                    </a:moveTo>
                    <a:lnTo>
                      <a:pt x="0" y="5273"/>
                    </a:lnTo>
                    <a:lnTo>
                      <a:pt x="2262" y="5273"/>
                    </a:lnTo>
                    <a:lnTo>
                      <a:pt x="0" y="10541"/>
                    </a:lnTo>
                    <a:lnTo>
                      <a:pt x="6777" y="3764"/>
                    </a:lnTo>
                    <a:lnTo>
                      <a:pt x="4520" y="3764"/>
                    </a:lnTo>
                    <a:lnTo>
                      <a:pt x="6777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901" name="Google Shape;1901;p55"/>
          <p:cNvGrpSpPr/>
          <p:nvPr/>
        </p:nvGrpSpPr>
        <p:grpSpPr>
          <a:xfrm flipH="1">
            <a:off x="7155471" y="409504"/>
            <a:ext cx="1374389" cy="1223107"/>
            <a:chOff x="6352225" y="1788550"/>
            <a:chExt cx="1037275" cy="923100"/>
          </a:xfrm>
        </p:grpSpPr>
        <p:sp>
          <p:nvSpPr>
            <p:cNvPr id="1902" name="Google Shape;1902;p55"/>
            <p:cNvSpPr/>
            <p:nvPr/>
          </p:nvSpPr>
          <p:spPr>
            <a:xfrm>
              <a:off x="6352225" y="1788550"/>
              <a:ext cx="1037275" cy="923100"/>
            </a:xfrm>
            <a:custGeom>
              <a:avLst/>
              <a:gdLst/>
              <a:ahLst/>
              <a:cxnLst/>
              <a:rect l="l" t="t" r="r" b="b"/>
              <a:pathLst>
                <a:path w="41491" h="36924" extrusionOk="0">
                  <a:moveTo>
                    <a:pt x="14438" y="8258"/>
                  </a:moveTo>
                  <a:cubicBezTo>
                    <a:pt x="14201" y="8346"/>
                    <a:pt x="13959" y="8437"/>
                    <a:pt x="13725" y="8532"/>
                  </a:cubicBezTo>
                  <a:lnTo>
                    <a:pt x="13547" y="8286"/>
                  </a:lnTo>
                  <a:lnTo>
                    <a:pt x="14438" y="8258"/>
                  </a:lnTo>
                  <a:close/>
                  <a:moveTo>
                    <a:pt x="9582" y="0"/>
                  </a:moveTo>
                  <a:lnTo>
                    <a:pt x="6584" y="3799"/>
                  </a:lnTo>
                  <a:lnTo>
                    <a:pt x="3134" y="1901"/>
                  </a:lnTo>
                  <a:lnTo>
                    <a:pt x="3134" y="1901"/>
                  </a:lnTo>
                  <a:cubicBezTo>
                    <a:pt x="3324" y="2860"/>
                    <a:pt x="3518" y="3818"/>
                    <a:pt x="3708" y="4777"/>
                  </a:cubicBezTo>
                  <a:lnTo>
                    <a:pt x="1" y="5815"/>
                  </a:lnTo>
                  <a:lnTo>
                    <a:pt x="2801" y="7771"/>
                  </a:lnTo>
                  <a:lnTo>
                    <a:pt x="36" y="10073"/>
                  </a:lnTo>
                  <a:lnTo>
                    <a:pt x="3534" y="10473"/>
                  </a:lnTo>
                  <a:lnTo>
                    <a:pt x="3364" y="13293"/>
                  </a:lnTo>
                  <a:lnTo>
                    <a:pt x="6413" y="11106"/>
                  </a:lnTo>
                  <a:lnTo>
                    <a:pt x="6695" y="13320"/>
                  </a:lnTo>
                  <a:cubicBezTo>
                    <a:pt x="5776" y="14398"/>
                    <a:pt x="5098" y="15562"/>
                    <a:pt x="4734" y="16786"/>
                  </a:cubicBezTo>
                  <a:cubicBezTo>
                    <a:pt x="4560" y="17364"/>
                    <a:pt x="3486" y="21290"/>
                    <a:pt x="5799" y="24205"/>
                  </a:cubicBezTo>
                  <a:cubicBezTo>
                    <a:pt x="7759" y="26678"/>
                    <a:pt x="11158" y="26784"/>
                    <a:pt x="11727" y="26784"/>
                  </a:cubicBezTo>
                  <a:cubicBezTo>
                    <a:pt x="11780" y="26784"/>
                    <a:pt x="11808" y="26783"/>
                    <a:pt x="11808" y="26783"/>
                  </a:cubicBezTo>
                  <a:lnTo>
                    <a:pt x="11808" y="26783"/>
                  </a:lnTo>
                  <a:cubicBezTo>
                    <a:pt x="11024" y="30486"/>
                    <a:pt x="13880" y="32923"/>
                    <a:pt x="17678" y="32923"/>
                  </a:cubicBezTo>
                  <a:cubicBezTo>
                    <a:pt x="18751" y="32923"/>
                    <a:pt x="19899" y="32728"/>
                    <a:pt x="21061" y="32313"/>
                  </a:cubicBezTo>
                  <a:cubicBezTo>
                    <a:pt x="21061" y="32313"/>
                    <a:pt x="22514" y="33489"/>
                    <a:pt x="24420" y="33560"/>
                  </a:cubicBezTo>
                  <a:lnTo>
                    <a:pt x="27873" y="36923"/>
                  </a:lnTo>
                  <a:lnTo>
                    <a:pt x="30931" y="35988"/>
                  </a:lnTo>
                  <a:lnTo>
                    <a:pt x="30195" y="34812"/>
                  </a:lnTo>
                  <a:lnTo>
                    <a:pt x="30321" y="34772"/>
                  </a:lnTo>
                  <a:lnTo>
                    <a:pt x="30044" y="34329"/>
                  </a:lnTo>
                  <a:cubicBezTo>
                    <a:pt x="31022" y="34254"/>
                    <a:pt x="36623" y="33624"/>
                    <a:pt x="36722" y="29378"/>
                  </a:cubicBezTo>
                  <a:lnTo>
                    <a:pt x="36722" y="29374"/>
                  </a:lnTo>
                  <a:cubicBezTo>
                    <a:pt x="38100" y="29180"/>
                    <a:pt x="39051" y="28661"/>
                    <a:pt x="39697" y="27995"/>
                  </a:cubicBezTo>
                  <a:cubicBezTo>
                    <a:pt x="41028" y="26625"/>
                    <a:pt x="41491" y="24581"/>
                    <a:pt x="40869" y="22700"/>
                  </a:cubicBezTo>
                  <a:cubicBezTo>
                    <a:pt x="40830" y="21468"/>
                    <a:pt x="40628" y="19646"/>
                    <a:pt x="39839" y="17626"/>
                  </a:cubicBezTo>
                  <a:cubicBezTo>
                    <a:pt x="37502" y="11653"/>
                    <a:pt x="31957" y="8944"/>
                    <a:pt x="30020" y="8148"/>
                  </a:cubicBezTo>
                  <a:cubicBezTo>
                    <a:pt x="27716" y="7201"/>
                    <a:pt x="25208" y="6775"/>
                    <a:pt x="22692" y="6775"/>
                  </a:cubicBezTo>
                  <a:cubicBezTo>
                    <a:pt x="20546" y="6775"/>
                    <a:pt x="18394" y="7085"/>
                    <a:pt x="16359" y="7645"/>
                  </a:cubicBezTo>
                  <a:lnTo>
                    <a:pt x="14537" y="6274"/>
                  </a:lnTo>
                  <a:lnTo>
                    <a:pt x="16759" y="4547"/>
                  </a:lnTo>
                  <a:lnTo>
                    <a:pt x="13052" y="4373"/>
                  </a:lnTo>
                  <a:lnTo>
                    <a:pt x="13377" y="1901"/>
                  </a:lnTo>
                  <a:lnTo>
                    <a:pt x="9950" y="3684"/>
                  </a:lnTo>
                  <a:lnTo>
                    <a:pt x="9582" y="0"/>
                  </a:lnTo>
                  <a:close/>
                </a:path>
              </a:pathLst>
            </a:custGeom>
            <a:solidFill>
              <a:schemeClr val="lt1"/>
            </a:solidFill>
            <a:ln w="1143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85725" dist="28575" dir="4500000" algn="bl" rotWithShape="0">
                <a:schemeClr val="dk1">
                  <a:alpha val="34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03" name="Google Shape;1903;p55"/>
            <p:cNvGrpSpPr/>
            <p:nvPr/>
          </p:nvGrpSpPr>
          <p:grpSpPr>
            <a:xfrm>
              <a:off x="6352225" y="1788550"/>
              <a:ext cx="1037275" cy="923100"/>
              <a:chOff x="6352225" y="3186825"/>
              <a:chExt cx="1037275" cy="923100"/>
            </a:xfrm>
          </p:grpSpPr>
          <p:sp>
            <p:nvSpPr>
              <p:cNvPr id="1904" name="Google Shape;1904;p55"/>
              <p:cNvSpPr/>
              <p:nvPr/>
            </p:nvSpPr>
            <p:spPr>
              <a:xfrm>
                <a:off x="6439375" y="3356100"/>
                <a:ext cx="950125" cy="753825"/>
              </a:xfrm>
              <a:custGeom>
                <a:avLst/>
                <a:gdLst/>
                <a:ahLst/>
                <a:cxnLst/>
                <a:rect l="l" t="t" r="r" b="b"/>
                <a:pathLst>
                  <a:path w="38005" h="30153" extrusionOk="0">
                    <a:moveTo>
                      <a:pt x="19206" y="1"/>
                    </a:moveTo>
                    <a:cubicBezTo>
                      <a:pt x="11109" y="1"/>
                      <a:pt x="2934" y="4404"/>
                      <a:pt x="1248" y="10015"/>
                    </a:cubicBezTo>
                    <a:cubicBezTo>
                      <a:pt x="1074" y="10590"/>
                      <a:pt x="0" y="14515"/>
                      <a:pt x="2313" y="17430"/>
                    </a:cubicBezTo>
                    <a:cubicBezTo>
                      <a:pt x="4273" y="19908"/>
                      <a:pt x="7673" y="20014"/>
                      <a:pt x="8241" y="20014"/>
                    </a:cubicBezTo>
                    <a:cubicBezTo>
                      <a:pt x="8294" y="20014"/>
                      <a:pt x="8322" y="20013"/>
                      <a:pt x="8322" y="20013"/>
                    </a:cubicBezTo>
                    <a:lnTo>
                      <a:pt x="8322" y="20013"/>
                    </a:lnTo>
                    <a:cubicBezTo>
                      <a:pt x="7538" y="23712"/>
                      <a:pt x="10394" y="26148"/>
                      <a:pt x="14191" y="26148"/>
                    </a:cubicBezTo>
                    <a:cubicBezTo>
                      <a:pt x="15264" y="26148"/>
                      <a:pt x="16412" y="25953"/>
                      <a:pt x="17575" y="25538"/>
                    </a:cubicBezTo>
                    <a:cubicBezTo>
                      <a:pt x="17575" y="25538"/>
                      <a:pt x="19028" y="26714"/>
                      <a:pt x="20934" y="26790"/>
                    </a:cubicBezTo>
                    <a:lnTo>
                      <a:pt x="24387" y="30152"/>
                    </a:lnTo>
                    <a:lnTo>
                      <a:pt x="27445" y="29218"/>
                    </a:lnTo>
                    <a:lnTo>
                      <a:pt x="26411" y="27566"/>
                    </a:lnTo>
                    <a:cubicBezTo>
                      <a:pt x="26411" y="27566"/>
                      <a:pt x="33129" y="27257"/>
                      <a:pt x="33236" y="22603"/>
                    </a:cubicBezTo>
                    <a:cubicBezTo>
                      <a:pt x="34614" y="22405"/>
                      <a:pt x="35565" y="21890"/>
                      <a:pt x="36211" y="21225"/>
                    </a:cubicBezTo>
                    <a:cubicBezTo>
                      <a:pt x="37542" y="19850"/>
                      <a:pt x="38005" y="17806"/>
                      <a:pt x="37383" y="15925"/>
                    </a:cubicBezTo>
                    <a:cubicBezTo>
                      <a:pt x="37344" y="14693"/>
                      <a:pt x="37142" y="12871"/>
                      <a:pt x="36353" y="10855"/>
                    </a:cubicBezTo>
                    <a:cubicBezTo>
                      <a:pt x="34016" y="4878"/>
                      <a:pt x="28471" y="2173"/>
                      <a:pt x="26534" y="1373"/>
                    </a:cubicBezTo>
                    <a:cubicBezTo>
                      <a:pt x="24231" y="426"/>
                      <a:pt x="21722" y="1"/>
                      <a:pt x="1920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Google Shape;1905;p55"/>
              <p:cNvSpPr/>
              <p:nvPr/>
            </p:nvSpPr>
            <p:spPr>
              <a:xfrm>
                <a:off x="6881600" y="3883925"/>
                <a:ext cx="362850" cy="193825"/>
              </a:xfrm>
              <a:custGeom>
                <a:avLst/>
                <a:gdLst/>
                <a:ahLst/>
                <a:cxnLst/>
                <a:rect l="l" t="t" r="r" b="b"/>
                <a:pathLst>
                  <a:path w="14514" h="7753" extrusionOk="0">
                    <a:moveTo>
                      <a:pt x="9851" y="0"/>
                    </a:moveTo>
                    <a:cubicBezTo>
                      <a:pt x="8712" y="0"/>
                      <a:pt x="7509" y="160"/>
                      <a:pt x="6425" y="627"/>
                    </a:cubicBezTo>
                    <a:cubicBezTo>
                      <a:pt x="6425" y="627"/>
                      <a:pt x="1078" y="1304"/>
                      <a:pt x="1" y="3478"/>
                    </a:cubicBezTo>
                    <a:cubicBezTo>
                      <a:pt x="1" y="3478"/>
                      <a:pt x="1347" y="4568"/>
                      <a:pt x="3110" y="4639"/>
                    </a:cubicBezTo>
                    <a:lnTo>
                      <a:pt x="6310" y="7752"/>
                    </a:lnTo>
                    <a:lnTo>
                      <a:pt x="9146" y="6889"/>
                    </a:lnTo>
                    <a:lnTo>
                      <a:pt x="8188" y="5356"/>
                    </a:lnTo>
                    <a:cubicBezTo>
                      <a:pt x="8188" y="5356"/>
                      <a:pt x="14410" y="5071"/>
                      <a:pt x="14513" y="757"/>
                    </a:cubicBezTo>
                    <a:cubicBezTo>
                      <a:pt x="14513" y="757"/>
                      <a:pt x="12332" y="0"/>
                      <a:pt x="985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Google Shape;1906;p55"/>
              <p:cNvSpPr/>
              <p:nvPr/>
            </p:nvSpPr>
            <p:spPr>
              <a:xfrm>
                <a:off x="6959225" y="3891350"/>
                <a:ext cx="107675" cy="110250"/>
              </a:xfrm>
              <a:custGeom>
                <a:avLst/>
                <a:gdLst/>
                <a:ahLst/>
                <a:cxnLst/>
                <a:rect l="l" t="t" r="r" b="b"/>
                <a:pathLst>
                  <a:path w="4307" h="4410" extrusionOk="0">
                    <a:moveTo>
                      <a:pt x="4176" y="1"/>
                    </a:moveTo>
                    <a:cubicBezTo>
                      <a:pt x="3954" y="1854"/>
                      <a:pt x="3162" y="3181"/>
                      <a:pt x="1890" y="3835"/>
                    </a:cubicBezTo>
                    <a:cubicBezTo>
                      <a:pt x="1113" y="4238"/>
                      <a:pt x="372" y="4277"/>
                      <a:pt x="109" y="4277"/>
                    </a:cubicBezTo>
                    <a:cubicBezTo>
                      <a:pt x="47" y="4277"/>
                      <a:pt x="11" y="4275"/>
                      <a:pt x="9" y="4275"/>
                    </a:cubicBezTo>
                    <a:lnTo>
                      <a:pt x="1" y="4405"/>
                    </a:lnTo>
                    <a:cubicBezTo>
                      <a:pt x="9" y="4405"/>
                      <a:pt x="52" y="4409"/>
                      <a:pt x="124" y="4409"/>
                    </a:cubicBezTo>
                    <a:cubicBezTo>
                      <a:pt x="409" y="4409"/>
                      <a:pt x="1150" y="4366"/>
                      <a:pt x="1946" y="3958"/>
                    </a:cubicBezTo>
                    <a:cubicBezTo>
                      <a:pt x="2861" y="3486"/>
                      <a:pt x="4017" y="2421"/>
                      <a:pt x="4306" y="17"/>
                    </a:cubicBezTo>
                    <a:lnTo>
                      <a:pt x="41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Google Shape;1907;p55"/>
              <p:cNvSpPr/>
              <p:nvPr/>
            </p:nvSpPr>
            <p:spPr>
              <a:xfrm>
                <a:off x="6474425" y="3379225"/>
                <a:ext cx="880425" cy="605775"/>
              </a:xfrm>
              <a:custGeom>
                <a:avLst/>
                <a:gdLst/>
                <a:ahLst/>
                <a:cxnLst/>
                <a:rect l="l" t="t" r="r" b="b"/>
                <a:pathLst>
                  <a:path w="35217" h="24231" extrusionOk="0">
                    <a:moveTo>
                      <a:pt x="17799" y="1"/>
                    </a:moveTo>
                    <a:cubicBezTo>
                      <a:pt x="10297" y="1"/>
                      <a:pt x="2718" y="4083"/>
                      <a:pt x="1153" y="9281"/>
                    </a:cubicBezTo>
                    <a:cubicBezTo>
                      <a:pt x="995" y="9811"/>
                      <a:pt x="0" y="13451"/>
                      <a:pt x="2143" y="16153"/>
                    </a:cubicBezTo>
                    <a:cubicBezTo>
                      <a:pt x="3961" y="18449"/>
                      <a:pt x="7122" y="18546"/>
                      <a:pt x="7640" y="18546"/>
                    </a:cubicBezTo>
                    <a:cubicBezTo>
                      <a:pt x="7687" y="18546"/>
                      <a:pt x="7712" y="18545"/>
                      <a:pt x="7712" y="18545"/>
                    </a:cubicBezTo>
                    <a:lnTo>
                      <a:pt x="7712" y="18545"/>
                    </a:lnTo>
                    <a:cubicBezTo>
                      <a:pt x="6985" y="21973"/>
                      <a:pt x="9631" y="24231"/>
                      <a:pt x="13150" y="24231"/>
                    </a:cubicBezTo>
                    <a:cubicBezTo>
                      <a:pt x="14612" y="24231"/>
                      <a:pt x="16225" y="23842"/>
                      <a:pt x="17809" y="22985"/>
                    </a:cubicBezTo>
                    <a:cubicBezTo>
                      <a:pt x="21068" y="21224"/>
                      <a:pt x="24667" y="20875"/>
                      <a:pt x="27004" y="20875"/>
                    </a:cubicBezTo>
                    <a:cubicBezTo>
                      <a:pt x="28535" y="20875"/>
                      <a:pt x="29525" y="21024"/>
                      <a:pt x="29525" y="21024"/>
                    </a:cubicBezTo>
                    <a:cubicBezTo>
                      <a:pt x="29558" y="21025"/>
                      <a:pt x="29591" y="21025"/>
                      <a:pt x="29624" y="21025"/>
                    </a:cubicBezTo>
                    <a:cubicBezTo>
                      <a:pt x="31559" y="21025"/>
                      <a:pt x="32786" y="20456"/>
                      <a:pt x="33553" y="19666"/>
                    </a:cubicBezTo>
                    <a:cubicBezTo>
                      <a:pt x="34789" y="18394"/>
                      <a:pt x="35217" y="16501"/>
                      <a:pt x="34642" y="14758"/>
                    </a:cubicBezTo>
                    <a:cubicBezTo>
                      <a:pt x="34603" y="13618"/>
                      <a:pt x="34417" y="11926"/>
                      <a:pt x="33688" y="10057"/>
                    </a:cubicBezTo>
                    <a:cubicBezTo>
                      <a:pt x="31525" y="4524"/>
                      <a:pt x="26384" y="2012"/>
                      <a:pt x="24586" y="1272"/>
                    </a:cubicBezTo>
                    <a:cubicBezTo>
                      <a:pt x="22453" y="395"/>
                      <a:pt x="20129" y="1"/>
                      <a:pt x="1779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Google Shape;1908;p55"/>
              <p:cNvSpPr/>
              <p:nvPr/>
            </p:nvSpPr>
            <p:spPr>
              <a:xfrm>
                <a:off x="6659000" y="3638950"/>
                <a:ext cx="392250" cy="205600"/>
              </a:xfrm>
              <a:custGeom>
                <a:avLst/>
                <a:gdLst/>
                <a:ahLst/>
                <a:cxnLst/>
                <a:rect l="l" t="t" r="r" b="b"/>
                <a:pathLst>
                  <a:path w="15690" h="8224" extrusionOk="0">
                    <a:moveTo>
                      <a:pt x="13289" y="0"/>
                    </a:moveTo>
                    <a:cubicBezTo>
                      <a:pt x="12517" y="0"/>
                      <a:pt x="11638" y="238"/>
                      <a:pt x="10956" y="919"/>
                    </a:cubicBezTo>
                    <a:cubicBezTo>
                      <a:pt x="9515" y="2357"/>
                      <a:pt x="8322" y="3272"/>
                      <a:pt x="3942" y="3854"/>
                    </a:cubicBezTo>
                    <a:cubicBezTo>
                      <a:pt x="2547" y="4041"/>
                      <a:pt x="1522" y="4571"/>
                      <a:pt x="896" y="5427"/>
                    </a:cubicBezTo>
                    <a:cubicBezTo>
                      <a:pt x="1" y="6659"/>
                      <a:pt x="262" y="8152"/>
                      <a:pt x="262" y="8168"/>
                    </a:cubicBezTo>
                    <a:cubicBezTo>
                      <a:pt x="270" y="8200"/>
                      <a:pt x="298" y="8223"/>
                      <a:pt x="329" y="8223"/>
                    </a:cubicBezTo>
                    <a:lnTo>
                      <a:pt x="341" y="8219"/>
                    </a:lnTo>
                    <a:cubicBezTo>
                      <a:pt x="377" y="8215"/>
                      <a:pt x="401" y="8180"/>
                      <a:pt x="393" y="8144"/>
                    </a:cubicBezTo>
                    <a:cubicBezTo>
                      <a:pt x="393" y="8128"/>
                      <a:pt x="143" y="6690"/>
                      <a:pt x="1007" y="5506"/>
                    </a:cubicBezTo>
                    <a:cubicBezTo>
                      <a:pt x="1609" y="4678"/>
                      <a:pt x="2603" y="4167"/>
                      <a:pt x="3961" y="3985"/>
                    </a:cubicBezTo>
                    <a:cubicBezTo>
                      <a:pt x="8382" y="3395"/>
                      <a:pt x="9586" y="2468"/>
                      <a:pt x="11047" y="1011"/>
                    </a:cubicBezTo>
                    <a:cubicBezTo>
                      <a:pt x="11701" y="360"/>
                      <a:pt x="12547" y="131"/>
                      <a:pt x="13289" y="131"/>
                    </a:cubicBezTo>
                    <a:cubicBezTo>
                      <a:pt x="13608" y="131"/>
                      <a:pt x="13908" y="173"/>
                      <a:pt x="14165" y="242"/>
                    </a:cubicBezTo>
                    <a:cubicBezTo>
                      <a:pt x="14897" y="436"/>
                      <a:pt x="15416" y="852"/>
                      <a:pt x="15551" y="1351"/>
                    </a:cubicBezTo>
                    <a:cubicBezTo>
                      <a:pt x="15561" y="1380"/>
                      <a:pt x="15585" y="1398"/>
                      <a:pt x="15613" y="1398"/>
                    </a:cubicBezTo>
                    <a:cubicBezTo>
                      <a:pt x="15620" y="1398"/>
                      <a:pt x="15627" y="1397"/>
                      <a:pt x="15634" y="1395"/>
                    </a:cubicBezTo>
                    <a:cubicBezTo>
                      <a:pt x="15666" y="1387"/>
                      <a:pt x="15690" y="1351"/>
                      <a:pt x="15678" y="1316"/>
                    </a:cubicBezTo>
                    <a:cubicBezTo>
                      <a:pt x="15531" y="773"/>
                      <a:pt x="14977" y="321"/>
                      <a:pt x="14200" y="115"/>
                    </a:cubicBezTo>
                    <a:cubicBezTo>
                      <a:pt x="13933" y="44"/>
                      <a:pt x="13621" y="0"/>
                      <a:pt x="132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Google Shape;1909;p55"/>
              <p:cNvSpPr/>
              <p:nvPr/>
            </p:nvSpPr>
            <p:spPr>
              <a:xfrm>
                <a:off x="6490475" y="3544975"/>
                <a:ext cx="30075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12030" h="7000" extrusionOk="0">
                    <a:moveTo>
                      <a:pt x="11822" y="0"/>
                    </a:moveTo>
                    <a:cubicBezTo>
                      <a:pt x="11820" y="0"/>
                      <a:pt x="11818" y="0"/>
                      <a:pt x="11815" y="1"/>
                    </a:cubicBezTo>
                    <a:cubicBezTo>
                      <a:pt x="11780" y="5"/>
                      <a:pt x="11752" y="36"/>
                      <a:pt x="11756" y="76"/>
                    </a:cubicBezTo>
                    <a:cubicBezTo>
                      <a:pt x="11895" y="1498"/>
                      <a:pt x="11285" y="2654"/>
                      <a:pt x="9950" y="3510"/>
                    </a:cubicBezTo>
                    <a:cubicBezTo>
                      <a:pt x="8944" y="4152"/>
                      <a:pt x="7882" y="4373"/>
                      <a:pt x="7874" y="4377"/>
                    </a:cubicBezTo>
                    <a:cubicBezTo>
                      <a:pt x="7859" y="4381"/>
                      <a:pt x="7843" y="4389"/>
                      <a:pt x="7831" y="4401"/>
                    </a:cubicBezTo>
                    <a:cubicBezTo>
                      <a:pt x="6617" y="6041"/>
                      <a:pt x="5353" y="6869"/>
                      <a:pt x="4065" y="6869"/>
                    </a:cubicBezTo>
                    <a:cubicBezTo>
                      <a:pt x="4012" y="6869"/>
                      <a:pt x="3959" y="6868"/>
                      <a:pt x="3906" y="6865"/>
                    </a:cubicBezTo>
                    <a:cubicBezTo>
                      <a:pt x="1687" y="6750"/>
                      <a:pt x="147" y="4183"/>
                      <a:pt x="131" y="4160"/>
                    </a:cubicBezTo>
                    <a:cubicBezTo>
                      <a:pt x="120" y="4138"/>
                      <a:pt x="99" y="4126"/>
                      <a:pt x="77" y="4126"/>
                    </a:cubicBezTo>
                    <a:cubicBezTo>
                      <a:pt x="66" y="4126"/>
                      <a:pt x="54" y="4129"/>
                      <a:pt x="44" y="4136"/>
                    </a:cubicBezTo>
                    <a:cubicBezTo>
                      <a:pt x="12" y="4156"/>
                      <a:pt x="0" y="4195"/>
                      <a:pt x="20" y="4227"/>
                    </a:cubicBezTo>
                    <a:cubicBezTo>
                      <a:pt x="36" y="4255"/>
                      <a:pt x="1612" y="6877"/>
                      <a:pt x="3898" y="6996"/>
                    </a:cubicBezTo>
                    <a:cubicBezTo>
                      <a:pt x="3953" y="7000"/>
                      <a:pt x="4009" y="7000"/>
                      <a:pt x="4064" y="7000"/>
                    </a:cubicBezTo>
                    <a:cubicBezTo>
                      <a:pt x="5391" y="7000"/>
                      <a:pt x="6686" y="6160"/>
                      <a:pt x="7926" y="4500"/>
                    </a:cubicBezTo>
                    <a:cubicBezTo>
                      <a:pt x="8092" y="4465"/>
                      <a:pt x="9078" y="4223"/>
                      <a:pt x="10017" y="3625"/>
                    </a:cubicBezTo>
                    <a:cubicBezTo>
                      <a:pt x="11384" y="2754"/>
                      <a:pt x="12029" y="1522"/>
                      <a:pt x="11887" y="60"/>
                    </a:cubicBezTo>
                    <a:cubicBezTo>
                      <a:pt x="11883" y="27"/>
                      <a:pt x="11855" y="0"/>
                      <a:pt x="118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Google Shape;1910;p55"/>
              <p:cNvSpPr/>
              <p:nvPr/>
            </p:nvSpPr>
            <p:spPr>
              <a:xfrm>
                <a:off x="7079550" y="3507550"/>
                <a:ext cx="171925" cy="222725"/>
              </a:xfrm>
              <a:custGeom>
                <a:avLst/>
                <a:gdLst/>
                <a:ahLst/>
                <a:cxnLst/>
                <a:rect l="l" t="t" r="r" b="b"/>
                <a:pathLst>
                  <a:path w="6877" h="8909" extrusionOk="0">
                    <a:moveTo>
                      <a:pt x="4680" y="1"/>
                    </a:moveTo>
                    <a:cubicBezTo>
                      <a:pt x="4357" y="1"/>
                      <a:pt x="4034" y="51"/>
                      <a:pt x="3743" y="183"/>
                    </a:cubicBezTo>
                    <a:cubicBezTo>
                      <a:pt x="3248" y="401"/>
                      <a:pt x="2916" y="824"/>
                      <a:pt x="2753" y="1438"/>
                    </a:cubicBezTo>
                    <a:cubicBezTo>
                      <a:pt x="2539" y="2234"/>
                      <a:pt x="2654" y="3066"/>
                      <a:pt x="2761" y="3870"/>
                    </a:cubicBezTo>
                    <a:cubicBezTo>
                      <a:pt x="3007" y="5684"/>
                      <a:pt x="3240" y="7399"/>
                      <a:pt x="48" y="8782"/>
                    </a:cubicBezTo>
                    <a:cubicBezTo>
                      <a:pt x="16" y="8798"/>
                      <a:pt x="0" y="8837"/>
                      <a:pt x="16" y="8869"/>
                    </a:cubicBezTo>
                    <a:cubicBezTo>
                      <a:pt x="24" y="8897"/>
                      <a:pt x="48" y="8908"/>
                      <a:pt x="76" y="8908"/>
                    </a:cubicBezTo>
                    <a:cubicBezTo>
                      <a:pt x="84" y="8908"/>
                      <a:pt x="92" y="8908"/>
                      <a:pt x="103" y="8905"/>
                    </a:cubicBezTo>
                    <a:cubicBezTo>
                      <a:pt x="3383" y="7483"/>
                      <a:pt x="3133" y="5637"/>
                      <a:pt x="2892" y="3850"/>
                    </a:cubicBezTo>
                    <a:cubicBezTo>
                      <a:pt x="2785" y="3062"/>
                      <a:pt x="2674" y="2242"/>
                      <a:pt x="2880" y="1474"/>
                    </a:cubicBezTo>
                    <a:cubicBezTo>
                      <a:pt x="3034" y="900"/>
                      <a:pt x="3339" y="507"/>
                      <a:pt x="3795" y="302"/>
                    </a:cubicBezTo>
                    <a:cubicBezTo>
                      <a:pt x="4063" y="181"/>
                      <a:pt x="4363" y="135"/>
                      <a:pt x="4667" y="135"/>
                    </a:cubicBezTo>
                    <a:cubicBezTo>
                      <a:pt x="5692" y="135"/>
                      <a:pt x="6757" y="664"/>
                      <a:pt x="6770" y="670"/>
                    </a:cubicBezTo>
                    <a:cubicBezTo>
                      <a:pt x="6779" y="675"/>
                      <a:pt x="6789" y="677"/>
                      <a:pt x="6799" y="677"/>
                    </a:cubicBezTo>
                    <a:cubicBezTo>
                      <a:pt x="6823" y="677"/>
                      <a:pt x="6847" y="664"/>
                      <a:pt x="6861" y="642"/>
                    </a:cubicBezTo>
                    <a:cubicBezTo>
                      <a:pt x="6877" y="610"/>
                      <a:pt x="6861" y="567"/>
                      <a:pt x="6829" y="551"/>
                    </a:cubicBezTo>
                    <a:cubicBezTo>
                      <a:pt x="6772" y="524"/>
                      <a:pt x="5720" y="1"/>
                      <a:pt x="46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Google Shape;1911;p55"/>
              <p:cNvSpPr/>
              <p:nvPr/>
            </p:nvSpPr>
            <p:spPr>
              <a:xfrm>
                <a:off x="7209275" y="3711925"/>
                <a:ext cx="133100" cy="37950"/>
              </a:xfrm>
              <a:custGeom>
                <a:avLst/>
                <a:gdLst/>
                <a:ahLst/>
                <a:cxnLst/>
                <a:rect l="l" t="t" r="r" b="b"/>
                <a:pathLst>
                  <a:path w="5324" h="1518" extrusionOk="0">
                    <a:moveTo>
                      <a:pt x="2126" y="0"/>
                    </a:moveTo>
                    <a:cubicBezTo>
                      <a:pt x="990" y="0"/>
                      <a:pt x="68" y="335"/>
                      <a:pt x="52" y="341"/>
                    </a:cubicBezTo>
                    <a:cubicBezTo>
                      <a:pt x="16" y="353"/>
                      <a:pt x="0" y="393"/>
                      <a:pt x="12" y="425"/>
                    </a:cubicBezTo>
                    <a:cubicBezTo>
                      <a:pt x="21" y="452"/>
                      <a:pt x="47" y="468"/>
                      <a:pt x="73" y="468"/>
                    </a:cubicBezTo>
                    <a:cubicBezTo>
                      <a:pt x="81" y="468"/>
                      <a:pt x="88" y="467"/>
                      <a:pt x="95" y="464"/>
                    </a:cubicBezTo>
                    <a:cubicBezTo>
                      <a:pt x="114" y="458"/>
                      <a:pt x="1017" y="131"/>
                      <a:pt x="2125" y="131"/>
                    </a:cubicBezTo>
                    <a:cubicBezTo>
                      <a:pt x="3153" y="131"/>
                      <a:pt x="4357" y="412"/>
                      <a:pt x="5197" y="1490"/>
                    </a:cubicBezTo>
                    <a:cubicBezTo>
                      <a:pt x="5209" y="1510"/>
                      <a:pt x="5229" y="1518"/>
                      <a:pt x="5248" y="1518"/>
                    </a:cubicBezTo>
                    <a:cubicBezTo>
                      <a:pt x="5264" y="1518"/>
                      <a:pt x="5276" y="1514"/>
                      <a:pt x="5288" y="1502"/>
                    </a:cubicBezTo>
                    <a:cubicBezTo>
                      <a:pt x="5320" y="1482"/>
                      <a:pt x="5324" y="1438"/>
                      <a:pt x="5300" y="1411"/>
                    </a:cubicBezTo>
                    <a:cubicBezTo>
                      <a:pt x="4429" y="291"/>
                      <a:pt x="3184" y="0"/>
                      <a:pt x="21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Google Shape;1912;p55"/>
              <p:cNvSpPr/>
              <p:nvPr/>
            </p:nvSpPr>
            <p:spPr>
              <a:xfrm>
                <a:off x="7254925" y="3659875"/>
                <a:ext cx="41600" cy="59500"/>
              </a:xfrm>
              <a:custGeom>
                <a:avLst/>
                <a:gdLst/>
                <a:ahLst/>
                <a:cxnLst/>
                <a:rect l="l" t="t" r="r" b="b"/>
                <a:pathLst>
                  <a:path w="1664" h="2380" extrusionOk="0">
                    <a:moveTo>
                      <a:pt x="126" y="1"/>
                    </a:moveTo>
                    <a:cubicBezTo>
                      <a:pt x="87" y="1"/>
                      <a:pt x="63" y="3"/>
                      <a:pt x="60" y="3"/>
                    </a:cubicBezTo>
                    <a:cubicBezTo>
                      <a:pt x="24" y="7"/>
                      <a:pt x="0" y="43"/>
                      <a:pt x="4" y="79"/>
                    </a:cubicBezTo>
                    <a:cubicBezTo>
                      <a:pt x="8" y="112"/>
                      <a:pt x="39" y="134"/>
                      <a:pt x="72" y="134"/>
                    </a:cubicBezTo>
                    <a:cubicBezTo>
                      <a:pt x="74" y="134"/>
                      <a:pt x="77" y="134"/>
                      <a:pt x="79" y="134"/>
                    </a:cubicBezTo>
                    <a:cubicBezTo>
                      <a:pt x="80" y="134"/>
                      <a:pt x="98" y="132"/>
                      <a:pt x="128" y="132"/>
                    </a:cubicBezTo>
                    <a:cubicBezTo>
                      <a:pt x="233" y="132"/>
                      <a:pt x="497" y="156"/>
                      <a:pt x="765" y="372"/>
                    </a:cubicBezTo>
                    <a:cubicBezTo>
                      <a:pt x="1184" y="712"/>
                      <a:pt x="1450" y="1382"/>
                      <a:pt x="1529" y="2316"/>
                    </a:cubicBezTo>
                    <a:cubicBezTo>
                      <a:pt x="1533" y="2352"/>
                      <a:pt x="1561" y="2380"/>
                      <a:pt x="1596" y="2380"/>
                    </a:cubicBezTo>
                    <a:lnTo>
                      <a:pt x="1600" y="2380"/>
                    </a:lnTo>
                    <a:cubicBezTo>
                      <a:pt x="1636" y="2376"/>
                      <a:pt x="1664" y="2344"/>
                      <a:pt x="1660" y="2308"/>
                    </a:cubicBezTo>
                    <a:cubicBezTo>
                      <a:pt x="1577" y="1318"/>
                      <a:pt x="1303" y="633"/>
                      <a:pt x="844" y="265"/>
                    </a:cubicBezTo>
                    <a:cubicBezTo>
                      <a:pt x="544" y="28"/>
                      <a:pt x="253" y="1"/>
                      <a:pt x="1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Google Shape;1913;p55"/>
              <p:cNvSpPr/>
              <p:nvPr/>
            </p:nvSpPr>
            <p:spPr>
              <a:xfrm>
                <a:off x="6711175" y="3769800"/>
                <a:ext cx="201250" cy="192275"/>
              </a:xfrm>
              <a:custGeom>
                <a:avLst/>
                <a:gdLst/>
                <a:ahLst/>
                <a:cxnLst/>
                <a:rect l="l" t="t" r="r" b="b"/>
                <a:pathLst>
                  <a:path w="8050" h="7691" extrusionOk="0">
                    <a:moveTo>
                      <a:pt x="6643" y="0"/>
                    </a:moveTo>
                    <a:cubicBezTo>
                      <a:pt x="6206" y="0"/>
                      <a:pt x="5827" y="109"/>
                      <a:pt x="5511" y="328"/>
                    </a:cubicBezTo>
                    <a:cubicBezTo>
                      <a:pt x="4504" y="1021"/>
                      <a:pt x="4481" y="2534"/>
                      <a:pt x="4481" y="2601"/>
                    </a:cubicBezTo>
                    <a:cubicBezTo>
                      <a:pt x="4572" y="4340"/>
                      <a:pt x="4164" y="5651"/>
                      <a:pt x="3269" y="6503"/>
                    </a:cubicBezTo>
                    <a:cubicBezTo>
                      <a:pt x="2271" y="7454"/>
                      <a:pt x="914" y="7561"/>
                      <a:pt x="345" y="7561"/>
                    </a:cubicBezTo>
                    <a:cubicBezTo>
                      <a:pt x="180" y="7561"/>
                      <a:pt x="81" y="7552"/>
                      <a:pt x="76" y="7552"/>
                    </a:cubicBezTo>
                    <a:cubicBezTo>
                      <a:pt x="74" y="7552"/>
                      <a:pt x="71" y="7552"/>
                      <a:pt x="69" y="7552"/>
                    </a:cubicBezTo>
                    <a:cubicBezTo>
                      <a:pt x="36" y="7552"/>
                      <a:pt x="9" y="7575"/>
                      <a:pt x="5" y="7612"/>
                    </a:cubicBezTo>
                    <a:cubicBezTo>
                      <a:pt x="1" y="7647"/>
                      <a:pt x="29" y="7679"/>
                      <a:pt x="64" y="7683"/>
                    </a:cubicBezTo>
                    <a:cubicBezTo>
                      <a:pt x="68" y="7683"/>
                      <a:pt x="171" y="7691"/>
                      <a:pt x="346" y="7691"/>
                    </a:cubicBezTo>
                    <a:cubicBezTo>
                      <a:pt x="932" y="7691"/>
                      <a:pt x="2326" y="7580"/>
                      <a:pt x="3360" y="6598"/>
                    </a:cubicBezTo>
                    <a:cubicBezTo>
                      <a:pt x="4283" y="5722"/>
                      <a:pt x="4703" y="4372"/>
                      <a:pt x="4611" y="2597"/>
                    </a:cubicBezTo>
                    <a:cubicBezTo>
                      <a:pt x="4611" y="2581"/>
                      <a:pt x="4639" y="1088"/>
                      <a:pt x="5586" y="438"/>
                    </a:cubicBezTo>
                    <a:cubicBezTo>
                      <a:pt x="5880" y="234"/>
                      <a:pt x="6235" y="132"/>
                      <a:pt x="6647" y="132"/>
                    </a:cubicBezTo>
                    <a:cubicBezTo>
                      <a:pt x="7034" y="132"/>
                      <a:pt x="7471" y="222"/>
                      <a:pt x="7954" y="403"/>
                    </a:cubicBezTo>
                    <a:cubicBezTo>
                      <a:pt x="7961" y="405"/>
                      <a:pt x="7969" y="407"/>
                      <a:pt x="7976" y="407"/>
                    </a:cubicBezTo>
                    <a:cubicBezTo>
                      <a:pt x="8002" y="407"/>
                      <a:pt x="8028" y="391"/>
                      <a:pt x="8038" y="363"/>
                    </a:cubicBezTo>
                    <a:cubicBezTo>
                      <a:pt x="8049" y="328"/>
                      <a:pt x="8034" y="292"/>
                      <a:pt x="7998" y="280"/>
                    </a:cubicBezTo>
                    <a:cubicBezTo>
                      <a:pt x="7499" y="94"/>
                      <a:pt x="7047" y="0"/>
                      <a:pt x="664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Google Shape;1914;p55"/>
              <p:cNvSpPr/>
              <p:nvPr/>
            </p:nvSpPr>
            <p:spPr>
              <a:xfrm>
                <a:off x="6737125" y="3823650"/>
                <a:ext cx="89850" cy="20800"/>
              </a:xfrm>
              <a:custGeom>
                <a:avLst/>
                <a:gdLst/>
                <a:ahLst/>
                <a:cxnLst/>
                <a:rect l="l" t="t" r="r" b="b"/>
                <a:pathLst>
                  <a:path w="3594" h="832" extrusionOk="0">
                    <a:moveTo>
                      <a:pt x="2128" y="0"/>
                    </a:moveTo>
                    <a:cubicBezTo>
                      <a:pt x="1149" y="0"/>
                      <a:pt x="116" y="527"/>
                      <a:pt x="48" y="562"/>
                    </a:cubicBezTo>
                    <a:cubicBezTo>
                      <a:pt x="13" y="578"/>
                      <a:pt x="1" y="617"/>
                      <a:pt x="17" y="649"/>
                    </a:cubicBezTo>
                    <a:cubicBezTo>
                      <a:pt x="30" y="671"/>
                      <a:pt x="54" y="686"/>
                      <a:pt x="77" y="686"/>
                    </a:cubicBezTo>
                    <a:cubicBezTo>
                      <a:pt x="88" y="686"/>
                      <a:pt x="98" y="683"/>
                      <a:pt x="108" y="677"/>
                    </a:cubicBezTo>
                    <a:cubicBezTo>
                      <a:pt x="123" y="669"/>
                      <a:pt x="1163" y="140"/>
                      <a:pt x="2126" y="140"/>
                    </a:cubicBezTo>
                    <a:cubicBezTo>
                      <a:pt x="2657" y="140"/>
                      <a:pt x="3164" y="301"/>
                      <a:pt x="3463" y="800"/>
                    </a:cubicBezTo>
                    <a:cubicBezTo>
                      <a:pt x="3474" y="819"/>
                      <a:pt x="3498" y="831"/>
                      <a:pt x="3518" y="831"/>
                    </a:cubicBezTo>
                    <a:cubicBezTo>
                      <a:pt x="3530" y="831"/>
                      <a:pt x="3542" y="827"/>
                      <a:pt x="3554" y="823"/>
                    </a:cubicBezTo>
                    <a:cubicBezTo>
                      <a:pt x="3585" y="804"/>
                      <a:pt x="3593" y="764"/>
                      <a:pt x="3577" y="732"/>
                    </a:cubicBezTo>
                    <a:cubicBezTo>
                      <a:pt x="3246" y="178"/>
                      <a:pt x="2696" y="0"/>
                      <a:pt x="212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Google Shape;1915;p55"/>
              <p:cNvSpPr/>
              <p:nvPr/>
            </p:nvSpPr>
            <p:spPr>
              <a:xfrm>
                <a:off x="6854075" y="3501600"/>
                <a:ext cx="77650" cy="215500"/>
              </a:xfrm>
              <a:custGeom>
                <a:avLst/>
                <a:gdLst/>
                <a:ahLst/>
                <a:cxnLst/>
                <a:rect l="l" t="t" r="r" b="b"/>
                <a:pathLst>
                  <a:path w="3106" h="8620" extrusionOk="0">
                    <a:moveTo>
                      <a:pt x="3027" y="1"/>
                    </a:moveTo>
                    <a:cubicBezTo>
                      <a:pt x="3019" y="1"/>
                      <a:pt x="3011" y="2"/>
                      <a:pt x="3003" y="5"/>
                    </a:cubicBezTo>
                    <a:cubicBezTo>
                      <a:pt x="1375" y="686"/>
                      <a:pt x="436" y="1530"/>
                      <a:pt x="210" y="2516"/>
                    </a:cubicBezTo>
                    <a:cubicBezTo>
                      <a:pt x="60" y="3173"/>
                      <a:pt x="254" y="3768"/>
                      <a:pt x="456" y="4397"/>
                    </a:cubicBezTo>
                    <a:cubicBezTo>
                      <a:pt x="690" y="5130"/>
                      <a:pt x="935" y="5887"/>
                      <a:pt x="733" y="6889"/>
                    </a:cubicBezTo>
                    <a:cubicBezTo>
                      <a:pt x="618" y="7459"/>
                      <a:pt x="377" y="8006"/>
                      <a:pt x="20" y="8517"/>
                    </a:cubicBezTo>
                    <a:cubicBezTo>
                      <a:pt x="1" y="8544"/>
                      <a:pt x="8" y="8588"/>
                      <a:pt x="36" y="8608"/>
                    </a:cubicBezTo>
                    <a:cubicBezTo>
                      <a:pt x="48" y="8616"/>
                      <a:pt x="60" y="8620"/>
                      <a:pt x="76" y="8620"/>
                    </a:cubicBezTo>
                    <a:cubicBezTo>
                      <a:pt x="96" y="8620"/>
                      <a:pt x="115" y="8608"/>
                      <a:pt x="127" y="8592"/>
                    </a:cubicBezTo>
                    <a:cubicBezTo>
                      <a:pt x="496" y="8065"/>
                      <a:pt x="745" y="7503"/>
                      <a:pt x="860" y="6917"/>
                    </a:cubicBezTo>
                    <a:cubicBezTo>
                      <a:pt x="1070" y="5879"/>
                      <a:pt x="809" y="5071"/>
                      <a:pt x="579" y="4358"/>
                    </a:cubicBezTo>
                    <a:cubicBezTo>
                      <a:pt x="385" y="3748"/>
                      <a:pt x="199" y="3170"/>
                      <a:pt x="341" y="2544"/>
                    </a:cubicBezTo>
                    <a:cubicBezTo>
                      <a:pt x="555" y="1601"/>
                      <a:pt x="1466" y="789"/>
                      <a:pt x="3054" y="128"/>
                    </a:cubicBezTo>
                    <a:cubicBezTo>
                      <a:pt x="3090" y="112"/>
                      <a:pt x="3106" y="76"/>
                      <a:pt x="3090" y="40"/>
                    </a:cubicBezTo>
                    <a:cubicBezTo>
                      <a:pt x="3081" y="16"/>
                      <a:pt x="3055" y="1"/>
                      <a:pt x="30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Google Shape;1916;p55"/>
              <p:cNvSpPr/>
              <p:nvPr/>
            </p:nvSpPr>
            <p:spPr>
              <a:xfrm>
                <a:off x="7160450" y="3795450"/>
                <a:ext cx="40425" cy="107425"/>
              </a:xfrm>
              <a:custGeom>
                <a:avLst/>
                <a:gdLst/>
                <a:ahLst/>
                <a:cxnLst/>
                <a:rect l="l" t="t" r="r" b="b"/>
                <a:pathLst>
                  <a:path w="1617" h="4297" extrusionOk="0">
                    <a:moveTo>
                      <a:pt x="260" y="1"/>
                    </a:moveTo>
                    <a:cubicBezTo>
                      <a:pt x="247" y="1"/>
                      <a:pt x="233" y="5"/>
                      <a:pt x="222" y="15"/>
                    </a:cubicBezTo>
                    <a:cubicBezTo>
                      <a:pt x="191" y="34"/>
                      <a:pt x="187" y="78"/>
                      <a:pt x="206" y="106"/>
                    </a:cubicBezTo>
                    <a:cubicBezTo>
                      <a:pt x="1458" y="1825"/>
                      <a:pt x="32" y="4173"/>
                      <a:pt x="20" y="4197"/>
                    </a:cubicBezTo>
                    <a:cubicBezTo>
                      <a:pt x="0" y="4229"/>
                      <a:pt x="8" y="4269"/>
                      <a:pt x="40" y="4288"/>
                    </a:cubicBezTo>
                    <a:cubicBezTo>
                      <a:pt x="52" y="4292"/>
                      <a:pt x="64" y="4296"/>
                      <a:pt x="76" y="4296"/>
                    </a:cubicBezTo>
                    <a:cubicBezTo>
                      <a:pt x="96" y="4296"/>
                      <a:pt x="119" y="4284"/>
                      <a:pt x="131" y="4265"/>
                    </a:cubicBezTo>
                    <a:cubicBezTo>
                      <a:pt x="147" y="4241"/>
                      <a:pt x="1617" y="1817"/>
                      <a:pt x="313" y="30"/>
                    </a:cubicBezTo>
                    <a:cubicBezTo>
                      <a:pt x="301" y="11"/>
                      <a:pt x="281" y="1"/>
                      <a:pt x="26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Google Shape;1917;p55"/>
              <p:cNvSpPr/>
              <p:nvPr/>
            </p:nvSpPr>
            <p:spPr>
              <a:xfrm>
                <a:off x="6925675" y="3869800"/>
                <a:ext cx="77150" cy="52875"/>
              </a:xfrm>
              <a:custGeom>
                <a:avLst/>
                <a:gdLst/>
                <a:ahLst/>
                <a:cxnLst/>
                <a:rect l="l" t="t" r="r" b="b"/>
                <a:pathLst>
                  <a:path w="3086" h="2115" extrusionOk="0">
                    <a:moveTo>
                      <a:pt x="70" y="0"/>
                    </a:moveTo>
                    <a:cubicBezTo>
                      <a:pt x="60" y="0"/>
                      <a:pt x="49" y="3"/>
                      <a:pt x="40" y="7"/>
                    </a:cubicBezTo>
                    <a:cubicBezTo>
                      <a:pt x="8" y="27"/>
                      <a:pt x="0" y="67"/>
                      <a:pt x="16" y="98"/>
                    </a:cubicBezTo>
                    <a:cubicBezTo>
                      <a:pt x="1113" y="2055"/>
                      <a:pt x="2999" y="2114"/>
                      <a:pt x="3018" y="2114"/>
                    </a:cubicBezTo>
                    <a:cubicBezTo>
                      <a:pt x="3054" y="2114"/>
                      <a:pt x="3086" y="2087"/>
                      <a:pt x="3086" y="2047"/>
                    </a:cubicBezTo>
                    <a:cubicBezTo>
                      <a:pt x="3086" y="2011"/>
                      <a:pt x="3058" y="1984"/>
                      <a:pt x="3018" y="1980"/>
                    </a:cubicBezTo>
                    <a:cubicBezTo>
                      <a:pt x="3003" y="1980"/>
                      <a:pt x="1192" y="1920"/>
                      <a:pt x="131" y="35"/>
                    </a:cubicBezTo>
                    <a:cubicBezTo>
                      <a:pt x="120" y="13"/>
                      <a:pt x="95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Google Shape;1918;p55"/>
              <p:cNvSpPr/>
              <p:nvPr/>
            </p:nvSpPr>
            <p:spPr>
              <a:xfrm>
                <a:off x="6587700" y="3475875"/>
                <a:ext cx="43000" cy="88550"/>
              </a:xfrm>
              <a:custGeom>
                <a:avLst/>
                <a:gdLst/>
                <a:ahLst/>
                <a:cxnLst/>
                <a:rect l="l" t="t" r="r" b="b"/>
                <a:pathLst>
                  <a:path w="1720" h="3542" extrusionOk="0">
                    <a:moveTo>
                      <a:pt x="768" y="1"/>
                    </a:moveTo>
                    <a:cubicBezTo>
                      <a:pt x="740" y="1"/>
                      <a:pt x="715" y="19"/>
                      <a:pt x="706" y="48"/>
                    </a:cubicBezTo>
                    <a:cubicBezTo>
                      <a:pt x="698" y="67"/>
                      <a:pt x="1" y="2234"/>
                      <a:pt x="1605" y="3525"/>
                    </a:cubicBezTo>
                    <a:cubicBezTo>
                      <a:pt x="1617" y="3537"/>
                      <a:pt x="1629" y="3541"/>
                      <a:pt x="1644" y="3541"/>
                    </a:cubicBezTo>
                    <a:cubicBezTo>
                      <a:pt x="1664" y="3541"/>
                      <a:pt x="1684" y="3533"/>
                      <a:pt x="1696" y="3517"/>
                    </a:cubicBezTo>
                    <a:cubicBezTo>
                      <a:pt x="1720" y="3490"/>
                      <a:pt x="1716" y="3446"/>
                      <a:pt x="1684" y="3422"/>
                    </a:cubicBezTo>
                    <a:cubicBezTo>
                      <a:pt x="155" y="2190"/>
                      <a:pt x="825" y="111"/>
                      <a:pt x="833" y="87"/>
                    </a:cubicBezTo>
                    <a:cubicBezTo>
                      <a:pt x="840" y="55"/>
                      <a:pt x="825" y="16"/>
                      <a:pt x="789" y="4"/>
                    </a:cubicBezTo>
                    <a:cubicBezTo>
                      <a:pt x="782" y="2"/>
                      <a:pt x="775" y="1"/>
                      <a:pt x="7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Google Shape;1919;p55"/>
              <p:cNvSpPr/>
              <p:nvPr/>
            </p:nvSpPr>
            <p:spPr>
              <a:xfrm>
                <a:off x="6720000" y="3441700"/>
                <a:ext cx="123700" cy="61925"/>
              </a:xfrm>
              <a:custGeom>
                <a:avLst/>
                <a:gdLst/>
                <a:ahLst/>
                <a:cxnLst/>
                <a:rect l="l" t="t" r="r" b="b"/>
                <a:pathLst>
                  <a:path w="4948" h="2477" extrusionOk="0">
                    <a:moveTo>
                      <a:pt x="4275" y="1"/>
                    </a:moveTo>
                    <a:cubicBezTo>
                      <a:pt x="2692" y="1"/>
                      <a:pt x="1512" y="343"/>
                      <a:pt x="761" y="1026"/>
                    </a:cubicBezTo>
                    <a:cubicBezTo>
                      <a:pt x="48" y="1672"/>
                      <a:pt x="4" y="2377"/>
                      <a:pt x="0" y="2409"/>
                    </a:cubicBezTo>
                    <a:cubicBezTo>
                      <a:pt x="0" y="2444"/>
                      <a:pt x="28" y="2476"/>
                      <a:pt x="64" y="2476"/>
                    </a:cubicBezTo>
                    <a:lnTo>
                      <a:pt x="68" y="2476"/>
                    </a:lnTo>
                    <a:cubicBezTo>
                      <a:pt x="103" y="2476"/>
                      <a:pt x="131" y="2448"/>
                      <a:pt x="135" y="2413"/>
                    </a:cubicBezTo>
                    <a:cubicBezTo>
                      <a:pt x="135" y="2409"/>
                      <a:pt x="175" y="1783"/>
                      <a:pt x="769" y="1197"/>
                    </a:cubicBezTo>
                    <a:cubicBezTo>
                      <a:pt x="1277" y="696"/>
                      <a:pt x="2296" y="132"/>
                      <a:pt x="4299" y="132"/>
                    </a:cubicBezTo>
                    <a:cubicBezTo>
                      <a:pt x="4483" y="132"/>
                      <a:pt x="4675" y="137"/>
                      <a:pt x="4876" y="147"/>
                    </a:cubicBezTo>
                    <a:cubicBezTo>
                      <a:pt x="4878" y="147"/>
                      <a:pt x="4880" y="147"/>
                      <a:pt x="4882" y="147"/>
                    </a:cubicBezTo>
                    <a:cubicBezTo>
                      <a:pt x="4912" y="147"/>
                      <a:pt x="4944" y="121"/>
                      <a:pt x="4944" y="88"/>
                    </a:cubicBezTo>
                    <a:cubicBezTo>
                      <a:pt x="4948" y="48"/>
                      <a:pt x="4920" y="20"/>
                      <a:pt x="4880" y="16"/>
                    </a:cubicBezTo>
                    <a:cubicBezTo>
                      <a:pt x="4672" y="6"/>
                      <a:pt x="4470" y="1"/>
                      <a:pt x="427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Google Shape;1920;p55"/>
              <p:cNvSpPr/>
              <p:nvPr/>
            </p:nvSpPr>
            <p:spPr>
              <a:xfrm>
                <a:off x="6836650" y="3380425"/>
                <a:ext cx="16450" cy="98925"/>
              </a:xfrm>
              <a:custGeom>
                <a:avLst/>
                <a:gdLst/>
                <a:ahLst/>
                <a:cxnLst/>
                <a:rect l="l" t="t" r="r" b="b"/>
                <a:pathLst>
                  <a:path w="658" h="3957" extrusionOk="0">
                    <a:moveTo>
                      <a:pt x="585" y="0"/>
                    </a:moveTo>
                    <a:cubicBezTo>
                      <a:pt x="556" y="0"/>
                      <a:pt x="530" y="19"/>
                      <a:pt x="523" y="47"/>
                    </a:cubicBezTo>
                    <a:cubicBezTo>
                      <a:pt x="519" y="63"/>
                      <a:pt x="0" y="1838"/>
                      <a:pt x="218" y="3897"/>
                    </a:cubicBezTo>
                    <a:cubicBezTo>
                      <a:pt x="222" y="3933"/>
                      <a:pt x="250" y="3957"/>
                      <a:pt x="282" y="3957"/>
                    </a:cubicBezTo>
                    <a:lnTo>
                      <a:pt x="290" y="3957"/>
                    </a:lnTo>
                    <a:cubicBezTo>
                      <a:pt x="325" y="3953"/>
                      <a:pt x="353" y="3921"/>
                      <a:pt x="349" y="3885"/>
                    </a:cubicBezTo>
                    <a:cubicBezTo>
                      <a:pt x="135" y="1853"/>
                      <a:pt x="646" y="103"/>
                      <a:pt x="650" y="87"/>
                    </a:cubicBezTo>
                    <a:cubicBezTo>
                      <a:pt x="658" y="51"/>
                      <a:pt x="638" y="12"/>
                      <a:pt x="606" y="4"/>
                    </a:cubicBezTo>
                    <a:cubicBezTo>
                      <a:pt x="599" y="1"/>
                      <a:pt x="592" y="0"/>
                      <a:pt x="58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Google Shape;1921;p55"/>
              <p:cNvSpPr/>
              <p:nvPr/>
            </p:nvSpPr>
            <p:spPr>
              <a:xfrm>
                <a:off x="6561175" y="3763075"/>
                <a:ext cx="79825" cy="52750"/>
              </a:xfrm>
              <a:custGeom>
                <a:avLst/>
                <a:gdLst/>
                <a:ahLst/>
                <a:cxnLst/>
                <a:rect l="l" t="t" r="r" b="b"/>
                <a:pathLst>
                  <a:path w="3193" h="2110" extrusionOk="0">
                    <a:moveTo>
                      <a:pt x="3123" y="1"/>
                    </a:moveTo>
                    <a:cubicBezTo>
                      <a:pt x="3095" y="1"/>
                      <a:pt x="3065" y="20"/>
                      <a:pt x="3058" y="50"/>
                    </a:cubicBezTo>
                    <a:cubicBezTo>
                      <a:pt x="2539" y="1947"/>
                      <a:pt x="91" y="1979"/>
                      <a:pt x="68" y="1979"/>
                    </a:cubicBezTo>
                    <a:cubicBezTo>
                      <a:pt x="32" y="1979"/>
                      <a:pt x="0" y="2011"/>
                      <a:pt x="0" y="2046"/>
                    </a:cubicBezTo>
                    <a:cubicBezTo>
                      <a:pt x="0" y="2082"/>
                      <a:pt x="32" y="2110"/>
                      <a:pt x="68" y="2110"/>
                    </a:cubicBezTo>
                    <a:cubicBezTo>
                      <a:pt x="91" y="2110"/>
                      <a:pt x="2638" y="2078"/>
                      <a:pt x="3185" y="86"/>
                    </a:cubicBezTo>
                    <a:cubicBezTo>
                      <a:pt x="3193" y="50"/>
                      <a:pt x="3173" y="14"/>
                      <a:pt x="3137" y="2"/>
                    </a:cubicBezTo>
                    <a:cubicBezTo>
                      <a:pt x="3133" y="1"/>
                      <a:pt x="3128" y="1"/>
                      <a:pt x="31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Google Shape;1922;p55"/>
              <p:cNvSpPr/>
              <p:nvPr/>
            </p:nvSpPr>
            <p:spPr>
              <a:xfrm>
                <a:off x="6979425" y="3582225"/>
                <a:ext cx="18450" cy="60125"/>
              </a:xfrm>
              <a:custGeom>
                <a:avLst/>
                <a:gdLst/>
                <a:ahLst/>
                <a:cxnLst/>
                <a:rect l="l" t="t" r="r" b="b"/>
                <a:pathLst>
                  <a:path w="738" h="2405" extrusionOk="0">
                    <a:moveTo>
                      <a:pt x="664" y="1"/>
                    </a:moveTo>
                    <a:cubicBezTo>
                      <a:pt x="643" y="1"/>
                      <a:pt x="622" y="10"/>
                      <a:pt x="607" y="28"/>
                    </a:cubicBezTo>
                    <a:cubicBezTo>
                      <a:pt x="1" y="871"/>
                      <a:pt x="219" y="2285"/>
                      <a:pt x="227" y="2349"/>
                    </a:cubicBezTo>
                    <a:cubicBezTo>
                      <a:pt x="231" y="2380"/>
                      <a:pt x="258" y="2404"/>
                      <a:pt x="290" y="2404"/>
                    </a:cubicBezTo>
                    <a:lnTo>
                      <a:pt x="302" y="2400"/>
                    </a:lnTo>
                    <a:cubicBezTo>
                      <a:pt x="338" y="2396"/>
                      <a:pt x="361" y="2361"/>
                      <a:pt x="357" y="2325"/>
                    </a:cubicBezTo>
                    <a:cubicBezTo>
                      <a:pt x="354" y="2313"/>
                      <a:pt x="140" y="903"/>
                      <a:pt x="714" y="103"/>
                    </a:cubicBezTo>
                    <a:cubicBezTo>
                      <a:pt x="738" y="75"/>
                      <a:pt x="730" y="36"/>
                      <a:pt x="702" y="12"/>
                    </a:cubicBezTo>
                    <a:cubicBezTo>
                      <a:pt x="690" y="4"/>
                      <a:pt x="677" y="1"/>
                      <a:pt x="6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Google Shape;1923;p55"/>
              <p:cNvSpPr/>
              <p:nvPr/>
            </p:nvSpPr>
            <p:spPr>
              <a:xfrm>
                <a:off x="6940025" y="3386800"/>
                <a:ext cx="75775" cy="75225"/>
              </a:xfrm>
              <a:custGeom>
                <a:avLst/>
                <a:gdLst/>
                <a:ahLst/>
                <a:cxnLst/>
                <a:rect l="l" t="t" r="r" b="b"/>
                <a:pathLst>
                  <a:path w="3031" h="3009" extrusionOk="0">
                    <a:moveTo>
                      <a:pt x="2956" y="0"/>
                    </a:moveTo>
                    <a:cubicBezTo>
                      <a:pt x="2936" y="0"/>
                      <a:pt x="2916" y="10"/>
                      <a:pt x="2904" y="26"/>
                    </a:cubicBezTo>
                    <a:cubicBezTo>
                      <a:pt x="2888" y="46"/>
                      <a:pt x="1569" y="1852"/>
                      <a:pt x="40" y="2886"/>
                    </a:cubicBezTo>
                    <a:cubicBezTo>
                      <a:pt x="8" y="2906"/>
                      <a:pt x="1" y="2949"/>
                      <a:pt x="20" y="2977"/>
                    </a:cubicBezTo>
                    <a:cubicBezTo>
                      <a:pt x="32" y="2997"/>
                      <a:pt x="56" y="3009"/>
                      <a:pt x="76" y="3009"/>
                    </a:cubicBezTo>
                    <a:cubicBezTo>
                      <a:pt x="88" y="3009"/>
                      <a:pt x="100" y="3005"/>
                      <a:pt x="111" y="2997"/>
                    </a:cubicBezTo>
                    <a:cubicBezTo>
                      <a:pt x="1664" y="1947"/>
                      <a:pt x="2995" y="125"/>
                      <a:pt x="3011" y="105"/>
                    </a:cubicBezTo>
                    <a:cubicBezTo>
                      <a:pt x="3031" y="77"/>
                      <a:pt x="3023" y="34"/>
                      <a:pt x="2995" y="14"/>
                    </a:cubicBezTo>
                    <a:cubicBezTo>
                      <a:pt x="2984" y="4"/>
                      <a:pt x="2970" y="0"/>
                      <a:pt x="29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Google Shape;1924;p55"/>
              <p:cNvSpPr/>
              <p:nvPr/>
            </p:nvSpPr>
            <p:spPr>
              <a:xfrm>
                <a:off x="6881800" y="3684100"/>
                <a:ext cx="149150" cy="129450"/>
              </a:xfrm>
              <a:custGeom>
                <a:avLst/>
                <a:gdLst/>
                <a:ahLst/>
                <a:cxnLst/>
                <a:rect l="l" t="t" r="r" b="b"/>
                <a:pathLst>
                  <a:path w="5966" h="5178" extrusionOk="0">
                    <a:moveTo>
                      <a:pt x="2864" y="1"/>
                    </a:moveTo>
                    <a:cubicBezTo>
                      <a:pt x="1399" y="1"/>
                      <a:pt x="163" y="987"/>
                      <a:pt x="36" y="2314"/>
                    </a:cubicBezTo>
                    <a:cubicBezTo>
                      <a:pt x="1" y="2714"/>
                      <a:pt x="64" y="3102"/>
                      <a:pt x="214" y="3455"/>
                    </a:cubicBezTo>
                    <a:cubicBezTo>
                      <a:pt x="512" y="3494"/>
                      <a:pt x="832" y="3581"/>
                      <a:pt x="1173" y="3708"/>
                    </a:cubicBezTo>
                    <a:cubicBezTo>
                      <a:pt x="1209" y="3720"/>
                      <a:pt x="1224" y="3756"/>
                      <a:pt x="1213" y="3791"/>
                    </a:cubicBezTo>
                    <a:cubicBezTo>
                      <a:pt x="1205" y="3819"/>
                      <a:pt x="1177" y="3835"/>
                      <a:pt x="1153" y="3835"/>
                    </a:cubicBezTo>
                    <a:cubicBezTo>
                      <a:pt x="1145" y="3835"/>
                      <a:pt x="1137" y="3835"/>
                      <a:pt x="1129" y="3831"/>
                    </a:cubicBezTo>
                    <a:cubicBezTo>
                      <a:pt x="828" y="3720"/>
                      <a:pt x="547" y="3641"/>
                      <a:pt x="282" y="3597"/>
                    </a:cubicBezTo>
                    <a:lnTo>
                      <a:pt x="282" y="3597"/>
                    </a:lnTo>
                    <a:cubicBezTo>
                      <a:pt x="702" y="4437"/>
                      <a:pt x="1601" y="5059"/>
                      <a:pt x="2690" y="5166"/>
                    </a:cubicBezTo>
                    <a:cubicBezTo>
                      <a:pt x="2793" y="5174"/>
                      <a:pt x="2896" y="5178"/>
                      <a:pt x="3003" y="5178"/>
                    </a:cubicBezTo>
                    <a:cubicBezTo>
                      <a:pt x="4468" y="5178"/>
                      <a:pt x="5704" y="4191"/>
                      <a:pt x="5827" y="2864"/>
                    </a:cubicBezTo>
                    <a:cubicBezTo>
                      <a:pt x="5966" y="1442"/>
                      <a:pt x="4777" y="167"/>
                      <a:pt x="3177" y="17"/>
                    </a:cubicBezTo>
                    <a:cubicBezTo>
                      <a:pt x="3074" y="5"/>
                      <a:pt x="2967" y="1"/>
                      <a:pt x="28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Google Shape;1925;p55"/>
              <p:cNvSpPr/>
              <p:nvPr/>
            </p:nvSpPr>
            <p:spPr>
              <a:xfrm>
                <a:off x="6887150" y="3770450"/>
                <a:ext cx="25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11" h="381" extrusionOk="0">
                    <a:moveTo>
                      <a:pt x="0" y="1"/>
                    </a:moveTo>
                    <a:cubicBezTo>
                      <a:pt x="24" y="52"/>
                      <a:pt x="44" y="100"/>
                      <a:pt x="68" y="143"/>
                    </a:cubicBezTo>
                    <a:cubicBezTo>
                      <a:pt x="333" y="187"/>
                      <a:pt x="614" y="266"/>
                      <a:pt x="915" y="377"/>
                    </a:cubicBezTo>
                    <a:cubicBezTo>
                      <a:pt x="923" y="381"/>
                      <a:pt x="931" y="381"/>
                      <a:pt x="939" y="381"/>
                    </a:cubicBezTo>
                    <a:cubicBezTo>
                      <a:pt x="963" y="381"/>
                      <a:pt x="991" y="365"/>
                      <a:pt x="999" y="337"/>
                    </a:cubicBezTo>
                    <a:cubicBezTo>
                      <a:pt x="1010" y="302"/>
                      <a:pt x="995" y="266"/>
                      <a:pt x="959" y="254"/>
                    </a:cubicBezTo>
                    <a:cubicBezTo>
                      <a:pt x="618" y="127"/>
                      <a:pt x="298" y="40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Google Shape;1926;p55"/>
              <p:cNvSpPr/>
              <p:nvPr/>
            </p:nvSpPr>
            <p:spPr>
              <a:xfrm>
                <a:off x="6556025" y="3630425"/>
                <a:ext cx="146975" cy="129450"/>
              </a:xfrm>
              <a:custGeom>
                <a:avLst/>
                <a:gdLst/>
                <a:ahLst/>
                <a:cxnLst/>
                <a:rect l="l" t="t" r="r" b="b"/>
                <a:pathLst>
                  <a:path w="5879" h="5178" extrusionOk="0">
                    <a:moveTo>
                      <a:pt x="2852" y="1"/>
                    </a:moveTo>
                    <a:cubicBezTo>
                      <a:pt x="1387" y="1"/>
                      <a:pt x="151" y="987"/>
                      <a:pt x="28" y="2314"/>
                    </a:cubicBezTo>
                    <a:cubicBezTo>
                      <a:pt x="0" y="2603"/>
                      <a:pt x="24" y="2880"/>
                      <a:pt x="99" y="3150"/>
                    </a:cubicBezTo>
                    <a:cubicBezTo>
                      <a:pt x="464" y="3316"/>
                      <a:pt x="864" y="3423"/>
                      <a:pt x="1284" y="3447"/>
                    </a:cubicBezTo>
                    <a:cubicBezTo>
                      <a:pt x="1339" y="3451"/>
                      <a:pt x="1391" y="3451"/>
                      <a:pt x="1442" y="3451"/>
                    </a:cubicBezTo>
                    <a:cubicBezTo>
                      <a:pt x="2721" y="3451"/>
                      <a:pt x="3981" y="2631"/>
                      <a:pt x="5189" y="1015"/>
                    </a:cubicBezTo>
                    <a:cubicBezTo>
                      <a:pt x="4710" y="472"/>
                      <a:pt x="3993" y="92"/>
                      <a:pt x="3165" y="17"/>
                    </a:cubicBezTo>
                    <a:cubicBezTo>
                      <a:pt x="3062" y="5"/>
                      <a:pt x="2955" y="1"/>
                      <a:pt x="2852" y="1"/>
                    </a:cubicBezTo>
                    <a:close/>
                    <a:moveTo>
                      <a:pt x="5276" y="1118"/>
                    </a:moveTo>
                    <a:cubicBezTo>
                      <a:pt x="4048" y="2754"/>
                      <a:pt x="2757" y="3582"/>
                      <a:pt x="1442" y="3582"/>
                    </a:cubicBezTo>
                    <a:cubicBezTo>
                      <a:pt x="1387" y="3582"/>
                      <a:pt x="1331" y="3582"/>
                      <a:pt x="1276" y="3578"/>
                    </a:cubicBezTo>
                    <a:cubicBezTo>
                      <a:pt x="880" y="3558"/>
                      <a:pt x="503" y="3463"/>
                      <a:pt x="151" y="3316"/>
                    </a:cubicBezTo>
                    <a:lnTo>
                      <a:pt x="151" y="3316"/>
                    </a:lnTo>
                    <a:cubicBezTo>
                      <a:pt x="495" y="4291"/>
                      <a:pt x="1470" y="5047"/>
                      <a:pt x="2678" y="5162"/>
                    </a:cubicBezTo>
                    <a:cubicBezTo>
                      <a:pt x="2781" y="5174"/>
                      <a:pt x="2888" y="5178"/>
                      <a:pt x="2991" y="5178"/>
                    </a:cubicBezTo>
                    <a:cubicBezTo>
                      <a:pt x="4456" y="5178"/>
                      <a:pt x="5692" y="4192"/>
                      <a:pt x="5819" y="2865"/>
                    </a:cubicBezTo>
                    <a:cubicBezTo>
                      <a:pt x="5878" y="2223"/>
                      <a:pt x="5668" y="1609"/>
                      <a:pt x="5276" y="111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Google Shape;1927;p55"/>
              <p:cNvSpPr/>
              <p:nvPr/>
            </p:nvSpPr>
            <p:spPr>
              <a:xfrm>
                <a:off x="6558500" y="3655775"/>
                <a:ext cx="129450" cy="64200"/>
              </a:xfrm>
              <a:custGeom>
                <a:avLst/>
                <a:gdLst/>
                <a:ahLst/>
                <a:cxnLst/>
                <a:rect l="l" t="t" r="r" b="b"/>
                <a:pathLst>
                  <a:path w="5178" h="2568" extrusionOk="0">
                    <a:moveTo>
                      <a:pt x="5090" y="1"/>
                    </a:moveTo>
                    <a:cubicBezTo>
                      <a:pt x="3882" y="1617"/>
                      <a:pt x="2622" y="2437"/>
                      <a:pt x="1343" y="2437"/>
                    </a:cubicBezTo>
                    <a:cubicBezTo>
                      <a:pt x="1292" y="2437"/>
                      <a:pt x="1240" y="2437"/>
                      <a:pt x="1185" y="2433"/>
                    </a:cubicBezTo>
                    <a:cubicBezTo>
                      <a:pt x="765" y="2409"/>
                      <a:pt x="365" y="2302"/>
                      <a:pt x="0" y="2136"/>
                    </a:cubicBezTo>
                    <a:lnTo>
                      <a:pt x="0" y="2136"/>
                    </a:lnTo>
                    <a:cubicBezTo>
                      <a:pt x="16" y="2191"/>
                      <a:pt x="32" y="2247"/>
                      <a:pt x="52" y="2302"/>
                    </a:cubicBezTo>
                    <a:cubicBezTo>
                      <a:pt x="404" y="2449"/>
                      <a:pt x="781" y="2544"/>
                      <a:pt x="1177" y="2564"/>
                    </a:cubicBezTo>
                    <a:cubicBezTo>
                      <a:pt x="1232" y="2568"/>
                      <a:pt x="1288" y="2568"/>
                      <a:pt x="1343" y="2568"/>
                    </a:cubicBezTo>
                    <a:cubicBezTo>
                      <a:pt x="2658" y="2568"/>
                      <a:pt x="3949" y="1740"/>
                      <a:pt x="5177" y="104"/>
                    </a:cubicBezTo>
                    <a:cubicBezTo>
                      <a:pt x="5149" y="68"/>
                      <a:pt x="5118" y="33"/>
                      <a:pt x="509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Google Shape;1928;p55"/>
              <p:cNvSpPr/>
              <p:nvPr/>
            </p:nvSpPr>
            <p:spPr>
              <a:xfrm>
                <a:off x="6608275" y="3588750"/>
                <a:ext cx="116400" cy="72250"/>
              </a:xfrm>
              <a:custGeom>
                <a:avLst/>
                <a:gdLst/>
                <a:ahLst/>
                <a:cxnLst/>
                <a:rect l="l" t="t" r="r" b="b"/>
                <a:pathLst>
                  <a:path w="4656" h="2890" extrusionOk="0">
                    <a:moveTo>
                      <a:pt x="4404" y="0"/>
                    </a:moveTo>
                    <a:cubicBezTo>
                      <a:pt x="4208" y="0"/>
                      <a:pt x="3642" y="1154"/>
                      <a:pt x="2465" y="1343"/>
                    </a:cubicBezTo>
                    <a:cubicBezTo>
                      <a:pt x="2353" y="1362"/>
                      <a:pt x="2244" y="1370"/>
                      <a:pt x="2138" y="1370"/>
                    </a:cubicBezTo>
                    <a:cubicBezTo>
                      <a:pt x="1179" y="1370"/>
                      <a:pt x="459" y="694"/>
                      <a:pt x="233" y="694"/>
                    </a:cubicBezTo>
                    <a:cubicBezTo>
                      <a:pt x="210" y="694"/>
                      <a:pt x="192" y="702"/>
                      <a:pt x="180" y="717"/>
                    </a:cubicBezTo>
                    <a:cubicBezTo>
                      <a:pt x="1" y="942"/>
                      <a:pt x="1005" y="2889"/>
                      <a:pt x="2418" y="2889"/>
                    </a:cubicBezTo>
                    <a:cubicBezTo>
                      <a:pt x="2474" y="2889"/>
                      <a:pt x="2531" y="2886"/>
                      <a:pt x="2588" y="2880"/>
                    </a:cubicBezTo>
                    <a:cubicBezTo>
                      <a:pt x="4172" y="2702"/>
                      <a:pt x="4656" y="163"/>
                      <a:pt x="4430" y="8"/>
                    </a:cubicBezTo>
                    <a:cubicBezTo>
                      <a:pt x="4422" y="3"/>
                      <a:pt x="4414" y="0"/>
                      <a:pt x="44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Google Shape;1929;p55"/>
              <p:cNvSpPr/>
              <p:nvPr/>
            </p:nvSpPr>
            <p:spPr>
              <a:xfrm>
                <a:off x="6888625" y="3639200"/>
                <a:ext cx="113625" cy="76600"/>
              </a:xfrm>
              <a:custGeom>
                <a:avLst/>
                <a:gdLst/>
                <a:ahLst/>
                <a:cxnLst/>
                <a:rect l="l" t="t" r="r" b="b"/>
                <a:pathLst>
                  <a:path w="4545" h="3064" extrusionOk="0">
                    <a:moveTo>
                      <a:pt x="296" y="0"/>
                    </a:moveTo>
                    <a:cubicBezTo>
                      <a:pt x="287" y="0"/>
                      <a:pt x="278" y="2"/>
                      <a:pt x="270" y="6"/>
                    </a:cubicBezTo>
                    <a:cubicBezTo>
                      <a:pt x="1" y="141"/>
                      <a:pt x="108" y="2502"/>
                      <a:pt x="1534" y="2985"/>
                    </a:cubicBezTo>
                    <a:cubicBezTo>
                      <a:pt x="1696" y="3039"/>
                      <a:pt x="1858" y="3064"/>
                      <a:pt x="2019" y="3064"/>
                    </a:cubicBezTo>
                    <a:cubicBezTo>
                      <a:pt x="3352" y="3064"/>
                      <a:pt x="4545" y="1371"/>
                      <a:pt x="4421" y="1159"/>
                    </a:cubicBezTo>
                    <a:cubicBezTo>
                      <a:pt x="4411" y="1143"/>
                      <a:pt x="4394" y="1135"/>
                      <a:pt x="4369" y="1135"/>
                    </a:cubicBezTo>
                    <a:cubicBezTo>
                      <a:pt x="4166" y="1135"/>
                      <a:pt x="3481" y="1621"/>
                      <a:pt x="2640" y="1621"/>
                    </a:cubicBezTo>
                    <a:cubicBezTo>
                      <a:pt x="2458" y="1621"/>
                      <a:pt x="2269" y="1598"/>
                      <a:pt x="2076" y="1543"/>
                    </a:cubicBezTo>
                    <a:cubicBezTo>
                      <a:pt x="927" y="1216"/>
                      <a:pt x="513" y="0"/>
                      <a:pt x="29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Google Shape;1930;p55"/>
              <p:cNvSpPr/>
              <p:nvPr/>
            </p:nvSpPr>
            <p:spPr>
              <a:xfrm>
                <a:off x="6673350" y="3677175"/>
                <a:ext cx="225600" cy="65275"/>
              </a:xfrm>
              <a:custGeom>
                <a:avLst/>
                <a:gdLst/>
                <a:ahLst/>
                <a:cxnLst/>
                <a:rect l="l" t="t" r="r" b="b"/>
                <a:pathLst>
                  <a:path w="9024" h="2611" extrusionOk="0">
                    <a:moveTo>
                      <a:pt x="1425" y="1"/>
                    </a:moveTo>
                    <a:cubicBezTo>
                      <a:pt x="960" y="1"/>
                      <a:pt x="381" y="185"/>
                      <a:pt x="88" y="559"/>
                    </a:cubicBezTo>
                    <a:cubicBezTo>
                      <a:pt x="1" y="674"/>
                      <a:pt x="21" y="840"/>
                      <a:pt x="136" y="927"/>
                    </a:cubicBezTo>
                    <a:cubicBezTo>
                      <a:pt x="184" y="966"/>
                      <a:pt x="242" y="985"/>
                      <a:pt x="300" y="985"/>
                    </a:cubicBezTo>
                    <a:cubicBezTo>
                      <a:pt x="378" y="985"/>
                      <a:pt x="455" y="950"/>
                      <a:pt x="508" y="884"/>
                    </a:cubicBezTo>
                    <a:cubicBezTo>
                      <a:pt x="685" y="655"/>
                      <a:pt x="1107" y="529"/>
                      <a:pt x="1432" y="529"/>
                    </a:cubicBezTo>
                    <a:cubicBezTo>
                      <a:pt x="1456" y="529"/>
                      <a:pt x="1479" y="530"/>
                      <a:pt x="1502" y="531"/>
                    </a:cubicBezTo>
                    <a:cubicBezTo>
                      <a:pt x="1720" y="543"/>
                      <a:pt x="1910" y="634"/>
                      <a:pt x="2017" y="773"/>
                    </a:cubicBezTo>
                    <a:cubicBezTo>
                      <a:pt x="2057" y="828"/>
                      <a:pt x="2096" y="884"/>
                      <a:pt x="2140" y="943"/>
                    </a:cubicBezTo>
                    <a:cubicBezTo>
                      <a:pt x="2354" y="1250"/>
                      <a:pt x="2682" y="1715"/>
                      <a:pt x="3173" y="1715"/>
                    </a:cubicBezTo>
                    <a:cubicBezTo>
                      <a:pt x="3328" y="1715"/>
                      <a:pt x="3499" y="1669"/>
                      <a:pt x="3688" y="1557"/>
                    </a:cubicBezTo>
                    <a:cubicBezTo>
                      <a:pt x="3847" y="1462"/>
                      <a:pt x="3986" y="1339"/>
                      <a:pt x="4116" y="1220"/>
                    </a:cubicBezTo>
                    <a:cubicBezTo>
                      <a:pt x="4281" y="1075"/>
                      <a:pt x="4448" y="923"/>
                      <a:pt x="4577" y="923"/>
                    </a:cubicBezTo>
                    <a:cubicBezTo>
                      <a:pt x="4582" y="923"/>
                      <a:pt x="4587" y="923"/>
                      <a:pt x="4592" y="923"/>
                    </a:cubicBezTo>
                    <a:cubicBezTo>
                      <a:pt x="4699" y="927"/>
                      <a:pt x="4817" y="1042"/>
                      <a:pt x="4897" y="1133"/>
                    </a:cubicBezTo>
                    <a:cubicBezTo>
                      <a:pt x="4956" y="1201"/>
                      <a:pt x="5007" y="1276"/>
                      <a:pt x="5067" y="1359"/>
                    </a:cubicBezTo>
                    <a:cubicBezTo>
                      <a:pt x="5174" y="1510"/>
                      <a:pt x="5285" y="1664"/>
                      <a:pt x="5443" y="1795"/>
                    </a:cubicBezTo>
                    <a:cubicBezTo>
                      <a:pt x="5667" y="1978"/>
                      <a:pt x="5950" y="2072"/>
                      <a:pt x="6234" y="2072"/>
                    </a:cubicBezTo>
                    <a:cubicBezTo>
                      <a:pt x="6423" y="2072"/>
                      <a:pt x="6611" y="2031"/>
                      <a:pt x="6782" y="1945"/>
                    </a:cubicBezTo>
                    <a:cubicBezTo>
                      <a:pt x="6917" y="1874"/>
                      <a:pt x="7028" y="1791"/>
                      <a:pt x="7138" y="1704"/>
                    </a:cubicBezTo>
                    <a:cubicBezTo>
                      <a:pt x="7249" y="1616"/>
                      <a:pt x="7356" y="1537"/>
                      <a:pt x="7467" y="1498"/>
                    </a:cubicBezTo>
                    <a:cubicBezTo>
                      <a:pt x="7531" y="1473"/>
                      <a:pt x="7598" y="1461"/>
                      <a:pt x="7666" y="1461"/>
                    </a:cubicBezTo>
                    <a:cubicBezTo>
                      <a:pt x="7818" y="1461"/>
                      <a:pt x="7975" y="1520"/>
                      <a:pt x="8117" y="1632"/>
                    </a:cubicBezTo>
                    <a:cubicBezTo>
                      <a:pt x="8346" y="1811"/>
                      <a:pt x="8481" y="2080"/>
                      <a:pt x="8453" y="2318"/>
                    </a:cubicBezTo>
                    <a:cubicBezTo>
                      <a:pt x="8442" y="2464"/>
                      <a:pt x="8545" y="2595"/>
                      <a:pt x="8691" y="2611"/>
                    </a:cubicBezTo>
                    <a:lnTo>
                      <a:pt x="8719" y="2611"/>
                    </a:lnTo>
                    <a:cubicBezTo>
                      <a:pt x="8853" y="2611"/>
                      <a:pt x="8968" y="2508"/>
                      <a:pt x="8980" y="2373"/>
                    </a:cubicBezTo>
                    <a:cubicBezTo>
                      <a:pt x="9024" y="1949"/>
                      <a:pt x="8818" y="1506"/>
                      <a:pt x="8442" y="1212"/>
                    </a:cubicBezTo>
                    <a:cubicBezTo>
                      <a:pt x="8206" y="1031"/>
                      <a:pt x="7931" y="935"/>
                      <a:pt x="7663" y="935"/>
                    </a:cubicBezTo>
                    <a:cubicBezTo>
                      <a:pt x="7534" y="935"/>
                      <a:pt x="7406" y="958"/>
                      <a:pt x="7285" y="1003"/>
                    </a:cubicBezTo>
                    <a:cubicBezTo>
                      <a:pt x="7099" y="1070"/>
                      <a:pt x="6948" y="1185"/>
                      <a:pt x="6814" y="1288"/>
                    </a:cubicBezTo>
                    <a:cubicBezTo>
                      <a:pt x="6723" y="1359"/>
                      <a:pt x="6635" y="1426"/>
                      <a:pt x="6544" y="1470"/>
                    </a:cubicBezTo>
                    <a:cubicBezTo>
                      <a:pt x="6448" y="1519"/>
                      <a:pt x="6340" y="1543"/>
                      <a:pt x="6232" y="1543"/>
                    </a:cubicBezTo>
                    <a:cubicBezTo>
                      <a:pt x="6069" y="1543"/>
                      <a:pt x="5906" y="1489"/>
                      <a:pt x="5780" y="1387"/>
                    </a:cubicBezTo>
                    <a:cubicBezTo>
                      <a:pt x="5673" y="1300"/>
                      <a:pt x="5586" y="1177"/>
                      <a:pt x="5495" y="1050"/>
                    </a:cubicBezTo>
                    <a:cubicBezTo>
                      <a:pt x="5431" y="963"/>
                      <a:pt x="5368" y="876"/>
                      <a:pt x="5297" y="789"/>
                    </a:cubicBezTo>
                    <a:cubicBezTo>
                      <a:pt x="5079" y="539"/>
                      <a:pt x="4861" y="408"/>
                      <a:pt x="4627" y="397"/>
                    </a:cubicBezTo>
                    <a:cubicBezTo>
                      <a:pt x="4611" y="395"/>
                      <a:pt x="4595" y="395"/>
                      <a:pt x="4580" y="395"/>
                    </a:cubicBezTo>
                    <a:cubicBezTo>
                      <a:pt x="4254" y="395"/>
                      <a:pt x="3994" y="624"/>
                      <a:pt x="3768" y="828"/>
                    </a:cubicBezTo>
                    <a:cubicBezTo>
                      <a:pt x="3653" y="931"/>
                      <a:pt x="3534" y="1034"/>
                      <a:pt x="3419" y="1106"/>
                    </a:cubicBezTo>
                    <a:cubicBezTo>
                      <a:pt x="3329" y="1158"/>
                      <a:pt x="3251" y="1186"/>
                      <a:pt x="3177" y="1186"/>
                    </a:cubicBezTo>
                    <a:cubicBezTo>
                      <a:pt x="2992" y="1186"/>
                      <a:pt x="2832" y="1012"/>
                      <a:pt x="2572" y="638"/>
                    </a:cubicBezTo>
                    <a:cubicBezTo>
                      <a:pt x="2524" y="575"/>
                      <a:pt x="2480" y="515"/>
                      <a:pt x="2437" y="456"/>
                    </a:cubicBezTo>
                    <a:cubicBezTo>
                      <a:pt x="2239" y="191"/>
                      <a:pt x="1910" y="24"/>
                      <a:pt x="1534" y="4"/>
                    </a:cubicBezTo>
                    <a:cubicBezTo>
                      <a:pt x="1498" y="2"/>
                      <a:pt x="1462" y="1"/>
                      <a:pt x="14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Google Shape;1931;p55"/>
              <p:cNvSpPr/>
              <p:nvPr/>
            </p:nvSpPr>
            <p:spPr>
              <a:xfrm>
                <a:off x="6352225" y="3186825"/>
                <a:ext cx="426425" cy="345200"/>
              </a:xfrm>
              <a:custGeom>
                <a:avLst/>
                <a:gdLst/>
                <a:ahLst/>
                <a:cxnLst/>
                <a:rect l="l" t="t" r="r" b="b"/>
                <a:pathLst>
                  <a:path w="17057" h="13808" extrusionOk="0">
                    <a:moveTo>
                      <a:pt x="9582" y="0"/>
                    </a:moveTo>
                    <a:lnTo>
                      <a:pt x="6584" y="3795"/>
                    </a:lnTo>
                    <a:lnTo>
                      <a:pt x="3134" y="1898"/>
                    </a:lnTo>
                    <a:lnTo>
                      <a:pt x="3134" y="1898"/>
                    </a:lnTo>
                    <a:cubicBezTo>
                      <a:pt x="3324" y="2856"/>
                      <a:pt x="3518" y="3815"/>
                      <a:pt x="3708" y="4773"/>
                    </a:cubicBezTo>
                    <a:lnTo>
                      <a:pt x="1" y="5811"/>
                    </a:lnTo>
                    <a:lnTo>
                      <a:pt x="2801" y="7768"/>
                    </a:lnTo>
                    <a:lnTo>
                      <a:pt x="36" y="10069"/>
                    </a:lnTo>
                    <a:lnTo>
                      <a:pt x="3534" y="10469"/>
                    </a:lnTo>
                    <a:lnTo>
                      <a:pt x="3364" y="13289"/>
                    </a:lnTo>
                    <a:lnTo>
                      <a:pt x="6413" y="11103"/>
                    </a:lnTo>
                    <a:lnTo>
                      <a:pt x="6758" y="13808"/>
                    </a:lnTo>
                    <a:lnTo>
                      <a:pt x="9337" y="10932"/>
                    </a:lnTo>
                    <a:lnTo>
                      <a:pt x="11147" y="13578"/>
                    </a:lnTo>
                    <a:lnTo>
                      <a:pt x="12101" y="10009"/>
                    </a:lnTo>
                    <a:lnTo>
                      <a:pt x="15496" y="10988"/>
                    </a:lnTo>
                    <a:lnTo>
                      <a:pt x="13547" y="8282"/>
                    </a:lnTo>
                    <a:lnTo>
                      <a:pt x="17056" y="8168"/>
                    </a:lnTo>
                    <a:lnTo>
                      <a:pt x="14537" y="6270"/>
                    </a:lnTo>
                    <a:lnTo>
                      <a:pt x="16759" y="4543"/>
                    </a:lnTo>
                    <a:lnTo>
                      <a:pt x="13052" y="4373"/>
                    </a:lnTo>
                    <a:lnTo>
                      <a:pt x="13377" y="1898"/>
                    </a:lnTo>
                    <a:lnTo>
                      <a:pt x="9950" y="3680"/>
                    </a:lnTo>
                    <a:lnTo>
                      <a:pt x="9582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Google Shape;1932;p55"/>
              <p:cNvSpPr/>
              <p:nvPr/>
            </p:nvSpPr>
            <p:spPr>
              <a:xfrm>
                <a:off x="6881600" y="3883925"/>
                <a:ext cx="362850" cy="193825"/>
              </a:xfrm>
              <a:custGeom>
                <a:avLst/>
                <a:gdLst/>
                <a:ahLst/>
                <a:cxnLst/>
                <a:rect l="l" t="t" r="r" b="b"/>
                <a:pathLst>
                  <a:path w="14514" h="7753" extrusionOk="0">
                    <a:moveTo>
                      <a:pt x="9851" y="0"/>
                    </a:moveTo>
                    <a:cubicBezTo>
                      <a:pt x="8712" y="0"/>
                      <a:pt x="7509" y="160"/>
                      <a:pt x="6425" y="627"/>
                    </a:cubicBezTo>
                    <a:cubicBezTo>
                      <a:pt x="6425" y="627"/>
                      <a:pt x="1078" y="1304"/>
                      <a:pt x="1" y="3478"/>
                    </a:cubicBezTo>
                    <a:cubicBezTo>
                      <a:pt x="1" y="3478"/>
                      <a:pt x="1347" y="4568"/>
                      <a:pt x="3110" y="4639"/>
                    </a:cubicBezTo>
                    <a:lnTo>
                      <a:pt x="6310" y="7752"/>
                    </a:lnTo>
                    <a:lnTo>
                      <a:pt x="9146" y="6889"/>
                    </a:lnTo>
                    <a:lnTo>
                      <a:pt x="8188" y="5356"/>
                    </a:lnTo>
                    <a:cubicBezTo>
                      <a:pt x="8188" y="5356"/>
                      <a:pt x="14410" y="5071"/>
                      <a:pt x="14513" y="757"/>
                    </a:cubicBezTo>
                    <a:cubicBezTo>
                      <a:pt x="14513" y="757"/>
                      <a:pt x="12332" y="0"/>
                      <a:pt x="9851" y="0"/>
                    </a:cubicBezTo>
                    <a:close/>
                  </a:path>
                </a:pathLst>
              </a:custGeom>
              <a:solidFill>
                <a:srgbClr val="6E61F4">
                  <a:alpha val="487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Mental Health Awareness and Self-Care - Health - 10th Grade by Slidesgo">
  <a:themeElements>
    <a:clrScheme name="Simple Light">
      <a:dk1>
        <a:srgbClr val="140755"/>
      </a:dk1>
      <a:lt1>
        <a:srgbClr val="FFFFFF"/>
      </a:lt1>
      <a:dk2>
        <a:srgbClr val="C4BFFA"/>
      </a:dk2>
      <a:lt2>
        <a:srgbClr val="4239A0"/>
      </a:lt2>
      <a:accent1>
        <a:srgbClr val="FFBACD"/>
      </a:accent1>
      <a:accent2>
        <a:srgbClr val="F76B95"/>
      </a:accent2>
      <a:accent3>
        <a:srgbClr val="DFDDFC"/>
      </a:accent3>
      <a:accent4>
        <a:srgbClr val="6E61F4"/>
      </a:accent4>
      <a:accent5>
        <a:srgbClr val="C1DF96"/>
      </a:accent5>
      <a:accent6>
        <a:srgbClr val="F0D574"/>
      </a:accent6>
      <a:hlink>
        <a:srgbClr val="14075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708</TotalTime>
  <Words>651</Words>
  <Application>Microsoft Macintosh PowerPoint</Application>
  <PresentationFormat>On-screen Show (16:9)</PresentationFormat>
  <Paragraphs>92</Paragraphs>
  <Slides>14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Roboto</vt:lpstr>
      <vt:lpstr>Arial</vt:lpstr>
      <vt:lpstr>Nunito Light</vt:lpstr>
      <vt:lpstr>Poppins</vt:lpstr>
      <vt:lpstr>Bitter</vt:lpstr>
      <vt:lpstr>DM Sans</vt:lpstr>
      <vt:lpstr>Source Sans Pro</vt:lpstr>
      <vt:lpstr>Mental Health Awareness and Self-Care - Health - 10th Grade by Slidesgo</vt:lpstr>
      <vt:lpstr>Personality (part 2)</vt:lpstr>
      <vt:lpstr>Quiz</vt:lpstr>
      <vt:lpstr>What type of medication is typically used to treat people with mood swings, aggression, and impulsivity?</vt:lpstr>
      <vt:lpstr>What is the most common type of therapy to treat personality disorders?</vt:lpstr>
      <vt:lpstr>Avoidant Personality Disorder, Dependent Personality Disorder, and Obsessive-Compulsive Personality Disorder are all part of which cluster?</vt:lpstr>
      <vt:lpstr>Personality “Types”</vt:lpstr>
      <vt:lpstr>Personality Types: Type A</vt:lpstr>
      <vt:lpstr>Personality Types: Type B</vt:lpstr>
      <vt:lpstr>Personality Types: Type C</vt:lpstr>
      <vt:lpstr>PowerPoint Presentation</vt:lpstr>
      <vt:lpstr>Personality Type: Type D</vt:lpstr>
      <vt:lpstr>Personality Types and The 5 Factor Model</vt:lpstr>
      <vt:lpstr>Outcomes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Personality</dc:title>
  <cp:lastModifiedBy>Renee El-krab (Student)</cp:lastModifiedBy>
  <cp:revision>15</cp:revision>
  <dcterms:modified xsi:type="dcterms:W3CDTF">2023-10-18T21:38:08Z</dcterms:modified>
</cp:coreProperties>
</file>