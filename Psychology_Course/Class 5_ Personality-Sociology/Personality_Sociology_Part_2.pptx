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8" r:id="rId1"/>
    <p:sldMasterId id="2147483719" r:id="rId2"/>
    <p:sldMasterId id="2147483720" r:id="rId3"/>
    <p:sldMasterId id="2147483721" r:id="rId4"/>
  </p:sldMasterIdLst>
  <p:notesMasterIdLst>
    <p:notesMasterId r:id="rId47"/>
  </p:notesMasterIdLst>
  <p:sldIdLst>
    <p:sldId id="304" r:id="rId34"/>
    <p:sldId id="305" r:id="rId35"/>
    <p:sldId id="306" r:id="rId36"/>
    <p:sldId id="307" r:id="rId37"/>
    <p:sldId id="308" r:id="rId38"/>
    <p:sldId id="309" r:id="rId39"/>
    <p:sldId id="310" r:id="rId40"/>
    <p:sldId id="311" r:id="rId41"/>
    <p:sldId id="312" r:id="rId42"/>
    <p:sldId id="313" r:id="rId43"/>
    <p:sldId id="314" r:id="rId44"/>
    <p:sldId id="315" r:id="rId45"/>
    <p:sldId id="316" r:id="rId46"/>
  </p:sldIdLst>
  <p:sldSz cx="9144000" cy="5143500" type="screen16x9"/>
  <p:notesSz cx="6858000" cy="9144000"/>
  <p:embeddedFontLst>
    <p:embeddedFont>
      <p:font typeface="Abril Fatface" panose="020F0502020204030204" pitchFamily="2" charset="0"/>
      <p:regular r:id="rId48"/>
    </p:embeddedFont>
    <p:embeddedFont>
      <p:font typeface="DM Sans" panose="020F0502020204030204" pitchFamily="2" charset="0"/>
      <p:regular r:id="rId49"/>
      <p:bold r:id="rId50"/>
      <p:italic r:id="rId51"/>
      <p:boldItalic r:id="rId52"/>
    </p:embeddedFont>
    <p:embeddedFont>
      <p:font typeface="Fira Sans Extra Condensed Medium" panose="020B0604020202020204" charset="0"/>
      <p:regular r:id="rId53"/>
      <p:bold r:id="rId54"/>
      <p:italic r:id="rId55"/>
      <p:boldItalic r:id="rId56"/>
    </p:embeddedFont>
    <p:embeddedFont>
      <p:font typeface="Jost" panose="020B0604020202020204" charset="0"/>
      <p:regular r:id="rId57"/>
      <p:bold r:id="rId58"/>
      <p:italic r:id="rId59"/>
      <p:boldItalic r:id="rId60"/>
    </p:embeddedFont>
    <p:embeddedFont>
      <p:font typeface="Nunito Light" pitchFamily="2" charset="0"/>
      <p:regular r:id="rId6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45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auren Stanwicks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6" y="58"/>
      </p:cViewPr>
      <p:guideLst>
        <p:guide orient="horz" pos="24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notesMaster" Target="notesMasters/notesMaster1.xml"/><Relationship Id="rId48" Type="http://schemas.openxmlformats.org/officeDocument/2006/relationships/font" Target="fonts/font1.fntdata"/><Relationship Id="rId49" Type="http://schemas.openxmlformats.org/officeDocument/2006/relationships/font" Target="fonts/font2.fntdata"/><Relationship Id="rId50" Type="http://schemas.openxmlformats.org/officeDocument/2006/relationships/font" Target="fonts/font3.fntdata"/><Relationship Id="rId51" Type="http://schemas.openxmlformats.org/officeDocument/2006/relationships/font" Target="fonts/font4.fntdata"/><Relationship Id="rId52" Type="http://schemas.openxmlformats.org/officeDocument/2006/relationships/font" Target="fonts/font5.fntdata"/><Relationship Id="rId53" Type="http://schemas.openxmlformats.org/officeDocument/2006/relationships/font" Target="fonts/font6.fntdata"/><Relationship Id="rId54" Type="http://schemas.openxmlformats.org/officeDocument/2006/relationships/font" Target="fonts/font7.fntdata"/><Relationship Id="rId55" Type="http://schemas.openxmlformats.org/officeDocument/2006/relationships/font" Target="fonts/font8.fntdata"/><Relationship Id="rId56" Type="http://schemas.openxmlformats.org/officeDocument/2006/relationships/font" Target="fonts/font9.fntdata"/><Relationship Id="rId57" Type="http://schemas.openxmlformats.org/officeDocument/2006/relationships/font" Target="fonts/font10.fntdata"/><Relationship Id="rId58" Type="http://schemas.openxmlformats.org/officeDocument/2006/relationships/font" Target="fonts/font11.fntdata"/><Relationship Id="rId59" Type="http://schemas.openxmlformats.org/officeDocument/2006/relationships/font" Target="fonts/font12.fntdata"/><Relationship Id="rId60" Type="http://schemas.openxmlformats.org/officeDocument/2006/relationships/font" Target="fonts/font13.fntdata"/><Relationship Id="rId61" Type="http://schemas.openxmlformats.org/officeDocument/2006/relationships/font" Target="fonts/font14.fntdata"/><Relationship Id="rId62" Type="http://schemas.openxmlformats.org/officeDocument/2006/relationships/commentAuthors" Target="commentAuthors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g3f6ef604f7d_2_25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8" name="Google Shape;1598;g3f6ef604f7d_2_25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g3f6ef604f7d_2_257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9" name="Google Shape;1729;g3f6ef604f7d_2_257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g3f6ef604f7d_2_258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7" name="Google Shape;1737;g3f6ef604f7d_2_258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g3f6ef604f7d_2_258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4" name="Google Shape;1744;g3f6ef604f7d_2_258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g3f6ef604f7d_2_258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g3f6ef604f7d_2_258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g3f6ef604f7d_2_258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9" name="Google Shape;1759;g3f6ef604f7d_2_258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g3f6ef604f7d_2_258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7" name="Google Shape;1767;g3f6ef604f7d_2_258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g3fab16fef8e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5" name="Google Shape;1775;g3fab16fef8e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g3fab16fef8e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1" name="Google Shape;1781;g3fab16fef8e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g3fab16fef8e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8" name="Google Shape;1788;g3fab16fef8e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g3f6ef604f7d_2_258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6" name="Google Shape;1796;g3f6ef604f7d_2_258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" name="Google Shape;1801;g3f6ef604f7d_2_258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2" name="Google Shape;1802;g3f6ef604f7d_2_258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g3fab16fef8e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8" name="Google Shape;1808;g3fab16fef8e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6 Two columns">
  <p:cSld name="CUSTOM_4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181256" y="500006"/>
            <a:ext cx="8499600" cy="4419900"/>
          </a:xfrm>
          <a:prstGeom prst="rect">
            <a:avLst/>
          </a:prstGeom>
          <a:solidFill>
            <a:schemeClr val="accent3"/>
          </a:solidFill>
          <a:ln w="71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3"/>
          <p:cNvSpPr/>
          <p:nvPr/>
        </p:nvSpPr>
        <p:spPr>
          <a:xfrm>
            <a:off x="371014" y="294019"/>
            <a:ext cx="8499600" cy="4419900"/>
          </a:xfrm>
          <a:prstGeom prst="rect">
            <a:avLst/>
          </a:prstGeom>
          <a:solidFill>
            <a:schemeClr val="lt2"/>
          </a:solidFill>
          <a:ln w="143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655020" y="1303181"/>
            <a:ext cx="3720900" cy="5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  <a:highlight>
                  <a:schemeClr val="accent3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  <a:highlight>
                  <a:schemeClr val="accent3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  <a:highlight>
                  <a:schemeClr val="accent3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  <a:highlight>
                  <a:schemeClr val="accent3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  <a:highlight>
                  <a:schemeClr val="accent3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  <a:highlight>
                  <a:schemeClr val="accent3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  <a:highlight>
                  <a:schemeClr val="accent3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  <a:highlight>
                  <a:schemeClr val="accent3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  <a:highlight>
                  <a:schemeClr val="accent3"/>
                </a:highlight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2"/>
          </p:nvPr>
        </p:nvSpPr>
        <p:spPr>
          <a:xfrm>
            <a:off x="4848116" y="1303181"/>
            <a:ext cx="3720600" cy="5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  <a:highlight>
                  <a:schemeClr val="accent3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  <a:highlight>
                  <a:schemeClr val="accent3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  <a:highlight>
                  <a:schemeClr val="accent3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  <a:highlight>
                  <a:schemeClr val="accent3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  <a:highlight>
                  <a:schemeClr val="accent3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  <a:highlight>
                  <a:schemeClr val="accent3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  <a:highlight>
                  <a:schemeClr val="accent3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  <a:highlight>
                  <a:schemeClr val="accent3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  <a:highlight>
                  <a:schemeClr val="accent3"/>
                </a:highlight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655013" y="570075"/>
            <a:ext cx="791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3"/>
          </p:nvPr>
        </p:nvSpPr>
        <p:spPr>
          <a:xfrm>
            <a:off x="655012" y="2005950"/>
            <a:ext cx="3720600" cy="23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4"/>
          </p:nvPr>
        </p:nvSpPr>
        <p:spPr>
          <a:xfrm>
            <a:off x="4848109" y="1997138"/>
            <a:ext cx="3720900" cy="23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9" name="Google Shape;59;p13"/>
          <p:cNvGrpSpPr/>
          <p:nvPr/>
        </p:nvGrpSpPr>
        <p:grpSpPr>
          <a:xfrm>
            <a:off x="8049188" y="424894"/>
            <a:ext cx="553294" cy="665606"/>
            <a:chOff x="4038950" y="1664675"/>
            <a:chExt cx="737725" cy="887475"/>
          </a:xfrm>
        </p:grpSpPr>
        <p:sp>
          <p:nvSpPr>
            <p:cNvPr id="60" name="Google Shape;60;p13"/>
            <p:cNvSpPr/>
            <p:nvPr/>
          </p:nvSpPr>
          <p:spPr>
            <a:xfrm>
              <a:off x="4038950" y="2255150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4233150" y="1664675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4506675" y="2089550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7717500" cy="276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ubTitle" idx="1"/>
          </p:nvPr>
        </p:nvSpPr>
        <p:spPr>
          <a:xfrm>
            <a:off x="2307675" y="4128197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713225" y="2600100"/>
            <a:ext cx="40485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937950"/>
            <a:ext cx="14667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 b="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16"/>
          <p:cNvSpPr txBox="1">
            <a:spLocks noGrp="1"/>
          </p:cNvSpPr>
          <p:nvPr>
            <p:ph type="subTitle" idx="1"/>
          </p:nvPr>
        </p:nvSpPr>
        <p:spPr>
          <a:xfrm>
            <a:off x="713225" y="3666750"/>
            <a:ext cx="4048500" cy="65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subTitle" idx="1"/>
          </p:nvPr>
        </p:nvSpPr>
        <p:spPr>
          <a:xfrm>
            <a:off x="4858069" y="2303700"/>
            <a:ext cx="3572700" cy="19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ubTitle" idx="2"/>
          </p:nvPr>
        </p:nvSpPr>
        <p:spPr>
          <a:xfrm>
            <a:off x="720000" y="2303700"/>
            <a:ext cx="3572700" cy="19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ubTitle" idx="3"/>
          </p:nvPr>
        </p:nvSpPr>
        <p:spPr>
          <a:xfrm>
            <a:off x="720000" y="1731150"/>
            <a:ext cx="3572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subTitle" idx="4"/>
          </p:nvPr>
        </p:nvSpPr>
        <p:spPr>
          <a:xfrm>
            <a:off x="4858074" y="1731150"/>
            <a:ext cx="3572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0"/>
          <p:cNvSpPr txBox="1">
            <a:spLocks noGrp="1"/>
          </p:cNvSpPr>
          <p:nvPr>
            <p:ph type="title"/>
          </p:nvPr>
        </p:nvSpPr>
        <p:spPr>
          <a:xfrm>
            <a:off x="716613" y="780300"/>
            <a:ext cx="4376400" cy="6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subTitle" idx="1"/>
          </p:nvPr>
        </p:nvSpPr>
        <p:spPr>
          <a:xfrm>
            <a:off x="716613" y="1422000"/>
            <a:ext cx="4376400" cy="30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93" name="Google Shape;93;p20"/>
          <p:cNvSpPr>
            <a:spLocks noGrp="1"/>
          </p:cNvSpPr>
          <p:nvPr>
            <p:ph type="pic" idx="2"/>
          </p:nvPr>
        </p:nvSpPr>
        <p:spPr>
          <a:xfrm>
            <a:off x="5348550" y="835075"/>
            <a:ext cx="3082200" cy="3587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1"/>
          <p:cNvSpPr txBox="1">
            <a:spLocks noGrp="1"/>
          </p:cNvSpPr>
          <p:nvPr>
            <p:ph type="title"/>
          </p:nvPr>
        </p:nvSpPr>
        <p:spPr>
          <a:xfrm>
            <a:off x="1924375" y="1598550"/>
            <a:ext cx="5295300" cy="20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3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23"/>
          <p:cNvSpPr txBox="1">
            <a:spLocks noGrp="1"/>
          </p:cNvSpPr>
          <p:nvPr>
            <p:ph type="title"/>
          </p:nvPr>
        </p:nvSpPr>
        <p:spPr>
          <a:xfrm>
            <a:off x="1397250" y="3815300"/>
            <a:ext cx="6349500" cy="788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4"/>
          <p:cNvSpPr txBox="1">
            <a:spLocks noGrp="1"/>
          </p:cNvSpPr>
          <p:nvPr>
            <p:ph type="title" hasCustomPrompt="1"/>
          </p:nvPr>
        </p:nvSpPr>
        <p:spPr>
          <a:xfrm>
            <a:off x="4236175" y="1585113"/>
            <a:ext cx="4194600" cy="10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8" name="Google Shape;108;p24"/>
          <p:cNvSpPr txBox="1">
            <a:spLocks noGrp="1"/>
          </p:cNvSpPr>
          <p:nvPr>
            <p:ph type="subTitle" idx="1"/>
          </p:nvPr>
        </p:nvSpPr>
        <p:spPr>
          <a:xfrm>
            <a:off x="4236175" y="2628987"/>
            <a:ext cx="4194600" cy="104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6"/>
          <p:cNvSpPr txBox="1">
            <a:spLocks noGrp="1"/>
          </p:cNvSpPr>
          <p:nvPr>
            <p:ph type="subTitle" idx="1"/>
          </p:nvPr>
        </p:nvSpPr>
        <p:spPr>
          <a:xfrm>
            <a:off x="720050" y="2236574"/>
            <a:ext cx="2451300" cy="21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6"/>
          <p:cNvSpPr txBox="1">
            <a:spLocks noGrp="1"/>
          </p:cNvSpPr>
          <p:nvPr>
            <p:ph type="subTitle" idx="2"/>
          </p:nvPr>
        </p:nvSpPr>
        <p:spPr>
          <a:xfrm>
            <a:off x="3346385" y="2236574"/>
            <a:ext cx="2451300" cy="21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6"/>
          <p:cNvSpPr txBox="1">
            <a:spLocks noGrp="1"/>
          </p:cNvSpPr>
          <p:nvPr>
            <p:ph type="subTitle" idx="3"/>
          </p:nvPr>
        </p:nvSpPr>
        <p:spPr>
          <a:xfrm>
            <a:off x="5972703" y="2236574"/>
            <a:ext cx="2451300" cy="21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6"/>
          <p:cNvSpPr txBox="1">
            <a:spLocks noGrp="1"/>
          </p:cNvSpPr>
          <p:nvPr>
            <p:ph type="subTitle" idx="4"/>
          </p:nvPr>
        </p:nvSpPr>
        <p:spPr>
          <a:xfrm>
            <a:off x="720050" y="1557190"/>
            <a:ext cx="2451300" cy="7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17" name="Google Shape;117;p26"/>
          <p:cNvSpPr txBox="1">
            <a:spLocks noGrp="1"/>
          </p:cNvSpPr>
          <p:nvPr>
            <p:ph type="subTitle" idx="5"/>
          </p:nvPr>
        </p:nvSpPr>
        <p:spPr>
          <a:xfrm>
            <a:off x="3346389" y="1557190"/>
            <a:ext cx="2451300" cy="7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18" name="Google Shape;118;p26"/>
          <p:cNvSpPr txBox="1">
            <a:spLocks noGrp="1"/>
          </p:cNvSpPr>
          <p:nvPr>
            <p:ph type="subTitle" idx="6"/>
          </p:nvPr>
        </p:nvSpPr>
        <p:spPr>
          <a:xfrm>
            <a:off x="5972703" y="1557190"/>
            <a:ext cx="2451300" cy="7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7"/>
          <p:cNvSpPr txBox="1">
            <a:spLocks noGrp="1"/>
          </p:cNvSpPr>
          <p:nvPr>
            <p:ph type="subTitle" idx="1"/>
          </p:nvPr>
        </p:nvSpPr>
        <p:spPr>
          <a:xfrm>
            <a:off x="1463450" y="1477536"/>
            <a:ext cx="58128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7"/>
          <p:cNvSpPr txBox="1">
            <a:spLocks noGrp="1"/>
          </p:cNvSpPr>
          <p:nvPr>
            <p:ph type="subTitle" idx="2"/>
          </p:nvPr>
        </p:nvSpPr>
        <p:spPr>
          <a:xfrm>
            <a:off x="1463450" y="2374824"/>
            <a:ext cx="58128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7"/>
          <p:cNvSpPr txBox="1">
            <a:spLocks noGrp="1"/>
          </p:cNvSpPr>
          <p:nvPr>
            <p:ph type="subTitle" idx="3"/>
          </p:nvPr>
        </p:nvSpPr>
        <p:spPr>
          <a:xfrm>
            <a:off x="1469771" y="3268523"/>
            <a:ext cx="58128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7"/>
          <p:cNvSpPr txBox="1">
            <a:spLocks noGrp="1"/>
          </p:cNvSpPr>
          <p:nvPr>
            <p:ph type="subTitle" idx="4"/>
          </p:nvPr>
        </p:nvSpPr>
        <p:spPr>
          <a:xfrm>
            <a:off x="1469771" y="4162225"/>
            <a:ext cx="58128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7"/>
          <p:cNvSpPr txBox="1">
            <a:spLocks noGrp="1"/>
          </p:cNvSpPr>
          <p:nvPr>
            <p:ph type="title" idx="5" hasCustomPrompt="1"/>
          </p:nvPr>
        </p:nvSpPr>
        <p:spPr>
          <a:xfrm>
            <a:off x="719998" y="1109725"/>
            <a:ext cx="698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7" name="Google Shape;127;p27"/>
          <p:cNvSpPr txBox="1">
            <a:spLocks noGrp="1"/>
          </p:cNvSpPr>
          <p:nvPr>
            <p:ph type="title" idx="6" hasCustomPrompt="1"/>
          </p:nvPr>
        </p:nvSpPr>
        <p:spPr>
          <a:xfrm>
            <a:off x="725468" y="2897121"/>
            <a:ext cx="698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8" name="Google Shape;128;p27"/>
          <p:cNvSpPr txBox="1">
            <a:spLocks noGrp="1"/>
          </p:cNvSpPr>
          <p:nvPr>
            <p:ph type="title" idx="7" hasCustomPrompt="1"/>
          </p:nvPr>
        </p:nvSpPr>
        <p:spPr>
          <a:xfrm>
            <a:off x="720009" y="2003422"/>
            <a:ext cx="698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9" name="Google Shape;129;p27"/>
          <p:cNvSpPr txBox="1">
            <a:spLocks noGrp="1"/>
          </p:cNvSpPr>
          <p:nvPr>
            <p:ph type="title" idx="8" hasCustomPrompt="1"/>
          </p:nvPr>
        </p:nvSpPr>
        <p:spPr>
          <a:xfrm>
            <a:off x="725474" y="3790824"/>
            <a:ext cx="698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0" name="Google Shape;130;p27"/>
          <p:cNvSpPr txBox="1">
            <a:spLocks noGrp="1"/>
          </p:cNvSpPr>
          <p:nvPr>
            <p:ph type="subTitle" idx="9"/>
          </p:nvPr>
        </p:nvSpPr>
        <p:spPr>
          <a:xfrm>
            <a:off x="1460287" y="1109725"/>
            <a:ext cx="5812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31" name="Google Shape;131;p27"/>
          <p:cNvSpPr txBox="1">
            <a:spLocks noGrp="1"/>
          </p:cNvSpPr>
          <p:nvPr>
            <p:ph type="subTitle" idx="13"/>
          </p:nvPr>
        </p:nvSpPr>
        <p:spPr>
          <a:xfrm>
            <a:off x="1460287" y="2003424"/>
            <a:ext cx="5812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32" name="Google Shape;132;p27"/>
          <p:cNvSpPr txBox="1">
            <a:spLocks noGrp="1"/>
          </p:cNvSpPr>
          <p:nvPr>
            <p:ph type="subTitle" idx="14"/>
          </p:nvPr>
        </p:nvSpPr>
        <p:spPr>
          <a:xfrm>
            <a:off x="1466608" y="2897123"/>
            <a:ext cx="5812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33" name="Google Shape;133;p27"/>
          <p:cNvSpPr txBox="1">
            <a:spLocks noGrp="1"/>
          </p:cNvSpPr>
          <p:nvPr>
            <p:ph type="subTitle" idx="15"/>
          </p:nvPr>
        </p:nvSpPr>
        <p:spPr>
          <a:xfrm>
            <a:off x="1466608" y="3790822"/>
            <a:ext cx="5812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8"/>
          <p:cNvSpPr txBox="1">
            <a:spLocks noGrp="1"/>
          </p:cNvSpPr>
          <p:nvPr>
            <p:ph type="subTitle" idx="1"/>
          </p:nvPr>
        </p:nvSpPr>
        <p:spPr>
          <a:xfrm>
            <a:off x="713225" y="1760313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8"/>
          <p:cNvSpPr txBox="1">
            <a:spLocks noGrp="1"/>
          </p:cNvSpPr>
          <p:nvPr>
            <p:ph type="subTitle" idx="2"/>
          </p:nvPr>
        </p:nvSpPr>
        <p:spPr>
          <a:xfrm>
            <a:off x="3335699" y="1760313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8"/>
          <p:cNvSpPr txBox="1">
            <a:spLocks noGrp="1"/>
          </p:cNvSpPr>
          <p:nvPr>
            <p:ph type="subTitle" idx="3"/>
          </p:nvPr>
        </p:nvSpPr>
        <p:spPr>
          <a:xfrm>
            <a:off x="713225" y="3553400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8"/>
          <p:cNvSpPr txBox="1">
            <a:spLocks noGrp="1"/>
          </p:cNvSpPr>
          <p:nvPr>
            <p:ph type="subTitle" idx="4"/>
          </p:nvPr>
        </p:nvSpPr>
        <p:spPr>
          <a:xfrm>
            <a:off x="3335701" y="3553400"/>
            <a:ext cx="24702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8"/>
          <p:cNvSpPr txBox="1">
            <a:spLocks noGrp="1"/>
          </p:cNvSpPr>
          <p:nvPr>
            <p:ph type="subTitle" idx="5"/>
          </p:nvPr>
        </p:nvSpPr>
        <p:spPr>
          <a:xfrm>
            <a:off x="5958174" y="1760313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8"/>
          <p:cNvSpPr txBox="1">
            <a:spLocks noGrp="1"/>
          </p:cNvSpPr>
          <p:nvPr>
            <p:ph type="subTitle" idx="6"/>
          </p:nvPr>
        </p:nvSpPr>
        <p:spPr>
          <a:xfrm>
            <a:off x="5958174" y="3553400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8"/>
          <p:cNvSpPr txBox="1">
            <a:spLocks noGrp="1"/>
          </p:cNvSpPr>
          <p:nvPr>
            <p:ph type="subTitle" idx="7"/>
          </p:nvPr>
        </p:nvSpPr>
        <p:spPr>
          <a:xfrm>
            <a:off x="714341" y="1187563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4" name="Google Shape;144;p28"/>
          <p:cNvSpPr txBox="1">
            <a:spLocks noGrp="1"/>
          </p:cNvSpPr>
          <p:nvPr>
            <p:ph type="subTitle" idx="8"/>
          </p:nvPr>
        </p:nvSpPr>
        <p:spPr>
          <a:xfrm>
            <a:off x="3336811" y="1187563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5" name="Google Shape;145;p28"/>
          <p:cNvSpPr txBox="1">
            <a:spLocks noGrp="1"/>
          </p:cNvSpPr>
          <p:nvPr>
            <p:ph type="subTitle" idx="9"/>
          </p:nvPr>
        </p:nvSpPr>
        <p:spPr>
          <a:xfrm>
            <a:off x="5959281" y="1187563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6" name="Google Shape;146;p28"/>
          <p:cNvSpPr txBox="1">
            <a:spLocks noGrp="1"/>
          </p:cNvSpPr>
          <p:nvPr>
            <p:ph type="subTitle" idx="13"/>
          </p:nvPr>
        </p:nvSpPr>
        <p:spPr>
          <a:xfrm>
            <a:off x="714341" y="2980751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7" name="Google Shape;147;p28"/>
          <p:cNvSpPr txBox="1">
            <a:spLocks noGrp="1"/>
          </p:cNvSpPr>
          <p:nvPr>
            <p:ph type="subTitle" idx="14"/>
          </p:nvPr>
        </p:nvSpPr>
        <p:spPr>
          <a:xfrm>
            <a:off x="3336811" y="2980751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8" name="Google Shape;148;p28"/>
          <p:cNvSpPr txBox="1">
            <a:spLocks noGrp="1"/>
          </p:cNvSpPr>
          <p:nvPr>
            <p:ph type="subTitle" idx="15"/>
          </p:nvPr>
        </p:nvSpPr>
        <p:spPr>
          <a:xfrm>
            <a:off x="5959281" y="2980751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TITLE_AND_BODY_1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9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20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0"/>
          <p:cNvSpPr txBox="1">
            <a:spLocks noGrp="1"/>
          </p:cNvSpPr>
          <p:nvPr>
            <p:ph type="title"/>
          </p:nvPr>
        </p:nvSpPr>
        <p:spPr>
          <a:xfrm>
            <a:off x="713251" y="839859"/>
            <a:ext cx="30618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30"/>
          <p:cNvSpPr txBox="1">
            <a:spLocks noGrp="1"/>
          </p:cNvSpPr>
          <p:nvPr>
            <p:ph type="subTitle" idx="1"/>
          </p:nvPr>
        </p:nvSpPr>
        <p:spPr>
          <a:xfrm>
            <a:off x="713225" y="1830775"/>
            <a:ext cx="30618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0"/>
          <p:cNvSpPr txBox="1"/>
          <p:nvPr/>
        </p:nvSpPr>
        <p:spPr>
          <a:xfrm>
            <a:off x="713275" y="3496950"/>
            <a:ext cx="30618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000" b="1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2" name="Google Shape;162;p32"/>
          <p:cNvGrpSpPr/>
          <p:nvPr/>
        </p:nvGrpSpPr>
        <p:grpSpPr>
          <a:xfrm>
            <a:off x="-145504" y="1176402"/>
            <a:ext cx="9252665" cy="4011911"/>
            <a:chOff x="-145504" y="1176402"/>
            <a:chExt cx="9252665" cy="4011911"/>
          </a:xfrm>
        </p:grpSpPr>
        <p:grpSp>
          <p:nvGrpSpPr>
            <p:cNvPr id="163" name="Google Shape;163;p32"/>
            <p:cNvGrpSpPr/>
            <p:nvPr/>
          </p:nvGrpSpPr>
          <p:grpSpPr>
            <a:xfrm>
              <a:off x="-145504" y="3548784"/>
              <a:ext cx="858731" cy="1639529"/>
              <a:chOff x="3994396" y="1674709"/>
              <a:chExt cx="858731" cy="1639529"/>
            </a:xfrm>
          </p:grpSpPr>
          <p:sp>
            <p:nvSpPr>
              <p:cNvPr id="164" name="Google Shape;164;p32"/>
              <p:cNvSpPr/>
              <p:nvPr/>
            </p:nvSpPr>
            <p:spPr>
              <a:xfrm>
                <a:off x="3994396" y="2913152"/>
                <a:ext cx="858731" cy="401085"/>
              </a:xfrm>
              <a:custGeom>
                <a:avLst/>
                <a:gdLst/>
                <a:ahLst/>
                <a:cxnLst/>
                <a:rect l="l" t="t" r="r" b="b"/>
                <a:pathLst>
                  <a:path w="294086" h="137358" extrusionOk="0">
                    <a:moveTo>
                      <a:pt x="247795" y="11716"/>
                    </a:moveTo>
                    <a:cubicBezTo>
                      <a:pt x="249891" y="10763"/>
                      <a:pt x="251986" y="9906"/>
                      <a:pt x="254177" y="9144"/>
                    </a:cubicBezTo>
                    <a:cubicBezTo>
                      <a:pt x="254558" y="9049"/>
                      <a:pt x="255034" y="8954"/>
                      <a:pt x="255415" y="8858"/>
                    </a:cubicBezTo>
                    <a:cubicBezTo>
                      <a:pt x="260559" y="7430"/>
                      <a:pt x="261987" y="7049"/>
                      <a:pt x="267131" y="6858"/>
                    </a:cubicBezTo>
                    <a:cubicBezTo>
                      <a:pt x="271798" y="6668"/>
                      <a:pt x="275513" y="7049"/>
                      <a:pt x="280085" y="6858"/>
                    </a:cubicBezTo>
                    <a:cubicBezTo>
                      <a:pt x="283323" y="6858"/>
                      <a:pt x="287229" y="6286"/>
                      <a:pt x="290467" y="5429"/>
                    </a:cubicBezTo>
                    <a:cubicBezTo>
                      <a:pt x="291134" y="5429"/>
                      <a:pt x="291610" y="5239"/>
                      <a:pt x="291705" y="5144"/>
                    </a:cubicBezTo>
                    <a:cubicBezTo>
                      <a:pt x="291705" y="5144"/>
                      <a:pt x="291705" y="5144"/>
                      <a:pt x="291705" y="5144"/>
                    </a:cubicBezTo>
                    <a:cubicBezTo>
                      <a:pt x="292563" y="4858"/>
                      <a:pt x="293420" y="4667"/>
                      <a:pt x="294087" y="4286"/>
                    </a:cubicBezTo>
                    <a:cubicBezTo>
                      <a:pt x="294087" y="4286"/>
                      <a:pt x="291420" y="4001"/>
                      <a:pt x="287514" y="3620"/>
                    </a:cubicBezTo>
                    <a:lnTo>
                      <a:pt x="287514" y="3620"/>
                    </a:lnTo>
                    <a:cubicBezTo>
                      <a:pt x="276370" y="2477"/>
                      <a:pt x="254558" y="286"/>
                      <a:pt x="248843" y="0"/>
                    </a:cubicBezTo>
                    <a:cubicBezTo>
                      <a:pt x="244938" y="1715"/>
                      <a:pt x="237889" y="6953"/>
                      <a:pt x="237889" y="6953"/>
                    </a:cubicBezTo>
                    <a:cubicBezTo>
                      <a:pt x="238270" y="7430"/>
                      <a:pt x="239508" y="7715"/>
                      <a:pt x="241032" y="7906"/>
                    </a:cubicBezTo>
                    <a:cubicBezTo>
                      <a:pt x="236175" y="11144"/>
                      <a:pt x="229888" y="14383"/>
                      <a:pt x="222459" y="17431"/>
                    </a:cubicBezTo>
                    <a:cubicBezTo>
                      <a:pt x="218363" y="19145"/>
                      <a:pt x="213886" y="20765"/>
                      <a:pt x="209981" y="22479"/>
                    </a:cubicBezTo>
                    <a:cubicBezTo>
                      <a:pt x="197694" y="27718"/>
                      <a:pt x="181692" y="35528"/>
                      <a:pt x="176834" y="39338"/>
                    </a:cubicBezTo>
                    <a:cubicBezTo>
                      <a:pt x="174738" y="40958"/>
                      <a:pt x="171976" y="42577"/>
                      <a:pt x="168928" y="44101"/>
                    </a:cubicBezTo>
                    <a:cubicBezTo>
                      <a:pt x="167214" y="43910"/>
                      <a:pt x="165404" y="43815"/>
                      <a:pt x="163594" y="43720"/>
                    </a:cubicBezTo>
                    <a:cubicBezTo>
                      <a:pt x="163594" y="43720"/>
                      <a:pt x="163594" y="43529"/>
                      <a:pt x="163594" y="43434"/>
                    </a:cubicBezTo>
                    <a:cubicBezTo>
                      <a:pt x="162737" y="43434"/>
                      <a:pt x="161880" y="43434"/>
                      <a:pt x="161022" y="43434"/>
                    </a:cubicBezTo>
                    <a:cubicBezTo>
                      <a:pt x="160737" y="43434"/>
                      <a:pt x="160451" y="43434"/>
                      <a:pt x="160165" y="43434"/>
                    </a:cubicBezTo>
                    <a:cubicBezTo>
                      <a:pt x="160165" y="43434"/>
                      <a:pt x="160070" y="43434"/>
                      <a:pt x="159975" y="43529"/>
                    </a:cubicBezTo>
                    <a:cubicBezTo>
                      <a:pt x="157974" y="43529"/>
                      <a:pt x="156069" y="43625"/>
                      <a:pt x="154069" y="43720"/>
                    </a:cubicBezTo>
                    <a:cubicBezTo>
                      <a:pt x="153974" y="42005"/>
                      <a:pt x="154069" y="40672"/>
                      <a:pt x="154545" y="40100"/>
                    </a:cubicBezTo>
                    <a:cubicBezTo>
                      <a:pt x="163785" y="30385"/>
                      <a:pt x="162546" y="21812"/>
                      <a:pt x="172071" y="12097"/>
                    </a:cubicBezTo>
                    <a:cubicBezTo>
                      <a:pt x="173119" y="11049"/>
                      <a:pt x="174167" y="10192"/>
                      <a:pt x="175596" y="9334"/>
                    </a:cubicBezTo>
                    <a:cubicBezTo>
                      <a:pt x="175691" y="9334"/>
                      <a:pt x="175786" y="9334"/>
                      <a:pt x="175977" y="9334"/>
                    </a:cubicBezTo>
                    <a:cubicBezTo>
                      <a:pt x="176643" y="9334"/>
                      <a:pt x="177215" y="9430"/>
                      <a:pt x="178072" y="9334"/>
                    </a:cubicBezTo>
                    <a:cubicBezTo>
                      <a:pt x="179310" y="9144"/>
                      <a:pt x="180168" y="8763"/>
                      <a:pt x="181025" y="8382"/>
                    </a:cubicBezTo>
                    <a:cubicBezTo>
                      <a:pt x="184644" y="6668"/>
                      <a:pt x="185597" y="6191"/>
                      <a:pt x="190836" y="5429"/>
                    </a:cubicBezTo>
                    <a:cubicBezTo>
                      <a:pt x="195598" y="4667"/>
                      <a:pt x="200170" y="4572"/>
                      <a:pt x="204837" y="3905"/>
                    </a:cubicBezTo>
                    <a:cubicBezTo>
                      <a:pt x="209600" y="3239"/>
                      <a:pt x="215029" y="1810"/>
                      <a:pt x="216363" y="286"/>
                    </a:cubicBezTo>
                    <a:lnTo>
                      <a:pt x="190836" y="286"/>
                    </a:lnTo>
                    <a:cubicBezTo>
                      <a:pt x="181882" y="762"/>
                      <a:pt x="170262" y="1905"/>
                      <a:pt x="161213" y="2572"/>
                    </a:cubicBezTo>
                    <a:cubicBezTo>
                      <a:pt x="159498" y="4382"/>
                      <a:pt x="159213" y="9239"/>
                      <a:pt x="159213" y="9239"/>
                    </a:cubicBezTo>
                    <a:cubicBezTo>
                      <a:pt x="159498" y="9239"/>
                      <a:pt x="159879" y="9334"/>
                      <a:pt x="160165" y="9430"/>
                    </a:cubicBezTo>
                    <a:cubicBezTo>
                      <a:pt x="159308" y="12764"/>
                      <a:pt x="156831" y="16193"/>
                      <a:pt x="152545" y="19717"/>
                    </a:cubicBezTo>
                    <a:cubicBezTo>
                      <a:pt x="150354" y="21527"/>
                      <a:pt x="147783" y="23241"/>
                      <a:pt x="145782" y="25051"/>
                    </a:cubicBezTo>
                    <a:cubicBezTo>
                      <a:pt x="139591" y="30575"/>
                      <a:pt x="132543" y="38481"/>
                      <a:pt x="132352" y="42005"/>
                    </a:cubicBezTo>
                    <a:cubicBezTo>
                      <a:pt x="132352" y="43244"/>
                      <a:pt x="131685" y="44387"/>
                      <a:pt x="130828" y="45625"/>
                    </a:cubicBezTo>
                    <a:cubicBezTo>
                      <a:pt x="130638" y="45625"/>
                      <a:pt x="130352" y="45625"/>
                      <a:pt x="130161" y="45625"/>
                    </a:cubicBezTo>
                    <a:cubicBezTo>
                      <a:pt x="130161" y="45625"/>
                      <a:pt x="130161" y="45625"/>
                      <a:pt x="130161" y="45625"/>
                    </a:cubicBezTo>
                    <a:cubicBezTo>
                      <a:pt x="128352" y="45815"/>
                      <a:pt x="126447" y="46101"/>
                      <a:pt x="124637" y="46292"/>
                    </a:cubicBezTo>
                    <a:cubicBezTo>
                      <a:pt x="124637" y="46292"/>
                      <a:pt x="124637" y="46292"/>
                      <a:pt x="124637" y="46292"/>
                    </a:cubicBezTo>
                    <a:lnTo>
                      <a:pt x="124637" y="46292"/>
                    </a:lnTo>
                    <a:cubicBezTo>
                      <a:pt x="121589" y="50102"/>
                      <a:pt x="118541" y="53912"/>
                      <a:pt x="115302" y="57722"/>
                    </a:cubicBezTo>
                    <a:cubicBezTo>
                      <a:pt x="112731" y="60770"/>
                      <a:pt x="114159" y="62579"/>
                      <a:pt x="107206" y="65437"/>
                    </a:cubicBezTo>
                    <a:cubicBezTo>
                      <a:pt x="102253" y="67437"/>
                      <a:pt x="98729" y="69533"/>
                      <a:pt x="96443" y="71628"/>
                    </a:cubicBezTo>
                    <a:cubicBezTo>
                      <a:pt x="94538" y="71628"/>
                      <a:pt x="92633" y="71819"/>
                      <a:pt x="90823" y="71819"/>
                    </a:cubicBezTo>
                    <a:cubicBezTo>
                      <a:pt x="90823" y="72962"/>
                      <a:pt x="91299" y="74009"/>
                      <a:pt x="91776" y="75057"/>
                    </a:cubicBezTo>
                    <a:cubicBezTo>
                      <a:pt x="91966" y="75343"/>
                      <a:pt x="92157" y="75629"/>
                      <a:pt x="92252" y="76009"/>
                    </a:cubicBezTo>
                    <a:cubicBezTo>
                      <a:pt x="90156" y="76772"/>
                      <a:pt x="87870" y="77438"/>
                      <a:pt x="85489" y="78105"/>
                    </a:cubicBezTo>
                    <a:cubicBezTo>
                      <a:pt x="77964" y="80201"/>
                      <a:pt x="68439" y="84011"/>
                      <a:pt x="64058" y="86011"/>
                    </a:cubicBezTo>
                    <a:cubicBezTo>
                      <a:pt x="63010" y="86487"/>
                      <a:pt x="62153" y="86963"/>
                      <a:pt x="61486" y="87440"/>
                    </a:cubicBezTo>
                    <a:cubicBezTo>
                      <a:pt x="58819" y="89630"/>
                      <a:pt x="58438" y="91631"/>
                      <a:pt x="57676" y="94107"/>
                    </a:cubicBezTo>
                    <a:cubicBezTo>
                      <a:pt x="57676" y="94393"/>
                      <a:pt x="57486" y="94774"/>
                      <a:pt x="57295" y="95059"/>
                    </a:cubicBezTo>
                    <a:cubicBezTo>
                      <a:pt x="56247" y="95250"/>
                      <a:pt x="55200" y="95441"/>
                      <a:pt x="54152" y="95726"/>
                    </a:cubicBezTo>
                    <a:cubicBezTo>
                      <a:pt x="52342" y="99251"/>
                      <a:pt x="51009" y="102870"/>
                      <a:pt x="50247" y="106299"/>
                    </a:cubicBezTo>
                    <a:cubicBezTo>
                      <a:pt x="50056" y="107347"/>
                      <a:pt x="49770" y="108395"/>
                      <a:pt x="50532" y="109252"/>
                    </a:cubicBezTo>
                    <a:cubicBezTo>
                      <a:pt x="50628" y="109347"/>
                      <a:pt x="50818" y="109538"/>
                      <a:pt x="50913" y="109633"/>
                    </a:cubicBezTo>
                    <a:cubicBezTo>
                      <a:pt x="51104" y="109728"/>
                      <a:pt x="51485" y="109823"/>
                      <a:pt x="51675" y="110014"/>
                    </a:cubicBezTo>
                    <a:cubicBezTo>
                      <a:pt x="50818" y="111347"/>
                      <a:pt x="50151" y="112586"/>
                      <a:pt x="49675" y="113824"/>
                    </a:cubicBezTo>
                    <a:cubicBezTo>
                      <a:pt x="51009" y="113824"/>
                      <a:pt x="49675" y="113824"/>
                      <a:pt x="51104" y="113824"/>
                    </a:cubicBezTo>
                    <a:cubicBezTo>
                      <a:pt x="51866" y="113824"/>
                      <a:pt x="52723" y="113729"/>
                      <a:pt x="53485" y="113633"/>
                    </a:cubicBezTo>
                    <a:cubicBezTo>
                      <a:pt x="53104" y="114109"/>
                      <a:pt x="52628" y="114586"/>
                      <a:pt x="51866" y="115062"/>
                    </a:cubicBezTo>
                    <a:cubicBezTo>
                      <a:pt x="52437" y="115062"/>
                      <a:pt x="53295" y="115062"/>
                      <a:pt x="54152" y="114967"/>
                    </a:cubicBezTo>
                    <a:cubicBezTo>
                      <a:pt x="53390" y="116110"/>
                      <a:pt x="52628" y="117158"/>
                      <a:pt x="52056" y="118015"/>
                    </a:cubicBezTo>
                    <a:cubicBezTo>
                      <a:pt x="51771" y="117920"/>
                      <a:pt x="51580" y="117729"/>
                      <a:pt x="51294" y="117634"/>
                    </a:cubicBezTo>
                    <a:cubicBezTo>
                      <a:pt x="48151" y="118110"/>
                      <a:pt x="45389" y="118777"/>
                      <a:pt x="42722" y="119634"/>
                    </a:cubicBezTo>
                    <a:cubicBezTo>
                      <a:pt x="43103" y="118396"/>
                      <a:pt x="42722" y="117158"/>
                      <a:pt x="41198" y="116205"/>
                    </a:cubicBezTo>
                    <a:cubicBezTo>
                      <a:pt x="37864" y="114014"/>
                      <a:pt x="28434" y="112967"/>
                      <a:pt x="18338" y="114205"/>
                    </a:cubicBezTo>
                    <a:cubicBezTo>
                      <a:pt x="23291" y="114395"/>
                      <a:pt x="25386" y="115919"/>
                      <a:pt x="24434" y="117539"/>
                    </a:cubicBezTo>
                    <a:cubicBezTo>
                      <a:pt x="23481" y="119158"/>
                      <a:pt x="20148" y="120872"/>
                      <a:pt x="16433" y="122492"/>
                    </a:cubicBezTo>
                    <a:cubicBezTo>
                      <a:pt x="12718" y="124111"/>
                      <a:pt x="8622" y="125635"/>
                      <a:pt x="5479" y="127254"/>
                    </a:cubicBezTo>
                    <a:cubicBezTo>
                      <a:pt x="-236" y="130302"/>
                      <a:pt x="-1760" y="133636"/>
                      <a:pt x="2241" y="135827"/>
                    </a:cubicBezTo>
                    <a:cubicBezTo>
                      <a:pt x="3860" y="136684"/>
                      <a:pt x="6717" y="137446"/>
                      <a:pt x="10813" y="137351"/>
                    </a:cubicBezTo>
                    <a:cubicBezTo>
                      <a:pt x="14909" y="137255"/>
                      <a:pt x="19386" y="136303"/>
                      <a:pt x="23291" y="135446"/>
                    </a:cubicBezTo>
                    <a:cubicBezTo>
                      <a:pt x="24434" y="135160"/>
                      <a:pt x="25958" y="134779"/>
                      <a:pt x="27577" y="134398"/>
                    </a:cubicBezTo>
                    <a:cubicBezTo>
                      <a:pt x="33197" y="135255"/>
                      <a:pt x="41484" y="135255"/>
                      <a:pt x="49294" y="134684"/>
                    </a:cubicBezTo>
                    <a:cubicBezTo>
                      <a:pt x="55771" y="134207"/>
                      <a:pt x="62820" y="133350"/>
                      <a:pt x="68916" y="132017"/>
                    </a:cubicBezTo>
                    <a:cubicBezTo>
                      <a:pt x="77869" y="130016"/>
                      <a:pt x="77679" y="128873"/>
                      <a:pt x="81584" y="126302"/>
                    </a:cubicBezTo>
                    <a:cubicBezTo>
                      <a:pt x="80441" y="127064"/>
                      <a:pt x="77488" y="127540"/>
                      <a:pt x="74726" y="127635"/>
                    </a:cubicBezTo>
                    <a:cubicBezTo>
                      <a:pt x="74726" y="127635"/>
                      <a:pt x="74726" y="127635"/>
                      <a:pt x="74726" y="127635"/>
                    </a:cubicBezTo>
                    <a:cubicBezTo>
                      <a:pt x="75488" y="126968"/>
                      <a:pt x="75964" y="126397"/>
                      <a:pt x="76250" y="125730"/>
                    </a:cubicBezTo>
                    <a:cubicBezTo>
                      <a:pt x="76631" y="125063"/>
                      <a:pt x="76917" y="124397"/>
                      <a:pt x="78060" y="123730"/>
                    </a:cubicBezTo>
                    <a:cubicBezTo>
                      <a:pt x="79107" y="123063"/>
                      <a:pt x="80917" y="122492"/>
                      <a:pt x="82632" y="121920"/>
                    </a:cubicBezTo>
                    <a:cubicBezTo>
                      <a:pt x="83394" y="121730"/>
                      <a:pt x="84156" y="121444"/>
                      <a:pt x="84537" y="121158"/>
                    </a:cubicBezTo>
                    <a:cubicBezTo>
                      <a:pt x="85584" y="120396"/>
                      <a:pt x="81489" y="120587"/>
                      <a:pt x="83203" y="119634"/>
                    </a:cubicBezTo>
                    <a:cubicBezTo>
                      <a:pt x="83584" y="119348"/>
                      <a:pt x="84441" y="119158"/>
                      <a:pt x="84251" y="118872"/>
                    </a:cubicBezTo>
                    <a:cubicBezTo>
                      <a:pt x="84251" y="118777"/>
                      <a:pt x="83775" y="118682"/>
                      <a:pt x="83775" y="118586"/>
                    </a:cubicBezTo>
                    <a:cubicBezTo>
                      <a:pt x="83775" y="118396"/>
                      <a:pt x="84632" y="118205"/>
                      <a:pt x="84918" y="118015"/>
                    </a:cubicBezTo>
                    <a:cubicBezTo>
                      <a:pt x="85299" y="117729"/>
                      <a:pt x="85013" y="117539"/>
                      <a:pt x="84632" y="117443"/>
                    </a:cubicBezTo>
                    <a:cubicBezTo>
                      <a:pt x="84251" y="117253"/>
                      <a:pt x="83775" y="117158"/>
                      <a:pt x="83679" y="116967"/>
                    </a:cubicBezTo>
                    <a:cubicBezTo>
                      <a:pt x="83489" y="116205"/>
                      <a:pt x="84346" y="115443"/>
                      <a:pt x="80441" y="115729"/>
                    </a:cubicBezTo>
                    <a:cubicBezTo>
                      <a:pt x="78536" y="115824"/>
                      <a:pt x="76250" y="116015"/>
                      <a:pt x="73678" y="116300"/>
                    </a:cubicBezTo>
                    <a:lnTo>
                      <a:pt x="76155" y="113919"/>
                    </a:lnTo>
                    <a:cubicBezTo>
                      <a:pt x="78060" y="113824"/>
                      <a:pt x="79298" y="113729"/>
                      <a:pt x="79298" y="113633"/>
                    </a:cubicBezTo>
                    <a:cubicBezTo>
                      <a:pt x="79965" y="113157"/>
                      <a:pt x="79965" y="112681"/>
                      <a:pt x="80346" y="112014"/>
                    </a:cubicBezTo>
                    <a:cubicBezTo>
                      <a:pt x="86251" y="111443"/>
                      <a:pt x="93204" y="109823"/>
                      <a:pt x="99967" y="107918"/>
                    </a:cubicBezTo>
                    <a:cubicBezTo>
                      <a:pt x="100062" y="107918"/>
                      <a:pt x="100253" y="107918"/>
                      <a:pt x="100348" y="107918"/>
                    </a:cubicBezTo>
                    <a:cubicBezTo>
                      <a:pt x="100539" y="107918"/>
                      <a:pt x="100634" y="107823"/>
                      <a:pt x="100824" y="107728"/>
                    </a:cubicBezTo>
                    <a:cubicBezTo>
                      <a:pt x="107682" y="105728"/>
                      <a:pt x="114159" y="103537"/>
                      <a:pt x="118922" y="102299"/>
                    </a:cubicBezTo>
                    <a:cubicBezTo>
                      <a:pt x="120351" y="101918"/>
                      <a:pt x="121875" y="101441"/>
                      <a:pt x="122922" y="100965"/>
                    </a:cubicBezTo>
                    <a:cubicBezTo>
                      <a:pt x="125018" y="100013"/>
                      <a:pt x="125304" y="99060"/>
                      <a:pt x="125589" y="98203"/>
                    </a:cubicBezTo>
                    <a:cubicBezTo>
                      <a:pt x="127971" y="90773"/>
                      <a:pt x="136924" y="83915"/>
                      <a:pt x="149497" y="76772"/>
                    </a:cubicBezTo>
                    <a:cubicBezTo>
                      <a:pt x="154164" y="75248"/>
                      <a:pt x="157498" y="74200"/>
                      <a:pt x="157498" y="74200"/>
                    </a:cubicBezTo>
                    <a:cubicBezTo>
                      <a:pt x="158927" y="73533"/>
                      <a:pt x="163118" y="72866"/>
                      <a:pt x="165404" y="72390"/>
                    </a:cubicBezTo>
                    <a:cubicBezTo>
                      <a:pt x="168642" y="71723"/>
                      <a:pt x="171690" y="71057"/>
                      <a:pt x="174834" y="70390"/>
                    </a:cubicBezTo>
                    <a:cubicBezTo>
                      <a:pt x="176834" y="69914"/>
                      <a:pt x="178739" y="69342"/>
                      <a:pt x="180168" y="68866"/>
                    </a:cubicBezTo>
                    <a:cubicBezTo>
                      <a:pt x="182358" y="68104"/>
                      <a:pt x="183501" y="67151"/>
                      <a:pt x="183311" y="66389"/>
                    </a:cubicBezTo>
                    <a:lnTo>
                      <a:pt x="183311" y="66104"/>
                    </a:lnTo>
                    <a:cubicBezTo>
                      <a:pt x="182358" y="65437"/>
                      <a:pt x="176548" y="65437"/>
                      <a:pt x="176739" y="65056"/>
                    </a:cubicBezTo>
                    <a:cubicBezTo>
                      <a:pt x="177310" y="64103"/>
                      <a:pt x="174834" y="64008"/>
                      <a:pt x="172929" y="65056"/>
                    </a:cubicBezTo>
                    <a:cubicBezTo>
                      <a:pt x="171405" y="65913"/>
                      <a:pt x="171690" y="66770"/>
                      <a:pt x="168547" y="67342"/>
                    </a:cubicBezTo>
                    <a:cubicBezTo>
                      <a:pt x="167309" y="67532"/>
                      <a:pt x="165690" y="67628"/>
                      <a:pt x="164261" y="67913"/>
                    </a:cubicBezTo>
                    <a:cubicBezTo>
                      <a:pt x="162642" y="68199"/>
                      <a:pt x="161022" y="68675"/>
                      <a:pt x="159403" y="69056"/>
                    </a:cubicBezTo>
                    <a:cubicBezTo>
                      <a:pt x="159213" y="69056"/>
                      <a:pt x="159117" y="69056"/>
                      <a:pt x="158927" y="69056"/>
                    </a:cubicBezTo>
                    <a:cubicBezTo>
                      <a:pt x="171309" y="61913"/>
                      <a:pt x="182358" y="54674"/>
                      <a:pt x="191121" y="47434"/>
                    </a:cubicBezTo>
                    <a:cubicBezTo>
                      <a:pt x="190264" y="47244"/>
                      <a:pt x="189312" y="47149"/>
                      <a:pt x="188359" y="47054"/>
                    </a:cubicBezTo>
                    <a:cubicBezTo>
                      <a:pt x="191788" y="44006"/>
                      <a:pt x="194741" y="41339"/>
                      <a:pt x="196551" y="40481"/>
                    </a:cubicBezTo>
                    <a:cubicBezTo>
                      <a:pt x="216744" y="31052"/>
                      <a:pt x="226935" y="21527"/>
                      <a:pt x="247414" y="12097"/>
                    </a:cubicBezTo>
                    <a:close/>
                    <a:moveTo>
                      <a:pt x="85013" y="84677"/>
                    </a:moveTo>
                    <a:cubicBezTo>
                      <a:pt x="87299" y="83725"/>
                      <a:pt x="90823" y="82296"/>
                      <a:pt x="94538" y="80772"/>
                    </a:cubicBezTo>
                    <a:cubicBezTo>
                      <a:pt x="95014" y="82010"/>
                      <a:pt x="95586" y="84392"/>
                      <a:pt x="92538" y="85058"/>
                    </a:cubicBezTo>
                    <a:cubicBezTo>
                      <a:pt x="90633" y="85534"/>
                      <a:pt x="87585" y="85725"/>
                      <a:pt x="86918" y="86392"/>
                    </a:cubicBezTo>
                    <a:cubicBezTo>
                      <a:pt x="86537" y="86678"/>
                      <a:pt x="87108" y="86963"/>
                      <a:pt x="87394" y="87154"/>
                    </a:cubicBezTo>
                    <a:cubicBezTo>
                      <a:pt x="88156" y="87821"/>
                      <a:pt x="84537" y="89630"/>
                      <a:pt x="80441" y="91535"/>
                    </a:cubicBezTo>
                    <a:cubicBezTo>
                      <a:pt x="79488" y="91535"/>
                      <a:pt x="78536" y="91726"/>
                      <a:pt x="77583" y="91821"/>
                    </a:cubicBezTo>
                    <a:cubicBezTo>
                      <a:pt x="77583" y="91345"/>
                      <a:pt x="77583" y="90869"/>
                      <a:pt x="77583" y="90488"/>
                    </a:cubicBezTo>
                    <a:cubicBezTo>
                      <a:pt x="77583" y="88678"/>
                      <a:pt x="80250" y="86582"/>
                      <a:pt x="85013" y="84677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32"/>
              <p:cNvSpPr/>
              <p:nvPr/>
            </p:nvSpPr>
            <p:spPr>
              <a:xfrm>
                <a:off x="4557250" y="1705379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3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97"/>
                    </a:cubicBezTo>
                    <a:cubicBezTo>
                      <a:pt x="35921" y="59050"/>
                      <a:pt x="35921" y="56573"/>
                      <a:pt x="37160" y="54287"/>
                    </a:cubicBezTo>
                    <a:cubicBezTo>
                      <a:pt x="37541" y="53620"/>
                      <a:pt x="38207" y="53144"/>
                      <a:pt x="38779" y="52668"/>
                    </a:cubicBezTo>
                    <a:cubicBezTo>
                      <a:pt x="39350" y="52192"/>
                      <a:pt x="39922" y="51525"/>
                      <a:pt x="39827" y="50763"/>
                    </a:cubicBezTo>
                    <a:cubicBezTo>
                      <a:pt x="39827" y="50096"/>
                      <a:pt x="39160" y="49429"/>
                      <a:pt x="39446" y="48858"/>
                    </a:cubicBezTo>
                    <a:cubicBezTo>
                      <a:pt x="39636" y="48477"/>
                      <a:pt x="40017" y="48191"/>
                      <a:pt x="40303" y="47905"/>
                    </a:cubicBezTo>
                    <a:cubicBezTo>
                      <a:pt x="40684" y="47239"/>
                      <a:pt x="40303" y="46381"/>
                      <a:pt x="40303" y="45619"/>
                    </a:cubicBezTo>
                    <a:cubicBezTo>
                      <a:pt x="39922" y="42476"/>
                      <a:pt x="43732" y="43238"/>
                      <a:pt x="43637" y="40857"/>
                    </a:cubicBezTo>
                    <a:cubicBezTo>
                      <a:pt x="43637" y="40000"/>
                      <a:pt x="43160" y="39238"/>
                      <a:pt x="42684" y="38571"/>
                    </a:cubicBezTo>
                    <a:cubicBezTo>
                      <a:pt x="41636" y="36856"/>
                      <a:pt x="40684" y="34951"/>
                      <a:pt x="40493" y="32951"/>
                    </a:cubicBezTo>
                    <a:cubicBezTo>
                      <a:pt x="40208" y="30856"/>
                      <a:pt x="40779" y="28665"/>
                      <a:pt x="41351" y="26665"/>
                    </a:cubicBezTo>
                    <a:cubicBezTo>
                      <a:pt x="41827" y="24760"/>
                      <a:pt x="42113" y="22759"/>
                      <a:pt x="42208" y="20759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32"/>
              <p:cNvSpPr/>
              <p:nvPr/>
            </p:nvSpPr>
            <p:spPr>
              <a:xfrm>
                <a:off x="4595235" y="1920040"/>
                <a:ext cx="170986" cy="428706"/>
              </a:xfrm>
              <a:custGeom>
                <a:avLst/>
                <a:gdLst/>
                <a:ahLst/>
                <a:cxnLst/>
                <a:rect l="l" t="t" r="r" b="b"/>
                <a:pathLst>
                  <a:path w="58557" h="146817" extrusionOk="0">
                    <a:moveTo>
                      <a:pt x="57580" y="132387"/>
                    </a:moveTo>
                    <a:cubicBezTo>
                      <a:pt x="56818" y="130768"/>
                      <a:pt x="55675" y="128958"/>
                      <a:pt x="54246" y="127529"/>
                    </a:cubicBezTo>
                    <a:cubicBezTo>
                      <a:pt x="52055" y="125338"/>
                      <a:pt x="49769" y="123243"/>
                      <a:pt x="47388" y="121243"/>
                    </a:cubicBezTo>
                    <a:cubicBezTo>
                      <a:pt x="45674" y="119814"/>
                      <a:pt x="42435" y="117623"/>
                      <a:pt x="41864" y="115528"/>
                    </a:cubicBezTo>
                    <a:cubicBezTo>
                      <a:pt x="41864" y="115528"/>
                      <a:pt x="27481" y="90382"/>
                      <a:pt x="21861" y="81809"/>
                    </a:cubicBezTo>
                    <a:cubicBezTo>
                      <a:pt x="18432" y="76475"/>
                      <a:pt x="17099" y="70189"/>
                      <a:pt x="18242" y="63902"/>
                    </a:cubicBezTo>
                    <a:cubicBezTo>
                      <a:pt x="21194" y="47710"/>
                      <a:pt x="26528" y="16087"/>
                      <a:pt x="25004" y="8276"/>
                    </a:cubicBezTo>
                    <a:cubicBezTo>
                      <a:pt x="23099" y="-2201"/>
                      <a:pt x="8240" y="-2963"/>
                      <a:pt x="5478" y="7324"/>
                    </a:cubicBezTo>
                    <a:cubicBezTo>
                      <a:pt x="5478" y="7514"/>
                      <a:pt x="5478" y="7705"/>
                      <a:pt x="5383" y="7800"/>
                    </a:cubicBezTo>
                    <a:cubicBezTo>
                      <a:pt x="2144" y="21516"/>
                      <a:pt x="2240" y="45138"/>
                      <a:pt x="1097" y="55996"/>
                    </a:cubicBezTo>
                    <a:cubicBezTo>
                      <a:pt x="239" y="64093"/>
                      <a:pt x="-618" y="70570"/>
                      <a:pt x="620" y="77523"/>
                    </a:cubicBezTo>
                    <a:cubicBezTo>
                      <a:pt x="906" y="79047"/>
                      <a:pt x="1478" y="80476"/>
                      <a:pt x="2240" y="81904"/>
                    </a:cubicBezTo>
                    <a:cubicBezTo>
                      <a:pt x="5288" y="87619"/>
                      <a:pt x="12241" y="98383"/>
                      <a:pt x="18242" y="104002"/>
                    </a:cubicBezTo>
                    <a:cubicBezTo>
                      <a:pt x="25766" y="110956"/>
                      <a:pt x="31100" y="121433"/>
                      <a:pt x="31100" y="121433"/>
                    </a:cubicBezTo>
                    <a:cubicBezTo>
                      <a:pt x="32720" y="124386"/>
                      <a:pt x="33863" y="127720"/>
                      <a:pt x="36244" y="130577"/>
                    </a:cubicBezTo>
                    <a:cubicBezTo>
                      <a:pt x="37577" y="132196"/>
                      <a:pt x="39006" y="134101"/>
                      <a:pt x="40625" y="135340"/>
                    </a:cubicBezTo>
                    <a:cubicBezTo>
                      <a:pt x="41768" y="136197"/>
                      <a:pt x="43292" y="136387"/>
                      <a:pt x="44245" y="137054"/>
                    </a:cubicBezTo>
                    <a:cubicBezTo>
                      <a:pt x="46626" y="138769"/>
                      <a:pt x="45197" y="141531"/>
                      <a:pt x="45578" y="144293"/>
                    </a:cubicBezTo>
                    <a:cubicBezTo>
                      <a:pt x="46055" y="147722"/>
                      <a:pt x="48531" y="147532"/>
                      <a:pt x="49293" y="144484"/>
                    </a:cubicBezTo>
                    <a:cubicBezTo>
                      <a:pt x="49579" y="143150"/>
                      <a:pt x="55484" y="143150"/>
                      <a:pt x="57104" y="141245"/>
                    </a:cubicBezTo>
                    <a:lnTo>
                      <a:pt x="57580" y="140388"/>
                    </a:lnTo>
                    <a:cubicBezTo>
                      <a:pt x="58818" y="137911"/>
                      <a:pt x="58913" y="135054"/>
                      <a:pt x="57675" y="132577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32"/>
              <p:cNvSpPr/>
              <p:nvPr/>
            </p:nvSpPr>
            <p:spPr>
              <a:xfrm>
                <a:off x="4614162" y="193198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8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32"/>
              <p:cNvSpPr/>
              <p:nvPr/>
            </p:nvSpPr>
            <p:spPr>
              <a:xfrm>
                <a:off x="4556547" y="2168121"/>
                <a:ext cx="288657" cy="758067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612" extrusionOk="0">
                    <a:moveTo>
                      <a:pt x="4063" y="5870"/>
                    </a:moveTo>
                    <a:cubicBezTo>
                      <a:pt x="2539" y="13680"/>
                      <a:pt x="1396" y="21586"/>
                      <a:pt x="539" y="29492"/>
                    </a:cubicBezTo>
                    <a:cubicBezTo>
                      <a:pt x="158" y="33302"/>
                      <a:pt x="-223" y="37017"/>
                      <a:pt x="158" y="40827"/>
                    </a:cubicBezTo>
                    <a:cubicBezTo>
                      <a:pt x="1015" y="49875"/>
                      <a:pt x="4254" y="56638"/>
                      <a:pt x="9016" y="63972"/>
                    </a:cubicBezTo>
                    <a:cubicBezTo>
                      <a:pt x="13683" y="71211"/>
                      <a:pt x="14445" y="79974"/>
                      <a:pt x="16255" y="88071"/>
                    </a:cubicBezTo>
                    <a:cubicBezTo>
                      <a:pt x="20256" y="105692"/>
                      <a:pt x="29114" y="121122"/>
                      <a:pt x="28733" y="139220"/>
                    </a:cubicBezTo>
                    <a:cubicBezTo>
                      <a:pt x="28542" y="151317"/>
                      <a:pt x="34353" y="175701"/>
                      <a:pt x="39687" y="192274"/>
                    </a:cubicBezTo>
                    <a:cubicBezTo>
                      <a:pt x="41401" y="197608"/>
                      <a:pt x="43687" y="202752"/>
                      <a:pt x="45592" y="207990"/>
                    </a:cubicBezTo>
                    <a:cubicBezTo>
                      <a:pt x="50069" y="220373"/>
                      <a:pt x="52164" y="233517"/>
                      <a:pt x="51879" y="246662"/>
                    </a:cubicBezTo>
                    <a:cubicBezTo>
                      <a:pt x="51879" y="251043"/>
                      <a:pt x="49116" y="258282"/>
                      <a:pt x="54069" y="259521"/>
                    </a:cubicBezTo>
                    <a:cubicBezTo>
                      <a:pt x="56070" y="259997"/>
                      <a:pt x="60070" y="258473"/>
                      <a:pt x="62070" y="258187"/>
                    </a:cubicBezTo>
                    <a:cubicBezTo>
                      <a:pt x="73881" y="256187"/>
                      <a:pt x="80739" y="253615"/>
                      <a:pt x="92550" y="251615"/>
                    </a:cubicBezTo>
                    <a:cubicBezTo>
                      <a:pt x="94360" y="251329"/>
                      <a:pt x="97218" y="247710"/>
                      <a:pt x="98837" y="246852"/>
                    </a:cubicBezTo>
                    <a:cubicBezTo>
                      <a:pt x="99123" y="245328"/>
                      <a:pt x="96075" y="245614"/>
                      <a:pt x="94551" y="245233"/>
                    </a:cubicBezTo>
                    <a:cubicBezTo>
                      <a:pt x="87597" y="243709"/>
                      <a:pt x="85216" y="244757"/>
                      <a:pt x="78263" y="242947"/>
                    </a:cubicBezTo>
                    <a:cubicBezTo>
                      <a:pt x="69024" y="240566"/>
                      <a:pt x="65976" y="234946"/>
                      <a:pt x="63594" y="226088"/>
                    </a:cubicBezTo>
                    <a:cubicBezTo>
                      <a:pt x="55498" y="196465"/>
                      <a:pt x="57689" y="166652"/>
                      <a:pt x="49974" y="136934"/>
                    </a:cubicBezTo>
                    <a:cubicBezTo>
                      <a:pt x="48450" y="131124"/>
                      <a:pt x="52831" y="98072"/>
                      <a:pt x="50640" y="82451"/>
                    </a:cubicBezTo>
                    <a:cubicBezTo>
                      <a:pt x="48069" y="64639"/>
                      <a:pt x="46354" y="58353"/>
                      <a:pt x="46354" y="51114"/>
                    </a:cubicBezTo>
                    <a:cubicBezTo>
                      <a:pt x="46354" y="43017"/>
                      <a:pt x="45783" y="33588"/>
                      <a:pt x="44259" y="25587"/>
                    </a:cubicBezTo>
                    <a:cubicBezTo>
                      <a:pt x="42639" y="17300"/>
                      <a:pt x="38925" y="8918"/>
                      <a:pt x="31971" y="4060"/>
                    </a:cubicBezTo>
                    <a:cubicBezTo>
                      <a:pt x="25018" y="-798"/>
                      <a:pt x="5682" y="-2512"/>
                      <a:pt x="4158" y="5870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32"/>
              <p:cNvSpPr/>
              <p:nvPr/>
            </p:nvSpPr>
            <p:spPr>
              <a:xfrm>
                <a:off x="4533910" y="2206106"/>
                <a:ext cx="179957" cy="330973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113347" extrusionOk="0">
                    <a:moveTo>
                      <a:pt x="17820" y="77438"/>
                    </a:moveTo>
                    <a:cubicBezTo>
                      <a:pt x="20391" y="89344"/>
                      <a:pt x="22773" y="101346"/>
                      <a:pt x="25154" y="113348"/>
                    </a:cubicBezTo>
                    <a:cubicBezTo>
                      <a:pt x="37727" y="111061"/>
                      <a:pt x="49728" y="106870"/>
                      <a:pt x="61444" y="101917"/>
                    </a:cubicBezTo>
                    <a:cubicBezTo>
                      <a:pt x="62206" y="78200"/>
                      <a:pt x="60587" y="54388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1"/>
                      <a:pt x="15819" y="68104"/>
                      <a:pt x="17820" y="7734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32"/>
              <p:cNvSpPr/>
              <p:nvPr/>
            </p:nvSpPr>
            <p:spPr>
              <a:xfrm>
                <a:off x="4457747" y="2154381"/>
                <a:ext cx="222773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292" h="266013" extrusionOk="0">
                    <a:moveTo>
                      <a:pt x="46197" y="2861"/>
                    </a:moveTo>
                    <a:cubicBezTo>
                      <a:pt x="42101" y="9624"/>
                      <a:pt x="38196" y="16577"/>
                      <a:pt x="34672" y="23626"/>
                    </a:cubicBezTo>
                    <a:cubicBezTo>
                      <a:pt x="32957" y="26959"/>
                      <a:pt x="31338" y="30388"/>
                      <a:pt x="30290" y="34103"/>
                    </a:cubicBezTo>
                    <a:cubicBezTo>
                      <a:pt x="27909" y="42866"/>
                      <a:pt x="28385" y="50296"/>
                      <a:pt x="30100" y="58868"/>
                    </a:cubicBezTo>
                    <a:cubicBezTo>
                      <a:pt x="31719" y="67250"/>
                      <a:pt x="29338" y="75727"/>
                      <a:pt x="28099" y="84014"/>
                    </a:cubicBezTo>
                    <a:cubicBezTo>
                      <a:pt x="25432" y="101921"/>
                      <a:pt x="28099" y="119447"/>
                      <a:pt x="21241" y="136211"/>
                    </a:cubicBezTo>
                    <a:cubicBezTo>
                      <a:pt x="16765" y="147355"/>
                      <a:pt x="13431" y="172311"/>
                      <a:pt x="12383" y="189646"/>
                    </a:cubicBezTo>
                    <a:cubicBezTo>
                      <a:pt x="12002" y="195266"/>
                      <a:pt x="12383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2003" y="229651"/>
                    </a:cubicBezTo>
                    <a:cubicBezTo>
                      <a:pt x="25147" y="199076"/>
                      <a:pt x="37720" y="172025"/>
                      <a:pt x="41244" y="141545"/>
                    </a:cubicBezTo>
                    <a:cubicBezTo>
                      <a:pt x="41911" y="135640"/>
                      <a:pt x="57627" y="106303"/>
                      <a:pt x="61151" y="90872"/>
                    </a:cubicBezTo>
                    <a:cubicBezTo>
                      <a:pt x="65152" y="73346"/>
                      <a:pt x="65818" y="66869"/>
                      <a:pt x="68390" y="60011"/>
                    </a:cubicBezTo>
                    <a:cubicBezTo>
                      <a:pt x="71248" y="52391"/>
                      <a:pt x="74105" y="43438"/>
                      <a:pt x="75534" y="35437"/>
                    </a:cubicBezTo>
                    <a:cubicBezTo>
                      <a:pt x="76963" y="27055"/>
                      <a:pt x="76677" y="17911"/>
                      <a:pt x="72010" y="10957"/>
                    </a:cubicBezTo>
                    <a:cubicBezTo>
                      <a:pt x="67342" y="4004"/>
                      <a:pt x="50578" y="-4473"/>
                      <a:pt x="46197" y="276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32"/>
              <p:cNvSpPr/>
              <p:nvPr/>
            </p:nvSpPr>
            <p:spPr>
              <a:xfrm>
                <a:off x="4547498" y="1869448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32"/>
              <p:cNvSpPr/>
              <p:nvPr/>
            </p:nvSpPr>
            <p:spPr>
              <a:xfrm>
                <a:off x="4564948" y="187913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32"/>
              <p:cNvSpPr/>
              <p:nvPr/>
            </p:nvSpPr>
            <p:spPr>
              <a:xfrm>
                <a:off x="4453301" y="2849448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529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8" y="1155"/>
                    </a:cubicBezTo>
                    <a:cubicBezTo>
                      <a:pt x="6668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32"/>
              <p:cNvSpPr/>
              <p:nvPr/>
            </p:nvSpPr>
            <p:spPr>
              <a:xfrm>
                <a:off x="4694637" y="2847813"/>
                <a:ext cx="154083" cy="87886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98" extrusionOk="0">
                    <a:moveTo>
                      <a:pt x="1810" y="30099"/>
                    </a:moveTo>
                    <a:cubicBezTo>
                      <a:pt x="10192" y="28766"/>
                      <a:pt x="52768" y="16574"/>
                      <a:pt x="52768" y="16574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32"/>
              <p:cNvSpPr/>
              <p:nvPr/>
            </p:nvSpPr>
            <p:spPr>
              <a:xfrm>
                <a:off x="4514192" y="2219823"/>
                <a:ext cx="180941" cy="317530"/>
              </a:xfrm>
              <a:custGeom>
                <a:avLst/>
                <a:gdLst/>
                <a:ahLst/>
                <a:cxnLst/>
                <a:rect l="l" t="t" r="r" b="b"/>
                <a:pathLst>
                  <a:path w="61966" h="108743" extrusionOk="0">
                    <a:moveTo>
                      <a:pt x="5620" y="64071"/>
                    </a:moveTo>
                    <a:cubicBezTo>
                      <a:pt x="3905" y="76073"/>
                      <a:pt x="1905" y="87979"/>
                      <a:pt x="0" y="99981"/>
                    </a:cubicBezTo>
                    <a:cubicBezTo>
                      <a:pt x="10668" y="105696"/>
                      <a:pt x="22955" y="107886"/>
                      <a:pt x="35338" y="108744"/>
                    </a:cubicBezTo>
                    <a:cubicBezTo>
                      <a:pt x="35528" y="108363"/>
                      <a:pt x="35624" y="108077"/>
                      <a:pt x="35814" y="107696"/>
                    </a:cubicBezTo>
                    <a:cubicBezTo>
                      <a:pt x="46006" y="84074"/>
                      <a:pt x="53340" y="59214"/>
                      <a:pt x="58865" y="34068"/>
                    </a:cubicBezTo>
                    <a:cubicBezTo>
                      <a:pt x="61246" y="23495"/>
                      <a:pt x="63246" y="12541"/>
                      <a:pt x="60960" y="1968"/>
                    </a:cubicBezTo>
                    <a:cubicBezTo>
                      <a:pt x="43815" y="-1270"/>
                      <a:pt x="27242" y="63"/>
                      <a:pt x="9811" y="1873"/>
                    </a:cubicBezTo>
                    <a:cubicBezTo>
                      <a:pt x="4381" y="14065"/>
                      <a:pt x="3239" y="27305"/>
                      <a:pt x="7715" y="39878"/>
                    </a:cubicBezTo>
                    <a:cubicBezTo>
                      <a:pt x="10858" y="48831"/>
                      <a:pt x="6953" y="54737"/>
                      <a:pt x="5620" y="6426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32"/>
              <p:cNvSpPr/>
              <p:nvPr/>
            </p:nvSpPr>
            <p:spPr>
              <a:xfrm>
                <a:off x="4514192" y="2219545"/>
                <a:ext cx="180622" cy="298617"/>
              </a:xfrm>
              <a:custGeom>
                <a:avLst/>
                <a:gdLst/>
                <a:ahLst/>
                <a:cxnLst/>
                <a:rect l="l" t="t" r="r" b="b"/>
                <a:pathLst>
                  <a:path w="61857" h="102266" extrusionOk="0">
                    <a:moveTo>
                      <a:pt x="5620" y="64167"/>
                    </a:moveTo>
                    <a:cubicBezTo>
                      <a:pt x="3905" y="76168"/>
                      <a:pt x="1905" y="88074"/>
                      <a:pt x="0" y="100076"/>
                    </a:cubicBezTo>
                    <a:cubicBezTo>
                      <a:pt x="1524" y="100933"/>
                      <a:pt x="3048" y="101600"/>
                      <a:pt x="4667" y="102267"/>
                    </a:cubicBezTo>
                    <a:cubicBezTo>
                      <a:pt x="7620" y="84074"/>
                      <a:pt x="11525" y="66167"/>
                      <a:pt x="17335" y="48736"/>
                    </a:cubicBezTo>
                    <a:cubicBezTo>
                      <a:pt x="18098" y="46641"/>
                      <a:pt x="18955" y="44355"/>
                      <a:pt x="20765" y="43116"/>
                    </a:cubicBezTo>
                    <a:cubicBezTo>
                      <a:pt x="22289" y="42069"/>
                      <a:pt x="24289" y="41973"/>
                      <a:pt x="26099" y="41783"/>
                    </a:cubicBezTo>
                    <a:cubicBezTo>
                      <a:pt x="37529" y="40926"/>
                      <a:pt x="48673" y="37782"/>
                      <a:pt x="59055" y="32829"/>
                    </a:cubicBezTo>
                    <a:cubicBezTo>
                      <a:pt x="61246" y="22638"/>
                      <a:pt x="63055" y="12065"/>
                      <a:pt x="60865" y="1968"/>
                    </a:cubicBezTo>
                    <a:cubicBezTo>
                      <a:pt x="43720" y="-1270"/>
                      <a:pt x="27146" y="63"/>
                      <a:pt x="9716" y="1873"/>
                    </a:cubicBezTo>
                    <a:cubicBezTo>
                      <a:pt x="4286" y="14065"/>
                      <a:pt x="3143" y="27305"/>
                      <a:pt x="7525" y="39878"/>
                    </a:cubicBezTo>
                    <a:cubicBezTo>
                      <a:pt x="10668" y="48831"/>
                      <a:pt x="6763" y="54737"/>
                      <a:pt x="5429" y="64262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32"/>
              <p:cNvSpPr/>
              <p:nvPr/>
            </p:nvSpPr>
            <p:spPr>
              <a:xfrm>
                <a:off x="4513357" y="1890257"/>
                <a:ext cx="207075" cy="423248"/>
              </a:xfrm>
              <a:custGeom>
                <a:avLst/>
                <a:gdLst/>
                <a:ahLst/>
                <a:cxnLst/>
                <a:rect l="l" t="t" r="r" b="b"/>
                <a:pathLst>
                  <a:path w="70916" h="144948" extrusionOk="0">
                    <a:moveTo>
                      <a:pt x="5239" y="122301"/>
                    </a:moveTo>
                    <a:cubicBezTo>
                      <a:pt x="3334" y="125635"/>
                      <a:pt x="1524" y="128969"/>
                      <a:pt x="0" y="132493"/>
                    </a:cubicBezTo>
                    <a:cubicBezTo>
                      <a:pt x="11144" y="132017"/>
                      <a:pt x="21146" y="138970"/>
                      <a:pt x="31814" y="142399"/>
                    </a:cubicBezTo>
                    <a:cubicBezTo>
                      <a:pt x="44005" y="146399"/>
                      <a:pt x="57721" y="145637"/>
                      <a:pt x="69437" y="140494"/>
                    </a:cubicBezTo>
                    <a:cubicBezTo>
                      <a:pt x="63055" y="109347"/>
                      <a:pt x="59722" y="81439"/>
                      <a:pt x="69628" y="50387"/>
                    </a:cubicBezTo>
                    <a:cubicBezTo>
                      <a:pt x="70485" y="47530"/>
                      <a:pt x="71438" y="44482"/>
                      <a:pt x="70580" y="41624"/>
                    </a:cubicBezTo>
                    <a:cubicBezTo>
                      <a:pt x="70104" y="40100"/>
                      <a:pt x="69151" y="38767"/>
                      <a:pt x="68294" y="37529"/>
                    </a:cubicBezTo>
                    <a:cubicBezTo>
                      <a:pt x="61817" y="28480"/>
                      <a:pt x="52292" y="7239"/>
                      <a:pt x="40576" y="5715"/>
                    </a:cubicBezTo>
                    <a:cubicBezTo>
                      <a:pt x="32195" y="4667"/>
                      <a:pt x="24003" y="2762"/>
                      <a:pt x="16002" y="0"/>
                    </a:cubicBezTo>
                    <a:cubicBezTo>
                      <a:pt x="14669" y="0"/>
                      <a:pt x="15907" y="95"/>
                      <a:pt x="14478" y="191"/>
                    </a:cubicBezTo>
                    <a:cubicBezTo>
                      <a:pt x="11906" y="8763"/>
                      <a:pt x="10096" y="17526"/>
                      <a:pt x="9144" y="26480"/>
                    </a:cubicBezTo>
                    <a:cubicBezTo>
                      <a:pt x="8001" y="36576"/>
                      <a:pt x="9620" y="46672"/>
                      <a:pt x="11716" y="56483"/>
                    </a:cubicBezTo>
                    <a:cubicBezTo>
                      <a:pt x="12764" y="61532"/>
                      <a:pt x="20193" y="80105"/>
                      <a:pt x="17145" y="84201"/>
                    </a:cubicBezTo>
                    <a:cubicBezTo>
                      <a:pt x="16573" y="84963"/>
                      <a:pt x="15716" y="85725"/>
                      <a:pt x="15621" y="86678"/>
                    </a:cubicBezTo>
                    <a:cubicBezTo>
                      <a:pt x="15526" y="88678"/>
                      <a:pt x="18288" y="89345"/>
                      <a:pt x="19621" y="90773"/>
                    </a:cubicBezTo>
                    <a:cubicBezTo>
                      <a:pt x="22098" y="93440"/>
                      <a:pt x="16478" y="103251"/>
                      <a:pt x="15145" y="105918"/>
                    </a:cubicBezTo>
                    <a:cubicBezTo>
                      <a:pt x="12192" y="111633"/>
                      <a:pt x="8668" y="116967"/>
                      <a:pt x="5524" y="1223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32"/>
              <p:cNvSpPr/>
              <p:nvPr/>
            </p:nvSpPr>
            <p:spPr>
              <a:xfrm>
                <a:off x="4488055" y="191970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2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301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583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7" y="139265"/>
                      <a:pt x="30290" y="140122"/>
                    </a:cubicBezTo>
                    <a:cubicBezTo>
                      <a:pt x="32290" y="142313"/>
                      <a:pt x="30290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32"/>
              <p:cNvSpPr/>
              <p:nvPr/>
            </p:nvSpPr>
            <p:spPr>
              <a:xfrm>
                <a:off x="4498899" y="1915714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3" y="45857"/>
                      <a:pt x="30766" y="37952"/>
                    </a:cubicBezTo>
                    <a:cubicBezTo>
                      <a:pt x="34195" y="29474"/>
                      <a:pt x="37528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3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32"/>
              <p:cNvSpPr/>
              <p:nvPr/>
            </p:nvSpPr>
            <p:spPr>
              <a:xfrm>
                <a:off x="4532900" y="1696397"/>
                <a:ext cx="161788" cy="158603"/>
              </a:xfrm>
              <a:custGeom>
                <a:avLst/>
                <a:gdLst/>
                <a:ahLst/>
                <a:cxnLst/>
                <a:rect l="l" t="t" r="r" b="b"/>
                <a:pathLst>
                  <a:path w="55407" h="54316" extrusionOk="0">
                    <a:moveTo>
                      <a:pt x="47407" y="23932"/>
                    </a:moveTo>
                    <a:cubicBezTo>
                      <a:pt x="44168" y="24979"/>
                      <a:pt x="41501" y="27456"/>
                      <a:pt x="38453" y="28980"/>
                    </a:cubicBezTo>
                    <a:cubicBezTo>
                      <a:pt x="34548" y="30980"/>
                      <a:pt x="29976" y="31266"/>
                      <a:pt x="25594" y="31456"/>
                    </a:cubicBezTo>
                    <a:cubicBezTo>
                      <a:pt x="28928" y="37552"/>
                      <a:pt x="29976" y="44791"/>
                      <a:pt x="28547" y="51649"/>
                    </a:cubicBezTo>
                    <a:cubicBezTo>
                      <a:pt x="27785" y="44982"/>
                      <a:pt x="25785" y="38505"/>
                      <a:pt x="22546" y="32599"/>
                    </a:cubicBezTo>
                    <a:cubicBezTo>
                      <a:pt x="21689" y="31075"/>
                      <a:pt x="20451" y="29361"/>
                      <a:pt x="18736" y="29361"/>
                    </a:cubicBezTo>
                    <a:cubicBezTo>
                      <a:pt x="16450" y="29361"/>
                      <a:pt x="15212" y="32218"/>
                      <a:pt x="15593" y="34504"/>
                    </a:cubicBezTo>
                    <a:cubicBezTo>
                      <a:pt x="16165" y="37838"/>
                      <a:pt x="18927" y="40600"/>
                      <a:pt x="22261" y="41172"/>
                    </a:cubicBezTo>
                    <a:cubicBezTo>
                      <a:pt x="22261" y="46030"/>
                      <a:pt x="18070" y="51554"/>
                      <a:pt x="14164" y="54316"/>
                    </a:cubicBezTo>
                    <a:cubicBezTo>
                      <a:pt x="6640" y="49935"/>
                      <a:pt x="3877" y="39553"/>
                      <a:pt x="1687" y="31171"/>
                    </a:cubicBezTo>
                    <a:cubicBezTo>
                      <a:pt x="-28" y="24408"/>
                      <a:pt x="-1266" y="16693"/>
                      <a:pt x="2258" y="10692"/>
                    </a:cubicBezTo>
                    <a:cubicBezTo>
                      <a:pt x="8735" y="-262"/>
                      <a:pt x="23118" y="-1595"/>
                      <a:pt x="34262" y="1357"/>
                    </a:cubicBezTo>
                    <a:cubicBezTo>
                      <a:pt x="40072" y="2881"/>
                      <a:pt x="45978" y="5644"/>
                      <a:pt x="50264" y="9835"/>
                    </a:cubicBezTo>
                    <a:cubicBezTo>
                      <a:pt x="56646" y="16026"/>
                      <a:pt x="54931" y="19741"/>
                      <a:pt x="55408" y="27932"/>
                    </a:cubicBezTo>
                    <a:cubicBezTo>
                      <a:pt x="55217" y="24503"/>
                      <a:pt x="50645" y="22884"/>
                      <a:pt x="47311" y="239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32"/>
              <p:cNvSpPr/>
              <p:nvPr/>
            </p:nvSpPr>
            <p:spPr>
              <a:xfrm>
                <a:off x="4465257" y="1674709"/>
                <a:ext cx="119446" cy="216687"/>
              </a:xfrm>
              <a:custGeom>
                <a:avLst/>
                <a:gdLst/>
                <a:ahLst/>
                <a:cxnLst/>
                <a:rect l="l" t="t" r="r" b="b"/>
                <a:pathLst>
                  <a:path w="40906" h="74208" extrusionOk="0">
                    <a:moveTo>
                      <a:pt x="32766" y="6120"/>
                    </a:moveTo>
                    <a:cubicBezTo>
                      <a:pt x="30099" y="3167"/>
                      <a:pt x="26765" y="310"/>
                      <a:pt x="22860" y="24"/>
                    </a:cubicBezTo>
                    <a:cubicBezTo>
                      <a:pt x="18859" y="-262"/>
                      <a:pt x="15145" y="2024"/>
                      <a:pt x="12287" y="4882"/>
                    </a:cubicBezTo>
                    <a:cubicBezTo>
                      <a:pt x="5429" y="11740"/>
                      <a:pt x="2572" y="22217"/>
                      <a:pt x="4286" y="31742"/>
                    </a:cubicBezTo>
                    <a:cubicBezTo>
                      <a:pt x="5239" y="36886"/>
                      <a:pt x="7334" y="41744"/>
                      <a:pt x="8953" y="46697"/>
                    </a:cubicBezTo>
                    <a:cubicBezTo>
                      <a:pt x="10573" y="51650"/>
                      <a:pt x="11716" y="57079"/>
                      <a:pt x="10477" y="62127"/>
                    </a:cubicBezTo>
                    <a:cubicBezTo>
                      <a:pt x="9239" y="67175"/>
                      <a:pt x="5239" y="71938"/>
                      <a:pt x="0" y="72509"/>
                    </a:cubicBezTo>
                    <a:cubicBezTo>
                      <a:pt x="8477" y="76415"/>
                      <a:pt x="19145" y="73271"/>
                      <a:pt x="25432" y="66318"/>
                    </a:cubicBezTo>
                    <a:cubicBezTo>
                      <a:pt x="31718" y="59365"/>
                      <a:pt x="33909" y="49459"/>
                      <a:pt x="32861" y="40220"/>
                    </a:cubicBezTo>
                    <a:cubicBezTo>
                      <a:pt x="31623" y="29456"/>
                      <a:pt x="38957" y="30790"/>
                      <a:pt x="40767" y="22598"/>
                    </a:cubicBezTo>
                    <a:cubicBezTo>
                      <a:pt x="41910" y="17550"/>
                      <a:pt x="35719" y="9549"/>
                      <a:pt x="32671" y="62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2" name="Google Shape;182;p32"/>
            <p:cNvGrpSpPr/>
            <p:nvPr/>
          </p:nvGrpSpPr>
          <p:grpSpPr>
            <a:xfrm>
              <a:off x="8287402" y="1176402"/>
              <a:ext cx="819760" cy="1653609"/>
              <a:chOff x="6476427" y="1580527"/>
              <a:chExt cx="819760" cy="1653609"/>
            </a:xfrm>
          </p:grpSpPr>
          <p:sp>
            <p:nvSpPr>
              <p:cNvPr id="183" name="Google Shape;183;p32"/>
              <p:cNvSpPr/>
              <p:nvPr/>
            </p:nvSpPr>
            <p:spPr>
              <a:xfrm>
                <a:off x="6476427" y="2835857"/>
                <a:ext cx="791983" cy="398279"/>
              </a:xfrm>
              <a:custGeom>
                <a:avLst/>
                <a:gdLst/>
                <a:ahLst/>
                <a:cxnLst/>
                <a:rect l="l" t="t" r="r" b="b"/>
                <a:pathLst>
                  <a:path w="271227" h="136397" extrusionOk="0">
                    <a:moveTo>
                      <a:pt x="194265" y="69151"/>
                    </a:moveTo>
                    <a:lnTo>
                      <a:pt x="194456" y="68866"/>
                    </a:lnTo>
                    <a:cubicBezTo>
                      <a:pt x="194456" y="68104"/>
                      <a:pt x="189408" y="67627"/>
                      <a:pt x="189979" y="67151"/>
                    </a:cubicBezTo>
                    <a:cubicBezTo>
                      <a:pt x="191408" y="66103"/>
                      <a:pt x="189408" y="65913"/>
                      <a:pt x="186741" y="66866"/>
                    </a:cubicBezTo>
                    <a:cubicBezTo>
                      <a:pt x="184550" y="67723"/>
                      <a:pt x="183883" y="68675"/>
                      <a:pt x="180740" y="68961"/>
                    </a:cubicBezTo>
                    <a:cubicBezTo>
                      <a:pt x="179502" y="69056"/>
                      <a:pt x="178073" y="68961"/>
                      <a:pt x="176549" y="69151"/>
                    </a:cubicBezTo>
                    <a:cubicBezTo>
                      <a:pt x="174358" y="69437"/>
                      <a:pt x="171786" y="69818"/>
                      <a:pt x="169596" y="70199"/>
                    </a:cubicBezTo>
                    <a:cubicBezTo>
                      <a:pt x="165690" y="70866"/>
                      <a:pt x="162452" y="71819"/>
                      <a:pt x="159023" y="72580"/>
                    </a:cubicBezTo>
                    <a:cubicBezTo>
                      <a:pt x="159023" y="72580"/>
                      <a:pt x="147498" y="75248"/>
                      <a:pt x="136353" y="76772"/>
                    </a:cubicBezTo>
                    <a:cubicBezTo>
                      <a:pt x="132924" y="77248"/>
                      <a:pt x="128829" y="77915"/>
                      <a:pt x="124733" y="78676"/>
                    </a:cubicBezTo>
                    <a:cubicBezTo>
                      <a:pt x="125781" y="77819"/>
                      <a:pt x="126828" y="76962"/>
                      <a:pt x="127876" y="76105"/>
                    </a:cubicBezTo>
                    <a:cubicBezTo>
                      <a:pt x="130734" y="73819"/>
                      <a:pt x="135877" y="71438"/>
                      <a:pt x="140354" y="69247"/>
                    </a:cubicBezTo>
                    <a:cubicBezTo>
                      <a:pt x="139116" y="69056"/>
                      <a:pt x="137687" y="68866"/>
                      <a:pt x="136353" y="68771"/>
                    </a:cubicBezTo>
                    <a:cubicBezTo>
                      <a:pt x="149784" y="60960"/>
                      <a:pt x="161785" y="53150"/>
                      <a:pt x="170834" y="45339"/>
                    </a:cubicBezTo>
                    <a:cubicBezTo>
                      <a:pt x="172834" y="43625"/>
                      <a:pt x="174644" y="41910"/>
                      <a:pt x="177787" y="40196"/>
                    </a:cubicBezTo>
                    <a:cubicBezTo>
                      <a:pt x="182550" y="37624"/>
                      <a:pt x="189884" y="35243"/>
                      <a:pt x="194170" y="32671"/>
                    </a:cubicBezTo>
                    <a:cubicBezTo>
                      <a:pt x="198075" y="30290"/>
                      <a:pt x="199219" y="27813"/>
                      <a:pt x="203981" y="25432"/>
                    </a:cubicBezTo>
                    <a:cubicBezTo>
                      <a:pt x="208458" y="23241"/>
                      <a:pt x="216078" y="21146"/>
                      <a:pt x="217030" y="19050"/>
                    </a:cubicBezTo>
                    <a:cubicBezTo>
                      <a:pt x="217411" y="18288"/>
                      <a:pt x="216745" y="17621"/>
                      <a:pt x="217316" y="16859"/>
                    </a:cubicBezTo>
                    <a:cubicBezTo>
                      <a:pt x="219411" y="13716"/>
                      <a:pt x="241414" y="11240"/>
                      <a:pt x="236842" y="9049"/>
                    </a:cubicBezTo>
                    <a:cubicBezTo>
                      <a:pt x="236271" y="8763"/>
                      <a:pt x="235604" y="8573"/>
                      <a:pt x="234842" y="8287"/>
                    </a:cubicBezTo>
                    <a:cubicBezTo>
                      <a:pt x="238176" y="7429"/>
                      <a:pt x="240081" y="7049"/>
                      <a:pt x="244272" y="6858"/>
                    </a:cubicBezTo>
                    <a:cubicBezTo>
                      <a:pt x="248939" y="6668"/>
                      <a:pt x="252654" y="7049"/>
                      <a:pt x="257226" y="6858"/>
                    </a:cubicBezTo>
                    <a:cubicBezTo>
                      <a:pt x="260464" y="6858"/>
                      <a:pt x="264370" y="6286"/>
                      <a:pt x="267608" y="5429"/>
                    </a:cubicBezTo>
                    <a:cubicBezTo>
                      <a:pt x="268275" y="5429"/>
                      <a:pt x="268751" y="5239"/>
                      <a:pt x="268846" y="5144"/>
                    </a:cubicBezTo>
                    <a:lnTo>
                      <a:pt x="268846" y="5144"/>
                    </a:lnTo>
                    <a:cubicBezTo>
                      <a:pt x="269703" y="4858"/>
                      <a:pt x="270561" y="4572"/>
                      <a:pt x="271228" y="4286"/>
                    </a:cubicBezTo>
                    <a:cubicBezTo>
                      <a:pt x="271228" y="4286"/>
                      <a:pt x="268561" y="4001"/>
                      <a:pt x="264655" y="3620"/>
                    </a:cubicBezTo>
                    <a:lnTo>
                      <a:pt x="264655" y="3620"/>
                    </a:lnTo>
                    <a:cubicBezTo>
                      <a:pt x="253511" y="2476"/>
                      <a:pt x="231699" y="286"/>
                      <a:pt x="225984" y="0"/>
                    </a:cubicBezTo>
                    <a:cubicBezTo>
                      <a:pt x="223031" y="1333"/>
                      <a:pt x="218459" y="4477"/>
                      <a:pt x="216268" y="6096"/>
                    </a:cubicBezTo>
                    <a:cubicBezTo>
                      <a:pt x="214268" y="6096"/>
                      <a:pt x="212268" y="6096"/>
                      <a:pt x="210267" y="6096"/>
                    </a:cubicBezTo>
                    <a:cubicBezTo>
                      <a:pt x="204743" y="7715"/>
                      <a:pt x="201790" y="9430"/>
                      <a:pt x="198457" y="11335"/>
                    </a:cubicBezTo>
                    <a:cubicBezTo>
                      <a:pt x="188741" y="16859"/>
                      <a:pt x="178263" y="22289"/>
                      <a:pt x="167786" y="27718"/>
                    </a:cubicBezTo>
                    <a:cubicBezTo>
                      <a:pt x="159023" y="32290"/>
                      <a:pt x="150165" y="36862"/>
                      <a:pt x="141402" y="41434"/>
                    </a:cubicBezTo>
                    <a:cubicBezTo>
                      <a:pt x="141211" y="41529"/>
                      <a:pt x="141021" y="41624"/>
                      <a:pt x="140830" y="41720"/>
                    </a:cubicBezTo>
                    <a:cubicBezTo>
                      <a:pt x="140830" y="40862"/>
                      <a:pt x="141116" y="39910"/>
                      <a:pt x="141783" y="38957"/>
                    </a:cubicBezTo>
                    <a:cubicBezTo>
                      <a:pt x="143592" y="36385"/>
                      <a:pt x="148545" y="33719"/>
                      <a:pt x="149879" y="31147"/>
                    </a:cubicBezTo>
                    <a:cubicBezTo>
                      <a:pt x="151117" y="28766"/>
                      <a:pt x="149117" y="26765"/>
                      <a:pt x="151212" y="24289"/>
                    </a:cubicBezTo>
                    <a:cubicBezTo>
                      <a:pt x="153213" y="22098"/>
                      <a:pt x="158832" y="19526"/>
                      <a:pt x="157118" y="17717"/>
                    </a:cubicBezTo>
                    <a:cubicBezTo>
                      <a:pt x="156546" y="17050"/>
                      <a:pt x="155023" y="16574"/>
                      <a:pt x="154546" y="15907"/>
                    </a:cubicBezTo>
                    <a:cubicBezTo>
                      <a:pt x="152736" y="13145"/>
                      <a:pt x="173406" y="8763"/>
                      <a:pt x="165595" y="7525"/>
                    </a:cubicBezTo>
                    <a:cubicBezTo>
                      <a:pt x="164262" y="7334"/>
                      <a:pt x="162642" y="7144"/>
                      <a:pt x="161023" y="7049"/>
                    </a:cubicBezTo>
                    <a:cubicBezTo>
                      <a:pt x="162833" y="6286"/>
                      <a:pt x="164452" y="5810"/>
                      <a:pt x="168072" y="5334"/>
                    </a:cubicBezTo>
                    <a:cubicBezTo>
                      <a:pt x="172834" y="4572"/>
                      <a:pt x="177406" y="4477"/>
                      <a:pt x="182074" y="3810"/>
                    </a:cubicBezTo>
                    <a:cubicBezTo>
                      <a:pt x="186836" y="3143"/>
                      <a:pt x="192265" y="1715"/>
                      <a:pt x="193599" y="191"/>
                    </a:cubicBezTo>
                    <a:lnTo>
                      <a:pt x="168072" y="191"/>
                    </a:lnTo>
                    <a:cubicBezTo>
                      <a:pt x="159118" y="667"/>
                      <a:pt x="147498" y="1810"/>
                      <a:pt x="138449" y="2476"/>
                    </a:cubicBezTo>
                    <a:cubicBezTo>
                      <a:pt x="137306" y="3715"/>
                      <a:pt x="136735" y="6382"/>
                      <a:pt x="136544" y="7906"/>
                    </a:cubicBezTo>
                    <a:cubicBezTo>
                      <a:pt x="135877" y="7906"/>
                      <a:pt x="135306" y="8001"/>
                      <a:pt x="134734" y="8096"/>
                    </a:cubicBezTo>
                    <a:cubicBezTo>
                      <a:pt x="134067" y="8096"/>
                      <a:pt x="133496" y="8192"/>
                      <a:pt x="132829" y="8287"/>
                    </a:cubicBezTo>
                    <a:cubicBezTo>
                      <a:pt x="128829" y="10192"/>
                      <a:pt x="127971" y="11906"/>
                      <a:pt x="126733" y="13716"/>
                    </a:cubicBezTo>
                    <a:cubicBezTo>
                      <a:pt x="123304" y="19145"/>
                      <a:pt x="118923" y="24670"/>
                      <a:pt x="114541" y="30099"/>
                    </a:cubicBezTo>
                    <a:cubicBezTo>
                      <a:pt x="110922" y="34671"/>
                      <a:pt x="107207" y="39338"/>
                      <a:pt x="103587" y="43910"/>
                    </a:cubicBezTo>
                    <a:cubicBezTo>
                      <a:pt x="99968" y="48482"/>
                      <a:pt x="96349" y="52959"/>
                      <a:pt x="92443" y="57531"/>
                    </a:cubicBezTo>
                    <a:cubicBezTo>
                      <a:pt x="89871" y="60579"/>
                      <a:pt x="91300" y="62389"/>
                      <a:pt x="84347" y="65246"/>
                    </a:cubicBezTo>
                    <a:cubicBezTo>
                      <a:pt x="80728" y="66770"/>
                      <a:pt x="77870" y="68294"/>
                      <a:pt x="75679" y="69818"/>
                    </a:cubicBezTo>
                    <a:cubicBezTo>
                      <a:pt x="74917" y="70390"/>
                      <a:pt x="74250" y="70961"/>
                      <a:pt x="73584" y="71533"/>
                    </a:cubicBezTo>
                    <a:cubicBezTo>
                      <a:pt x="71679" y="71533"/>
                      <a:pt x="69774" y="71723"/>
                      <a:pt x="67964" y="71723"/>
                    </a:cubicBezTo>
                    <a:cubicBezTo>
                      <a:pt x="67964" y="72866"/>
                      <a:pt x="68440" y="73914"/>
                      <a:pt x="68916" y="74962"/>
                    </a:cubicBezTo>
                    <a:cubicBezTo>
                      <a:pt x="69107" y="75248"/>
                      <a:pt x="69298" y="75533"/>
                      <a:pt x="69393" y="75914"/>
                    </a:cubicBezTo>
                    <a:cubicBezTo>
                      <a:pt x="67964" y="76391"/>
                      <a:pt x="66440" y="76867"/>
                      <a:pt x="64821" y="77438"/>
                    </a:cubicBezTo>
                    <a:cubicBezTo>
                      <a:pt x="58058" y="77438"/>
                      <a:pt x="51200" y="77438"/>
                      <a:pt x="44056" y="77819"/>
                    </a:cubicBezTo>
                    <a:cubicBezTo>
                      <a:pt x="31102" y="83629"/>
                      <a:pt x="25292" y="89916"/>
                      <a:pt x="20053" y="95917"/>
                    </a:cubicBezTo>
                    <a:cubicBezTo>
                      <a:pt x="16815" y="99631"/>
                      <a:pt x="13576" y="103346"/>
                      <a:pt x="11100" y="106966"/>
                    </a:cubicBezTo>
                    <a:cubicBezTo>
                      <a:pt x="9004" y="109919"/>
                      <a:pt x="13576" y="112967"/>
                      <a:pt x="25292" y="111538"/>
                    </a:cubicBezTo>
                    <a:cubicBezTo>
                      <a:pt x="26149" y="111728"/>
                      <a:pt x="27007" y="111824"/>
                      <a:pt x="28054" y="111919"/>
                    </a:cubicBezTo>
                    <a:cubicBezTo>
                      <a:pt x="27769" y="112586"/>
                      <a:pt x="27292" y="113252"/>
                      <a:pt x="27007" y="113824"/>
                    </a:cubicBezTo>
                    <a:cubicBezTo>
                      <a:pt x="28340" y="113824"/>
                      <a:pt x="27007" y="113824"/>
                      <a:pt x="28435" y="113824"/>
                    </a:cubicBezTo>
                    <a:cubicBezTo>
                      <a:pt x="29197" y="113824"/>
                      <a:pt x="30054" y="113728"/>
                      <a:pt x="30816" y="113633"/>
                    </a:cubicBezTo>
                    <a:cubicBezTo>
                      <a:pt x="30436" y="114109"/>
                      <a:pt x="29959" y="114586"/>
                      <a:pt x="29197" y="115062"/>
                    </a:cubicBezTo>
                    <a:cubicBezTo>
                      <a:pt x="29769" y="115062"/>
                      <a:pt x="30626" y="115062"/>
                      <a:pt x="31483" y="114967"/>
                    </a:cubicBezTo>
                    <a:cubicBezTo>
                      <a:pt x="30816" y="115919"/>
                      <a:pt x="30150" y="116872"/>
                      <a:pt x="29578" y="117634"/>
                    </a:cubicBezTo>
                    <a:cubicBezTo>
                      <a:pt x="27673" y="119158"/>
                      <a:pt x="23006" y="120587"/>
                      <a:pt x="18815" y="121825"/>
                    </a:cubicBezTo>
                    <a:cubicBezTo>
                      <a:pt x="13767" y="123349"/>
                      <a:pt x="9004" y="124968"/>
                      <a:pt x="4528" y="126682"/>
                    </a:cubicBezTo>
                    <a:cubicBezTo>
                      <a:pt x="2527" y="127445"/>
                      <a:pt x="432" y="128302"/>
                      <a:pt x="51" y="129064"/>
                    </a:cubicBezTo>
                    <a:cubicBezTo>
                      <a:pt x="-330" y="129921"/>
                      <a:pt x="1480" y="130493"/>
                      <a:pt x="3956" y="130588"/>
                    </a:cubicBezTo>
                    <a:cubicBezTo>
                      <a:pt x="1003" y="132017"/>
                      <a:pt x="717" y="133922"/>
                      <a:pt x="3575" y="134684"/>
                    </a:cubicBezTo>
                    <a:cubicBezTo>
                      <a:pt x="5766" y="135255"/>
                      <a:pt x="9195" y="135446"/>
                      <a:pt x="12528" y="135636"/>
                    </a:cubicBezTo>
                    <a:cubicBezTo>
                      <a:pt x="17577" y="135922"/>
                      <a:pt x="22625" y="136112"/>
                      <a:pt x="27673" y="136398"/>
                    </a:cubicBezTo>
                    <a:cubicBezTo>
                      <a:pt x="27102" y="135826"/>
                      <a:pt x="25482" y="135350"/>
                      <a:pt x="23292" y="135255"/>
                    </a:cubicBezTo>
                    <a:cubicBezTo>
                      <a:pt x="28626" y="135255"/>
                      <a:pt x="34055" y="135255"/>
                      <a:pt x="39865" y="134684"/>
                    </a:cubicBezTo>
                    <a:cubicBezTo>
                      <a:pt x="43485" y="134302"/>
                      <a:pt x="47485" y="133636"/>
                      <a:pt x="50343" y="133922"/>
                    </a:cubicBezTo>
                    <a:cubicBezTo>
                      <a:pt x="49390" y="133445"/>
                      <a:pt x="47485" y="133255"/>
                      <a:pt x="45294" y="133350"/>
                    </a:cubicBezTo>
                    <a:cubicBezTo>
                      <a:pt x="48914" y="132683"/>
                      <a:pt x="52915" y="132683"/>
                      <a:pt x="55296" y="133160"/>
                    </a:cubicBezTo>
                    <a:cubicBezTo>
                      <a:pt x="55200" y="131540"/>
                      <a:pt x="52343" y="130397"/>
                      <a:pt x="48152" y="129635"/>
                    </a:cubicBezTo>
                    <a:cubicBezTo>
                      <a:pt x="49771" y="128873"/>
                      <a:pt x="51105" y="128111"/>
                      <a:pt x="51962" y="127349"/>
                    </a:cubicBezTo>
                    <a:cubicBezTo>
                      <a:pt x="52724" y="126682"/>
                      <a:pt x="53200" y="126111"/>
                      <a:pt x="53486" y="125444"/>
                    </a:cubicBezTo>
                    <a:cubicBezTo>
                      <a:pt x="53867" y="124777"/>
                      <a:pt x="54153" y="124111"/>
                      <a:pt x="55296" y="123444"/>
                    </a:cubicBezTo>
                    <a:cubicBezTo>
                      <a:pt x="56344" y="122777"/>
                      <a:pt x="58153" y="122206"/>
                      <a:pt x="59868" y="121634"/>
                    </a:cubicBezTo>
                    <a:cubicBezTo>
                      <a:pt x="60630" y="121444"/>
                      <a:pt x="61392" y="121158"/>
                      <a:pt x="61773" y="120872"/>
                    </a:cubicBezTo>
                    <a:cubicBezTo>
                      <a:pt x="62820" y="120110"/>
                      <a:pt x="58725" y="120301"/>
                      <a:pt x="60439" y="119348"/>
                    </a:cubicBezTo>
                    <a:cubicBezTo>
                      <a:pt x="60820" y="119063"/>
                      <a:pt x="61678" y="118872"/>
                      <a:pt x="61487" y="118586"/>
                    </a:cubicBezTo>
                    <a:cubicBezTo>
                      <a:pt x="61487" y="118491"/>
                      <a:pt x="61011" y="118396"/>
                      <a:pt x="61011" y="118301"/>
                    </a:cubicBezTo>
                    <a:cubicBezTo>
                      <a:pt x="61011" y="118110"/>
                      <a:pt x="61868" y="117920"/>
                      <a:pt x="62154" y="117729"/>
                    </a:cubicBezTo>
                    <a:cubicBezTo>
                      <a:pt x="62535" y="117443"/>
                      <a:pt x="62249" y="117253"/>
                      <a:pt x="61868" y="117157"/>
                    </a:cubicBezTo>
                    <a:cubicBezTo>
                      <a:pt x="61487" y="116967"/>
                      <a:pt x="61011" y="116872"/>
                      <a:pt x="60915" y="116681"/>
                    </a:cubicBezTo>
                    <a:cubicBezTo>
                      <a:pt x="60725" y="115919"/>
                      <a:pt x="61582" y="115157"/>
                      <a:pt x="57677" y="115443"/>
                    </a:cubicBezTo>
                    <a:cubicBezTo>
                      <a:pt x="55772" y="115538"/>
                      <a:pt x="53486" y="115729"/>
                      <a:pt x="50914" y="116015"/>
                    </a:cubicBezTo>
                    <a:lnTo>
                      <a:pt x="53391" y="113633"/>
                    </a:lnTo>
                    <a:cubicBezTo>
                      <a:pt x="55296" y="113538"/>
                      <a:pt x="56534" y="113443"/>
                      <a:pt x="56534" y="113348"/>
                    </a:cubicBezTo>
                    <a:cubicBezTo>
                      <a:pt x="57106" y="112871"/>
                      <a:pt x="57201" y="112490"/>
                      <a:pt x="57486" y="111919"/>
                    </a:cubicBezTo>
                    <a:cubicBezTo>
                      <a:pt x="59391" y="111824"/>
                      <a:pt x="60725" y="111728"/>
                      <a:pt x="63392" y="111347"/>
                    </a:cubicBezTo>
                    <a:cubicBezTo>
                      <a:pt x="71298" y="110395"/>
                      <a:pt x="77775" y="108109"/>
                      <a:pt x="83109" y="105632"/>
                    </a:cubicBezTo>
                    <a:cubicBezTo>
                      <a:pt x="88633" y="103537"/>
                      <a:pt x="92824" y="101155"/>
                      <a:pt x="96444" y="98965"/>
                    </a:cubicBezTo>
                    <a:cubicBezTo>
                      <a:pt x="99206" y="97346"/>
                      <a:pt x="101778" y="95631"/>
                      <a:pt x="104445" y="94012"/>
                    </a:cubicBezTo>
                    <a:cubicBezTo>
                      <a:pt x="104445" y="94012"/>
                      <a:pt x="104445" y="94012"/>
                      <a:pt x="104445" y="94012"/>
                    </a:cubicBezTo>
                    <a:cubicBezTo>
                      <a:pt x="108255" y="91535"/>
                      <a:pt x="111684" y="88964"/>
                      <a:pt x="114922" y="86487"/>
                    </a:cubicBezTo>
                    <a:cubicBezTo>
                      <a:pt x="117685" y="85439"/>
                      <a:pt x="120923" y="84582"/>
                      <a:pt x="124638" y="83820"/>
                    </a:cubicBezTo>
                    <a:cubicBezTo>
                      <a:pt x="135211" y="81629"/>
                      <a:pt x="164357" y="75248"/>
                      <a:pt x="164357" y="75248"/>
                    </a:cubicBezTo>
                    <a:cubicBezTo>
                      <a:pt x="166262" y="74676"/>
                      <a:pt x="170548" y="74295"/>
                      <a:pt x="172929" y="74009"/>
                    </a:cubicBezTo>
                    <a:cubicBezTo>
                      <a:pt x="176358" y="73628"/>
                      <a:pt x="179597" y="73152"/>
                      <a:pt x="182931" y="72676"/>
                    </a:cubicBezTo>
                    <a:cubicBezTo>
                      <a:pt x="185121" y="72390"/>
                      <a:pt x="187217" y="71914"/>
                      <a:pt x="189027" y="71533"/>
                    </a:cubicBezTo>
                    <a:cubicBezTo>
                      <a:pt x="191694" y="70866"/>
                      <a:pt x="193599" y="70009"/>
                      <a:pt x="194170" y="69151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32"/>
              <p:cNvSpPr/>
              <p:nvPr/>
            </p:nvSpPr>
            <p:spPr>
              <a:xfrm>
                <a:off x="6881061" y="1806534"/>
                <a:ext cx="123204" cy="317573"/>
              </a:xfrm>
              <a:custGeom>
                <a:avLst/>
                <a:gdLst/>
                <a:ahLst/>
                <a:cxnLst/>
                <a:rect l="l" t="t" r="r" b="b"/>
                <a:pathLst>
                  <a:path w="42193" h="108758" extrusionOk="0">
                    <a:moveTo>
                      <a:pt x="8401" y="15633"/>
                    </a:moveTo>
                    <a:cubicBezTo>
                      <a:pt x="6115" y="27158"/>
                      <a:pt x="4496" y="38778"/>
                      <a:pt x="2876" y="50494"/>
                    </a:cubicBezTo>
                    <a:cubicBezTo>
                      <a:pt x="305" y="69449"/>
                      <a:pt x="-2172" y="88975"/>
                      <a:pt x="3162" y="107358"/>
                    </a:cubicBezTo>
                    <a:cubicBezTo>
                      <a:pt x="12306" y="108692"/>
                      <a:pt x="21641" y="109073"/>
                      <a:pt x="30975" y="108501"/>
                    </a:cubicBezTo>
                    <a:cubicBezTo>
                      <a:pt x="32309" y="108501"/>
                      <a:pt x="33737" y="108311"/>
                      <a:pt x="34785" y="107549"/>
                    </a:cubicBezTo>
                    <a:cubicBezTo>
                      <a:pt x="36309" y="106501"/>
                      <a:pt x="36881" y="104406"/>
                      <a:pt x="37262" y="102596"/>
                    </a:cubicBezTo>
                    <a:cubicBezTo>
                      <a:pt x="41738" y="80117"/>
                      <a:pt x="43167" y="57066"/>
                      <a:pt x="41548" y="34302"/>
                    </a:cubicBezTo>
                    <a:cubicBezTo>
                      <a:pt x="40881" y="25158"/>
                      <a:pt x="39548" y="8679"/>
                      <a:pt x="31166" y="2679"/>
                    </a:cubicBezTo>
                    <a:cubicBezTo>
                      <a:pt x="20307" y="-5132"/>
                      <a:pt x="10401" y="5631"/>
                      <a:pt x="8401" y="158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32"/>
              <p:cNvSpPr/>
              <p:nvPr/>
            </p:nvSpPr>
            <p:spPr>
              <a:xfrm>
                <a:off x="6980617" y="1603619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2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3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8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97"/>
                    </a:cubicBezTo>
                    <a:cubicBezTo>
                      <a:pt x="35921" y="59050"/>
                      <a:pt x="35921" y="56573"/>
                      <a:pt x="37160" y="54287"/>
                    </a:cubicBezTo>
                    <a:cubicBezTo>
                      <a:pt x="37541" y="53620"/>
                      <a:pt x="38207" y="53144"/>
                      <a:pt x="38779" y="52668"/>
                    </a:cubicBezTo>
                    <a:cubicBezTo>
                      <a:pt x="39350" y="52192"/>
                      <a:pt x="39922" y="51525"/>
                      <a:pt x="39827" y="50763"/>
                    </a:cubicBezTo>
                    <a:cubicBezTo>
                      <a:pt x="39827" y="50096"/>
                      <a:pt x="39160" y="49429"/>
                      <a:pt x="39446" y="48858"/>
                    </a:cubicBezTo>
                    <a:cubicBezTo>
                      <a:pt x="39636" y="48477"/>
                      <a:pt x="40017" y="48191"/>
                      <a:pt x="40303" y="47905"/>
                    </a:cubicBezTo>
                    <a:cubicBezTo>
                      <a:pt x="40684" y="47239"/>
                      <a:pt x="40303" y="46381"/>
                      <a:pt x="40303" y="45619"/>
                    </a:cubicBezTo>
                    <a:cubicBezTo>
                      <a:pt x="39922" y="42476"/>
                      <a:pt x="43732" y="43238"/>
                      <a:pt x="43637" y="40857"/>
                    </a:cubicBezTo>
                    <a:cubicBezTo>
                      <a:pt x="43637" y="40000"/>
                      <a:pt x="43161" y="39238"/>
                      <a:pt x="42684" y="38571"/>
                    </a:cubicBezTo>
                    <a:cubicBezTo>
                      <a:pt x="41636" y="36856"/>
                      <a:pt x="40684" y="34951"/>
                      <a:pt x="40494" y="32951"/>
                    </a:cubicBezTo>
                    <a:cubicBezTo>
                      <a:pt x="40208" y="30856"/>
                      <a:pt x="40779" y="28665"/>
                      <a:pt x="41351" y="26665"/>
                    </a:cubicBezTo>
                    <a:cubicBezTo>
                      <a:pt x="41827" y="24760"/>
                      <a:pt x="42113" y="22759"/>
                      <a:pt x="42208" y="20759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32"/>
              <p:cNvSpPr/>
              <p:nvPr/>
            </p:nvSpPr>
            <p:spPr>
              <a:xfrm>
                <a:off x="7044319" y="1838267"/>
                <a:ext cx="251868" cy="387715"/>
              </a:xfrm>
              <a:custGeom>
                <a:avLst/>
                <a:gdLst/>
                <a:ahLst/>
                <a:cxnLst/>
                <a:rect l="l" t="t" r="r" b="b"/>
                <a:pathLst>
                  <a:path w="86256" h="132779" extrusionOk="0">
                    <a:moveTo>
                      <a:pt x="84108" y="116204"/>
                    </a:moveTo>
                    <a:cubicBezTo>
                      <a:pt x="82869" y="114871"/>
                      <a:pt x="81345" y="113442"/>
                      <a:pt x="79631" y="112489"/>
                    </a:cubicBezTo>
                    <a:cubicBezTo>
                      <a:pt x="76869" y="110965"/>
                      <a:pt x="74202" y="109632"/>
                      <a:pt x="71344" y="108298"/>
                    </a:cubicBezTo>
                    <a:cubicBezTo>
                      <a:pt x="69344" y="107346"/>
                      <a:pt x="65534" y="106108"/>
                      <a:pt x="64486" y="104298"/>
                    </a:cubicBezTo>
                    <a:cubicBezTo>
                      <a:pt x="64486" y="104298"/>
                      <a:pt x="43817" y="84010"/>
                      <a:pt x="36006" y="77247"/>
                    </a:cubicBezTo>
                    <a:cubicBezTo>
                      <a:pt x="31244" y="73056"/>
                      <a:pt x="28291" y="67341"/>
                      <a:pt x="27624" y="61054"/>
                    </a:cubicBezTo>
                    <a:cubicBezTo>
                      <a:pt x="26005" y="44671"/>
                      <a:pt x="22576" y="12858"/>
                      <a:pt x="19052" y="5619"/>
                    </a:cubicBezTo>
                    <a:cubicBezTo>
                      <a:pt x="14385" y="-3906"/>
                      <a:pt x="-189" y="-572"/>
                      <a:pt x="2" y="10000"/>
                    </a:cubicBezTo>
                    <a:cubicBezTo>
                      <a:pt x="2" y="10191"/>
                      <a:pt x="2" y="10381"/>
                      <a:pt x="2" y="10572"/>
                    </a:cubicBezTo>
                    <a:cubicBezTo>
                      <a:pt x="669" y="24574"/>
                      <a:pt x="7050" y="47338"/>
                      <a:pt x="8955" y="58102"/>
                    </a:cubicBezTo>
                    <a:cubicBezTo>
                      <a:pt x="10384" y="66103"/>
                      <a:pt x="11337" y="72580"/>
                      <a:pt x="14385" y="78961"/>
                    </a:cubicBezTo>
                    <a:cubicBezTo>
                      <a:pt x="15051" y="80390"/>
                      <a:pt x="16004" y="81628"/>
                      <a:pt x="17052" y="82676"/>
                    </a:cubicBezTo>
                    <a:cubicBezTo>
                      <a:pt x="21528" y="87343"/>
                      <a:pt x="31149" y="95821"/>
                      <a:pt x="38388" y="99631"/>
                    </a:cubicBezTo>
                    <a:cubicBezTo>
                      <a:pt x="47532" y="104298"/>
                      <a:pt x="55533" y="112870"/>
                      <a:pt x="55533" y="112870"/>
                    </a:cubicBezTo>
                    <a:cubicBezTo>
                      <a:pt x="57914" y="115252"/>
                      <a:pt x="59914" y="118204"/>
                      <a:pt x="62962" y="120205"/>
                    </a:cubicBezTo>
                    <a:cubicBezTo>
                      <a:pt x="64677" y="121348"/>
                      <a:pt x="66582" y="122776"/>
                      <a:pt x="68487" y="123538"/>
                    </a:cubicBezTo>
                    <a:cubicBezTo>
                      <a:pt x="69820" y="124110"/>
                      <a:pt x="71344" y="123824"/>
                      <a:pt x="72392" y="124205"/>
                    </a:cubicBezTo>
                    <a:cubicBezTo>
                      <a:pt x="75154" y="125158"/>
                      <a:pt x="74487" y="128206"/>
                      <a:pt x="75630" y="130777"/>
                    </a:cubicBezTo>
                    <a:cubicBezTo>
                      <a:pt x="76964" y="133921"/>
                      <a:pt x="79345" y="133159"/>
                      <a:pt x="79250" y="129920"/>
                    </a:cubicBezTo>
                    <a:cubicBezTo>
                      <a:pt x="79250" y="128587"/>
                      <a:pt x="84870" y="126967"/>
                      <a:pt x="85917" y="124681"/>
                    </a:cubicBezTo>
                    <a:lnTo>
                      <a:pt x="86108" y="123729"/>
                    </a:lnTo>
                    <a:cubicBezTo>
                      <a:pt x="86584" y="121062"/>
                      <a:pt x="85917" y="118204"/>
                      <a:pt x="84108" y="116204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32"/>
              <p:cNvSpPr/>
              <p:nvPr/>
            </p:nvSpPr>
            <p:spPr>
              <a:xfrm>
                <a:off x="7037529" y="182994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9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E406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32"/>
              <p:cNvSpPr/>
              <p:nvPr/>
            </p:nvSpPr>
            <p:spPr>
              <a:xfrm>
                <a:off x="6979914" y="2066186"/>
                <a:ext cx="288657" cy="757962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576" extrusionOk="0">
                    <a:moveTo>
                      <a:pt x="4063" y="5834"/>
                    </a:moveTo>
                    <a:cubicBezTo>
                      <a:pt x="2539" y="13645"/>
                      <a:pt x="1396" y="21550"/>
                      <a:pt x="539" y="29456"/>
                    </a:cubicBezTo>
                    <a:cubicBezTo>
                      <a:pt x="158" y="33266"/>
                      <a:pt x="-223" y="36981"/>
                      <a:pt x="158" y="40791"/>
                    </a:cubicBezTo>
                    <a:cubicBezTo>
                      <a:pt x="1015" y="49840"/>
                      <a:pt x="4254" y="56602"/>
                      <a:pt x="9016" y="63937"/>
                    </a:cubicBezTo>
                    <a:cubicBezTo>
                      <a:pt x="13683" y="71176"/>
                      <a:pt x="14445" y="79939"/>
                      <a:pt x="16255" y="88035"/>
                    </a:cubicBezTo>
                    <a:cubicBezTo>
                      <a:pt x="20256" y="105656"/>
                      <a:pt x="29114" y="121087"/>
                      <a:pt x="28733" y="139184"/>
                    </a:cubicBezTo>
                    <a:cubicBezTo>
                      <a:pt x="28542" y="151281"/>
                      <a:pt x="34353" y="175665"/>
                      <a:pt x="39687" y="192238"/>
                    </a:cubicBezTo>
                    <a:cubicBezTo>
                      <a:pt x="41401" y="197572"/>
                      <a:pt x="43687" y="202716"/>
                      <a:pt x="45592" y="207955"/>
                    </a:cubicBezTo>
                    <a:cubicBezTo>
                      <a:pt x="50069" y="220337"/>
                      <a:pt x="52164" y="233482"/>
                      <a:pt x="51879" y="246626"/>
                    </a:cubicBezTo>
                    <a:cubicBezTo>
                      <a:pt x="51879" y="251008"/>
                      <a:pt x="49116" y="258247"/>
                      <a:pt x="54069" y="259485"/>
                    </a:cubicBezTo>
                    <a:cubicBezTo>
                      <a:pt x="56070" y="259961"/>
                      <a:pt x="60070" y="258437"/>
                      <a:pt x="62070" y="258151"/>
                    </a:cubicBezTo>
                    <a:cubicBezTo>
                      <a:pt x="73881" y="256151"/>
                      <a:pt x="80739" y="253579"/>
                      <a:pt x="92550" y="251579"/>
                    </a:cubicBezTo>
                    <a:cubicBezTo>
                      <a:pt x="94360" y="251293"/>
                      <a:pt x="97218" y="247674"/>
                      <a:pt x="98837" y="246817"/>
                    </a:cubicBezTo>
                    <a:cubicBezTo>
                      <a:pt x="99123" y="245293"/>
                      <a:pt x="96075" y="245578"/>
                      <a:pt x="94551" y="245197"/>
                    </a:cubicBezTo>
                    <a:cubicBezTo>
                      <a:pt x="87597" y="243673"/>
                      <a:pt x="85216" y="244721"/>
                      <a:pt x="78263" y="242911"/>
                    </a:cubicBezTo>
                    <a:cubicBezTo>
                      <a:pt x="69024" y="240530"/>
                      <a:pt x="65976" y="234910"/>
                      <a:pt x="63594" y="226052"/>
                    </a:cubicBezTo>
                    <a:cubicBezTo>
                      <a:pt x="55498" y="196429"/>
                      <a:pt x="57689" y="166616"/>
                      <a:pt x="49974" y="136898"/>
                    </a:cubicBezTo>
                    <a:cubicBezTo>
                      <a:pt x="48450" y="131088"/>
                      <a:pt x="52831" y="98036"/>
                      <a:pt x="50640" y="82415"/>
                    </a:cubicBezTo>
                    <a:cubicBezTo>
                      <a:pt x="48069" y="64603"/>
                      <a:pt x="46354" y="58317"/>
                      <a:pt x="46354" y="51078"/>
                    </a:cubicBezTo>
                    <a:cubicBezTo>
                      <a:pt x="46354" y="42982"/>
                      <a:pt x="45783" y="33552"/>
                      <a:pt x="44259" y="25551"/>
                    </a:cubicBezTo>
                    <a:cubicBezTo>
                      <a:pt x="42639" y="17264"/>
                      <a:pt x="38925" y="8882"/>
                      <a:pt x="31971" y="4024"/>
                    </a:cubicBezTo>
                    <a:cubicBezTo>
                      <a:pt x="25018" y="-738"/>
                      <a:pt x="5682" y="-2548"/>
                      <a:pt x="4158" y="5834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32"/>
              <p:cNvSpPr/>
              <p:nvPr/>
            </p:nvSpPr>
            <p:spPr>
              <a:xfrm>
                <a:off x="7118004" y="2746054"/>
                <a:ext cx="154083" cy="87609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03" extrusionOk="0">
                    <a:moveTo>
                      <a:pt x="1810" y="30004"/>
                    </a:moveTo>
                    <a:cubicBezTo>
                      <a:pt x="10192" y="28670"/>
                      <a:pt x="52769" y="16573"/>
                      <a:pt x="52769" y="16573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32"/>
              <p:cNvSpPr/>
              <p:nvPr/>
            </p:nvSpPr>
            <p:spPr>
              <a:xfrm>
                <a:off x="6957277" y="2104069"/>
                <a:ext cx="237647" cy="674581"/>
              </a:xfrm>
              <a:custGeom>
                <a:avLst/>
                <a:gdLst/>
                <a:ahLst/>
                <a:cxnLst/>
                <a:rect l="l" t="t" r="r" b="b"/>
                <a:pathLst>
                  <a:path w="81386" h="231021" extrusionOk="0">
                    <a:moveTo>
                      <a:pt x="49062" y="230886"/>
                    </a:moveTo>
                    <a:cubicBezTo>
                      <a:pt x="59063" y="231743"/>
                      <a:pt x="72207" y="228505"/>
                      <a:pt x="79637" y="221742"/>
                    </a:cubicBezTo>
                    <a:cubicBezTo>
                      <a:pt x="87066" y="214979"/>
                      <a:pt x="68302" y="207074"/>
                      <a:pt x="70398" y="197168"/>
                    </a:cubicBezTo>
                    <a:cubicBezTo>
                      <a:pt x="70874" y="194691"/>
                      <a:pt x="72398" y="192596"/>
                      <a:pt x="73065" y="190119"/>
                    </a:cubicBezTo>
                    <a:cubicBezTo>
                      <a:pt x="74874" y="183356"/>
                      <a:pt x="70017" y="176784"/>
                      <a:pt x="68397" y="169926"/>
                    </a:cubicBezTo>
                    <a:cubicBezTo>
                      <a:pt x="66683" y="162592"/>
                      <a:pt x="68778" y="154781"/>
                      <a:pt x="68016" y="147256"/>
                    </a:cubicBezTo>
                    <a:cubicBezTo>
                      <a:pt x="67159" y="139160"/>
                      <a:pt x="62873" y="131731"/>
                      <a:pt x="61539" y="123634"/>
                    </a:cubicBezTo>
                    <a:cubicBezTo>
                      <a:pt x="60682" y="118301"/>
                      <a:pt x="61063" y="112871"/>
                      <a:pt x="61349" y="107537"/>
                    </a:cubicBezTo>
                    <a:cubicBezTo>
                      <a:pt x="62682" y="81915"/>
                      <a:pt x="60873" y="56197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1"/>
                      <a:pt x="15819" y="68104"/>
                      <a:pt x="17820" y="77343"/>
                    </a:cubicBezTo>
                    <a:cubicBezTo>
                      <a:pt x="20868" y="91440"/>
                      <a:pt x="23630" y="105632"/>
                      <a:pt x="26392" y="119825"/>
                    </a:cubicBezTo>
                    <a:cubicBezTo>
                      <a:pt x="29250" y="134207"/>
                      <a:pt x="32012" y="148590"/>
                      <a:pt x="34869" y="162877"/>
                    </a:cubicBezTo>
                    <a:cubicBezTo>
                      <a:pt x="38203" y="179927"/>
                      <a:pt x="41537" y="197072"/>
                      <a:pt x="44109" y="214313"/>
                    </a:cubicBezTo>
                    <a:cubicBezTo>
                      <a:pt x="44966" y="220313"/>
                      <a:pt x="45633" y="225838"/>
                      <a:pt x="49062" y="23079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32"/>
              <p:cNvSpPr/>
              <p:nvPr/>
            </p:nvSpPr>
            <p:spPr>
              <a:xfrm>
                <a:off x="6881394" y="2052341"/>
                <a:ext cx="222495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197" h="266013" extrusionOk="0">
                    <a:moveTo>
                      <a:pt x="46102" y="2861"/>
                    </a:moveTo>
                    <a:cubicBezTo>
                      <a:pt x="42006" y="9624"/>
                      <a:pt x="38101" y="16577"/>
                      <a:pt x="34576" y="23626"/>
                    </a:cubicBezTo>
                    <a:cubicBezTo>
                      <a:pt x="32862" y="26959"/>
                      <a:pt x="31243" y="30388"/>
                      <a:pt x="30195" y="34103"/>
                    </a:cubicBezTo>
                    <a:cubicBezTo>
                      <a:pt x="27814" y="42866"/>
                      <a:pt x="28290" y="50296"/>
                      <a:pt x="30004" y="58868"/>
                    </a:cubicBezTo>
                    <a:cubicBezTo>
                      <a:pt x="31624" y="67250"/>
                      <a:pt x="29242" y="75727"/>
                      <a:pt x="28004" y="84014"/>
                    </a:cubicBezTo>
                    <a:cubicBezTo>
                      <a:pt x="25337" y="101921"/>
                      <a:pt x="28004" y="119447"/>
                      <a:pt x="21146" y="136211"/>
                    </a:cubicBezTo>
                    <a:cubicBezTo>
                      <a:pt x="16669" y="147355"/>
                      <a:pt x="13336" y="172311"/>
                      <a:pt x="12288" y="189646"/>
                    </a:cubicBezTo>
                    <a:cubicBezTo>
                      <a:pt x="11907" y="195266"/>
                      <a:pt x="12288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1908" y="229651"/>
                    </a:cubicBezTo>
                    <a:cubicBezTo>
                      <a:pt x="25051" y="199076"/>
                      <a:pt x="37624" y="172025"/>
                      <a:pt x="41149" y="141545"/>
                    </a:cubicBezTo>
                    <a:cubicBezTo>
                      <a:pt x="41815" y="135640"/>
                      <a:pt x="57532" y="106303"/>
                      <a:pt x="61056" y="90872"/>
                    </a:cubicBezTo>
                    <a:cubicBezTo>
                      <a:pt x="65056" y="73346"/>
                      <a:pt x="65723" y="66869"/>
                      <a:pt x="68295" y="60011"/>
                    </a:cubicBezTo>
                    <a:cubicBezTo>
                      <a:pt x="71152" y="52391"/>
                      <a:pt x="74010" y="43438"/>
                      <a:pt x="75439" y="35437"/>
                    </a:cubicBezTo>
                    <a:cubicBezTo>
                      <a:pt x="76867" y="27055"/>
                      <a:pt x="76582" y="17911"/>
                      <a:pt x="71914" y="10957"/>
                    </a:cubicBezTo>
                    <a:cubicBezTo>
                      <a:pt x="67342" y="4004"/>
                      <a:pt x="50483" y="-4473"/>
                      <a:pt x="46102" y="276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32"/>
              <p:cNvSpPr/>
              <p:nvPr/>
            </p:nvSpPr>
            <p:spPr>
              <a:xfrm>
                <a:off x="6970865" y="1767408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322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32"/>
              <p:cNvSpPr/>
              <p:nvPr/>
            </p:nvSpPr>
            <p:spPr>
              <a:xfrm>
                <a:off x="6988315" y="177709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9"/>
                      <a:pt x="25093" y="8573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9"/>
                    </a:cubicBezTo>
                    <a:cubicBezTo>
                      <a:pt x="423" y="7049"/>
                      <a:pt x="138" y="6858"/>
                      <a:pt x="42" y="6668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32"/>
              <p:cNvSpPr/>
              <p:nvPr/>
            </p:nvSpPr>
            <p:spPr>
              <a:xfrm>
                <a:off x="6876668" y="2747408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624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7" y="1155"/>
                    </a:cubicBezTo>
                    <a:cubicBezTo>
                      <a:pt x="6667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32"/>
              <p:cNvSpPr/>
              <p:nvPr/>
            </p:nvSpPr>
            <p:spPr>
              <a:xfrm>
                <a:off x="6880804" y="2117786"/>
                <a:ext cx="237714" cy="652976"/>
              </a:xfrm>
              <a:custGeom>
                <a:avLst/>
                <a:gdLst/>
                <a:ahLst/>
                <a:cxnLst/>
                <a:rect l="l" t="t" r="r" b="b"/>
                <a:pathLst>
                  <a:path w="81409" h="223622" extrusionOk="0">
                    <a:moveTo>
                      <a:pt x="679" y="219424"/>
                    </a:moveTo>
                    <a:cubicBezTo>
                      <a:pt x="9728" y="223710"/>
                      <a:pt x="23253" y="225234"/>
                      <a:pt x="32492" y="221520"/>
                    </a:cubicBezTo>
                    <a:cubicBezTo>
                      <a:pt x="41827" y="217805"/>
                      <a:pt x="27063" y="203708"/>
                      <a:pt x="32492" y="195135"/>
                    </a:cubicBezTo>
                    <a:cubicBezTo>
                      <a:pt x="33826" y="193040"/>
                      <a:pt x="36017" y="191516"/>
                      <a:pt x="37445" y="189420"/>
                    </a:cubicBezTo>
                    <a:cubicBezTo>
                      <a:pt x="41541" y="183705"/>
                      <a:pt x="39255" y="175800"/>
                      <a:pt x="40112" y="168846"/>
                    </a:cubicBezTo>
                    <a:cubicBezTo>
                      <a:pt x="41065" y="161322"/>
                      <a:pt x="45827" y="154749"/>
                      <a:pt x="47637" y="147415"/>
                    </a:cubicBezTo>
                    <a:cubicBezTo>
                      <a:pt x="49637" y="139414"/>
                      <a:pt x="48209" y="130937"/>
                      <a:pt x="49828" y="122936"/>
                    </a:cubicBezTo>
                    <a:cubicBezTo>
                      <a:pt x="50876" y="117602"/>
                      <a:pt x="53162" y="112649"/>
                      <a:pt x="55257" y="107696"/>
                    </a:cubicBezTo>
                    <a:cubicBezTo>
                      <a:pt x="65449" y="84074"/>
                      <a:pt x="72783" y="59214"/>
                      <a:pt x="78308" y="34068"/>
                    </a:cubicBezTo>
                    <a:cubicBezTo>
                      <a:pt x="80689" y="23495"/>
                      <a:pt x="82689" y="12541"/>
                      <a:pt x="80403" y="1968"/>
                    </a:cubicBezTo>
                    <a:cubicBezTo>
                      <a:pt x="63258" y="-1270"/>
                      <a:pt x="46685" y="63"/>
                      <a:pt x="29254" y="1873"/>
                    </a:cubicBezTo>
                    <a:cubicBezTo>
                      <a:pt x="23825" y="14065"/>
                      <a:pt x="22682" y="27305"/>
                      <a:pt x="27158" y="39878"/>
                    </a:cubicBezTo>
                    <a:cubicBezTo>
                      <a:pt x="30302" y="48831"/>
                      <a:pt x="26396" y="54737"/>
                      <a:pt x="25063" y="64262"/>
                    </a:cubicBezTo>
                    <a:cubicBezTo>
                      <a:pt x="22967" y="78645"/>
                      <a:pt x="20681" y="92932"/>
                      <a:pt x="18300" y="107220"/>
                    </a:cubicBezTo>
                    <a:cubicBezTo>
                      <a:pt x="15919" y="121698"/>
                      <a:pt x="13538" y="136176"/>
                      <a:pt x="11156" y="150749"/>
                    </a:cubicBezTo>
                    <a:cubicBezTo>
                      <a:pt x="8299" y="167989"/>
                      <a:pt x="5537" y="185229"/>
                      <a:pt x="1822" y="202374"/>
                    </a:cubicBezTo>
                    <a:cubicBezTo>
                      <a:pt x="488" y="208280"/>
                      <a:pt x="-845" y="213709"/>
                      <a:pt x="679" y="21961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32"/>
              <p:cNvSpPr/>
              <p:nvPr/>
            </p:nvSpPr>
            <p:spPr>
              <a:xfrm>
                <a:off x="6880582" y="2118063"/>
                <a:ext cx="237341" cy="644056"/>
              </a:xfrm>
              <a:custGeom>
                <a:avLst/>
                <a:gdLst/>
                <a:ahLst/>
                <a:cxnLst/>
                <a:rect l="l" t="t" r="r" b="b"/>
                <a:pathLst>
                  <a:path w="81281" h="220567" extrusionOk="0">
                    <a:moveTo>
                      <a:pt x="29330" y="1683"/>
                    </a:moveTo>
                    <a:cubicBezTo>
                      <a:pt x="23901" y="13875"/>
                      <a:pt x="22758" y="27114"/>
                      <a:pt x="27139" y="39687"/>
                    </a:cubicBezTo>
                    <a:cubicBezTo>
                      <a:pt x="30282" y="48641"/>
                      <a:pt x="26377" y="54546"/>
                      <a:pt x="25044" y="64071"/>
                    </a:cubicBezTo>
                    <a:cubicBezTo>
                      <a:pt x="22948" y="78454"/>
                      <a:pt x="20662" y="92742"/>
                      <a:pt x="18281" y="107029"/>
                    </a:cubicBezTo>
                    <a:cubicBezTo>
                      <a:pt x="15900" y="121507"/>
                      <a:pt x="13518" y="135985"/>
                      <a:pt x="11137" y="150558"/>
                    </a:cubicBezTo>
                    <a:cubicBezTo>
                      <a:pt x="8280" y="167799"/>
                      <a:pt x="5517" y="185039"/>
                      <a:pt x="1803" y="202184"/>
                    </a:cubicBezTo>
                    <a:cubicBezTo>
                      <a:pt x="564" y="208089"/>
                      <a:pt x="-864" y="213519"/>
                      <a:pt x="660" y="219424"/>
                    </a:cubicBezTo>
                    <a:cubicBezTo>
                      <a:pt x="1517" y="219805"/>
                      <a:pt x="2565" y="220186"/>
                      <a:pt x="3517" y="220567"/>
                    </a:cubicBezTo>
                    <a:cubicBezTo>
                      <a:pt x="6946" y="218472"/>
                      <a:pt x="9994" y="215043"/>
                      <a:pt x="12471" y="211804"/>
                    </a:cubicBezTo>
                    <a:cubicBezTo>
                      <a:pt x="13233" y="210852"/>
                      <a:pt x="14090" y="209804"/>
                      <a:pt x="14280" y="208566"/>
                    </a:cubicBezTo>
                    <a:cubicBezTo>
                      <a:pt x="14852" y="205803"/>
                      <a:pt x="12661" y="203232"/>
                      <a:pt x="11899" y="200469"/>
                    </a:cubicBezTo>
                    <a:cubicBezTo>
                      <a:pt x="9994" y="193897"/>
                      <a:pt x="16090" y="187801"/>
                      <a:pt x="17043" y="181038"/>
                    </a:cubicBezTo>
                    <a:cubicBezTo>
                      <a:pt x="17424" y="178276"/>
                      <a:pt x="16947" y="175419"/>
                      <a:pt x="16662" y="172656"/>
                    </a:cubicBezTo>
                    <a:cubicBezTo>
                      <a:pt x="16090" y="166656"/>
                      <a:pt x="16757" y="160655"/>
                      <a:pt x="17424" y="154654"/>
                    </a:cubicBezTo>
                    <a:cubicBezTo>
                      <a:pt x="21329" y="118935"/>
                      <a:pt x="25234" y="82836"/>
                      <a:pt x="36759" y="48736"/>
                    </a:cubicBezTo>
                    <a:cubicBezTo>
                      <a:pt x="37521" y="46641"/>
                      <a:pt x="38379" y="44355"/>
                      <a:pt x="40188" y="43116"/>
                    </a:cubicBezTo>
                    <a:cubicBezTo>
                      <a:pt x="41712" y="42069"/>
                      <a:pt x="43713" y="41973"/>
                      <a:pt x="45522" y="41783"/>
                    </a:cubicBezTo>
                    <a:cubicBezTo>
                      <a:pt x="56952" y="40926"/>
                      <a:pt x="68097" y="37782"/>
                      <a:pt x="78479" y="32829"/>
                    </a:cubicBezTo>
                    <a:cubicBezTo>
                      <a:pt x="80670" y="22638"/>
                      <a:pt x="82479" y="12065"/>
                      <a:pt x="80289" y="1968"/>
                    </a:cubicBezTo>
                    <a:cubicBezTo>
                      <a:pt x="63144" y="-1270"/>
                      <a:pt x="46570" y="63"/>
                      <a:pt x="29139" y="1873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32"/>
              <p:cNvSpPr/>
              <p:nvPr/>
            </p:nvSpPr>
            <p:spPr>
              <a:xfrm>
                <a:off x="6936724" y="1788498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40"/>
                      <a:pt x="1524" y="128873"/>
                      <a:pt x="0" y="132398"/>
                    </a:cubicBezTo>
                    <a:cubicBezTo>
                      <a:pt x="11144" y="131921"/>
                      <a:pt x="21146" y="138875"/>
                      <a:pt x="31813" y="142304"/>
                    </a:cubicBezTo>
                    <a:cubicBezTo>
                      <a:pt x="44005" y="146304"/>
                      <a:pt x="57721" y="145542"/>
                      <a:pt x="69437" y="140399"/>
                    </a:cubicBezTo>
                    <a:cubicBezTo>
                      <a:pt x="68008" y="133255"/>
                      <a:pt x="65818" y="126016"/>
                      <a:pt x="66008" y="118682"/>
                    </a:cubicBezTo>
                    <a:cubicBezTo>
                      <a:pt x="66104" y="115253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5" y="7811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80"/>
                    </a:cubicBezTo>
                    <a:cubicBezTo>
                      <a:pt x="7906" y="36576"/>
                      <a:pt x="9525" y="46673"/>
                      <a:pt x="11621" y="56483"/>
                    </a:cubicBezTo>
                    <a:cubicBezTo>
                      <a:pt x="12668" y="61532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8"/>
                    </a:cubicBezTo>
                    <a:cubicBezTo>
                      <a:pt x="15430" y="88678"/>
                      <a:pt x="18193" y="89345"/>
                      <a:pt x="19526" y="90773"/>
                    </a:cubicBezTo>
                    <a:cubicBezTo>
                      <a:pt x="22003" y="93440"/>
                      <a:pt x="16383" y="103251"/>
                      <a:pt x="15050" y="105918"/>
                    </a:cubicBezTo>
                    <a:cubicBezTo>
                      <a:pt x="12097" y="111633"/>
                      <a:pt x="8572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32"/>
              <p:cNvSpPr/>
              <p:nvPr/>
            </p:nvSpPr>
            <p:spPr>
              <a:xfrm>
                <a:off x="6950618" y="1802658"/>
                <a:ext cx="105955" cy="253949"/>
              </a:xfrm>
              <a:custGeom>
                <a:avLst/>
                <a:gdLst/>
                <a:ahLst/>
                <a:cxnLst/>
                <a:rect l="l" t="t" r="r" b="b"/>
                <a:pathLst>
                  <a:path w="36286" h="86969" extrusionOk="0">
                    <a:moveTo>
                      <a:pt x="17338" y="6"/>
                    </a:moveTo>
                    <a:cubicBezTo>
                      <a:pt x="23243" y="6"/>
                      <a:pt x="29244" y="2483"/>
                      <a:pt x="32768" y="7150"/>
                    </a:cubicBezTo>
                    <a:cubicBezTo>
                      <a:pt x="37721" y="13818"/>
                      <a:pt x="36578" y="23057"/>
                      <a:pt x="34578" y="31058"/>
                    </a:cubicBezTo>
                    <a:cubicBezTo>
                      <a:pt x="29434" y="51537"/>
                      <a:pt x="19529" y="70777"/>
                      <a:pt x="5908" y="86970"/>
                    </a:cubicBezTo>
                    <a:cubicBezTo>
                      <a:pt x="4479" y="84017"/>
                      <a:pt x="2955" y="81064"/>
                      <a:pt x="2669" y="77826"/>
                    </a:cubicBezTo>
                    <a:cubicBezTo>
                      <a:pt x="2383" y="74492"/>
                      <a:pt x="3526" y="71158"/>
                      <a:pt x="4765" y="68110"/>
                    </a:cubicBezTo>
                    <a:cubicBezTo>
                      <a:pt x="11146" y="52203"/>
                      <a:pt x="21814" y="37344"/>
                      <a:pt x="22291" y="20199"/>
                    </a:cubicBezTo>
                    <a:cubicBezTo>
                      <a:pt x="22386" y="16008"/>
                      <a:pt x="21338" y="10960"/>
                      <a:pt x="17338" y="9436"/>
                    </a:cubicBezTo>
                    <a:cubicBezTo>
                      <a:pt x="15052" y="8579"/>
                      <a:pt x="12480" y="9150"/>
                      <a:pt x="10194" y="9722"/>
                    </a:cubicBezTo>
                    <a:cubicBezTo>
                      <a:pt x="7813" y="10389"/>
                      <a:pt x="5336" y="10960"/>
                      <a:pt x="3050" y="10198"/>
                    </a:cubicBezTo>
                    <a:cubicBezTo>
                      <a:pt x="-1998" y="8484"/>
                      <a:pt x="97" y="5055"/>
                      <a:pt x="3050" y="3245"/>
                    </a:cubicBezTo>
                    <a:cubicBezTo>
                      <a:pt x="7051" y="864"/>
                      <a:pt x="12766" y="-89"/>
                      <a:pt x="17338" y="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32"/>
              <p:cNvSpPr/>
              <p:nvPr/>
            </p:nvSpPr>
            <p:spPr>
              <a:xfrm>
                <a:off x="6911422" y="181766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3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89" y="140122"/>
                    </a:cubicBezTo>
                    <a:cubicBezTo>
                      <a:pt x="32290" y="142313"/>
                      <a:pt x="30289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32"/>
              <p:cNvSpPr/>
              <p:nvPr/>
            </p:nvSpPr>
            <p:spPr>
              <a:xfrm>
                <a:off x="6922266" y="1813674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2" y="45857"/>
                      <a:pt x="30766" y="37952"/>
                    </a:cubicBezTo>
                    <a:cubicBezTo>
                      <a:pt x="34195" y="29474"/>
                      <a:pt x="37529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2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32"/>
              <p:cNvSpPr/>
              <p:nvPr/>
            </p:nvSpPr>
            <p:spPr>
              <a:xfrm>
                <a:off x="6957764" y="1580527"/>
                <a:ext cx="178094" cy="174108"/>
              </a:xfrm>
              <a:custGeom>
                <a:avLst/>
                <a:gdLst/>
                <a:ahLst/>
                <a:cxnLst/>
                <a:rect l="l" t="t" r="r" b="b"/>
                <a:pathLst>
                  <a:path w="60991" h="59626" extrusionOk="0">
                    <a:moveTo>
                      <a:pt x="14795" y="59627"/>
                    </a:moveTo>
                    <a:cubicBezTo>
                      <a:pt x="15176" y="54674"/>
                      <a:pt x="12128" y="50102"/>
                      <a:pt x="9461" y="45911"/>
                    </a:cubicBezTo>
                    <a:cubicBezTo>
                      <a:pt x="6413" y="41053"/>
                      <a:pt x="3746" y="35909"/>
                      <a:pt x="1555" y="30671"/>
                    </a:cubicBezTo>
                    <a:cubicBezTo>
                      <a:pt x="507" y="28289"/>
                      <a:pt x="-445" y="25622"/>
                      <a:pt x="222" y="23146"/>
                    </a:cubicBezTo>
                    <a:cubicBezTo>
                      <a:pt x="984" y="20384"/>
                      <a:pt x="3460" y="18764"/>
                      <a:pt x="6127" y="18383"/>
                    </a:cubicBezTo>
                    <a:cubicBezTo>
                      <a:pt x="5079" y="13907"/>
                      <a:pt x="7270" y="7906"/>
                      <a:pt x="11175" y="5429"/>
                    </a:cubicBezTo>
                    <a:cubicBezTo>
                      <a:pt x="14223" y="3524"/>
                      <a:pt x="17843" y="2953"/>
                      <a:pt x="21462" y="2381"/>
                    </a:cubicBezTo>
                    <a:cubicBezTo>
                      <a:pt x="26796" y="1619"/>
                      <a:pt x="32226" y="762"/>
                      <a:pt x="37560" y="0"/>
                    </a:cubicBezTo>
                    <a:cubicBezTo>
                      <a:pt x="36226" y="1905"/>
                      <a:pt x="34035" y="3239"/>
                      <a:pt x="31749" y="3524"/>
                    </a:cubicBezTo>
                    <a:cubicBezTo>
                      <a:pt x="37083" y="3334"/>
                      <a:pt x="42608" y="3239"/>
                      <a:pt x="47656" y="5144"/>
                    </a:cubicBezTo>
                    <a:cubicBezTo>
                      <a:pt x="50799" y="6382"/>
                      <a:pt x="53847" y="8382"/>
                      <a:pt x="57086" y="7620"/>
                    </a:cubicBezTo>
                    <a:cubicBezTo>
                      <a:pt x="55562" y="9049"/>
                      <a:pt x="53371" y="9811"/>
                      <a:pt x="51276" y="9430"/>
                    </a:cubicBezTo>
                    <a:cubicBezTo>
                      <a:pt x="54038" y="11430"/>
                      <a:pt x="57943" y="11716"/>
                      <a:pt x="60991" y="10097"/>
                    </a:cubicBezTo>
                    <a:cubicBezTo>
                      <a:pt x="56514" y="20384"/>
                      <a:pt x="43084" y="25432"/>
                      <a:pt x="32416" y="22765"/>
                    </a:cubicBezTo>
                    <a:cubicBezTo>
                      <a:pt x="33845" y="24384"/>
                      <a:pt x="33940" y="27051"/>
                      <a:pt x="32892" y="28956"/>
                    </a:cubicBezTo>
                    <a:cubicBezTo>
                      <a:pt x="31749" y="30861"/>
                      <a:pt x="29559" y="32004"/>
                      <a:pt x="27368" y="32195"/>
                    </a:cubicBezTo>
                    <a:cubicBezTo>
                      <a:pt x="26701" y="32195"/>
                      <a:pt x="26034" y="32195"/>
                      <a:pt x="25653" y="32766"/>
                    </a:cubicBezTo>
                    <a:cubicBezTo>
                      <a:pt x="25368" y="33242"/>
                      <a:pt x="25653" y="33909"/>
                      <a:pt x="25844" y="34481"/>
                    </a:cubicBezTo>
                    <a:cubicBezTo>
                      <a:pt x="27368" y="38100"/>
                      <a:pt x="28035" y="42196"/>
                      <a:pt x="27368" y="46101"/>
                    </a:cubicBezTo>
                    <a:cubicBezTo>
                      <a:pt x="26225" y="42767"/>
                      <a:pt x="22986" y="35147"/>
                      <a:pt x="17843" y="37338"/>
                    </a:cubicBezTo>
                    <a:cubicBezTo>
                      <a:pt x="12509" y="39624"/>
                      <a:pt x="17176" y="46958"/>
                      <a:pt x="21177" y="47816"/>
                    </a:cubicBezTo>
                    <a:cubicBezTo>
                      <a:pt x="20891" y="47816"/>
                      <a:pt x="17462" y="51435"/>
                      <a:pt x="17176" y="52102"/>
                    </a:cubicBezTo>
                    <a:cubicBezTo>
                      <a:pt x="15938" y="54578"/>
                      <a:pt x="17652" y="57055"/>
                      <a:pt x="14795" y="59531"/>
                    </a:cubicBezTo>
                    <a:close/>
                  </a:path>
                </a:pathLst>
              </a:custGeom>
              <a:solidFill>
                <a:srgbClr val="3432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">
  <p:cSld name="ONE_COLUMN_TEXT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35"/>
          <p:cNvGrpSpPr/>
          <p:nvPr/>
        </p:nvGrpSpPr>
        <p:grpSpPr>
          <a:xfrm>
            <a:off x="0" y="-23075"/>
            <a:ext cx="9144004" cy="5166575"/>
            <a:chOff x="0" y="-23075"/>
            <a:chExt cx="9144004" cy="5166575"/>
          </a:xfrm>
        </p:grpSpPr>
        <p:pic>
          <p:nvPicPr>
            <p:cNvPr id="217" name="Google Shape;217;p3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0" y="0"/>
              <a:ext cx="9143999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2638425"/>
              <a:ext cx="9144000" cy="2505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" name="Google Shape;219;p35"/>
            <p:cNvPicPr preferRelativeResize="0"/>
            <p:nvPr/>
          </p:nvPicPr>
          <p:blipFill rotWithShape="1">
            <a:blip r:embed="rId4">
              <a:alphaModFix/>
            </a:blip>
            <a:srcRect r="60051"/>
            <a:stretch/>
          </p:blipFill>
          <p:spPr>
            <a:xfrm>
              <a:off x="7405025" y="0"/>
              <a:ext cx="1738975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" name="Google Shape;220;p35"/>
            <p:cNvPicPr preferRelativeResize="0"/>
            <p:nvPr/>
          </p:nvPicPr>
          <p:blipFill rotWithShape="1">
            <a:blip r:embed="rId5">
              <a:alphaModFix amt="70000"/>
            </a:blip>
            <a:srcRect r="58222"/>
            <a:stretch/>
          </p:blipFill>
          <p:spPr>
            <a:xfrm>
              <a:off x="7478654" y="-23075"/>
              <a:ext cx="1665350" cy="5143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35"/>
            <p:cNvPicPr preferRelativeResize="0"/>
            <p:nvPr/>
          </p:nvPicPr>
          <p:blipFill rotWithShape="1">
            <a:blip r:embed="rId3">
              <a:alphaModFix/>
            </a:blip>
            <a:srcRect l="15896" t="5940" b="50158"/>
            <a:stretch/>
          </p:blipFill>
          <p:spPr>
            <a:xfrm>
              <a:off x="0" y="3835850"/>
              <a:ext cx="9144000" cy="1307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2" name="Google Shape;222;p35"/>
          <p:cNvSpPr txBox="1">
            <a:spLocks noGrp="1"/>
          </p:cNvSpPr>
          <p:nvPr>
            <p:ph type="body" idx="1"/>
          </p:nvPr>
        </p:nvSpPr>
        <p:spPr>
          <a:xfrm>
            <a:off x="720000" y="1683400"/>
            <a:ext cx="4503600" cy="226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3" name="Google Shape;223;p3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7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7717500" cy="276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30" name="Google Shape;230;p37"/>
          <p:cNvSpPr txBox="1">
            <a:spLocks noGrp="1"/>
          </p:cNvSpPr>
          <p:nvPr>
            <p:ph type="subTitle" idx="1"/>
          </p:nvPr>
        </p:nvSpPr>
        <p:spPr>
          <a:xfrm>
            <a:off x="2307675" y="4128197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8"/>
          <p:cNvSpPr txBox="1">
            <a:spLocks noGrp="1"/>
          </p:cNvSpPr>
          <p:nvPr>
            <p:ph type="title"/>
          </p:nvPr>
        </p:nvSpPr>
        <p:spPr>
          <a:xfrm>
            <a:off x="713225" y="2600100"/>
            <a:ext cx="40485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4" name="Google Shape;234;p38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937950"/>
            <a:ext cx="14667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 b="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5" name="Google Shape;235;p38"/>
          <p:cNvSpPr txBox="1">
            <a:spLocks noGrp="1"/>
          </p:cNvSpPr>
          <p:nvPr>
            <p:ph type="subTitle" idx="1"/>
          </p:nvPr>
        </p:nvSpPr>
        <p:spPr>
          <a:xfrm>
            <a:off x="713225" y="3666750"/>
            <a:ext cx="4048500" cy="65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39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113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40"/>
          <p:cNvSpPr txBox="1">
            <a:spLocks noGrp="1"/>
          </p:cNvSpPr>
          <p:nvPr>
            <p:ph type="subTitle" idx="1"/>
          </p:nvPr>
        </p:nvSpPr>
        <p:spPr>
          <a:xfrm>
            <a:off x="4858069" y="2303700"/>
            <a:ext cx="3572700" cy="19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40"/>
          <p:cNvSpPr txBox="1">
            <a:spLocks noGrp="1"/>
          </p:cNvSpPr>
          <p:nvPr>
            <p:ph type="subTitle" idx="2"/>
          </p:nvPr>
        </p:nvSpPr>
        <p:spPr>
          <a:xfrm>
            <a:off x="720000" y="2303700"/>
            <a:ext cx="3572700" cy="19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40"/>
          <p:cNvSpPr txBox="1">
            <a:spLocks noGrp="1"/>
          </p:cNvSpPr>
          <p:nvPr>
            <p:ph type="subTitle" idx="3"/>
          </p:nvPr>
        </p:nvSpPr>
        <p:spPr>
          <a:xfrm>
            <a:off x="720000" y="1731150"/>
            <a:ext cx="3572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46" name="Google Shape;246;p40"/>
          <p:cNvSpPr txBox="1">
            <a:spLocks noGrp="1"/>
          </p:cNvSpPr>
          <p:nvPr>
            <p:ph type="subTitle" idx="4"/>
          </p:nvPr>
        </p:nvSpPr>
        <p:spPr>
          <a:xfrm>
            <a:off x="4858074" y="1731150"/>
            <a:ext cx="3572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42"/>
          <p:cNvSpPr txBox="1">
            <a:spLocks noGrp="1"/>
          </p:cNvSpPr>
          <p:nvPr>
            <p:ph type="title"/>
          </p:nvPr>
        </p:nvSpPr>
        <p:spPr>
          <a:xfrm>
            <a:off x="716613" y="780300"/>
            <a:ext cx="4376400" cy="6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42"/>
          <p:cNvSpPr txBox="1">
            <a:spLocks noGrp="1"/>
          </p:cNvSpPr>
          <p:nvPr>
            <p:ph type="subTitle" idx="1"/>
          </p:nvPr>
        </p:nvSpPr>
        <p:spPr>
          <a:xfrm>
            <a:off x="716613" y="1422000"/>
            <a:ext cx="4376400" cy="30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54" name="Google Shape;254;p42"/>
          <p:cNvSpPr>
            <a:spLocks noGrp="1"/>
          </p:cNvSpPr>
          <p:nvPr>
            <p:ph type="pic" idx="2"/>
          </p:nvPr>
        </p:nvSpPr>
        <p:spPr>
          <a:xfrm>
            <a:off x="5348550" y="835075"/>
            <a:ext cx="3082200" cy="3587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43"/>
          <p:cNvSpPr txBox="1">
            <a:spLocks noGrp="1"/>
          </p:cNvSpPr>
          <p:nvPr>
            <p:ph type="title"/>
          </p:nvPr>
        </p:nvSpPr>
        <p:spPr>
          <a:xfrm>
            <a:off x="1924375" y="1598550"/>
            <a:ext cx="5295300" cy="20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44"/>
          <p:cNvSpPr txBox="1">
            <a:spLocks noGrp="1"/>
          </p:cNvSpPr>
          <p:nvPr>
            <p:ph type="subTitle" idx="1"/>
          </p:nvPr>
        </p:nvSpPr>
        <p:spPr>
          <a:xfrm>
            <a:off x="4916488" y="1349000"/>
            <a:ext cx="3510900" cy="325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44"/>
          <p:cNvSpPr txBox="1">
            <a:spLocks noGrp="1"/>
          </p:cNvSpPr>
          <p:nvPr>
            <p:ph type="subTitle" idx="2"/>
          </p:nvPr>
        </p:nvSpPr>
        <p:spPr>
          <a:xfrm>
            <a:off x="716612" y="1349000"/>
            <a:ext cx="3510900" cy="325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5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45"/>
          <p:cNvSpPr txBox="1">
            <a:spLocks noGrp="1"/>
          </p:cNvSpPr>
          <p:nvPr>
            <p:ph type="title"/>
          </p:nvPr>
        </p:nvSpPr>
        <p:spPr>
          <a:xfrm>
            <a:off x="1397250" y="3815300"/>
            <a:ext cx="6349500" cy="788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46"/>
          <p:cNvSpPr txBox="1">
            <a:spLocks noGrp="1"/>
          </p:cNvSpPr>
          <p:nvPr>
            <p:ph type="title" hasCustomPrompt="1"/>
          </p:nvPr>
        </p:nvSpPr>
        <p:spPr>
          <a:xfrm>
            <a:off x="4236175" y="1585113"/>
            <a:ext cx="4194600" cy="10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69" name="Google Shape;269;p46"/>
          <p:cNvSpPr txBox="1">
            <a:spLocks noGrp="1"/>
          </p:cNvSpPr>
          <p:nvPr>
            <p:ph type="subTitle" idx="1"/>
          </p:nvPr>
        </p:nvSpPr>
        <p:spPr>
          <a:xfrm>
            <a:off x="4236175" y="2628987"/>
            <a:ext cx="4194600" cy="104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48"/>
          <p:cNvSpPr txBox="1">
            <a:spLocks noGrp="1"/>
          </p:cNvSpPr>
          <p:nvPr>
            <p:ph type="subTitle" idx="1"/>
          </p:nvPr>
        </p:nvSpPr>
        <p:spPr>
          <a:xfrm>
            <a:off x="720050" y="2236574"/>
            <a:ext cx="2451300" cy="21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48"/>
          <p:cNvSpPr txBox="1">
            <a:spLocks noGrp="1"/>
          </p:cNvSpPr>
          <p:nvPr>
            <p:ph type="subTitle" idx="2"/>
          </p:nvPr>
        </p:nvSpPr>
        <p:spPr>
          <a:xfrm>
            <a:off x="3346385" y="2236574"/>
            <a:ext cx="2451300" cy="21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48"/>
          <p:cNvSpPr txBox="1">
            <a:spLocks noGrp="1"/>
          </p:cNvSpPr>
          <p:nvPr>
            <p:ph type="subTitle" idx="3"/>
          </p:nvPr>
        </p:nvSpPr>
        <p:spPr>
          <a:xfrm>
            <a:off x="5972703" y="2236574"/>
            <a:ext cx="2451300" cy="21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48"/>
          <p:cNvSpPr txBox="1">
            <a:spLocks noGrp="1"/>
          </p:cNvSpPr>
          <p:nvPr>
            <p:ph type="subTitle" idx="4"/>
          </p:nvPr>
        </p:nvSpPr>
        <p:spPr>
          <a:xfrm>
            <a:off x="720050" y="1557190"/>
            <a:ext cx="2451300" cy="7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78" name="Google Shape;278;p48"/>
          <p:cNvSpPr txBox="1">
            <a:spLocks noGrp="1"/>
          </p:cNvSpPr>
          <p:nvPr>
            <p:ph type="subTitle" idx="5"/>
          </p:nvPr>
        </p:nvSpPr>
        <p:spPr>
          <a:xfrm>
            <a:off x="3346389" y="1557190"/>
            <a:ext cx="2451300" cy="7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79" name="Google Shape;279;p48"/>
          <p:cNvSpPr txBox="1">
            <a:spLocks noGrp="1"/>
          </p:cNvSpPr>
          <p:nvPr>
            <p:ph type="subTitle" idx="6"/>
          </p:nvPr>
        </p:nvSpPr>
        <p:spPr>
          <a:xfrm>
            <a:off x="5972703" y="1557190"/>
            <a:ext cx="2451300" cy="7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49"/>
          <p:cNvSpPr txBox="1">
            <a:spLocks noGrp="1"/>
          </p:cNvSpPr>
          <p:nvPr>
            <p:ph type="subTitle" idx="1"/>
          </p:nvPr>
        </p:nvSpPr>
        <p:spPr>
          <a:xfrm>
            <a:off x="1463450" y="1477536"/>
            <a:ext cx="58128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49"/>
          <p:cNvSpPr txBox="1">
            <a:spLocks noGrp="1"/>
          </p:cNvSpPr>
          <p:nvPr>
            <p:ph type="subTitle" idx="2"/>
          </p:nvPr>
        </p:nvSpPr>
        <p:spPr>
          <a:xfrm>
            <a:off x="1463450" y="2374824"/>
            <a:ext cx="58128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49"/>
          <p:cNvSpPr txBox="1">
            <a:spLocks noGrp="1"/>
          </p:cNvSpPr>
          <p:nvPr>
            <p:ph type="subTitle" idx="3"/>
          </p:nvPr>
        </p:nvSpPr>
        <p:spPr>
          <a:xfrm>
            <a:off x="1469771" y="3268523"/>
            <a:ext cx="58128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49"/>
          <p:cNvSpPr txBox="1">
            <a:spLocks noGrp="1"/>
          </p:cNvSpPr>
          <p:nvPr>
            <p:ph type="subTitle" idx="4"/>
          </p:nvPr>
        </p:nvSpPr>
        <p:spPr>
          <a:xfrm>
            <a:off x="1469771" y="4162225"/>
            <a:ext cx="58128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49"/>
          <p:cNvSpPr txBox="1">
            <a:spLocks noGrp="1"/>
          </p:cNvSpPr>
          <p:nvPr>
            <p:ph type="title" idx="5" hasCustomPrompt="1"/>
          </p:nvPr>
        </p:nvSpPr>
        <p:spPr>
          <a:xfrm>
            <a:off x="719998" y="1109725"/>
            <a:ext cx="698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8" name="Google Shape;288;p49"/>
          <p:cNvSpPr txBox="1">
            <a:spLocks noGrp="1"/>
          </p:cNvSpPr>
          <p:nvPr>
            <p:ph type="title" idx="6" hasCustomPrompt="1"/>
          </p:nvPr>
        </p:nvSpPr>
        <p:spPr>
          <a:xfrm>
            <a:off x="725468" y="2897121"/>
            <a:ext cx="698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9" name="Google Shape;289;p49"/>
          <p:cNvSpPr txBox="1">
            <a:spLocks noGrp="1"/>
          </p:cNvSpPr>
          <p:nvPr>
            <p:ph type="title" idx="7" hasCustomPrompt="1"/>
          </p:nvPr>
        </p:nvSpPr>
        <p:spPr>
          <a:xfrm>
            <a:off x="720009" y="2003422"/>
            <a:ext cx="698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0" name="Google Shape;290;p49"/>
          <p:cNvSpPr txBox="1">
            <a:spLocks noGrp="1"/>
          </p:cNvSpPr>
          <p:nvPr>
            <p:ph type="title" idx="8" hasCustomPrompt="1"/>
          </p:nvPr>
        </p:nvSpPr>
        <p:spPr>
          <a:xfrm>
            <a:off x="725474" y="3790824"/>
            <a:ext cx="698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1" name="Google Shape;291;p49"/>
          <p:cNvSpPr txBox="1">
            <a:spLocks noGrp="1"/>
          </p:cNvSpPr>
          <p:nvPr>
            <p:ph type="subTitle" idx="9"/>
          </p:nvPr>
        </p:nvSpPr>
        <p:spPr>
          <a:xfrm>
            <a:off x="1460287" y="1109725"/>
            <a:ext cx="5812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92" name="Google Shape;292;p49"/>
          <p:cNvSpPr txBox="1">
            <a:spLocks noGrp="1"/>
          </p:cNvSpPr>
          <p:nvPr>
            <p:ph type="subTitle" idx="13"/>
          </p:nvPr>
        </p:nvSpPr>
        <p:spPr>
          <a:xfrm>
            <a:off x="1460287" y="2003424"/>
            <a:ext cx="5812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93" name="Google Shape;293;p49"/>
          <p:cNvSpPr txBox="1">
            <a:spLocks noGrp="1"/>
          </p:cNvSpPr>
          <p:nvPr>
            <p:ph type="subTitle" idx="14"/>
          </p:nvPr>
        </p:nvSpPr>
        <p:spPr>
          <a:xfrm>
            <a:off x="1466608" y="2897123"/>
            <a:ext cx="5812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94" name="Google Shape;294;p49"/>
          <p:cNvSpPr txBox="1">
            <a:spLocks noGrp="1"/>
          </p:cNvSpPr>
          <p:nvPr>
            <p:ph type="subTitle" idx="15"/>
          </p:nvPr>
        </p:nvSpPr>
        <p:spPr>
          <a:xfrm>
            <a:off x="1466608" y="3790822"/>
            <a:ext cx="5812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50"/>
          <p:cNvSpPr txBox="1">
            <a:spLocks noGrp="1"/>
          </p:cNvSpPr>
          <p:nvPr>
            <p:ph type="subTitle" idx="1"/>
          </p:nvPr>
        </p:nvSpPr>
        <p:spPr>
          <a:xfrm>
            <a:off x="713225" y="1760313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50"/>
          <p:cNvSpPr txBox="1">
            <a:spLocks noGrp="1"/>
          </p:cNvSpPr>
          <p:nvPr>
            <p:ph type="subTitle" idx="2"/>
          </p:nvPr>
        </p:nvSpPr>
        <p:spPr>
          <a:xfrm>
            <a:off x="3335699" y="1760313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50"/>
          <p:cNvSpPr txBox="1">
            <a:spLocks noGrp="1"/>
          </p:cNvSpPr>
          <p:nvPr>
            <p:ph type="subTitle" idx="3"/>
          </p:nvPr>
        </p:nvSpPr>
        <p:spPr>
          <a:xfrm>
            <a:off x="713225" y="3553400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50"/>
          <p:cNvSpPr txBox="1">
            <a:spLocks noGrp="1"/>
          </p:cNvSpPr>
          <p:nvPr>
            <p:ph type="subTitle" idx="4"/>
          </p:nvPr>
        </p:nvSpPr>
        <p:spPr>
          <a:xfrm>
            <a:off x="3335701" y="3553400"/>
            <a:ext cx="24702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50"/>
          <p:cNvSpPr txBox="1">
            <a:spLocks noGrp="1"/>
          </p:cNvSpPr>
          <p:nvPr>
            <p:ph type="subTitle" idx="5"/>
          </p:nvPr>
        </p:nvSpPr>
        <p:spPr>
          <a:xfrm>
            <a:off x="5958174" y="1760313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50"/>
          <p:cNvSpPr txBox="1">
            <a:spLocks noGrp="1"/>
          </p:cNvSpPr>
          <p:nvPr>
            <p:ph type="subTitle" idx="6"/>
          </p:nvPr>
        </p:nvSpPr>
        <p:spPr>
          <a:xfrm>
            <a:off x="5958174" y="3553400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50"/>
          <p:cNvSpPr txBox="1">
            <a:spLocks noGrp="1"/>
          </p:cNvSpPr>
          <p:nvPr>
            <p:ph type="subTitle" idx="7"/>
          </p:nvPr>
        </p:nvSpPr>
        <p:spPr>
          <a:xfrm>
            <a:off x="714341" y="1187563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05" name="Google Shape;305;p50"/>
          <p:cNvSpPr txBox="1">
            <a:spLocks noGrp="1"/>
          </p:cNvSpPr>
          <p:nvPr>
            <p:ph type="subTitle" idx="8"/>
          </p:nvPr>
        </p:nvSpPr>
        <p:spPr>
          <a:xfrm>
            <a:off x="3336811" y="1187563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06" name="Google Shape;306;p50"/>
          <p:cNvSpPr txBox="1">
            <a:spLocks noGrp="1"/>
          </p:cNvSpPr>
          <p:nvPr>
            <p:ph type="subTitle" idx="9"/>
          </p:nvPr>
        </p:nvSpPr>
        <p:spPr>
          <a:xfrm>
            <a:off x="5959281" y="1187563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07" name="Google Shape;307;p50"/>
          <p:cNvSpPr txBox="1">
            <a:spLocks noGrp="1"/>
          </p:cNvSpPr>
          <p:nvPr>
            <p:ph type="subTitle" idx="13"/>
          </p:nvPr>
        </p:nvSpPr>
        <p:spPr>
          <a:xfrm>
            <a:off x="714341" y="2980751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08" name="Google Shape;308;p50"/>
          <p:cNvSpPr txBox="1">
            <a:spLocks noGrp="1"/>
          </p:cNvSpPr>
          <p:nvPr>
            <p:ph type="subTitle" idx="14"/>
          </p:nvPr>
        </p:nvSpPr>
        <p:spPr>
          <a:xfrm>
            <a:off x="3336811" y="2980751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09" name="Google Shape;309;p50"/>
          <p:cNvSpPr txBox="1">
            <a:spLocks noGrp="1"/>
          </p:cNvSpPr>
          <p:nvPr>
            <p:ph type="subTitle" idx="15"/>
          </p:nvPr>
        </p:nvSpPr>
        <p:spPr>
          <a:xfrm>
            <a:off x="5959281" y="2980751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TITLE_AND_BODY_1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51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20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52"/>
          <p:cNvSpPr txBox="1">
            <a:spLocks noGrp="1"/>
          </p:cNvSpPr>
          <p:nvPr>
            <p:ph type="title"/>
          </p:nvPr>
        </p:nvSpPr>
        <p:spPr>
          <a:xfrm>
            <a:off x="713251" y="839859"/>
            <a:ext cx="30618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52"/>
          <p:cNvSpPr txBox="1">
            <a:spLocks noGrp="1"/>
          </p:cNvSpPr>
          <p:nvPr>
            <p:ph type="subTitle" idx="1"/>
          </p:nvPr>
        </p:nvSpPr>
        <p:spPr>
          <a:xfrm>
            <a:off x="713225" y="1830775"/>
            <a:ext cx="30618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52"/>
          <p:cNvSpPr txBox="1"/>
          <p:nvPr/>
        </p:nvSpPr>
        <p:spPr>
          <a:xfrm>
            <a:off x="713275" y="3496950"/>
            <a:ext cx="30618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000" b="1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3" name="Google Shape;323;p54"/>
          <p:cNvGrpSpPr/>
          <p:nvPr/>
        </p:nvGrpSpPr>
        <p:grpSpPr>
          <a:xfrm>
            <a:off x="-145504" y="1176402"/>
            <a:ext cx="9252665" cy="4011911"/>
            <a:chOff x="-145504" y="1176402"/>
            <a:chExt cx="9252665" cy="4011911"/>
          </a:xfrm>
        </p:grpSpPr>
        <p:grpSp>
          <p:nvGrpSpPr>
            <p:cNvPr id="324" name="Google Shape;324;p54"/>
            <p:cNvGrpSpPr/>
            <p:nvPr/>
          </p:nvGrpSpPr>
          <p:grpSpPr>
            <a:xfrm>
              <a:off x="-145504" y="3548784"/>
              <a:ext cx="858731" cy="1639529"/>
              <a:chOff x="3994396" y="1674709"/>
              <a:chExt cx="858731" cy="1639529"/>
            </a:xfrm>
          </p:grpSpPr>
          <p:sp>
            <p:nvSpPr>
              <p:cNvPr id="325" name="Google Shape;325;p54"/>
              <p:cNvSpPr/>
              <p:nvPr/>
            </p:nvSpPr>
            <p:spPr>
              <a:xfrm>
                <a:off x="3994396" y="2913152"/>
                <a:ext cx="858731" cy="401085"/>
              </a:xfrm>
              <a:custGeom>
                <a:avLst/>
                <a:gdLst/>
                <a:ahLst/>
                <a:cxnLst/>
                <a:rect l="l" t="t" r="r" b="b"/>
                <a:pathLst>
                  <a:path w="294086" h="137358" extrusionOk="0">
                    <a:moveTo>
                      <a:pt x="247795" y="11716"/>
                    </a:moveTo>
                    <a:cubicBezTo>
                      <a:pt x="249891" y="10763"/>
                      <a:pt x="251986" y="9906"/>
                      <a:pt x="254177" y="9144"/>
                    </a:cubicBezTo>
                    <a:cubicBezTo>
                      <a:pt x="254558" y="9049"/>
                      <a:pt x="255034" y="8954"/>
                      <a:pt x="255415" y="8858"/>
                    </a:cubicBezTo>
                    <a:cubicBezTo>
                      <a:pt x="260559" y="7430"/>
                      <a:pt x="261987" y="7049"/>
                      <a:pt x="267131" y="6858"/>
                    </a:cubicBezTo>
                    <a:cubicBezTo>
                      <a:pt x="271798" y="6668"/>
                      <a:pt x="275513" y="7049"/>
                      <a:pt x="280085" y="6858"/>
                    </a:cubicBezTo>
                    <a:cubicBezTo>
                      <a:pt x="283323" y="6858"/>
                      <a:pt x="287229" y="6286"/>
                      <a:pt x="290467" y="5429"/>
                    </a:cubicBezTo>
                    <a:cubicBezTo>
                      <a:pt x="291134" y="5429"/>
                      <a:pt x="291610" y="5239"/>
                      <a:pt x="291705" y="5144"/>
                    </a:cubicBezTo>
                    <a:cubicBezTo>
                      <a:pt x="291705" y="5144"/>
                      <a:pt x="291705" y="5144"/>
                      <a:pt x="291705" y="5144"/>
                    </a:cubicBezTo>
                    <a:cubicBezTo>
                      <a:pt x="292563" y="4858"/>
                      <a:pt x="293420" y="4667"/>
                      <a:pt x="294087" y="4286"/>
                    </a:cubicBezTo>
                    <a:cubicBezTo>
                      <a:pt x="294087" y="4286"/>
                      <a:pt x="291420" y="4001"/>
                      <a:pt x="287514" y="3620"/>
                    </a:cubicBezTo>
                    <a:lnTo>
                      <a:pt x="287514" y="3620"/>
                    </a:lnTo>
                    <a:cubicBezTo>
                      <a:pt x="276370" y="2477"/>
                      <a:pt x="254558" y="286"/>
                      <a:pt x="248843" y="0"/>
                    </a:cubicBezTo>
                    <a:cubicBezTo>
                      <a:pt x="244938" y="1715"/>
                      <a:pt x="237889" y="6953"/>
                      <a:pt x="237889" y="6953"/>
                    </a:cubicBezTo>
                    <a:cubicBezTo>
                      <a:pt x="238270" y="7430"/>
                      <a:pt x="239508" y="7715"/>
                      <a:pt x="241032" y="7906"/>
                    </a:cubicBezTo>
                    <a:cubicBezTo>
                      <a:pt x="236175" y="11144"/>
                      <a:pt x="229888" y="14383"/>
                      <a:pt x="222459" y="17431"/>
                    </a:cubicBezTo>
                    <a:cubicBezTo>
                      <a:pt x="218363" y="19145"/>
                      <a:pt x="213886" y="20765"/>
                      <a:pt x="209981" y="22479"/>
                    </a:cubicBezTo>
                    <a:cubicBezTo>
                      <a:pt x="197694" y="27718"/>
                      <a:pt x="181692" y="35528"/>
                      <a:pt x="176834" y="39338"/>
                    </a:cubicBezTo>
                    <a:cubicBezTo>
                      <a:pt x="174738" y="40958"/>
                      <a:pt x="171976" y="42577"/>
                      <a:pt x="168928" y="44101"/>
                    </a:cubicBezTo>
                    <a:cubicBezTo>
                      <a:pt x="167214" y="43910"/>
                      <a:pt x="165404" y="43815"/>
                      <a:pt x="163594" y="43720"/>
                    </a:cubicBezTo>
                    <a:cubicBezTo>
                      <a:pt x="163594" y="43720"/>
                      <a:pt x="163594" y="43529"/>
                      <a:pt x="163594" y="43434"/>
                    </a:cubicBezTo>
                    <a:cubicBezTo>
                      <a:pt x="162737" y="43434"/>
                      <a:pt x="161880" y="43434"/>
                      <a:pt x="161022" y="43434"/>
                    </a:cubicBezTo>
                    <a:cubicBezTo>
                      <a:pt x="160737" y="43434"/>
                      <a:pt x="160451" y="43434"/>
                      <a:pt x="160165" y="43434"/>
                    </a:cubicBezTo>
                    <a:cubicBezTo>
                      <a:pt x="160165" y="43434"/>
                      <a:pt x="160070" y="43434"/>
                      <a:pt x="159975" y="43529"/>
                    </a:cubicBezTo>
                    <a:cubicBezTo>
                      <a:pt x="157974" y="43529"/>
                      <a:pt x="156069" y="43625"/>
                      <a:pt x="154069" y="43720"/>
                    </a:cubicBezTo>
                    <a:cubicBezTo>
                      <a:pt x="153974" y="42005"/>
                      <a:pt x="154069" y="40672"/>
                      <a:pt x="154545" y="40100"/>
                    </a:cubicBezTo>
                    <a:cubicBezTo>
                      <a:pt x="163785" y="30385"/>
                      <a:pt x="162546" y="21812"/>
                      <a:pt x="172071" y="12097"/>
                    </a:cubicBezTo>
                    <a:cubicBezTo>
                      <a:pt x="173119" y="11049"/>
                      <a:pt x="174167" y="10192"/>
                      <a:pt x="175596" y="9334"/>
                    </a:cubicBezTo>
                    <a:cubicBezTo>
                      <a:pt x="175691" y="9334"/>
                      <a:pt x="175786" y="9334"/>
                      <a:pt x="175977" y="9334"/>
                    </a:cubicBezTo>
                    <a:cubicBezTo>
                      <a:pt x="176643" y="9334"/>
                      <a:pt x="177215" y="9430"/>
                      <a:pt x="178072" y="9334"/>
                    </a:cubicBezTo>
                    <a:cubicBezTo>
                      <a:pt x="179310" y="9144"/>
                      <a:pt x="180168" y="8763"/>
                      <a:pt x="181025" y="8382"/>
                    </a:cubicBezTo>
                    <a:cubicBezTo>
                      <a:pt x="184644" y="6668"/>
                      <a:pt x="185597" y="6191"/>
                      <a:pt x="190836" y="5429"/>
                    </a:cubicBezTo>
                    <a:cubicBezTo>
                      <a:pt x="195598" y="4667"/>
                      <a:pt x="200170" y="4572"/>
                      <a:pt x="204837" y="3905"/>
                    </a:cubicBezTo>
                    <a:cubicBezTo>
                      <a:pt x="209600" y="3239"/>
                      <a:pt x="215029" y="1810"/>
                      <a:pt x="216363" y="286"/>
                    </a:cubicBezTo>
                    <a:lnTo>
                      <a:pt x="190836" y="286"/>
                    </a:lnTo>
                    <a:cubicBezTo>
                      <a:pt x="181882" y="762"/>
                      <a:pt x="170262" y="1905"/>
                      <a:pt x="161213" y="2572"/>
                    </a:cubicBezTo>
                    <a:cubicBezTo>
                      <a:pt x="159498" y="4382"/>
                      <a:pt x="159213" y="9239"/>
                      <a:pt x="159213" y="9239"/>
                    </a:cubicBezTo>
                    <a:cubicBezTo>
                      <a:pt x="159498" y="9239"/>
                      <a:pt x="159879" y="9334"/>
                      <a:pt x="160165" y="9430"/>
                    </a:cubicBezTo>
                    <a:cubicBezTo>
                      <a:pt x="159308" y="12764"/>
                      <a:pt x="156831" y="16193"/>
                      <a:pt x="152545" y="19717"/>
                    </a:cubicBezTo>
                    <a:cubicBezTo>
                      <a:pt x="150354" y="21527"/>
                      <a:pt x="147783" y="23241"/>
                      <a:pt x="145782" y="25051"/>
                    </a:cubicBezTo>
                    <a:cubicBezTo>
                      <a:pt x="139591" y="30575"/>
                      <a:pt x="132543" y="38481"/>
                      <a:pt x="132352" y="42005"/>
                    </a:cubicBezTo>
                    <a:cubicBezTo>
                      <a:pt x="132352" y="43244"/>
                      <a:pt x="131685" y="44387"/>
                      <a:pt x="130828" y="45625"/>
                    </a:cubicBezTo>
                    <a:cubicBezTo>
                      <a:pt x="130638" y="45625"/>
                      <a:pt x="130352" y="45625"/>
                      <a:pt x="130161" y="45625"/>
                    </a:cubicBezTo>
                    <a:cubicBezTo>
                      <a:pt x="130161" y="45625"/>
                      <a:pt x="130161" y="45625"/>
                      <a:pt x="130161" y="45625"/>
                    </a:cubicBezTo>
                    <a:cubicBezTo>
                      <a:pt x="128352" y="45815"/>
                      <a:pt x="126447" y="46101"/>
                      <a:pt x="124637" y="46292"/>
                    </a:cubicBezTo>
                    <a:cubicBezTo>
                      <a:pt x="124637" y="46292"/>
                      <a:pt x="124637" y="46292"/>
                      <a:pt x="124637" y="46292"/>
                    </a:cubicBezTo>
                    <a:lnTo>
                      <a:pt x="124637" y="46292"/>
                    </a:lnTo>
                    <a:cubicBezTo>
                      <a:pt x="121589" y="50102"/>
                      <a:pt x="118541" y="53912"/>
                      <a:pt x="115302" y="57722"/>
                    </a:cubicBezTo>
                    <a:cubicBezTo>
                      <a:pt x="112731" y="60770"/>
                      <a:pt x="114159" y="62579"/>
                      <a:pt x="107206" y="65437"/>
                    </a:cubicBezTo>
                    <a:cubicBezTo>
                      <a:pt x="102253" y="67437"/>
                      <a:pt x="98729" y="69533"/>
                      <a:pt x="96443" y="71628"/>
                    </a:cubicBezTo>
                    <a:cubicBezTo>
                      <a:pt x="94538" y="71628"/>
                      <a:pt x="92633" y="71819"/>
                      <a:pt x="90823" y="71819"/>
                    </a:cubicBezTo>
                    <a:cubicBezTo>
                      <a:pt x="90823" y="72962"/>
                      <a:pt x="91299" y="74009"/>
                      <a:pt x="91776" y="75057"/>
                    </a:cubicBezTo>
                    <a:cubicBezTo>
                      <a:pt x="91966" y="75343"/>
                      <a:pt x="92157" y="75629"/>
                      <a:pt x="92252" y="76009"/>
                    </a:cubicBezTo>
                    <a:cubicBezTo>
                      <a:pt x="90156" y="76772"/>
                      <a:pt x="87870" y="77438"/>
                      <a:pt x="85489" y="78105"/>
                    </a:cubicBezTo>
                    <a:cubicBezTo>
                      <a:pt x="77964" y="80201"/>
                      <a:pt x="68439" y="84011"/>
                      <a:pt x="64058" y="86011"/>
                    </a:cubicBezTo>
                    <a:cubicBezTo>
                      <a:pt x="63010" y="86487"/>
                      <a:pt x="62153" y="86963"/>
                      <a:pt x="61486" y="87440"/>
                    </a:cubicBezTo>
                    <a:cubicBezTo>
                      <a:pt x="58819" y="89630"/>
                      <a:pt x="58438" y="91631"/>
                      <a:pt x="57676" y="94107"/>
                    </a:cubicBezTo>
                    <a:cubicBezTo>
                      <a:pt x="57676" y="94393"/>
                      <a:pt x="57486" y="94774"/>
                      <a:pt x="57295" y="95059"/>
                    </a:cubicBezTo>
                    <a:cubicBezTo>
                      <a:pt x="56247" y="95250"/>
                      <a:pt x="55200" y="95441"/>
                      <a:pt x="54152" y="95726"/>
                    </a:cubicBezTo>
                    <a:cubicBezTo>
                      <a:pt x="52342" y="99251"/>
                      <a:pt x="51009" y="102870"/>
                      <a:pt x="50247" y="106299"/>
                    </a:cubicBezTo>
                    <a:cubicBezTo>
                      <a:pt x="50056" y="107347"/>
                      <a:pt x="49770" y="108395"/>
                      <a:pt x="50532" y="109252"/>
                    </a:cubicBezTo>
                    <a:cubicBezTo>
                      <a:pt x="50628" y="109347"/>
                      <a:pt x="50818" y="109538"/>
                      <a:pt x="50913" y="109633"/>
                    </a:cubicBezTo>
                    <a:cubicBezTo>
                      <a:pt x="51104" y="109728"/>
                      <a:pt x="51485" y="109823"/>
                      <a:pt x="51675" y="110014"/>
                    </a:cubicBezTo>
                    <a:cubicBezTo>
                      <a:pt x="50818" y="111347"/>
                      <a:pt x="50151" y="112586"/>
                      <a:pt x="49675" y="113824"/>
                    </a:cubicBezTo>
                    <a:cubicBezTo>
                      <a:pt x="51009" y="113824"/>
                      <a:pt x="49675" y="113824"/>
                      <a:pt x="51104" y="113824"/>
                    </a:cubicBezTo>
                    <a:cubicBezTo>
                      <a:pt x="51866" y="113824"/>
                      <a:pt x="52723" y="113729"/>
                      <a:pt x="53485" y="113633"/>
                    </a:cubicBezTo>
                    <a:cubicBezTo>
                      <a:pt x="53104" y="114109"/>
                      <a:pt x="52628" y="114586"/>
                      <a:pt x="51866" y="115062"/>
                    </a:cubicBezTo>
                    <a:cubicBezTo>
                      <a:pt x="52437" y="115062"/>
                      <a:pt x="53295" y="115062"/>
                      <a:pt x="54152" y="114967"/>
                    </a:cubicBezTo>
                    <a:cubicBezTo>
                      <a:pt x="53390" y="116110"/>
                      <a:pt x="52628" y="117158"/>
                      <a:pt x="52056" y="118015"/>
                    </a:cubicBezTo>
                    <a:cubicBezTo>
                      <a:pt x="51771" y="117920"/>
                      <a:pt x="51580" y="117729"/>
                      <a:pt x="51294" y="117634"/>
                    </a:cubicBezTo>
                    <a:cubicBezTo>
                      <a:pt x="48151" y="118110"/>
                      <a:pt x="45389" y="118777"/>
                      <a:pt x="42722" y="119634"/>
                    </a:cubicBezTo>
                    <a:cubicBezTo>
                      <a:pt x="43103" y="118396"/>
                      <a:pt x="42722" y="117158"/>
                      <a:pt x="41198" y="116205"/>
                    </a:cubicBezTo>
                    <a:cubicBezTo>
                      <a:pt x="37864" y="114014"/>
                      <a:pt x="28434" y="112967"/>
                      <a:pt x="18338" y="114205"/>
                    </a:cubicBezTo>
                    <a:cubicBezTo>
                      <a:pt x="23291" y="114395"/>
                      <a:pt x="25386" y="115919"/>
                      <a:pt x="24434" y="117539"/>
                    </a:cubicBezTo>
                    <a:cubicBezTo>
                      <a:pt x="23481" y="119158"/>
                      <a:pt x="20148" y="120872"/>
                      <a:pt x="16433" y="122492"/>
                    </a:cubicBezTo>
                    <a:cubicBezTo>
                      <a:pt x="12718" y="124111"/>
                      <a:pt x="8622" y="125635"/>
                      <a:pt x="5479" y="127254"/>
                    </a:cubicBezTo>
                    <a:cubicBezTo>
                      <a:pt x="-236" y="130302"/>
                      <a:pt x="-1760" y="133636"/>
                      <a:pt x="2241" y="135827"/>
                    </a:cubicBezTo>
                    <a:cubicBezTo>
                      <a:pt x="3860" y="136684"/>
                      <a:pt x="6717" y="137446"/>
                      <a:pt x="10813" y="137351"/>
                    </a:cubicBezTo>
                    <a:cubicBezTo>
                      <a:pt x="14909" y="137255"/>
                      <a:pt x="19386" y="136303"/>
                      <a:pt x="23291" y="135446"/>
                    </a:cubicBezTo>
                    <a:cubicBezTo>
                      <a:pt x="24434" y="135160"/>
                      <a:pt x="25958" y="134779"/>
                      <a:pt x="27577" y="134398"/>
                    </a:cubicBezTo>
                    <a:cubicBezTo>
                      <a:pt x="33197" y="135255"/>
                      <a:pt x="41484" y="135255"/>
                      <a:pt x="49294" y="134684"/>
                    </a:cubicBezTo>
                    <a:cubicBezTo>
                      <a:pt x="55771" y="134207"/>
                      <a:pt x="62820" y="133350"/>
                      <a:pt x="68916" y="132017"/>
                    </a:cubicBezTo>
                    <a:cubicBezTo>
                      <a:pt x="77869" y="130016"/>
                      <a:pt x="77679" y="128873"/>
                      <a:pt x="81584" y="126302"/>
                    </a:cubicBezTo>
                    <a:cubicBezTo>
                      <a:pt x="80441" y="127064"/>
                      <a:pt x="77488" y="127540"/>
                      <a:pt x="74726" y="127635"/>
                    </a:cubicBezTo>
                    <a:cubicBezTo>
                      <a:pt x="74726" y="127635"/>
                      <a:pt x="74726" y="127635"/>
                      <a:pt x="74726" y="127635"/>
                    </a:cubicBezTo>
                    <a:cubicBezTo>
                      <a:pt x="75488" y="126968"/>
                      <a:pt x="75964" y="126397"/>
                      <a:pt x="76250" y="125730"/>
                    </a:cubicBezTo>
                    <a:cubicBezTo>
                      <a:pt x="76631" y="125063"/>
                      <a:pt x="76917" y="124397"/>
                      <a:pt x="78060" y="123730"/>
                    </a:cubicBezTo>
                    <a:cubicBezTo>
                      <a:pt x="79107" y="123063"/>
                      <a:pt x="80917" y="122492"/>
                      <a:pt x="82632" y="121920"/>
                    </a:cubicBezTo>
                    <a:cubicBezTo>
                      <a:pt x="83394" y="121730"/>
                      <a:pt x="84156" y="121444"/>
                      <a:pt x="84537" y="121158"/>
                    </a:cubicBezTo>
                    <a:cubicBezTo>
                      <a:pt x="85584" y="120396"/>
                      <a:pt x="81489" y="120587"/>
                      <a:pt x="83203" y="119634"/>
                    </a:cubicBezTo>
                    <a:cubicBezTo>
                      <a:pt x="83584" y="119348"/>
                      <a:pt x="84441" y="119158"/>
                      <a:pt x="84251" y="118872"/>
                    </a:cubicBezTo>
                    <a:cubicBezTo>
                      <a:pt x="84251" y="118777"/>
                      <a:pt x="83775" y="118682"/>
                      <a:pt x="83775" y="118586"/>
                    </a:cubicBezTo>
                    <a:cubicBezTo>
                      <a:pt x="83775" y="118396"/>
                      <a:pt x="84632" y="118205"/>
                      <a:pt x="84918" y="118015"/>
                    </a:cubicBezTo>
                    <a:cubicBezTo>
                      <a:pt x="85299" y="117729"/>
                      <a:pt x="85013" y="117539"/>
                      <a:pt x="84632" y="117443"/>
                    </a:cubicBezTo>
                    <a:cubicBezTo>
                      <a:pt x="84251" y="117253"/>
                      <a:pt x="83775" y="117158"/>
                      <a:pt x="83679" y="116967"/>
                    </a:cubicBezTo>
                    <a:cubicBezTo>
                      <a:pt x="83489" y="116205"/>
                      <a:pt x="84346" y="115443"/>
                      <a:pt x="80441" y="115729"/>
                    </a:cubicBezTo>
                    <a:cubicBezTo>
                      <a:pt x="78536" y="115824"/>
                      <a:pt x="76250" y="116015"/>
                      <a:pt x="73678" y="116300"/>
                    </a:cubicBezTo>
                    <a:lnTo>
                      <a:pt x="76155" y="113919"/>
                    </a:lnTo>
                    <a:cubicBezTo>
                      <a:pt x="78060" y="113824"/>
                      <a:pt x="79298" y="113729"/>
                      <a:pt x="79298" y="113633"/>
                    </a:cubicBezTo>
                    <a:cubicBezTo>
                      <a:pt x="79965" y="113157"/>
                      <a:pt x="79965" y="112681"/>
                      <a:pt x="80346" y="112014"/>
                    </a:cubicBezTo>
                    <a:cubicBezTo>
                      <a:pt x="86251" y="111443"/>
                      <a:pt x="93204" y="109823"/>
                      <a:pt x="99967" y="107918"/>
                    </a:cubicBezTo>
                    <a:cubicBezTo>
                      <a:pt x="100062" y="107918"/>
                      <a:pt x="100253" y="107918"/>
                      <a:pt x="100348" y="107918"/>
                    </a:cubicBezTo>
                    <a:cubicBezTo>
                      <a:pt x="100539" y="107918"/>
                      <a:pt x="100634" y="107823"/>
                      <a:pt x="100824" y="107728"/>
                    </a:cubicBezTo>
                    <a:cubicBezTo>
                      <a:pt x="107682" y="105728"/>
                      <a:pt x="114159" y="103537"/>
                      <a:pt x="118922" y="102299"/>
                    </a:cubicBezTo>
                    <a:cubicBezTo>
                      <a:pt x="120351" y="101918"/>
                      <a:pt x="121875" y="101441"/>
                      <a:pt x="122922" y="100965"/>
                    </a:cubicBezTo>
                    <a:cubicBezTo>
                      <a:pt x="125018" y="100013"/>
                      <a:pt x="125304" y="99060"/>
                      <a:pt x="125589" y="98203"/>
                    </a:cubicBezTo>
                    <a:cubicBezTo>
                      <a:pt x="127971" y="90773"/>
                      <a:pt x="136924" y="83915"/>
                      <a:pt x="149497" y="76772"/>
                    </a:cubicBezTo>
                    <a:cubicBezTo>
                      <a:pt x="154164" y="75248"/>
                      <a:pt x="157498" y="74200"/>
                      <a:pt x="157498" y="74200"/>
                    </a:cubicBezTo>
                    <a:cubicBezTo>
                      <a:pt x="158927" y="73533"/>
                      <a:pt x="163118" y="72866"/>
                      <a:pt x="165404" y="72390"/>
                    </a:cubicBezTo>
                    <a:cubicBezTo>
                      <a:pt x="168642" y="71723"/>
                      <a:pt x="171690" y="71057"/>
                      <a:pt x="174834" y="70390"/>
                    </a:cubicBezTo>
                    <a:cubicBezTo>
                      <a:pt x="176834" y="69914"/>
                      <a:pt x="178739" y="69342"/>
                      <a:pt x="180168" y="68866"/>
                    </a:cubicBezTo>
                    <a:cubicBezTo>
                      <a:pt x="182358" y="68104"/>
                      <a:pt x="183501" y="67151"/>
                      <a:pt x="183311" y="66389"/>
                    </a:cubicBezTo>
                    <a:lnTo>
                      <a:pt x="183311" y="66104"/>
                    </a:lnTo>
                    <a:cubicBezTo>
                      <a:pt x="182358" y="65437"/>
                      <a:pt x="176548" y="65437"/>
                      <a:pt x="176739" y="65056"/>
                    </a:cubicBezTo>
                    <a:cubicBezTo>
                      <a:pt x="177310" y="64103"/>
                      <a:pt x="174834" y="64008"/>
                      <a:pt x="172929" y="65056"/>
                    </a:cubicBezTo>
                    <a:cubicBezTo>
                      <a:pt x="171405" y="65913"/>
                      <a:pt x="171690" y="66770"/>
                      <a:pt x="168547" y="67342"/>
                    </a:cubicBezTo>
                    <a:cubicBezTo>
                      <a:pt x="167309" y="67532"/>
                      <a:pt x="165690" y="67628"/>
                      <a:pt x="164261" y="67913"/>
                    </a:cubicBezTo>
                    <a:cubicBezTo>
                      <a:pt x="162642" y="68199"/>
                      <a:pt x="161022" y="68675"/>
                      <a:pt x="159403" y="69056"/>
                    </a:cubicBezTo>
                    <a:cubicBezTo>
                      <a:pt x="159213" y="69056"/>
                      <a:pt x="159117" y="69056"/>
                      <a:pt x="158927" y="69056"/>
                    </a:cubicBezTo>
                    <a:cubicBezTo>
                      <a:pt x="171309" y="61913"/>
                      <a:pt x="182358" y="54674"/>
                      <a:pt x="191121" y="47434"/>
                    </a:cubicBezTo>
                    <a:cubicBezTo>
                      <a:pt x="190264" y="47244"/>
                      <a:pt x="189312" y="47149"/>
                      <a:pt x="188359" y="47054"/>
                    </a:cubicBezTo>
                    <a:cubicBezTo>
                      <a:pt x="191788" y="44006"/>
                      <a:pt x="194741" y="41339"/>
                      <a:pt x="196551" y="40481"/>
                    </a:cubicBezTo>
                    <a:cubicBezTo>
                      <a:pt x="216744" y="31052"/>
                      <a:pt x="226935" y="21527"/>
                      <a:pt x="247414" y="12097"/>
                    </a:cubicBezTo>
                    <a:close/>
                    <a:moveTo>
                      <a:pt x="85013" y="84677"/>
                    </a:moveTo>
                    <a:cubicBezTo>
                      <a:pt x="87299" y="83725"/>
                      <a:pt x="90823" y="82296"/>
                      <a:pt x="94538" y="80772"/>
                    </a:cubicBezTo>
                    <a:cubicBezTo>
                      <a:pt x="95014" y="82010"/>
                      <a:pt x="95586" y="84392"/>
                      <a:pt x="92538" y="85058"/>
                    </a:cubicBezTo>
                    <a:cubicBezTo>
                      <a:pt x="90633" y="85534"/>
                      <a:pt x="87585" y="85725"/>
                      <a:pt x="86918" y="86392"/>
                    </a:cubicBezTo>
                    <a:cubicBezTo>
                      <a:pt x="86537" y="86678"/>
                      <a:pt x="87108" y="86963"/>
                      <a:pt x="87394" y="87154"/>
                    </a:cubicBezTo>
                    <a:cubicBezTo>
                      <a:pt x="88156" y="87821"/>
                      <a:pt x="84537" y="89630"/>
                      <a:pt x="80441" y="91535"/>
                    </a:cubicBezTo>
                    <a:cubicBezTo>
                      <a:pt x="79488" y="91535"/>
                      <a:pt x="78536" y="91726"/>
                      <a:pt x="77583" y="91821"/>
                    </a:cubicBezTo>
                    <a:cubicBezTo>
                      <a:pt x="77583" y="91345"/>
                      <a:pt x="77583" y="90869"/>
                      <a:pt x="77583" y="90488"/>
                    </a:cubicBezTo>
                    <a:cubicBezTo>
                      <a:pt x="77583" y="88678"/>
                      <a:pt x="80250" y="86582"/>
                      <a:pt x="85013" y="84677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54"/>
              <p:cNvSpPr/>
              <p:nvPr/>
            </p:nvSpPr>
            <p:spPr>
              <a:xfrm>
                <a:off x="4557250" y="1705379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3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97"/>
                    </a:cubicBezTo>
                    <a:cubicBezTo>
                      <a:pt x="35921" y="59050"/>
                      <a:pt x="35921" y="56573"/>
                      <a:pt x="37160" y="54287"/>
                    </a:cubicBezTo>
                    <a:cubicBezTo>
                      <a:pt x="37541" y="53620"/>
                      <a:pt x="38207" y="53144"/>
                      <a:pt x="38779" y="52668"/>
                    </a:cubicBezTo>
                    <a:cubicBezTo>
                      <a:pt x="39350" y="52192"/>
                      <a:pt x="39922" y="51525"/>
                      <a:pt x="39827" y="50763"/>
                    </a:cubicBezTo>
                    <a:cubicBezTo>
                      <a:pt x="39827" y="50096"/>
                      <a:pt x="39160" y="49429"/>
                      <a:pt x="39446" y="48858"/>
                    </a:cubicBezTo>
                    <a:cubicBezTo>
                      <a:pt x="39636" y="48477"/>
                      <a:pt x="40017" y="48191"/>
                      <a:pt x="40303" y="47905"/>
                    </a:cubicBezTo>
                    <a:cubicBezTo>
                      <a:pt x="40684" y="47239"/>
                      <a:pt x="40303" y="46381"/>
                      <a:pt x="40303" y="45619"/>
                    </a:cubicBezTo>
                    <a:cubicBezTo>
                      <a:pt x="39922" y="42476"/>
                      <a:pt x="43732" y="43238"/>
                      <a:pt x="43637" y="40857"/>
                    </a:cubicBezTo>
                    <a:cubicBezTo>
                      <a:pt x="43637" y="40000"/>
                      <a:pt x="43160" y="39238"/>
                      <a:pt x="42684" y="38571"/>
                    </a:cubicBezTo>
                    <a:cubicBezTo>
                      <a:pt x="41636" y="36856"/>
                      <a:pt x="40684" y="34951"/>
                      <a:pt x="40493" y="32951"/>
                    </a:cubicBezTo>
                    <a:cubicBezTo>
                      <a:pt x="40208" y="30856"/>
                      <a:pt x="40779" y="28665"/>
                      <a:pt x="41351" y="26665"/>
                    </a:cubicBezTo>
                    <a:cubicBezTo>
                      <a:pt x="41827" y="24760"/>
                      <a:pt x="42113" y="22759"/>
                      <a:pt x="42208" y="20759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54"/>
              <p:cNvSpPr/>
              <p:nvPr/>
            </p:nvSpPr>
            <p:spPr>
              <a:xfrm>
                <a:off x="4595235" y="1920040"/>
                <a:ext cx="170986" cy="428706"/>
              </a:xfrm>
              <a:custGeom>
                <a:avLst/>
                <a:gdLst/>
                <a:ahLst/>
                <a:cxnLst/>
                <a:rect l="l" t="t" r="r" b="b"/>
                <a:pathLst>
                  <a:path w="58557" h="146817" extrusionOk="0">
                    <a:moveTo>
                      <a:pt x="57580" y="132387"/>
                    </a:moveTo>
                    <a:cubicBezTo>
                      <a:pt x="56818" y="130768"/>
                      <a:pt x="55675" y="128958"/>
                      <a:pt x="54246" y="127529"/>
                    </a:cubicBezTo>
                    <a:cubicBezTo>
                      <a:pt x="52055" y="125338"/>
                      <a:pt x="49769" y="123243"/>
                      <a:pt x="47388" y="121243"/>
                    </a:cubicBezTo>
                    <a:cubicBezTo>
                      <a:pt x="45674" y="119814"/>
                      <a:pt x="42435" y="117623"/>
                      <a:pt x="41864" y="115528"/>
                    </a:cubicBezTo>
                    <a:cubicBezTo>
                      <a:pt x="41864" y="115528"/>
                      <a:pt x="27481" y="90382"/>
                      <a:pt x="21861" y="81809"/>
                    </a:cubicBezTo>
                    <a:cubicBezTo>
                      <a:pt x="18432" y="76475"/>
                      <a:pt x="17099" y="70189"/>
                      <a:pt x="18242" y="63902"/>
                    </a:cubicBezTo>
                    <a:cubicBezTo>
                      <a:pt x="21194" y="47710"/>
                      <a:pt x="26528" y="16087"/>
                      <a:pt x="25004" y="8276"/>
                    </a:cubicBezTo>
                    <a:cubicBezTo>
                      <a:pt x="23099" y="-2201"/>
                      <a:pt x="8240" y="-2963"/>
                      <a:pt x="5478" y="7324"/>
                    </a:cubicBezTo>
                    <a:cubicBezTo>
                      <a:pt x="5478" y="7514"/>
                      <a:pt x="5478" y="7705"/>
                      <a:pt x="5383" y="7800"/>
                    </a:cubicBezTo>
                    <a:cubicBezTo>
                      <a:pt x="2144" y="21516"/>
                      <a:pt x="2240" y="45138"/>
                      <a:pt x="1097" y="55996"/>
                    </a:cubicBezTo>
                    <a:cubicBezTo>
                      <a:pt x="239" y="64093"/>
                      <a:pt x="-618" y="70570"/>
                      <a:pt x="620" y="77523"/>
                    </a:cubicBezTo>
                    <a:cubicBezTo>
                      <a:pt x="906" y="79047"/>
                      <a:pt x="1478" y="80476"/>
                      <a:pt x="2240" y="81904"/>
                    </a:cubicBezTo>
                    <a:cubicBezTo>
                      <a:pt x="5288" y="87619"/>
                      <a:pt x="12241" y="98383"/>
                      <a:pt x="18242" y="104002"/>
                    </a:cubicBezTo>
                    <a:cubicBezTo>
                      <a:pt x="25766" y="110956"/>
                      <a:pt x="31100" y="121433"/>
                      <a:pt x="31100" y="121433"/>
                    </a:cubicBezTo>
                    <a:cubicBezTo>
                      <a:pt x="32720" y="124386"/>
                      <a:pt x="33863" y="127720"/>
                      <a:pt x="36244" y="130577"/>
                    </a:cubicBezTo>
                    <a:cubicBezTo>
                      <a:pt x="37577" y="132196"/>
                      <a:pt x="39006" y="134101"/>
                      <a:pt x="40625" y="135340"/>
                    </a:cubicBezTo>
                    <a:cubicBezTo>
                      <a:pt x="41768" y="136197"/>
                      <a:pt x="43292" y="136387"/>
                      <a:pt x="44245" y="137054"/>
                    </a:cubicBezTo>
                    <a:cubicBezTo>
                      <a:pt x="46626" y="138769"/>
                      <a:pt x="45197" y="141531"/>
                      <a:pt x="45578" y="144293"/>
                    </a:cubicBezTo>
                    <a:cubicBezTo>
                      <a:pt x="46055" y="147722"/>
                      <a:pt x="48531" y="147532"/>
                      <a:pt x="49293" y="144484"/>
                    </a:cubicBezTo>
                    <a:cubicBezTo>
                      <a:pt x="49579" y="143150"/>
                      <a:pt x="55484" y="143150"/>
                      <a:pt x="57104" y="141245"/>
                    </a:cubicBezTo>
                    <a:lnTo>
                      <a:pt x="57580" y="140388"/>
                    </a:lnTo>
                    <a:cubicBezTo>
                      <a:pt x="58818" y="137911"/>
                      <a:pt x="58913" y="135054"/>
                      <a:pt x="57675" y="132577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54"/>
              <p:cNvSpPr/>
              <p:nvPr/>
            </p:nvSpPr>
            <p:spPr>
              <a:xfrm>
                <a:off x="4614162" y="193198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8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54"/>
              <p:cNvSpPr/>
              <p:nvPr/>
            </p:nvSpPr>
            <p:spPr>
              <a:xfrm>
                <a:off x="4556547" y="2168121"/>
                <a:ext cx="288657" cy="758067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612" extrusionOk="0">
                    <a:moveTo>
                      <a:pt x="4063" y="5870"/>
                    </a:moveTo>
                    <a:cubicBezTo>
                      <a:pt x="2539" y="13680"/>
                      <a:pt x="1396" y="21586"/>
                      <a:pt x="539" y="29492"/>
                    </a:cubicBezTo>
                    <a:cubicBezTo>
                      <a:pt x="158" y="33302"/>
                      <a:pt x="-223" y="37017"/>
                      <a:pt x="158" y="40827"/>
                    </a:cubicBezTo>
                    <a:cubicBezTo>
                      <a:pt x="1015" y="49875"/>
                      <a:pt x="4254" y="56638"/>
                      <a:pt x="9016" y="63972"/>
                    </a:cubicBezTo>
                    <a:cubicBezTo>
                      <a:pt x="13683" y="71211"/>
                      <a:pt x="14445" y="79974"/>
                      <a:pt x="16255" y="88071"/>
                    </a:cubicBezTo>
                    <a:cubicBezTo>
                      <a:pt x="20256" y="105692"/>
                      <a:pt x="29114" y="121122"/>
                      <a:pt x="28733" y="139220"/>
                    </a:cubicBezTo>
                    <a:cubicBezTo>
                      <a:pt x="28542" y="151317"/>
                      <a:pt x="34353" y="175701"/>
                      <a:pt x="39687" y="192274"/>
                    </a:cubicBezTo>
                    <a:cubicBezTo>
                      <a:pt x="41401" y="197608"/>
                      <a:pt x="43687" y="202752"/>
                      <a:pt x="45592" y="207990"/>
                    </a:cubicBezTo>
                    <a:cubicBezTo>
                      <a:pt x="50069" y="220373"/>
                      <a:pt x="52164" y="233517"/>
                      <a:pt x="51879" y="246662"/>
                    </a:cubicBezTo>
                    <a:cubicBezTo>
                      <a:pt x="51879" y="251043"/>
                      <a:pt x="49116" y="258282"/>
                      <a:pt x="54069" y="259521"/>
                    </a:cubicBezTo>
                    <a:cubicBezTo>
                      <a:pt x="56070" y="259997"/>
                      <a:pt x="60070" y="258473"/>
                      <a:pt x="62070" y="258187"/>
                    </a:cubicBezTo>
                    <a:cubicBezTo>
                      <a:pt x="73881" y="256187"/>
                      <a:pt x="80739" y="253615"/>
                      <a:pt x="92550" y="251615"/>
                    </a:cubicBezTo>
                    <a:cubicBezTo>
                      <a:pt x="94360" y="251329"/>
                      <a:pt x="97218" y="247710"/>
                      <a:pt x="98837" y="246852"/>
                    </a:cubicBezTo>
                    <a:cubicBezTo>
                      <a:pt x="99123" y="245328"/>
                      <a:pt x="96075" y="245614"/>
                      <a:pt x="94551" y="245233"/>
                    </a:cubicBezTo>
                    <a:cubicBezTo>
                      <a:pt x="87597" y="243709"/>
                      <a:pt x="85216" y="244757"/>
                      <a:pt x="78263" y="242947"/>
                    </a:cubicBezTo>
                    <a:cubicBezTo>
                      <a:pt x="69024" y="240566"/>
                      <a:pt x="65976" y="234946"/>
                      <a:pt x="63594" y="226088"/>
                    </a:cubicBezTo>
                    <a:cubicBezTo>
                      <a:pt x="55498" y="196465"/>
                      <a:pt x="57689" y="166652"/>
                      <a:pt x="49974" y="136934"/>
                    </a:cubicBezTo>
                    <a:cubicBezTo>
                      <a:pt x="48450" y="131124"/>
                      <a:pt x="52831" y="98072"/>
                      <a:pt x="50640" y="82451"/>
                    </a:cubicBezTo>
                    <a:cubicBezTo>
                      <a:pt x="48069" y="64639"/>
                      <a:pt x="46354" y="58353"/>
                      <a:pt x="46354" y="51114"/>
                    </a:cubicBezTo>
                    <a:cubicBezTo>
                      <a:pt x="46354" y="43017"/>
                      <a:pt x="45783" y="33588"/>
                      <a:pt x="44259" y="25587"/>
                    </a:cubicBezTo>
                    <a:cubicBezTo>
                      <a:pt x="42639" y="17300"/>
                      <a:pt x="38925" y="8918"/>
                      <a:pt x="31971" y="4060"/>
                    </a:cubicBezTo>
                    <a:cubicBezTo>
                      <a:pt x="25018" y="-798"/>
                      <a:pt x="5682" y="-2512"/>
                      <a:pt x="4158" y="5870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54"/>
              <p:cNvSpPr/>
              <p:nvPr/>
            </p:nvSpPr>
            <p:spPr>
              <a:xfrm>
                <a:off x="4533910" y="2206106"/>
                <a:ext cx="179957" cy="330973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113347" extrusionOk="0">
                    <a:moveTo>
                      <a:pt x="17820" y="77438"/>
                    </a:moveTo>
                    <a:cubicBezTo>
                      <a:pt x="20391" y="89344"/>
                      <a:pt x="22773" y="101346"/>
                      <a:pt x="25154" y="113348"/>
                    </a:cubicBezTo>
                    <a:cubicBezTo>
                      <a:pt x="37727" y="111061"/>
                      <a:pt x="49728" y="106870"/>
                      <a:pt x="61444" y="101917"/>
                    </a:cubicBezTo>
                    <a:cubicBezTo>
                      <a:pt x="62206" y="78200"/>
                      <a:pt x="60587" y="54388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1"/>
                      <a:pt x="15819" y="68104"/>
                      <a:pt x="17820" y="7734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" name="Google Shape;331;p54"/>
              <p:cNvSpPr/>
              <p:nvPr/>
            </p:nvSpPr>
            <p:spPr>
              <a:xfrm>
                <a:off x="4457747" y="2154381"/>
                <a:ext cx="222773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292" h="266013" extrusionOk="0">
                    <a:moveTo>
                      <a:pt x="46197" y="2861"/>
                    </a:moveTo>
                    <a:cubicBezTo>
                      <a:pt x="42101" y="9624"/>
                      <a:pt x="38196" y="16577"/>
                      <a:pt x="34672" y="23626"/>
                    </a:cubicBezTo>
                    <a:cubicBezTo>
                      <a:pt x="32957" y="26959"/>
                      <a:pt x="31338" y="30388"/>
                      <a:pt x="30290" y="34103"/>
                    </a:cubicBezTo>
                    <a:cubicBezTo>
                      <a:pt x="27909" y="42866"/>
                      <a:pt x="28385" y="50296"/>
                      <a:pt x="30100" y="58868"/>
                    </a:cubicBezTo>
                    <a:cubicBezTo>
                      <a:pt x="31719" y="67250"/>
                      <a:pt x="29338" y="75727"/>
                      <a:pt x="28099" y="84014"/>
                    </a:cubicBezTo>
                    <a:cubicBezTo>
                      <a:pt x="25432" y="101921"/>
                      <a:pt x="28099" y="119447"/>
                      <a:pt x="21241" y="136211"/>
                    </a:cubicBezTo>
                    <a:cubicBezTo>
                      <a:pt x="16765" y="147355"/>
                      <a:pt x="13431" y="172311"/>
                      <a:pt x="12383" y="189646"/>
                    </a:cubicBezTo>
                    <a:cubicBezTo>
                      <a:pt x="12002" y="195266"/>
                      <a:pt x="12383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2003" y="229651"/>
                    </a:cubicBezTo>
                    <a:cubicBezTo>
                      <a:pt x="25147" y="199076"/>
                      <a:pt x="37720" y="172025"/>
                      <a:pt x="41244" y="141545"/>
                    </a:cubicBezTo>
                    <a:cubicBezTo>
                      <a:pt x="41911" y="135640"/>
                      <a:pt x="57627" y="106303"/>
                      <a:pt x="61151" y="90872"/>
                    </a:cubicBezTo>
                    <a:cubicBezTo>
                      <a:pt x="65152" y="73346"/>
                      <a:pt x="65818" y="66869"/>
                      <a:pt x="68390" y="60011"/>
                    </a:cubicBezTo>
                    <a:cubicBezTo>
                      <a:pt x="71248" y="52391"/>
                      <a:pt x="74105" y="43438"/>
                      <a:pt x="75534" y="35437"/>
                    </a:cubicBezTo>
                    <a:cubicBezTo>
                      <a:pt x="76963" y="27055"/>
                      <a:pt x="76677" y="17911"/>
                      <a:pt x="72010" y="10957"/>
                    </a:cubicBezTo>
                    <a:cubicBezTo>
                      <a:pt x="67342" y="4004"/>
                      <a:pt x="50578" y="-4473"/>
                      <a:pt x="46197" y="276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54"/>
              <p:cNvSpPr/>
              <p:nvPr/>
            </p:nvSpPr>
            <p:spPr>
              <a:xfrm>
                <a:off x="4547498" y="1869448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54"/>
              <p:cNvSpPr/>
              <p:nvPr/>
            </p:nvSpPr>
            <p:spPr>
              <a:xfrm>
                <a:off x="4564948" y="187913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54"/>
              <p:cNvSpPr/>
              <p:nvPr/>
            </p:nvSpPr>
            <p:spPr>
              <a:xfrm>
                <a:off x="4453301" y="2849448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529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8" y="1155"/>
                    </a:cubicBezTo>
                    <a:cubicBezTo>
                      <a:pt x="6668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54"/>
              <p:cNvSpPr/>
              <p:nvPr/>
            </p:nvSpPr>
            <p:spPr>
              <a:xfrm>
                <a:off x="4694637" y="2847813"/>
                <a:ext cx="154083" cy="87886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98" extrusionOk="0">
                    <a:moveTo>
                      <a:pt x="1810" y="30099"/>
                    </a:moveTo>
                    <a:cubicBezTo>
                      <a:pt x="10192" y="28766"/>
                      <a:pt x="52768" y="16574"/>
                      <a:pt x="52768" y="16574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54"/>
              <p:cNvSpPr/>
              <p:nvPr/>
            </p:nvSpPr>
            <p:spPr>
              <a:xfrm>
                <a:off x="4514192" y="2219823"/>
                <a:ext cx="180941" cy="317530"/>
              </a:xfrm>
              <a:custGeom>
                <a:avLst/>
                <a:gdLst/>
                <a:ahLst/>
                <a:cxnLst/>
                <a:rect l="l" t="t" r="r" b="b"/>
                <a:pathLst>
                  <a:path w="61966" h="108743" extrusionOk="0">
                    <a:moveTo>
                      <a:pt x="5620" y="64071"/>
                    </a:moveTo>
                    <a:cubicBezTo>
                      <a:pt x="3905" y="76073"/>
                      <a:pt x="1905" y="87979"/>
                      <a:pt x="0" y="99981"/>
                    </a:cubicBezTo>
                    <a:cubicBezTo>
                      <a:pt x="10668" y="105696"/>
                      <a:pt x="22955" y="107886"/>
                      <a:pt x="35338" y="108744"/>
                    </a:cubicBezTo>
                    <a:cubicBezTo>
                      <a:pt x="35528" y="108363"/>
                      <a:pt x="35624" y="108077"/>
                      <a:pt x="35814" y="107696"/>
                    </a:cubicBezTo>
                    <a:cubicBezTo>
                      <a:pt x="46006" y="84074"/>
                      <a:pt x="53340" y="59214"/>
                      <a:pt x="58865" y="34068"/>
                    </a:cubicBezTo>
                    <a:cubicBezTo>
                      <a:pt x="61246" y="23495"/>
                      <a:pt x="63246" y="12541"/>
                      <a:pt x="60960" y="1968"/>
                    </a:cubicBezTo>
                    <a:cubicBezTo>
                      <a:pt x="43815" y="-1270"/>
                      <a:pt x="27242" y="63"/>
                      <a:pt x="9811" y="1873"/>
                    </a:cubicBezTo>
                    <a:cubicBezTo>
                      <a:pt x="4381" y="14065"/>
                      <a:pt x="3239" y="27305"/>
                      <a:pt x="7715" y="39878"/>
                    </a:cubicBezTo>
                    <a:cubicBezTo>
                      <a:pt x="10858" y="48831"/>
                      <a:pt x="6953" y="54737"/>
                      <a:pt x="5620" y="6426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54"/>
              <p:cNvSpPr/>
              <p:nvPr/>
            </p:nvSpPr>
            <p:spPr>
              <a:xfrm>
                <a:off x="4514192" y="2219545"/>
                <a:ext cx="180622" cy="298617"/>
              </a:xfrm>
              <a:custGeom>
                <a:avLst/>
                <a:gdLst/>
                <a:ahLst/>
                <a:cxnLst/>
                <a:rect l="l" t="t" r="r" b="b"/>
                <a:pathLst>
                  <a:path w="61857" h="102266" extrusionOk="0">
                    <a:moveTo>
                      <a:pt x="5620" y="64167"/>
                    </a:moveTo>
                    <a:cubicBezTo>
                      <a:pt x="3905" y="76168"/>
                      <a:pt x="1905" y="88074"/>
                      <a:pt x="0" y="100076"/>
                    </a:cubicBezTo>
                    <a:cubicBezTo>
                      <a:pt x="1524" y="100933"/>
                      <a:pt x="3048" y="101600"/>
                      <a:pt x="4667" y="102267"/>
                    </a:cubicBezTo>
                    <a:cubicBezTo>
                      <a:pt x="7620" y="84074"/>
                      <a:pt x="11525" y="66167"/>
                      <a:pt x="17335" y="48736"/>
                    </a:cubicBezTo>
                    <a:cubicBezTo>
                      <a:pt x="18098" y="46641"/>
                      <a:pt x="18955" y="44355"/>
                      <a:pt x="20765" y="43116"/>
                    </a:cubicBezTo>
                    <a:cubicBezTo>
                      <a:pt x="22289" y="42069"/>
                      <a:pt x="24289" y="41973"/>
                      <a:pt x="26099" y="41783"/>
                    </a:cubicBezTo>
                    <a:cubicBezTo>
                      <a:pt x="37529" y="40926"/>
                      <a:pt x="48673" y="37782"/>
                      <a:pt x="59055" y="32829"/>
                    </a:cubicBezTo>
                    <a:cubicBezTo>
                      <a:pt x="61246" y="22638"/>
                      <a:pt x="63055" y="12065"/>
                      <a:pt x="60865" y="1968"/>
                    </a:cubicBezTo>
                    <a:cubicBezTo>
                      <a:pt x="43720" y="-1270"/>
                      <a:pt x="27146" y="63"/>
                      <a:pt x="9716" y="1873"/>
                    </a:cubicBezTo>
                    <a:cubicBezTo>
                      <a:pt x="4286" y="14065"/>
                      <a:pt x="3143" y="27305"/>
                      <a:pt x="7525" y="39878"/>
                    </a:cubicBezTo>
                    <a:cubicBezTo>
                      <a:pt x="10668" y="48831"/>
                      <a:pt x="6763" y="54737"/>
                      <a:pt x="5429" y="64262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" name="Google Shape;338;p54"/>
              <p:cNvSpPr/>
              <p:nvPr/>
            </p:nvSpPr>
            <p:spPr>
              <a:xfrm>
                <a:off x="4513357" y="1890257"/>
                <a:ext cx="207075" cy="423248"/>
              </a:xfrm>
              <a:custGeom>
                <a:avLst/>
                <a:gdLst/>
                <a:ahLst/>
                <a:cxnLst/>
                <a:rect l="l" t="t" r="r" b="b"/>
                <a:pathLst>
                  <a:path w="70916" h="144948" extrusionOk="0">
                    <a:moveTo>
                      <a:pt x="5239" y="122301"/>
                    </a:moveTo>
                    <a:cubicBezTo>
                      <a:pt x="3334" y="125635"/>
                      <a:pt x="1524" y="128969"/>
                      <a:pt x="0" y="132493"/>
                    </a:cubicBezTo>
                    <a:cubicBezTo>
                      <a:pt x="11144" y="132017"/>
                      <a:pt x="21146" y="138970"/>
                      <a:pt x="31814" y="142399"/>
                    </a:cubicBezTo>
                    <a:cubicBezTo>
                      <a:pt x="44005" y="146399"/>
                      <a:pt x="57721" y="145637"/>
                      <a:pt x="69437" y="140494"/>
                    </a:cubicBezTo>
                    <a:cubicBezTo>
                      <a:pt x="63055" y="109347"/>
                      <a:pt x="59722" y="81439"/>
                      <a:pt x="69628" y="50387"/>
                    </a:cubicBezTo>
                    <a:cubicBezTo>
                      <a:pt x="70485" y="47530"/>
                      <a:pt x="71438" y="44482"/>
                      <a:pt x="70580" y="41624"/>
                    </a:cubicBezTo>
                    <a:cubicBezTo>
                      <a:pt x="70104" y="40100"/>
                      <a:pt x="69151" y="38767"/>
                      <a:pt x="68294" y="37529"/>
                    </a:cubicBezTo>
                    <a:cubicBezTo>
                      <a:pt x="61817" y="28480"/>
                      <a:pt x="52292" y="7239"/>
                      <a:pt x="40576" y="5715"/>
                    </a:cubicBezTo>
                    <a:cubicBezTo>
                      <a:pt x="32195" y="4667"/>
                      <a:pt x="24003" y="2762"/>
                      <a:pt x="16002" y="0"/>
                    </a:cubicBezTo>
                    <a:cubicBezTo>
                      <a:pt x="14669" y="0"/>
                      <a:pt x="15907" y="95"/>
                      <a:pt x="14478" y="191"/>
                    </a:cubicBezTo>
                    <a:cubicBezTo>
                      <a:pt x="11906" y="8763"/>
                      <a:pt x="10096" y="17526"/>
                      <a:pt x="9144" y="26480"/>
                    </a:cubicBezTo>
                    <a:cubicBezTo>
                      <a:pt x="8001" y="36576"/>
                      <a:pt x="9620" y="46672"/>
                      <a:pt x="11716" y="56483"/>
                    </a:cubicBezTo>
                    <a:cubicBezTo>
                      <a:pt x="12764" y="61532"/>
                      <a:pt x="20193" y="80105"/>
                      <a:pt x="17145" y="84201"/>
                    </a:cubicBezTo>
                    <a:cubicBezTo>
                      <a:pt x="16573" y="84963"/>
                      <a:pt x="15716" y="85725"/>
                      <a:pt x="15621" y="86678"/>
                    </a:cubicBezTo>
                    <a:cubicBezTo>
                      <a:pt x="15526" y="88678"/>
                      <a:pt x="18288" y="89345"/>
                      <a:pt x="19621" y="90773"/>
                    </a:cubicBezTo>
                    <a:cubicBezTo>
                      <a:pt x="22098" y="93440"/>
                      <a:pt x="16478" y="103251"/>
                      <a:pt x="15145" y="105918"/>
                    </a:cubicBezTo>
                    <a:cubicBezTo>
                      <a:pt x="12192" y="111633"/>
                      <a:pt x="8668" y="116967"/>
                      <a:pt x="5524" y="1223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" name="Google Shape;339;p54"/>
              <p:cNvSpPr/>
              <p:nvPr/>
            </p:nvSpPr>
            <p:spPr>
              <a:xfrm>
                <a:off x="4488055" y="191970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2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301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583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7" y="139265"/>
                      <a:pt x="30290" y="140122"/>
                    </a:cubicBezTo>
                    <a:cubicBezTo>
                      <a:pt x="32290" y="142313"/>
                      <a:pt x="30290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" name="Google Shape;340;p54"/>
              <p:cNvSpPr/>
              <p:nvPr/>
            </p:nvSpPr>
            <p:spPr>
              <a:xfrm>
                <a:off x="4498899" y="1915714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3" y="45857"/>
                      <a:pt x="30766" y="37952"/>
                    </a:cubicBezTo>
                    <a:cubicBezTo>
                      <a:pt x="34195" y="29474"/>
                      <a:pt x="37528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3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" name="Google Shape;341;p54"/>
              <p:cNvSpPr/>
              <p:nvPr/>
            </p:nvSpPr>
            <p:spPr>
              <a:xfrm>
                <a:off x="4532900" y="1696397"/>
                <a:ext cx="161788" cy="158603"/>
              </a:xfrm>
              <a:custGeom>
                <a:avLst/>
                <a:gdLst/>
                <a:ahLst/>
                <a:cxnLst/>
                <a:rect l="l" t="t" r="r" b="b"/>
                <a:pathLst>
                  <a:path w="55407" h="54316" extrusionOk="0">
                    <a:moveTo>
                      <a:pt x="47407" y="23932"/>
                    </a:moveTo>
                    <a:cubicBezTo>
                      <a:pt x="44168" y="24979"/>
                      <a:pt x="41501" y="27456"/>
                      <a:pt x="38453" y="28980"/>
                    </a:cubicBezTo>
                    <a:cubicBezTo>
                      <a:pt x="34548" y="30980"/>
                      <a:pt x="29976" y="31266"/>
                      <a:pt x="25594" y="31456"/>
                    </a:cubicBezTo>
                    <a:cubicBezTo>
                      <a:pt x="28928" y="37552"/>
                      <a:pt x="29976" y="44791"/>
                      <a:pt x="28547" y="51649"/>
                    </a:cubicBezTo>
                    <a:cubicBezTo>
                      <a:pt x="27785" y="44982"/>
                      <a:pt x="25785" y="38505"/>
                      <a:pt x="22546" y="32599"/>
                    </a:cubicBezTo>
                    <a:cubicBezTo>
                      <a:pt x="21689" y="31075"/>
                      <a:pt x="20451" y="29361"/>
                      <a:pt x="18736" y="29361"/>
                    </a:cubicBezTo>
                    <a:cubicBezTo>
                      <a:pt x="16450" y="29361"/>
                      <a:pt x="15212" y="32218"/>
                      <a:pt x="15593" y="34504"/>
                    </a:cubicBezTo>
                    <a:cubicBezTo>
                      <a:pt x="16165" y="37838"/>
                      <a:pt x="18927" y="40600"/>
                      <a:pt x="22261" y="41172"/>
                    </a:cubicBezTo>
                    <a:cubicBezTo>
                      <a:pt x="22261" y="46030"/>
                      <a:pt x="18070" y="51554"/>
                      <a:pt x="14164" y="54316"/>
                    </a:cubicBezTo>
                    <a:cubicBezTo>
                      <a:pt x="6640" y="49935"/>
                      <a:pt x="3877" y="39553"/>
                      <a:pt x="1687" y="31171"/>
                    </a:cubicBezTo>
                    <a:cubicBezTo>
                      <a:pt x="-28" y="24408"/>
                      <a:pt x="-1266" y="16693"/>
                      <a:pt x="2258" y="10692"/>
                    </a:cubicBezTo>
                    <a:cubicBezTo>
                      <a:pt x="8735" y="-262"/>
                      <a:pt x="23118" y="-1595"/>
                      <a:pt x="34262" y="1357"/>
                    </a:cubicBezTo>
                    <a:cubicBezTo>
                      <a:pt x="40072" y="2881"/>
                      <a:pt x="45978" y="5644"/>
                      <a:pt x="50264" y="9835"/>
                    </a:cubicBezTo>
                    <a:cubicBezTo>
                      <a:pt x="56646" y="16026"/>
                      <a:pt x="54931" y="19741"/>
                      <a:pt x="55408" y="27932"/>
                    </a:cubicBezTo>
                    <a:cubicBezTo>
                      <a:pt x="55217" y="24503"/>
                      <a:pt x="50645" y="22884"/>
                      <a:pt x="47311" y="239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" name="Google Shape;342;p54"/>
              <p:cNvSpPr/>
              <p:nvPr/>
            </p:nvSpPr>
            <p:spPr>
              <a:xfrm>
                <a:off x="4465257" y="1674709"/>
                <a:ext cx="119446" cy="216687"/>
              </a:xfrm>
              <a:custGeom>
                <a:avLst/>
                <a:gdLst/>
                <a:ahLst/>
                <a:cxnLst/>
                <a:rect l="l" t="t" r="r" b="b"/>
                <a:pathLst>
                  <a:path w="40906" h="74208" extrusionOk="0">
                    <a:moveTo>
                      <a:pt x="32766" y="6120"/>
                    </a:moveTo>
                    <a:cubicBezTo>
                      <a:pt x="30099" y="3167"/>
                      <a:pt x="26765" y="310"/>
                      <a:pt x="22860" y="24"/>
                    </a:cubicBezTo>
                    <a:cubicBezTo>
                      <a:pt x="18859" y="-262"/>
                      <a:pt x="15145" y="2024"/>
                      <a:pt x="12287" y="4882"/>
                    </a:cubicBezTo>
                    <a:cubicBezTo>
                      <a:pt x="5429" y="11740"/>
                      <a:pt x="2572" y="22217"/>
                      <a:pt x="4286" y="31742"/>
                    </a:cubicBezTo>
                    <a:cubicBezTo>
                      <a:pt x="5239" y="36886"/>
                      <a:pt x="7334" y="41744"/>
                      <a:pt x="8953" y="46697"/>
                    </a:cubicBezTo>
                    <a:cubicBezTo>
                      <a:pt x="10573" y="51650"/>
                      <a:pt x="11716" y="57079"/>
                      <a:pt x="10477" y="62127"/>
                    </a:cubicBezTo>
                    <a:cubicBezTo>
                      <a:pt x="9239" y="67175"/>
                      <a:pt x="5239" y="71938"/>
                      <a:pt x="0" y="72509"/>
                    </a:cubicBezTo>
                    <a:cubicBezTo>
                      <a:pt x="8477" y="76415"/>
                      <a:pt x="19145" y="73271"/>
                      <a:pt x="25432" y="66318"/>
                    </a:cubicBezTo>
                    <a:cubicBezTo>
                      <a:pt x="31718" y="59365"/>
                      <a:pt x="33909" y="49459"/>
                      <a:pt x="32861" y="40220"/>
                    </a:cubicBezTo>
                    <a:cubicBezTo>
                      <a:pt x="31623" y="29456"/>
                      <a:pt x="38957" y="30790"/>
                      <a:pt x="40767" y="22598"/>
                    </a:cubicBezTo>
                    <a:cubicBezTo>
                      <a:pt x="41910" y="17550"/>
                      <a:pt x="35719" y="9549"/>
                      <a:pt x="32671" y="62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3" name="Google Shape;343;p54"/>
            <p:cNvGrpSpPr/>
            <p:nvPr/>
          </p:nvGrpSpPr>
          <p:grpSpPr>
            <a:xfrm>
              <a:off x="8287402" y="1176402"/>
              <a:ext cx="819760" cy="1653609"/>
              <a:chOff x="6476427" y="1580527"/>
              <a:chExt cx="819760" cy="1653609"/>
            </a:xfrm>
          </p:grpSpPr>
          <p:sp>
            <p:nvSpPr>
              <p:cNvPr id="344" name="Google Shape;344;p54"/>
              <p:cNvSpPr/>
              <p:nvPr/>
            </p:nvSpPr>
            <p:spPr>
              <a:xfrm>
                <a:off x="6476427" y="2835857"/>
                <a:ext cx="791983" cy="398279"/>
              </a:xfrm>
              <a:custGeom>
                <a:avLst/>
                <a:gdLst/>
                <a:ahLst/>
                <a:cxnLst/>
                <a:rect l="l" t="t" r="r" b="b"/>
                <a:pathLst>
                  <a:path w="271227" h="136397" extrusionOk="0">
                    <a:moveTo>
                      <a:pt x="194265" y="69151"/>
                    </a:moveTo>
                    <a:lnTo>
                      <a:pt x="194456" y="68866"/>
                    </a:lnTo>
                    <a:cubicBezTo>
                      <a:pt x="194456" y="68104"/>
                      <a:pt x="189408" y="67627"/>
                      <a:pt x="189979" y="67151"/>
                    </a:cubicBezTo>
                    <a:cubicBezTo>
                      <a:pt x="191408" y="66103"/>
                      <a:pt x="189408" y="65913"/>
                      <a:pt x="186741" y="66866"/>
                    </a:cubicBezTo>
                    <a:cubicBezTo>
                      <a:pt x="184550" y="67723"/>
                      <a:pt x="183883" y="68675"/>
                      <a:pt x="180740" y="68961"/>
                    </a:cubicBezTo>
                    <a:cubicBezTo>
                      <a:pt x="179502" y="69056"/>
                      <a:pt x="178073" y="68961"/>
                      <a:pt x="176549" y="69151"/>
                    </a:cubicBezTo>
                    <a:cubicBezTo>
                      <a:pt x="174358" y="69437"/>
                      <a:pt x="171786" y="69818"/>
                      <a:pt x="169596" y="70199"/>
                    </a:cubicBezTo>
                    <a:cubicBezTo>
                      <a:pt x="165690" y="70866"/>
                      <a:pt x="162452" y="71819"/>
                      <a:pt x="159023" y="72580"/>
                    </a:cubicBezTo>
                    <a:cubicBezTo>
                      <a:pt x="159023" y="72580"/>
                      <a:pt x="147498" y="75248"/>
                      <a:pt x="136353" y="76772"/>
                    </a:cubicBezTo>
                    <a:cubicBezTo>
                      <a:pt x="132924" y="77248"/>
                      <a:pt x="128829" y="77915"/>
                      <a:pt x="124733" y="78676"/>
                    </a:cubicBezTo>
                    <a:cubicBezTo>
                      <a:pt x="125781" y="77819"/>
                      <a:pt x="126828" y="76962"/>
                      <a:pt x="127876" y="76105"/>
                    </a:cubicBezTo>
                    <a:cubicBezTo>
                      <a:pt x="130734" y="73819"/>
                      <a:pt x="135877" y="71438"/>
                      <a:pt x="140354" y="69247"/>
                    </a:cubicBezTo>
                    <a:cubicBezTo>
                      <a:pt x="139116" y="69056"/>
                      <a:pt x="137687" y="68866"/>
                      <a:pt x="136353" y="68771"/>
                    </a:cubicBezTo>
                    <a:cubicBezTo>
                      <a:pt x="149784" y="60960"/>
                      <a:pt x="161785" y="53150"/>
                      <a:pt x="170834" y="45339"/>
                    </a:cubicBezTo>
                    <a:cubicBezTo>
                      <a:pt x="172834" y="43625"/>
                      <a:pt x="174644" y="41910"/>
                      <a:pt x="177787" y="40196"/>
                    </a:cubicBezTo>
                    <a:cubicBezTo>
                      <a:pt x="182550" y="37624"/>
                      <a:pt x="189884" y="35243"/>
                      <a:pt x="194170" y="32671"/>
                    </a:cubicBezTo>
                    <a:cubicBezTo>
                      <a:pt x="198075" y="30290"/>
                      <a:pt x="199219" y="27813"/>
                      <a:pt x="203981" y="25432"/>
                    </a:cubicBezTo>
                    <a:cubicBezTo>
                      <a:pt x="208458" y="23241"/>
                      <a:pt x="216078" y="21146"/>
                      <a:pt x="217030" y="19050"/>
                    </a:cubicBezTo>
                    <a:cubicBezTo>
                      <a:pt x="217411" y="18288"/>
                      <a:pt x="216745" y="17621"/>
                      <a:pt x="217316" y="16859"/>
                    </a:cubicBezTo>
                    <a:cubicBezTo>
                      <a:pt x="219411" y="13716"/>
                      <a:pt x="241414" y="11240"/>
                      <a:pt x="236842" y="9049"/>
                    </a:cubicBezTo>
                    <a:cubicBezTo>
                      <a:pt x="236271" y="8763"/>
                      <a:pt x="235604" y="8573"/>
                      <a:pt x="234842" y="8287"/>
                    </a:cubicBezTo>
                    <a:cubicBezTo>
                      <a:pt x="238176" y="7429"/>
                      <a:pt x="240081" y="7049"/>
                      <a:pt x="244272" y="6858"/>
                    </a:cubicBezTo>
                    <a:cubicBezTo>
                      <a:pt x="248939" y="6668"/>
                      <a:pt x="252654" y="7049"/>
                      <a:pt x="257226" y="6858"/>
                    </a:cubicBezTo>
                    <a:cubicBezTo>
                      <a:pt x="260464" y="6858"/>
                      <a:pt x="264370" y="6286"/>
                      <a:pt x="267608" y="5429"/>
                    </a:cubicBezTo>
                    <a:cubicBezTo>
                      <a:pt x="268275" y="5429"/>
                      <a:pt x="268751" y="5239"/>
                      <a:pt x="268846" y="5144"/>
                    </a:cubicBezTo>
                    <a:lnTo>
                      <a:pt x="268846" y="5144"/>
                    </a:lnTo>
                    <a:cubicBezTo>
                      <a:pt x="269703" y="4858"/>
                      <a:pt x="270561" y="4572"/>
                      <a:pt x="271228" y="4286"/>
                    </a:cubicBezTo>
                    <a:cubicBezTo>
                      <a:pt x="271228" y="4286"/>
                      <a:pt x="268561" y="4001"/>
                      <a:pt x="264655" y="3620"/>
                    </a:cubicBezTo>
                    <a:lnTo>
                      <a:pt x="264655" y="3620"/>
                    </a:lnTo>
                    <a:cubicBezTo>
                      <a:pt x="253511" y="2476"/>
                      <a:pt x="231699" y="286"/>
                      <a:pt x="225984" y="0"/>
                    </a:cubicBezTo>
                    <a:cubicBezTo>
                      <a:pt x="223031" y="1333"/>
                      <a:pt x="218459" y="4477"/>
                      <a:pt x="216268" y="6096"/>
                    </a:cubicBezTo>
                    <a:cubicBezTo>
                      <a:pt x="214268" y="6096"/>
                      <a:pt x="212268" y="6096"/>
                      <a:pt x="210267" y="6096"/>
                    </a:cubicBezTo>
                    <a:cubicBezTo>
                      <a:pt x="204743" y="7715"/>
                      <a:pt x="201790" y="9430"/>
                      <a:pt x="198457" y="11335"/>
                    </a:cubicBezTo>
                    <a:cubicBezTo>
                      <a:pt x="188741" y="16859"/>
                      <a:pt x="178263" y="22289"/>
                      <a:pt x="167786" y="27718"/>
                    </a:cubicBezTo>
                    <a:cubicBezTo>
                      <a:pt x="159023" y="32290"/>
                      <a:pt x="150165" y="36862"/>
                      <a:pt x="141402" y="41434"/>
                    </a:cubicBezTo>
                    <a:cubicBezTo>
                      <a:pt x="141211" y="41529"/>
                      <a:pt x="141021" y="41624"/>
                      <a:pt x="140830" y="41720"/>
                    </a:cubicBezTo>
                    <a:cubicBezTo>
                      <a:pt x="140830" y="40862"/>
                      <a:pt x="141116" y="39910"/>
                      <a:pt x="141783" y="38957"/>
                    </a:cubicBezTo>
                    <a:cubicBezTo>
                      <a:pt x="143592" y="36385"/>
                      <a:pt x="148545" y="33719"/>
                      <a:pt x="149879" y="31147"/>
                    </a:cubicBezTo>
                    <a:cubicBezTo>
                      <a:pt x="151117" y="28766"/>
                      <a:pt x="149117" y="26765"/>
                      <a:pt x="151212" y="24289"/>
                    </a:cubicBezTo>
                    <a:cubicBezTo>
                      <a:pt x="153213" y="22098"/>
                      <a:pt x="158832" y="19526"/>
                      <a:pt x="157118" y="17717"/>
                    </a:cubicBezTo>
                    <a:cubicBezTo>
                      <a:pt x="156546" y="17050"/>
                      <a:pt x="155023" y="16574"/>
                      <a:pt x="154546" y="15907"/>
                    </a:cubicBezTo>
                    <a:cubicBezTo>
                      <a:pt x="152736" y="13145"/>
                      <a:pt x="173406" y="8763"/>
                      <a:pt x="165595" y="7525"/>
                    </a:cubicBezTo>
                    <a:cubicBezTo>
                      <a:pt x="164262" y="7334"/>
                      <a:pt x="162642" y="7144"/>
                      <a:pt x="161023" y="7049"/>
                    </a:cubicBezTo>
                    <a:cubicBezTo>
                      <a:pt x="162833" y="6286"/>
                      <a:pt x="164452" y="5810"/>
                      <a:pt x="168072" y="5334"/>
                    </a:cubicBezTo>
                    <a:cubicBezTo>
                      <a:pt x="172834" y="4572"/>
                      <a:pt x="177406" y="4477"/>
                      <a:pt x="182074" y="3810"/>
                    </a:cubicBezTo>
                    <a:cubicBezTo>
                      <a:pt x="186836" y="3143"/>
                      <a:pt x="192265" y="1715"/>
                      <a:pt x="193599" y="191"/>
                    </a:cubicBezTo>
                    <a:lnTo>
                      <a:pt x="168072" y="191"/>
                    </a:lnTo>
                    <a:cubicBezTo>
                      <a:pt x="159118" y="667"/>
                      <a:pt x="147498" y="1810"/>
                      <a:pt x="138449" y="2476"/>
                    </a:cubicBezTo>
                    <a:cubicBezTo>
                      <a:pt x="137306" y="3715"/>
                      <a:pt x="136735" y="6382"/>
                      <a:pt x="136544" y="7906"/>
                    </a:cubicBezTo>
                    <a:cubicBezTo>
                      <a:pt x="135877" y="7906"/>
                      <a:pt x="135306" y="8001"/>
                      <a:pt x="134734" y="8096"/>
                    </a:cubicBezTo>
                    <a:cubicBezTo>
                      <a:pt x="134067" y="8096"/>
                      <a:pt x="133496" y="8192"/>
                      <a:pt x="132829" y="8287"/>
                    </a:cubicBezTo>
                    <a:cubicBezTo>
                      <a:pt x="128829" y="10192"/>
                      <a:pt x="127971" y="11906"/>
                      <a:pt x="126733" y="13716"/>
                    </a:cubicBezTo>
                    <a:cubicBezTo>
                      <a:pt x="123304" y="19145"/>
                      <a:pt x="118923" y="24670"/>
                      <a:pt x="114541" y="30099"/>
                    </a:cubicBezTo>
                    <a:cubicBezTo>
                      <a:pt x="110922" y="34671"/>
                      <a:pt x="107207" y="39338"/>
                      <a:pt x="103587" y="43910"/>
                    </a:cubicBezTo>
                    <a:cubicBezTo>
                      <a:pt x="99968" y="48482"/>
                      <a:pt x="96349" y="52959"/>
                      <a:pt x="92443" y="57531"/>
                    </a:cubicBezTo>
                    <a:cubicBezTo>
                      <a:pt x="89871" y="60579"/>
                      <a:pt x="91300" y="62389"/>
                      <a:pt x="84347" y="65246"/>
                    </a:cubicBezTo>
                    <a:cubicBezTo>
                      <a:pt x="80728" y="66770"/>
                      <a:pt x="77870" y="68294"/>
                      <a:pt x="75679" y="69818"/>
                    </a:cubicBezTo>
                    <a:cubicBezTo>
                      <a:pt x="74917" y="70390"/>
                      <a:pt x="74250" y="70961"/>
                      <a:pt x="73584" y="71533"/>
                    </a:cubicBezTo>
                    <a:cubicBezTo>
                      <a:pt x="71679" y="71533"/>
                      <a:pt x="69774" y="71723"/>
                      <a:pt x="67964" y="71723"/>
                    </a:cubicBezTo>
                    <a:cubicBezTo>
                      <a:pt x="67964" y="72866"/>
                      <a:pt x="68440" y="73914"/>
                      <a:pt x="68916" y="74962"/>
                    </a:cubicBezTo>
                    <a:cubicBezTo>
                      <a:pt x="69107" y="75248"/>
                      <a:pt x="69298" y="75533"/>
                      <a:pt x="69393" y="75914"/>
                    </a:cubicBezTo>
                    <a:cubicBezTo>
                      <a:pt x="67964" y="76391"/>
                      <a:pt x="66440" y="76867"/>
                      <a:pt x="64821" y="77438"/>
                    </a:cubicBezTo>
                    <a:cubicBezTo>
                      <a:pt x="58058" y="77438"/>
                      <a:pt x="51200" y="77438"/>
                      <a:pt x="44056" y="77819"/>
                    </a:cubicBezTo>
                    <a:cubicBezTo>
                      <a:pt x="31102" y="83629"/>
                      <a:pt x="25292" y="89916"/>
                      <a:pt x="20053" y="95917"/>
                    </a:cubicBezTo>
                    <a:cubicBezTo>
                      <a:pt x="16815" y="99631"/>
                      <a:pt x="13576" y="103346"/>
                      <a:pt x="11100" y="106966"/>
                    </a:cubicBezTo>
                    <a:cubicBezTo>
                      <a:pt x="9004" y="109919"/>
                      <a:pt x="13576" y="112967"/>
                      <a:pt x="25292" y="111538"/>
                    </a:cubicBezTo>
                    <a:cubicBezTo>
                      <a:pt x="26149" y="111728"/>
                      <a:pt x="27007" y="111824"/>
                      <a:pt x="28054" y="111919"/>
                    </a:cubicBezTo>
                    <a:cubicBezTo>
                      <a:pt x="27769" y="112586"/>
                      <a:pt x="27292" y="113252"/>
                      <a:pt x="27007" y="113824"/>
                    </a:cubicBezTo>
                    <a:cubicBezTo>
                      <a:pt x="28340" y="113824"/>
                      <a:pt x="27007" y="113824"/>
                      <a:pt x="28435" y="113824"/>
                    </a:cubicBezTo>
                    <a:cubicBezTo>
                      <a:pt x="29197" y="113824"/>
                      <a:pt x="30054" y="113728"/>
                      <a:pt x="30816" y="113633"/>
                    </a:cubicBezTo>
                    <a:cubicBezTo>
                      <a:pt x="30436" y="114109"/>
                      <a:pt x="29959" y="114586"/>
                      <a:pt x="29197" y="115062"/>
                    </a:cubicBezTo>
                    <a:cubicBezTo>
                      <a:pt x="29769" y="115062"/>
                      <a:pt x="30626" y="115062"/>
                      <a:pt x="31483" y="114967"/>
                    </a:cubicBezTo>
                    <a:cubicBezTo>
                      <a:pt x="30816" y="115919"/>
                      <a:pt x="30150" y="116872"/>
                      <a:pt x="29578" y="117634"/>
                    </a:cubicBezTo>
                    <a:cubicBezTo>
                      <a:pt x="27673" y="119158"/>
                      <a:pt x="23006" y="120587"/>
                      <a:pt x="18815" y="121825"/>
                    </a:cubicBezTo>
                    <a:cubicBezTo>
                      <a:pt x="13767" y="123349"/>
                      <a:pt x="9004" y="124968"/>
                      <a:pt x="4528" y="126682"/>
                    </a:cubicBezTo>
                    <a:cubicBezTo>
                      <a:pt x="2527" y="127445"/>
                      <a:pt x="432" y="128302"/>
                      <a:pt x="51" y="129064"/>
                    </a:cubicBezTo>
                    <a:cubicBezTo>
                      <a:pt x="-330" y="129921"/>
                      <a:pt x="1480" y="130493"/>
                      <a:pt x="3956" y="130588"/>
                    </a:cubicBezTo>
                    <a:cubicBezTo>
                      <a:pt x="1003" y="132017"/>
                      <a:pt x="717" y="133922"/>
                      <a:pt x="3575" y="134684"/>
                    </a:cubicBezTo>
                    <a:cubicBezTo>
                      <a:pt x="5766" y="135255"/>
                      <a:pt x="9195" y="135446"/>
                      <a:pt x="12528" y="135636"/>
                    </a:cubicBezTo>
                    <a:cubicBezTo>
                      <a:pt x="17577" y="135922"/>
                      <a:pt x="22625" y="136112"/>
                      <a:pt x="27673" y="136398"/>
                    </a:cubicBezTo>
                    <a:cubicBezTo>
                      <a:pt x="27102" y="135826"/>
                      <a:pt x="25482" y="135350"/>
                      <a:pt x="23292" y="135255"/>
                    </a:cubicBezTo>
                    <a:cubicBezTo>
                      <a:pt x="28626" y="135255"/>
                      <a:pt x="34055" y="135255"/>
                      <a:pt x="39865" y="134684"/>
                    </a:cubicBezTo>
                    <a:cubicBezTo>
                      <a:pt x="43485" y="134302"/>
                      <a:pt x="47485" y="133636"/>
                      <a:pt x="50343" y="133922"/>
                    </a:cubicBezTo>
                    <a:cubicBezTo>
                      <a:pt x="49390" y="133445"/>
                      <a:pt x="47485" y="133255"/>
                      <a:pt x="45294" y="133350"/>
                    </a:cubicBezTo>
                    <a:cubicBezTo>
                      <a:pt x="48914" y="132683"/>
                      <a:pt x="52915" y="132683"/>
                      <a:pt x="55296" y="133160"/>
                    </a:cubicBezTo>
                    <a:cubicBezTo>
                      <a:pt x="55200" y="131540"/>
                      <a:pt x="52343" y="130397"/>
                      <a:pt x="48152" y="129635"/>
                    </a:cubicBezTo>
                    <a:cubicBezTo>
                      <a:pt x="49771" y="128873"/>
                      <a:pt x="51105" y="128111"/>
                      <a:pt x="51962" y="127349"/>
                    </a:cubicBezTo>
                    <a:cubicBezTo>
                      <a:pt x="52724" y="126682"/>
                      <a:pt x="53200" y="126111"/>
                      <a:pt x="53486" y="125444"/>
                    </a:cubicBezTo>
                    <a:cubicBezTo>
                      <a:pt x="53867" y="124777"/>
                      <a:pt x="54153" y="124111"/>
                      <a:pt x="55296" y="123444"/>
                    </a:cubicBezTo>
                    <a:cubicBezTo>
                      <a:pt x="56344" y="122777"/>
                      <a:pt x="58153" y="122206"/>
                      <a:pt x="59868" y="121634"/>
                    </a:cubicBezTo>
                    <a:cubicBezTo>
                      <a:pt x="60630" y="121444"/>
                      <a:pt x="61392" y="121158"/>
                      <a:pt x="61773" y="120872"/>
                    </a:cubicBezTo>
                    <a:cubicBezTo>
                      <a:pt x="62820" y="120110"/>
                      <a:pt x="58725" y="120301"/>
                      <a:pt x="60439" y="119348"/>
                    </a:cubicBezTo>
                    <a:cubicBezTo>
                      <a:pt x="60820" y="119063"/>
                      <a:pt x="61678" y="118872"/>
                      <a:pt x="61487" y="118586"/>
                    </a:cubicBezTo>
                    <a:cubicBezTo>
                      <a:pt x="61487" y="118491"/>
                      <a:pt x="61011" y="118396"/>
                      <a:pt x="61011" y="118301"/>
                    </a:cubicBezTo>
                    <a:cubicBezTo>
                      <a:pt x="61011" y="118110"/>
                      <a:pt x="61868" y="117920"/>
                      <a:pt x="62154" y="117729"/>
                    </a:cubicBezTo>
                    <a:cubicBezTo>
                      <a:pt x="62535" y="117443"/>
                      <a:pt x="62249" y="117253"/>
                      <a:pt x="61868" y="117157"/>
                    </a:cubicBezTo>
                    <a:cubicBezTo>
                      <a:pt x="61487" y="116967"/>
                      <a:pt x="61011" y="116872"/>
                      <a:pt x="60915" y="116681"/>
                    </a:cubicBezTo>
                    <a:cubicBezTo>
                      <a:pt x="60725" y="115919"/>
                      <a:pt x="61582" y="115157"/>
                      <a:pt x="57677" y="115443"/>
                    </a:cubicBezTo>
                    <a:cubicBezTo>
                      <a:pt x="55772" y="115538"/>
                      <a:pt x="53486" y="115729"/>
                      <a:pt x="50914" y="116015"/>
                    </a:cubicBezTo>
                    <a:lnTo>
                      <a:pt x="53391" y="113633"/>
                    </a:lnTo>
                    <a:cubicBezTo>
                      <a:pt x="55296" y="113538"/>
                      <a:pt x="56534" y="113443"/>
                      <a:pt x="56534" y="113348"/>
                    </a:cubicBezTo>
                    <a:cubicBezTo>
                      <a:pt x="57106" y="112871"/>
                      <a:pt x="57201" y="112490"/>
                      <a:pt x="57486" y="111919"/>
                    </a:cubicBezTo>
                    <a:cubicBezTo>
                      <a:pt x="59391" y="111824"/>
                      <a:pt x="60725" y="111728"/>
                      <a:pt x="63392" y="111347"/>
                    </a:cubicBezTo>
                    <a:cubicBezTo>
                      <a:pt x="71298" y="110395"/>
                      <a:pt x="77775" y="108109"/>
                      <a:pt x="83109" y="105632"/>
                    </a:cubicBezTo>
                    <a:cubicBezTo>
                      <a:pt x="88633" y="103537"/>
                      <a:pt x="92824" y="101155"/>
                      <a:pt x="96444" y="98965"/>
                    </a:cubicBezTo>
                    <a:cubicBezTo>
                      <a:pt x="99206" y="97346"/>
                      <a:pt x="101778" y="95631"/>
                      <a:pt x="104445" y="94012"/>
                    </a:cubicBezTo>
                    <a:cubicBezTo>
                      <a:pt x="104445" y="94012"/>
                      <a:pt x="104445" y="94012"/>
                      <a:pt x="104445" y="94012"/>
                    </a:cubicBezTo>
                    <a:cubicBezTo>
                      <a:pt x="108255" y="91535"/>
                      <a:pt x="111684" y="88964"/>
                      <a:pt x="114922" y="86487"/>
                    </a:cubicBezTo>
                    <a:cubicBezTo>
                      <a:pt x="117685" y="85439"/>
                      <a:pt x="120923" y="84582"/>
                      <a:pt x="124638" y="83820"/>
                    </a:cubicBezTo>
                    <a:cubicBezTo>
                      <a:pt x="135211" y="81629"/>
                      <a:pt x="164357" y="75248"/>
                      <a:pt x="164357" y="75248"/>
                    </a:cubicBezTo>
                    <a:cubicBezTo>
                      <a:pt x="166262" y="74676"/>
                      <a:pt x="170548" y="74295"/>
                      <a:pt x="172929" y="74009"/>
                    </a:cubicBezTo>
                    <a:cubicBezTo>
                      <a:pt x="176358" y="73628"/>
                      <a:pt x="179597" y="73152"/>
                      <a:pt x="182931" y="72676"/>
                    </a:cubicBezTo>
                    <a:cubicBezTo>
                      <a:pt x="185121" y="72390"/>
                      <a:pt x="187217" y="71914"/>
                      <a:pt x="189027" y="71533"/>
                    </a:cubicBezTo>
                    <a:cubicBezTo>
                      <a:pt x="191694" y="70866"/>
                      <a:pt x="193599" y="70009"/>
                      <a:pt x="194170" y="69151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" name="Google Shape;345;p54"/>
              <p:cNvSpPr/>
              <p:nvPr/>
            </p:nvSpPr>
            <p:spPr>
              <a:xfrm>
                <a:off x="6881061" y="1806534"/>
                <a:ext cx="123204" cy="317573"/>
              </a:xfrm>
              <a:custGeom>
                <a:avLst/>
                <a:gdLst/>
                <a:ahLst/>
                <a:cxnLst/>
                <a:rect l="l" t="t" r="r" b="b"/>
                <a:pathLst>
                  <a:path w="42193" h="108758" extrusionOk="0">
                    <a:moveTo>
                      <a:pt x="8401" y="15633"/>
                    </a:moveTo>
                    <a:cubicBezTo>
                      <a:pt x="6115" y="27158"/>
                      <a:pt x="4496" y="38778"/>
                      <a:pt x="2876" y="50494"/>
                    </a:cubicBezTo>
                    <a:cubicBezTo>
                      <a:pt x="305" y="69449"/>
                      <a:pt x="-2172" y="88975"/>
                      <a:pt x="3162" y="107358"/>
                    </a:cubicBezTo>
                    <a:cubicBezTo>
                      <a:pt x="12306" y="108692"/>
                      <a:pt x="21641" y="109073"/>
                      <a:pt x="30975" y="108501"/>
                    </a:cubicBezTo>
                    <a:cubicBezTo>
                      <a:pt x="32309" y="108501"/>
                      <a:pt x="33737" y="108311"/>
                      <a:pt x="34785" y="107549"/>
                    </a:cubicBezTo>
                    <a:cubicBezTo>
                      <a:pt x="36309" y="106501"/>
                      <a:pt x="36881" y="104406"/>
                      <a:pt x="37262" y="102596"/>
                    </a:cubicBezTo>
                    <a:cubicBezTo>
                      <a:pt x="41738" y="80117"/>
                      <a:pt x="43167" y="57066"/>
                      <a:pt x="41548" y="34302"/>
                    </a:cubicBezTo>
                    <a:cubicBezTo>
                      <a:pt x="40881" y="25158"/>
                      <a:pt x="39548" y="8679"/>
                      <a:pt x="31166" y="2679"/>
                    </a:cubicBezTo>
                    <a:cubicBezTo>
                      <a:pt x="20307" y="-5132"/>
                      <a:pt x="10401" y="5631"/>
                      <a:pt x="8401" y="158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54"/>
              <p:cNvSpPr/>
              <p:nvPr/>
            </p:nvSpPr>
            <p:spPr>
              <a:xfrm>
                <a:off x="6980617" y="1603619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2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3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8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97"/>
                    </a:cubicBezTo>
                    <a:cubicBezTo>
                      <a:pt x="35921" y="59050"/>
                      <a:pt x="35921" y="56573"/>
                      <a:pt x="37160" y="54287"/>
                    </a:cubicBezTo>
                    <a:cubicBezTo>
                      <a:pt x="37541" y="53620"/>
                      <a:pt x="38207" y="53144"/>
                      <a:pt x="38779" y="52668"/>
                    </a:cubicBezTo>
                    <a:cubicBezTo>
                      <a:pt x="39350" y="52192"/>
                      <a:pt x="39922" y="51525"/>
                      <a:pt x="39827" y="50763"/>
                    </a:cubicBezTo>
                    <a:cubicBezTo>
                      <a:pt x="39827" y="50096"/>
                      <a:pt x="39160" y="49429"/>
                      <a:pt x="39446" y="48858"/>
                    </a:cubicBezTo>
                    <a:cubicBezTo>
                      <a:pt x="39636" y="48477"/>
                      <a:pt x="40017" y="48191"/>
                      <a:pt x="40303" y="47905"/>
                    </a:cubicBezTo>
                    <a:cubicBezTo>
                      <a:pt x="40684" y="47239"/>
                      <a:pt x="40303" y="46381"/>
                      <a:pt x="40303" y="45619"/>
                    </a:cubicBezTo>
                    <a:cubicBezTo>
                      <a:pt x="39922" y="42476"/>
                      <a:pt x="43732" y="43238"/>
                      <a:pt x="43637" y="40857"/>
                    </a:cubicBezTo>
                    <a:cubicBezTo>
                      <a:pt x="43637" y="40000"/>
                      <a:pt x="43161" y="39238"/>
                      <a:pt x="42684" y="38571"/>
                    </a:cubicBezTo>
                    <a:cubicBezTo>
                      <a:pt x="41636" y="36856"/>
                      <a:pt x="40684" y="34951"/>
                      <a:pt x="40494" y="32951"/>
                    </a:cubicBezTo>
                    <a:cubicBezTo>
                      <a:pt x="40208" y="30856"/>
                      <a:pt x="40779" y="28665"/>
                      <a:pt x="41351" y="26665"/>
                    </a:cubicBezTo>
                    <a:cubicBezTo>
                      <a:pt x="41827" y="24760"/>
                      <a:pt x="42113" y="22759"/>
                      <a:pt x="42208" y="20759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54"/>
              <p:cNvSpPr/>
              <p:nvPr/>
            </p:nvSpPr>
            <p:spPr>
              <a:xfrm>
                <a:off x="7044319" y="1838267"/>
                <a:ext cx="251868" cy="387715"/>
              </a:xfrm>
              <a:custGeom>
                <a:avLst/>
                <a:gdLst/>
                <a:ahLst/>
                <a:cxnLst/>
                <a:rect l="l" t="t" r="r" b="b"/>
                <a:pathLst>
                  <a:path w="86256" h="132779" extrusionOk="0">
                    <a:moveTo>
                      <a:pt x="84108" y="116204"/>
                    </a:moveTo>
                    <a:cubicBezTo>
                      <a:pt x="82869" y="114871"/>
                      <a:pt x="81345" y="113442"/>
                      <a:pt x="79631" y="112489"/>
                    </a:cubicBezTo>
                    <a:cubicBezTo>
                      <a:pt x="76869" y="110965"/>
                      <a:pt x="74202" y="109632"/>
                      <a:pt x="71344" y="108298"/>
                    </a:cubicBezTo>
                    <a:cubicBezTo>
                      <a:pt x="69344" y="107346"/>
                      <a:pt x="65534" y="106108"/>
                      <a:pt x="64486" y="104298"/>
                    </a:cubicBezTo>
                    <a:cubicBezTo>
                      <a:pt x="64486" y="104298"/>
                      <a:pt x="43817" y="84010"/>
                      <a:pt x="36006" y="77247"/>
                    </a:cubicBezTo>
                    <a:cubicBezTo>
                      <a:pt x="31244" y="73056"/>
                      <a:pt x="28291" y="67341"/>
                      <a:pt x="27624" y="61054"/>
                    </a:cubicBezTo>
                    <a:cubicBezTo>
                      <a:pt x="26005" y="44671"/>
                      <a:pt x="22576" y="12858"/>
                      <a:pt x="19052" y="5619"/>
                    </a:cubicBezTo>
                    <a:cubicBezTo>
                      <a:pt x="14385" y="-3906"/>
                      <a:pt x="-189" y="-572"/>
                      <a:pt x="2" y="10000"/>
                    </a:cubicBezTo>
                    <a:cubicBezTo>
                      <a:pt x="2" y="10191"/>
                      <a:pt x="2" y="10381"/>
                      <a:pt x="2" y="10572"/>
                    </a:cubicBezTo>
                    <a:cubicBezTo>
                      <a:pt x="669" y="24574"/>
                      <a:pt x="7050" y="47338"/>
                      <a:pt x="8955" y="58102"/>
                    </a:cubicBezTo>
                    <a:cubicBezTo>
                      <a:pt x="10384" y="66103"/>
                      <a:pt x="11337" y="72580"/>
                      <a:pt x="14385" y="78961"/>
                    </a:cubicBezTo>
                    <a:cubicBezTo>
                      <a:pt x="15051" y="80390"/>
                      <a:pt x="16004" y="81628"/>
                      <a:pt x="17052" y="82676"/>
                    </a:cubicBezTo>
                    <a:cubicBezTo>
                      <a:pt x="21528" y="87343"/>
                      <a:pt x="31149" y="95821"/>
                      <a:pt x="38388" y="99631"/>
                    </a:cubicBezTo>
                    <a:cubicBezTo>
                      <a:pt x="47532" y="104298"/>
                      <a:pt x="55533" y="112870"/>
                      <a:pt x="55533" y="112870"/>
                    </a:cubicBezTo>
                    <a:cubicBezTo>
                      <a:pt x="57914" y="115252"/>
                      <a:pt x="59914" y="118204"/>
                      <a:pt x="62962" y="120205"/>
                    </a:cubicBezTo>
                    <a:cubicBezTo>
                      <a:pt x="64677" y="121348"/>
                      <a:pt x="66582" y="122776"/>
                      <a:pt x="68487" y="123538"/>
                    </a:cubicBezTo>
                    <a:cubicBezTo>
                      <a:pt x="69820" y="124110"/>
                      <a:pt x="71344" y="123824"/>
                      <a:pt x="72392" y="124205"/>
                    </a:cubicBezTo>
                    <a:cubicBezTo>
                      <a:pt x="75154" y="125158"/>
                      <a:pt x="74487" y="128206"/>
                      <a:pt x="75630" y="130777"/>
                    </a:cubicBezTo>
                    <a:cubicBezTo>
                      <a:pt x="76964" y="133921"/>
                      <a:pt x="79345" y="133159"/>
                      <a:pt x="79250" y="129920"/>
                    </a:cubicBezTo>
                    <a:cubicBezTo>
                      <a:pt x="79250" y="128587"/>
                      <a:pt x="84870" y="126967"/>
                      <a:pt x="85917" y="124681"/>
                    </a:cubicBezTo>
                    <a:lnTo>
                      <a:pt x="86108" y="123729"/>
                    </a:lnTo>
                    <a:cubicBezTo>
                      <a:pt x="86584" y="121062"/>
                      <a:pt x="85917" y="118204"/>
                      <a:pt x="84108" y="116204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54"/>
              <p:cNvSpPr/>
              <p:nvPr/>
            </p:nvSpPr>
            <p:spPr>
              <a:xfrm>
                <a:off x="7037529" y="182994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9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E406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54"/>
              <p:cNvSpPr/>
              <p:nvPr/>
            </p:nvSpPr>
            <p:spPr>
              <a:xfrm>
                <a:off x="6979914" y="2066186"/>
                <a:ext cx="288657" cy="757962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576" extrusionOk="0">
                    <a:moveTo>
                      <a:pt x="4063" y="5834"/>
                    </a:moveTo>
                    <a:cubicBezTo>
                      <a:pt x="2539" y="13645"/>
                      <a:pt x="1396" y="21550"/>
                      <a:pt x="539" y="29456"/>
                    </a:cubicBezTo>
                    <a:cubicBezTo>
                      <a:pt x="158" y="33266"/>
                      <a:pt x="-223" y="36981"/>
                      <a:pt x="158" y="40791"/>
                    </a:cubicBezTo>
                    <a:cubicBezTo>
                      <a:pt x="1015" y="49840"/>
                      <a:pt x="4254" y="56602"/>
                      <a:pt x="9016" y="63937"/>
                    </a:cubicBezTo>
                    <a:cubicBezTo>
                      <a:pt x="13683" y="71176"/>
                      <a:pt x="14445" y="79939"/>
                      <a:pt x="16255" y="88035"/>
                    </a:cubicBezTo>
                    <a:cubicBezTo>
                      <a:pt x="20256" y="105656"/>
                      <a:pt x="29114" y="121087"/>
                      <a:pt x="28733" y="139184"/>
                    </a:cubicBezTo>
                    <a:cubicBezTo>
                      <a:pt x="28542" y="151281"/>
                      <a:pt x="34353" y="175665"/>
                      <a:pt x="39687" y="192238"/>
                    </a:cubicBezTo>
                    <a:cubicBezTo>
                      <a:pt x="41401" y="197572"/>
                      <a:pt x="43687" y="202716"/>
                      <a:pt x="45592" y="207955"/>
                    </a:cubicBezTo>
                    <a:cubicBezTo>
                      <a:pt x="50069" y="220337"/>
                      <a:pt x="52164" y="233482"/>
                      <a:pt x="51879" y="246626"/>
                    </a:cubicBezTo>
                    <a:cubicBezTo>
                      <a:pt x="51879" y="251008"/>
                      <a:pt x="49116" y="258247"/>
                      <a:pt x="54069" y="259485"/>
                    </a:cubicBezTo>
                    <a:cubicBezTo>
                      <a:pt x="56070" y="259961"/>
                      <a:pt x="60070" y="258437"/>
                      <a:pt x="62070" y="258151"/>
                    </a:cubicBezTo>
                    <a:cubicBezTo>
                      <a:pt x="73881" y="256151"/>
                      <a:pt x="80739" y="253579"/>
                      <a:pt x="92550" y="251579"/>
                    </a:cubicBezTo>
                    <a:cubicBezTo>
                      <a:pt x="94360" y="251293"/>
                      <a:pt x="97218" y="247674"/>
                      <a:pt x="98837" y="246817"/>
                    </a:cubicBezTo>
                    <a:cubicBezTo>
                      <a:pt x="99123" y="245293"/>
                      <a:pt x="96075" y="245578"/>
                      <a:pt x="94551" y="245197"/>
                    </a:cubicBezTo>
                    <a:cubicBezTo>
                      <a:pt x="87597" y="243673"/>
                      <a:pt x="85216" y="244721"/>
                      <a:pt x="78263" y="242911"/>
                    </a:cubicBezTo>
                    <a:cubicBezTo>
                      <a:pt x="69024" y="240530"/>
                      <a:pt x="65976" y="234910"/>
                      <a:pt x="63594" y="226052"/>
                    </a:cubicBezTo>
                    <a:cubicBezTo>
                      <a:pt x="55498" y="196429"/>
                      <a:pt x="57689" y="166616"/>
                      <a:pt x="49974" y="136898"/>
                    </a:cubicBezTo>
                    <a:cubicBezTo>
                      <a:pt x="48450" y="131088"/>
                      <a:pt x="52831" y="98036"/>
                      <a:pt x="50640" y="82415"/>
                    </a:cubicBezTo>
                    <a:cubicBezTo>
                      <a:pt x="48069" y="64603"/>
                      <a:pt x="46354" y="58317"/>
                      <a:pt x="46354" y="51078"/>
                    </a:cubicBezTo>
                    <a:cubicBezTo>
                      <a:pt x="46354" y="42982"/>
                      <a:pt x="45783" y="33552"/>
                      <a:pt x="44259" y="25551"/>
                    </a:cubicBezTo>
                    <a:cubicBezTo>
                      <a:pt x="42639" y="17264"/>
                      <a:pt x="38925" y="8882"/>
                      <a:pt x="31971" y="4024"/>
                    </a:cubicBezTo>
                    <a:cubicBezTo>
                      <a:pt x="25018" y="-738"/>
                      <a:pt x="5682" y="-2548"/>
                      <a:pt x="4158" y="5834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" name="Google Shape;350;p54"/>
              <p:cNvSpPr/>
              <p:nvPr/>
            </p:nvSpPr>
            <p:spPr>
              <a:xfrm>
                <a:off x="7118004" y="2746054"/>
                <a:ext cx="154083" cy="87609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03" extrusionOk="0">
                    <a:moveTo>
                      <a:pt x="1810" y="30004"/>
                    </a:moveTo>
                    <a:cubicBezTo>
                      <a:pt x="10192" y="28670"/>
                      <a:pt x="52769" y="16573"/>
                      <a:pt x="52769" y="16573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" name="Google Shape;351;p54"/>
              <p:cNvSpPr/>
              <p:nvPr/>
            </p:nvSpPr>
            <p:spPr>
              <a:xfrm>
                <a:off x="6957277" y="2104069"/>
                <a:ext cx="237647" cy="674581"/>
              </a:xfrm>
              <a:custGeom>
                <a:avLst/>
                <a:gdLst/>
                <a:ahLst/>
                <a:cxnLst/>
                <a:rect l="l" t="t" r="r" b="b"/>
                <a:pathLst>
                  <a:path w="81386" h="231021" extrusionOk="0">
                    <a:moveTo>
                      <a:pt x="49062" y="230886"/>
                    </a:moveTo>
                    <a:cubicBezTo>
                      <a:pt x="59063" y="231743"/>
                      <a:pt x="72207" y="228505"/>
                      <a:pt x="79637" y="221742"/>
                    </a:cubicBezTo>
                    <a:cubicBezTo>
                      <a:pt x="87066" y="214979"/>
                      <a:pt x="68302" y="207074"/>
                      <a:pt x="70398" y="197168"/>
                    </a:cubicBezTo>
                    <a:cubicBezTo>
                      <a:pt x="70874" y="194691"/>
                      <a:pt x="72398" y="192596"/>
                      <a:pt x="73065" y="190119"/>
                    </a:cubicBezTo>
                    <a:cubicBezTo>
                      <a:pt x="74874" y="183356"/>
                      <a:pt x="70017" y="176784"/>
                      <a:pt x="68397" y="169926"/>
                    </a:cubicBezTo>
                    <a:cubicBezTo>
                      <a:pt x="66683" y="162592"/>
                      <a:pt x="68778" y="154781"/>
                      <a:pt x="68016" y="147256"/>
                    </a:cubicBezTo>
                    <a:cubicBezTo>
                      <a:pt x="67159" y="139160"/>
                      <a:pt x="62873" y="131731"/>
                      <a:pt x="61539" y="123634"/>
                    </a:cubicBezTo>
                    <a:cubicBezTo>
                      <a:pt x="60682" y="118301"/>
                      <a:pt x="61063" y="112871"/>
                      <a:pt x="61349" y="107537"/>
                    </a:cubicBezTo>
                    <a:cubicBezTo>
                      <a:pt x="62682" y="81915"/>
                      <a:pt x="60873" y="56197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1"/>
                      <a:pt x="15819" y="68104"/>
                      <a:pt x="17820" y="77343"/>
                    </a:cubicBezTo>
                    <a:cubicBezTo>
                      <a:pt x="20868" y="91440"/>
                      <a:pt x="23630" y="105632"/>
                      <a:pt x="26392" y="119825"/>
                    </a:cubicBezTo>
                    <a:cubicBezTo>
                      <a:pt x="29250" y="134207"/>
                      <a:pt x="32012" y="148590"/>
                      <a:pt x="34869" y="162877"/>
                    </a:cubicBezTo>
                    <a:cubicBezTo>
                      <a:pt x="38203" y="179927"/>
                      <a:pt x="41537" y="197072"/>
                      <a:pt x="44109" y="214313"/>
                    </a:cubicBezTo>
                    <a:cubicBezTo>
                      <a:pt x="44966" y="220313"/>
                      <a:pt x="45633" y="225838"/>
                      <a:pt x="49062" y="23079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54"/>
              <p:cNvSpPr/>
              <p:nvPr/>
            </p:nvSpPr>
            <p:spPr>
              <a:xfrm>
                <a:off x="6881394" y="2052341"/>
                <a:ext cx="222495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197" h="266013" extrusionOk="0">
                    <a:moveTo>
                      <a:pt x="46102" y="2861"/>
                    </a:moveTo>
                    <a:cubicBezTo>
                      <a:pt x="42006" y="9624"/>
                      <a:pt x="38101" y="16577"/>
                      <a:pt x="34576" y="23626"/>
                    </a:cubicBezTo>
                    <a:cubicBezTo>
                      <a:pt x="32862" y="26959"/>
                      <a:pt x="31243" y="30388"/>
                      <a:pt x="30195" y="34103"/>
                    </a:cubicBezTo>
                    <a:cubicBezTo>
                      <a:pt x="27814" y="42866"/>
                      <a:pt x="28290" y="50296"/>
                      <a:pt x="30004" y="58868"/>
                    </a:cubicBezTo>
                    <a:cubicBezTo>
                      <a:pt x="31624" y="67250"/>
                      <a:pt x="29242" y="75727"/>
                      <a:pt x="28004" y="84014"/>
                    </a:cubicBezTo>
                    <a:cubicBezTo>
                      <a:pt x="25337" y="101921"/>
                      <a:pt x="28004" y="119447"/>
                      <a:pt x="21146" y="136211"/>
                    </a:cubicBezTo>
                    <a:cubicBezTo>
                      <a:pt x="16669" y="147355"/>
                      <a:pt x="13336" y="172311"/>
                      <a:pt x="12288" y="189646"/>
                    </a:cubicBezTo>
                    <a:cubicBezTo>
                      <a:pt x="11907" y="195266"/>
                      <a:pt x="12288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1908" y="229651"/>
                    </a:cubicBezTo>
                    <a:cubicBezTo>
                      <a:pt x="25051" y="199076"/>
                      <a:pt x="37624" y="172025"/>
                      <a:pt x="41149" y="141545"/>
                    </a:cubicBezTo>
                    <a:cubicBezTo>
                      <a:pt x="41815" y="135640"/>
                      <a:pt x="57532" y="106303"/>
                      <a:pt x="61056" y="90872"/>
                    </a:cubicBezTo>
                    <a:cubicBezTo>
                      <a:pt x="65056" y="73346"/>
                      <a:pt x="65723" y="66869"/>
                      <a:pt x="68295" y="60011"/>
                    </a:cubicBezTo>
                    <a:cubicBezTo>
                      <a:pt x="71152" y="52391"/>
                      <a:pt x="74010" y="43438"/>
                      <a:pt x="75439" y="35437"/>
                    </a:cubicBezTo>
                    <a:cubicBezTo>
                      <a:pt x="76867" y="27055"/>
                      <a:pt x="76582" y="17911"/>
                      <a:pt x="71914" y="10957"/>
                    </a:cubicBezTo>
                    <a:cubicBezTo>
                      <a:pt x="67342" y="4004"/>
                      <a:pt x="50483" y="-4473"/>
                      <a:pt x="46102" y="276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54"/>
              <p:cNvSpPr/>
              <p:nvPr/>
            </p:nvSpPr>
            <p:spPr>
              <a:xfrm>
                <a:off x="6970865" y="1767408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322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p54"/>
              <p:cNvSpPr/>
              <p:nvPr/>
            </p:nvSpPr>
            <p:spPr>
              <a:xfrm>
                <a:off x="6988315" y="177709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9"/>
                      <a:pt x="25093" y="8573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9"/>
                    </a:cubicBezTo>
                    <a:cubicBezTo>
                      <a:pt x="423" y="7049"/>
                      <a:pt x="138" y="6858"/>
                      <a:pt x="42" y="6668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" name="Google Shape;355;p54"/>
              <p:cNvSpPr/>
              <p:nvPr/>
            </p:nvSpPr>
            <p:spPr>
              <a:xfrm>
                <a:off x="6876668" y="2747408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624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7" y="1155"/>
                    </a:cubicBezTo>
                    <a:cubicBezTo>
                      <a:pt x="6667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54"/>
              <p:cNvSpPr/>
              <p:nvPr/>
            </p:nvSpPr>
            <p:spPr>
              <a:xfrm>
                <a:off x="6880804" y="2117786"/>
                <a:ext cx="237714" cy="652976"/>
              </a:xfrm>
              <a:custGeom>
                <a:avLst/>
                <a:gdLst/>
                <a:ahLst/>
                <a:cxnLst/>
                <a:rect l="l" t="t" r="r" b="b"/>
                <a:pathLst>
                  <a:path w="81409" h="223622" extrusionOk="0">
                    <a:moveTo>
                      <a:pt x="679" y="219424"/>
                    </a:moveTo>
                    <a:cubicBezTo>
                      <a:pt x="9728" y="223710"/>
                      <a:pt x="23253" y="225234"/>
                      <a:pt x="32492" y="221520"/>
                    </a:cubicBezTo>
                    <a:cubicBezTo>
                      <a:pt x="41827" y="217805"/>
                      <a:pt x="27063" y="203708"/>
                      <a:pt x="32492" y="195135"/>
                    </a:cubicBezTo>
                    <a:cubicBezTo>
                      <a:pt x="33826" y="193040"/>
                      <a:pt x="36017" y="191516"/>
                      <a:pt x="37445" y="189420"/>
                    </a:cubicBezTo>
                    <a:cubicBezTo>
                      <a:pt x="41541" y="183705"/>
                      <a:pt x="39255" y="175800"/>
                      <a:pt x="40112" y="168846"/>
                    </a:cubicBezTo>
                    <a:cubicBezTo>
                      <a:pt x="41065" y="161322"/>
                      <a:pt x="45827" y="154749"/>
                      <a:pt x="47637" y="147415"/>
                    </a:cubicBezTo>
                    <a:cubicBezTo>
                      <a:pt x="49637" y="139414"/>
                      <a:pt x="48209" y="130937"/>
                      <a:pt x="49828" y="122936"/>
                    </a:cubicBezTo>
                    <a:cubicBezTo>
                      <a:pt x="50876" y="117602"/>
                      <a:pt x="53162" y="112649"/>
                      <a:pt x="55257" y="107696"/>
                    </a:cubicBezTo>
                    <a:cubicBezTo>
                      <a:pt x="65449" y="84074"/>
                      <a:pt x="72783" y="59214"/>
                      <a:pt x="78308" y="34068"/>
                    </a:cubicBezTo>
                    <a:cubicBezTo>
                      <a:pt x="80689" y="23495"/>
                      <a:pt x="82689" y="12541"/>
                      <a:pt x="80403" y="1968"/>
                    </a:cubicBezTo>
                    <a:cubicBezTo>
                      <a:pt x="63258" y="-1270"/>
                      <a:pt x="46685" y="63"/>
                      <a:pt x="29254" y="1873"/>
                    </a:cubicBezTo>
                    <a:cubicBezTo>
                      <a:pt x="23825" y="14065"/>
                      <a:pt x="22682" y="27305"/>
                      <a:pt x="27158" y="39878"/>
                    </a:cubicBezTo>
                    <a:cubicBezTo>
                      <a:pt x="30302" y="48831"/>
                      <a:pt x="26396" y="54737"/>
                      <a:pt x="25063" y="64262"/>
                    </a:cubicBezTo>
                    <a:cubicBezTo>
                      <a:pt x="22967" y="78645"/>
                      <a:pt x="20681" y="92932"/>
                      <a:pt x="18300" y="107220"/>
                    </a:cubicBezTo>
                    <a:cubicBezTo>
                      <a:pt x="15919" y="121698"/>
                      <a:pt x="13538" y="136176"/>
                      <a:pt x="11156" y="150749"/>
                    </a:cubicBezTo>
                    <a:cubicBezTo>
                      <a:pt x="8299" y="167989"/>
                      <a:pt x="5537" y="185229"/>
                      <a:pt x="1822" y="202374"/>
                    </a:cubicBezTo>
                    <a:cubicBezTo>
                      <a:pt x="488" y="208280"/>
                      <a:pt x="-845" y="213709"/>
                      <a:pt x="679" y="21961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54"/>
              <p:cNvSpPr/>
              <p:nvPr/>
            </p:nvSpPr>
            <p:spPr>
              <a:xfrm>
                <a:off x="6880582" y="2118063"/>
                <a:ext cx="237341" cy="644056"/>
              </a:xfrm>
              <a:custGeom>
                <a:avLst/>
                <a:gdLst/>
                <a:ahLst/>
                <a:cxnLst/>
                <a:rect l="l" t="t" r="r" b="b"/>
                <a:pathLst>
                  <a:path w="81281" h="220567" extrusionOk="0">
                    <a:moveTo>
                      <a:pt x="29330" y="1683"/>
                    </a:moveTo>
                    <a:cubicBezTo>
                      <a:pt x="23901" y="13875"/>
                      <a:pt x="22758" y="27114"/>
                      <a:pt x="27139" y="39687"/>
                    </a:cubicBezTo>
                    <a:cubicBezTo>
                      <a:pt x="30282" y="48641"/>
                      <a:pt x="26377" y="54546"/>
                      <a:pt x="25044" y="64071"/>
                    </a:cubicBezTo>
                    <a:cubicBezTo>
                      <a:pt x="22948" y="78454"/>
                      <a:pt x="20662" y="92742"/>
                      <a:pt x="18281" y="107029"/>
                    </a:cubicBezTo>
                    <a:cubicBezTo>
                      <a:pt x="15900" y="121507"/>
                      <a:pt x="13518" y="135985"/>
                      <a:pt x="11137" y="150558"/>
                    </a:cubicBezTo>
                    <a:cubicBezTo>
                      <a:pt x="8280" y="167799"/>
                      <a:pt x="5517" y="185039"/>
                      <a:pt x="1803" y="202184"/>
                    </a:cubicBezTo>
                    <a:cubicBezTo>
                      <a:pt x="564" y="208089"/>
                      <a:pt x="-864" y="213519"/>
                      <a:pt x="660" y="219424"/>
                    </a:cubicBezTo>
                    <a:cubicBezTo>
                      <a:pt x="1517" y="219805"/>
                      <a:pt x="2565" y="220186"/>
                      <a:pt x="3517" y="220567"/>
                    </a:cubicBezTo>
                    <a:cubicBezTo>
                      <a:pt x="6946" y="218472"/>
                      <a:pt x="9994" y="215043"/>
                      <a:pt x="12471" y="211804"/>
                    </a:cubicBezTo>
                    <a:cubicBezTo>
                      <a:pt x="13233" y="210852"/>
                      <a:pt x="14090" y="209804"/>
                      <a:pt x="14280" y="208566"/>
                    </a:cubicBezTo>
                    <a:cubicBezTo>
                      <a:pt x="14852" y="205803"/>
                      <a:pt x="12661" y="203232"/>
                      <a:pt x="11899" y="200469"/>
                    </a:cubicBezTo>
                    <a:cubicBezTo>
                      <a:pt x="9994" y="193897"/>
                      <a:pt x="16090" y="187801"/>
                      <a:pt x="17043" y="181038"/>
                    </a:cubicBezTo>
                    <a:cubicBezTo>
                      <a:pt x="17424" y="178276"/>
                      <a:pt x="16947" y="175419"/>
                      <a:pt x="16662" y="172656"/>
                    </a:cubicBezTo>
                    <a:cubicBezTo>
                      <a:pt x="16090" y="166656"/>
                      <a:pt x="16757" y="160655"/>
                      <a:pt x="17424" y="154654"/>
                    </a:cubicBezTo>
                    <a:cubicBezTo>
                      <a:pt x="21329" y="118935"/>
                      <a:pt x="25234" y="82836"/>
                      <a:pt x="36759" y="48736"/>
                    </a:cubicBezTo>
                    <a:cubicBezTo>
                      <a:pt x="37521" y="46641"/>
                      <a:pt x="38379" y="44355"/>
                      <a:pt x="40188" y="43116"/>
                    </a:cubicBezTo>
                    <a:cubicBezTo>
                      <a:pt x="41712" y="42069"/>
                      <a:pt x="43713" y="41973"/>
                      <a:pt x="45522" y="41783"/>
                    </a:cubicBezTo>
                    <a:cubicBezTo>
                      <a:pt x="56952" y="40926"/>
                      <a:pt x="68097" y="37782"/>
                      <a:pt x="78479" y="32829"/>
                    </a:cubicBezTo>
                    <a:cubicBezTo>
                      <a:pt x="80670" y="22638"/>
                      <a:pt x="82479" y="12065"/>
                      <a:pt x="80289" y="1968"/>
                    </a:cubicBezTo>
                    <a:cubicBezTo>
                      <a:pt x="63144" y="-1270"/>
                      <a:pt x="46570" y="63"/>
                      <a:pt x="29139" y="1873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54"/>
              <p:cNvSpPr/>
              <p:nvPr/>
            </p:nvSpPr>
            <p:spPr>
              <a:xfrm>
                <a:off x="6936724" y="1788498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40"/>
                      <a:pt x="1524" y="128873"/>
                      <a:pt x="0" y="132398"/>
                    </a:cubicBezTo>
                    <a:cubicBezTo>
                      <a:pt x="11144" y="131921"/>
                      <a:pt x="21146" y="138875"/>
                      <a:pt x="31813" y="142304"/>
                    </a:cubicBezTo>
                    <a:cubicBezTo>
                      <a:pt x="44005" y="146304"/>
                      <a:pt x="57721" y="145542"/>
                      <a:pt x="69437" y="140399"/>
                    </a:cubicBezTo>
                    <a:cubicBezTo>
                      <a:pt x="68008" y="133255"/>
                      <a:pt x="65818" y="126016"/>
                      <a:pt x="66008" y="118682"/>
                    </a:cubicBezTo>
                    <a:cubicBezTo>
                      <a:pt x="66104" y="115253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5" y="7811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80"/>
                    </a:cubicBezTo>
                    <a:cubicBezTo>
                      <a:pt x="7906" y="36576"/>
                      <a:pt x="9525" y="46673"/>
                      <a:pt x="11621" y="56483"/>
                    </a:cubicBezTo>
                    <a:cubicBezTo>
                      <a:pt x="12668" y="61532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8"/>
                    </a:cubicBezTo>
                    <a:cubicBezTo>
                      <a:pt x="15430" y="88678"/>
                      <a:pt x="18193" y="89345"/>
                      <a:pt x="19526" y="90773"/>
                    </a:cubicBezTo>
                    <a:cubicBezTo>
                      <a:pt x="22003" y="93440"/>
                      <a:pt x="16383" y="103251"/>
                      <a:pt x="15050" y="105918"/>
                    </a:cubicBezTo>
                    <a:cubicBezTo>
                      <a:pt x="12097" y="111633"/>
                      <a:pt x="8572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" name="Google Shape;359;p54"/>
              <p:cNvSpPr/>
              <p:nvPr/>
            </p:nvSpPr>
            <p:spPr>
              <a:xfrm>
                <a:off x="6950618" y="1802658"/>
                <a:ext cx="105955" cy="253949"/>
              </a:xfrm>
              <a:custGeom>
                <a:avLst/>
                <a:gdLst/>
                <a:ahLst/>
                <a:cxnLst/>
                <a:rect l="l" t="t" r="r" b="b"/>
                <a:pathLst>
                  <a:path w="36286" h="86969" extrusionOk="0">
                    <a:moveTo>
                      <a:pt x="17338" y="6"/>
                    </a:moveTo>
                    <a:cubicBezTo>
                      <a:pt x="23243" y="6"/>
                      <a:pt x="29244" y="2483"/>
                      <a:pt x="32768" y="7150"/>
                    </a:cubicBezTo>
                    <a:cubicBezTo>
                      <a:pt x="37721" y="13818"/>
                      <a:pt x="36578" y="23057"/>
                      <a:pt x="34578" y="31058"/>
                    </a:cubicBezTo>
                    <a:cubicBezTo>
                      <a:pt x="29434" y="51537"/>
                      <a:pt x="19529" y="70777"/>
                      <a:pt x="5908" y="86970"/>
                    </a:cubicBezTo>
                    <a:cubicBezTo>
                      <a:pt x="4479" y="84017"/>
                      <a:pt x="2955" y="81064"/>
                      <a:pt x="2669" y="77826"/>
                    </a:cubicBezTo>
                    <a:cubicBezTo>
                      <a:pt x="2383" y="74492"/>
                      <a:pt x="3526" y="71158"/>
                      <a:pt x="4765" y="68110"/>
                    </a:cubicBezTo>
                    <a:cubicBezTo>
                      <a:pt x="11146" y="52203"/>
                      <a:pt x="21814" y="37344"/>
                      <a:pt x="22291" y="20199"/>
                    </a:cubicBezTo>
                    <a:cubicBezTo>
                      <a:pt x="22386" y="16008"/>
                      <a:pt x="21338" y="10960"/>
                      <a:pt x="17338" y="9436"/>
                    </a:cubicBezTo>
                    <a:cubicBezTo>
                      <a:pt x="15052" y="8579"/>
                      <a:pt x="12480" y="9150"/>
                      <a:pt x="10194" y="9722"/>
                    </a:cubicBezTo>
                    <a:cubicBezTo>
                      <a:pt x="7813" y="10389"/>
                      <a:pt x="5336" y="10960"/>
                      <a:pt x="3050" y="10198"/>
                    </a:cubicBezTo>
                    <a:cubicBezTo>
                      <a:pt x="-1998" y="8484"/>
                      <a:pt x="97" y="5055"/>
                      <a:pt x="3050" y="3245"/>
                    </a:cubicBezTo>
                    <a:cubicBezTo>
                      <a:pt x="7051" y="864"/>
                      <a:pt x="12766" y="-89"/>
                      <a:pt x="17338" y="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p54"/>
              <p:cNvSpPr/>
              <p:nvPr/>
            </p:nvSpPr>
            <p:spPr>
              <a:xfrm>
                <a:off x="6911422" y="181766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3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89" y="140122"/>
                    </a:cubicBezTo>
                    <a:cubicBezTo>
                      <a:pt x="32290" y="142313"/>
                      <a:pt x="30289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54"/>
              <p:cNvSpPr/>
              <p:nvPr/>
            </p:nvSpPr>
            <p:spPr>
              <a:xfrm>
                <a:off x="6922266" y="1813674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2" y="45857"/>
                      <a:pt x="30766" y="37952"/>
                    </a:cubicBezTo>
                    <a:cubicBezTo>
                      <a:pt x="34195" y="29474"/>
                      <a:pt x="37529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2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54"/>
              <p:cNvSpPr/>
              <p:nvPr/>
            </p:nvSpPr>
            <p:spPr>
              <a:xfrm>
                <a:off x="6957764" y="1580527"/>
                <a:ext cx="178094" cy="174108"/>
              </a:xfrm>
              <a:custGeom>
                <a:avLst/>
                <a:gdLst/>
                <a:ahLst/>
                <a:cxnLst/>
                <a:rect l="l" t="t" r="r" b="b"/>
                <a:pathLst>
                  <a:path w="60991" h="59626" extrusionOk="0">
                    <a:moveTo>
                      <a:pt x="14795" y="59627"/>
                    </a:moveTo>
                    <a:cubicBezTo>
                      <a:pt x="15176" y="54674"/>
                      <a:pt x="12128" y="50102"/>
                      <a:pt x="9461" y="45911"/>
                    </a:cubicBezTo>
                    <a:cubicBezTo>
                      <a:pt x="6413" y="41053"/>
                      <a:pt x="3746" y="35909"/>
                      <a:pt x="1555" y="30671"/>
                    </a:cubicBezTo>
                    <a:cubicBezTo>
                      <a:pt x="507" y="28289"/>
                      <a:pt x="-445" y="25622"/>
                      <a:pt x="222" y="23146"/>
                    </a:cubicBezTo>
                    <a:cubicBezTo>
                      <a:pt x="984" y="20384"/>
                      <a:pt x="3460" y="18764"/>
                      <a:pt x="6127" y="18383"/>
                    </a:cubicBezTo>
                    <a:cubicBezTo>
                      <a:pt x="5079" y="13907"/>
                      <a:pt x="7270" y="7906"/>
                      <a:pt x="11175" y="5429"/>
                    </a:cubicBezTo>
                    <a:cubicBezTo>
                      <a:pt x="14223" y="3524"/>
                      <a:pt x="17843" y="2953"/>
                      <a:pt x="21462" y="2381"/>
                    </a:cubicBezTo>
                    <a:cubicBezTo>
                      <a:pt x="26796" y="1619"/>
                      <a:pt x="32226" y="762"/>
                      <a:pt x="37560" y="0"/>
                    </a:cubicBezTo>
                    <a:cubicBezTo>
                      <a:pt x="36226" y="1905"/>
                      <a:pt x="34035" y="3239"/>
                      <a:pt x="31749" y="3524"/>
                    </a:cubicBezTo>
                    <a:cubicBezTo>
                      <a:pt x="37083" y="3334"/>
                      <a:pt x="42608" y="3239"/>
                      <a:pt x="47656" y="5144"/>
                    </a:cubicBezTo>
                    <a:cubicBezTo>
                      <a:pt x="50799" y="6382"/>
                      <a:pt x="53847" y="8382"/>
                      <a:pt x="57086" y="7620"/>
                    </a:cubicBezTo>
                    <a:cubicBezTo>
                      <a:pt x="55562" y="9049"/>
                      <a:pt x="53371" y="9811"/>
                      <a:pt x="51276" y="9430"/>
                    </a:cubicBezTo>
                    <a:cubicBezTo>
                      <a:pt x="54038" y="11430"/>
                      <a:pt x="57943" y="11716"/>
                      <a:pt x="60991" y="10097"/>
                    </a:cubicBezTo>
                    <a:cubicBezTo>
                      <a:pt x="56514" y="20384"/>
                      <a:pt x="43084" y="25432"/>
                      <a:pt x="32416" y="22765"/>
                    </a:cubicBezTo>
                    <a:cubicBezTo>
                      <a:pt x="33845" y="24384"/>
                      <a:pt x="33940" y="27051"/>
                      <a:pt x="32892" y="28956"/>
                    </a:cubicBezTo>
                    <a:cubicBezTo>
                      <a:pt x="31749" y="30861"/>
                      <a:pt x="29559" y="32004"/>
                      <a:pt x="27368" y="32195"/>
                    </a:cubicBezTo>
                    <a:cubicBezTo>
                      <a:pt x="26701" y="32195"/>
                      <a:pt x="26034" y="32195"/>
                      <a:pt x="25653" y="32766"/>
                    </a:cubicBezTo>
                    <a:cubicBezTo>
                      <a:pt x="25368" y="33242"/>
                      <a:pt x="25653" y="33909"/>
                      <a:pt x="25844" y="34481"/>
                    </a:cubicBezTo>
                    <a:cubicBezTo>
                      <a:pt x="27368" y="38100"/>
                      <a:pt x="28035" y="42196"/>
                      <a:pt x="27368" y="46101"/>
                    </a:cubicBezTo>
                    <a:cubicBezTo>
                      <a:pt x="26225" y="42767"/>
                      <a:pt x="22986" y="35147"/>
                      <a:pt x="17843" y="37338"/>
                    </a:cubicBezTo>
                    <a:cubicBezTo>
                      <a:pt x="12509" y="39624"/>
                      <a:pt x="17176" y="46958"/>
                      <a:pt x="21177" y="47816"/>
                    </a:cubicBezTo>
                    <a:cubicBezTo>
                      <a:pt x="20891" y="47816"/>
                      <a:pt x="17462" y="51435"/>
                      <a:pt x="17176" y="52102"/>
                    </a:cubicBezTo>
                    <a:cubicBezTo>
                      <a:pt x="15938" y="54578"/>
                      <a:pt x="17652" y="57055"/>
                      <a:pt x="14795" y="59531"/>
                    </a:cubicBezTo>
                    <a:close/>
                  </a:path>
                </a:pathLst>
              </a:custGeom>
              <a:solidFill>
                <a:srgbClr val="3432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56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7717500" cy="276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369" name="Google Shape;369;p56"/>
          <p:cNvSpPr txBox="1">
            <a:spLocks noGrp="1"/>
          </p:cNvSpPr>
          <p:nvPr>
            <p:ph type="subTitle" idx="1"/>
          </p:nvPr>
        </p:nvSpPr>
        <p:spPr>
          <a:xfrm>
            <a:off x="2307675" y="4128197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57"/>
          <p:cNvSpPr txBox="1">
            <a:spLocks noGrp="1"/>
          </p:cNvSpPr>
          <p:nvPr>
            <p:ph type="title"/>
          </p:nvPr>
        </p:nvSpPr>
        <p:spPr>
          <a:xfrm>
            <a:off x="713225" y="2600100"/>
            <a:ext cx="40485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73" name="Google Shape;373;p57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937950"/>
            <a:ext cx="14667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 b="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74" name="Google Shape;374;p57"/>
          <p:cNvSpPr txBox="1">
            <a:spLocks noGrp="1"/>
          </p:cNvSpPr>
          <p:nvPr>
            <p:ph type="subTitle" idx="1"/>
          </p:nvPr>
        </p:nvSpPr>
        <p:spPr>
          <a:xfrm>
            <a:off x="713225" y="3666750"/>
            <a:ext cx="4048500" cy="65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5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8" name="Google Shape;378;p58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113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5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2" name="Google Shape;382;p59"/>
          <p:cNvSpPr txBox="1">
            <a:spLocks noGrp="1"/>
          </p:cNvSpPr>
          <p:nvPr>
            <p:ph type="subTitle" idx="1"/>
          </p:nvPr>
        </p:nvSpPr>
        <p:spPr>
          <a:xfrm>
            <a:off x="4858069" y="2303700"/>
            <a:ext cx="3572700" cy="19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59"/>
          <p:cNvSpPr txBox="1">
            <a:spLocks noGrp="1"/>
          </p:cNvSpPr>
          <p:nvPr>
            <p:ph type="subTitle" idx="2"/>
          </p:nvPr>
        </p:nvSpPr>
        <p:spPr>
          <a:xfrm>
            <a:off x="720000" y="2303700"/>
            <a:ext cx="3572700" cy="19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4" name="Google Shape;384;p59"/>
          <p:cNvSpPr txBox="1">
            <a:spLocks noGrp="1"/>
          </p:cNvSpPr>
          <p:nvPr>
            <p:ph type="subTitle" idx="3"/>
          </p:nvPr>
        </p:nvSpPr>
        <p:spPr>
          <a:xfrm>
            <a:off x="720000" y="1731150"/>
            <a:ext cx="3572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85" name="Google Shape;385;p59"/>
          <p:cNvSpPr txBox="1">
            <a:spLocks noGrp="1"/>
          </p:cNvSpPr>
          <p:nvPr>
            <p:ph type="subTitle" idx="4"/>
          </p:nvPr>
        </p:nvSpPr>
        <p:spPr>
          <a:xfrm>
            <a:off x="4858074" y="1731150"/>
            <a:ext cx="3572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6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6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61"/>
          <p:cNvSpPr txBox="1">
            <a:spLocks noGrp="1"/>
          </p:cNvSpPr>
          <p:nvPr>
            <p:ph type="title"/>
          </p:nvPr>
        </p:nvSpPr>
        <p:spPr>
          <a:xfrm>
            <a:off x="716613" y="780300"/>
            <a:ext cx="4376400" cy="6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61"/>
          <p:cNvSpPr txBox="1">
            <a:spLocks noGrp="1"/>
          </p:cNvSpPr>
          <p:nvPr>
            <p:ph type="subTitle" idx="1"/>
          </p:nvPr>
        </p:nvSpPr>
        <p:spPr>
          <a:xfrm>
            <a:off x="716613" y="1422000"/>
            <a:ext cx="4376400" cy="30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93" name="Google Shape;393;p61"/>
          <p:cNvSpPr>
            <a:spLocks noGrp="1"/>
          </p:cNvSpPr>
          <p:nvPr>
            <p:ph type="pic" idx="2"/>
          </p:nvPr>
        </p:nvSpPr>
        <p:spPr>
          <a:xfrm>
            <a:off x="5348550" y="835075"/>
            <a:ext cx="3082200" cy="3587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62"/>
          <p:cNvSpPr txBox="1">
            <a:spLocks noGrp="1"/>
          </p:cNvSpPr>
          <p:nvPr>
            <p:ph type="title"/>
          </p:nvPr>
        </p:nvSpPr>
        <p:spPr>
          <a:xfrm>
            <a:off x="1924375" y="1598550"/>
            <a:ext cx="5295300" cy="20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6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63"/>
          <p:cNvSpPr txBox="1">
            <a:spLocks noGrp="1"/>
          </p:cNvSpPr>
          <p:nvPr>
            <p:ph type="subTitle" idx="1"/>
          </p:nvPr>
        </p:nvSpPr>
        <p:spPr>
          <a:xfrm>
            <a:off x="4916488" y="1349000"/>
            <a:ext cx="3510900" cy="325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1" name="Google Shape;401;p63"/>
          <p:cNvSpPr txBox="1">
            <a:spLocks noGrp="1"/>
          </p:cNvSpPr>
          <p:nvPr>
            <p:ph type="subTitle" idx="2"/>
          </p:nvPr>
        </p:nvSpPr>
        <p:spPr>
          <a:xfrm>
            <a:off x="716612" y="1349000"/>
            <a:ext cx="3510900" cy="325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4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64"/>
          <p:cNvSpPr txBox="1">
            <a:spLocks noGrp="1"/>
          </p:cNvSpPr>
          <p:nvPr>
            <p:ph type="title"/>
          </p:nvPr>
        </p:nvSpPr>
        <p:spPr>
          <a:xfrm>
            <a:off x="1397250" y="3815300"/>
            <a:ext cx="6349500" cy="788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65"/>
          <p:cNvSpPr txBox="1">
            <a:spLocks noGrp="1"/>
          </p:cNvSpPr>
          <p:nvPr>
            <p:ph type="title" hasCustomPrompt="1"/>
          </p:nvPr>
        </p:nvSpPr>
        <p:spPr>
          <a:xfrm>
            <a:off x="4236175" y="1585113"/>
            <a:ext cx="4194600" cy="10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08" name="Google Shape;408;p65"/>
          <p:cNvSpPr txBox="1">
            <a:spLocks noGrp="1"/>
          </p:cNvSpPr>
          <p:nvPr>
            <p:ph type="subTitle" idx="1"/>
          </p:nvPr>
        </p:nvSpPr>
        <p:spPr>
          <a:xfrm>
            <a:off x="4236175" y="2628987"/>
            <a:ext cx="4194600" cy="104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6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67"/>
          <p:cNvSpPr txBox="1">
            <a:spLocks noGrp="1"/>
          </p:cNvSpPr>
          <p:nvPr>
            <p:ph type="subTitle" idx="1"/>
          </p:nvPr>
        </p:nvSpPr>
        <p:spPr>
          <a:xfrm>
            <a:off x="720050" y="2236574"/>
            <a:ext cx="2451300" cy="21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4" name="Google Shape;414;p67"/>
          <p:cNvSpPr txBox="1">
            <a:spLocks noGrp="1"/>
          </p:cNvSpPr>
          <p:nvPr>
            <p:ph type="subTitle" idx="2"/>
          </p:nvPr>
        </p:nvSpPr>
        <p:spPr>
          <a:xfrm>
            <a:off x="3346385" y="2236574"/>
            <a:ext cx="2451300" cy="21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5" name="Google Shape;415;p67"/>
          <p:cNvSpPr txBox="1">
            <a:spLocks noGrp="1"/>
          </p:cNvSpPr>
          <p:nvPr>
            <p:ph type="subTitle" idx="3"/>
          </p:nvPr>
        </p:nvSpPr>
        <p:spPr>
          <a:xfrm>
            <a:off x="5972703" y="2236574"/>
            <a:ext cx="2451300" cy="21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6" name="Google Shape;416;p67"/>
          <p:cNvSpPr txBox="1">
            <a:spLocks noGrp="1"/>
          </p:cNvSpPr>
          <p:nvPr>
            <p:ph type="subTitle" idx="4"/>
          </p:nvPr>
        </p:nvSpPr>
        <p:spPr>
          <a:xfrm>
            <a:off x="720050" y="1557190"/>
            <a:ext cx="2451300" cy="7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17" name="Google Shape;417;p67"/>
          <p:cNvSpPr txBox="1">
            <a:spLocks noGrp="1"/>
          </p:cNvSpPr>
          <p:nvPr>
            <p:ph type="subTitle" idx="5"/>
          </p:nvPr>
        </p:nvSpPr>
        <p:spPr>
          <a:xfrm>
            <a:off x="3346389" y="1557190"/>
            <a:ext cx="2451300" cy="7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18" name="Google Shape;418;p67"/>
          <p:cNvSpPr txBox="1">
            <a:spLocks noGrp="1"/>
          </p:cNvSpPr>
          <p:nvPr>
            <p:ph type="subTitle" idx="6"/>
          </p:nvPr>
        </p:nvSpPr>
        <p:spPr>
          <a:xfrm>
            <a:off x="5972703" y="1557190"/>
            <a:ext cx="2451300" cy="7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6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2" name="Google Shape;422;p68"/>
          <p:cNvSpPr txBox="1">
            <a:spLocks noGrp="1"/>
          </p:cNvSpPr>
          <p:nvPr>
            <p:ph type="subTitle" idx="1"/>
          </p:nvPr>
        </p:nvSpPr>
        <p:spPr>
          <a:xfrm>
            <a:off x="1463450" y="1477536"/>
            <a:ext cx="58128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3" name="Google Shape;423;p68"/>
          <p:cNvSpPr txBox="1">
            <a:spLocks noGrp="1"/>
          </p:cNvSpPr>
          <p:nvPr>
            <p:ph type="subTitle" idx="2"/>
          </p:nvPr>
        </p:nvSpPr>
        <p:spPr>
          <a:xfrm>
            <a:off x="1463450" y="2374824"/>
            <a:ext cx="58128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4" name="Google Shape;424;p68"/>
          <p:cNvSpPr txBox="1">
            <a:spLocks noGrp="1"/>
          </p:cNvSpPr>
          <p:nvPr>
            <p:ph type="subTitle" idx="3"/>
          </p:nvPr>
        </p:nvSpPr>
        <p:spPr>
          <a:xfrm>
            <a:off x="1469771" y="3268523"/>
            <a:ext cx="58128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5" name="Google Shape;425;p68"/>
          <p:cNvSpPr txBox="1">
            <a:spLocks noGrp="1"/>
          </p:cNvSpPr>
          <p:nvPr>
            <p:ph type="subTitle" idx="4"/>
          </p:nvPr>
        </p:nvSpPr>
        <p:spPr>
          <a:xfrm>
            <a:off x="1469771" y="4162225"/>
            <a:ext cx="58128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6" name="Google Shape;426;p68"/>
          <p:cNvSpPr txBox="1">
            <a:spLocks noGrp="1"/>
          </p:cNvSpPr>
          <p:nvPr>
            <p:ph type="title" idx="5" hasCustomPrompt="1"/>
          </p:nvPr>
        </p:nvSpPr>
        <p:spPr>
          <a:xfrm>
            <a:off x="719998" y="1109725"/>
            <a:ext cx="698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7" name="Google Shape;427;p68"/>
          <p:cNvSpPr txBox="1">
            <a:spLocks noGrp="1"/>
          </p:cNvSpPr>
          <p:nvPr>
            <p:ph type="title" idx="6" hasCustomPrompt="1"/>
          </p:nvPr>
        </p:nvSpPr>
        <p:spPr>
          <a:xfrm>
            <a:off x="725468" y="2897121"/>
            <a:ext cx="698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8" name="Google Shape;428;p68"/>
          <p:cNvSpPr txBox="1">
            <a:spLocks noGrp="1"/>
          </p:cNvSpPr>
          <p:nvPr>
            <p:ph type="title" idx="7" hasCustomPrompt="1"/>
          </p:nvPr>
        </p:nvSpPr>
        <p:spPr>
          <a:xfrm>
            <a:off x="720009" y="2003422"/>
            <a:ext cx="698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9" name="Google Shape;429;p68"/>
          <p:cNvSpPr txBox="1">
            <a:spLocks noGrp="1"/>
          </p:cNvSpPr>
          <p:nvPr>
            <p:ph type="title" idx="8" hasCustomPrompt="1"/>
          </p:nvPr>
        </p:nvSpPr>
        <p:spPr>
          <a:xfrm>
            <a:off x="725474" y="3790824"/>
            <a:ext cx="698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0" name="Google Shape;430;p68"/>
          <p:cNvSpPr txBox="1">
            <a:spLocks noGrp="1"/>
          </p:cNvSpPr>
          <p:nvPr>
            <p:ph type="subTitle" idx="9"/>
          </p:nvPr>
        </p:nvSpPr>
        <p:spPr>
          <a:xfrm>
            <a:off x="1460287" y="1109725"/>
            <a:ext cx="5812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31" name="Google Shape;431;p68"/>
          <p:cNvSpPr txBox="1">
            <a:spLocks noGrp="1"/>
          </p:cNvSpPr>
          <p:nvPr>
            <p:ph type="subTitle" idx="13"/>
          </p:nvPr>
        </p:nvSpPr>
        <p:spPr>
          <a:xfrm>
            <a:off x="1460287" y="2003424"/>
            <a:ext cx="5812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32" name="Google Shape;432;p68"/>
          <p:cNvSpPr txBox="1">
            <a:spLocks noGrp="1"/>
          </p:cNvSpPr>
          <p:nvPr>
            <p:ph type="subTitle" idx="14"/>
          </p:nvPr>
        </p:nvSpPr>
        <p:spPr>
          <a:xfrm>
            <a:off x="1466608" y="2897123"/>
            <a:ext cx="5812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33" name="Google Shape;433;p68"/>
          <p:cNvSpPr txBox="1">
            <a:spLocks noGrp="1"/>
          </p:cNvSpPr>
          <p:nvPr>
            <p:ph type="subTitle" idx="15"/>
          </p:nvPr>
        </p:nvSpPr>
        <p:spPr>
          <a:xfrm>
            <a:off x="1466608" y="3790822"/>
            <a:ext cx="5812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6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69"/>
          <p:cNvSpPr txBox="1">
            <a:spLocks noGrp="1"/>
          </p:cNvSpPr>
          <p:nvPr>
            <p:ph type="subTitle" idx="1"/>
          </p:nvPr>
        </p:nvSpPr>
        <p:spPr>
          <a:xfrm>
            <a:off x="713225" y="1760313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8" name="Google Shape;438;p69"/>
          <p:cNvSpPr txBox="1">
            <a:spLocks noGrp="1"/>
          </p:cNvSpPr>
          <p:nvPr>
            <p:ph type="subTitle" idx="2"/>
          </p:nvPr>
        </p:nvSpPr>
        <p:spPr>
          <a:xfrm>
            <a:off x="3335699" y="1760313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9" name="Google Shape;439;p69"/>
          <p:cNvSpPr txBox="1">
            <a:spLocks noGrp="1"/>
          </p:cNvSpPr>
          <p:nvPr>
            <p:ph type="subTitle" idx="3"/>
          </p:nvPr>
        </p:nvSpPr>
        <p:spPr>
          <a:xfrm>
            <a:off x="713225" y="3553400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69"/>
          <p:cNvSpPr txBox="1">
            <a:spLocks noGrp="1"/>
          </p:cNvSpPr>
          <p:nvPr>
            <p:ph type="subTitle" idx="4"/>
          </p:nvPr>
        </p:nvSpPr>
        <p:spPr>
          <a:xfrm>
            <a:off x="3335701" y="3553400"/>
            <a:ext cx="24702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69"/>
          <p:cNvSpPr txBox="1">
            <a:spLocks noGrp="1"/>
          </p:cNvSpPr>
          <p:nvPr>
            <p:ph type="subTitle" idx="5"/>
          </p:nvPr>
        </p:nvSpPr>
        <p:spPr>
          <a:xfrm>
            <a:off x="5958174" y="1760313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69"/>
          <p:cNvSpPr txBox="1">
            <a:spLocks noGrp="1"/>
          </p:cNvSpPr>
          <p:nvPr>
            <p:ph type="subTitle" idx="6"/>
          </p:nvPr>
        </p:nvSpPr>
        <p:spPr>
          <a:xfrm>
            <a:off x="5958174" y="3553400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3" name="Google Shape;443;p69"/>
          <p:cNvSpPr txBox="1">
            <a:spLocks noGrp="1"/>
          </p:cNvSpPr>
          <p:nvPr>
            <p:ph type="subTitle" idx="7"/>
          </p:nvPr>
        </p:nvSpPr>
        <p:spPr>
          <a:xfrm>
            <a:off x="714341" y="1187563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44" name="Google Shape;444;p69"/>
          <p:cNvSpPr txBox="1">
            <a:spLocks noGrp="1"/>
          </p:cNvSpPr>
          <p:nvPr>
            <p:ph type="subTitle" idx="8"/>
          </p:nvPr>
        </p:nvSpPr>
        <p:spPr>
          <a:xfrm>
            <a:off x="3336811" y="1187563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45" name="Google Shape;445;p69"/>
          <p:cNvSpPr txBox="1">
            <a:spLocks noGrp="1"/>
          </p:cNvSpPr>
          <p:nvPr>
            <p:ph type="subTitle" idx="9"/>
          </p:nvPr>
        </p:nvSpPr>
        <p:spPr>
          <a:xfrm>
            <a:off x="5959281" y="1187563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46" name="Google Shape;446;p69"/>
          <p:cNvSpPr txBox="1">
            <a:spLocks noGrp="1"/>
          </p:cNvSpPr>
          <p:nvPr>
            <p:ph type="subTitle" idx="13"/>
          </p:nvPr>
        </p:nvSpPr>
        <p:spPr>
          <a:xfrm>
            <a:off x="714341" y="2980751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47" name="Google Shape;447;p69"/>
          <p:cNvSpPr txBox="1">
            <a:spLocks noGrp="1"/>
          </p:cNvSpPr>
          <p:nvPr>
            <p:ph type="subTitle" idx="14"/>
          </p:nvPr>
        </p:nvSpPr>
        <p:spPr>
          <a:xfrm>
            <a:off x="3336811" y="2980751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48" name="Google Shape;448;p69"/>
          <p:cNvSpPr txBox="1">
            <a:spLocks noGrp="1"/>
          </p:cNvSpPr>
          <p:nvPr>
            <p:ph type="subTitle" idx="15"/>
          </p:nvPr>
        </p:nvSpPr>
        <p:spPr>
          <a:xfrm>
            <a:off x="5959281" y="2980751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TITLE_AND_BODY_1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7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2" name="Google Shape;452;p70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20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71"/>
          <p:cNvSpPr txBox="1">
            <a:spLocks noGrp="1"/>
          </p:cNvSpPr>
          <p:nvPr>
            <p:ph type="title"/>
          </p:nvPr>
        </p:nvSpPr>
        <p:spPr>
          <a:xfrm>
            <a:off x="713251" y="839859"/>
            <a:ext cx="30618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6" name="Google Shape;456;p71"/>
          <p:cNvSpPr txBox="1">
            <a:spLocks noGrp="1"/>
          </p:cNvSpPr>
          <p:nvPr>
            <p:ph type="subTitle" idx="1"/>
          </p:nvPr>
        </p:nvSpPr>
        <p:spPr>
          <a:xfrm>
            <a:off x="713225" y="1830775"/>
            <a:ext cx="30618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71"/>
          <p:cNvSpPr txBox="1"/>
          <p:nvPr/>
        </p:nvSpPr>
        <p:spPr>
          <a:xfrm>
            <a:off x="713275" y="3496950"/>
            <a:ext cx="30618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000" b="1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7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2" name="Google Shape;462;p73"/>
          <p:cNvGrpSpPr/>
          <p:nvPr/>
        </p:nvGrpSpPr>
        <p:grpSpPr>
          <a:xfrm>
            <a:off x="-145504" y="1176402"/>
            <a:ext cx="9252665" cy="4011911"/>
            <a:chOff x="-145504" y="1176402"/>
            <a:chExt cx="9252665" cy="4011911"/>
          </a:xfrm>
        </p:grpSpPr>
        <p:grpSp>
          <p:nvGrpSpPr>
            <p:cNvPr id="463" name="Google Shape;463;p73"/>
            <p:cNvGrpSpPr/>
            <p:nvPr/>
          </p:nvGrpSpPr>
          <p:grpSpPr>
            <a:xfrm>
              <a:off x="-145504" y="3548784"/>
              <a:ext cx="858731" cy="1639529"/>
              <a:chOff x="3994396" y="1674709"/>
              <a:chExt cx="858731" cy="1639529"/>
            </a:xfrm>
          </p:grpSpPr>
          <p:sp>
            <p:nvSpPr>
              <p:cNvPr id="464" name="Google Shape;464;p73"/>
              <p:cNvSpPr/>
              <p:nvPr/>
            </p:nvSpPr>
            <p:spPr>
              <a:xfrm>
                <a:off x="3994396" y="2913152"/>
                <a:ext cx="858731" cy="401085"/>
              </a:xfrm>
              <a:custGeom>
                <a:avLst/>
                <a:gdLst/>
                <a:ahLst/>
                <a:cxnLst/>
                <a:rect l="l" t="t" r="r" b="b"/>
                <a:pathLst>
                  <a:path w="294086" h="137358" extrusionOk="0">
                    <a:moveTo>
                      <a:pt x="247795" y="11716"/>
                    </a:moveTo>
                    <a:cubicBezTo>
                      <a:pt x="249891" y="10763"/>
                      <a:pt x="251986" y="9906"/>
                      <a:pt x="254177" y="9144"/>
                    </a:cubicBezTo>
                    <a:cubicBezTo>
                      <a:pt x="254558" y="9049"/>
                      <a:pt x="255034" y="8954"/>
                      <a:pt x="255415" y="8858"/>
                    </a:cubicBezTo>
                    <a:cubicBezTo>
                      <a:pt x="260559" y="7430"/>
                      <a:pt x="261987" y="7049"/>
                      <a:pt x="267131" y="6858"/>
                    </a:cubicBezTo>
                    <a:cubicBezTo>
                      <a:pt x="271798" y="6668"/>
                      <a:pt x="275513" y="7049"/>
                      <a:pt x="280085" y="6858"/>
                    </a:cubicBezTo>
                    <a:cubicBezTo>
                      <a:pt x="283323" y="6858"/>
                      <a:pt x="287229" y="6286"/>
                      <a:pt x="290467" y="5429"/>
                    </a:cubicBezTo>
                    <a:cubicBezTo>
                      <a:pt x="291134" y="5429"/>
                      <a:pt x="291610" y="5239"/>
                      <a:pt x="291705" y="5144"/>
                    </a:cubicBezTo>
                    <a:cubicBezTo>
                      <a:pt x="291705" y="5144"/>
                      <a:pt x="291705" y="5144"/>
                      <a:pt x="291705" y="5144"/>
                    </a:cubicBezTo>
                    <a:cubicBezTo>
                      <a:pt x="292563" y="4858"/>
                      <a:pt x="293420" y="4667"/>
                      <a:pt x="294087" y="4286"/>
                    </a:cubicBezTo>
                    <a:cubicBezTo>
                      <a:pt x="294087" y="4286"/>
                      <a:pt x="291420" y="4001"/>
                      <a:pt x="287514" y="3620"/>
                    </a:cubicBezTo>
                    <a:lnTo>
                      <a:pt x="287514" y="3620"/>
                    </a:lnTo>
                    <a:cubicBezTo>
                      <a:pt x="276370" y="2477"/>
                      <a:pt x="254558" y="286"/>
                      <a:pt x="248843" y="0"/>
                    </a:cubicBezTo>
                    <a:cubicBezTo>
                      <a:pt x="244938" y="1715"/>
                      <a:pt x="237889" y="6953"/>
                      <a:pt x="237889" y="6953"/>
                    </a:cubicBezTo>
                    <a:cubicBezTo>
                      <a:pt x="238270" y="7430"/>
                      <a:pt x="239508" y="7715"/>
                      <a:pt x="241032" y="7906"/>
                    </a:cubicBezTo>
                    <a:cubicBezTo>
                      <a:pt x="236175" y="11144"/>
                      <a:pt x="229888" y="14383"/>
                      <a:pt x="222459" y="17431"/>
                    </a:cubicBezTo>
                    <a:cubicBezTo>
                      <a:pt x="218363" y="19145"/>
                      <a:pt x="213886" y="20765"/>
                      <a:pt x="209981" y="22479"/>
                    </a:cubicBezTo>
                    <a:cubicBezTo>
                      <a:pt x="197694" y="27718"/>
                      <a:pt x="181692" y="35528"/>
                      <a:pt x="176834" y="39338"/>
                    </a:cubicBezTo>
                    <a:cubicBezTo>
                      <a:pt x="174738" y="40958"/>
                      <a:pt x="171976" y="42577"/>
                      <a:pt x="168928" y="44101"/>
                    </a:cubicBezTo>
                    <a:cubicBezTo>
                      <a:pt x="167214" y="43910"/>
                      <a:pt x="165404" y="43815"/>
                      <a:pt x="163594" y="43720"/>
                    </a:cubicBezTo>
                    <a:cubicBezTo>
                      <a:pt x="163594" y="43720"/>
                      <a:pt x="163594" y="43529"/>
                      <a:pt x="163594" y="43434"/>
                    </a:cubicBezTo>
                    <a:cubicBezTo>
                      <a:pt x="162737" y="43434"/>
                      <a:pt x="161880" y="43434"/>
                      <a:pt x="161022" y="43434"/>
                    </a:cubicBezTo>
                    <a:cubicBezTo>
                      <a:pt x="160737" y="43434"/>
                      <a:pt x="160451" y="43434"/>
                      <a:pt x="160165" y="43434"/>
                    </a:cubicBezTo>
                    <a:cubicBezTo>
                      <a:pt x="160165" y="43434"/>
                      <a:pt x="160070" y="43434"/>
                      <a:pt x="159975" y="43529"/>
                    </a:cubicBezTo>
                    <a:cubicBezTo>
                      <a:pt x="157974" y="43529"/>
                      <a:pt x="156069" y="43625"/>
                      <a:pt x="154069" y="43720"/>
                    </a:cubicBezTo>
                    <a:cubicBezTo>
                      <a:pt x="153974" y="42005"/>
                      <a:pt x="154069" y="40672"/>
                      <a:pt x="154545" y="40100"/>
                    </a:cubicBezTo>
                    <a:cubicBezTo>
                      <a:pt x="163785" y="30385"/>
                      <a:pt x="162546" y="21812"/>
                      <a:pt x="172071" y="12097"/>
                    </a:cubicBezTo>
                    <a:cubicBezTo>
                      <a:pt x="173119" y="11049"/>
                      <a:pt x="174167" y="10192"/>
                      <a:pt x="175596" y="9334"/>
                    </a:cubicBezTo>
                    <a:cubicBezTo>
                      <a:pt x="175691" y="9334"/>
                      <a:pt x="175786" y="9334"/>
                      <a:pt x="175977" y="9334"/>
                    </a:cubicBezTo>
                    <a:cubicBezTo>
                      <a:pt x="176643" y="9334"/>
                      <a:pt x="177215" y="9430"/>
                      <a:pt x="178072" y="9334"/>
                    </a:cubicBezTo>
                    <a:cubicBezTo>
                      <a:pt x="179310" y="9144"/>
                      <a:pt x="180168" y="8763"/>
                      <a:pt x="181025" y="8382"/>
                    </a:cubicBezTo>
                    <a:cubicBezTo>
                      <a:pt x="184644" y="6668"/>
                      <a:pt x="185597" y="6191"/>
                      <a:pt x="190836" y="5429"/>
                    </a:cubicBezTo>
                    <a:cubicBezTo>
                      <a:pt x="195598" y="4667"/>
                      <a:pt x="200170" y="4572"/>
                      <a:pt x="204837" y="3905"/>
                    </a:cubicBezTo>
                    <a:cubicBezTo>
                      <a:pt x="209600" y="3239"/>
                      <a:pt x="215029" y="1810"/>
                      <a:pt x="216363" y="286"/>
                    </a:cubicBezTo>
                    <a:lnTo>
                      <a:pt x="190836" y="286"/>
                    </a:lnTo>
                    <a:cubicBezTo>
                      <a:pt x="181882" y="762"/>
                      <a:pt x="170262" y="1905"/>
                      <a:pt x="161213" y="2572"/>
                    </a:cubicBezTo>
                    <a:cubicBezTo>
                      <a:pt x="159498" y="4382"/>
                      <a:pt x="159213" y="9239"/>
                      <a:pt x="159213" y="9239"/>
                    </a:cubicBezTo>
                    <a:cubicBezTo>
                      <a:pt x="159498" y="9239"/>
                      <a:pt x="159879" y="9334"/>
                      <a:pt x="160165" y="9430"/>
                    </a:cubicBezTo>
                    <a:cubicBezTo>
                      <a:pt x="159308" y="12764"/>
                      <a:pt x="156831" y="16193"/>
                      <a:pt x="152545" y="19717"/>
                    </a:cubicBezTo>
                    <a:cubicBezTo>
                      <a:pt x="150354" y="21527"/>
                      <a:pt x="147783" y="23241"/>
                      <a:pt x="145782" y="25051"/>
                    </a:cubicBezTo>
                    <a:cubicBezTo>
                      <a:pt x="139591" y="30575"/>
                      <a:pt x="132543" y="38481"/>
                      <a:pt x="132352" y="42005"/>
                    </a:cubicBezTo>
                    <a:cubicBezTo>
                      <a:pt x="132352" y="43244"/>
                      <a:pt x="131685" y="44387"/>
                      <a:pt x="130828" y="45625"/>
                    </a:cubicBezTo>
                    <a:cubicBezTo>
                      <a:pt x="130638" y="45625"/>
                      <a:pt x="130352" y="45625"/>
                      <a:pt x="130161" y="45625"/>
                    </a:cubicBezTo>
                    <a:cubicBezTo>
                      <a:pt x="130161" y="45625"/>
                      <a:pt x="130161" y="45625"/>
                      <a:pt x="130161" y="45625"/>
                    </a:cubicBezTo>
                    <a:cubicBezTo>
                      <a:pt x="128352" y="45815"/>
                      <a:pt x="126447" y="46101"/>
                      <a:pt x="124637" y="46292"/>
                    </a:cubicBezTo>
                    <a:cubicBezTo>
                      <a:pt x="124637" y="46292"/>
                      <a:pt x="124637" y="46292"/>
                      <a:pt x="124637" y="46292"/>
                    </a:cubicBezTo>
                    <a:lnTo>
                      <a:pt x="124637" y="46292"/>
                    </a:lnTo>
                    <a:cubicBezTo>
                      <a:pt x="121589" y="50102"/>
                      <a:pt x="118541" y="53912"/>
                      <a:pt x="115302" y="57722"/>
                    </a:cubicBezTo>
                    <a:cubicBezTo>
                      <a:pt x="112731" y="60770"/>
                      <a:pt x="114159" y="62579"/>
                      <a:pt x="107206" y="65437"/>
                    </a:cubicBezTo>
                    <a:cubicBezTo>
                      <a:pt x="102253" y="67437"/>
                      <a:pt x="98729" y="69533"/>
                      <a:pt x="96443" y="71628"/>
                    </a:cubicBezTo>
                    <a:cubicBezTo>
                      <a:pt x="94538" y="71628"/>
                      <a:pt x="92633" y="71819"/>
                      <a:pt x="90823" y="71819"/>
                    </a:cubicBezTo>
                    <a:cubicBezTo>
                      <a:pt x="90823" y="72962"/>
                      <a:pt x="91299" y="74009"/>
                      <a:pt x="91776" y="75057"/>
                    </a:cubicBezTo>
                    <a:cubicBezTo>
                      <a:pt x="91966" y="75343"/>
                      <a:pt x="92157" y="75629"/>
                      <a:pt x="92252" y="76009"/>
                    </a:cubicBezTo>
                    <a:cubicBezTo>
                      <a:pt x="90156" y="76772"/>
                      <a:pt x="87870" y="77438"/>
                      <a:pt x="85489" y="78105"/>
                    </a:cubicBezTo>
                    <a:cubicBezTo>
                      <a:pt x="77964" y="80201"/>
                      <a:pt x="68439" y="84011"/>
                      <a:pt x="64058" y="86011"/>
                    </a:cubicBezTo>
                    <a:cubicBezTo>
                      <a:pt x="63010" y="86487"/>
                      <a:pt x="62153" y="86963"/>
                      <a:pt x="61486" y="87440"/>
                    </a:cubicBezTo>
                    <a:cubicBezTo>
                      <a:pt x="58819" y="89630"/>
                      <a:pt x="58438" y="91631"/>
                      <a:pt x="57676" y="94107"/>
                    </a:cubicBezTo>
                    <a:cubicBezTo>
                      <a:pt x="57676" y="94393"/>
                      <a:pt x="57486" y="94774"/>
                      <a:pt x="57295" y="95059"/>
                    </a:cubicBezTo>
                    <a:cubicBezTo>
                      <a:pt x="56247" y="95250"/>
                      <a:pt x="55200" y="95441"/>
                      <a:pt x="54152" y="95726"/>
                    </a:cubicBezTo>
                    <a:cubicBezTo>
                      <a:pt x="52342" y="99251"/>
                      <a:pt x="51009" y="102870"/>
                      <a:pt x="50247" y="106299"/>
                    </a:cubicBezTo>
                    <a:cubicBezTo>
                      <a:pt x="50056" y="107347"/>
                      <a:pt x="49770" y="108395"/>
                      <a:pt x="50532" y="109252"/>
                    </a:cubicBezTo>
                    <a:cubicBezTo>
                      <a:pt x="50628" y="109347"/>
                      <a:pt x="50818" y="109538"/>
                      <a:pt x="50913" y="109633"/>
                    </a:cubicBezTo>
                    <a:cubicBezTo>
                      <a:pt x="51104" y="109728"/>
                      <a:pt x="51485" y="109823"/>
                      <a:pt x="51675" y="110014"/>
                    </a:cubicBezTo>
                    <a:cubicBezTo>
                      <a:pt x="50818" y="111347"/>
                      <a:pt x="50151" y="112586"/>
                      <a:pt x="49675" y="113824"/>
                    </a:cubicBezTo>
                    <a:cubicBezTo>
                      <a:pt x="51009" y="113824"/>
                      <a:pt x="49675" y="113824"/>
                      <a:pt x="51104" y="113824"/>
                    </a:cubicBezTo>
                    <a:cubicBezTo>
                      <a:pt x="51866" y="113824"/>
                      <a:pt x="52723" y="113729"/>
                      <a:pt x="53485" y="113633"/>
                    </a:cubicBezTo>
                    <a:cubicBezTo>
                      <a:pt x="53104" y="114109"/>
                      <a:pt x="52628" y="114586"/>
                      <a:pt x="51866" y="115062"/>
                    </a:cubicBezTo>
                    <a:cubicBezTo>
                      <a:pt x="52437" y="115062"/>
                      <a:pt x="53295" y="115062"/>
                      <a:pt x="54152" y="114967"/>
                    </a:cubicBezTo>
                    <a:cubicBezTo>
                      <a:pt x="53390" y="116110"/>
                      <a:pt x="52628" y="117158"/>
                      <a:pt x="52056" y="118015"/>
                    </a:cubicBezTo>
                    <a:cubicBezTo>
                      <a:pt x="51771" y="117920"/>
                      <a:pt x="51580" y="117729"/>
                      <a:pt x="51294" y="117634"/>
                    </a:cubicBezTo>
                    <a:cubicBezTo>
                      <a:pt x="48151" y="118110"/>
                      <a:pt x="45389" y="118777"/>
                      <a:pt x="42722" y="119634"/>
                    </a:cubicBezTo>
                    <a:cubicBezTo>
                      <a:pt x="43103" y="118396"/>
                      <a:pt x="42722" y="117158"/>
                      <a:pt x="41198" y="116205"/>
                    </a:cubicBezTo>
                    <a:cubicBezTo>
                      <a:pt x="37864" y="114014"/>
                      <a:pt x="28434" y="112967"/>
                      <a:pt x="18338" y="114205"/>
                    </a:cubicBezTo>
                    <a:cubicBezTo>
                      <a:pt x="23291" y="114395"/>
                      <a:pt x="25386" y="115919"/>
                      <a:pt x="24434" y="117539"/>
                    </a:cubicBezTo>
                    <a:cubicBezTo>
                      <a:pt x="23481" y="119158"/>
                      <a:pt x="20148" y="120872"/>
                      <a:pt x="16433" y="122492"/>
                    </a:cubicBezTo>
                    <a:cubicBezTo>
                      <a:pt x="12718" y="124111"/>
                      <a:pt x="8622" y="125635"/>
                      <a:pt x="5479" y="127254"/>
                    </a:cubicBezTo>
                    <a:cubicBezTo>
                      <a:pt x="-236" y="130302"/>
                      <a:pt x="-1760" y="133636"/>
                      <a:pt x="2241" y="135827"/>
                    </a:cubicBezTo>
                    <a:cubicBezTo>
                      <a:pt x="3860" y="136684"/>
                      <a:pt x="6717" y="137446"/>
                      <a:pt x="10813" y="137351"/>
                    </a:cubicBezTo>
                    <a:cubicBezTo>
                      <a:pt x="14909" y="137255"/>
                      <a:pt x="19386" y="136303"/>
                      <a:pt x="23291" y="135446"/>
                    </a:cubicBezTo>
                    <a:cubicBezTo>
                      <a:pt x="24434" y="135160"/>
                      <a:pt x="25958" y="134779"/>
                      <a:pt x="27577" y="134398"/>
                    </a:cubicBezTo>
                    <a:cubicBezTo>
                      <a:pt x="33197" y="135255"/>
                      <a:pt x="41484" y="135255"/>
                      <a:pt x="49294" y="134684"/>
                    </a:cubicBezTo>
                    <a:cubicBezTo>
                      <a:pt x="55771" y="134207"/>
                      <a:pt x="62820" y="133350"/>
                      <a:pt x="68916" y="132017"/>
                    </a:cubicBezTo>
                    <a:cubicBezTo>
                      <a:pt x="77869" y="130016"/>
                      <a:pt x="77679" y="128873"/>
                      <a:pt x="81584" y="126302"/>
                    </a:cubicBezTo>
                    <a:cubicBezTo>
                      <a:pt x="80441" y="127064"/>
                      <a:pt x="77488" y="127540"/>
                      <a:pt x="74726" y="127635"/>
                    </a:cubicBezTo>
                    <a:cubicBezTo>
                      <a:pt x="74726" y="127635"/>
                      <a:pt x="74726" y="127635"/>
                      <a:pt x="74726" y="127635"/>
                    </a:cubicBezTo>
                    <a:cubicBezTo>
                      <a:pt x="75488" y="126968"/>
                      <a:pt x="75964" y="126397"/>
                      <a:pt x="76250" y="125730"/>
                    </a:cubicBezTo>
                    <a:cubicBezTo>
                      <a:pt x="76631" y="125063"/>
                      <a:pt x="76917" y="124397"/>
                      <a:pt x="78060" y="123730"/>
                    </a:cubicBezTo>
                    <a:cubicBezTo>
                      <a:pt x="79107" y="123063"/>
                      <a:pt x="80917" y="122492"/>
                      <a:pt x="82632" y="121920"/>
                    </a:cubicBezTo>
                    <a:cubicBezTo>
                      <a:pt x="83394" y="121730"/>
                      <a:pt x="84156" y="121444"/>
                      <a:pt x="84537" y="121158"/>
                    </a:cubicBezTo>
                    <a:cubicBezTo>
                      <a:pt x="85584" y="120396"/>
                      <a:pt x="81489" y="120587"/>
                      <a:pt x="83203" y="119634"/>
                    </a:cubicBezTo>
                    <a:cubicBezTo>
                      <a:pt x="83584" y="119348"/>
                      <a:pt x="84441" y="119158"/>
                      <a:pt x="84251" y="118872"/>
                    </a:cubicBezTo>
                    <a:cubicBezTo>
                      <a:pt x="84251" y="118777"/>
                      <a:pt x="83775" y="118682"/>
                      <a:pt x="83775" y="118586"/>
                    </a:cubicBezTo>
                    <a:cubicBezTo>
                      <a:pt x="83775" y="118396"/>
                      <a:pt x="84632" y="118205"/>
                      <a:pt x="84918" y="118015"/>
                    </a:cubicBezTo>
                    <a:cubicBezTo>
                      <a:pt x="85299" y="117729"/>
                      <a:pt x="85013" y="117539"/>
                      <a:pt x="84632" y="117443"/>
                    </a:cubicBezTo>
                    <a:cubicBezTo>
                      <a:pt x="84251" y="117253"/>
                      <a:pt x="83775" y="117158"/>
                      <a:pt x="83679" y="116967"/>
                    </a:cubicBezTo>
                    <a:cubicBezTo>
                      <a:pt x="83489" y="116205"/>
                      <a:pt x="84346" y="115443"/>
                      <a:pt x="80441" y="115729"/>
                    </a:cubicBezTo>
                    <a:cubicBezTo>
                      <a:pt x="78536" y="115824"/>
                      <a:pt x="76250" y="116015"/>
                      <a:pt x="73678" y="116300"/>
                    </a:cubicBezTo>
                    <a:lnTo>
                      <a:pt x="76155" y="113919"/>
                    </a:lnTo>
                    <a:cubicBezTo>
                      <a:pt x="78060" y="113824"/>
                      <a:pt x="79298" y="113729"/>
                      <a:pt x="79298" y="113633"/>
                    </a:cubicBezTo>
                    <a:cubicBezTo>
                      <a:pt x="79965" y="113157"/>
                      <a:pt x="79965" y="112681"/>
                      <a:pt x="80346" y="112014"/>
                    </a:cubicBezTo>
                    <a:cubicBezTo>
                      <a:pt x="86251" y="111443"/>
                      <a:pt x="93204" y="109823"/>
                      <a:pt x="99967" y="107918"/>
                    </a:cubicBezTo>
                    <a:cubicBezTo>
                      <a:pt x="100062" y="107918"/>
                      <a:pt x="100253" y="107918"/>
                      <a:pt x="100348" y="107918"/>
                    </a:cubicBezTo>
                    <a:cubicBezTo>
                      <a:pt x="100539" y="107918"/>
                      <a:pt x="100634" y="107823"/>
                      <a:pt x="100824" y="107728"/>
                    </a:cubicBezTo>
                    <a:cubicBezTo>
                      <a:pt x="107682" y="105728"/>
                      <a:pt x="114159" y="103537"/>
                      <a:pt x="118922" y="102299"/>
                    </a:cubicBezTo>
                    <a:cubicBezTo>
                      <a:pt x="120351" y="101918"/>
                      <a:pt x="121875" y="101441"/>
                      <a:pt x="122922" y="100965"/>
                    </a:cubicBezTo>
                    <a:cubicBezTo>
                      <a:pt x="125018" y="100013"/>
                      <a:pt x="125304" y="99060"/>
                      <a:pt x="125589" y="98203"/>
                    </a:cubicBezTo>
                    <a:cubicBezTo>
                      <a:pt x="127971" y="90773"/>
                      <a:pt x="136924" y="83915"/>
                      <a:pt x="149497" y="76772"/>
                    </a:cubicBezTo>
                    <a:cubicBezTo>
                      <a:pt x="154164" y="75248"/>
                      <a:pt x="157498" y="74200"/>
                      <a:pt x="157498" y="74200"/>
                    </a:cubicBezTo>
                    <a:cubicBezTo>
                      <a:pt x="158927" y="73533"/>
                      <a:pt x="163118" y="72866"/>
                      <a:pt x="165404" y="72390"/>
                    </a:cubicBezTo>
                    <a:cubicBezTo>
                      <a:pt x="168642" y="71723"/>
                      <a:pt x="171690" y="71057"/>
                      <a:pt x="174834" y="70390"/>
                    </a:cubicBezTo>
                    <a:cubicBezTo>
                      <a:pt x="176834" y="69914"/>
                      <a:pt x="178739" y="69342"/>
                      <a:pt x="180168" y="68866"/>
                    </a:cubicBezTo>
                    <a:cubicBezTo>
                      <a:pt x="182358" y="68104"/>
                      <a:pt x="183501" y="67151"/>
                      <a:pt x="183311" y="66389"/>
                    </a:cubicBezTo>
                    <a:lnTo>
                      <a:pt x="183311" y="66104"/>
                    </a:lnTo>
                    <a:cubicBezTo>
                      <a:pt x="182358" y="65437"/>
                      <a:pt x="176548" y="65437"/>
                      <a:pt x="176739" y="65056"/>
                    </a:cubicBezTo>
                    <a:cubicBezTo>
                      <a:pt x="177310" y="64103"/>
                      <a:pt x="174834" y="64008"/>
                      <a:pt x="172929" y="65056"/>
                    </a:cubicBezTo>
                    <a:cubicBezTo>
                      <a:pt x="171405" y="65913"/>
                      <a:pt x="171690" y="66770"/>
                      <a:pt x="168547" y="67342"/>
                    </a:cubicBezTo>
                    <a:cubicBezTo>
                      <a:pt x="167309" y="67532"/>
                      <a:pt x="165690" y="67628"/>
                      <a:pt x="164261" y="67913"/>
                    </a:cubicBezTo>
                    <a:cubicBezTo>
                      <a:pt x="162642" y="68199"/>
                      <a:pt x="161022" y="68675"/>
                      <a:pt x="159403" y="69056"/>
                    </a:cubicBezTo>
                    <a:cubicBezTo>
                      <a:pt x="159213" y="69056"/>
                      <a:pt x="159117" y="69056"/>
                      <a:pt x="158927" y="69056"/>
                    </a:cubicBezTo>
                    <a:cubicBezTo>
                      <a:pt x="171309" y="61913"/>
                      <a:pt x="182358" y="54674"/>
                      <a:pt x="191121" y="47434"/>
                    </a:cubicBezTo>
                    <a:cubicBezTo>
                      <a:pt x="190264" y="47244"/>
                      <a:pt x="189312" y="47149"/>
                      <a:pt x="188359" y="47054"/>
                    </a:cubicBezTo>
                    <a:cubicBezTo>
                      <a:pt x="191788" y="44006"/>
                      <a:pt x="194741" y="41339"/>
                      <a:pt x="196551" y="40481"/>
                    </a:cubicBezTo>
                    <a:cubicBezTo>
                      <a:pt x="216744" y="31052"/>
                      <a:pt x="226935" y="21527"/>
                      <a:pt x="247414" y="12097"/>
                    </a:cubicBezTo>
                    <a:close/>
                    <a:moveTo>
                      <a:pt x="85013" y="84677"/>
                    </a:moveTo>
                    <a:cubicBezTo>
                      <a:pt x="87299" y="83725"/>
                      <a:pt x="90823" y="82296"/>
                      <a:pt x="94538" y="80772"/>
                    </a:cubicBezTo>
                    <a:cubicBezTo>
                      <a:pt x="95014" y="82010"/>
                      <a:pt x="95586" y="84392"/>
                      <a:pt x="92538" y="85058"/>
                    </a:cubicBezTo>
                    <a:cubicBezTo>
                      <a:pt x="90633" y="85534"/>
                      <a:pt x="87585" y="85725"/>
                      <a:pt x="86918" y="86392"/>
                    </a:cubicBezTo>
                    <a:cubicBezTo>
                      <a:pt x="86537" y="86678"/>
                      <a:pt x="87108" y="86963"/>
                      <a:pt x="87394" y="87154"/>
                    </a:cubicBezTo>
                    <a:cubicBezTo>
                      <a:pt x="88156" y="87821"/>
                      <a:pt x="84537" y="89630"/>
                      <a:pt x="80441" y="91535"/>
                    </a:cubicBezTo>
                    <a:cubicBezTo>
                      <a:pt x="79488" y="91535"/>
                      <a:pt x="78536" y="91726"/>
                      <a:pt x="77583" y="91821"/>
                    </a:cubicBezTo>
                    <a:cubicBezTo>
                      <a:pt x="77583" y="91345"/>
                      <a:pt x="77583" y="90869"/>
                      <a:pt x="77583" y="90488"/>
                    </a:cubicBezTo>
                    <a:cubicBezTo>
                      <a:pt x="77583" y="88678"/>
                      <a:pt x="80250" y="86582"/>
                      <a:pt x="85013" y="84677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" name="Google Shape;465;p73"/>
              <p:cNvSpPr/>
              <p:nvPr/>
            </p:nvSpPr>
            <p:spPr>
              <a:xfrm>
                <a:off x="4557250" y="1705379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3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97"/>
                    </a:cubicBezTo>
                    <a:cubicBezTo>
                      <a:pt x="35921" y="59050"/>
                      <a:pt x="35921" y="56573"/>
                      <a:pt x="37160" y="54287"/>
                    </a:cubicBezTo>
                    <a:cubicBezTo>
                      <a:pt x="37541" y="53620"/>
                      <a:pt x="38207" y="53144"/>
                      <a:pt x="38779" y="52668"/>
                    </a:cubicBezTo>
                    <a:cubicBezTo>
                      <a:pt x="39350" y="52192"/>
                      <a:pt x="39922" y="51525"/>
                      <a:pt x="39827" y="50763"/>
                    </a:cubicBezTo>
                    <a:cubicBezTo>
                      <a:pt x="39827" y="50096"/>
                      <a:pt x="39160" y="49429"/>
                      <a:pt x="39446" y="48858"/>
                    </a:cubicBezTo>
                    <a:cubicBezTo>
                      <a:pt x="39636" y="48477"/>
                      <a:pt x="40017" y="48191"/>
                      <a:pt x="40303" y="47905"/>
                    </a:cubicBezTo>
                    <a:cubicBezTo>
                      <a:pt x="40684" y="47239"/>
                      <a:pt x="40303" y="46381"/>
                      <a:pt x="40303" y="45619"/>
                    </a:cubicBezTo>
                    <a:cubicBezTo>
                      <a:pt x="39922" y="42476"/>
                      <a:pt x="43732" y="43238"/>
                      <a:pt x="43637" y="40857"/>
                    </a:cubicBezTo>
                    <a:cubicBezTo>
                      <a:pt x="43637" y="40000"/>
                      <a:pt x="43160" y="39238"/>
                      <a:pt x="42684" y="38571"/>
                    </a:cubicBezTo>
                    <a:cubicBezTo>
                      <a:pt x="41636" y="36856"/>
                      <a:pt x="40684" y="34951"/>
                      <a:pt x="40493" y="32951"/>
                    </a:cubicBezTo>
                    <a:cubicBezTo>
                      <a:pt x="40208" y="30856"/>
                      <a:pt x="40779" y="28665"/>
                      <a:pt x="41351" y="26665"/>
                    </a:cubicBezTo>
                    <a:cubicBezTo>
                      <a:pt x="41827" y="24760"/>
                      <a:pt x="42113" y="22759"/>
                      <a:pt x="42208" y="20759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73"/>
              <p:cNvSpPr/>
              <p:nvPr/>
            </p:nvSpPr>
            <p:spPr>
              <a:xfrm>
                <a:off x="4595235" y="1920040"/>
                <a:ext cx="170986" cy="428706"/>
              </a:xfrm>
              <a:custGeom>
                <a:avLst/>
                <a:gdLst/>
                <a:ahLst/>
                <a:cxnLst/>
                <a:rect l="l" t="t" r="r" b="b"/>
                <a:pathLst>
                  <a:path w="58557" h="146817" extrusionOk="0">
                    <a:moveTo>
                      <a:pt x="57580" y="132387"/>
                    </a:moveTo>
                    <a:cubicBezTo>
                      <a:pt x="56818" y="130768"/>
                      <a:pt x="55675" y="128958"/>
                      <a:pt x="54246" y="127529"/>
                    </a:cubicBezTo>
                    <a:cubicBezTo>
                      <a:pt x="52055" y="125338"/>
                      <a:pt x="49769" y="123243"/>
                      <a:pt x="47388" y="121243"/>
                    </a:cubicBezTo>
                    <a:cubicBezTo>
                      <a:pt x="45674" y="119814"/>
                      <a:pt x="42435" y="117623"/>
                      <a:pt x="41864" y="115528"/>
                    </a:cubicBezTo>
                    <a:cubicBezTo>
                      <a:pt x="41864" y="115528"/>
                      <a:pt x="27481" y="90382"/>
                      <a:pt x="21861" y="81809"/>
                    </a:cubicBezTo>
                    <a:cubicBezTo>
                      <a:pt x="18432" y="76475"/>
                      <a:pt x="17099" y="70189"/>
                      <a:pt x="18242" y="63902"/>
                    </a:cubicBezTo>
                    <a:cubicBezTo>
                      <a:pt x="21194" y="47710"/>
                      <a:pt x="26528" y="16087"/>
                      <a:pt x="25004" y="8276"/>
                    </a:cubicBezTo>
                    <a:cubicBezTo>
                      <a:pt x="23099" y="-2201"/>
                      <a:pt x="8240" y="-2963"/>
                      <a:pt x="5478" y="7324"/>
                    </a:cubicBezTo>
                    <a:cubicBezTo>
                      <a:pt x="5478" y="7514"/>
                      <a:pt x="5478" y="7705"/>
                      <a:pt x="5383" y="7800"/>
                    </a:cubicBezTo>
                    <a:cubicBezTo>
                      <a:pt x="2144" y="21516"/>
                      <a:pt x="2240" y="45138"/>
                      <a:pt x="1097" y="55996"/>
                    </a:cubicBezTo>
                    <a:cubicBezTo>
                      <a:pt x="239" y="64093"/>
                      <a:pt x="-618" y="70570"/>
                      <a:pt x="620" y="77523"/>
                    </a:cubicBezTo>
                    <a:cubicBezTo>
                      <a:pt x="906" y="79047"/>
                      <a:pt x="1478" y="80476"/>
                      <a:pt x="2240" y="81904"/>
                    </a:cubicBezTo>
                    <a:cubicBezTo>
                      <a:pt x="5288" y="87619"/>
                      <a:pt x="12241" y="98383"/>
                      <a:pt x="18242" y="104002"/>
                    </a:cubicBezTo>
                    <a:cubicBezTo>
                      <a:pt x="25766" y="110956"/>
                      <a:pt x="31100" y="121433"/>
                      <a:pt x="31100" y="121433"/>
                    </a:cubicBezTo>
                    <a:cubicBezTo>
                      <a:pt x="32720" y="124386"/>
                      <a:pt x="33863" y="127720"/>
                      <a:pt x="36244" y="130577"/>
                    </a:cubicBezTo>
                    <a:cubicBezTo>
                      <a:pt x="37577" y="132196"/>
                      <a:pt x="39006" y="134101"/>
                      <a:pt x="40625" y="135340"/>
                    </a:cubicBezTo>
                    <a:cubicBezTo>
                      <a:pt x="41768" y="136197"/>
                      <a:pt x="43292" y="136387"/>
                      <a:pt x="44245" y="137054"/>
                    </a:cubicBezTo>
                    <a:cubicBezTo>
                      <a:pt x="46626" y="138769"/>
                      <a:pt x="45197" y="141531"/>
                      <a:pt x="45578" y="144293"/>
                    </a:cubicBezTo>
                    <a:cubicBezTo>
                      <a:pt x="46055" y="147722"/>
                      <a:pt x="48531" y="147532"/>
                      <a:pt x="49293" y="144484"/>
                    </a:cubicBezTo>
                    <a:cubicBezTo>
                      <a:pt x="49579" y="143150"/>
                      <a:pt x="55484" y="143150"/>
                      <a:pt x="57104" y="141245"/>
                    </a:cubicBezTo>
                    <a:lnTo>
                      <a:pt x="57580" y="140388"/>
                    </a:lnTo>
                    <a:cubicBezTo>
                      <a:pt x="58818" y="137911"/>
                      <a:pt x="58913" y="135054"/>
                      <a:pt x="57675" y="132577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67;p73"/>
              <p:cNvSpPr/>
              <p:nvPr/>
            </p:nvSpPr>
            <p:spPr>
              <a:xfrm>
                <a:off x="4614162" y="193198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8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" name="Google Shape;468;p73"/>
              <p:cNvSpPr/>
              <p:nvPr/>
            </p:nvSpPr>
            <p:spPr>
              <a:xfrm>
                <a:off x="4556547" y="2168121"/>
                <a:ext cx="288657" cy="758067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612" extrusionOk="0">
                    <a:moveTo>
                      <a:pt x="4063" y="5870"/>
                    </a:moveTo>
                    <a:cubicBezTo>
                      <a:pt x="2539" y="13680"/>
                      <a:pt x="1396" y="21586"/>
                      <a:pt x="539" y="29492"/>
                    </a:cubicBezTo>
                    <a:cubicBezTo>
                      <a:pt x="158" y="33302"/>
                      <a:pt x="-223" y="37017"/>
                      <a:pt x="158" y="40827"/>
                    </a:cubicBezTo>
                    <a:cubicBezTo>
                      <a:pt x="1015" y="49875"/>
                      <a:pt x="4254" y="56638"/>
                      <a:pt x="9016" y="63972"/>
                    </a:cubicBezTo>
                    <a:cubicBezTo>
                      <a:pt x="13683" y="71211"/>
                      <a:pt x="14445" y="79974"/>
                      <a:pt x="16255" y="88071"/>
                    </a:cubicBezTo>
                    <a:cubicBezTo>
                      <a:pt x="20256" y="105692"/>
                      <a:pt x="29114" y="121122"/>
                      <a:pt x="28733" y="139220"/>
                    </a:cubicBezTo>
                    <a:cubicBezTo>
                      <a:pt x="28542" y="151317"/>
                      <a:pt x="34353" y="175701"/>
                      <a:pt x="39687" y="192274"/>
                    </a:cubicBezTo>
                    <a:cubicBezTo>
                      <a:pt x="41401" y="197608"/>
                      <a:pt x="43687" y="202752"/>
                      <a:pt x="45592" y="207990"/>
                    </a:cubicBezTo>
                    <a:cubicBezTo>
                      <a:pt x="50069" y="220373"/>
                      <a:pt x="52164" y="233517"/>
                      <a:pt x="51879" y="246662"/>
                    </a:cubicBezTo>
                    <a:cubicBezTo>
                      <a:pt x="51879" y="251043"/>
                      <a:pt x="49116" y="258282"/>
                      <a:pt x="54069" y="259521"/>
                    </a:cubicBezTo>
                    <a:cubicBezTo>
                      <a:pt x="56070" y="259997"/>
                      <a:pt x="60070" y="258473"/>
                      <a:pt x="62070" y="258187"/>
                    </a:cubicBezTo>
                    <a:cubicBezTo>
                      <a:pt x="73881" y="256187"/>
                      <a:pt x="80739" y="253615"/>
                      <a:pt x="92550" y="251615"/>
                    </a:cubicBezTo>
                    <a:cubicBezTo>
                      <a:pt x="94360" y="251329"/>
                      <a:pt x="97218" y="247710"/>
                      <a:pt x="98837" y="246852"/>
                    </a:cubicBezTo>
                    <a:cubicBezTo>
                      <a:pt x="99123" y="245328"/>
                      <a:pt x="96075" y="245614"/>
                      <a:pt x="94551" y="245233"/>
                    </a:cubicBezTo>
                    <a:cubicBezTo>
                      <a:pt x="87597" y="243709"/>
                      <a:pt x="85216" y="244757"/>
                      <a:pt x="78263" y="242947"/>
                    </a:cubicBezTo>
                    <a:cubicBezTo>
                      <a:pt x="69024" y="240566"/>
                      <a:pt x="65976" y="234946"/>
                      <a:pt x="63594" y="226088"/>
                    </a:cubicBezTo>
                    <a:cubicBezTo>
                      <a:pt x="55498" y="196465"/>
                      <a:pt x="57689" y="166652"/>
                      <a:pt x="49974" y="136934"/>
                    </a:cubicBezTo>
                    <a:cubicBezTo>
                      <a:pt x="48450" y="131124"/>
                      <a:pt x="52831" y="98072"/>
                      <a:pt x="50640" y="82451"/>
                    </a:cubicBezTo>
                    <a:cubicBezTo>
                      <a:pt x="48069" y="64639"/>
                      <a:pt x="46354" y="58353"/>
                      <a:pt x="46354" y="51114"/>
                    </a:cubicBezTo>
                    <a:cubicBezTo>
                      <a:pt x="46354" y="43017"/>
                      <a:pt x="45783" y="33588"/>
                      <a:pt x="44259" y="25587"/>
                    </a:cubicBezTo>
                    <a:cubicBezTo>
                      <a:pt x="42639" y="17300"/>
                      <a:pt x="38925" y="8918"/>
                      <a:pt x="31971" y="4060"/>
                    </a:cubicBezTo>
                    <a:cubicBezTo>
                      <a:pt x="25018" y="-798"/>
                      <a:pt x="5682" y="-2512"/>
                      <a:pt x="4158" y="5870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" name="Google Shape;469;p73"/>
              <p:cNvSpPr/>
              <p:nvPr/>
            </p:nvSpPr>
            <p:spPr>
              <a:xfrm>
                <a:off x="4533910" y="2206106"/>
                <a:ext cx="179957" cy="330973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113347" extrusionOk="0">
                    <a:moveTo>
                      <a:pt x="17820" y="77438"/>
                    </a:moveTo>
                    <a:cubicBezTo>
                      <a:pt x="20391" y="89344"/>
                      <a:pt x="22773" y="101346"/>
                      <a:pt x="25154" y="113348"/>
                    </a:cubicBezTo>
                    <a:cubicBezTo>
                      <a:pt x="37727" y="111061"/>
                      <a:pt x="49728" y="106870"/>
                      <a:pt x="61444" y="101917"/>
                    </a:cubicBezTo>
                    <a:cubicBezTo>
                      <a:pt x="62206" y="78200"/>
                      <a:pt x="60587" y="54388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1"/>
                      <a:pt x="15819" y="68104"/>
                      <a:pt x="17820" y="7734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70;p73"/>
              <p:cNvSpPr/>
              <p:nvPr/>
            </p:nvSpPr>
            <p:spPr>
              <a:xfrm>
                <a:off x="4457747" y="2154381"/>
                <a:ext cx="222773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292" h="266013" extrusionOk="0">
                    <a:moveTo>
                      <a:pt x="46197" y="2861"/>
                    </a:moveTo>
                    <a:cubicBezTo>
                      <a:pt x="42101" y="9624"/>
                      <a:pt x="38196" y="16577"/>
                      <a:pt x="34672" y="23626"/>
                    </a:cubicBezTo>
                    <a:cubicBezTo>
                      <a:pt x="32957" y="26959"/>
                      <a:pt x="31338" y="30388"/>
                      <a:pt x="30290" y="34103"/>
                    </a:cubicBezTo>
                    <a:cubicBezTo>
                      <a:pt x="27909" y="42866"/>
                      <a:pt x="28385" y="50296"/>
                      <a:pt x="30100" y="58868"/>
                    </a:cubicBezTo>
                    <a:cubicBezTo>
                      <a:pt x="31719" y="67250"/>
                      <a:pt x="29338" y="75727"/>
                      <a:pt x="28099" y="84014"/>
                    </a:cubicBezTo>
                    <a:cubicBezTo>
                      <a:pt x="25432" y="101921"/>
                      <a:pt x="28099" y="119447"/>
                      <a:pt x="21241" y="136211"/>
                    </a:cubicBezTo>
                    <a:cubicBezTo>
                      <a:pt x="16765" y="147355"/>
                      <a:pt x="13431" y="172311"/>
                      <a:pt x="12383" y="189646"/>
                    </a:cubicBezTo>
                    <a:cubicBezTo>
                      <a:pt x="12002" y="195266"/>
                      <a:pt x="12383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2003" y="229651"/>
                    </a:cubicBezTo>
                    <a:cubicBezTo>
                      <a:pt x="25147" y="199076"/>
                      <a:pt x="37720" y="172025"/>
                      <a:pt x="41244" y="141545"/>
                    </a:cubicBezTo>
                    <a:cubicBezTo>
                      <a:pt x="41911" y="135640"/>
                      <a:pt x="57627" y="106303"/>
                      <a:pt x="61151" y="90872"/>
                    </a:cubicBezTo>
                    <a:cubicBezTo>
                      <a:pt x="65152" y="73346"/>
                      <a:pt x="65818" y="66869"/>
                      <a:pt x="68390" y="60011"/>
                    </a:cubicBezTo>
                    <a:cubicBezTo>
                      <a:pt x="71248" y="52391"/>
                      <a:pt x="74105" y="43438"/>
                      <a:pt x="75534" y="35437"/>
                    </a:cubicBezTo>
                    <a:cubicBezTo>
                      <a:pt x="76963" y="27055"/>
                      <a:pt x="76677" y="17911"/>
                      <a:pt x="72010" y="10957"/>
                    </a:cubicBezTo>
                    <a:cubicBezTo>
                      <a:pt x="67342" y="4004"/>
                      <a:pt x="50578" y="-4473"/>
                      <a:pt x="46197" y="276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" name="Google Shape;471;p73"/>
              <p:cNvSpPr/>
              <p:nvPr/>
            </p:nvSpPr>
            <p:spPr>
              <a:xfrm>
                <a:off x="4547498" y="1869448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p73"/>
              <p:cNvSpPr/>
              <p:nvPr/>
            </p:nvSpPr>
            <p:spPr>
              <a:xfrm>
                <a:off x="4564948" y="187913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73"/>
              <p:cNvSpPr/>
              <p:nvPr/>
            </p:nvSpPr>
            <p:spPr>
              <a:xfrm>
                <a:off x="4453301" y="2849448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529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8" y="1155"/>
                    </a:cubicBezTo>
                    <a:cubicBezTo>
                      <a:pt x="6668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73"/>
              <p:cNvSpPr/>
              <p:nvPr/>
            </p:nvSpPr>
            <p:spPr>
              <a:xfrm>
                <a:off x="4694637" y="2847813"/>
                <a:ext cx="154083" cy="87886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98" extrusionOk="0">
                    <a:moveTo>
                      <a:pt x="1810" y="30099"/>
                    </a:moveTo>
                    <a:cubicBezTo>
                      <a:pt x="10192" y="28766"/>
                      <a:pt x="52768" y="16574"/>
                      <a:pt x="52768" y="16574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" name="Google Shape;475;p73"/>
              <p:cNvSpPr/>
              <p:nvPr/>
            </p:nvSpPr>
            <p:spPr>
              <a:xfrm>
                <a:off x="4514192" y="2219823"/>
                <a:ext cx="180941" cy="317530"/>
              </a:xfrm>
              <a:custGeom>
                <a:avLst/>
                <a:gdLst/>
                <a:ahLst/>
                <a:cxnLst/>
                <a:rect l="l" t="t" r="r" b="b"/>
                <a:pathLst>
                  <a:path w="61966" h="108743" extrusionOk="0">
                    <a:moveTo>
                      <a:pt x="5620" y="64071"/>
                    </a:moveTo>
                    <a:cubicBezTo>
                      <a:pt x="3905" y="76073"/>
                      <a:pt x="1905" y="87979"/>
                      <a:pt x="0" y="99981"/>
                    </a:cubicBezTo>
                    <a:cubicBezTo>
                      <a:pt x="10668" y="105696"/>
                      <a:pt x="22955" y="107886"/>
                      <a:pt x="35338" y="108744"/>
                    </a:cubicBezTo>
                    <a:cubicBezTo>
                      <a:pt x="35528" y="108363"/>
                      <a:pt x="35624" y="108077"/>
                      <a:pt x="35814" y="107696"/>
                    </a:cubicBezTo>
                    <a:cubicBezTo>
                      <a:pt x="46006" y="84074"/>
                      <a:pt x="53340" y="59214"/>
                      <a:pt x="58865" y="34068"/>
                    </a:cubicBezTo>
                    <a:cubicBezTo>
                      <a:pt x="61246" y="23495"/>
                      <a:pt x="63246" y="12541"/>
                      <a:pt x="60960" y="1968"/>
                    </a:cubicBezTo>
                    <a:cubicBezTo>
                      <a:pt x="43815" y="-1270"/>
                      <a:pt x="27242" y="63"/>
                      <a:pt x="9811" y="1873"/>
                    </a:cubicBezTo>
                    <a:cubicBezTo>
                      <a:pt x="4381" y="14065"/>
                      <a:pt x="3239" y="27305"/>
                      <a:pt x="7715" y="39878"/>
                    </a:cubicBezTo>
                    <a:cubicBezTo>
                      <a:pt x="10858" y="48831"/>
                      <a:pt x="6953" y="54737"/>
                      <a:pt x="5620" y="6426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73"/>
              <p:cNvSpPr/>
              <p:nvPr/>
            </p:nvSpPr>
            <p:spPr>
              <a:xfrm>
                <a:off x="4514192" y="2219545"/>
                <a:ext cx="180622" cy="298617"/>
              </a:xfrm>
              <a:custGeom>
                <a:avLst/>
                <a:gdLst/>
                <a:ahLst/>
                <a:cxnLst/>
                <a:rect l="l" t="t" r="r" b="b"/>
                <a:pathLst>
                  <a:path w="61857" h="102266" extrusionOk="0">
                    <a:moveTo>
                      <a:pt x="5620" y="64167"/>
                    </a:moveTo>
                    <a:cubicBezTo>
                      <a:pt x="3905" y="76168"/>
                      <a:pt x="1905" y="88074"/>
                      <a:pt x="0" y="100076"/>
                    </a:cubicBezTo>
                    <a:cubicBezTo>
                      <a:pt x="1524" y="100933"/>
                      <a:pt x="3048" y="101600"/>
                      <a:pt x="4667" y="102267"/>
                    </a:cubicBezTo>
                    <a:cubicBezTo>
                      <a:pt x="7620" y="84074"/>
                      <a:pt x="11525" y="66167"/>
                      <a:pt x="17335" y="48736"/>
                    </a:cubicBezTo>
                    <a:cubicBezTo>
                      <a:pt x="18098" y="46641"/>
                      <a:pt x="18955" y="44355"/>
                      <a:pt x="20765" y="43116"/>
                    </a:cubicBezTo>
                    <a:cubicBezTo>
                      <a:pt x="22289" y="42069"/>
                      <a:pt x="24289" y="41973"/>
                      <a:pt x="26099" y="41783"/>
                    </a:cubicBezTo>
                    <a:cubicBezTo>
                      <a:pt x="37529" y="40926"/>
                      <a:pt x="48673" y="37782"/>
                      <a:pt x="59055" y="32829"/>
                    </a:cubicBezTo>
                    <a:cubicBezTo>
                      <a:pt x="61246" y="22638"/>
                      <a:pt x="63055" y="12065"/>
                      <a:pt x="60865" y="1968"/>
                    </a:cubicBezTo>
                    <a:cubicBezTo>
                      <a:pt x="43720" y="-1270"/>
                      <a:pt x="27146" y="63"/>
                      <a:pt x="9716" y="1873"/>
                    </a:cubicBezTo>
                    <a:cubicBezTo>
                      <a:pt x="4286" y="14065"/>
                      <a:pt x="3143" y="27305"/>
                      <a:pt x="7525" y="39878"/>
                    </a:cubicBezTo>
                    <a:cubicBezTo>
                      <a:pt x="10668" y="48831"/>
                      <a:pt x="6763" y="54737"/>
                      <a:pt x="5429" y="64262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73"/>
              <p:cNvSpPr/>
              <p:nvPr/>
            </p:nvSpPr>
            <p:spPr>
              <a:xfrm>
                <a:off x="4513357" y="1890257"/>
                <a:ext cx="207075" cy="423248"/>
              </a:xfrm>
              <a:custGeom>
                <a:avLst/>
                <a:gdLst/>
                <a:ahLst/>
                <a:cxnLst/>
                <a:rect l="l" t="t" r="r" b="b"/>
                <a:pathLst>
                  <a:path w="70916" h="144948" extrusionOk="0">
                    <a:moveTo>
                      <a:pt x="5239" y="122301"/>
                    </a:moveTo>
                    <a:cubicBezTo>
                      <a:pt x="3334" y="125635"/>
                      <a:pt x="1524" y="128969"/>
                      <a:pt x="0" y="132493"/>
                    </a:cubicBezTo>
                    <a:cubicBezTo>
                      <a:pt x="11144" y="132017"/>
                      <a:pt x="21146" y="138970"/>
                      <a:pt x="31814" y="142399"/>
                    </a:cubicBezTo>
                    <a:cubicBezTo>
                      <a:pt x="44005" y="146399"/>
                      <a:pt x="57721" y="145637"/>
                      <a:pt x="69437" y="140494"/>
                    </a:cubicBezTo>
                    <a:cubicBezTo>
                      <a:pt x="63055" y="109347"/>
                      <a:pt x="59722" y="81439"/>
                      <a:pt x="69628" y="50387"/>
                    </a:cubicBezTo>
                    <a:cubicBezTo>
                      <a:pt x="70485" y="47530"/>
                      <a:pt x="71438" y="44482"/>
                      <a:pt x="70580" y="41624"/>
                    </a:cubicBezTo>
                    <a:cubicBezTo>
                      <a:pt x="70104" y="40100"/>
                      <a:pt x="69151" y="38767"/>
                      <a:pt x="68294" y="37529"/>
                    </a:cubicBezTo>
                    <a:cubicBezTo>
                      <a:pt x="61817" y="28480"/>
                      <a:pt x="52292" y="7239"/>
                      <a:pt x="40576" y="5715"/>
                    </a:cubicBezTo>
                    <a:cubicBezTo>
                      <a:pt x="32195" y="4667"/>
                      <a:pt x="24003" y="2762"/>
                      <a:pt x="16002" y="0"/>
                    </a:cubicBezTo>
                    <a:cubicBezTo>
                      <a:pt x="14669" y="0"/>
                      <a:pt x="15907" y="95"/>
                      <a:pt x="14478" y="191"/>
                    </a:cubicBezTo>
                    <a:cubicBezTo>
                      <a:pt x="11906" y="8763"/>
                      <a:pt x="10096" y="17526"/>
                      <a:pt x="9144" y="26480"/>
                    </a:cubicBezTo>
                    <a:cubicBezTo>
                      <a:pt x="8001" y="36576"/>
                      <a:pt x="9620" y="46672"/>
                      <a:pt x="11716" y="56483"/>
                    </a:cubicBezTo>
                    <a:cubicBezTo>
                      <a:pt x="12764" y="61532"/>
                      <a:pt x="20193" y="80105"/>
                      <a:pt x="17145" y="84201"/>
                    </a:cubicBezTo>
                    <a:cubicBezTo>
                      <a:pt x="16573" y="84963"/>
                      <a:pt x="15716" y="85725"/>
                      <a:pt x="15621" y="86678"/>
                    </a:cubicBezTo>
                    <a:cubicBezTo>
                      <a:pt x="15526" y="88678"/>
                      <a:pt x="18288" y="89345"/>
                      <a:pt x="19621" y="90773"/>
                    </a:cubicBezTo>
                    <a:cubicBezTo>
                      <a:pt x="22098" y="93440"/>
                      <a:pt x="16478" y="103251"/>
                      <a:pt x="15145" y="105918"/>
                    </a:cubicBezTo>
                    <a:cubicBezTo>
                      <a:pt x="12192" y="111633"/>
                      <a:pt x="8668" y="116967"/>
                      <a:pt x="5524" y="1223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73"/>
              <p:cNvSpPr/>
              <p:nvPr/>
            </p:nvSpPr>
            <p:spPr>
              <a:xfrm>
                <a:off x="4488055" y="191970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2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301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583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7" y="139265"/>
                      <a:pt x="30290" y="140122"/>
                    </a:cubicBezTo>
                    <a:cubicBezTo>
                      <a:pt x="32290" y="142313"/>
                      <a:pt x="30290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73"/>
              <p:cNvSpPr/>
              <p:nvPr/>
            </p:nvSpPr>
            <p:spPr>
              <a:xfrm>
                <a:off x="4498899" y="1915714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3" y="45857"/>
                      <a:pt x="30766" y="37952"/>
                    </a:cubicBezTo>
                    <a:cubicBezTo>
                      <a:pt x="34195" y="29474"/>
                      <a:pt x="37528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3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73"/>
              <p:cNvSpPr/>
              <p:nvPr/>
            </p:nvSpPr>
            <p:spPr>
              <a:xfrm>
                <a:off x="4532900" y="1696397"/>
                <a:ext cx="161788" cy="158603"/>
              </a:xfrm>
              <a:custGeom>
                <a:avLst/>
                <a:gdLst/>
                <a:ahLst/>
                <a:cxnLst/>
                <a:rect l="l" t="t" r="r" b="b"/>
                <a:pathLst>
                  <a:path w="55407" h="54316" extrusionOk="0">
                    <a:moveTo>
                      <a:pt x="47407" y="23932"/>
                    </a:moveTo>
                    <a:cubicBezTo>
                      <a:pt x="44168" y="24979"/>
                      <a:pt x="41501" y="27456"/>
                      <a:pt x="38453" y="28980"/>
                    </a:cubicBezTo>
                    <a:cubicBezTo>
                      <a:pt x="34548" y="30980"/>
                      <a:pt x="29976" y="31266"/>
                      <a:pt x="25594" y="31456"/>
                    </a:cubicBezTo>
                    <a:cubicBezTo>
                      <a:pt x="28928" y="37552"/>
                      <a:pt x="29976" y="44791"/>
                      <a:pt x="28547" y="51649"/>
                    </a:cubicBezTo>
                    <a:cubicBezTo>
                      <a:pt x="27785" y="44982"/>
                      <a:pt x="25785" y="38505"/>
                      <a:pt x="22546" y="32599"/>
                    </a:cubicBezTo>
                    <a:cubicBezTo>
                      <a:pt x="21689" y="31075"/>
                      <a:pt x="20451" y="29361"/>
                      <a:pt x="18736" y="29361"/>
                    </a:cubicBezTo>
                    <a:cubicBezTo>
                      <a:pt x="16450" y="29361"/>
                      <a:pt x="15212" y="32218"/>
                      <a:pt x="15593" y="34504"/>
                    </a:cubicBezTo>
                    <a:cubicBezTo>
                      <a:pt x="16165" y="37838"/>
                      <a:pt x="18927" y="40600"/>
                      <a:pt x="22261" y="41172"/>
                    </a:cubicBezTo>
                    <a:cubicBezTo>
                      <a:pt x="22261" y="46030"/>
                      <a:pt x="18070" y="51554"/>
                      <a:pt x="14164" y="54316"/>
                    </a:cubicBezTo>
                    <a:cubicBezTo>
                      <a:pt x="6640" y="49935"/>
                      <a:pt x="3877" y="39553"/>
                      <a:pt x="1687" y="31171"/>
                    </a:cubicBezTo>
                    <a:cubicBezTo>
                      <a:pt x="-28" y="24408"/>
                      <a:pt x="-1266" y="16693"/>
                      <a:pt x="2258" y="10692"/>
                    </a:cubicBezTo>
                    <a:cubicBezTo>
                      <a:pt x="8735" y="-262"/>
                      <a:pt x="23118" y="-1595"/>
                      <a:pt x="34262" y="1357"/>
                    </a:cubicBezTo>
                    <a:cubicBezTo>
                      <a:pt x="40072" y="2881"/>
                      <a:pt x="45978" y="5644"/>
                      <a:pt x="50264" y="9835"/>
                    </a:cubicBezTo>
                    <a:cubicBezTo>
                      <a:pt x="56646" y="16026"/>
                      <a:pt x="54931" y="19741"/>
                      <a:pt x="55408" y="27932"/>
                    </a:cubicBezTo>
                    <a:cubicBezTo>
                      <a:pt x="55217" y="24503"/>
                      <a:pt x="50645" y="22884"/>
                      <a:pt x="47311" y="239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73"/>
              <p:cNvSpPr/>
              <p:nvPr/>
            </p:nvSpPr>
            <p:spPr>
              <a:xfrm>
                <a:off x="4465257" y="1674709"/>
                <a:ext cx="119446" cy="216687"/>
              </a:xfrm>
              <a:custGeom>
                <a:avLst/>
                <a:gdLst/>
                <a:ahLst/>
                <a:cxnLst/>
                <a:rect l="l" t="t" r="r" b="b"/>
                <a:pathLst>
                  <a:path w="40906" h="74208" extrusionOk="0">
                    <a:moveTo>
                      <a:pt x="32766" y="6120"/>
                    </a:moveTo>
                    <a:cubicBezTo>
                      <a:pt x="30099" y="3167"/>
                      <a:pt x="26765" y="310"/>
                      <a:pt x="22860" y="24"/>
                    </a:cubicBezTo>
                    <a:cubicBezTo>
                      <a:pt x="18859" y="-262"/>
                      <a:pt x="15145" y="2024"/>
                      <a:pt x="12287" y="4882"/>
                    </a:cubicBezTo>
                    <a:cubicBezTo>
                      <a:pt x="5429" y="11740"/>
                      <a:pt x="2572" y="22217"/>
                      <a:pt x="4286" y="31742"/>
                    </a:cubicBezTo>
                    <a:cubicBezTo>
                      <a:pt x="5239" y="36886"/>
                      <a:pt x="7334" y="41744"/>
                      <a:pt x="8953" y="46697"/>
                    </a:cubicBezTo>
                    <a:cubicBezTo>
                      <a:pt x="10573" y="51650"/>
                      <a:pt x="11716" y="57079"/>
                      <a:pt x="10477" y="62127"/>
                    </a:cubicBezTo>
                    <a:cubicBezTo>
                      <a:pt x="9239" y="67175"/>
                      <a:pt x="5239" y="71938"/>
                      <a:pt x="0" y="72509"/>
                    </a:cubicBezTo>
                    <a:cubicBezTo>
                      <a:pt x="8477" y="76415"/>
                      <a:pt x="19145" y="73271"/>
                      <a:pt x="25432" y="66318"/>
                    </a:cubicBezTo>
                    <a:cubicBezTo>
                      <a:pt x="31718" y="59365"/>
                      <a:pt x="33909" y="49459"/>
                      <a:pt x="32861" y="40220"/>
                    </a:cubicBezTo>
                    <a:cubicBezTo>
                      <a:pt x="31623" y="29456"/>
                      <a:pt x="38957" y="30790"/>
                      <a:pt x="40767" y="22598"/>
                    </a:cubicBezTo>
                    <a:cubicBezTo>
                      <a:pt x="41910" y="17550"/>
                      <a:pt x="35719" y="9549"/>
                      <a:pt x="32671" y="62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2" name="Google Shape;482;p73"/>
            <p:cNvGrpSpPr/>
            <p:nvPr/>
          </p:nvGrpSpPr>
          <p:grpSpPr>
            <a:xfrm>
              <a:off x="8287402" y="1176402"/>
              <a:ext cx="819760" cy="1653609"/>
              <a:chOff x="6476427" y="1580527"/>
              <a:chExt cx="819760" cy="1653609"/>
            </a:xfrm>
          </p:grpSpPr>
          <p:sp>
            <p:nvSpPr>
              <p:cNvPr id="483" name="Google Shape;483;p73"/>
              <p:cNvSpPr/>
              <p:nvPr/>
            </p:nvSpPr>
            <p:spPr>
              <a:xfrm>
                <a:off x="6476427" y="2835857"/>
                <a:ext cx="791983" cy="398279"/>
              </a:xfrm>
              <a:custGeom>
                <a:avLst/>
                <a:gdLst/>
                <a:ahLst/>
                <a:cxnLst/>
                <a:rect l="l" t="t" r="r" b="b"/>
                <a:pathLst>
                  <a:path w="271227" h="136397" extrusionOk="0">
                    <a:moveTo>
                      <a:pt x="194265" y="69151"/>
                    </a:moveTo>
                    <a:lnTo>
                      <a:pt x="194456" y="68866"/>
                    </a:lnTo>
                    <a:cubicBezTo>
                      <a:pt x="194456" y="68104"/>
                      <a:pt x="189408" y="67627"/>
                      <a:pt x="189979" y="67151"/>
                    </a:cubicBezTo>
                    <a:cubicBezTo>
                      <a:pt x="191408" y="66103"/>
                      <a:pt x="189408" y="65913"/>
                      <a:pt x="186741" y="66866"/>
                    </a:cubicBezTo>
                    <a:cubicBezTo>
                      <a:pt x="184550" y="67723"/>
                      <a:pt x="183883" y="68675"/>
                      <a:pt x="180740" y="68961"/>
                    </a:cubicBezTo>
                    <a:cubicBezTo>
                      <a:pt x="179502" y="69056"/>
                      <a:pt x="178073" y="68961"/>
                      <a:pt x="176549" y="69151"/>
                    </a:cubicBezTo>
                    <a:cubicBezTo>
                      <a:pt x="174358" y="69437"/>
                      <a:pt x="171786" y="69818"/>
                      <a:pt x="169596" y="70199"/>
                    </a:cubicBezTo>
                    <a:cubicBezTo>
                      <a:pt x="165690" y="70866"/>
                      <a:pt x="162452" y="71819"/>
                      <a:pt x="159023" y="72580"/>
                    </a:cubicBezTo>
                    <a:cubicBezTo>
                      <a:pt x="159023" y="72580"/>
                      <a:pt x="147498" y="75248"/>
                      <a:pt x="136353" y="76772"/>
                    </a:cubicBezTo>
                    <a:cubicBezTo>
                      <a:pt x="132924" y="77248"/>
                      <a:pt x="128829" y="77915"/>
                      <a:pt x="124733" y="78676"/>
                    </a:cubicBezTo>
                    <a:cubicBezTo>
                      <a:pt x="125781" y="77819"/>
                      <a:pt x="126828" y="76962"/>
                      <a:pt x="127876" y="76105"/>
                    </a:cubicBezTo>
                    <a:cubicBezTo>
                      <a:pt x="130734" y="73819"/>
                      <a:pt x="135877" y="71438"/>
                      <a:pt x="140354" y="69247"/>
                    </a:cubicBezTo>
                    <a:cubicBezTo>
                      <a:pt x="139116" y="69056"/>
                      <a:pt x="137687" y="68866"/>
                      <a:pt x="136353" y="68771"/>
                    </a:cubicBezTo>
                    <a:cubicBezTo>
                      <a:pt x="149784" y="60960"/>
                      <a:pt x="161785" y="53150"/>
                      <a:pt x="170834" y="45339"/>
                    </a:cubicBezTo>
                    <a:cubicBezTo>
                      <a:pt x="172834" y="43625"/>
                      <a:pt x="174644" y="41910"/>
                      <a:pt x="177787" y="40196"/>
                    </a:cubicBezTo>
                    <a:cubicBezTo>
                      <a:pt x="182550" y="37624"/>
                      <a:pt x="189884" y="35243"/>
                      <a:pt x="194170" y="32671"/>
                    </a:cubicBezTo>
                    <a:cubicBezTo>
                      <a:pt x="198075" y="30290"/>
                      <a:pt x="199219" y="27813"/>
                      <a:pt x="203981" y="25432"/>
                    </a:cubicBezTo>
                    <a:cubicBezTo>
                      <a:pt x="208458" y="23241"/>
                      <a:pt x="216078" y="21146"/>
                      <a:pt x="217030" y="19050"/>
                    </a:cubicBezTo>
                    <a:cubicBezTo>
                      <a:pt x="217411" y="18288"/>
                      <a:pt x="216745" y="17621"/>
                      <a:pt x="217316" y="16859"/>
                    </a:cubicBezTo>
                    <a:cubicBezTo>
                      <a:pt x="219411" y="13716"/>
                      <a:pt x="241414" y="11240"/>
                      <a:pt x="236842" y="9049"/>
                    </a:cubicBezTo>
                    <a:cubicBezTo>
                      <a:pt x="236271" y="8763"/>
                      <a:pt x="235604" y="8573"/>
                      <a:pt x="234842" y="8287"/>
                    </a:cubicBezTo>
                    <a:cubicBezTo>
                      <a:pt x="238176" y="7429"/>
                      <a:pt x="240081" y="7049"/>
                      <a:pt x="244272" y="6858"/>
                    </a:cubicBezTo>
                    <a:cubicBezTo>
                      <a:pt x="248939" y="6668"/>
                      <a:pt x="252654" y="7049"/>
                      <a:pt x="257226" y="6858"/>
                    </a:cubicBezTo>
                    <a:cubicBezTo>
                      <a:pt x="260464" y="6858"/>
                      <a:pt x="264370" y="6286"/>
                      <a:pt x="267608" y="5429"/>
                    </a:cubicBezTo>
                    <a:cubicBezTo>
                      <a:pt x="268275" y="5429"/>
                      <a:pt x="268751" y="5239"/>
                      <a:pt x="268846" y="5144"/>
                    </a:cubicBezTo>
                    <a:lnTo>
                      <a:pt x="268846" y="5144"/>
                    </a:lnTo>
                    <a:cubicBezTo>
                      <a:pt x="269703" y="4858"/>
                      <a:pt x="270561" y="4572"/>
                      <a:pt x="271228" y="4286"/>
                    </a:cubicBezTo>
                    <a:cubicBezTo>
                      <a:pt x="271228" y="4286"/>
                      <a:pt x="268561" y="4001"/>
                      <a:pt x="264655" y="3620"/>
                    </a:cubicBezTo>
                    <a:lnTo>
                      <a:pt x="264655" y="3620"/>
                    </a:lnTo>
                    <a:cubicBezTo>
                      <a:pt x="253511" y="2476"/>
                      <a:pt x="231699" y="286"/>
                      <a:pt x="225984" y="0"/>
                    </a:cubicBezTo>
                    <a:cubicBezTo>
                      <a:pt x="223031" y="1333"/>
                      <a:pt x="218459" y="4477"/>
                      <a:pt x="216268" y="6096"/>
                    </a:cubicBezTo>
                    <a:cubicBezTo>
                      <a:pt x="214268" y="6096"/>
                      <a:pt x="212268" y="6096"/>
                      <a:pt x="210267" y="6096"/>
                    </a:cubicBezTo>
                    <a:cubicBezTo>
                      <a:pt x="204743" y="7715"/>
                      <a:pt x="201790" y="9430"/>
                      <a:pt x="198457" y="11335"/>
                    </a:cubicBezTo>
                    <a:cubicBezTo>
                      <a:pt x="188741" y="16859"/>
                      <a:pt x="178263" y="22289"/>
                      <a:pt x="167786" y="27718"/>
                    </a:cubicBezTo>
                    <a:cubicBezTo>
                      <a:pt x="159023" y="32290"/>
                      <a:pt x="150165" y="36862"/>
                      <a:pt x="141402" y="41434"/>
                    </a:cubicBezTo>
                    <a:cubicBezTo>
                      <a:pt x="141211" y="41529"/>
                      <a:pt x="141021" y="41624"/>
                      <a:pt x="140830" y="41720"/>
                    </a:cubicBezTo>
                    <a:cubicBezTo>
                      <a:pt x="140830" y="40862"/>
                      <a:pt x="141116" y="39910"/>
                      <a:pt x="141783" y="38957"/>
                    </a:cubicBezTo>
                    <a:cubicBezTo>
                      <a:pt x="143592" y="36385"/>
                      <a:pt x="148545" y="33719"/>
                      <a:pt x="149879" y="31147"/>
                    </a:cubicBezTo>
                    <a:cubicBezTo>
                      <a:pt x="151117" y="28766"/>
                      <a:pt x="149117" y="26765"/>
                      <a:pt x="151212" y="24289"/>
                    </a:cubicBezTo>
                    <a:cubicBezTo>
                      <a:pt x="153213" y="22098"/>
                      <a:pt x="158832" y="19526"/>
                      <a:pt x="157118" y="17717"/>
                    </a:cubicBezTo>
                    <a:cubicBezTo>
                      <a:pt x="156546" y="17050"/>
                      <a:pt x="155023" y="16574"/>
                      <a:pt x="154546" y="15907"/>
                    </a:cubicBezTo>
                    <a:cubicBezTo>
                      <a:pt x="152736" y="13145"/>
                      <a:pt x="173406" y="8763"/>
                      <a:pt x="165595" y="7525"/>
                    </a:cubicBezTo>
                    <a:cubicBezTo>
                      <a:pt x="164262" y="7334"/>
                      <a:pt x="162642" y="7144"/>
                      <a:pt x="161023" y="7049"/>
                    </a:cubicBezTo>
                    <a:cubicBezTo>
                      <a:pt x="162833" y="6286"/>
                      <a:pt x="164452" y="5810"/>
                      <a:pt x="168072" y="5334"/>
                    </a:cubicBezTo>
                    <a:cubicBezTo>
                      <a:pt x="172834" y="4572"/>
                      <a:pt x="177406" y="4477"/>
                      <a:pt x="182074" y="3810"/>
                    </a:cubicBezTo>
                    <a:cubicBezTo>
                      <a:pt x="186836" y="3143"/>
                      <a:pt x="192265" y="1715"/>
                      <a:pt x="193599" y="191"/>
                    </a:cubicBezTo>
                    <a:lnTo>
                      <a:pt x="168072" y="191"/>
                    </a:lnTo>
                    <a:cubicBezTo>
                      <a:pt x="159118" y="667"/>
                      <a:pt x="147498" y="1810"/>
                      <a:pt x="138449" y="2476"/>
                    </a:cubicBezTo>
                    <a:cubicBezTo>
                      <a:pt x="137306" y="3715"/>
                      <a:pt x="136735" y="6382"/>
                      <a:pt x="136544" y="7906"/>
                    </a:cubicBezTo>
                    <a:cubicBezTo>
                      <a:pt x="135877" y="7906"/>
                      <a:pt x="135306" y="8001"/>
                      <a:pt x="134734" y="8096"/>
                    </a:cubicBezTo>
                    <a:cubicBezTo>
                      <a:pt x="134067" y="8096"/>
                      <a:pt x="133496" y="8192"/>
                      <a:pt x="132829" y="8287"/>
                    </a:cubicBezTo>
                    <a:cubicBezTo>
                      <a:pt x="128829" y="10192"/>
                      <a:pt x="127971" y="11906"/>
                      <a:pt x="126733" y="13716"/>
                    </a:cubicBezTo>
                    <a:cubicBezTo>
                      <a:pt x="123304" y="19145"/>
                      <a:pt x="118923" y="24670"/>
                      <a:pt x="114541" y="30099"/>
                    </a:cubicBezTo>
                    <a:cubicBezTo>
                      <a:pt x="110922" y="34671"/>
                      <a:pt x="107207" y="39338"/>
                      <a:pt x="103587" y="43910"/>
                    </a:cubicBezTo>
                    <a:cubicBezTo>
                      <a:pt x="99968" y="48482"/>
                      <a:pt x="96349" y="52959"/>
                      <a:pt x="92443" y="57531"/>
                    </a:cubicBezTo>
                    <a:cubicBezTo>
                      <a:pt x="89871" y="60579"/>
                      <a:pt x="91300" y="62389"/>
                      <a:pt x="84347" y="65246"/>
                    </a:cubicBezTo>
                    <a:cubicBezTo>
                      <a:pt x="80728" y="66770"/>
                      <a:pt x="77870" y="68294"/>
                      <a:pt x="75679" y="69818"/>
                    </a:cubicBezTo>
                    <a:cubicBezTo>
                      <a:pt x="74917" y="70390"/>
                      <a:pt x="74250" y="70961"/>
                      <a:pt x="73584" y="71533"/>
                    </a:cubicBezTo>
                    <a:cubicBezTo>
                      <a:pt x="71679" y="71533"/>
                      <a:pt x="69774" y="71723"/>
                      <a:pt x="67964" y="71723"/>
                    </a:cubicBezTo>
                    <a:cubicBezTo>
                      <a:pt x="67964" y="72866"/>
                      <a:pt x="68440" y="73914"/>
                      <a:pt x="68916" y="74962"/>
                    </a:cubicBezTo>
                    <a:cubicBezTo>
                      <a:pt x="69107" y="75248"/>
                      <a:pt x="69298" y="75533"/>
                      <a:pt x="69393" y="75914"/>
                    </a:cubicBezTo>
                    <a:cubicBezTo>
                      <a:pt x="67964" y="76391"/>
                      <a:pt x="66440" y="76867"/>
                      <a:pt x="64821" y="77438"/>
                    </a:cubicBezTo>
                    <a:cubicBezTo>
                      <a:pt x="58058" y="77438"/>
                      <a:pt x="51200" y="77438"/>
                      <a:pt x="44056" y="77819"/>
                    </a:cubicBezTo>
                    <a:cubicBezTo>
                      <a:pt x="31102" y="83629"/>
                      <a:pt x="25292" y="89916"/>
                      <a:pt x="20053" y="95917"/>
                    </a:cubicBezTo>
                    <a:cubicBezTo>
                      <a:pt x="16815" y="99631"/>
                      <a:pt x="13576" y="103346"/>
                      <a:pt x="11100" y="106966"/>
                    </a:cubicBezTo>
                    <a:cubicBezTo>
                      <a:pt x="9004" y="109919"/>
                      <a:pt x="13576" y="112967"/>
                      <a:pt x="25292" y="111538"/>
                    </a:cubicBezTo>
                    <a:cubicBezTo>
                      <a:pt x="26149" y="111728"/>
                      <a:pt x="27007" y="111824"/>
                      <a:pt x="28054" y="111919"/>
                    </a:cubicBezTo>
                    <a:cubicBezTo>
                      <a:pt x="27769" y="112586"/>
                      <a:pt x="27292" y="113252"/>
                      <a:pt x="27007" y="113824"/>
                    </a:cubicBezTo>
                    <a:cubicBezTo>
                      <a:pt x="28340" y="113824"/>
                      <a:pt x="27007" y="113824"/>
                      <a:pt x="28435" y="113824"/>
                    </a:cubicBezTo>
                    <a:cubicBezTo>
                      <a:pt x="29197" y="113824"/>
                      <a:pt x="30054" y="113728"/>
                      <a:pt x="30816" y="113633"/>
                    </a:cubicBezTo>
                    <a:cubicBezTo>
                      <a:pt x="30436" y="114109"/>
                      <a:pt x="29959" y="114586"/>
                      <a:pt x="29197" y="115062"/>
                    </a:cubicBezTo>
                    <a:cubicBezTo>
                      <a:pt x="29769" y="115062"/>
                      <a:pt x="30626" y="115062"/>
                      <a:pt x="31483" y="114967"/>
                    </a:cubicBezTo>
                    <a:cubicBezTo>
                      <a:pt x="30816" y="115919"/>
                      <a:pt x="30150" y="116872"/>
                      <a:pt x="29578" y="117634"/>
                    </a:cubicBezTo>
                    <a:cubicBezTo>
                      <a:pt x="27673" y="119158"/>
                      <a:pt x="23006" y="120587"/>
                      <a:pt x="18815" y="121825"/>
                    </a:cubicBezTo>
                    <a:cubicBezTo>
                      <a:pt x="13767" y="123349"/>
                      <a:pt x="9004" y="124968"/>
                      <a:pt x="4528" y="126682"/>
                    </a:cubicBezTo>
                    <a:cubicBezTo>
                      <a:pt x="2527" y="127445"/>
                      <a:pt x="432" y="128302"/>
                      <a:pt x="51" y="129064"/>
                    </a:cubicBezTo>
                    <a:cubicBezTo>
                      <a:pt x="-330" y="129921"/>
                      <a:pt x="1480" y="130493"/>
                      <a:pt x="3956" y="130588"/>
                    </a:cubicBezTo>
                    <a:cubicBezTo>
                      <a:pt x="1003" y="132017"/>
                      <a:pt x="717" y="133922"/>
                      <a:pt x="3575" y="134684"/>
                    </a:cubicBezTo>
                    <a:cubicBezTo>
                      <a:pt x="5766" y="135255"/>
                      <a:pt x="9195" y="135446"/>
                      <a:pt x="12528" y="135636"/>
                    </a:cubicBezTo>
                    <a:cubicBezTo>
                      <a:pt x="17577" y="135922"/>
                      <a:pt x="22625" y="136112"/>
                      <a:pt x="27673" y="136398"/>
                    </a:cubicBezTo>
                    <a:cubicBezTo>
                      <a:pt x="27102" y="135826"/>
                      <a:pt x="25482" y="135350"/>
                      <a:pt x="23292" y="135255"/>
                    </a:cubicBezTo>
                    <a:cubicBezTo>
                      <a:pt x="28626" y="135255"/>
                      <a:pt x="34055" y="135255"/>
                      <a:pt x="39865" y="134684"/>
                    </a:cubicBezTo>
                    <a:cubicBezTo>
                      <a:pt x="43485" y="134302"/>
                      <a:pt x="47485" y="133636"/>
                      <a:pt x="50343" y="133922"/>
                    </a:cubicBezTo>
                    <a:cubicBezTo>
                      <a:pt x="49390" y="133445"/>
                      <a:pt x="47485" y="133255"/>
                      <a:pt x="45294" y="133350"/>
                    </a:cubicBezTo>
                    <a:cubicBezTo>
                      <a:pt x="48914" y="132683"/>
                      <a:pt x="52915" y="132683"/>
                      <a:pt x="55296" y="133160"/>
                    </a:cubicBezTo>
                    <a:cubicBezTo>
                      <a:pt x="55200" y="131540"/>
                      <a:pt x="52343" y="130397"/>
                      <a:pt x="48152" y="129635"/>
                    </a:cubicBezTo>
                    <a:cubicBezTo>
                      <a:pt x="49771" y="128873"/>
                      <a:pt x="51105" y="128111"/>
                      <a:pt x="51962" y="127349"/>
                    </a:cubicBezTo>
                    <a:cubicBezTo>
                      <a:pt x="52724" y="126682"/>
                      <a:pt x="53200" y="126111"/>
                      <a:pt x="53486" y="125444"/>
                    </a:cubicBezTo>
                    <a:cubicBezTo>
                      <a:pt x="53867" y="124777"/>
                      <a:pt x="54153" y="124111"/>
                      <a:pt x="55296" y="123444"/>
                    </a:cubicBezTo>
                    <a:cubicBezTo>
                      <a:pt x="56344" y="122777"/>
                      <a:pt x="58153" y="122206"/>
                      <a:pt x="59868" y="121634"/>
                    </a:cubicBezTo>
                    <a:cubicBezTo>
                      <a:pt x="60630" y="121444"/>
                      <a:pt x="61392" y="121158"/>
                      <a:pt x="61773" y="120872"/>
                    </a:cubicBezTo>
                    <a:cubicBezTo>
                      <a:pt x="62820" y="120110"/>
                      <a:pt x="58725" y="120301"/>
                      <a:pt x="60439" y="119348"/>
                    </a:cubicBezTo>
                    <a:cubicBezTo>
                      <a:pt x="60820" y="119063"/>
                      <a:pt x="61678" y="118872"/>
                      <a:pt x="61487" y="118586"/>
                    </a:cubicBezTo>
                    <a:cubicBezTo>
                      <a:pt x="61487" y="118491"/>
                      <a:pt x="61011" y="118396"/>
                      <a:pt x="61011" y="118301"/>
                    </a:cubicBezTo>
                    <a:cubicBezTo>
                      <a:pt x="61011" y="118110"/>
                      <a:pt x="61868" y="117920"/>
                      <a:pt x="62154" y="117729"/>
                    </a:cubicBezTo>
                    <a:cubicBezTo>
                      <a:pt x="62535" y="117443"/>
                      <a:pt x="62249" y="117253"/>
                      <a:pt x="61868" y="117157"/>
                    </a:cubicBezTo>
                    <a:cubicBezTo>
                      <a:pt x="61487" y="116967"/>
                      <a:pt x="61011" y="116872"/>
                      <a:pt x="60915" y="116681"/>
                    </a:cubicBezTo>
                    <a:cubicBezTo>
                      <a:pt x="60725" y="115919"/>
                      <a:pt x="61582" y="115157"/>
                      <a:pt x="57677" y="115443"/>
                    </a:cubicBezTo>
                    <a:cubicBezTo>
                      <a:pt x="55772" y="115538"/>
                      <a:pt x="53486" y="115729"/>
                      <a:pt x="50914" y="116015"/>
                    </a:cubicBezTo>
                    <a:lnTo>
                      <a:pt x="53391" y="113633"/>
                    </a:lnTo>
                    <a:cubicBezTo>
                      <a:pt x="55296" y="113538"/>
                      <a:pt x="56534" y="113443"/>
                      <a:pt x="56534" y="113348"/>
                    </a:cubicBezTo>
                    <a:cubicBezTo>
                      <a:pt x="57106" y="112871"/>
                      <a:pt x="57201" y="112490"/>
                      <a:pt x="57486" y="111919"/>
                    </a:cubicBezTo>
                    <a:cubicBezTo>
                      <a:pt x="59391" y="111824"/>
                      <a:pt x="60725" y="111728"/>
                      <a:pt x="63392" y="111347"/>
                    </a:cubicBezTo>
                    <a:cubicBezTo>
                      <a:pt x="71298" y="110395"/>
                      <a:pt x="77775" y="108109"/>
                      <a:pt x="83109" y="105632"/>
                    </a:cubicBezTo>
                    <a:cubicBezTo>
                      <a:pt x="88633" y="103537"/>
                      <a:pt x="92824" y="101155"/>
                      <a:pt x="96444" y="98965"/>
                    </a:cubicBezTo>
                    <a:cubicBezTo>
                      <a:pt x="99206" y="97346"/>
                      <a:pt x="101778" y="95631"/>
                      <a:pt x="104445" y="94012"/>
                    </a:cubicBezTo>
                    <a:cubicBezTo>
                      <a:pt x="104445" y="94012"/>
                      <a:pt x="104445" y="94012"/>
                      <a:pt x="104445" y="94012"/>
                    </a:cubicBezTo>
                    <a:cubicBezTo>
                      <a:pt x="108255" y="91535"/>
                      <a:pt x="111684" y="88964"/>
                      <a:pt x="114922" y="86487"/>
                    </a:cubicBezTo>
                    <a:cubicBezTo>
                      <a:pt x="117685" y="85439"/>
                      <a:pt x="120923" y="84582"/>
                      <a:pt x="124638" y="83820"/>
                    </a:cubicBezTo>
                    <a:cubicBezTo>
                      <a:pt x="135211" y="81629"/>
                      <a:pt x="164357" y="75248"/>
                      <a:pt x="164357" y="75248"/>
                    </a:cubicBezTo>
                    <a:cubicBezTo>
                      <a:pt x="166262" y="74676"/>
                      <a:pt x="170548" y="74295"/>
                      <a:pt x="172929" y="74009"/>
                    </a:cubicBezTo>
                    <a:cubicBezTo>
                      <a:pt x="176358" y="73628"/>
                      <a:pt x="179597" y="73152"/>
                      <a:pt x="182931" y="72676"/>
                    </a:cubicBezTo>
                    <a:cubicBezTo>
                      <a:pt x="185121" y="72390"/>
                      <a:pt x="187217" y="71914"/>
                      <a:pt x="189027" y="71533"/>
                    </a:cubicBezTo>
                    <a:cubicBezTo>
                      <a:pt x="191694" y="70866"/>
                      <a:pt x="193599" y="70009"/>
                      <a:pt x="194170" y="69151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73"/>
              <p:cNvSpPr/>
              <p:nvPr/>
            </p:nvSpPr>
            <p:spPr>
              <a:xfrm>
                <a:off x="6881061" y="1806534"/>
                <a:ext cx="123204" cy="317573"/>
              </a:xfrm>
              <a:custGeom>
                <a:avLst/>
                <a:gdLst/>
                <a:ahLst/>
                <a:cxnLst/>
                <a:rect l="l" t="t" r="r" b="b"/>
                <a:pathLst>
                  <a:path w="42193" h="108758" extrusionOk="0">
                    <a:moveTo>
                      <a:pt x="8401" y="15633"/>
                    </a:moveTo>
                    <a:cubicBezTo>
                      <a:pt x="6115" y="27158"/>
                      <a:pt x="4496" y="38778"/>
                      <a:pt x="2876" y="50494"/>
                    </a:cubicBezTo>
                    <a:cubicBezTo>
                      <a:pt x="305" y="69449"/>
                      <a:pt x="-2172" y="88975"/>
                      <a:pt x="3162" y="107358"/>
                    </a:cubicBezTo>
                    <a:cubicBezTo>
                      <a:pt x="12306" y="108692"/>
                      <a:pt x="21641" y="109073"/>
                      <a:pt x="30975" y="108501"/>
                    </a:cubicBezTo>
                    <a:cubicBezTo>
                      <a:pt x="32309" y="108501"/>
                      <a:pt x="33737" y="108311"/>
                      <a:pt x="34785" y="107549"/>
                    </a:cubicBezTo>
                    <a:cubicBezTo>
                      <a:pt x="36309" y="106501"/>
                      <a:pt x="36881" y="104406"/>
                      <a:pt x="37262" y="102596"/>
                    </a:cubicBezTo>
                    <a:cubicBezTo>
                      <a:pt x="41738" y="80117"/>
                      <a:pt x="43167" y="57066"/>
                      <a:pt x="41548" y="34302"/>
                    </a:cubicBezTo>
                    <a:cubicBezTo>
                      <a:pt x="40881" y="25158"/>
                      <a:pt x="39548" y="8679"/>
                      <a:pt x="31166" y="2679"/>
                    </a:cubicBezTo>
                    <a:cubicBezTo>
                      <a:pt x="20307" y="-5132"/>
                      <a:pt x="10401" y="5631"/>
                      <a:pt x="8401" y="158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73"/>
              <p:cNvSpPr/>
              <p:nvPr/>
            </p:nvSpPr>
            <p:spPr>
              <a:xfrm>
                <a:off x="6980617" y="1603619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2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3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8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97"/>
                    </a:cubicBezTo>
                    <a:cubicBezTo>
                      <a:pt x="35921" y="59050"/>
                      <a:pt x="35921" y="56573"/>
                      <a:pt x="37160" y="54287"/>
                    </a:cubicBezTo>
                    <a:cubicBezTo>
                      <a:pt x="37541" y="53620"/>
                      <a:pt x="38207" y="53144"/>
                      <a:pt x="38779" y="52668"/>
                    </a:cubicBezTo>
                    <a:cubicBezTo>
                      <a:pt x="39350" y="52192"/>
                      <a:pt x="39922" y="51525"/>
                      <a:pt x="39827" y="50763"/>
                    </a:cubicBezTo>
                    <a:cubicBezTo>
                      <a:pt x="39827" y="50096"/>
                      <a:pt x="39160" y="49429"/>
                      <a:pt x="39446" y="48858"/>
                    </a:cubicBezTo>
                    <a:cubicBezTo>
                      <a:pt x="39636" y="48477"/>
                      <a:pt x="40017" y="48191"/>
                      <a:pt x="40303" y="47905"/>
                    </a:cubicBezTo>
                    <a:cubicBezTo>
                      <a:pt x="40684" y="47239"/>
                      <a:pt x="40303" y="46381"/>
                      <a:pt x="40303" y="45619"/>
                    </a:cubicBezTo>
                    <a:cubicBezTo>
                      <a:pt x="39922" y="42476"/>
                      <a:pt x="43732" y="43238"/>
                      <a:pt x="43637" y="40857"/>
                    </a:cubicBezTo>
                    <a:cubicBezTo>
                      <a:pt x="43637" y="40000"/>
                      <a:pt x="43161" y="39238"/>
                      <a:pt x="42684" y="38571"/>
                    </a:cubicBezTo>
                    <a:cubicBezTo>
                      <a:pt x="41636" y="36856"/>
                      <a:pt x="40684" y="34951"/>
                      <a:pt x="40494" y="32951"/>
                    </a:cubicBezTo>
                    <a:cubicBezTo>
                      <a:pt x="40208" y="30856"/>
                      <a:pt x="40779" y="28665"/>
                      <a:pt x="41351" y="26665"/>
                    </a:cubicBezTo>
                    <a:cubicBezTo>
                      <a:pt x="41827" y="24760"/>
                      <a:pt x="42113" y="22759"/>
                      <a:pt x="42208" y="20759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73"/>
              <p:cNvSpPr/>
              <p:nvPr/>
            </p:nvSpPr>
            <p:spPr>
              <a:xfrm>
                <a:off x="7044319" y="1838267"/>
                <a:ext cx="251868" cy="387715"/>
              </a:xfrm>
              <a:custGeom>
                <a:avLst/>
                <a:gdLst/>
                <a:ahLst/>
                <a:cxnLst/>
                <a:rect l="l" t="t" r="r" b="b"/>
                <a:pathLst>
                  <a:path w="86256" h="132779" extrusionOk="0">
                    <a:moveTo>
                      <a:pt x="84108" y="116204"/>
                    </a:moveTo>
                    <a:cubicBezTo>
                      <a:pt x="82869" y="114871"/>
                      <a:pt x="81345" y="113442"/>
                      <a:pt x="79631" y="112489"/>
                    </a:cubicBezTo>
                    <a:cubicBezTo>
                      <a:pt x="76869" y="110965"/>
                      <a:pt x="74202" y="109632"/>
                      <a:pt x="71344" y="108298"/>
                    </a:cubicBezTo>
                    <a:cubicBezTo>
                      <a:pt x="69344" y="107346"/>
                      <a:pt x="65534" y="106108"/>
                      <a:pt x="64486" y="104298"/>
                    </a:cubicBezTo>
                    <a:cubicBezTo>
                      <a:pt x="64486" y="104298"/>
                      <a:pt x="43817" y="84010"/>
                      <a:pt x="36006" y="77247"/>
                    </a:cubicBezTo>
                    <a:cubicBezTo>
                      <a:pt x="31244" y="73056"/>
                      <a:pt x="28291" y="67341"/>
                      <a:pt x="27624" y="61054"/>
                    </a:cubicBezTo>
                    <a:cubicBezTo>
                      <a:pt x="26005" y="44671"/>
                      <a:pt x="22576" y="12858"/>
                      <a:pt x="19052" y="5619"/>
                    </a:cubicBezTo>
                    <a:cubicBezTo>
                      <a:pt x="14385" y="-3906"/>
                      <a:pt x="-189" y="-572"/>
                      <a:pt x="2" y="10000"/>
                    </a:cubicBezTo>
                    <a:cubicBezTo>
                      <a:pt x="2" y="10191"/>
                      <a:pt x="2" y="10381"/>
                      <a:pt x="2" y="10572"/>
                    </a:cubicBezTo>
                    <a:cubicBezTo>
                      <a:pt x="669" y="24574"/>
                      <a:pt x="7050" y="47338"/>
                      <a:pt x="8955" y="58102"/>
                    </a:cubicBezTo>
                    <a:cubicBezTo>
                      <a:pt x="10384" y="66103"/>
                      <a:pt x="11337" y="72580"/>
                      <a:pt x="14385" y="78961"/>
                    </a:cubicBezTo>
                    <a:cubicBezTo>
                      <a:pt x="15051" y="80390"/>
                      <a:pt x="16004" y="81628"/>
                      <a:pt x="17052" y="82676"/>
                    </a:cubicBezTo>
                    <a:cubicBezTo>
                      <a:pt x="21528" y="87343"/>
                      <a:pt x="31149" y="95821"/>
                      <a:pt x="38388" y="99631"/>
                    </a:cubicBezTo>
                    <a:cubicBezTo>
                      <a:pt x="47532" y="104298"/>
                      <a:pt x="55533" y="112870"/>
                      <a:pt x="55533" y="112870"/>
                    </a:cubicBezTo>
                    <a:cubicBezTo>
                      <a:pt x="57914" y="115252"/>
                      <a:pt x="59914" y="118204"/>
                      <a:pt x="62962" y="120205"/>
                    </a:cubicBezTo>
                    <a:cubicBezTo>
                      <a:pt x="64677" y="121348"/>
                      <a:pt x="66582" y="122776"/>
                      <a:pt x="68487" y="123538"/>
                    </a:cubicBezTo>
                    <a:cubicBezTo>
                      <a:pt x="69820" y="124110"/>
                      <a:pt x="71344" y="123824"/>
                      <a:pt x="72392" y="124205"/>
                    </a:cubicBezTo>
                    <a:cubicBezTo>
                      <a:pt x="75154" y="125158"/>
                      <a:pt x="74487" y="128206"/>
                      <a:pt x="75630" y="130777"/>
                    </a:cubicBezTo>
                    <a:cubicBezTo>
                      <a:pt x="76964" y="133921"/>
                      <a:pt x="79345" y="133159"/>
                      <a:pt x="79250" y="129920"/>
                    </a:cubicBezTo>
                    <a:cubicBezTo>
                      <a:pt x="79250" y="128587"/>
                      <a:pt x="84870" y="126967"/>
                      <a:pt x="85917" y="124681"/>
                    </a:cubicBezTo>
                    <a:lnTo>
                      <a:pt x="86108" y="123729"/>
                    </a:lnTo>
                    <a:cubicBezTo>
                      <a:pt x="86584" y="121062"/>
                      <a:pt x="85917" y="118204"/>
                      <a:pt x="84108" y="116204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73"/>
              <p:cNvSpPr/>
              <p:nvPr/>
            </p:nvSpPr>
            <p:spPr>
              <a:xfrm>
                <a:off x="7037529" y="182994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9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E406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73"/>
              <p:cNvSpPr/>
              <p:nvPr/>
            </p:nvSpPr>
            <p:spPr>
              <a:xfrm>
                <a:off x="6979914" y="2066186"/>
                <a:ext cx="288657" cy="757962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576" extrusionOk="0">
                    <a:moveTo>
                      <a:pt x="4063" y="5834"/>
                    </a:moveTo>
                    <a:cubicBezTo>
                      <a:pt x="2539" y="13645"/>
                      <a:pt x="1396" y="21550"/>
                      <a:pt x="539" y="29456"/>
                    </a:cubicBezTo>
                    <a:cubicBezTo>
                      <a:pt x="158" y="33266"/>
                      <a:pt x="-223" y="36981"/>
                      <a:pt x="158" y="40791"/>
                    </a:cubicBezTo>
                    <a:cubicBezTo>
                      <a:pt x="1015" y="49840"/>
                      <a:pt x="4254" y="56602"/>
                      <a:pt x="9016" y="63937"/>
                    </a:cubicBezTo>
                    <a:cubicBezTo>
                      <a:pt x="13683" y="71176"/>
                      <a:pt x="14445" y="79939"/>
                      <a:pt x="16255" y="88035"/>
                    </a:cubicBezTo>
                    <a:cubicBezTo>
                      <a:pt x="20256" y="105656"/>
                      <a:pt x="29114" y="121087"/>
                      <a:pt x="28733" y="139184"/>
                    </a:cubicBezTo>
                    <a:cubicBezTo>
                      <a:pt x="28542" y="151281"/>
                      <a:pt x="34353" y="175665"/>
                      <a:pt x="39687" y="192238"/>
                    </a:cubicBezTo>
                    <a:cubicBezTo>
                      <a:pt x="41401" y="197572"/>
                      <a:pt x="43687" y="202716"/>
                      <a:pt x="45592" y="207955"/>
                    </a:cubicBezTo>
                    <a:cubicBezTo>
                      <a:pt x="50069" y="220337"/>
                      <a:pt x="52164" y="233482"/>
                      <a:pt x="51879" y="246626"/>
                    </a:cubicBezTo>
                    <a:cubicBezTo>
                      <a:pt x="51879" y="251008"/>
                      <a:pt x="49116" y="258247"/>
                      <a:pt x="54069" y="259485"/>
                    </a:cubicBezTo>
                    <a:cubicBezTo>
                      <a:pt x="56070" y="259961"/>
                      <a:pt x="60070" y="258437"/>
                      <a:pt x="62070" y="258151"/>
                    </a:cubicBezTo>
                    <a:cubicBezTo>
                      <a:pt x="73881" y="256151"/>
                      <a:pt x="80739" y="253579"/>
                      <a:pt x="92550" y="251579"/>
                    </a:cubicBezTo>
                    <a:cubicBezTo>
                      <a:pt x="94360" y="251293"/>
                      <a:pt x="97218" y="247674"/>
                      <a:pt x="98837" y="246817"/>
                    </a:cubicBezTo>
                    <a:cubicBezTo>
                      <a:pt x="99123" y="245293"/>
                      <a:pt x="96075" y="245578"/>
                      <a:pt x="94551" y="245197"/>
                    </a:cubicBezTo>
                    <a:cubicBezTo>
                      <a:pt x="87597" y="243673"/>
                      <a:pt x="85216" y="244721"/>
                      <a:pt x="78263" y="242911"/>
                    </a:cubicBezTo>
                    <a:cubicBezTo>
                      <a:pt x="69024" y="240530"/>
                      <a:pt x="65976" y="234910"/>
                      <a:pt x="63594" y="226052"/>
                    </a:cubicBezTo>
                    <a:cubicBezTo>
                      <a:pt x="55498" y="196429"/>
                      <a:pt x="57689" y="166616"/>
                      <a:pt x="49974" y="136898"/>
                    </a:cubicBezTo>
                    <a:cubicBezTo>
                      <a:pt x="48450" y="131088"/>
                      <a:pt x="52831" y="98036"/>
                      <a:pt x="50640" y="82415"/>
                    </a:cubicBezTo>
                    <a:cubicBezTo>
                      <a:pt x="48069" y="64603"/>
                      <a:pt x="46354" y="58317"/>
                      <a:pt x="46354" y="51078"/>
                    </a:cubicBezTo>
                    <a:cubicBezTo>
                      <a:pt x="46354" y="42982"/>
                      <a:pt x="45783" y="33552"/>
                      <a:pt x="44259" y="25551"/>
                    </a:cubicBezTo>
                    <a:cubicBezTo>
                      <a:pt x="42639" y="17264"/>
                      <a:pt x="38925" y="8882"/>
                      <a:pt x="31971" y="4024"/>
                    </a:cubicBezTo>
                    <a:cubicBezTo>
                      <a:pt x="25018" y="-738"/>
                      <a:pt x="5682" y="-2548"/>
                      <a:pt x="4158" y="5834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73"/>
              <p:cNvSpPr/>
              <p:nvPr/>
            </p:nvSpPr>
            <p:spPr>
              <a:xfrm>
                <a:off x="7118004" y="2746054"/>
                <a:ext cx="154083" cy="87609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03" extrusionOk="0">
                    <a:moveTo>
                      <a:pt x="1810" y="30004"/>
                    </a:moveTo>
                    <a:cubicBezTo>
                      <a:pt x="10192" y="28670"/>
                      <a:pt x="52769" y="16573"/>
                      <a:pt x="52769" y="16573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73"/>
              <p:cNvSpPr/>
              <p:nvPr/>
            </p:nvSpPr>
            <p:spPr>
              <a:xfrm>
                <a:off x="6957277" y="2104069"/>
                <a:ext cx="237647" cy="674581"/>
              </a:xfrm>
              <a:custGeom>
                <a:avLst/>
                <a:gdLst/>
                <a:ahLst/>
                <a:cxnLst/>
                <a:rect l="l" t="t" r="r" b="b"/>
                <a:pathLst>
                  <a:path w="81386" h="231021" extrusionOk="0">
                    <a:moveTo>
                      <a:pt x="49062" y="230886"/>
                    </a:moveTo>
                    <a:cubicBezTo>
                      <a:pt x="59063" y="231743"/>
                      <a:pt x="72207" y="228505"/>
                      <a:pt x="79637" y="221742"/>
                    </a:cubicBezTo>
                    <a:cubicBezTo>
                      <a:pt x="87066" y="214979"/>
                      <a:pt x="68302" y="207074"/>
                      <a:pt x="70398" y="197168"/>
                    </a:cubicBezTo>
                    <a:cubicBezTo>
                      <a:pt x="70874" y="194691"/>
                      <a:pt x="72398" y="192596"/>
                      <a:pt x="73065" y="190119"/>
                    </a:cubicBezTo>
                    <a:cubicBezTo>
                      <a:pt x="74874" y="183356"/>
                      <a:pt x="70017" y="176784"/>
                      <a:pt x="68397" y="169926"/>
                    </a:cubicBezTo>
                    <a:cubicBezTo>
                      <a:pt x="66683" y="162592"/>
                      <a:pt x="68778" y="154781"/>
                      <a:pt x="68016" y="147256"/>
                    </a:cubicBezTo>
                    <a:cubicBezTo>
                      <a:pt x="67159" y="139160"/>
                      <a:pt x="62873" y="131731"/>
                      <a:pt x="61539" y="123634"/>
                    </a:cubicBezTo>
                    <a:cubicBezTo>
                      <a:pt x="60682" y="118301"/>
                      <a:pt x="61063" y="112871"/>
                      <a:pt x="61349" y="107537"/>
                    </a:cubicBezTo>
                    <a:cubicBezTo>
                      <a:pt x="62682" y="81915"/>
                      <a:pt x="60873" y="56197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1"/>
                      <a:pt x="15819" y="68104"/>
                      <a:pt x="17820" y="77343"/>
                    </a:cubicBezTo>
                    <a:cubicBezTo>
                      <a:pt x="20868" y="91440"/>
                      <a:pt x="23630" y="105632"/>
                      <a:pt x="26392" y="119825"/>
                    </a:cubicBezTo>
                    <a:cubicBezTo>
                      <a:pt x="29250" y="134207"/>
                      <a:pt x="32012" y="148590"/>
                      <a:pt x="34869" y="162877"/>
                    </a:cubicBezTo>
                    <a:cubicBezTo>
                      <a:pt x="38203" y="179927"/>
                      <a:pt x="41537" y="197072"/>
                      <a:pt x="44109" y="214313"/>
                    </a:cubicBezTo>
                    <a:cubicBezTo>
                      <a:pt x="44966" y="220313"/>
                      <a:pt x="45633" y="225838"/>
                      <a:pt x="49062" y="23079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73"/>
              <p:cNvSpPr/>
              <p:nvPr/>
            </p:nvSpPr>
            <p:spPr>
              <a:xfrm>
                <a:off x="6881394" y="2052341"/>
                <a:ext cx="222495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197" h="266013" extrusionOk="0">
                    <a:moveTo>
                      <a:pt x="46102" y="2861"/>
                    </a:moveTo>
                    <a:cubicBezTo>
                      <a:pt x="42006" y="9624"/>
                      <a:pt x="38101" y="16577"/>
                      <a:pt x="34576" y="23626"/>
                    </a:cubicBezTo>
                    <a:cubicBezTo>
                      <a:pt x="32862" y="26959"/>
                      <a:pt x="31243" y="30388"/>
                      <a:pt x="30195" y="34103"/>
                    </a:cubicBezTo>
                    <a:cubicBezTo>
                      <a:pt x="27814" y="42866"/>
                      <a:pt x="28290" y="50296"/>
                      <a:pt x="30004" y="58868"/>
                    </a:cubicBezTo>
                    <a:cubicBezTo>
                      <a:pt x="31624" y="67250"/>
                      <a:pt x="29242" y="75727"/>
                      <a:pt x="28004" y="84014"/>
                    </a:cubicBezTo>
                    <a:cubicBezTo>
                      <a:pt x="25337" y="101921"/>
                      <a:pt x="28004" y="119447"/>
                      <a:pt x="21146" y="136211"/>
                    </a:cubicBezTo>
                    <a:cubicBezTo>
                      <a:pt x="16669" y="147355"/>
                      <a:pt x="13336" y="172311"/>
                      <a:pt x="12288" y="189646"/>
                    </a:cubicBezTo>
                    <a:cubicBezTo>
                      <a:pt x="11907" y="195266"/>
                      <a:pt x="12288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1908" y="229651"/>
                    </a:cubicBezTo>
                    <a:cubicBezTo>
                      <a:pt x="25051" y="199076"/>
                      <a:pt x="37624" y="172025"/>
                      <a:pt x="41149" y="141545"/>
                    </a:cubicBezTo>
                    <a:cubicBezTo>
                      <a:pt x="41815" y="135640"/>
                      <a:pt x="57532" y="106303"/>
                      <a:pt x="61056" y="90872"/>
                    </a:cubicBezTo>
                    <a:cubicBezTo>
                      <a:pt x="65056" y="73346"/>
                      <a:pt x="65723" y="66869"/>
                      <a:pt x="68295" y="60011"/>
                    </a:cubicBezTo>
                    <a:cubicBezTo>
                      <a:pt x="71152" y="52391"/>
                      <a:pt x="74010" y="43438"/>
                      <a:pt x="75439" y="35437"/>
                    </a:cubicBezTo>
                    <a:cubicBezTo>
                      <a:pt x="76867" y="27055"/>
                      <a:pt x="76582" y="17911"/>
                      <a:pt x="71914" y="10957"/>
                    </a:cubicBezTo>
                    <a:cubicBezTo>
                      <a:pt x="67342" y="4004"/>
                      <a:pt x="50483" y="-4473"/>
                      <a:pt x="46102" y="276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73"/>
              <p:cNvSpPr/>
              <p:nvPr/>
            </p:nvSpPr>
            <p:spPr>
              <a:xfrm>
                <a:off x="6970865" y="1767408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322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73"/>
              <p:cNvSpPr/>
              <p:nvPr/>
            </p:nvSpPr>
            <p:spPr>
              <a:xfrm>
                <a:off x="6988315" y="177709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9"/>
                      <a:pt x="25093" y="8573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9"/>
                    </a:cubicBezTo>
                    <a:cubicBezTo>
                      <a:pt x="423" y="7049"/>
                      <a:pt x="138" y="6858"/>
                      <a:pt x="42" y="6668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73"/>
              <p:cNvSpPr/>
              <p:nvPr/>
            </p:nvSpPr>
            <p:spPr>
              <a:xfrm>
                <a:off x="6876668" y="2747408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624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7" y="1155"/>
                    </a:cubicBezTo>
                    <a:cubicBezTo>
                      <a:pt x="6667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73"/>
              <p:cNvSpPr/>
              <p:nvPr/>
            </p:nvSpPr>
            <p:spPr>
              <a:xfrm>
                <a:off x="6880804" y="2117786"/>
                <a:ext cx="237714" cy="652976"/>
              </a:xfrm>
              <a:custGeom>
                <a:avLst/>
                <a:gdLst/>
                <a:ahLst/>
                <a:cxnLst/>
                <a:rect l="l" t="t" r="r" b="b"/>
                <a:pathLst>
                  <a:path w="81409" h="223622" extrusionOk="0">
                    <a:moveTo>
                      <a:pt x="679" y="219424"/>
                    </a:moveTo>
                    <a:cubicBezTo>
                      <a:pt x="9728" y="223710"/>
                      <a:pt x="23253" y="225234"/>
                      <a:pt x="32492" y="221520"/>
                    </a:cubicBezTo>
                    <a:cubicBezTo>
                      <a:pt x="41827" y="217805"/>
                      <a:pt x="27063" y="203708"/>
                      <a:pt x="32492" y="195135"/>
                    </a:cubicBezTo>
                    <a:cubicBezTo>
                      <a:pt x="33826" y="193040"/>
                      <a:pt x="36017" y="191516"/>
                      <a:pt x="37445" y="189420"/>
                    </a:cubicBezTo>
                    <a:cubicBezTo>
                      <a:pt x="41541" y="183705"/>
                      <a:pt x="39255" y="175800"/>
                      <a:pt x="40112" y="168846"/>
                    </a:cubicBezTo>
                    <a:cubicBezTo>
                      <a:pt x="41065" y="161322"/>
                      <a:pt x="45827" y="154749"/>
                      <a:pt x="47637" y="147415"/>
                    </a:cubicBezTo>
                    <a:cubicBezTo>
                      <a:pt x="49637" y="139414"/>
                      <a:pt x="48209" y="130937"/>
                      <a:pt x="49828" y="122936"/>
                    </a:cubicBezTo>
                    <a:cubicBezTo>
                      <a:pt x="50876" y="117602"/>
                      <a:pt x="53162" y="112649"/>
                      <a:pt x="55257" y="107696"/>
                    </a:cubicBezTo>
                    <a:cubicBezTo>
                      <a:pt x="65449" y="84074"/>
                      <a:pt x="72783" y="59214"/>
                      <a:pt x="78308" y="34068"/>
                    </a:cubicBezTo>
                    <a:cubicBezTo>
                      <a:pt x="80689" y="23495"/>
                      <a:pt x="82689" y="12541"/>
                      <a:pt x="80403" y="1968"/>
                    </a:cubicBezTo>
                    <a:cubicBezTo>
                      <a:pt x="63258" y="-1270"/>
                      <a:pt x="46685" y="63"/>
                      <a:pt x="29254" y="1873"/>
                    </a:cubicBezTo>
                    <a:cubicBezTo>
                      <a:pt x="23825" y="14065"/>
                      <a:pt x="22682" y="27305"/>
                      <a:pt x="27158" y="39878"/>
                    </a:cubicBezTo>
                    <a:cubicBezTo>
                      <a:pt x="30302" y="48831"/>
                      <a:pt x="26396" y="54737"/>
                      <a:pt x="25063" y="64262"/>
                    </a:cubicBezTo>
                    <a:cubicBezTo>
                      <a:pt x="22967" y="78645"/>
                      <a:pt x="20681" y="92932"/>
                      <a:pt x="18300" y="107220"/>
                    </a:cubicBezTo>
                    <a:cubicBezTo>
                      <a:pt x="15919" y="121698"/>
                      <a:pt x="13538" y="136176"/>
                      <a:pt x="11156" y="150749"/>
                    </a:cubicBezTo>
                    <a:cubicBezTo>
                      <a:pt x="8299" y="167989"/>
                      <a:pt x="5537" y="185229"/>
                      <a:pt x="1822" y="202374"/>
                    </a:cubicBezTo>
                    <a:cubicBezTo>
                      <a:pt x="488" y="208280"/>
                      <a:pt x="-845" y="213709"/>
                      <a:pt x="679" y="21961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73"/>
              <p:cNvSpPr/>
              <p:nvPr/>
            </p:nvSpPr>
            <p:spPr>
              <a:xfrm>
                <a:off x="6880582" y="2118063"/>
                <a:ext cx="237341" cy="644056"/>
              </a:xfrm>
              <a:custGeom>
                <a:avLst/>
                <a:gdLst/>
                <a:ahLst/>
                <a:cxnLst/>
                <a:rect l="l" t="t" r="r" b="b"/>
                <a:pathLst>
                  <a:path w="81281" h="220567" extrusionOk="0">
                    <a:moveTo>
                      <a:pt x="29330" y="1683"/>
                    </a:moveTo>
                    <a:cubicBezTo>
                      <a:pt x="23901" y="13875"/>
                      <a:pt x="22758" y="27114"/>
                      <a:pt x="27139" y="39687"/>
                    </a:cubicBezTo>
                    <a:cubicBezTo>
                      <a:pt x="30282" y="48641"/>
                      <a:pt x="26377" y="54546"/>
                      <a:pt x="25044" y="64071"/>
                    </a:cubicBezTo>
                    <a:cubicBezTo>
                      <a:pt x="22948" y="78454"/>
                      <a:pt x="20662" y="92742"/>
                      <a:pt x="18281" y="107029"/>
                    </a:cubicBezTo>
                    <a:cubicBezTo>
                      <a:pt x="15900" y="121507"/>
                      <a:pt x="13518" y="135985"/>
                      <a:pt x="11137" y="150558"/>
                    </a:cubicBezTo>
                    <a:cubicBezTo>
                      <a:pt x="8280" y="167799"/>
                      <a:pt x="5517" y="185039"/>
                      <a:pt x="1803" y="202184"/>
                    </a:cubicBezTo>
                    <a:cubicBezTo>
                      <a:pt x="564" y="208089"/>
                      <a:pt x="-864" y="213519"/>
                      <a:pt x="660" y="219424"/>
                    </a:cubicBezTo>
                    <a:cubicBezTo>
                      <a:pt x="1517" y="219805"/>
                      <a:pt x="2565" y="220186"/>
                      <a:pt x="3517" y="220567"/>
                    </a:cubicBezTo>
                    <a:cubicBezTo>
                      <a:pt x="6946" y="218472"/>
                      <a:pt x="9994" y="215043"/>
                      <a:pt x="12471" y="211804"/>
                    </a:cubicBezTo>
                    <a:cubicBezTo>
                      <a:pt x="13233" y="210852"/>
                      <a:pt x="14090" y="209804"/>
                      <a:pt x="14280" y="208566"/>
                    </a:cubicBezTo>
                    <a:cubicBezTo>
                      <a:pt x="14852" y="205803"/>
                      <a:pt x="12661" y="203232"/>
                      <a:pt x="11899" y="200469"/>
                    </a:cubicBezTo>
                    <a:cubicBezTo>
                      <a:pt x="9994" y="193897"/>
                      <a:pt x="16090" y="187801"/>
                      <a:pt x="17043" y="181038"/>
                    </a:cubicBezTo>
                    <a:cubicBezTo>
                      <a:pt x="17424" y="178276"/>
                      <a:pt x="16947" y="175419"/>
                      <a:pt x="16662" y="172656"/>
                    </a:cubicBezTo>
                    <a:cubicBezTo>
                      <a:pt x="16090" y="166656"/>
                      <a:pt x="16757" y="160655"/>
                      <a:pt x="17424" y="154654"/>
                    </a:cubicBezTo>
                    <a:cubicBezTo>
                      <a:pt x="21329" y="118935"/>
                      <a:pt x="25234" y="82836"/>
                      <a:pt x="36759" y="48736"/>
                    </a:cubicBezTo>
                    <a:cubicBezTo>
                      <a:pt x="37521" y="46641"/>
                      <a:pt x="38379" y="44355"/>
                      <a:pt x="40188" y="43116"/>
                    </a:cubicBezTo>
                    <a:cubicBezTo>
                      <a:pt x="41712" y="42069"/>
                      <a:pt x="43713" y="41973"/>
                      <a:pt x="45522" y="41783"/>
                    </a:cubicBezTo>
                    <a:cubicBezTo>
                      <a:pt x="56952" y="40926"/>
                      <a:pt x="68097" y="37782"/>
                      <a:pt x="78479" y="32829"/>
                    </a:cubicBezTo>
                    <a:cubicBezTo>
                      <a:pt x="80670" y="22638"/>
                      <a:pt x="82479" y="12065"/>
                      <a:pt x="80289" y="1968"/>
                    </a:cubicBezTo>
                    <a:cubicBezTo>
                      <a:pt x="63144" y="-1270"/>
                      <a:pt x="46570" y="63"/>
                      <a:pt x="29139" y="1873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73"/>
              <p:cNvSpPr/>
              <p:nvPr/>
            </p:nvSpPr>
            <p:spPr>
              <a:xfrm>
                <a:off x="6936724" y="1788498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40"/>
                      <a:pt x="1524" y="128873"/>
                      <a:pt x="0" y="132398"/>
                    </a:cubicBezTo>
                    <a:cubicBezTo>
                      <a:pt x="11144" y="131921"/>
                      <a:pt x="21146" y="138875"/>
                      <a:pt x="31813" y="142304"/>
                    </a:cubicBezTo>
                    <a:cubicBezTo>
                      <a:pt x="44005" y="146304"/>
                      <a:pt x="57721" y="145542"/>
                      <a:pt x="69437" y="140399"/>
                    </a:cubicBezTo>
                    <a:cubicBezTo>
                      <a:pt x="68008" y="133255"/>
                      <a:pt x="65818" y="126016"/>
                      <a:pt x="66008" y="118682"/>
                    </a:cubicBezTo>
                    <a:cubicBezTo>
                      <a:pt x="66104" y="115253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5" y="7811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80"/>
                    </a:cubicBezTo>
                    <a:cubicBezTo>
                      <a:pt x="7906" y="36576"/>
                      <a:pt x="9525" y="46673"/>
                      <a:pt x="11621" y="56483"/>
                    </a:cubicBezTo>
                    <a:cubicBezTo>
                      <a:pt x="12668" y="61532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8"/>
                    </a:cubicBezTo>
                    <a:cubicBezTo>
                      <a:pt x="15430" y="88678"/>
                      <a:pt x="18193" y="89345"/>
                      <a:pt x="19526" y="90773"/>
                    </a:cubicBezTo>
                    <a:cubicBezTo>
                      <a:pt x="22003" y="93440"/>
                      <a:pt x="16383" y="103251"/>
                      <a:pt x="15050" y="105918"/>
                    </a:cubicBezTo>
                    <a:cubicBezTo>
                      <a:pt x="12097" y="111633"/>
                      <a:pt x="8572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73"/>
              <p:cNvSpPr/>
              <p:nvPr/>
            </p:nvSpPr>
            <p:spPr>
              <a:xfrm>
                <a:off x="6950618" y="1802658"/>
                <a:ext cx="105955" cy="253949"/>
              </a:xfrm>
              <a:custGeom>
                <a:avLst/>
                <a:gdLst/>
                <a:ahLst/>
                <a:cxnLst/>
                <a:rect l="l" t="t" r="r" b="b"/>
                <a:pathLst>
                  <a:path w="36286" h="86969" extrusionOk="0">
                    <a:moveTo>
                      <a:pt x="17338" y="6"/>
                    </a:moveTo>
                    <a:cubicBezTo>
                      <a:pt x="23243" y="6"/>
                      <a:pt x="29244" y="2483"/>
                      <a:pt x="32768" y="7150"/>
                    </a:cubicBezTo>
                    <a:cubicBezTo>
                      <a:pt x="37721" y="13818"/>
                      <a:pt x="36578" y="23057"/>
                      <a:pt x="34578" y="31058"/>
                    </a:cubicBezTo>
                    <a:cubicBezTo>
                      <a:pt x="29434" y="51537"/>
                      <a:pt x="19529" y="70777"/>
                      <a:pt x="5908" y="86970"/>
                    </a:cubicBezTo>
                    <a:cubicBezTo>
                      <a:pt x="4479" y="84017"/>
                      <a:pt x="2955" y="81064"/>
                      <a:pt x="2669" y="77826"/>
                    </a:cubicBezTo>
                    <a:cubicBezTo>
                      <a:pt x="2383" y="74492"/>
                      <a:pt x="3526" y="71158"/>
                      <a:pt x="4765" y="68110"/>
                    </a:cubicBezTo>
                    <a:cubicBezTo>
                      <a:pt x="11146" y="52203"/>
                      <a:pt x="21814" y="37344"/>
                      <a:pt x="22291" y="20199"/>
                    </a:cubicBezTo>
                    <a:cubicBezTo>
                      <a:pt x="22386" y="16008"/>
                      <a:pt x="21338" y="10960"/>
                      <a:pt x="17338" y="9436"/>
                    </a:cubicBezTo>
                    <a:cubicBezTo>
                      <a:pt x="15052" y="8579"/>
                      <a:pt x="12480" y="9150"/>
                      <a:pt x="10194" y="9722"/>
                    </a:cubicBezTo>
                    <a:cubicBezTo>
                      <a:pt x="7813" y="10389"/>
                      <a:pt x="5336" y="10960"/>
                      <a:pt x="3050" y="10198"/>
                    </a:cubicBezTo>
                    <a:cubicBezTo>
                      <a:pt x="-1998" y="8484"/>
                      <a:pt x="97" y="5055"/>
                      <a:pt x="3050" y="3245"/>
                    </a:cubicBezTo>
                    <a:cubicBezTo>
                      <a:pt x="7051" y="864"/>
                      <a:pt x="12766" y="-89"/>
                      <a:pt x="17338" y="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73"/>
              <p:cNvSpPr/>
              <p:nvPr/>
            </p:nvSpPr>
            <p:spPr>
              <a:xfrm>
                <a:off x="6911422" y="181766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3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89" y="140122"/>
                    </a:cubicBezTo>
                    <a:cubicBezTo>
                      <a:pt x="32290" y="142313"/>
                      <a:pt x="30289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73"/>
              <p:cNvSpPr/>
              <p:nvPr/>
            </p:nvSpPr>
            <p:spPr>
              <a:xfrm>
                <a:off x="6922266" y="1813674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2" y="45857"/>
                      <a:pt x="30766" y="37952"/>
                    </a:cubicBezTo>
                    <a:cubicBezTo>
                      <a:pt x="34195" y="29474"/>
                      <a:pt x="37529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2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73"/>
              <p:cNvSpPr/>
              <p:nvPr/>
            </p:nvSpPr>
            <p:spPr>
              <a:xfrm>
                <a:off x="6957764" y="1580527"/>
                <a:ext cx="178094" cy="174108"/>
              </a:xfrm>
              <a:custGeom>
                <a:avLst/>
                <a:gdLst/>
                <a:ahLst/>
                <a:cxnLst/>
                <a:rect l="l" t="t" r="r" b="b"/>
                <a:pathLst>
                  <a:path w="60991" h="59626" extrusionOk="0">
                    <a:moveTo>
                      <a:pt x="14795" y="59627"/>
                    </a:moveTo>
                    <a:cubicBezTo>
                      <a:pt x="15176" y="54674"/>
                      <a:pt x="12128" y="50102"/>
                      <a:pt x="9461" y="45911"/>
                    </a:cubicBezTo>
                    <a:cubicBezTo>
                      <a:pt x="6413" y="41053"/>
                      <a:pt x="3746" y="35909"/>
                      <a:pt x="1555" y="30671"/>
                    </a:cubicBezTo>
                    <a:cubicBezTo>
                      <a:pt x="507" y="28289"/>
                      <a:pt x="-445" y="25622"/>
                      <a:pt x="222" y="23146"/>
                    </a:cubicBezTo>
                    <a:cubicBezTo>
                      <a:pt x="984" y="20384"/>
                      <a:pt x="3460" y="18764"/>
                      <a:pt x="6127" y="18383"/>
                    </a:cubicBezTo>
                    <a:cubicBezTo>
                      <a:pt x="5079" y="13907"/>
                      <a:pt x="7270" y="7906"/>
                      <a:pt x="11175" y="5429"/>
                    </a:cubicBezTo>
                    <a:cubicBezTo>
                      <a:pt x="14223" y="3524"/>
                      <a:pt x="17843" y="2953"/>
                      <a:pt x="21462" y="2381"/>
                    </a:cubicBezTo>
                    <a:cubicBezTo>
                      <a:pt x="26796" y="1619"/>
                      <a:pt x="32226" y="762"/>
                      <a:pt x="37560" y="0"/>
                    </a:cubicBezTo>
                    <a:cubicBezTo>
                      <a:pt x="36226" y="1905"/>
                      <a:pt x="34035" y="3239"/>
                      <a:pt x="31749" y="3524"/>
                    </a:cubicBezTo>
                    <a:cubicBezTo>
                      <a:pt x="37083" y="3334"/>
                      <a:pt x="42608" y="3239"/>
                      <a:pt x="47656" y="5144"/>
                    </a:cubicBezTo>
                    <a:cubicBezTo>
                      <a:pt x="50799" y="6382"/>
                      <a:pt x="53847" y="8382"/>
                      <a:pt x="57086" y="7620"/>
                    </a:cubicBezTo>
                    <a:cubicBezTo>
                      <a:pt x="55562" y="9049"/>
                      <a:pt x="53371" y="9811"/>
                      <a:pt x="51276" y="9430"/>
                    </a:cubicBezTo>
                    <a:cubicBezTo>
                      <a:pt x="54038" y="11430"/>
                      <a:pt x="57943" y="11716"/>
                      <a:pt x="60991" y="10097"/>
                    </a:cubicBezTo>
                    <a:cubicBezTo>
                      <a:pt x="56514" y="20384"/>
                      <a:pt x="43084" y="25432"/>
                      <a:pt x="32416" y="22765"/>
                    </a:cubicBezTo>
                    <a:cubicBezTo>
                      <a:pt x="33845" y="24384"/>
                      <a:pt x="33940" y="27051"/>
                      <a:pt x="32892" y="28956"/>
                    </a:cubicBezTo>
                    <a:cubicBezTo>
                      <a:pt x="31749" y="30861"/>
                      <a:pt x="29559" y="32004"/>
                      <a:pt x="27368" y="32195"/>
                    </a:cubicBezTo>
                    <a:cubicBezTo>
                      <a:pt x="26701" y="32195"/>
                      <a:pt x="26034" y="32195"/>
                      <a:pt x="25653" y="32766"/>
                    </a:cubicBezTo>
                    <a:cubicBezTo>
                      <a:pt x="25368" y="33242"/>
                      <a:pt x="25653" y="33909"/>
                      <a:pt x="25844" y="34481"/>
                    </a:cubicBezTo>
                    <a:cubicBezTo>
                      <a:pt x="27368" y="38100"/>
                      <a:pt x="28035" y="42196"/>
                      <a:pt x="27368" y="46101"/>
                    </a:cubicBezTo>
                    <a:cubicBezTo>
                      <a:pt x="26225" y="42767"/>
                      <a:pt x="22986" y="35147"/>
                      <a:pt x="17843" y="37338"/>
                    </a:cubicBezTo>
                    <a:cubicBezTo>
                      <a:pt x="12509" y="39624"/>
                      <a:pt x="17176" y="46958"/>
                      <a:pt x="21177" y="47816"/>
                    </a:cubicBezTo>
                    <a:cubicBezTo>
                      <a:pt x="20891" y="47816"/>
                      <a:pt x="17462" y="51435"/>
                      <a:pt x="17176" y="52102"/>
                    </a:cubicBezTo>
                    <a:cubicBezTo>
                      <a:pt x="15938" y="54578"/>
                      <a:pt x="17652" y="57055"/>
                      <a:pt x="14795" y="59531"/>
                    </a:cubicBezTo>
                    <a:close/>
                  </a:path>
                </a:pathLst>
              </a:custGeom>
              <a:solidFill>
                <a:srgbClr val="3432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74"/>
          <p:cNvSpPr txBox="1">
            <a:spLocks noGrp="1"/>
          </p:cNvSpPr>
          <p:nvPr>
            <p:ph type="title"/>
          </p:nvPr>
        </p:nvSpPr>
        <p:spPr>
          <a:xfrm flipH="1">
            <a:off x="720012" y="521208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04" name="Google Shape;504;p74"/>
          <p:cNvGrpSpPr/>
          <p:nvPr/>
        </p:nvGrpSpPr>
        <p:grpSpPr>
          <a:xfrm>
            <a:off x="0" y="-349287"/>
            <a:ext cx="9649237" cy="6219739"/>
            <a:chOff x="0" y="-349287"/>
            <a:chExt cx="9649237" cy="6219739"/>
          </a:xfrm>
        </p:grpSpPr>
        <p:sp>
          <p:nvSpPr>
            <p:cNvPr id="505" name="Google Shape;505;p74"/>
            <p:cNvSpPr/>
            <p:nvPr/>
          </p:nvSpPr>
          <p:spPr>
            <a:xfrm flipH="1">
              <a:off x="0" y="4465150"/>
              <a:ext cx="9143697" cy="1405302"/>
            </a:xfrm>
            <a:custGeom>
              <a:avLst/>
              <a:gdLst/>
              <a:ahLst/>
              <a:cxnLst/>
              <a:rect l="l" t="t" r="r" b="b"/>
              <a:pathLst>
                <a:path w="285317" h="78268" extrusionOk="0">
                  <a:moveTo>
                    <a:pt x="285316" y="0"/>
                  </a:moveTo>
                  <a:cubicBezTo>
                    <a:pt x="278377" y="2054"/>
                    <a:pt x="267832" y="5387"/>
                    <a:pt x="255301" y="10249"/>
                  </a:cubicBezTo>
                  <a:cubicBezTo>
                    <a:pt x="217731" y="24857"/>
                    <a:pt x="212846" y="33713"/>
                    <a:pt x="194449" y="40264"/>
                  </a:cubicBezTo>
                  <a:cubicBezTo>
                    <a:pt x="183224" y="44269"/>
                    <a:pt x="171168" y="45924"/>
                    <a:pt x="159017" y="45924"/>
                  </a:cubicBezTo>
                  <a:cubicBezTo>
                    <a:pt x="123184" y="45924"/>
                    <a:pt x="86525" y="31532"/>
                    <a:pt x="67928" y="20588"/>
                  </a:cubicBezTo>
                  <a:cubicBezTo>
                    <a:pt x="62359" y="17302"/>
                    <a:pt x="47317" y="7806"/>
                    <a:pt x="25519" y="4816"/>
                  </a:cubicBezTo>
                  <a:cubicBezTo>
                    <a:pt x="20617" y="4149"/>
                    <a:pt x="16063" y="3905"/>
                    <a:pt x="11991" y="3905"/>
                  </a:cubicBezTo>
                  <a:cubicBezTo>
                    <a:pt x="7283" y="3905"/>
                    <a:pt x="3219" y="4231"/>
                    <a:pt x="0" y="4611"/>
                  </a:cubicBezTo>
                  <a:lnTo>
                    <a:pt x="0" y="78268"/>
                  </a:lnTo>
                  <a:lnTo>
                    <a:pt x="285316" y="78268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rgbClr val="C4BFFA">
                <a:alpha val="51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74"/>
            <p:cNvSpPr/>
            <p:nvPr/>
          </p:nvSpPr>
          <p:spPr>
            <a:xfrm>
              <a:off x="0" y="0"/>
              <a:ext cx="2273750" cy="1646300"/>
            </a:xfrm>
            <a:custGeom>
              <a:avLst/>
              <a:gdLst/>
              <a:ahLst/>
              <a:cxnLst/>
              <a:rect l="l" t="t" r="r" b="b"/>
              <a:pathLst>
                <a:path w="90950" h="65852" extrusionOk="0">
                  <a:moveTo>
                    <a:pt x="90103" y="0"/>
                  </a:moveTo>
                  <a:cubicBezTo>
                    <a:pt x="83522" y="2714"/>
                    <a:pt x="76387" y="4173"/>
                    <a:pt x="69470" y="5574"/>
                  </a:cubicBezTo>
                  <a:cubicBezTo>
                    <a:pt x="68697" y="5735"/>
                    <a:pt x="67924" y="5895"/>
                    <a:pt x="67150" y="6056"/>
                  </a:cubicBezTo>
                  <a:cubicBezTo>
                    <a:pt x="58425" y="7850"/>
                    <a:pt x="49246" y="10024"/>
                    <a:pt x="41542" y="14956"/>
                  </a:cubicBezTo>
                  <a:cubicBezTo>
                    <a:pt x="31561" y="21348"/>
                    <a:pt x="25010" y="31708"/>
                    <a:pt x="18692" y="41717"/>
                  </a:cubicBezTo>
                  <a:cubicBezTo>
                    <a:pt x="13278" y="50268"/>
                    <a:pt x="7719" y="59067"/>
                    <a:pt x="0" y="65429"/>
                  </a:cubicBezTo>
                  <a:lnTo>
                    <a:pt x="0" y="65852"/>
                  </a:lnTo>
                  <a:cubicBezTo>
                    <a:pt x="7865" y="59446"/>
                    <a:pt x="13497" y="50545"/>
                    <a:pt x="18969" y="41892"/>
                  </a:cubicBezTo>
                  <a:cubicBezTo>
                    <a:pt x="25273" y="31912"/>
                    <a:pt x="31795" y="21596"/>
                    <a:pt x="41717" y="15234"/>
                  </a:cubicBezTo>
                  <a:cubicBezTo>
                    <a:pt x="49378" y="10331"/>
                    <a:pt x="58512" y="8171"/>
                    <a:pt x="67223" y="6377"/>
                  </a:cubicBezTo>
                  <a:cubicBezTo>
                    <a:pt x="67982" y="6216"/>
                    <a:pt x="68755" y="6056"/>
                    <a:pt x="69529" y="5895"/>
                  </a:cubicBezTo>
                  <a:cubicBezTo>
                    <a:pt x="76722" y="4436"/>
                    <a:pt x="84135" y="2933"/>
                    <a:pt x="90949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74"/>
            <p:cNvSpPr/>
            <p:nvPr/>
          </p:nvSpPr>
          <p:spPr>
            <a:xfrm>
              <a:off x="0" y="0"/>
              <a:ext cx="427900" cy="624900"/>
            </a:xfrm>
            <a:custGeom>
              <a:avLst/>
              <a:gdLst/>
              <a:ahLst/>
              <a:cxnLst/>
              <a:rect l="l" t="t" r="r" b="b"/>
              <a:pathLst>
                <a:path w="17116" h="24996" extrusionOk="0">
                  <a:moveTo>
                    <a:pt x="16707" y="0"/>
                  </a:moveTo>
                  <a:cubicBezTo>
                    <a:pt x="16138" y="1780"/>
                    <a:pt x="15759" y="3633"/>
                    <a:pt x="15379" y="5428"/>
                  </a:cubicBezTo>
                  <a:cubicBezTo>
                    <a:pt x="14956" y="7500"/>
                    <a:pt x="14533" y="9630"/>
                    <a:pt x="13789" y="11630"/>
                  </a:cubicBezTo>
                  <a:cubicBezTo>
                    <a:pt x="11513" y="17816"/>
                    <a:pt x="6260" y="22675"/>
                    <a:pt x="0" y="24587"/>
                  </a:cubicBezTo>
                  <a:lnTo>
                    <a:pt x="0" y="24995"/>
                  </a:lnTo>
                  <a:cubicBezTo>
                    <a:pt x="6420" y="23069"/>
                    <a:pt x="11834" y="18094"/>
                    <a:pt x="14154" y="11761"/>
                  </a:cubicBezTo>
                  <a:cubicBezTo>
                    <a:pt x="14898" y="9733"/>
                    <a:pt x="15336" y="7588"/>
                    <a:pt x="15773" y="5516"/>
                  </a:cubicBezTo>
                  <a:cubicBezTo>
                    <a:pt x="16138" y="3677"/>
                    <a:pt x="16532" y="1795"/>
                    <a:pt x="1711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74"/>
            <p:cNvSpPr/>
            <p:nvPr/>
          </p:nvSpPr>
          <p:spPr>
            <a:xfrm rot="10800000" flipH="1">
              <a:off x="8360400" y="-15"/>
              <a:ext cx="783600" cy="356075"/>
            </a:xfrm>
            <a:custGeom>
              <a:avLst/>
              <a:gdLst/>
              <a:ahLst/>
              <a:cxnLst/>
              <a:rect l="l" t="t" r="r" b="b"/>
              <a:pathLst>
                <a:path w="31344" h="14243" extrusionOk="0">
                  <a:moveTo>
                    <a:pt x="24538" y="1"/>
                  </a:moveTo>
                  <a:cubicBezTo>
                    <a:pt x="17525" y="1"/>
                    <a:pt x="10422" y="2758"/>
                    <a:pt x="5283" y="7516"/>
                  </a:cubicBezTo>
                  <a:cubicBezTo>
                    <a:pt x="3197" y="9457"/>
                    <a:pt x="1416" y="11748"/>
                    <a:pt x="1" y="14243"/>
                  </a:cubicBezTo>
                  <a:lnTo>
                    <a:pt x="395" y="14243"/>
                  </a:lnTo>
                  <a:cubicBezTo>
                    <a:pt x="1767" y="11835"/>
                    <a:pt x="3488" y="9632"/>
                    <a:pt x="5517" y="7764"/>
                  </a:cubicBezTo>
                  <a:cubicBezTo>
                    <a:pt x="10583" y="3051"/>
                    <a:pt x="17583" y="336"/>
                    <a:pt x="24518" y="336"/>
                  </a:cubicBezTo>
                  <a:cubicBezTo>
                    <a:pt x="25033" y="336"/>
                    <a:pt x="25548" y="350"/>
                    <a:pt x="26061" y="381"/>
                  </a:cubicBezTo>
                  <a:cubicBezTo>
                    <a:pt x="27827" y="483"/>
                    <a:pt x="29593" y="760"/>
                    <a:pt x="31344" y="1096"/>
                  </a:cubicBezTo>
                  <a:lnTo>
                    <a:pt x="31344" y="760"/>
                  </a:lnTo>
                  <a:cubicBezTo>
                    <a:pt x="29607" y="425"/>
                    <a:pt x="27842" y="147"/>
                    <a:pt x="26076" y="45"/>
                  </a:cubicBezTo>
                  <a:cubicBezTo>
                    <a:pt x="25564" y="15"/>
                    <a:pt x="25051" y="1"/>
                    <a:pt x="2453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74"/>
            <p:cNvSpPr/>
            <p:nvPr/>
          </p:nvSpPr>
          <p:spPr>
            <a:xfrm rot="-9354502" flipH="1">
              <a:off x="5856916" y="361056"/>
              <a:ext cx="3722700" cy="1135508"/>
            </a:xfrm>
            <a:custGeom>
              <a:avLst/>
              <a:gdLst/>
              <a:ahLst/>
              <a:cxnLst/>
              <a:rect l="l" t="t" r="r" b="b"/>
              <a:pathLst>
                <a:path w="148907" h="45420" extrusionOk="0">
                  <a:moveTo>
                    <a:pt x="148907" y="1"/>
                  </a:moveTo>
                  <a:cubicBezTo>
                    <a:pt x="143552" y="5224"/>
                    <a:pt x="138897" y="11236"/>
                    <a:pt x="134549" y="16854"/>
                  </a:cubicBezTo>
                  <a:cubicBezTo>
                    <a:pt x="133877" y="17715"/>
                    <a:pt x="133206" y="18605"/>
                    <a:pt x="132520" y="19495"/>
                  </a:cubicBezTo>
                  <a:cubicBezTo>
                    <a:pt x="127880" y="25580"/>
                    <a:pt x="122627" y="32481"/>
                    <a:pt x="116134" y="36480"/>
                  </a:cubicBezTo>
                  <a:cubicBezTo>
                    <a:pt x="108313" y="41280"/>
                    <a:pt x="100667" y="43994"/>
                    <a:pt x="92758" y="44797"/>
                  </a:cubicBezTo>
                  <a:cubicBezTo>
                    <a:pt x="90782" y="44992"/>
                    <a:pt x="88753" y="45090"/>
                    <a:pt x="86661" y="45090"/>
                  </a:cubicBezTo>
                  <a:cubicBezTo>
                    <a:pt x="80937" y="45090"/>
                    <a:pt x="74748" y="44356"/>
                    <a:pt x="67909" y="42871"/>
                  </a:cubicBezTo>
                  <a:cubicBezTo>
                    <a:pt x="59869" y="41120"/>
                    <a:pt x="51216" y="38420"/>
                    <a:pt x="40681" y="34378"/>
                  </a:cubicBezTo>
                  <a:cubicBezTo>
                    <a:pt x="31535" y="30884"/>
                    <a:pt x="23360" y="28524"/>
                    <a:pt x="14222" y="28524"/>
                  </a:cubicBezTo>
                  <a:cubicBezTo>
                    <a:pt x="12791" y="28524"/>
                    <a:pt x="11335" y="28582"/>
                    <a:pt x="9849" y="28702"/>
                  </a:cubicBezTo>
                  <a:cubicBezTo>
                    <a:pt x="6537" y="28965"/>
                    <a:pt x="3239" y="29490"/>
                    <a:pt x="0" y="30249"/>
                  </a:cubicBezTo>
                  <a:lnTo>
                    <a:pt x="0" y="30599"/>
                  </a:lnTo>
                  <a:cubicBezTo>
                    <a:pt x="3239" y="29826"/>
                    <a:pt x="6552" y="29300"/>
                    <a:pt x="9878" y="29023"/>
                  </a:cubicBezTo>
                  <a:cubicBezTo>
                    <a:pt x="11344" y="28906"/>
                    <a:pt x="12779" y="28849"/>
                    <a:pt x="14191" y="28849"/>
                  </a:cubicBezTo>
                  <a:cubicBezTo>
                    <a:pt x="23296" y="28849"/>
                    <a:pt x="31444" y="31200"/>
                    <a:pt x="40564" y="34699"/>
                  </a:cubicBezTo>
                  <a:cubicBezTo>
                    <a:pt x="51114" y="38741"/>
                    <a:pt x="59782" y="41441"/>
                    <a:pt x="67836" y="43192"/>
                  </a:cubicBezTo>
                  <a:cubicBezTo>
                    <a:pt x="74673" y="44683"/>
                    <a:pt x="80873" y="45420"/>
                    <a:pt x="86606" y="45420"/>
                  </a:cubicBezTo>
                  <a:cubicBezTo>
                    <a:pt x="88728" y="45420"/>
                    <a:pt x="90785" y="45319"/>
                    <a:pt x="92788" y="45118"/>
                  </a:cubicBezTo>
                  <a:cubicBezTo>
                    <a:pt x="100755" y="44330"/>
                    <a:pt x="108444" y="41587"/>
                    <a:pt x="116295" y="36757"/>
                  </a:cubicBezTo>
                  <a:cubicBezTo>
                    <a:pt x="122861" y="32730"/>
                    <a:pt x="128128" y="25813"/>
                    <a:pt x="132783" y="19699"/>
                  </a:cubicBezTo>
                  <a:cubicBezTo>
                    <a:pt x="133469" y="18809"/>
                    <a:pt x="134140" y="17919"/>
                    <a:pt x="134811" y="17044"/>
                  </a:cubicBezTo>
                  <a:cubicBezTo>
                    <a:pt x="139086" y="11528"/>
                    <a:pt x="143668" y="5618"/>
                    <a:pt x="148907" y="467"/>
                  </a:cubicBezTo>
                  <a:lnTo>
                    <a:pt x="148907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74"/>
            <p:cNvSpPr/>
            <p:nvPr/>
          </p:nvSpPr>
          <p:spPr>
            <a:xfrm rot="-5400000">
              <a:off x="640904" y="338193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74"/>
            <p:cNvSpPr/>
            <p:nvPr/>
          </p:nvSpPr>
          <p:spPr>
            <a:xfrm rot="-5400000">
              <a:off x="8866404" y="695943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74"/>
            <p:cNvSpPr/>
            <p:nvPr/>
          </p:nvSpPr>
          <p:spPr>
            <a:xfrm rot="-5400000">
              <a:off x="78329" y="999018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74"/>
            <p:cNvSpPr/>
            <p:nvPr/>
          </p:nvSpPr>
          <p:spPr>
            <a:xfrm rot="-5400000">
              <a:off x="8678520" y="4093870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74"/>
            <p:cNvSpPr/>
            <p:nvPr/>
          </p:nvSpPr>
          <p:spPr>
            <a:xfrm rot="-5400000">
              <a:off x="8557607" y="118158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74"/>
            <p:cNvSpPr/>
            <p:nvPr/>
          </p:nvSpPr>
          <p:spPr>
            <a:xfrm rot="-5400000">
              <a:off x="70932" y="4145608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74"/>
            <p:cNvSpPr/>
            <p:nvPr/>
          </p:nvSpPr>
          <p:spPr>
            <a:xfrm rot="-5400000">
              <a:off x="319607" y="585183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8.xml"/><Relationship Id="rId17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46.xml"/><Relationship Id="rId19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0.xml"/><Relationship Id="rId15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3.xml"/><Relationship Id="rId18" Type="http://schemas.openxmlformats.org/officeDocument/2006/relationships/slideLayout" Target="../slideLayouts/slideLayout64.xml"/><Relationship Id="rId19" Type="http://schemas.openxmlformats.org/officeDocument/2006/relationships/slideLayout" Target="../slideLayouts/slideLayout65.xml"/><Relationship Id="rId20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3" r:id="rId3"/>
    <p:sldLayoutId id="2147483665" r:id="rId4"/>
    <p:sldLayoutId id="2147483666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80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endParaRPr/>
          </a:p>
        </p:txBody>
      </p:sp>
      <p:sp>
        <p:nvSpPr>
          <p:cNvPr id="226" name="Google Shape;226;p36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endParaRPr/>
          </a:p>
        </p:txBody>
      </p:sp>
      <p:sp>
        <p:nvSpPr>
          <p:cNvPr id="365" name="Google Shape;365;p55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42.xml"/></Relationships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p123"/>
          <p:cNvSpPr txBox="1">
            <a:spLocks noGrp="1"/>
          </p:cNvSpPr>
          <p:nvPr>
            <p:ph type="title"/>
          </p:nvPr>
        </p:nvSpPr>
        <p:spPr>
          <a:xfrm>
            <a:off x="713225" y="2600100"/>
            <a:ext cx="4048500" cy="173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Sociology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A8917"/>
                </a:solidFill>
              </a:rPr>
              <a:t>Sociología</a:t>
            </a:r>
            <a:endParaRPr>
              <a:solidFill>
                <a:srgbClr val="3A8917"/>
              </a:solidFill>
            </a:endParaRPr>
          </a:p>
        </p:txBody>
      </p:sp>
      <p:sp>
        <p:nvSpPr>
          <p:cNvPr id="1601" name="Google Shape;1601;p123"/>
          <p:cNvSpPr txBox="1">
            <a:spLocks noGrp="1"/>
          </p:cNvSpPr>
          <p:nvPr>
            <p:ph type="title" idx="2"/>
          </p:nvPr>
        </p:nvSpPr>
        <p:spPr>
          <a:xfrm>
            <a:off x="713225" y="937950"/>
            <a:ext cx="14667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1602" name="Google Shape;1602;p123"/>
          <p:cNvGrpSpPr/>
          <p:nvPr/>
        </p:nvGrpSpPr>
        <p:grpSpPr>
          <a:xfrm>
            <a:off x="5621130" y="125103"/>
            <a:ext cx="3397123" cy="5194279"/>
            <a:chOff x="5621130" y="125103"/>
            <a:chExt cx="3397123" cy="5194279"/>
          </a:xfrm>
        </p:grpSpPr>
        <p:grpSp>
          <p:nvGrpSpPr>
            <p:cNvPr id="1603" name="Google Shape;1603;p123"/>
            <p:cNvGrpSpPr/>
            <p:nvPr/>
          </p:nvGrpSpPr>
          <p:grpSpPr>
            <a:xfrm>
              <a:off x="7982768" y="2628903"/>
              <a:ext cx="656255" cy="1624153"/>
              <a:chOff x="2987343" y="1904703"/>
              <a:chExt cx="656255" cy="1624153"/>
            </a:xfrm>
          </p:grpSpPr>
          <p:sp>
            <p:nvSpPr>
              <p:cNvPr id="1604" name="Google Shape;1604;p123"/>
              <p:cNvSpPr/>
              <p:nvPr/>
            </p:nvSpPr>
            <p:spPr>
              <a:xfrm>
                <a:off x="2987343" y="3133520"/>
                <a:ext cx="656255" cy="395336"/>
              </a:xfrm>
              <a:custGeom>
                <a:avLst/>
                <a:gdLst/>
                <a:ahLst/>
                <a:cxnLst/>
                <a:rect l="l" t="t" r="r" b="b"/>
                <a:pathLst>
                  <a:path w="224745" h="135389" extrusionOk="0">
                    <a:moveTo>
                      <a:pt x="222936" y="1277"/>
                    </a:moveTo>
                    <a:cubicBezTo>
                      <a:pt x="223603" y="991"/>
                      <a:pt x="224269" y="706"/>
                      <a:pt x="224746" y="420"/>
                    </a:cubicBezTo>
                    <a:cubicBezTo>
                      <a:pt x="224746" y="420"/>
                      <a:pt x="181312" y="-152"/>
                      <a:pt x="172644" y="39"/>
                    </a:cubicBezTo>
                    <a:cubicBezTo>
                      <a:pt x="169977" y="1849"/>
                      <a:pt x="166929" y="6897"/>
                      <a:pt x="166929" y="6897"/>
                    </a:cubicBezTo>
                    <a:cubicBezTo>
                      <a:pt x="167786" y="7278"/>
                      <a:pt x="169310" y="7468"/>
                      <a:pt x="171120" y="7564"/>
                    </a:cubicBezTo>
                    <a:cubicBezTo>
                      <a:pt x="168739" y="10802"/>
                      <a:pt x="164738" y="14041"/>
                      <a:pt x="159404" y="17279"/>
                    </a:cubicBezTo>
                    <a:cubicBezTo>
                      <a:pt x="156451" y="19089"/>
                      <a:pt x="153117" y="20803"/>
                      <a:pt x="150355" y="22613"/>
                    </a:cubicBezTo>
                    <a:cubicBezTo>
                      <a:pt x="141783" y="28138"/>
                      <a:pt x="131305" y="36139"/>
                      <a:pt x="129400" y="39853"/>
                    </a:cubicBezTo>
                    <a:cubicBezTo>
                      <a:pt x="128638" y="41473"/>
                      <a:pt x="127019" y="42997"/>
                      <a:pt x="125019" y="44616"/>
                    </a:cubicBezTo>
                    <a:cubicBezTo>
                      <a:pt x="121780" y="44616"/>
                      <a:pt x="118446" y="44616"/>
                      <a:pt x="115113" y="44616"/>
                    </a:cubicBezTo>
                    <a:cubicBezTo>
                      <a:pt x="110541" y="48521"/>
                      <a:pt x="105874" y="52331"/>
                      <a:pt x="101016" y="56236"/>
                    </a:cubicBezTo>
                    <a:cubicBezTo>
                      <a:pt x="97301" y="59284"/>
                      <a:pt x="97777" y="61285"/>
                      <a:pt x="89967" y="63952"/>
                    </a:cubicBezTo>
                    <a:cubicBezTo>
                      <a:pt x="83871" y="66047"/>
                      <a:pt x="79394" y="68333"/>
                      <a:pt x="76346" y="70524"/>
                    </a:cubicBezTo>
                    <a:cubicBezTo>
                      <a:pt x="73584" y="70714"/>
                      <a:pt x="70821" y="70810"/>
                      <a:pt x="68155" y="70810"/>
                    </a:cubicBezTo>
                    <a:cubicBezTo>
                      <a:pt x="68155" y="71953"/>
                      <a:pt x="68631" y="73000"/>
                      <a:pt x="69107" y="74048"/>
                    </a:cubicBezTo>
                    <a:cubicBezTo>
                      <a:pt x="69298" y="74334"/>
                      <a:pt x="69488" y="74620"/>
                      <a:pt x="69583" y="75001"/>
                    </a:cubicBezTo>
                    <a:cubicBezTo>
                      <a:pt x="67488" y="75763"/>
                      <a:pt x="65202" y="76429"/>
                      <a:pt x="62820" y="77096"/>
                    </a:cubicBezTo>
                    <a:cubicBezTo>
                      <a:pt x="55296" y="79192"/>
                      <a:pt x="45771" y="83002"/>
                      <a:pt x="41389" y="85002"/>
                    </a:cubicBezTo>
                    <a:cubicBezTo>
                      <a:pt x="40341" y="85478"/>
                      <a:pt x="39484" y="85954"/>
                      <a:pt x="38817" y="86431"/>
                    </a:cubicBezTo>
                    <a:cubicBezTo>
                      <a:pt x="36150" y="88621"/>
                      <a:pt x="35769" y="90622"/>
                      <a:pt x="35007" y="93098"/>
                    </a:cubicBezTo>
                    <a:cubicBezTo>
                      <a:pt x="35007" y="93384"/>
                      <a:pt x="34817" y="93765"/>
                      <a:pt x="34626" y="94051"/>
                    </a:cubicBezTo>
                    <a:cubicBezTo>
                      <a:pt x="33579" y="94241"/>
                      <a:pt x="32531" y="94432"/>
                      <a:pt x="31483" y="94717"/>
                    </a:cubicBezTo>
                    <a:cubicBezTo>
                      <a:pt x="29673" y="98242"/>
                      <a:pt x="28340" y="101861"/>
                      <a:pt x="27578" y="105290"/>
                    </a:cubicBezTo>
                    <a:cubicBezTo>
                      <a:pt x="27387" y="106338"/>
                      <a:pt x="27102" y="107386"/>
                      <a:pt x="27864" y="108243"/>
                    </a:cubicBezTo>
                    <a:cubicBezTo>
                      <a:pt x="27959" y="108338"/>
                      <a:pt x="28149" y="108529"/>
                      <a:pt x="28245" y="108624"/>
                    </a:cubicBezTo>
                    <a:cubicBezTo>
                      <a:pt x="28435" y="108719"/>
                      <a:pt x="28816" y="108814"/>
                      <a:pt x="29007" y="109005"/>
                    </a:cubicBezTo>
                    <a:cubicBezTo>
                      <a:pt x="28149" y="110338"/>
                      <a:pt x="27483" y="111577"/>
                      <a:pt x="27006" y="112815"/>
                    </a:cubicBezTo>
                    <a:cubicBezTo>
                      <a:pt x="28340" y="112815"/>
                      <a:pt x="27006" y="112815"/>
                      <a:pt x="28435" y="112815"/>
                    </a:cubicBezTo>
                    <a:cubicBezTo>
                      <a:pt x="29197" y="112815"/>
                      <a:pt x="30054" y="112720"/>
                      <a:pt x="30816" y="112624"/>
                    </a:cubicBezTo>
                    <a:cubicBezTo>
                      <a:pt x="30435" y="113101"/>
                      <a:pt x="29959" y="113577"/>
                      <a:pt x="29197" y="114053"/>
                    </a:cubicBezTo>
                    <a:cubicBezTo>
                      <a:pt x="29769" y="114053"/>
                      <a:pt x="30626" y="114053"/>
                      <a:pt x="31483" y="113958"/>
                    </a:cubicBezTo>
                    <a:cubicBezTo>
                      <a:pt x="30816" y="114910"/>
                      <a:pt x="30150" y="115863"/>
                      <a:pt x="29578" y="116625"/>
                    </a:cubicBezTo>
                    <a:cubicBezTo>
                      <a:pt x="27673" y="118149"/>
                      <a:pt x="23006" y="119578"/>
                      <a:pt x="18815" y="120816"/>
                    </a:cubicBezTo>
                    <a:cubicBezTo>
                      <a:pt x="13767" y="122340"/>
                      <a:pt x="9004" y="123959"/>
                      <a:pt x="4527" y="125674"/>
                    </a:cubicBezTo>
                    <a:cubicBezTo>
                      <a:pt x="2527" y="126436"/>
                      <a:pt x="432" y="127293"/>
                      <a:pt x="51" y="128055"/>
                    </a:cubicBezTo>
                    <a:cubicBezTo>
                      <a:pt x="-330" y="128912"/>
                      <a:pt x="1479" y="129484"/>
                      <a:pt x="3956" y="129579"/>
                    </a:cubicBezTo>
                    <a:cubicBezTo>
                      <a:pt x="1003" y="131008"/>
                      <a:pt x="717" y="132913"/>
                      <a:pt x="3575" y="133675"/>
                    </a:cubicBezTo>
                    <a:cubicBezTo>
                      <a:pt x="5766" y="134246"/>
                      <a:pt x="9195" y="134437"/>
                      <a:pt x="12528" y="134627"/>
                    </a:cubicBezTo>
                    <a:cubicBezTo>
                      <a:pt x="17577" y="134913"/>
                      <a:pt x="22625" y="135103"/>
                      <a:pt x="27673" y="135389"/>
                    </a:cubicBezTo>
                    <a:cubicBezTo>
                      <a:pt x="27102" y="134818"/>
                      <a:pt x="25482" y="134341"/>
                      <a:pt x="23292" y="134246"/>
                    </a:cubicBezTo>
                    <a:cubicBezTo>
                      <a:pt x="28626" y="134246"/>
                      <a:pt x="34055" y="134246"/>
                      <a:pt x="39865" y="133675"/>
                    </a:cubicBezTo>
                    <a:cubicBezTo>
                      <a:pt x="43485" y="133294"/>
                      <a:pt x="47485" y="132627"/>
                      <a:pt x="50343" y="132913"/>
                    </a:cubicBezTo>
                    <a:cubicBezTo>
                      <a:pt x="49390" y="132436"/>
                      <a:pt x="47485" y="132246"/>
                      <a:pt x="45294" y="132341"/>
                    </a:cubicBezTo>
                    <a:cubicBezTo>
                      <a:pt x="48914" y="131674"/>
                      <a:pt x="52915" y="131674"/>
                      <a:pt x="55296" y="132151"/>
                    </a:cubicBezTo>
                    <a:cubicBezTo>
                      <a:pt x="55200" y="130531"/>
                      <a:pt x="52343" y="129388"/>
                      <a:pt x="48152" y="128626"/>
                    </a:cubicBezTo>
                    <a:cubicBezTo>
                      <a:pt x="49771" y="127864"/>
                      <a:pt x="51105" y="127102"/>
                      <a:pt x="51962" y="126340"/>
                    </a:cubicBezTo>
                    <a:cubicBezTo>
                      <a:pt x="52724" y="125674"/>
                      <a:pt x="53200" y="125102"/>
                      <a:pt x="53486" y="124435"/>
                    </a:cubicBezTo>
                    <a:cubicBezTo>
                      <a:pt x="53867" y="123769"/>
                      <a:pt x="54153" y="123102"/>
                      <a:pt x="55296" y="122435"/>
                    </a:cubicBezTo>
                    <a:cubicBezTo>
                      <a:pt x="56343" y="121768"/>
                      <a:pt x="58153" y="121197"/>
                      <a:pt x="59868" y="120625"/>
                    </a:cubicBezTo>
                    <a:cubicBezTo>
                      <a:pt x="60630" y="120435"/>
                      <a:pt x="61392" y="120149"/>
                      <a:pt x="61773" y="119863"/>
                    </a:cubicBezTo>
                    <a:cubicBezTo>
                      <a:pt x="62820" y="119101"/>
                      <a:pt x="58725" y="119292"/>
                      <a:pt x="60439" y="118339"/>
                    </a:cubicBezTo>
                    <a:cubicBezTo>
                      <a:pt x="60820" y="118054"/>
                      <a:pt x="61677" y="117863"/>
                      <a:pt x="61487" y="117577"/>
                    </a:cubicBezTo>
                    <a:cubicBezTo>
                      <a:pt x="61487" y="117482"/>
                      <a:pt x="61011" y="117387"/>
                      <a:pt x="61011" y="117292"/>
                    </a:cubicBezTo>
                    <a:cubicBezTo>
                      <a:pt x="61011" y="117101"/>
                      <a:pt x="61868" y="116911"/>
                      <a:pt x="62154" y="116720"/>
                    </a:cubicBezTo>
                    <a:cubicBezTo>
                      <a:pt x="62535" y="116434"/>
                      <a:pt x="62249" y="116244"/>
                      <a:pt x="61868" y="116149"/>
                    </a:cubicBezTo>
                    <a:cubicBezTo>
                      <a:pt x="61487" y="115958"/>
                      <a:pt x="61011" y="115863"/>
                      <a:pt x="60915" y="115672"/>
                    </a:cubicBezTo>
                    <a:cubicBezTo>
                      <a:pt x="60725" y="114910"/>
                      <a:pt x="61582" y="114148"/>
                      <a:pt x="57677" y="114434"/>
                    </a:cubicBezTo>
                    <a:cubicBezTo>
                      <a:pt x="55772" y="114529"/>
                      <a:pt x="53486" y="114720"/>
                      <a:pt x="50914" y="115006"/>
                    </a:cubicBezTo>
                    <a:lnTo>
                      <a:pt x="53391" y="112624"/>
                    </a:lnTo>
                    <a:cubicBezTo>
                      <a:pt x="55296" y="112529"/>
                      <a:pt x="56534" y="112434"/>
                      <a:pt x="56534" y="112339"/>
                    </a:cubicBezTo>
                    <a:cubicBezTo>
                      <a:pt x="57105" y="111862"/>
                      <a:pt x="57201" y="111481"/>
                      <a:pt x="57487" y="110910"/>
                    </a:cubicBezTo>
                    <a:cubicBezTo>
                      <a:pt x="59391" y="110815"/>
                      <a:pt x="60725" y="110624"/>
                      <a:pt x="63392" y="110338"/>
                    </a:cubicBezTo>
                    <a:cubicBezTo>
                      <a:pt x="71298" y="109386"/>
                      <a:pt x="77775" y="107100"/>
                      <a:pt x="83109" y="104623"/>
                    </a:cubicBezTo>
                    <a:cubicBezTo>
                      <a:pt x="88633" y="102528"/>
                      <a:pt x="92824" y="100147"/>
                      <a:pt x="96444" y="97956"/>
                    </a:cubicBezTo>
                    <a:cubicBezTo>
                      <a:pt x="99206" y="96337"/>
                      <a:pt x="101778" y="94622"/>
                      <a:pt x="104445" y="93003"/>
                    </a:cubicBezTo>
                    <a:cubicBezTo>
                      <a:pt x="104445" y="93003"/>
                      <a:pt x="104445" y="93003"/>
                      <a:pt x="104445" y="93003"/>
                    </a:cubicBezTo>
                    <a:cubicBezTo>
                      <a:pt x="111874" y="88145"/>
                      <a:pt x="117875" y="83192"/>
                      <a:pt x="123781" y="78334"/>
                    </a:cubicBezTo>
                    <a:cubicBezTo>
                      <a:pt x="125114" y="77191"/>
                      <a:pt x="126448" y="76144"/>
                      <a:pt x="127781" y="75001"/>
                    </a:cubicBezTo>
                    <a:cubicBezTo>
                      <a:pt x="130638" y="72715"/>
                      <a:pt x="135782" y="70333"/>
                      <a:pt x="140259" y="68143"/>
                    </a:cubicBezTo>
                    <a:cubicBezTo>
                      <a:pt x="138544" y="67857"/>
                      <a:pt x="136544" y="67666"/>
                      <a:pt x="134639" y="67476"/>
                    </a:cubicBezTo>
                    <a:cubicBezTo>
                      <a:pt x="142164" y="60046"/>
                      <a:pt x="148069" y="52522"/>
                      <a:pt x="151308" y="45283"/>
                    </a:cubicBezTo>
                    <a:cubicBezTo>
                      <a:pt x="150260" y="45283"/>
                      <a:pt x="149117" y="45187"/>
                      <a:pt x="147974" y="45092"/>
                    </a:cubicBezTo>
                    <a:cubicBezTo>
                      <a:pt x="149022" y="42139"/>
                      <a:pt x="149879" y="39568"/>
                      <a:pt x="151117" y="38710"/>
                    </a:cubicBezTo>
                    <a:cubicBezTo>
                      <a:pt x="164643" y="28995"/>
                      <a:pt x="167405" y="19851"/>
                      <a:pt x="181216" y="10135"/>
                    </a:cubicBezTo>
                    <a:cubicBezTo>
                      <a:pt x="182645" y="9088"/>
                      <a:pt x="184074" y="8230"/>
                      <a:pt x="185788" y="7468"/>
                    </a:cubicBezTo>
                    <a:cubicBezTo>
                      <a:pt x="186169" y="7373"/>
                      <a:pt x="186455" y="7183"/>
                      <a:pt x="186836" y="7087"/>
                    </a:cubicBezTo>
                    <a:cubicBezTo>
                      <a:pt x="191122" y="5468"/>
                      <a:pt x="192361" y="4992"/>
                      <a:pt x="197599" y="4420"/>
                    </a:cubicBezTo>
                    <a:cubicBezTo>
                      <a:pt x="202362" y="3944"/>
                      <a:pt x="206743" y="3944"/>
                      <a:pt x="211411" y="3468"/>
                    </a:cubicBezTo>
                    <a:cubicBezTo>
                      <a:pt x="214744" y="3182"/>
                      <a:pt x="218554" y="2420"/>
                      <a:pt x="221316" y="1468"/>
                    </a:cubicBezTo>
                    <a:cubicBezTo>
                      <a:pt x="221888" y="1372"/>
                      <a:pt x="222364" y="1277"/>
                      <a:pt x="222364" y="1087"/>
                    </a:cubicBezTo>
                    <a:lnTo>
                      <a:pt x="222364" y="1087"/>
                    </a:lnTo>
                    <a:close/>
                    <a:moveTo>
                      <a:pt x="62535" y="83668"/>
                    </a:moveTo>
                    <a:cubicBezTo>
                      <a:pt x="64821" y="82716"/>
                      <a:pt x="68345" y="81287"/>
                      <a:pt x="72060" y="79763"/>
                    </a:cubicBezTo>
                    <a:cubicBezTo>
                      <a:pt x="72536" y="81001"/>
                      <a:pt x="73108" y="83383"/>
                      <a:pt x="70059" y="84049"/>
                    </a:cubicBezTo>
                    <a:cubicBezTo>
                      <a:pt x="68155" y="84526"/>
                      <a:pt x="65106" y="84716"/>
                      <a:pt x="64440" y="85383"/>
                    </a:cubicBezTo>
                    <a:cubicBezTo>
                      <a:pt x="64059" y="85669"/>
                      <a:pt x="64630" y="85954"/>
                      <a:pt x="64916" y="86145"/>
                    </a:cubicBezTo>
                    <a:cubicBezTo>
                      <a:pt x="65678" y="86812"/>
                      <a:pt x="62058" y="88621"/>
                      <a:pt x="57963" y="90526"/>
                    </a:cubicBezTo>
                    <a:cubicBezTo>
                      <a:pt x="57010" y="90526"/>
                      <a:pt x="56058" y="90717"/>
                      <a:pt x="55105" y="90812"/>
                    </a:cubicBezTo>
                    <a:cubicBezTo>
                      <a:pt x="55105" y="90336"/>
                      <a:pt x="55105" y="89860"/>
                      <a:pt x="55105" y="89479"/>
                    </a:cubicBezTo>
                    <a:cubicBezTo>
                      <a:pt x="55105" y="87574"/>
                      <a:pt x="57772" y="85573"/>
                      <a:pt x="62535" y="83668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5" name="Google Shape;1605;p123"/>
              <p:cNvSpPr/>
              <p:nvPr/>
            </p:nvSpPr>
            <p:spPr>
              <a:xfrm>
                <a:off x="3484587" y="1923082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3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02"/>
                    </a:cubicBezTo>
                    <a:cubicBezTo>
                      <a:pt x="35921" y="58954"/>
                      <a:pt x="35921" y="56478"/>
                      <a:pt x="37160" y="54192"/>
                    </a:cubicBezTo>
                    <a:cubicBezTo>
                      <a:pt x="37541" y="53525"/>
                      <a:pt x="38208" y="53049"/>
                      <a:pt x="38779" y="52573"/>
                    </a:cubicBezTo>
                    <a:cubicBezTo>
                      <a:pt x="39350" y="52096"/>
                      <a:pt x="39922" y="51430"/>
                      <a:pt x="39827" y="50668"/>
                    </a:cubicBezTo>
                    <a:cubicBezTo>
                      <a:pt x="39827" y="50001"/>
                      <a:pt x="39160" y="49334"/>
                      <a:pt x="39446" y="48763"/>
                    </a:cubicBezTo>
                    <a:cubicBezTo>
                      <a:pt x="39636" y="48382"/>
                      <a:pt x="40017" y="48096"/>
                      <a:pt x="40303" y="47810"/>
                    </a:cubicBezTo>
                    <a:cubicBezTo>
                      <a:pt x="40684" y="47143"/>
                      <a:pt x="40303" y="46286"/>
                      <a:pt x="40303" y="45524"/>
                    </a:cubicBezTo>
                    <a:cubicBezTo>
                      <a:pt x="39922" y="42381"/>
                      <a:pt x="43732" y="43143"/>
                      <a:pt x="43637" y="40762"/>
                    </a:cubicBezTo>
                    <a:cubicBezTo>
                      <a:pt x="43637" y="39904"/>
                      <a:pt x="43160" y="39142"/>
                      <a:pt x="42684" y="38476"/>
                    </a:cubicBezTo>
                    <a:cubicBezTo>
                      <a:pt x="41636" y="36761"/>
                      <a:pt x="40684" y="34856"/>
                      <a:pt x="40493" y="32856"/>
                    </a:cubicBezTo>
                    <a:cubicBezTo>
                      <a:pt x="40208" y="30760"/>
                      <a:pt x="40779" y="28570"/>
                      <a:pt x="41351" y="26569"/>
                    </a:cubicBezTo>
                    <a:cubicBezTo>
                      <a:pt x="41827" y="24664"/>
                      <a:pt x="42113" y="22664"/>
                      <a:pt x="42208" y="20664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6" name="Google Shape;1606;p123"/>
              <p:cNvSpPr/>
              <p:nvPr/>
            </p:nvSpPr>
            <p:spPr>
              <a:xfrm>
                <a:off x="3541499" y="214968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8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7" name="Google Shape;1607;p123"/>
              <p:cNvSpPr/>
              <p:nvPr/>
            </p:nvSpPr>
            <p:spPr>
              <a:xfrm>
                <a:off x="3484505" y="2373290"/>
                <a:ext cx="142236" cy="768675"/>
              </a:xfrm>
              <a:custGeom>
                <a:avLst/>
                <a:gdLst/>
                <a:ahLst/>
                <a:cxnLst/>
                <a:rect l="l" t="t" r="r" b="b"/>
                <a:pathLst>
                  <a:path w="48711" h="263245" extrusionOk="0">
                    <a:moveTo>
                      <a:pt x="12422" y="3782"/>
                    </a:moveTo>
                    <a:cubicBezTo>
                      <a:pt x="9184" y="11021"/>
                      <a:pt x="6231" y="18450"/>
                      <a:pt x="3469" y="25880"/>
                    </a:cubicBezTo>
                    <a:cubicBezTo>
                      <a:pt x="2230" y="29404"/>
                      <a:pt x="992" y="33024"/>
                      <a:pt x="421" y="36834"/>
                    </a:cubicBezTo>
                    <a:cubicBezTo>
                      <a:pt x="-818" y="45882"/>
                      <a:pt x="802" y="53121"/>
                      <a:pt x="3659" y="61408"/>
                    </a:cubicBezTo>
                    <a:cubicBezTo>
                      <a:pt x="6517" y="69504"/>
                      <a:pt x="5278" y="78172"/>
                      <a:pt x="5088" y="86554"/>
                    </a:cubicBezTo>
                    <a:cubicBezTo>
                      <a:pt x="4897" y="104652"/>
                      <a:pt x="9946" y="121701"/>
                      <a:pt x="5374" y="139227"/>
                    </a:cubicBezTo>
                    <a:cubicBezTo>
                      <a:pt x="2326" y="150943"/>
                      <a:pt x="2421" y="175994"/>
                      <a:pt x="3754" y="193425"/>
                    </a:cubicBezTo>
                    <a:cubicBezTo>
                      <a:pt x="4135" y="199044"/>
                      <a:pt x="5183" y="204569"/>
                      <a:pt x="5850" y="210093"/>
                    </a:cubicBezTo>
                    <a:cubicBezTo>
                      <a:pt x="7279" y="223143"/>
                      <a:pt x="6326" y="236478"/>
                      <a:pt x="2992" y="249146"/>
                    </a:cubicBezTo>
                    <a:cubicBezTo>
                      <a:pt x="1945" y="253337"/>
                      <a:pt x="-2342" y="259814"/>
                      <a:pt x="2135" y="262100"/>
                    </a:cubicBezTo>
                    <a:cubicBezTo>
                      <a:pt x="3945" y="263052"/>
                      <a:pt x="8136" y="262481"/>
                      <a:pt x="10231" y="262576"/>
                    </a:cubicBezTo>
                    <a:cubicBezTo>
                      <a:pt x="22138" y="263338"/>
                      <a:pt x="29472" y="262481"/>
                      <a:pt x="41378" y="263243"/>
                    </a:cubicBezTo>
                    <a:cubicBezTo>
                      <a:pt x="43188" y="263338"/>
                      <a:pt x="46807" y="260481"/>
                      <a:pt x="48617" y="260100"/>
                    </a:cubicBezTo>
                    <a:cubicBezTo>
                      <a:pt x="49284" y="258671"/>
                      <a:pt x="46236" y="258290"/>
                      <a:pt x="44807" y="257623"/>
                    </a:cubicBezTo>
                    <a:cubicBezTo>
                      <a:pt x="38425" y="254480"/>
                      <a:pt x="35854" y="254956"/>
                      <a:pt x="29567" y="251622"/>
                    </a:cubicBezTo>
                    <a:cubicBezTo>
                      <a:pt x="21185" y="247146"/>
                      <a:pt x="19471" y="241050"/>
                      <a:pt x="19185" y="231810"/>
                    </a:cubicBezTo>
                    <a:cubicBezTo>
                      <a:pt x="18232" y="201140"/>
                      <a:pt x="27281" y="172660"/>
                      <a:pt x="26614" y="141894"/>
                    </a:cubicBezTo>
                    <a:cubicBezTo>
                      <a:pt x="26519" y="135894"/>
                      <a:pt x="38425" y="104747"/>
                      <a:pt x="39854" y="89031"/>
                    </a:cubicBezTo>
                    <a:cubicBezTo>
                      <a:pt x="41569" y="71124"/>
                      <a:pt x="41283" y="64551"/>
                      <a:pt x="42902" y="57503"/>
                    </a:cubicBezTo>
                    <a:cubicBezTo>
                      <a:pt x="44712" y="49597"/>
                      <a:pt x="46426" y="40263"/>
                      <a:pt x="46807" y="32166"/>
                    </a:cubicBezTo>
                    <a:cubicBezTo>
                      <a:pt x="47093" y="23689"/>
                      <a:pt x="45474" y="14640"/>
                      <a:pt x="39854" y="8354"/>
                    </a:cubicBezTo>
                    <a:cubicBezTo>
                      <a:pt x="34139" y="2067"/>
                      <a:pt x="15851" y="-4124"/>
                      <a:pt x="12327" y="3591"/>
                    </a:cubicBezTo>
                    <a:close/>
                  </a:path>
                </a:pathLst>
              </a:custGeom>
              <a:solidFill>
                <a:srgbClr val="F6BB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8" name="Google Shape;1608;p123"/>
              <p:cNvSpPr/>
              <p:nvPr/>
            </p:nvSpPr>
            <p:spPr>
              <a:xfrm>
                <a:off x="3463351" y="2428996"/>
                <a:ext cx="163342" cy="307400"/>
              </a:xfrm>
              <a:custGeom>
                <a:avLst/>
                <a:gdLst/>
                <a:ahLst/>
                <a:cxnLst/>
                <a:rect l="l" t="t" r="r" b="b"/>
                <a:pathLst>
                  <a:path w="55939" h="105274" extrusionOk="0">
                    <a:moveTo>
                      <a:pt x="5954" y="68422"/>
                    </a:moveTo>
                    <a:cubicBezTo>
                      <a:pt x="5668" y="80614"/>
                      <a:pt x="5192" y="92902"/>
                      <a:pt x="4715" y="105094"/>
                    </a:cubicBezTo>
                    <a:cubicBezTo>
                      <a:pt x="17479" y="105760"/>
                      <a:pt x="30147" y="104522"/>
                      <a:pt x="42625" y="102427"/>
                    </a:cubicBezTo>
                    <a:cubicBezTo>
                      <a:pt x="48911" y="79471"/>
                      <a:pt x="52817" y="55945"/>
                      <a:pt x="55103" y="32227"/>
                    </a:cubicBezTo>
                    <a:cubicBezTo>
                      <a:pt x="56150" y="21464"/>
                      <a:pt x="56817" y="10415"/>
                      <a:pt x="53293" y="223"/>
                    </a:cubicBezTo>
                    <a:cubicBezTo>
                      <a:pt x="35862" y="-920"/>
                      <a:pt x="19574" y="2509"/>
                      <a:pt x="2525" y="6319"/>
                    </a:cubicBezTo>
                    <a:cubicBezTo>
                      <a:pt x="-1381" y="18988"/>
                      <a:pt x="-904" y="32227"/>
                      <a:pt x="5001" y="44134"/>
                    </a:cubicBezTo>
                    <a:cubicBezTo>
                      <a:pt x="9287" y="52611"/>
                      <a:pt x="6144" y="58993"/>
                      <a:pt x="5858" y="684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9" name="Google Shape;1609;p123"/>
              <p:cNvSpPr/>
              <p:nvPr/>
            </p:nvSpPr>
            <p:spPr>
              <a:xfrm>
                <a:off x="3475111" y="2087151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0" name="Google Shape;1610;p123"/>
              <p:cNvSpPr/>
              <p:nvPr/>
            </p:nvSpPr>
            <p:spPr>
              <a:xfrm>
                <a:off x="3492561" y="2096839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8"/>
                    </a:cubicBezTo>
                    <a:cubicBezTo>
                      <a:pt x="-53" y="6477"/>
                      <a:pt x="42" y="6191"/>
                      <a:pt x="42" y="5906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1" name="Google Shape;1611;p123"/>
              <p:cNvSpPr/>
              <p:nvPr/>
            </p:nvSpPr>
            <p:spPr>
              <a:xfrm>
                <a:off x="3474566" y="3070064"/>
                <a:ext cx="153852" cy="75409"/>
              </a:xfrm>
              <a:custGeom>
                <a:avLst/>
                <a:gdLst/>
                <a:ahLst/>
                <a:cxnLst/>
                <a:rect l="l" t="t" r="r" b="b"/>
                <a:pathLst>
                  <a:path w="52689" h="25825" extrusionOk="0">
                    <a:moveTo>
                      <a:pt x="16" y="25684"/>
                    </a:moveTo>
                    <a:cubicBezTo>
                      <a:pt x="8494" y="26351"/>
                      <a:pt x="52690" y="24446"/>
                      <a:pt x="52690" y="24446"/>
                    </a:cubicBezTo>
                    <a:cubicBezTo>
                      <a:pt x="52690" y="19493"/>
                      <a:pt x="48403" y="15587"/>
                      <a:pt x="44212" y="14159"/>
                    </a:cubicBezTo>
                    <a:cubicBezTo>
                      <a:pt x="40117" y="12730"/>
                      <a:pt x="35640" y="12920"/>
                      <a:pt x="31544" y="11206"/>
                    </a:cubicBezTo>
                    <a:cubicBezTo>
                      <a:pt x="27067" y="9396"/>
                      <a:pt x="26496" y="7872"/>
                      <a:pt x="24210" y="2919"/>
                    </a:cubicBezTo>
                    <a:cubicBezTo>
                      <a:pt x="23734" y="1776"/>
                      <a:pt x="23162" y="443"/>
                      <a:pt x="22114" y="62"/>
                    </a:cubicBezTo>
                    <a:cubicBezTo>
                      <a:pt x="21448" y="-129"/>
                      <a:pt x="20686" y="157"/>
                      <a:pt x="20019" y="443"/>
                    </a:cubicBezTo>
                    <a:cubicBezTo>
                      <a:pt x="15256" y="2538"/>
                      <a:pt x="7160" y="538"/>
                      <a:pt x="3255" y="3967"/>
                    </a:cubicBezTo>
                    <a:cubicBezTo>
                      <a:pt x="3255" y="3967"/>
                      <a:pt x="-269" y="19874"/>
                      <a:pt x="16" y="255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2" name="Google Shape;1612;p123"/>
              <p:cNvSpPr/>
              <p:nvPr/>
            </p:nvSpPr>
            <p:spPr>
              <a:xfrm>
                <a:off x="3440693" y="2108238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39"/>
                      <a:pt x="1524" y="128873"/>
                      <a:pt x="0" y="132398"/>
                    </a:cubicBezTo>
                    <a:cubicBezTo>
                      <a:pt x="11144" y="131921"/>
                      <a:pt x="21145" y="138875"/>
                      <a:pt x="31814" y="142304"/>
                    </a:cubicBezTo>
                    <a:cubicBezTo>
                      <a:pt x="44005" y="146304"/>
                      <a:pt x="57721" y="145542"/>
                      <a:pt x="69437" y="140399"/>
                    </a:cubicBezTo>
                    <a:cubicBezTo>
                      <a:pt x="68008" y="133255"/>
                      <a:pt x="65818" y="126016"/>
                      <a:pt x="66008" y="118682"/>
                    </a:cubicBezTo>
                    <a:cubicBezTo>
                      <a:pt x="66103" y="115253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5" y="7810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80"/>
                    </a:cubicBezTo>
                    <a:cubicBezTo>
                      <a:pt x="7906" y="36576"/>
                      <a:pt x="9525" y="46672"/>
                      <a:pt x="11620" y="56483"/>
                    </a:cubicBezTo>
                    <a:cubicBezTo>
                      <a:pt x="12668" y="61532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8"/>
                    </a:cubicBezTo>
                    <a:cubicBezTo>
                      <a:pt x="15430" y="88678"/>
                      <a:pt x="18193" y="89345"/>
                      <a:pt x="19526" y="90773"/>
                    </a:cubicBezTo>
                    <a:cubicBezTo>
                      <a:pt x="22003" y="93440"/>
                      <a:pt x="16383" y="103251"/>
                      <a:pt x="15049" y="105918"/>
                    </a:cubicBezTo>
                    <a:cubicBezTo>
                      <a:pt x="12097" y="111633"/>
                      <a:pt x="8572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3" name="Google Shape;1613;p123"/>
              <p:cNvSpPr/>
              <p:nvPr/>
            </p:nvSpPr>
            <p:spPr>
              <a:xfrm>
                <a:off x="3415391" y="2137404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1" y="133169"/>
                    </a:cubicBezTo>
                    <a:cubicBezTo>
                      <a:pt x="40386" y="130597"/>
                      <a:pt x="38672" y="128121"/>
                      <a:pt x="36766" y="125549"/>
                    </a:cubicBezTo>
                    <a:cubicBezTo>
                      <a:pt x="35433" y="123835"/>
                      <a:pt x="32671" y="120977"/>
                      <a:pt x="32576" y="118786"/>
                    </a:cubicBezTo>
                    <a:cubicBezTo>
                      <a:pt x="32576" y="118786"/>
                      <a:pt x="23717" y="91164"/>
                      <a:pt x="20002" y="81639"/>
                    </a:cubicBezTo>
                    <a:cubicBezTo>
                      <a:pt x="17716" y="75733"/>
                      <a:pt x="17812" y="69256"/>
                      <a:pt x="20193" y="63446"/>
                    </a:cubicBezTo>
                    <a:cubicBezTo>
                      <a:pt x="26384" y="48301"/>
                      <a:pt x="38195" y="18393"/>
                      <a:pt x="38386" y="10392"/>
                    </a:cubicBezTo>
                    <a:cubicBezTo>
                      <a:pt x="38672" y="-181"/>
                      <a:pt x="24289" y="-4086"/>
                      <a:pt x="19431" y="5344"/>
                    </a:cubicBezTo>
                    <a:cubicBezTo>
                      <a:pt x="19431" y="5534"/>
                      <a:pt x="19240" y="5629"/>
                      <a:pt x="19240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7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7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7" y="139265"/>
                      <a:pt x="30289" y="140122"/>
                    </a:cubicBezTo>
                    <a:cubicBezTo>
                      <a:pt x="32290" y="142313"/>
                      <a:pt x="30289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F6BB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4" name="Google Shape;1614;p123"/>
              <p:cNvSpPr/>
              <p:nvPr/>
            </p:nvSpPr>
            <p:spPr>
              <a:xfrm>
                <a:off x="3426235" y="2133417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2" y="45857"/>
                      <a:pt x="30766" y="37952"/>
                    </a:cubicBezTo>
                    <a:cubicBezTo>
                      <a:pt x="34195" y="29474"/>
                      <a:pt x="37529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20"/>
                      <a:pt x="11049" y="11758"/>
                      <a:pt x="10001" y="14996"/>
                    </a:cubicBezTo>
                    <a:cubicBezTo>
                      <a:pt x="6191" y="25950"/>
                      <a:pt x="2953" y="37095"/>
                      <a:pt x="0" y="48334"/>
                    </a:cubicBezTo>
                    <a:cubicBezTo>
                      <a:pt x="4096" y="52430"/>
                      <a:pt x="8572" y="56049"/>
                      <a:pt x="13621" y="588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5" name="Google Shape;1615;p123"/>
              <p:cNvSpPr/>
              <p:nvPr/>
            </p:nvSpPr>
            <p:spPr>
              <a:xfrm>
                <a:off x="3459313" y="1904703"/>
                <a:ext cx="157604" cy="165237"/>
              </a:xfrm>
              <a:custGeom>
                <a:avLst/>
                <a:gdLst/>
                <a:ahLst/>
                <a:cxnLst/>
                <a:rect l="l" t="t" r="r" b="b"/>
                <a:pathLst>
                  <a:path w="53974" h="56588" extrusionOk="0">
                    <a:moveTo>
                      <a:pt x="14827" y="56589"/>
                    </a:moveTo>
                    <a:cubicBezTo>
                      <a:pt x="15303" y="52779"/>
                      <a:pt x="15684" y="48683"/>
                      <a:pt x="13874" y="45349"/>
                    </a:cubicBezTo>
                    <a:cubicBezTo>
                      <a:pt x="12541" y="42968"/>
                      <a:pt x="10350" y="41349"/>
                      <a:pt x="8350" y="39444"/>
                    </a:cubicBezTo>
                    <a:cubicBezTo>
                      <a:pt x="5873" y="37063"/>
                      <a:pt x="3778" y="34300"/>
                      <a:pt x="2158" y="31252"/>
                    </a:cubicBezTo>
                    <a:cubicBezTo>
                      <a:pt x="635" y="28300"/>
                      <a:pt x="-413" y="24966"/>
                      <a:pt x="158" y="21727"/>
                    </a:cubicBezTo>
                    <a:cubicBezTo>
                      <a:pt x="730" y="18489"/>
                      <a:pt x="3492" y="15441"/>
                      <a:pt x="6826" y="15441"/>
                    </a:cubicBezTo>
                    <a:cubicBezTo>
                      <a:pt x="4921" y="10678"/>
                      <a:pt x="8159" y="6011"/>
                      <a:pt x="12445" y="3344"/>
                    </a:cubicBezTo>
                    <a:cubicBezTo>
                      <a:pt x="16732" y="677"/>
                      <a:pt x="22066" y="201"/>
                      <a:pt x="27209" y="10"/>
                    </a:cubicBezTo>
                    <a:cubicBezTo>
                      <a:pt x="35115" y="-180"/>
                      <a:pt x="45974" y="2201"/>
                      <a:pt x="49974" y="10107"/>
                    </a:cubicBezTo>
                    <a:cubicBezTo>
                      <a:pt x="51117" y="12393"/>
                      <a:pt x="51784" y="15155"/>
                      <a:pt x="53974" y="16489"/>
                    </a:cubicBezTo>
                    <a:cubicBezTo>
                      <a:pt x="50164" y="22680"/>
                      <a:pt x="44259" y="25537"/>
                      <a:pt x="37591" y="27442"/>
                    </a:cubicBezTo>
                    <a:cubicBezTo>
                      <a:pt x="34924" y="28204"/>
                      <a:pt x="31019" y="26776"/>
                      <a:pt x="29114" y="29062"/>
                    </a:cubicBezTo>
                    <a:cubicBezTo>
                      <a:pt x="28162" y="30300"/>
                      <a:pt x="29400" y="38396"/>
                      <a:pt x="29114" y="38491"/>
                    </a:cubicBezTo>
                    <a:cubicBezTo>
                      <a:pt x="27209" y="38777"/>
                      <a:pt x="25304" y="39158"/>
                      <a:pt x="23399" y="39444"/>
                    </a:cubicBezTo>
                    <a:cubicBezTo>
                      <a:pt x="24733" y="37634"/>
                      <a:pt x="23018" y="34586"/>
                      <a:pt x="20732" y="34586"/>
                    </a:cubicBezTo>
                    <a:cubicBezTo>
                      <a:pt x="18446" y="34586"/>
                      <a:pt x="16541" y="36872"/>
                      <a:pt x="16541" y="39158"/>
                    </a:cubicBezTo>
                    <a:cubicBezTo>
                      <a:pt x="16541" y="41444"/>
                      <a:pt x="18160" y="43540"/>
                      <a:pt x="20161" y="44683"/>
                    </a:cubicBezTo>
                    <a:cubicBezTo>
                      <a:pt x="22161" y="45826"/>
                      <a:pt x="24447" y="46207"/>
                      <a:pt x="26733" y="46397"/>
                    </a:cubicBezTo>
                    <a:cubicBezTo>
                      <a:pt x="23590" y="50302"/>
                      <a:pt x="19018" y="53827"/>
                      <a:pt x="14922" y="56589"/>
                    </a:cubicBezTo>
                    <a:close/>
                  </a:path>
                </a:pathLst>
              </a:custGeom>
              <a:solidFill>
                <a:srgbClr val="CD724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16" name="Google Shape;1616;p123"/>
            <p:cNvGrpSpPr/>
            <p:nvPr/>
          </p:nvGrpSpPr>
          <p:grpSpPr>
            <a:xfrm>
              <a:off x="8159521" y="739709"/>
              <a:ext cx="858731" cy="1639529"/>
              <a:chOff x="3994396" y="1674709"/>
              <a:chExt cx="858731" cy="1639529"/>
            </a:xfrm>
          </p:grpSpPr>
          <p:sp>
            <p:nvSpPr>
              <p:cNvPr id="1617" name="Google Shape;1617;p123"/>
              <p:cNvSpPr/>
              <p:nvPr/>
            </p:nvSpPr>
            <p:spPr>
              <a:xfrm>
                <a:off x="3994396" y="2913152"/>
                <a:ext cx="858731" cy="401085"/>
              </a:xfrm>
              <a:custGeom>
                <a:avLst/>
                <a:gdLst/>
                <a:ahLst/>
                <a:cxnLst/>
                <a:rect l="l" t="t" r="r" b="b"/>
                <a:pathLst>
                  <a:path w="294086" h="137358" extrusionOk="0">
                    <a:moveTo>
                      <a:pt x="247795" y="11716"/>
                    </a:moveTo>
                    <a:cubicBezTo>
                      <a:pt x="249891" y="10763"/>
                      <a:pt x="251986" y="9906"/>
                      <a:pt x="254177" y="9144"/>
                    </a:cubicBezTo>
                    <a:cubicBezTo>
                      <a:pt x="254558" y="9049"/>
                      <a:pt x="255034" y="8954"/>
                      <a:pt x="255415" y="8858"/>
                    </a:cubicBezTo>
                    <a:cubicBezTo>
                      <a:pt x="260559" y="7430"/>
                      <a:pt x="261987" y="7049"/>
                      <a:pt x="267131" y="6858"/>
                    </a:cubicBezTo>
                    <a:cubicBezTo>
                      <a:pt x="271798" y="6668"/>
                      <a:pt x="275513" y="7049"/>
                      <a:pt x="280085" y="6858"/>
                    </a:cubicBezTo>
                    <a:cubicBezTo>
                      <a:pt x="283323" y="6858"/>
                      <a:pt x="287229" y="6286"/>
                      <a:pt x="290467" y="5429"/>
                    </a:cubicBezTo>
                    <a:cubicBezTo>
                      <a:pt x="291134" y="5429"/>
                      <a:pt x="291610" y="5239"/>
                      <a:pt x="291705" y="5144"/>
                    </a:cubicBezTo>
                    <a:cubicBezTo>
                      <a:pt x="291705" y="5144"/>
                      <a:pt x="291705" y="5144"/>
                      <a:pt x="291705" y="5144"/>
                    </a:cubicBezTo>
                    <a:cubicBezTo>
                      <a:pt x="292563" y="4858"/>
                      <a:pt x="293420" y="4667"/>
                      <a:pt x="294087" y="4286"/>
                    </a:cubicBezTo>
                    <a:cubicBezTo>
                      <a:pt x="294087" y="4286"/>
                      <a:pt x="291420" y="4001"/>
                      <a:pt x="287514" y="3620"/>
                    </a:cubicBezTo>
                    <a:lnTo>
                      <a:pt x="287514" y="3620"/>
                    </a:lnTo>
                    <a:cubicBezTo>
                      <a:pt x="276370" y="2477"/>
                      <a:pt x="254558" y="286"/>
                      <a:pt x="248843" y="0"/>
                    </a:cubicBezTo>
                    <a:cubicBezTo>
                      <a:pt x="244938" y="1715"/>
                      <a:pt x="237889" y="6953"/>
                      <a:pt x="237889" y="6953"/>
                    </a:cubicBezTo>
                    <a:cubicBezTo>
                      <a:pt x="238270" y="7430"/>
                      <a:pt x="239508" y="7715"/>
                      <a:pt x="241032" y="7906"/>
                    </a:cubicBezTo>
                    <a:cubicBezTo>
                      <a:pt x="236175" y="11144"/>
                      <a:pt x="229888" y="14383"/>
                      <a:pt x="222459" y="17431"/>
                    </a:cubicBezTo>
                    <a:cubicBezTo>
                      <a:pt x="218363" y="19145"/>
                      <a:pt x="213886" y="20765"/>
                      <a:pt x="209981" y="22479"/>
                    </a:cubicBezTo>
                    <a:cubicBezTo>
                      <a:pt x="197694" y="27718"/>
                      <a:pt x="181692" y="35528"/>
                      <a:pt x="176834" y="39338"/>
                    </a:cubicBezTo>
                    <a:cubicBezTo>
                      <a:pt x="174738" y="40958"/>
                      <a:pt x="171976" y="42577"/>
                      <a:pt x="168928" y="44101"/>
                    </a:cubicBezTo>
                    <a:cubicBezTo>
                      <a:pt x="167214" y="43910"/>
                      <a:pt x="165404" y="43815"/>
                      <a:pt x="163594" y="43720"/>
                    </a:cubicBezTo>
                    <a:cubicBezTo>
                      <a:pt x="163594" y="43720"/>
                      <a:pt x="163594" y="43529"/>
                      <a:pt x="163594" y="43434"/>
                    </a:cubicBezTo>
                    <a:cubicBezTo>
                      <a:pt x="162737" y="43434"/>
                      <a:pt x="161880" y="43434"/>
                      <a:pt x="161022" y="43434"/>
                    </a:cubicBezTo>
                    <a:cubicBezTo>
                      <a:pt x="160737" y="43434"/>
                      <a:pt x="160451" y="43434"/>
                      <a:pt x="160165" y="43434"/>
                    </a:cubicBezTo>
                    <a:cubicBezTo>
                      <a:pt x="160165" y="43434"/>
                      <a:pt x="160070" y="43434"/>
                      <a:pt x="159975" y="43529"/>
                    </a:cubicBezTo>
                    <a:cubicBezTo>
                      <a:pt x="157974" y="43529"/>
                      <a:pt x="156069" y="43625"/>
                      <a:pt x="154069" y="43720"/>
                    </a:cubicBezTo>
                    <a:cubicBezTo>
                      <a:pt x="153974" y="42005"/>
                      <a:pt x="154069" y="40672"/>
                      <a:pt x="154545" y="40100"/>
                    </a:cubicBezTo>
                    <a:cubicBezTo>
                      <a:pt x="163785" y="30385"/>
                      <a:pt x="162546" y="21812"/>
                      <a:pt x="172071" y="12097"/>
                    </a:cubicBezTo>
                    <a:cubicBezTo>
                      <a:pt x="173119" y="11049"/>
                      <a:pt x="174167" y="10192"/>
                      <a:pt x="175596" y="9334"/>
                    </a:cubicBezTo>
                    <a:cubicBezTo>
                      <a:pt x="175691" y="9334"/>
                      <a:pt x="175786" y="9334"/>
                      <a:pt x="175977" y="9334"/>
                    </a:cubicBezTo>
                    <a:cubicBezTo>
                      <a:pt x="176643" y="9334"/>
                      <a:pt x="177215" y="9430"/>
                      <a:pt x="178072" y="9334"/>
                    </a:cubicBezTo>
                    <a:cubicBezTo>
                      <a:pt x="179310" y="9144"/>
                      <a:pt x="180168" y="8763"/>
                      <a:pt x="181025" y="8382"/>
                    </a:cubicBezTo>
                    <a:cubicBezTo>
                      <a:pt x="184644" y="6668"/>
                      <a:pt x="185597" y="6191"/>
                      <a:pt x="190836" y="5429"/>
                    </a:cubicBezTo>
                    <a:cubicBezTo>
                      <a:pt x="195598" y="4667"/>
                      <a:pt x="200170" y="4572"/>
                      <a:pt x="204837" y="3905"/>
                    </a:cubicBezTo>
                    <a:cubicBezTo>
                      <a:pt x="209600" y="3239"/>
                      <a:pt x="215029" y="1810"/>
                      <a:pt x="216363" y="286"/>
                    </a:cubicBezTo>
                    <a:lnTo>
                      <a:pt x="190836" y="286"/>
                    </a:lnTo>
                    <a:cubicBezTo>
                      <a:pt x="181882" y="762"/>
                      <a:pt x="170262" y="1905"/>
                      <a:pt x="161213" y="2572"/>
                    </a:cubicBezTo>
                    <a:cubicBezTo>
                      <a:pt x="159498" y="4382"/>
                      <a:pt x="159213" y="9239"/>
                      <a:pt x="159213" y="9239"/>
                    </a:cubicBezTo>
                    <a:cubicBezTo>
                      <a:pt x="159498" y="9239"/>
                      <a:pt x="159879" y="9334"/>
                      <a:pt x="160165" y="9430"/>
                    </a:cubicBezTo>
                    <a:cubicBezTo>
                      <a:pt x="159308" y="12764"/>
                      <a:pt x="156831" y="16193"/>
                      <a:pt x="152545" y="19717"/>
                    </a:cubicBezTo>
                    <a:cubicBezTo>
                      <a:pt x="150354" y="21527"/>
                      <a:pt x="147783" y="23241"/>
                      <a:pt x="145782" y="25051"/>
                    </a:cubicBezTo>
                    <a:cubicBezTo>
                      <a:pt x="139591" y="30575"/>
                      <a:pt x="132543" y="38481"/>
                      <a:pt x="132352" y="42005"/>
                    </a:cubicBezTo>
                    <a:cubicBezTo>
                      <a:pt x="132352" y="43244"/>
                      <a:pt x="131685" y="44387"/>
                      <a:pt x="130828" y="45625"/>
                    </a:cubicBezTo>
                    <a:cubicBezTo>
                      <a:pt x="130638" y="45625"/>
                      <a:pt x="130352" y="45625"/>
                      <a:pt x="130161" y="45625"/>
                    </a:cubicBezTo>
                    <a:cubicBezTo>
                      <a:pt x="130161" y="45625"/>
                      <a:pt x="130161" y="45625"/>
                      <a:pt x="130161" y="45625"/>
                    </a:cubicBezTo>
                    <a:cubicBezTo>
                      <a:pt x="128352" y="45815"/>
                      <a:pt x="126447" y="46101"/>
                      <a:pt x="124637" y="46292"/>
                    </a:cubicBezTo>
                    <a:cubicBezTo>
                      <a:pt x="124637" y="46292"/>
                      <a:pt x="124637" y="46292"/>
                      <a:pt x="124637" y="46292"/>
                    </a:cubicBezTo>
                    <a:lnTo>
                      <a:pt x="124637" y="46292"/>
                    </a:lnTo>
                    <a:cubicBezTo>
                      <a:pt x="121589" y="50102"/>
                      <a:pt x="118541" y="53912"/>
                      <a:pt x="115302" y="57722"/>
                    </a:cubicBezTo>
                    <a:cubicBezTo>
                      <a:pt x="112731" y="60770"/>
                      <a:pt x="114159" y="62579"/>
                      <a:pt x="107206" y="65437"/>
                    </a:cubicBezTo>
                    <a:cubicBezTo>
                      <a:pt x="102253" y="67437"/>
                      <a:pt x="98729" y="69533"/>
                      <a:pt x="96443" y="71628"/>
                    </a:cubicBezTo>
                    <a:cubicBezTo>
                      <a:pt x="94538" y="71628"/>
                      <a:pt x="92633" y="71819"/>
                      <a:pt x="90823" y="71819"/>
                    </a:cubicBezTo>
                    <a:cubicBezTo>
                      <a:pt x="90823" y="72962"/>
                      <a:pt x="91299" y="74009"/>
                      <a:pt x="91776" y="75057"/>
                    </a:cubicBezTo>
                    <a:cubicBezTo>
                      <a:pt x="91966" y="75343"/>
                      <a:pt x="92157" y="75629"/>
                      <a:pt x="92252" y="76009"/>
                    </a:cubicBezTo>
                    <a:cubicBezTo>
                      <a:pt x="90156" y="76772"/>
                      <a:pt x="87870" y="77438"/>
                      <a:pt x="85489" y="78105"/>
                    </a:cubicBezTo>
                    <a:cubicBezTo>
                      <a:pt x="77964" y="80201"/>
                      <a:pt x="68439" y="84011"/>
                      <a:pt x="64058" y="86011"/>
                    </a:cubicBezTo>
                    <a:cubicBezTo>
                      <a:pt x="63010" y="86487"/>
                      <a:pt x="62153" y="86963"/>
                      <a:pt x="61486" y="87440"/>
                    </a:cubicBezTo>
                    <a:cubicBezTo>
                      <a:pt x="58819" y="89630"/>
                      <a:pt x="58438" y="91631"/>
                      <a:pt x="57676" y="94107"/>
                    </a:cubicBezTo>
                    <a:cubicBezTo>
                      <a:pt x="57676" y="94393"/>
                      <a:pt x="57486" y="94774"/>
                      <a:pt x="57295" y="95059"/>
                    </a:cubicBezTo>
                    <a:cubicBezTo>
                      <a:pt x="56247" y="95250"/>
                      <a:pt x="55200" y="95441"/>
                      <a:pt x="54152" y="95726"/>
                    </a:cubicBezTo>
                    <a:cubicBezTo>
                      <a:pt x="52342" y="99251"/>
                      <a:pt x="51009" y="102870"/>
                      <a:pt x="50247" y="106299"/>
                    </a:cubicBezTo>
                    <a:cubicBezTo>
                      <a:pt x="50056" y="107347"/>
                      <a:pt x="49770" y="108395"/>
                      <a:pt x="50532" y="109252"/>
                    </a:cubicBezTo>
                    <a:cubicBezTo>
                      <a:pt x="50628" y="109347"/>
                      <a:pt x="50818" y="109538"/>
                      <a:pt x="50913" y="109633"/>
                    </a:cubicBezTo>
                    <a:cubicBezTo>
                      <a:pt x="51104" y="109728"/>
                      <a:pt x="51485" y="109823"/>
                      <a:pt x="51675" y="110014"/>
                    </a:cubicBezTo>
                    <a:cubicBezTo>
                      <a:pt x="50818" y="111347"/>
                      <a:pt x="50151" y="112586"/>
                      <a:pt x="49675" y="113824"/>
                    </a:cubicBezTo>
                    <a:cubicBezTo>
                      <a:pt x="51009" y="113824"/>
                      <a:pt x="49675" y="113824"/>
                      <a:pt x="51104" y="113824"/>
                    </a:cubicBezTo>
                    <a:cubicBezTo>
                      <a:pt x="51866" y="113824"/>
                      <a:pt x="52723" y="113729"/>
                      <a:pt x="53485" y="113633"/>
                    </a:cubicBezTo>
                    <a:cubicBezTo>
                      <a:pt x="53104" y="114109"/>
                      <a:pt x="52628" y="114586"/>
                      <a:pt x="51866" y="115062"/>
                    </a:cubicBezTo>
                    <a:cubicBezTo>
                      <a:pt x="52437" y="115062"/>
                      <a:pt x="53295" y="115062"/>
                      <a:pt x="54152" y="114967"/>
                    </a:cubicBezTo>
                    <a:cubicBezTo>
                      <a:pt x="53390" y="116110"/>
                      <a:pt x="52628" y="117158"/>
                      <a:pt x="52056" y="118015"/>
                    </a:cubicBezTo>
                    <a:cubicBezTo>
                      <a:pt x="51771" y="117920"/>
                      <a:pt x="51580" y="117729"/>
                      <a:pt x="51294" y="117634"/>
                    </a:cubicBezTo>
                    <a:cubicBezTo>
                      <a:pt x="48151" y="118110"/>
                      <a:pt x="45389" y="118777"/>
                      <a:pt x="42722" y="119634"/>
                    </a:cubicBezTo>
                    <a:cubicBezTo>
                      <a:pt x="43103" y="118396"/>
                      <a:pt x="42722" y="117158"/>
                      <a:pt x="41198" y="116205"/>
                    </a:cubicBezTo>
                    <a:cubicBezTo>
                      <a:pt x="37864" y="114014"/>
                      <a:pt x="28434" y="112967"/>
                      <a:pt x="18338" y="114205"/>
                    </a:cubicBezTo>
                    <a:cubicBezTo>
                      <a:pt x="23291" y="114395"/>
                      <a:pt x="25386" y="115919"/>
                      <a:pt x="24434" y="117539"/>
                    </a:cubicBezTo>
                    <a:cubicBezTo>
                      <a:pt x="23481" y="119158"/>
                      <a:pt x="20148" y="120872"/>
                      <a:pt x="16433" y="122492"/>
                    </a:cubicBezTo>
                    <a:cubicBezTo>
                      <a:pt x="12718" y="124111"/>
                      <a:pt x="8622" y="125635"/>
                      <a:pt x="5479" y="127254"/>
                    </a:cubicBezTo>
                    <a:cubicBezTo>
                      <a:pt x="-236" y="130302"/>
                      <a:pt x="-1760" y="133636"/>
                      <a:pt x="2241" y="135827"/>
                    </a:cubicBezTo>
                    <a:cubicBezTo>
                      <a:pt x="3860" y="136684"/>
                      <a:pt x="6717" y="137446"/>
                      <a:pt x="10813" y="137351"/>
                    </a:cubicBezTo>
                    <a:cubicBezTo>
                      <a:pt x="14909" y="137255"/>
                      <a:pt x="19386" y="136303"/>
                      <a:pt x="23291" y="135446"/>
                    </a:cubicBezTo>
                    <a:cubicBezTo>
                      <a:pt x="24434" y="135160"/>
                      <a:pt x="25958" y="134779"/>
                      <a:pt x="27577" y="134398"/>
                    </a:cubicBezTo>
                    <a:cubicBezTo>
                      <a:pt x="33197" y="135255"/>
                      <a:pt x="41484" y="135255"/>
                      <a:pt x="49294" y="134684"/>
                    </a:cubicBezTo>
                    <a:cubicBezTo>
                      <a:pt x="55771" y="134207"/>
                      <a:pt x="62820" y="133350"/>
                      <a:pt x="68916" y="132017"/>
                    </a:cubicBezTo>
                    <a:cubicBezTo>
                      <a:pt x="77869" y="130016"/>
                      <a:pt x="77679" y="128873"/>
                      <a:pt x="81584" y="126302"/>
                    </a:cubicBezTo>
                    <a:cubicBezTo>
                      <a:pt x="80441" y="127064"/>
                      <a:pt x="77488" y="127540"/>
                      <a:pt x="74726" y="127635"/>
                    </a:cubicBezTo>
                    <a:cubicBezTo>
                      <a:pt x="74726" y="127635"/>
                      <a:pt x="74726" y="127635"/>
                      <a:pt x="74726" y="127635"/>
                    </a:cubicBezTo>
                    <a:cubicBezTo>
                      <a:pt x="75488" y="126968"/>
                      <a:pt x="75964" y="126397"/>
                      <a:pt x="76250" y="125730"/>
                    </a:cubicBezTo>
                    <a:cubicBezTo>
                      <a:pt x="76631" y="125063"/>
                      <a:pt x="76917" y="124397"/>
                      <a:pt x="78060" y="123730"/>
                    </a:cubicBezTo>
                    <a:cubicBezTo>
                      <a:pt x="79107" y="123063"/>
                      <a:pt x="80917" y="122492"/>
                      <a:pt x="82632" y="121920"/>
                    </a:cubicBezTo>
                    <a:cubicBezTo>
                      <a:pt x="83394" y="121730"/>
                      <a:pt x="84156" y="121444"/>
                      <a:pt x="84537" y="121158"/>
                    </a:cubicBezTo>
                    <a:cubicBezTo>
                      <a:pt x="85584" y="120396"/>
                      <a:pt x="81489" y="120587"/>
                      <a:pt x="83203" y="119634"/>
                    </a:cubicBezTo>
                    <a:cubicBezTo>
                      <a:pt x="83584" y="119348"/>
                      <a:pt x="84441" y="119158"/>
                      <a:pt x="84251" y="118872"/>
                    </a:cubicBezTo>
                    <a:cubicBezTo>
                      <a:pt x="84251" y="118777"/>
                      <a:pt x="83775" y="118682"/>
                      <a:pt x="83775" y="118586"/>
                    </a:cubicBezTo>
                    <a:cubicBezTo>
                      <a:pt x="83775" y="118396"/>
                      <a:pt x="84632" y="118205"/>
                      <a:pt x="84918" y="118015"/>
                    </a:cubicBezTo>
                    <a:cubicBezTo>
                      <a:pt x="85299" y="117729"/>
                      <a:pt x="85013" y="117539"/>
                      <a:pt x="84632" y="117443"/>
                    </a:cubicBezTo>
                    <a:cubicBezTo>
                      <a:pt x="84251" y="117253"/>
                      <a:pt x="83775" y="117158"/>
                      <a:pt x="83679" y="116967"/>
                    </a:cubicBezTo>
                    <a:cubicBezTo>
                      <a:pt x="83489" y="116205"/>
                      <a:pt x="84346" y="115443"/>
                      <a:pt x="80441" y="115729"/>
                    </a:cubicBezTo>
                    <a:cubicBezTo>
                      <a:pt x="78536" y="115824"/>
                      <a:pt x="76250" y="116015"/>
                      <a:pt x="73678" y="116300"/>
                    </a:cubicBezTo>
                    <a:lnTo>
                      <a:pt x="76155" y="113919"/>
                    </a:lnTo>
                    <a:cubicBezTo>
                      <a:pt x="78060" y="113824"/>
                      <a:pt x="79298" y="113729"/>
                      <a:pt x="79298" y="113633"/>
                    </a:cubicBezTo>
                    <a:cubicBezTo>
                      <a:pt x="79965" y="113157"/>
                      <a:pt x="79965" y="112681"/>
                      <a:pt x="80346" y="112014"/>
                    </a:cubicBezTo>
                    <a:cubicBezTo>
                      <a:pt x="86251" y="111443"/>
                      <a:pt x="93204" y="109823"/>
                      <a:pt x="99967" y="107918"/>
                    </a:cubicBezTo>
                    <a:cubicBezTo>
                      <a:pt x="100062" y="107918"/>
                      <a:pt x="100253" y="107918"/>
                      <a:pt x="100348" y="107918"/>
                    </a:cubicBezTo>
                    <a:cubicBezTo>
                      <a:pt x="100539" y="107918"/>
                      <a:pt x="100634" y="107823"/>
                      <a:pt x="100824" y="107728"/>
                    </a:cubicBezTo>
                    <a:cubicBezTo>
                      <a:pt x="107682" y="105728"/>
                      <a:pt x="114159" y="103537"/>
                      <a:pt x="118922" y="102299"/>
                    </a:cubicBezTo>
                    <a:cubicBezTo>
                      <a:pt x="120351" y="101918"/>
                      <a:pt x="121875" y="101441"/>
                      <a:pt x="122922" y="100965"/>
                    </a:cubicBezTo>
                    <a:cubicBezTo>
                      <a:pt x="125018" y="100013"/>
                      <a:pt x="125304" y="99060"/>
                      <a:pt x="125589" y="98203"/>
                    </a:cubicBezTo>
                    <a:cubicBezTo>
                      <a:pt x="127971" y="90773"/>
                      <a:pt x="136924" y="83915"/>
                      <a:pt x="149497" y="76772"/>
                    </a:cubicBezTo>
                    <a:cubicBezTo>
                      <a:pt x="154164" y="75248"/>
                      <a:pt x="157498" y="74200"/>
                      <a:pt x="157498" y="74200"/>
                    </a:cubicBezTo>
                    <a:cubicBezTo>
                      <a:pt x="158927" y="73533"/>
                      <a:pt x="163118" y="72866"/>
                      <a:pt x="165404" y="72390"/>
                    </a:cubicBezTo>
                    <a:cubicBezTo>
                      <a:pt x="168642" y="71723"/>
                      <a:pt x="171690" y="71057"/>
                      <a:pt x="174834" y="70390"/>
                    </a:cubicBezTo>
                    <a:cubicBezTo>
                      <a:pt x="176834" y="69914"/>
                      <a:pt x="178739" y="69342"/>
                      <a:pt x="180168" y="68866"/>
                    </a:cubicBezTo>
                    <a:cubicBezTo>
                      <a:pt x="182358" y="68104"/>
                      <a:pt x="183501" y="67151"/>
                      <a:pt x="183311" y="66389"/>
                    </a:cubicBezTo>
                    <a:lnTo>
                      <a:pt x="183311" y="66104"/>
                    </a:lnTo>
                    <a:cubicBezTo>
                      <a:pt x="182358" y="65437"/>
                      <a:pt x="176548" y="65437"/>
                      <a:pt x="176739" y="65056"/>
                    </a:cubicBezTo>
                    <a:cubicBezTo>
                      <a:pt x="177310" y="64103"/>
                      <a:pt x="174834" y="64008"/>
                      <a:pt x="172929" y="65056"/>
                    </a:cubicBezTo>
                    <a:cubicBezTo>
                      <a:pt x="171405" y="65913"/>
                      <a:pt x="171690" y="66770"/>
                      <a:pt x="168547" y="67342"/>
                    </a:cubicBezTo>
                    <a:cubicBezTo>
                      <a:pt x="167309" y="67532"/>
                      <a:pt x="165690" y="67628"/>
                      <a:pt x="164261" y="67913"/>
                    </a:cubicBezTo>
                    <a:cubicBezTo>
                      <a:pt x="162642" y="68199"/>
                      <a:pt x="161022" y="68675"/>
                      <a:pt x="159403" y="69056"/>
                    </a:cubicBezTo>
                    <a:cubicBezTo>
                      <a:pt x="159213" y="69056"/>
                      <a:pt x="159117" y="69056"/>
                      <a:pt x="158927" y="69056"/>
                    </a:cubicBezTo>
                    <a:cubicBezTo>
                      <a:pt x="171309" y="61913"/>
                      <a:pt x="182358" y="54674"/>
                      <a:pt x="191121" y="47434"/>
                    </a:cubicBezTo>
                    <a:cubicBezTo>
                      <a:pt x="190264" y="47244"/>
                      <a:pt x="189312" y="47149"/>
                      <a:pt x="188359" y="47054"/>
                    </a:cubicBezTo>
                    <a:cubicBezTo>
                      <a:pt x="191788" y="44006"/>
                      <a:pt x="194741" y="41339"/>
                      <a:pt x="196551" y="40481"/>
                    </a:cubicBezTo>
                    <a:cubicBezTo>
                      <a:pt x="216744" y="31052"/>
                      <a:pt x="226935" y="21527"/>
                      <a:pt x="247414" y="12097"/>
                    </a:cubicBezTo>
                    <a:close/>
                    <a:moveTo>
                      <a:pt x="85013" y="84677"/>
                    </a:moveTo>
                    <a:cubicBezTo>
                      <a:pt x="87299" y="83725"/>
                      <a:pt x="90823" y="82296"/>
                      <a:pt x="94538" y="80772"/>
                    </a:cubicBezTo>
                    <a:cubicBezTo>
                      <a:pt x="95014" y="82010"/>
                      <a:pt x="95586" y="84392"/>
                      <a:pt x="92538" y="85058"/>
                    </a:cubicBezTo>
                    <a:cubicBezTo>
                      <a:pt x="90633" y="85534"/>
                      <a:pt x="87585" y="85725"/>
                      <a:pt x="86918" y="86392"/>
                    </a:cubicBezTo>
                    <a:cubicBezTo>
                      <a:pt x="86537" y="86678"/>
                      <a:pt x="87108" y="86963"/>
                      <a:pt x="87394" y="87154"/>
                    </a:cubicBezTo>
                    <a:cubicBezTo>
                      <a:pt x="88156" y="87821"/>
                      <a:pt x="84537" y="89630"/>
                      <a:pt x="80441" y="91535"/>
                    </a:cubicBezTo>
                    <a:cubicBezTo>
                      <a:pt x="79488" y="91535"/>
                      <a:pt x="78536" y="91726"/>
                      <a:pt x="77583" y="91821"/>
                    </a:cubicBezTo>
                    <a:cubicBezTo>
                      <a:pt x="77583" y="91345"/>
                      <a:pt x="77583" y="90869"/>
                      <a:pt x="77583" y="90488"/>
                    </a:cubicBezTo>
                    <a:cubicBezTo>
                      <a:pt x="77583" y="88678"/>
                      <a:pt x="80250" y="86582"/>
                      <a:pt x="85013" y="84677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8" name="Google Shape;1618;p123"/>
              <p:cNvSpPr/>
              <p:nvPr/>
            </p:nvSpPr>
            <p:spPr>
              <a:xfrm>
                <a:off x="4557250" y="1705379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3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97"/>
                    </a:cubicBezTo>
                    <a:cubicBezTo>
                      <a:pt x="35921" y="59050"/>
                      <a:pt x="35921" y="56573"/>
                      <a:pt x="37160" y="54287"/>
                    </a:cubicBezTo>
                    <a:cubicBezTo>
                      <a:pt x="37541" y="53620"/>
                      <a:pt x="38207" y="53144"/>
                      <a:pt x="38779" y="52668"/>
                    </a:cubicBezTo>
                    <a:cubicBezTo>
                      <a:pt x="39350" y="52192"/>
                      <a:pt x="39922" y="51525"/>
                      <a:pt x="39827" y="50763"/>
                    </a:cubicBezTo>
                    <a:cubicBezTo>
                      <a:pt x="39827" y="50096"/>
                      <a:pt x="39160" y="49429"/>
                      <a:pt x="39446" y="48858"/>
                    </a:cubicBezTo>
                    <a:cubicBezTo>
                      <a:pt x="39636" y="48477"/>
                      <a:pt x="40017" y="48191"/>
                      <a:pt x="40303" y="47905"/>
                    </a:cubicBezTo>
                    <a:cubicBezTo>
                      <a:pt x="40684" y="47239"/>
                      <a:pt x="40303" y="46381"/>
                      <a:pt x="40303" y="45619"/>
                    </a:cubicBezTo>
                    <a:cubicBezTo>
                      <a:pt x="39922" y="42476"/>
                      <a:pt x="43732" y="43238"/>
                      <a:pt x="43637" y="40857"/>
                    </a:cubicBezTo>
                    <a:cubicBezTo>
                      <a:pt x="43637" y="40000"/>
                      <a:pt x="43160" y="39238"/>
                      <a:pt x="42684" y="38571"/>
                    </a:cubicBezTo>
                    <a:cubicBezTo>
                      <a:pt x="41636" y="36856"/>
                      <a:pt x="40684" y="34951"/>
                      <a:pt x="40493" y="32951"/>
                    </a:cubicBezTo>
                    <a:cubicBezTo>
                      <a:pt x="40208" y="30856"/>
                      <a:pt x="40779" y="28665"/>
                      <a:pt x="41351" y="26665"/>
                    </a:cubicBezTo>
                    <a:cubicBezTo>
                      <a:pt x="41827" y="24760"/>
                      <a:pt x="42113" y="22759"/>
                      <a:pt x="42208" y="20759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9" name="Google Shape;1619;p123"/>
              <p:cNvSpPr/>
              <p:nvPr/>
            </p:nvSpPr>
            <p:spPr>
              <a:xfrm>
                <a:off x="4595235" y="1920040"/>
                <a:ext cx="170986" cy="428706"/>
              </a:xfrm>
              <a:custGeom>
                <a:avLst/>
                <a:gdLst/>
                <a:ahLst/>
                <a:cxnLst/>
                <a:rect l="l" t="t" r="r" b="b"/>
                <a:pathLst>
                  <a:path w="58557" h="146817" extrusionOk="0">
                    <a:moveTo>
                      <a:pt x="57580" y="132387"/>
                    </a:moveTo>
                    <a:cubicBezTo>
                      <a:pt x="56818" y="130768"/>
                      <a:pt x="55675" y="128958"/>
                      <a:pt x="54246" y="127529"/>
                    </a:cubicBezTo>
                    <a:cubicBezTo>
                      <a:pt x="52055" y="125338"/>
                      <a:pt x="49769" y="123243"/>
                      <a:pt x="47388" y="121243"/>
                    </a:cubicBezTo>
                    <a:cubicBezTo>
                      <a:pt x="45674" y="119814"/>
                      <a:pt x="42435" y="117623"/>
                      <a:pt x="41864" y="115528"/>
                    </a:cubicBezTo>
                    <a:cubicBezTo>
                      <a:pt x="41864" y="115528"/>
                      <a:pt x="27481" y="90382"/>
                      <a:pt x="21861" y="81809"/>
                    </a:cubicBezTo>
                    <a:cubicBezTo>
                      <a:pt x="18432" y="76475"/>
                      <a:pt x="17099" y="70189"/>
                      <a:pt x="18242" y="63902"/>
                    </a:cubicBezTo>
                    <a:cubicBezTo>
                      <a:pt x="21194" y="47710"/>
                      <a:pt x="26528" y="16087"/>
                      <a:pt x="25004" y="8276"/>
                    </a:cubicBezTo>
                    <a:cubicBezTo>
                      <a:pt x="23099" y="-2201"/>
                      <a:pt x="8240" y="-2963"/>
                      <a:pt x="5478" y="7324"/>
                    </a:cubicBezTo>
                    <a:cubicBezTo>
                      <a:pt x="5478" y="7514"/>
                      <a:pt x="5478" y="7705"/>
                      <a:pt x="5383" y="7800"/>
                    </a:cubicBezTo>
                    <a:cubicBezTo>
                      <a:pt x="2144" y="21516"/>
                      <a:pt x="2240" y="45138"/>
                      <a:pt x="1097" y="55996"/>
                    </a:cubicBezTo>
                    <a:cubicBezTo>
                      <a:pt x="239" y="64093"/>
                      <a:pt x="-618" y="70570"/>
                      <a:pt x="620" y="77523"/>
                    </a:cubicBezTo>
                    <a:cubicBezTo>
                      <a:pt x="906" y="79047"/>
                      <a:pt x="1478" y="80476"/>
                      <a:pt x="2240" y="81904"/>
                    </a:cubicBezTo>
                    <a:cubicBezTo>
                      <a:pt x="5288" y="87619"/>
                      <a:pt x="12241" y="98383"/>
                      <a:pt x="18242" y="104002"/>
                    </a:cubicBezTo>
                    <a:cubicBezTo>
                      <a:pt x="25766" y="110956"/>
                      <a:pt x="31100" y="121433"/>
                      <a:pt x="31100" y="121433"/>
                    </a:cubicBezTo>
                    <a:cubicBezTo>
                      <a:pt x="32720" y="124386"/>
                      <a:pt x="33863" y="127720"/>
                      <a:pt x="36244" y="130577"/>
                    </a:cubicBezTo>
                    <a:cubicBezTo>
                      <a:pt x="37577" y="132196"/>
                      <a:pt x="39006" y="134101"/>
                      <a:pt x="40625" y="135340"/>
                    </a:cubicBezTo>
                    <a:cubicBezTo>
                      <a:pt x="41768" y="136197"/>
                      <a:pt x="43292" y="136387"/>
                      <a:pt x="44245" y="137054"/>
                    </a:cubicBezTo>
                    <a:cubicBezTo>
                      <a:pt x="46626" y="138769"/>
                      <a:pt x="45197" y="141531"/>
                      <a:pt x="45578" y="144293"/>
                    </a:cubicBezTo>
                    <a:cubicBezTo>
                      <a:pt x="46055" y="147722"/>
                      <a:pt x="48531" y="147532"/>
                      <a:pt x="49293" y="144484"/>
                    </a:cubicBezTo>
                    <a:cubicBezTo>
                      <a:pt x="49579" y="143150"/>
                      <a:pt x="55484" y="143150"/>
                      <a:pt x="57104" y="141245"/>
                    </a:cubicBezTo>
                    <a:lnTo>
                      <a:pt x="57580" y="140388"/>
                    </a:lnTo>
                    <a:cubicBezTo>
                      <a:pt x="58818" y="137911"/>
                      <a:pt x="58913" y="135054"/>
                      <a:pt x="57675" y="132577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0" name="Google Shape;1620;p123"/>
              <p:cNvSpPr/>
              <p:nvPr/>
            </p:nvSpPr>
            <p:spPr>
              <a:xfrm>
                <a:off x="4614162" y="193198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8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1" name="Google Shape;1621;p123"/>
              <p:cNvSpPr/>
              <p:nvPr/>
            </p:nvSpPr>
            <p:spPr>
              <a:xfrm>
                <a:off x="4556547" y="2168121"/>
                <a:ext cx="288657" cy="758067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612" extrusionOk="0">
                    <a:moveTo>
                      <a:pt x="4063" y="5870"/>
                    </a:moveTo>
                    <a:cubicBezTo>
                      <a:pt x="2539" y="13680"/>
                      <a:pt x="1396" y="21586"/>
                      <a:pt x="539" y="29492"/>
                    </a:cubicBezTo>
                    <a:cubicBezTo>
                      <a:pt x="158" y="33302"/>
                      <a:pt x="-223" y="37017"/>
                      <a:pt x="158" y="40827"/>
                    </a:cubicBezTo>
                    <a:cubicBezTo>
                      <a:pt x="1015" y="49875"/>
                      <a:pt x="4254" y="56638"/>
                      <a:pt x="9016" y="63972"/>
                    </a:cubicBezTo>
                    <a:cubicBezTo>
                      <a:pt x="13683" y="71211"/>
                      <a:pt x="14445" y="79974"/>
                      <a:pt x="16255" y="88071"/>
                    </a:cubicBezTo>
                    <a:cubicBezTo>
                      <a:pt x="20256" y="105692"/>
                      <a:pt x="29114" y="121122"/>
                      <a:pt x="28733" y="139220"/>
                    </a:cubicBezTo>
                    <a:cubicBezTo>
                      <a:pt x="28542" y="151317"/>
                      <a:pt x="34353" y="175701"/>
                      <a:pt x="39687" y="192274"/>
                    </a:cubicBezTo>
                    <a:cubicBezTo>
                      <a:pt x="41401" y="197608"/>
                      <a:pt x="43687" y="202752"/>
                      <a:pt x="45592" y="207990"/>
                    </a:cubicBezTo>
                    <a:cubicBezTo>
                      <a:pt x="50069" y="220373"/>
                      <a:pt x="52164" y="233517"/>
                      <a:pt x="51879" y="246662"/>
                    </a:cubicBezTo>
                    <a:cubicBezTo>
                      <a:pt x="51879" y="251043"/>
                      <a:pt x="49116" y="258282"/>
                      <a:pt x="54069" y="259521"/>
                    </a:cubicBezTo>
                    <a:cubicBezTo>
                      <a:pt x="56070" y="259997"/>
                      <a:pt x="60070" y="258473"/>
                      <a:pt x="62070" y="258187"/>
                    </a:cubicBezTo>
                    <a:cubicBezTo>
                      <a:pt x="73881" y="256187"/>
                      <a:pt x="80739" y="253615"/>
                      <a:pt x="92550" y="251615"/>
                    </a:cubicBezTo>
                    <a:cubicBezTo>
                      <a:pt x="94360" y="251329"/>
                      <a:pt x="97218" y="247710"/>
                      <a:pt x="98837" y="246852"/>
                    </a:cubicBezTo>
                    <a:cubicBezTo>
                      <a:pt x="99123" y="245328"/>
                      <a:pt x="96075" y="245614"/>
                      <a:pt x="94551" y="245233"/>
                    </a:cubicBezTo>
                    <a:cubicBezTo>
                      <a:pt x="87597" y="243709"/>
                      <a:pt x="85216" y="244757"/>
                      <a:pt x="78263" y="242947"/>
                    </a:cubicBezTo>
                    <a:cubicBezTo>
                      <a:pt x="69024" y="240566"/>
                      <a:pt x="65976" y="234946"/>
                      <a:pt x="63594" y="226088"/>
                    </a:cubicBezTo>
                    <a:cubicBezTo>
                      <a:pt x="55498" y="196465"/>
                      <a:pt x="57689" y="166652"/>
                      <a:pt x="49974" y="136934"/>
                    </a:cubicBezTo>
                    <a:cubicBezTo>
                      <a:pt x="48450" y="131124"/>
                      <a:pt x="52831" y="98072"/>
                      <a:pt x="50640" y="82451"/>
                    </a:cubicBezTo>
                    <a:cubicBezTo>
                      <a:pt x="48069" y="64639"/>
                      <a:pt x="46354" y="58353"/>
                      <a:pt x="46354" y="51114"/>
                    </a:cubicBezTo>
                    <a:cubicBezTo>
                      <a:pt x="46354" y="43017"/>
                      <a:pt x="45783" y="33588"/>
                      <a:pt x="44259" y="25587"/>
                    </a:cubicBezTo>
                    <a:cubicBezTo>
                      <a:pt x="42639" y="17300"/>
                      <a:pt x="38925" y="8918"/>
                      <a:pt x="31971" y="4060"/>
                    </a:cubicBezTo>
                    <a:cubicBezTo>
                      <a:pt x="25018" y="-798"/>
                      <a:pt x="5682" y="-2512"/>
                      <a:pt x="4158" y="5870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2" name="Google Shape;1622;p123"/>
              <p:cNvSpPr/>
              <p:nvPr/>
            </p:nvSpPr>
            <p:spPr>
              <a:xfrm>
                <a:off x="4533910" y="2206106"/>
                <a:ext cx="179957" cy="330973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113347" extrusionOk="0">
                    <a:moveTo>
                      <a:pt x="17820" y="77438"/>
                    </a:moveTo>
                    <a:cubicBezTo>
                      <a:pt x="20391" y="89344"/>
                      <a:pt x="22773" y="101346"/>
                      <a:pt x="25154" y="113348"/>
                    </a:cubicBezTo>
                    <a:cubicBezTo>
                      <a:pt x="37727" y="111061"/>
                      <a:pt x="49728" y="106870"/>
                      <a:pt x="61444" y="101917"/>
                    </a:cubicBezTo>
                    <a:cubicBezTo>
                      <a:pt x="62206" y="78200"/>
                      <a:pt x="60587" y="54388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1"/>
                      <a:pt x="15819" y="68104"/>
                      <a:pt x="17820" y="7734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3" name="Google Shape;1623;p123"/>
              <p:cNvSpPr/>
              <p:nvPr/>
            </p:nvSpPr>
            <p:spPr>
              <a:xfrm>
                <a:off x="4457747" y="2154381"/>
                <a:ext cx="222773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292" h="266013" extrusionOk="0">
                    <a:moveTo>
                      <a:pt x="46197" y="2861"/>
                    </a:moveTo>
                    <a:cubicBezTo>
                      <a:pt x="42101" y="9624"/>
                      <a:pt x="38196" y="16577"/>
                      <a:pt x="34672" y="23626"/>
                    </a:cubicBezTo>
                    <a:cubicBezTo>
                      <a:pt x="32957" y="26959"/>
                      <a:pt x="31338" y="30388"/>
                      <a:pt x="30290" y="34103"/>
                    </a:cubicBezTo>
                    <a:cubicBezTo>
                      <a:pt x="27909" y="42866"/>
                      <a:pt x="28385" y="50296"/>
                      <a:pt x="30100" y="58868"/>
                    </a:cubicBezTo>
                    <a:cubicBezTo>
                      <a:pt x="31719" y="67250"/>
                      <a:pt x="29338" y="75727"/>
                      <a:pt x="28099" y="84014"/>
                    </a:cubicBezTo>
                    <a:cubicBezTo>
                      <a:pt x="25432" y="101921"/>
                      <a:pt x="28099" y="119447"/>
                      <a:pt x="21241" y="136211"/>
                    </a:cubicBezTo>
                    <a:cubicBezTo>
                      <a:pt x="16765" y="147355"/>
                      <a:pt x="13431" y="172311"/>
                      <a:pt x="12383" y="189646"/>
                    </a:cubicBezTo>
                    <a:cubicBezTo>
                      <a:pt x="12002" y="195266"/>
                      <a:pt x="12383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2003" y="229651"/>
                    </a:cubicBezTo>
                    <a:cubicBezTo>
                      <a:pt x="25147" y="199076"/>
                      <a:pt x="37720" y="172025"/>
                      <a:pt x="41244" y="141545"/>
                    </a:cubicBezTo>
                    <a:cubicBezTo>
                      <a:pt x="41911" y="135640"/>
                      <a:pt x="57627" y="106303"/>
                      <a:pt x="61151" y="90872"/>
                    </a:cubicBezTo>
                    <a:cubicBezTo>
                      <a:pt x="65152" y="73346"/>
                      <a:pt x="65818" y="66869"/>
                      <a:pt x="68390" y="60011"/>
                    </a:cubicBezTo>
                    <a:cubicBezTo>
                      <a:pt x="71248" y="52391"/>
                      <a:pt x="74105" y="43438"/>
                      <a:pt x="75534" y="35437"/>
                    </a:cubicBezTo>
                    <a:cubicBezTo>
                      <a:pt x="76963" y="27055"/>
                      <a:pt x="76677" y="17911"/>
                      <a:pt x="72010" y="10957"/>
                    </a:cubicBezTo>
                    <a:cubicBezTo>
                      <a:pt x="67342" y="4004"/>
                      <a:pt x="50578" y="-4473"/>
                      <a:pt x="46197" y="276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4" name="Google Shape;1624;p123"/>
              <p:cNvSpPr/>
              <p:nvPr/>
            </p:nvSpPr>
            <p:spPr>
              <a:xfrm>
                <a:off x="4547498" y="1869448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5" name="Google Shape;1625;p123"/>
              <p:cNvSpPr/>
              <p:nvPr/>
            </p:nvSpPr>
            <p:spPr>
              <a:xfrm>
                <a:off x="4564948" y="187913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6" name="Google Shape;1626;p123"/>
              <p:cNvSpPr/>
              <p:nvPr/>
            </p:nvSpPr>
            <p:spPr>
              <a:xfrm>
                <a:off x="4453301" y="2849448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529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8" y="1155"/>
                    </a:cubicBezTo>
                    <a:cubicBezTo>
                      <a:pt x="6668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7" name="Google Shape;1627;p123"/>
              <p:cNvSpPr/>
              <p:nvPr/>
            </p:nvSpPr>
            <p:spPr>
              <a:xfrm>
                <a:off x="4694637" y="2847813"/>
                <a:ext cx="154083" cy="87886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98" extrusionOk="0">
                    <a:moveTo>
                      <a:pt x="1810" y="30099"/>
                    </a:moveTo>
                    <a:cubicBezTo>
                      <a:pt x="10192" y="28766"/>
                      <a:pt x="52768" y="16574"/>
                      <a:pt x="52768" y="16574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8" name="Google Shape;1628;p123"/>
              <p:cNvSpPr/>
              <p:nvPr/>
            </p:nvSpPr>
            <p:spPr>
              <a:xfrm>
                <a:off x="4514192" y="2219823"/>
                <a:ext cx="180941" cy="317530"/>
              </a:xfrm>
              <a:custGeom>
                <a:avLst/>
                <a:gdLst/>
                <a:ahLst/>
                <a:cxnLst/>
                <a:rect l="l" t="t" r="r" b="b"/>
                <a:pathLst>
                  <a:path w="61966" h="108743" extrusionOk="0">
                    <a:moveTo>
                      <a:pt x="5620" y="64071"/>
                    </a:moveTo>
                    <a:cubicBezTo>
                      <a:pt x="3905" y="76073"/>
                      <a:pt x="1905" y="87979"/>
                      <a:pt x="0" y="99981"/>
                    </a:cubicBezTo>
                    <a:cubicBezTo>
                      <a:pt x="10668" y="105696"/>
                      <a:pt x="22955" y="107886"/>
                      <a:pt x="35338" y="108744"/>
                    </a:cubicBezTo>
                    <a:cubicBezTo>
                      <a:pt x="35528" y="108363"/>
                      <a:pt x="35624" y="108077"/>
                      <a:pt x="35814" y="107696"/>
                    </a:cubicBezTo>
                    <a:cubicBezTo>
                      <a:pt x="46006" y="84074"/>
                      <a:pt x="53340" y="59214"/>
                      <a:pt x="58865" y="34068"/>
                    </a:cubicBezTo>
                    <a:cubicBezTo>
                      <a:pt x="61246" y="23495"/>
                      <a:pt x="63246" y="12541"/>
                      <a:pt x="60960" y="1968"/>
                    </a:cubicBezTo>
                    <a:cubicBezTo>
                      <a:pt x="43815" y="-1270"/>
                      <a:pt x="27242" y="63"/>
                      <a:pt x="9811" y="1873"/>
                    </a:cubicBezTo>
                    <a:cubicBezTo>
                      <a:pt x="4381" y="14065"/>
                      <a:pt x="3239" y="27305"/>
                      <a:pt x="7715" y="39878"/>
                    </a:cubicBezTo>
                    <a:cubicBezTo>
                      <a:pt x="10858" y="48831"/>
                      <a:pt x="6953" y="54737"/>
                      <a:pt x="5620" y="6426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9" name="Google Shape;1629;p123"/>
              <p:cNvSpPr/>
              <p:nvPr/>
            </p:nvSpPr>
            <p:spPr>
              <a:xfrm>
                <a:off x="4514192" y="2219545"/>
                <a:ext cx="180622" cy="298617"/>
              </a:xfrm>
              <a:custGeom>
                <a:avLst/>
                <a:gdLst/>
                <a:ahLst/>
                <a:cxnLst/>
                <a:rect l="l" t="t" r="r" b="b"/>
                <a:pathLst>
                  <a:path w="61857" h="102266" extrusionOk="0">
                    <a:moveTo>
                      <a:pt x="5620" y="64167"/>
                    </a:moveTo>
                    <a:cubicBezTo>
                      <a:pt x="3905" y="76168"/>
                      <a:pt x="1905" y="88074"/>
                      <a:pt x="0" y="100076"/>
                    </a:cubicBezTo>
                    <a:cubicBezTo>
                      <a:pt x="1524" y="100933"/>
                      <a:pt x="3048" y="101600"/>
                      <a:pt x="4667" y="102267"/>
                    </a:cubicBezTo>
                    <a:cubicBezTo>
                      <a:pt x="7620" y="84074"/>
                      <a:pt x="11525" y="66167"/>
                      <a:pt x="17335" y="48736"/>
                    </a:cubicBezTo>
                    <a:cubicBezTo>
                      <a:pt x="18098" y="46641"/>
                      <a:pt x="18955" y="44355"/>
                      <a:pt x="20765" y="43116"/>
                    </a:cubicBezTo>
                    <a:cubicBezTo>
                      <a:pt x="22289" y="42069"/>
                      <a:pt x="24289" y="41973"/>
                      <a:pt x="26099" y="41783"/>
                    </a:cubicBezTo>
                    <a:cubicBezTo>
                      <a:pt x="37529" y="40926"/>
                      <a:pt x="48673" y="37782"/>
                      <a:pt x="59055" y="32829"/>
                    </a:cubicBezTo>
                    <a:cubicBezTo>
                      <a:pt x="61246" y="22638"/>
                      <a:pt x="63055" y="12065"/>
                      <a:pt x="60865" y="1968"/>
                    </a:cubicBezTo>
                    <a:cubicBezTo>
                      <a:pt x="43720" y="-1270"/>
                      <a:pt x="27146" y="63"/>
                      <a:pt x="9716" y="1873"/>
                    </a:cubicBezTo>
                    <a:cubicBezTo>
                      <a:pt x="4286" y="14065"/>
                      <a:pt x="3143" y="27305"/>
                      <a:pt x="7525" y="39878"/>
                    </a:cubicBezTo>
                    <a:cubicBezTo>
                      <a:pt x="10668" y="48831"/>
                      <a:pt x="6763" y="54737"/>
                      <a:pt x="5429" y="64262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0" name="Google Shape;1630;p123"/>
              <p:cNvSpPr/>
              <p:nvPr/>
            </p:nvSpPr>
            <p:spPr>
              <a:xfrm>
                <a:off x="4513357" y="1890257"/>
                <a:ext cx="207075" cy="423248"/>
              </a:xfrm>
              <a:custGeom>
                <a:avLst/>
                <a:gdLst/>
                <a:ahLst/>
                <a:cxnLst/>
                <a:rect l="l" t="t" r="r" b="b"/>
                <a:pathLst>
                  <a:path w="70916" h="144948" extrusionOk="0">
                    <a:moveTo>
                      <a:pt x="5239" y="122301"/>
                    </a:moveTo>
                    <a:cubicBezTo>
                      <a:pt x="3334" y="125635"/>
                      <a:pt x="1524" y="128969"/>
                      <a:pt x="0" y="132493"/>
                    </a:cubicBezTo>
                    <a:cubicBezTo>
                      <a:pt x="11144" y="132017"/>
                      <a:pt x="21146" y="138970"/>
                      <a:pt x="31814" y="142399"/>
                    </a:cubicBezTo>
                    <a:cubicBezTo>
                      <a:pt x="44005" y="146399"/>
                      <a:pt x="57721" y="145637"/>
                      <a:pt x="69437" y="140494"/>
                    </a:cubicBezTo>
                    <a:cubicBezTo>
                      <a:pt x="63055" y="109347"/>
                      <a:pt x="59722" y="81439"/>
                      <a:pt x="69628" y="50387"/>
                    </a:cubicBezTo>
                    <a:cubicBezTo>
                      <a:pt x="70485" y="47530"/>
                      <a:pt x="71438" y="44482"/>
                      <a:pt x="70580" y="41624"/>
                    </a:cubicBezTo>
                    <a:cubicBezTo>
                      <a:pt x="70104" y="40100"/>
                      <a:pt x="69151" y="38767"/>
                      <a:pt x="68294" y="37529"/>
                    </a:cubicBezTo>
                    <a:cubicBezTo>
                      <a:pt x="61817" y="28480"/>
                      <a:pt x="52292" y="7239"/>
                      <a:pt x="40576" y="5715"/>
                    </a:cubicBezTo>
                    <a:cubicBezTo>
                      <a:pt x="32195" y="4667"/>
                      <a:pt x="24003" y="2762"/>
                      <a:pt x="16002" y="0"/>
                    </a:cubicBezTo>
                    <a:cubicBezTo>
                      <a:pt x="14669" y="0"/>
                      <a:pt x="15907" y="95"/>
                      <a:pt x="14478" y="191"/>
                    </a:cubicBezTo>
                    <a:cubicBezTo>
                      <a:pt x="11906" y="8763"/>
                      <a:pt x="10096" y="17526"/>
                      <a:pt x="9144" y="26480"/>
                    </a:cubicBezTo>
                    <a:cubicBezTo>
                      <a:pt x="8001" y="36576"/>
                      <a:pt x="9620" y="46672"/>
                      <a:pt x="11716" y="56483"/>
                    </a:cubicBezTo>
                    <a:cubicBezTo>
                      <a:pt x="12764" y="61532"/>
                      <a:pt x="20193" y="80105"/>
                      <a:pt x="17145" y="84201"/>
                    </a:cubicBezTo>
                    <a:cubicBezTo>
                      <a:pt x="16573" y="84963"/>
                      <a:pt x="15716" y="85725"/>
                      <a:pt x="15621" y="86678"/>
                    </a:cubicBezTo>
                    <a:cubicBezTo>
                      <a:pt x="15526" y="88678"/>
                      <a:pt x="18288" y="89345"/>
                      <a:pt x="19621" y="90773"/>
                    </a:cubicBezTo>
                    <a:cubicBezTo>
                      <a:pt x="22098" y="93440"/>
                      <a:pt x="16478" y="103251"/>
                      <a:pt x="15145" y="105918"/>
                    </a:cubicBezTo>
                    <a:cubicBezTo>
                      <a:pt x="12192" y="111633"/>
                      <a:pt x="8668" y="116967"/>
                      <a:pt x="5524" y="1223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1" name="Google Shape;1631;p123"/>
              <p:cNvSpPr/>
              <p:nvPr/>
            </p:nvSpPr>
            <p:spPr>
              <a:xfrm>
                <a:off x="4488055" y="191970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2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301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583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7" y="139265"/>
                      <a:pt x="30290" y="140122"/>
                    </a:cubicBezTo>
                    <a:cubicBezTo>
                      <a:pt x="32290" y="142313"/>
                      <a:pt x="30290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2" name="Google Shape;1632;p123"/>
              <p:cNvSpPr/>
              <p:nvPr/>
            </p:nvSpPr>
            <p:spPr>
              <a:xfrm>
                <a:off x="4498899" y="1915714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3" y="45857"/>
                      <a:pt x="30766" y="37952"/>
                    </a:cubicBezTo>
                    <a:cubicBezTo>
                      <a:pt x="34195" y="29474"/>
                      <a:pt x="37528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3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3" name="Google Shape;1633;p123"/>
              <p:cNvSpPr/>
              <p:nvPr/>
            </p:nvSpPr>
            <p:spPr>
              <a:xfrm>
                <a:off x="4532900" y="1696397"/>
                <a:ext cx="161788" cy="158603"/>
              </a:xfrm>
              <a:custGeom>
                <a:avLst/>
                <a:gdLst/>
                <a:ahLst/>
                <a:cxnLst/>
                <a:rect l="l" t="t" r="r" b="b"/>
                <a:pathLst>
                  <a:path w="55407" h="54316" extrusionOk="0">
                    <a:moveTo>
                      <a:pt x="47407" y="23932"/>
                    </a:moveTo>
                    <a:cubicBezTo>
                      <a:pt x="44168" y="24979"/>
                      <a:pt x="41501" y="27456"/>
                      <a:pt x="38453" y="28980"/>
                    </a:cubicBezTo>
                    <a:cubicBezTo>
                      <a:pt x="34548" y="30980"/>
                      <a:pt x="29976" y="31266"/>
                      <a:pt x="25594" y="31456"/>
                    </a:cubicBezTo>
                    <a:cubicBezTo>
                      <a:pt x="28928" y="37552"/>
                      <a:pt x="29976" y="44791"/>
                      <a:pt x="28547" y="51649"/>
                    </a:cubicBezTo>
                    <a:cubicBezTo>
                      <a:pt x="27785" y="44982"/>
                      <a:pt x="25785" y="38505"/>
                      <a:pt x="22546" y="32599"/>
                    </a:cubicBezTo>
                    <a:cubicBezTo>
                      <a:pt x="21689" y="31075"/>
                      <a:pt x="20451" y="29361"/>
                      <a:pt x="18736" y="29361"/>
                    </a:cubicBezTo>
                    <a:cubicBezTo>
                      <a:pt x="16450" y="29361"/>
                      <a:pt x="15212" y="32218"/>
                      <a:pt x="15593" y="34504"/>
                    </a:cubicBezTo>
                    <a:cubicBezTo>
                      <a:pt x="16165" y="37838"/>
                      <a:pt x="18927" y="40600"/>
                      <a:pt x="22261" y="41172"/>
                    </a:cubicBezTo>
                    <a:cubicBezTo>
                      <a:pt x="22261" y="46030"/>
                      <a:pt x="18070" y="51554"/>
                      <a:pt x="14164" y="54316"/>
                    </a:cubicBezTo>
                    <a:cubicBezTo>
                      <a:pt x="6640" y="49935"/>
                      <a:pt x="3877" y="39553"/>
                      <a:pt x="1687" y="31171"/>
                    </a:cubicBezTo>
                    <a:cubicBezTo>
                      <a:pt x="-28" y="24408"/>
                      <a:pt x="-1266" y="16693"/>
                      <a:pt x="2258" y="10692"/>
                    </a:cubicBezTo>
                    <a:cubicBezTo>
                      <a:pt x="8735" y="-262"/>
                      <a:pt x="23118" y="-1595"/>
                      <a:pt x="34262" y="1357"/>
                    </a:cubicBezTo>
                    <a:cubicBezTo>
                      <a:pt x="40072" y="2881"/>
                      <a:pt x="45978" y="5644"/>
                      <a:pt x="50264" y="9835"/>
                    </a:cubicBezTo>
                    <a:cubicBezTo>
                      <a:pt x="56646" y="16026"/>
                      <a:pt x="54931" y="19741"/>
                      <a:pt x="55408" y="27932"/>
                    </a:cubicBezTo>
                    <a:cubicBezTo>
                      <a:pt x="55217" y="24503"/>
                      <a:pt x="50645" y="22884"/>
                      <a:pt x="47311" y="239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4" name="Google Shape;1634;p123"/>
              <p:cNvSpPr/>
              <p:nvPr/>
            </p:nvSpPr>
            <p:spPr>
              <a:xfrm>
                <a:off x="4465257" y="1674709"/>
                <a:ext cx="119446" cy="216687"/>
              </a:xfrm>
              <a:custGeom>
                <a:avLst/>
                <a:gdLst/>
                <a:ahLst/>
                <a:cxnLst/>
                <a:rect l="l" t="t" r="r" b="b"/>
                <a:pathLst>
                  <a:path w="40906" h="74208" extrusionOk="0">
                    <a:moveTo>
                      <a:pt x="32766" y="6120"/>
                    </a:moveTo>
                    <a:cubicBezTo>
                      <a:pt x="30099" y="3167"/>
                      <a:pt x="26765" y="310"/>
                      <a:pt x="22860" y="24"/>
                    </a:cubicBezTo>
                    <a:cubicBezTo>
                      <a:pt x="18859" y="-262"/>
                      <a:pt x="15145" y="2024"/>
                      <a:pt x="12287" y="4882"/>
                    </a:cubicBezTo>
                    <a:cubicBezTo>
                      <a:pt x="5429" y="11740"/>
                      <a:pt x="2572" y="22217"/>
                      <a:pt x="4286" y="31742"/>
                    </a:cubicBezTo>
                    <a:cubicBezTo>
                      <a:pt x="5239" y="36886"/>
                      <a:pt x="7334" y="41744"/>
                      <a:pt x="8953" y="46697"/>
                    </a:cubicBezTo>
                    <a:cubicBezTo>
                      <a:pt x="10573" y="51650"/>
                      <a:pt x="11716" y="57079"/>
                      <a:pt x="10477" y="62127"/>
                    </a:cubicBezTo>
                    <a:cubicBezTo>
                      <a:pt x="9239" y="67175"/>
                      <a:pt x="5239" y="71938"/>
                      <a:pt x="0" y="72509"/>
                    </a:cubicBezTo>
                    <a:cubicBezTo>
                      <a:pt x="8477" y="76415"/>
                      <a:pt x="19145" y="73271"/>
                      <a:pt x="25432" y="66318"/>
                    </a:cubicBezTo>
                    <a:cubicBezTo>
                      <a:pt x="31718" y="59365"/>
                      <a:pt x="33909" y="49459"/>
                      <a:pt x="32861" y="40220"/>
                    </a:cubicBezTo>
                    <a:cubicBezTo>
                      <a:pt x="31623" y="29456"/>
                      <a:pt x="38957" y="30790"/>
                      <a:pt x="40767" y="22598"/>
                    </a:cubicBezTo>
                    <a:cubicBezTo>
                      <a:pt x="41910" y="17550"/>
                      <a:pt x="35719" y="9549"/>
                      <a:pt x="32671" y="62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35" name="Google Shape;1635;p123"/>
            <p:cNvGrpSpPr/>
            <p:nvPr/>
          </p:nvGrpSpPr>
          <p:grpSpPr>
            <a:xfrm>
              <a:off x="5783869" y="3150720"/>
              <a:ext cx="767425" cy="1660448"/>
              <a:chOff x="6491394" y="3272395"/>
              <a:chExt cx="767425" cy="1660448"/>
            </a:xfrm>
          </p:grpSpPr>
          <p:sp>
            <p:nvSpPr>
              <p:cNvPr id="1636" name="Google Shape;1636;p123"/>
              <p:cNvSpPr/>
              <p:nvPr/>
            </p:nvSpPr>
            <p:spPr>
              <a:xfrm>
                <a:off x="6491394" y="4529667"/>
                <a:ext cx="737504" cy="403176"/>
              </a:xfrm>
              <a:custGeom>
                <a:avLst/>
                <a:gdLst/>
                <a:ahLst/>
                <a:cxnLst/>
                <a:rect l="l" t="t" r="r" b="b"/>
                <a:pathLst>
                  <a:path w="252570" h="138074" extrusionOk="0">
                    <a:moveTo>
                      <a:pt x="172749" y="64675"/>
                    </a:moveTo>
                    <a:cubicBezTo>
                      <a:pt x="173321" y="63722"/>
                      <a:pt x="170844" y="63627"/>
                      <a:pt x="168939" y="64675"/>
                    </a:cubicBezTo>
                    <a:cubicBezTo>
                      <a:pt x="167415" y="65532"/>
                      <a:pt x="167701" y="66389"/>
                      <a:pt x="164558" y="66961"/>
                    </a:cubicBezTo>
                    <a:cubicBezTo>
                      <a:pt x="163319" y="67151"/>
                      <a:pt x="161700" y="67246"/>
                      <a:pt x="160272" y="67532"/>
                    </a:cubicBezTo>
                    <a:cubicBezTo>
                      <a:pt x="158652" y="67818"/>
                      <a:pt x="157033" y="68294"/>
                      <a:pt x="155414" y="68675"/>
                    </a:cubicBezTo>
                    <a:cubicBezTo>
                      <a:pt x="154747" y="68675"/>
                      <a:pt x="154080" y="68485"/>
                      <a:pt x="153413" y="68390"/>
                    </a:cubicBezTo>
                    <a:cubicBezTo>
                      <a:pt x="157128" y="66294"/>
                      <a:pt x="159700" y="64198"/>
                      <a:pt x="161891" y="62103"/>
                    </a:cubicBezTo>
                    <a:cubicBezTo>
                      <a:pt x="168177" y="56198"/>
                      <a:pt x="173797" y="50768"/>
                      <a:pt x="177321" y="45053"/>
                    </a:cubicBezTo>
                    <a:cubicBezTo>
                      <a:pt x="175511" y="45053"/>
                      <a:pt x="173797" y="45053"/>
                      <a:pt x="171987" y="45148"/>
                    </a:cubicBezTo>
                    <a:cubicBezTo>
                      <a:pt x="173702" y="42100"/>
                      <a:pt x="175226" y="39433"/>
                      <a:pt x="176559" y="38576"/>
                    </a:cubicBezTo>
                    <a:cubicBezTo>
                      <a:pt x="191990" y="28861"/>
                      <a:pt x="196847" y="19621"/>
                      <a:pt x="212468" y="9906"/>
                    </a:cubicBezTo>
                    <a:cubicBezTo>
                      <a:pt x="213802" y="9049"/>
                      <a:pt x="215612" y="8287"/>
                      <a:pt x="217517" y="7525"/>
                    </a:cubicBezTo>
                    <a:cubicBezTo>
                      <a:pt x="217517" y="7620"/>
                      <a:pt x="217517" y="7715"/>
                      <a:pt x="217326" y="7906"/>
                    </a:cubicBezTo>
                    <a:cubicBezTo>
                      <a:pt x="227423" y="4667"/>
                      <a:pt x="239901" y="2191"/>
                      <a:pt x="252569" y="1143"/>
                    </a:cubicBezTo>
                    <a:cubicBezTo>
                      <a:pt x="252664" y="95"/>
                      <a:pt x="248473" y="0"/>
                      <a:pt x="244853" y="0"/>
                    </a:cubicBezTo>
                    <a:cubicBezTo>
                      <a:pt x="238948" y="0"/>
                      <a:pt x="233138" y="191"/>
                      <a:pt x="227232" y="191"/>
                    </a:cubicBezTo>
                    <a:cubicBezTo>
                      <a:pt x="225518" y="191"/>
                      <a:pt x="223803" y="191"/>
                      <a:pt x="221993" y="381"/>
                    </a:cubicBezTo>
                    <a:cubicBezTo>
                      <a:pt x="215707" y="1048"/>
                      <a:pt x="210373" y="3429"/>
                      <a:pt x="204277" y="3810"/>
                    </a:cubicBezTo>
                    <a:cubicBezTo>
                      <a:pt x="203991" y="2858"/>
                      <a:pt x="204467" y="1810"/>
                      <a:pt x="205515" y="762"/>
                    </a:cubicBezTo>
                    <a:cubicBezTo>
                      <a:pt x="203991" y="762"/>
                      <a:pt x="202658" y="476"/>
                      <a:pt x="201515" y="191"/>
                    </a:cubicBezTo>
                    <a:cubicBezTo>
                      <a:pt x="205706" y="1238"/>
                      <a:pt x="187322" y="6763"/>
                      <a:pt x="197800" y="8096"/>
                    </a:cubicBezTo>
                    <a:cubicBezTo>
                      <a:pt x="198181" y="10668"/>
                      <a:pt x="194466" y="13525"/>
                      <a:pt x="188942" y="16478"/>
                    </a:cubicBezTo>
                    <a:cubicBezTo>
                      <a:pt x="185703" y="18193"/>
                      <a:pt x="181988" y="20002"/>
                      <a:pt x="178940" y="21717"/>
                    </a:cubicBezTo>
                    <a:cubicBezTo>
                      <a:pt x="169320" y="27242"/>
                      <a:pt x="157223" y="35147"/>
                      <a:pt x="154556" y="38957"/>
                    </a:cubicBezTo>
                    <a:cubicBezTo>
                      <a:pt x="153223" y="40862"/>
                      <a:pt x="150747" y="42767"/>
                      <a:pt x="147698" y="44672"/>
                    </a:cubicBezTo>
                    <a:cubicBezTo>
                      <a:pt x="145508" y="44577"/>
                      <a:pt x="143412" y="44482"/>
                      <a:pt x="141317" y="44291"/>
                    </a:cubicBezTo>
                    <a:cubicBezTo>
                      <a:pt x="135888" y="49625"/>
                      <a:pt x="122362" y="54673"/>
                      <a:pt x="111408" y="59817"/>
                    </a:cubicBezTo>
                    <a:cubicBezTo>
                      <a:pt x="103693" y="63437"/>
                      <a:pt x="97026" y="67627"/>
                      <a:pt x="95882" y="71056"/>
                    </a:cubicBezTo>
                    <a:cubicBezTo>
                      <a:pt x="92549" y="71342"/>
                      <a:pt x="89215" y="71533"/>
                      <a:pt x="86072" y="71438"/>
                    </a:cubicBezTo>
                    <a:cubicBezTo>
                      <a:pt x="86072" y="72581"/>
                      <a:pt x="86548" y="73628"/>
                      <a:pt x="87024" y="74676"/>
                    </a:cubicBezTo>
                    <a:cubicBezTo>
                      <a:pt x="87215" y="74962"/>
                      <a:pt x="87405" y="75248"/>
                      <a:pt x="87596" y="75629"/>
                    </a:cubicBezTo>
                    <a:cubicBezTo>
                      <a:pt x="85500" y="76391"/>
                      <a:pt x="83214" y="77057"/>
                      <a:pt x="80833" y="77724"/>
                    </a:cubicBezTo>
                    <a:cubicBezTo>
                      <a:pt x="73308" y="79820"/>
                      <a:pt x="63783" y="83629"/>
                      <a:pt x="59402" y="85630"/>
                    </a:cubicBezTo>
                    <a:cubicBezTo>
                      <a:pt x="58354" y="86106"/>
                      <a:pt x="57497" y="86582"/>
                      <a:pt x="56830" y="87058"/>
                    </a:cubicBezTo>
                    <a:cubicBezTo>
                      <a:pt x="54163" y="89249"/>
                      <a:pt x="53782" y="91250"/>
                      <a:pt x="53020" y="93726"/>
                    </a:cubicBezTo>
                    <a:cubicBezTo>
                      <a:pt x="53020" y="94012"/>
                      <a:pt x="52830" y="94393"/>
                      <a:pt x="52639" y="94679"/>
                    </a:cubicBezTo>
                    <a:cubicBezTo>
                      <a:pt x="51591" y="94869"/>
                      <a:pt x="50543" y="95060"/>
                      <a:pt x="49496" y="95345"/>
                    </a:cubicBezTo>
                    <a:cubicBezTo>
                      <a:pt x="47781" y="98870"/>
                      <a:pt x="46448" y="102298"/>
                      <a:pt x="45590" y="105727"/>
                    </a:cubicBezTo>
                    <a:cubicBezTo>
                      <a:pt x="41399" y="105727"/>
                      <a:pt x="36446" y="106394"/>
                      <a:pt x="32827" y="107537"/>
                    </a:cubicBezTo>
                    <a:cubicBezTo>
                      <a:pt x="26255" y="109538"/>
                      <a:pt x="24921" y="112490"/>
                      <a:pt x="29112" y="113919"/>
                    </a:cubicBezTo>
                    <a:cubicBezTo>
                      <a:pt x="21302" y="115348"/>
                      <a:pt x="17111" y="119158"/>
                      <a:pt x="21778" y="120396"/>
                    </a:cubicBezTo>
                    <a:cubicBezTo>
                      <a:pt x="19492" y="119825"/>
                      <a:pt x="14444" y="120396"/>
                      <a:pt x="11586" y="121444"/>
                    </a:cubicBezTo>
                    <a:cubicBezTo>
                      <a:pt x="8729" y="122492"/>
                      <a:pt x="7586" y="123635"/>
                      <a:pt x="7205" y="124682"/>
                    </a:cubicBezTo>
                    <a:cubicBezTo>
                      <a:pt x="6824" y="125825"/>
                      <a:pt x="7205" y="126968"/>
                      <a:pt x="10253" y="127254"/>
                    </a:cubicBezTo>
                    <a:cubicBezTo>
                      <a:pt x="4252" y="128111"/>
                      <a:pt x="823" y="130302"/>
                      <a:pt x="156" y="132017"/>
                    </a:cubicBezTo>
                    <a:cubicBezTo>
                      <a:pt x="-606" y="134112"/>
                      <a:pt x="1394" y="136017"/>
                      <a:pt x="6728" y="136874"/>
                    </a:cubicBezTo>
                    <a:cubicBezTo>
                      <a:pt x="12062" y="137731"/>
                      <a:pt x="20921" y="137160"/>
                      <a:pt x="27302" y="135350"/>
                    </a:cubicBezTo>
                    <a:cubicBezTo>
                      <a:pt x="28731" y="137541"/>
                      <a:pt x="36256" y="138589"/>
                      <a:pt x="44828" y="137827"/>
                    </a:cubicBezTo>
                    <a:cubicBezTo>
                      <a:pt x="52925" y="137160"/>
                      <a:pt x="61116" y="134874"/>
                      <a:pt x="64545" y="132493"/>
                    </a:cubicBezTo>
                    <a:cubicBezTo>
                      <a:pt x="69593" y="131636"/>
                      <a:pt x="73308" y="130397"/>
                      <a:pt x="74642" y="128873"/>
                    </a:cubicBezTo>
                    <a:cubicBezTo>
                      <a:pt x="75594" y="127730"/>
                      <a:pt x="73594" y="126778"/>
                      <a:pt x="70451" y="126683"/>
                    </a:cubicBezTo>
                    <a:cubicBezTo>
                      <a:pt x="70927" y="126206"/>
                      <a:pt x="71403" y="125635"/>
                      <a:pt x="71689" y="125158"/>
                    </a:cubicBezTo>
                    <a:cubicBezTo>
                      <a:pt x="72070" y="124492"/>
                      <a:pt x="72356" y="123825"/>
                      <a:pt x="73499" y="123158"/>
                    </a:cubicBezTo>
                    <a:cubicBezTo>
                      <a:pt x="74546" y="122492"/>
                      <a:pt x="76356" y="121920"/>
                      <a:pt x="78071" y="121348"/>
                    </a:cubicBezTo>
                    <a:cubicBezTo>
                      <a:pt x="78833" y="121158"/>
                      <a:pt x="79595" y="120872"/>
                      <a:pt x="79976" y="120587"/>
                    </a:cubicBezTo>
                    <a:cubicBezTo>
                      <a:pt x="81023" y="119825"/>
                      <a:pt x="76928" y="120015"/>
                      <a:pt x="78642" y="119063"/>
                    </a:cubicBezTo>
                    <a:cubicBezTo>
                      <a:pt x="79023" y="118777"/>
                      <a:pt x="79880" y="118586"/>
                      <a:pt x="79690" y="118300"/>
                    </a:cubicBezTo>
                    <a:cubicBezTo>
                      <a:pt x="79690" y="118205"/>
                      <a:pt x="79214" y="118110"/>
                      <a:pt x="79214" y="118015"/>
                    </a:cubicBezTo>
                    <a:cubicBezTo>
                      <a:pt x="79214" y="117824"/>
                      <a:pt x="80071" y="117634"/>
                      <a:pt x="80357" y="117443"/>
                    </a:cubicBezTo>
                    <a:cubicBezTo>
                      <a:pt x="80738" y="117158"/>
                      <a:pt x="80452" y="116967"/>
                      <a:pt x="80071" y="116872"/>
                    </a:cubicBezTo>
                    <a:cubicBezTo>
                      <a:pt x="79690" y="116681"/>
                      <a:pt x="79214" y="116586"/>
                      <a:pt x="79118" y="116396"/>
                    </a:cubicBezTo>
                    <a:cubicBezTo>
                      <a:pt x="78928" y="115633"/>
                      <a:pt x="79785" y="114871"/>
                      <a:pt x="75880" y="115157"/>
                    </a:cubicBezTo>
                    <a:cubicBezTo>
                      <a:pt x="73975" y="115252"/>
                      <a:pt x="71689" y="115443"/>
                      <a:pt x="69117" y="115729"/>
                    </a:cubicBezTo>
                    <a:lnTo>
                      <a:pt x="71594" y="113348"/>
                    </a:lnTo>
                    <a:cubicBezTo>
                      <a:pt x="73499" y="113252"/>
                      <a:pt x="74737" y="113157"/>
                      <a:pt x="74737" y="113062"/>
                    </a:cubicBezTo>
                    <a:cubicBezTo>
                      <a:pt x="75404" y="112586"/>
                      <a:pt x="75404" y="112109"/>
                      <a:pt x="75785" y="111443"/>
                    </a:cubicBezTo>
                    <a:cubicBezTo>
                      <a:pt x="81690" y="110871"/>
                      <a:pt x="88643" y="109252"/>
                      <a:pt x="95406" y="107347"/>
                    </a:cubicBezTo>
                    <a:cubicBezTo>
                      <a:pt x="95501" y="107347"/>
                      <a:pt x="95692" y="107347"/>
                      <a:pt x="95787" y="107252"/>
                    </a:cubicBezTo>
                    <a:cubicBezTo>
                      <a:pt x="95978" y="107252"/>
                      <a:pt x="96073" y="107156"/>
                      <a:pt x="96263" y="107061"/>
                    </a:cubicBezTo>
                    <a:cubicBezTo>
                      <a:pt x="103121" y="105061"/>
                      <a:pt x="109598" y="102870"/>
                      <a:pt x="114361" y="101632"/>
                    </a:cubicBezTo>
                    <a:cubicBezTo>
                      <a:pt x="115790" y="101251"/>
                      <a:pt x="117314" y="100775"/>
                      <a:pt x="118361" y="100298"/>
                    </a:cubicBezTo>
                    <a:cubicBezTo>
                      <a:pt x="120457" y="99346"/>
                      <a:pt x="120743" y="98393"/>
                      <a:pt x="121028" y="97536"/>
                    </a:cubicBezTo>
                    <a:cubicBezTo>
                      <a:pt x="123410" y="90106"/>
                      <a:pt x="132363" y="83248"/>
                      <a:pt x="144936" y="76105"/>
                    </a:cubicBezTo>
                    <a:cubicBezTo>
                      <a:pt x="149603" y="74581"/>
                      <a:pt x="152937" y="73533"/>
                      <a:pt x="152937" y="73533"/>
                    </a:cubicBezTo>
                    <a:cubicBezTo>
                      <a:pt x="154366" y="72866"/>
                      <a:pt x="158557" y="72200"/>
                      <a:pt x="160843" y="71723"/>
                    </a:cubicBezTo>
                    <a:cubicBezTo>
                      <a:pt x="164081" y="71056"/>
                      <a:pt x="167130" y="70390"/>
                      <a:pt x="170273" y="69723"/>
                    </a:cubicBezTo>
                    <a:cubicBezTo>
                      <a:pt x="172273" y="69247"/>
                      <a:pt x="174178" y="68675"/>
                      <a:pt x="175607" y="68199"/>
                    </a:cubicBezTo>
                    <a:cubicBezTo>
                      <a:pt x="177797" y="67437"/>
                      <a:pt x="178940" y="66485"/>
                      <a:pt x="178750" y="65723"/>
                    </a:cubicBezTo>
                    <a:lnTo>
                      <a:pt x="178750" y="65437"/>
                    </a:lnTo>
                    <a:cubicBezTo>
                      <a:pt x="177797" y="64770"/>
                      <a:pt x="171987" y="64770"/>
                      <a:pt x="172178" y="64389"/>
                    </a:cubicBezTo>
                    <a:close/>
                    <a:moveTo>
                      <a:pt x="80738" y="84582"/>
                    </a:moveTo>
                    <a:cubicBezTo>
                      <a:pt x="83024" y="83629"/>
                      <a:pt x="86548" y="82201"/>
                      <a:pt x="90263" y="80677"/>
                    </a:cubicBezTo>
                    <a:cubicBezTo>
                      <a:pt x="90739" y="81915"/>
                      <a:pt x="91310" y="84296"/>
                      <a:pt x="88263" y="84963"/>
                    </a:cubicBezTo>
                    <a:cubicBezTo>
                      <a:pt x="86357" y="85439"/>
                      <a:pt x="83309" y="85630"/>
                      <a:pt x="82643" y="86296"/>
                    </a:cubicBezTo>
                    <a:cubicBezTo>
                      <a:pt x="82262" y="86582"/>
                      <a:pt x="82833" y="86868"/>
                      <a:pt x="83119" y="87058"/>
                    </a:cubicBezTo>
                    <a:cubicBezTo>
                      <a:pt x="83881" y="87725"/>
                      <a:pt x="80261" y="89535"/>
                      <a:pt x="76166" y="91440"/>
                    </a:cubicBezTo>
                    <a:cubicBezTo>
                      <a:pt x="75213" y="91440"/>
                      <a:pt x="74261" y="91631"/>
                      <a:pt x="73308" y="91726"/>
                    </a:cubicBezTo>
                    <a:cubicBezTo>
                      <a:pt x="73308" y="91250"/>
                      <a:pt x="73308" y="90773"/>
                      <a:pt x="73308" y="90392"/>
                    </a:cubicBezTo>
                    <a:cubicBezTo>
                      <a:pt x="73308" y="88583"/>
                      <a:pt x="75975" y="86487"/>
                      <a:pt x="80738" y="84582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7" name="Google Shape;1637;p123"/>
              <p:cNvSpPr/>
              <p:nvPr/>
            </p:nvSpPr>
            <p:spPr>
              <a:xfrm>
                <a:off x="6978206" y="3272395"/>
                <a:ext cx="200230" cy="297139"/>
              </a:xfrm>
              <a:custGeom>
                <a:avLst/>
                <a:gdLst/>
                <a:ahLst/>
                <a:cxnLst/>
                <a:rect l="l" t="t" r="r" b="b"/>
                <a:pathLst>
                  <a:path w="68572" h="101760" extrusionOk="0">
                    <a:moveTo>
                      <a:pt x="64180" y="26377"/>
                    </a:moveTo>
                    <a:cubicBezTo>
                      <a:pt x="67133" y="25425"/>
                      <a:pt x="68371" y="21900"/>
                      <a:pt x="68562" y="18852"/>
                    </a:cubicBezTo>
                    <a:cubicBezTo>
                      <a:pt x="68847" y="10947"/>
                      <a:pt x="63323" y="3136"/>
                      <a:pt x="55798" y="755"/>
                    </a:cubicBezTo>
                    <a:cubicBezTo>
                      <a:pt x="48178" y="-1626"/>
                      <a:pt x="39225" y="1803"/>
                      <a:pt x="35034" y="8565"/>
                    </a:cubicBezTo>
                    <a:cubicBezTo>
                      <a:pt x="31128" y="2946"/>
                      <a:pt x="22842" y="1231"/>
                      <a:pt x="16460" y="3803"/>
                    </a:cubicBezTo>
                    <a:cubicBezTo>
                      <a:pt x="10078" y="6375"/>
                      <a:pt x="5506" y="12471"/>
                      <a:pt x="3506" y="19043"/>
                    </a:cubicBezTo>
                    <a:cubicBezTo>
                      <a:pt x="1887" y="24377"/>
                      <a:pt x="2458" y="31330"/>
                      <a:pt x="7411" y="33902"/>
                    </a:cubicBezTo>
                    <a:cubicBezTo>
                      <a:pt x="3982" y="34950"/>
                      <a:pt x="1982" y="38569"/>
                      <a:pt x="934" y="41998"/>
                    </a:cubicBezTo>
                    <a:cubicBezTo>
                      <a:pt x="-114" y="45332"/>
                      <a:pt x="-495" y="49142"/>
                      <a:pt x="934" y="52285"/>
                    </a:cubicBezTo>
                    <a:cubicBezTo>
                      <a:pt x="2458" y="55428"/>
                      <a:pt x="6649" y="57429"/>
                      <a:pt x="9697" y="55714"/>
                    </a:cubicBezTo>
                    <a:cubicBezTo>
                      <a:pt x="3411" y="59619"/>
                      <a:pt x="2553" y="71621"/>
                      <a:pt x="8554" y="76002"/>
                    </a:cubicBezTo>
                    <a:cubicBezTo>
                      <a:pt x="2458" y="80479"/>
                      <a:pt x="-18" y="89623"/>
                      <a:pt x="3982" y="96005"/>
                    </a:cubicBezTo>
                    <a:cubicBezTo>
                      <a:pt x="7887" y="102387"/>
                      <a:pt x="18365" y="103911"/>
                      <a:pt x="23223" y="98291"/>
                    </a:cubicBezTo>
                    <a:cubicBezTo>
                      <a:pt x="24937" y="96386"/>
                      <a:pt x="25890" y="93909"/>
                      <a:pt x="26747" y="91433"/>
                    </a:cubicBezTo>
                    <a:cubicBezTo>
                      <a:pt x="28080" y="88004"/>
                      <a:pt x="29319" y="84670"/>
                      <a:pt x="30652" y="81241"/>
                    </a:cubicBezTo>
                    <a:cubicBezTo>
                      <a:pt x="33319" y="74288"/>
                      <a:pt x="35891" y="66287"/>
                      <a:pt x="32748" y="59524"/>
                    </a:cubicBezTo>
                    <a:cubicBezTo>
                      <a:pt x="30366" y="54571"/>
                      <a:pt x="25128" y="50856"/>
                      <a:pt x="24842" y="45332"/>
                    </a:cubicBezTo>
                    <a:cubicBezTo>
                      <a:pt x="24366" y="36283"/>
                      <a:pt x="37891" y="30473"/>
                      <a:pt x="36177" y="21615"/>
                    </a:cubicBezTo>
                    <a:cubicBezTo>
                      <a:pt x="35605" y="26758"/>
                      <a:pt x="40177" y="31616"/>
                      <a:pt x="45321" y="32378"/>
                    </a:cubicBezTo>
                    <a:cubicBezTo>
                      <a:pt x="50464" y="33045"/>
                      <a:pt x="60942" y="30473"/>
                      <a:pt x="64085" y="26377"/>
                    </a:cubicBezTo>
                    <a:close/>
                  </a:path>
                </a:pathLst>
              </a:custGeom>
              <a:solidFill>
                <a:srgbClr val="CD724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8" name="Google Shape;1638;p123"/>
              <p:cNvSpPr/>
              <p:nvPr/>
            </p:nvSpPr>
            <p:spPr>
              <a:xfrm>
                <a:off x="7047299" y="3777005"/>
                <a:ext cx="166884" cy="764304"/>
              </a:xfrm>
              <a:custGeom>
                <a:avLst/>
                <a:gdLst/>
                <a:ahLst/>
                <a:cxnLst/>
                <a:rect l="l" t="t" r="r" b="b"/>
                <a:pathLst>
                  <a:path w="57152" h="261748" extrusionOk="0">
                    <a:moveTo>
                      <a:pt x="9934" y="3812"/>
                    </a:moveTo>
                    <a:cubicBezTo>
                      <a:pt x="7172" y="11241"/>
                      <a:pt x="4600" y="18766"/>
                      <a:pt x="2409" y="26481"/>
                    </a:cubicBezTo>
                    <a:cubicBezTo>
                      <a:pt x="1362" y="30101"/>
                      <a:pt x="409" y="33815"/>
                      <a:pt x="123" y="37625"/>
                    </a:cubicBezTo>
                    <a:cubicBezTo>
                      <a:pt x="-543" y="46674"/>
                      <a:pt x="1552" y="53913"/>
                      <a:pt x="4981" y="62009"/>
                    </a:cubicBezTo>
                    <a:cubicBezTo>
                      <a:pt x="8315" y="69915"/>
                      <a:pt x="7648" y="78678"/>
                      <a:pt x="8029" y="87060"/>
                    </a:cubicBezTo>
                    <a:cubicBezTo>
                      <a:pt x="8982" y="105158"/>
                      <a:pt x="15078" y="121826"/>
                      <a:pt x="11649" y="139638"/>
                    </a:cubicBezTo>
                    <a:cubicBezTo>
                      <a:pt x="9363" y="151449"/>
                      <a:pt x="11077" y="176500"/>
                      <a:pt x="13458" y="193835"/>
                    </a:cubicBezTo>
                    <a:cubicBezTo>
                      <a:pt x="14220" y="199360"/>
                      <a:pt x="15649" y="204884"/>
                      <a:pt x="16602" y="210409"/>
                    </a:cubicBezTo>
                    <a:cubicBezTo>
                      <a:pt x="18602" y="222029"/>
                      <a:pt x="18126" y="233364"/>
                      <a:pt x="10696" y="243175"/>
                    </a:cubicBezTo>
                    <a:cubicBezTo>
                      <a:pt x="16030" y="245366"/>
                      <a:pt x="21174" y="248033"/>
                      <a:pt x="25936" y="251081"/>
                    </a:cubicBezTo>
                    <a:cubicBezTo>
                      <a:pt x="26793" y="251652"/>
                      <a:pt x="27746" y="252319"/>
                      <a:pt x="28127" y="253271"/>
                    </a:cubicBezTo>
                    <a:cubicBezTo>
                      <a:pt x="28698" y="254700"/>
                      <a:pt x="27841" y="256319"/>
                      <a:pt x="28127" y="257843"/>
                    </a:cubicBezTo>
                    <a:cubicBezTo>
                      <a:pt x="28698" y="260320"/>
                      <a:pt x="31937" y="260891"/>
                      <a:pt x="34509" y="260987"/>
                    </a:cubicBezTo>
                    <a:cubicBezTo>
                      <a:pt x="40795" y="261272"/>
                      <a:pt x="47082" y="261463"/>
                      <a:pt x="53368" y="261749"/>
                    </a:cubicBezTo>
                    <a:cubicBezTo>
                      <a:pt x="55178" y="261749"/>
                      <a:pt x="57845" y="260701"/>
                      <a:pt x="56988" y="259082"/>
                    </a:cubicBezTo>
                    <a:cubicBezTo>
                      <a:pt x="56035" y="257177"/>
                      <a:pt x="42795" y="252986"/>
                      <a:pt x="39843" y="249747"/>
                    </a:cubicBezTo>
                    <a:cubicBezTo>
                      <a:pt x="35080" y="244508"/>
                      <a:pt x="31937" y="238222"/>
                      <a:pt x="31270" y="231269"/>
                    </a:cubicBezTo>
                    <a:cubicBezTo>
                      <a:pt x="28317" y="200693"/>
                      <a:pt x="35556" y="171642"/>
                      <a:pt x="32985" y="141067"/>
                    </a:cubicBezTo>
                    <a:cubicBezTo>
                      <a:pt x="32508" y="135066"/>
                      <a:pt x="42414" y="103253"/>
                      <a:pt x="42891" y="87441"/>
                    </a:cubicBezTo>
                    <a:cubicBezTo>
                      <a:pt x="43462" y="69534"/>
                      <a:pt x="42795" y="62962"/>
                      <a:pt x="43938" y="55818"/>
                    </a:cubicBezTo>
                    <a:cubicBezTo>
                      <a:pt x="45272" y="47817"/>
                      <a:pt x="46415" y="38387"/>
                      <a:pt x="46224" y="30291"/>
                    </a:cubicBezTo>
                    <a:cubicBezTo>
                      <a:pt x="46034" y="21814"/>
                      <a:pt x="43843" y="12956"/>
                      <a:pt x="37747" y="7050"/>
                    </a:cubicBezTo>
                    <a:cubicBezTo>
                      <a:pt x="31651" y="1145"/>
                      <a:pt x="12982" y="-3808"/>
                      <a:pt x="10029" y="4097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9" name="Google Shape;1639;p123"/>
              <p:cNvSpPr/>
              <p:nvPr/>
            </p:nvSpPr>
            <p:spPr>
              <a:xfrm>
                <a:off x="7027111" y="3852242"/>
                <a:ext cx="164688" cy="282971"/>
              </a:xfrm>
              <a:custGeom>
                <a:avLst/>
                <a:gdLst/>
                <a:ahLst/>
                <a:cxnLst/>
                <a:rect l="l" t="t" r="r" b="b"/>
                <a:pathLst>
                  <a:path w="56400" h="96908" extrusionOk="0">
                    <a:moveTo>
                      <a:pt x="8754" y="135"/>
                    </a:moveTo>
                    <a:cubicBezTo>
                      <a:pt x="-2199" y="12708"/>
                      <a:pt x="-1247" y="31758"/>
                      <a:pt x="2849" y="47950"/>
                    </a:cubicBezTo>
                    <a:cubicBezTo>
                      <a:pt x="7040" y="64143"/>
                      <a:pt x="13803" y="80240"/>
                      <a:pt x="12279" y="96909"/>
                    </a:cubicBezTo>
                    <a:cubicBezTo>
                      <a:pt x="24280" y="94242"/>
                      <a:pt x="36758" y="93575"/>
                      <a:pt x="48950" y="94813"/>
                    </a:cubicBezTo>
                    <a:cubicBezTo>
                      <a:pt x="52950" y="76621"/>
                      <a:pt x="54474" y="59666"/>
                      <a:pt x="55903" y="41092"/>
                    </a:cubicBezTo>
                    <a:cubicBezTo>
                      <a:pt x="56570" y="33091"/>
                      <a:pt x="56856" y="24900"/>
                      <a:pt x="54855" y="17089"/>
                    </a:cubicBezTo>
                    <a:cubicBezTo>
                      <a:pt x="54189" y="14613"/>
                      <a:pt x="53236" y="12041"/>
                      <a:pt x="51426" y="10136"/>
                    </a:cubicBezTo>
                    <a:cubicBezTo>
                      <a:pt x="49712" y="8326"/>
                      <a:pt x="47426" y="7279"/>
                      <a:pt x="45140" y="6421"/>
                    </a:cubicBezTo>
                    <a:cubicBezTo>
                      <a:pt x="34186" y="2040"/>
                      <a:pt x="20565" y="-341"/>
                      <a:pt x="8754" y="4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0" name="Google Shape;1640;p123"/>
              <p:cNvSpPr/>
              <p:nvPr/>
            </p:nvSpPr>
            <p:spPr>
              <a:xfrm>
                <a:off x="7050128" y="3313261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2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3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8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02"/>
                    </a:cubicBezTo>
                    <a:cubicBezTo>
                      <a:pt x="35921" y="58954"/>
                      <a:pt x="35921" y="56478"/>
                      <a:pt x="37160" y="54192"/>
                    </a:cubicBezTo>
                    <a:cubicBezTo>
                      <a:pt x="37541" y="53525"/>
                      <a:pt x="38207" y="53049"/>
                      <a:pt x="38779" y="52573"/>
                    </a:cubicBezTo>
                    <a:cubicBezTo>
                      <a:pt x="39350" y="52096"/>
                      <a:pt x="39922" y="51430"/>
                      <a:pt x="39827" y="50668"/>
                    </a:cubicBezTo>
                    <a:cubicBezTo>
                      <a:pt x="39827" y="50001"/>
                      <a:pt x="39160" y="49334"/>
                      <a:pt x="39446" y="48763"/>
                    </a:cubicBezTo>
                    <a:cubicBezTo>
                      <a:pt x="39636" y="48382"/>
                      <a:pt x="40017" y="48096"/>
                      <a:pt x="40303" y="47810"/>
                    </a:cubicBezTo>
                    <a:cubicBezTo>
                      <a:pt x="40684" y="47143"/>
                      <a:pt x="40303" y="46286"/>
                      <a:pt x="40303" y="45524"/>
                    </a:cubicBezTo>
                    <a:cubicBezTo>
                      <a:pt x="39922" y="42381"/>
                      <a:pt x="43732" y="43143"/>
                      <a:pt x="43637" y="40762"/>
                    </a:cubicBezTo>
                    <a:cubicBezTo>
                      <a:pt x="43637" y="39904"/>
                      <a:pt x="43161" y="39142"/>
                      <a:pt x="42684" y="38476"/>
                    </a:cubicBezTo>
                    <a:cubicBezTo>
                      <a:pt x="41636" y="36761"/>
                      <a:pt x="40684" y="34856"/>
                      <a:pt x="40494" y="32856"/>
                    </a:cubicBezTo>
                    <a:cubicBezTo>
                      <a:pt x="40208" y="30760"/>
                      <a:pt x="40779" y="28570"/>
                      <a:pt x="41351" y="26569"/>
                    </a:cubicBezTo>
                    <a:cubicBezTo>
                      <a:pt x="41827" y="24664"/>
                      <a:pt x="42113" y="22664"/>
                      <a:pt x="42208" y="20664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1" name="Google Shape;1641;p123"/>
              <p:cNvSpPr/>
              <p:nvPr/>
            </p:nvSpPr>
            <p:spPr>
              <a:xfrm>
                <a:off x="7088110" y="3527920"/>
                <a:ext cx="170709" cy="428706"/>
              </a:xfrm>
              <a:custGeom>
                <a:avLst/>
                <a:gdLst/>
                <a:ahLst/>
                <a:cxnLst/>
                <a:rect l="l" t="t" r="r" b="b"/>
                <a:pathLst>
                  <a:path w="58462" h="146817" extrusionOk="0">
                    <a:moveTo>
                      <a:pt x="57580" y="132387"/>
                    </a:moveTo>
                    <a:cubicBezTo>
                      <a:pt x="56818" y="130768"/>
                      <a:pt x="55675" y="128958"/>
                      <a:pt x="54246" y="127529"/>
                    </a:cubicBezTo>
                    <a:cubicBezTo>
                      <a:pt x="52055" y="125338"/>
                      <a:pt x="49769" y="123243"/>
                      <a:pt x="47388" y="121243"/>
                    </a:cubicBezTo>
                    <a:cubicBezTo>
                      <a:pt x="45674" y="119814"/>
                      <a:pt x="42435" y="117623"/>
                      <a:pt x="41864" y="115528"/>
                    </a:cubicBezTo>
                    <a:cubicBezTo>
                      <a:pt x="41864" y="115528"/>
                      <a:pt x="27481" y="90382"/>
                      <a:pt x="21861" y="81809"/>
                    </a:cubicBezTo>
                    <a:cubicBezTo>
                      <a:pt x="18432" y="76475"/>
                      <a:pt x="17099" y="70189"/>
                      <a:pt x="18242" y="63902"/>
                    </a:cubicBezTo>
                    <a:cubicBezTo>
                      <a:pt x="21194" y="47710"/>
                      <a:pt x="26528" y="16087"/>
                      <a:pt x="25004" y="8276"/>
                    </a:cubicBezTo>
                    <a:cubicBezTo>
                      <a:pt x="23099" y="-2201"/>
                      <a:pt x="8240" y="-2963"/>
                      <a:pt x="5478" y="7324"/>
                    </a:cubicBezTo>
                    <a:cubicBezTo>
                      <a:pt x="5478" y="7514"/>
                      <a:pt x="5478" y="7705"/>
                      <a:pt x="5383" y="7800"/>
                    </a:cubicBezTo>
                    <a:cubicBezTo>
                      <a:pt x="2144" y="21516"/>
                      <a:pt x="2240" y="45138"/>
                      <a:pt x="1097" y="55996"/>
                    </a:cubicBezTo>
                    <a:cubicBezTo>
                      <a:pt x="239" y="64093"/>
                      <a:pt x="-618" y="70570"/>
                      <a:pt x="620" y="77523"/>
                    </a:cubicBezTo>
                    <a:cubicBezTo>
                      <a:pt x="906" y="79047"/>
                      <a:pt x="1478" y="80476"/>
                      <a:pt x="2144" y="81904"/>
                    </a:cubicBezTo>
                    <a:cubicBezTo>
                      <a:pt x="5192" y="87619"/>
                      <a:pt x="12146" y="98383"/>
                      <a:pt x="18146" y="104002"/>
                    </a:cubicBezTo>
                    <a:cubicBezTo>
                      <a:pt x="25671" y="110956"/>
                      <a:pt x="31005" y="121433"/>
                      <a:pt x="31005" y="121433"/>
                    </a:cubicBezTo>
                    <a:cubicBezTo>
                      <a:pt x="32624" y="124386"/>
                      <a:pt x="33767" y="127720"/>
                      <a:pt x="36149" y="130577"/>
                    </a:cubicBezTo>
                    <a:cubicBezTo>
                      <a:pt x="37482" y="132196"/>
                      <a:pt x="38911" y="134101"/>
                      <a:pt x="40530" y="135340"/>
                    </a:cubicBezTo>
                    <a:cubicBezTo>
                      <a:pt x="41673" y="136197"/>
                      <a:pt x="43197" y="136387"/>
                      <a:pt x="44150" y="137054"/>
                    </a:cubicBezTo>
                    <a:cubicBezTo>
                      <a:pt x="46531" y="138769"/>
                      <a:pt x="45102" y="141531"/>
                      <a:pt x="45483" y="144293"/>
                    </a:cubicBezTo>
                    <a:cubicBezTo>
                      <a:pt x="45959" y="147722"/>
                      <a:pt x="48436" y="147532"/>
                      <a:pt x="49198" y="144484"/>
                    </a:cubicBezTo>
                    <a:cubicBezTo>
                      <a:pt x="49484" y="143150"/>
                      <a:pt x="55389" y="143150"/>
                      <a:pt x="57008" y="141245"/>
                    </a:cubicBezTo>
                    <a:lnTo>
                      <a:pt x="57485" y="140388"/>
                    </a:lnTo>
                    <a:cubicBezTo>
                      <a:pt x="58723" y="137911"/>
                      <a:pt x="58818" y="135054"/>
                      <a:pt x="57580" y="132577"/>
                    </a:cubicBezTo>
                    <a:close/>
                  </a:path>
                </a:pathLst>
              </a:custGeom>
              <a:solidFill>
                <a:srgbClr val="F6BB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2" name="Google Shape;1642;p123"/>
              <p:cNvSpPr/>
              <p:nvPr/>
            </p:nvSpPr>
            <p:spPr>
              <a:xfrm>
                <a:off x="7107040" y="3539861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9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3" name="Google Shape;1643;p123"/>
              <p:cNvSpPr/>
              <p:nvPr/>
            </p:nvSpPr>
            <p:spPr>
              <a:xfrm>
                <a:off x="7040372" y="3477330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4" name="Google Shape;1644;p123"/>
              <p:cNvSpPr/>
              <p:nvPr/>
            </p:nvSpPr>
            <p:spPr>
              <a:xfrm>
                <a:off x="7057825" y="3487019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3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0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5" name="Google Shape;1645;p123"/>
              <p:cNvSpPr/>
              <p:nvPr/>
            </p:nvSpPr>
            <p:spPr>
              <a:xfrm>
                <a:off x="7006235" y="3498140"/>
                <a:ext cx="207075" cy="423245"/>
              </a:xfrm>
              <a:custGeom>
                <a:avLst/>
                <a:gdLst/>
                <a:ahLst/>
                <a:cxnLst/>
                <a:rect l="l" t="t" r="r" b="b"/>
                <a:pathLst>
                  <a:path w="70916" h="144947" extrusionOk="0">
                    <a:moveTo>
                      <a:pt x="5239" y="122301"/>
                    </a:moveTo>
                    <a:cubicBezTo>
                      <a:pt x="3334" y="125635"/>
                      <a:pt x="1524" y="128968"/>
                      <a:pt x="0" y="132493"/>
                    </a:cubicBezTo>
                    <a:cubicBezTo>
                      <a:pt x="11144" y="132016"/>
                      <a:pt x="21146" y="138970"/>
                      <a:pt x="31813" y="142399"/>
                    </a:cubicBezTo>
                    <a:cubicBezTo>
                      <a:pt x="44005" y="146399"/>
                      <a:pt x="57721" y="145637"/>
                      <a:pt x="69437" y="140494"/>
                    </a:cubicBezTo>
                    <a:cubicBezTo>
                      <a:pt x="63055" y="109347"/>
                      <a:pt x="59722" y="81439"/>
                      <a:pt x="69628" y="50387"/>
                    </a:cubicBezTo>
                    <a:cubicBezTo>
                      <a:pt x="70485" y="47530"/>
                      <a:pt x="71438" y="44482"/>
                      <a:pt x="70580" y="41624"/>
                    </a:cubicBezTo>
                    <a:cubicBezTo>
                      <a:pt x="70104" y="40100"/>
                      <a:pt x="69151" y="38767"/>
                      <a:pt x="68294" y="37528"/>
                    </a:cubicBezTo>
                    <a:cubicBezTo>
                      <a:pt x="61817" y="28480"/>
                      <a:pt x="52292" y="7239"/>
                      <a:pt x="40576" y="5715"/>
                    </a:cubicBezTo>
                    <a:cubicBezTo>
                      <a:pt x="32194" y="4667"/>
                      <a:pt x="24003" y="2762"/>
                      <a:pt x="16002" y="0"/>
                    </a:cubicBezTo>
                    <a:cubicBezTo>
                      <a:pt x="14668" y="0"/>
                      <a:pt x="15907" y="95"/>
                      <a:pt x="14478" y="190"/>
                    </a:cubicBezTo>
                    <a:cubicBezTo>
                      <a:pt x="11906" y="8763"/>
                      <a:pt x="10096" y="17526"/>
                      <a:pt x="9144" y="26479"/>
                    </a:cubicBezTo>
                    <a:cubicBezTo>
                      <a:pt x="8001" y="36576"/>
                      <a:pt x="9620" y="46672"/>
                      <a:pt x="11716" y="56483"/>
                    </a:cubicBezTo>
                    <a:cubicBezTo>
                      <a:pt x="12763" y="61531"/>
                      <a:pt x="20193" y="80105"/>
                      <a:pt x="17145" y="84201"/>
                    </a:cubicBezTo>
                    <a:cubicBezTo>
                      <a:pt x="16573" y="84963"/>
                      <a:pt x="15716" y="85725"/>
                      <a:pt x="15621" y="86677"/>
                    </a:cubicBezTo>
                    <a:cubicBezTo>
                      <a:pt x="15526" y="88678"/>
                      <a:pt x="18288" y="89344"/>
                      <a:pt x="19621" y="90773"/>
                    </a:cubicBezTo>
                    <a:cubicBezTo>
                      <a:pt x="22098" y="93440"/>
                      <a:pt x="16478" y="103251"/>
                      <a:pt x="15145" y="105918"/>
                    </a:cubicBezTo>
                    <a:cubicBezTo>
                      <a:pt x="12192" y="111633"/>
                      <a:pt x="8668" y="116967"/>
                      <a:pt x="5525" y="1223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6" name="Google Shape;1646;p123"/>
              <p:cNvSpPr/>
              <p:nvPr/>
            </p:nvSpPr>
            <p:spPr>
              <a:xfrm>
                <a:off x="6980932" y="3527584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3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583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89" y="140122"/>
                    </a:cubicBezTo>
                    <a:cubicBezTo>
                      <a:pt x="32290" y="142313"/>
                      <a:pt x="30289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F6BB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7" name="Google Shape;1647;p123"/>
              <p:cNvSpPr/>
              <p:nvPr/>
            </p:nvSpPr>
            <p:spPr>
              <a:xfrm>
                <a:off x="6991496" y="3523597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2" y="45857"/>
                      <a:pt x="30766" y="37952"/>
                    </a:cubicBezTo>
                    <a:cubicBezTo>
                      <a:pt x="34195" y="29474"/>
                      <a:pt x="37528" y="19854"/>
                      <a:pt x="36671" y="10615"/>
                    </a:cubicBezTo>
                    <a:cubicBezTo>
                      <a:pt x="35528" y="-720"/>
                      <a:pt x="21812" y="-3291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2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8" name="Google Shape;1648;p123"/>
              <p:cNvSpPr/>
              <p:nvPr/>
            </p:nvSpPr>
            <p:spPr>
              <a:xfrm>
                <a:off x="7026332" y="3306580"/>
                <a:ext cx="167795" cy="156299"/>
              </a:xfrm>
              <a:custGeom>
                <a:avLst/>
                <a:gdLst/>
                <a:ahLst/>
                <a:cxnLst/>
                <a:rect l="l" t="t" r="r" b="b"/>
                <a:pathLst>
                  <a:path w="57464" h="53527" extrusionOk="0">
                    <a:moveTo>
                      <a:pt x="46930" y="23905"/>
                    </a:moveTo>
                    <a:cubicBezTo>
                      <a:pt x="46930" y="23905"/>
                      <a:pt x="46454" y="23715"/>
                      <a:pt x="46168" y="23524"/>
                    </a:cubicBezTo>
                    <a:cubicBezTo>
                      <a:pt x="46740" y="25429"/>
                      <a:pt x="45787" y="27620"/>
                      <a:pt x="43978" y="28572"/>
                    </a:cubicBezTo>
                    <a:cubicBezTo>
                      <a:pt x="42263" y="29525"/>
                      <a:pt x="39882" y="29049"/>
                      <a:pt x="38644" y="27525"/>
                    </a:cubicBezTo>
                    <a:cubicBezTo>
                      <a:pt x="39120" y="30096"/>
                      <a:pt x="37596" y="32859"/>
                      <a:pt x="35119" y="33716"/>
                    </a:cubicBezTo>
                    <a:cubicBezTo>
                      <a:pt x="32738" y="34573"/>
                      <a:pt x="29690" y="33525"/>
                      <a:pt x="28452" y="31334"/>
                    </a:cubicBezTo>
                    <a:cubicBezTo>
                      <a:pt x="27690" y="38002"/>
                      <a:pt x="29881" y="44193"/>
                      <a:pt x="28452" y="50861"/>
                    </a:cubicBezTo>
                    <a:cubicBezTo>
                      <a:pt x="27690" y="44193"/>
                      <a:pt x="25690" y="37716"/>
                      <a:pt x="22546" y="31811"/>
                    </a:cubicBezTo>
                    <a:cubicBezTo>
                      <a:pt x="21689" y="30287"/>
                      <a:pt x="20451" y="28572"/>
                      <a:pt x="18736" y="28572"/>
                    </a:cubicBezTo>
                    <a:cubicBezTo>
                      <a:pt x="16450" y="28572"/>
                      <a:pt x="15212" y="31430"/>
                      <a:pt x="15593" y="33716"/>
                    </a:cubicBezTo>
                    <a:cubicBezTo>
                      <a:pt x="16165" y="37050"/>
                      <a:pt x="18927" y="39812"/>
                      <a:pt x="22261" y="40383"/>
                    </a:cubicBezTo>
                    <a:cubicBezTo>
                      <a:pt x="22261" y="45241"/>
                      <a:pt x="18070" y="50766"/>
                      <a:pt x="14164" y="53528"/>
                    </a:cubicBezTo>
                    <a:cubicBezTo>
                      <a:pt x="6640" y="49146"/>
                      <a:pt x="3877" y="38764"/>
                      <a:pt x="1687" y="30382"/>
                    </a:cubicBezTo>
                    <a:cubicBezTo>
                      <a:pt x="-28" y="23619"/>
                      <a:pt x="-1266" y="15904"/>
                      <a:pt x="2258" y="9903"/>
                    </a:cubicBezTo>
                    <a:cubicBezTo>
                      <a:pt x="11116" y="-5051"/>
                      <a:pt x="60551" y="-3432"/>
                      <a:pt x="57313" y="17238"/>
                    </a:cubicBezTo>
                    <a:cubicBezTo>
                      <a:pt x="56551" y="21905"/>
                      <a:pt x="51312" y="25524"/>
                      <a:pt x="46930" y="24000"/>
                    </a:cubicBezTo>
                    <a:close/>
                  </a:path>
                </a:pathLst>
              </a:custGeom>
              <a:solidFill>
                <a:srgbClr val="CD724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9" name="Google Shape;1649;p123"/>
              <p:cNvSpPr/>
              <p:nvPr/>
            </p:nvSpPr>
            <p:spPr>
              <a:xfrm>
                <a:off x="7070181" y="4466625"/>
                <a:ext cx="152135" cy="76227"/>
              </a:xfrm>
              <a:custGeom>
                <a:avLst/>
                <a:gdLst/>
                <a:ahLst/>
                <a:cxnLst/>
                <a:rect l="l" t="t" r="r" b="b"/>
                <a:pathLst>
                  <a:path w="52101" h="26105" extrusionOk="0">
                    <a:moveTo>
                      <a:pt x="0" y="25117"/>
                    </a:moveTo>
                    <a:cubicBezTo>
                      <a:pt x="1429" y="24259"/>
                      <a:pt x="3048" y="23688"/>
                      <a:pt x="4667" y="23402"/>
                    </a:cubicBezTo>
                    <a:cubicBezTo>
                      <a:pt x="4953" y="20068"/>
                      <a:pt x="5905" y="16830"/>
                      <a:pt x="7429" y="13877"/>
                    </a:cubicBezTo>
                    <a:cubicBezTo>
                      <a:pt x="13144" y="14925"/>
                      <a:pt x="15335" y="22450"/>
                      <a:pt x="20669" y="24545"/>
                    </a:cubicBezTo>
                    <a:cubicBezTo>
                      <a:pt x="22193" y="25117"/>
                      <a:pt x="23908" y="25212"/>
                      <a:pt x="25622" y="25307"/>
                    </a:cubicBezTo>
                    <a:cubicBezTo>
                      <a:pt x="31432" y="25593"/>
                      <a:pt x="37147" y="25783"/>
                      <a:pt x="42958" y="26069"/>
                    </a:cubicBezTo>
                    <a:cubicBezTo>
                      <a:pt x="46482" y="26260"/>
                      <a:pt x="50863" y="25783"/>
                      <a:pt x="52102" y="22545"/>
                    </a:cubicBezTo>
                    <a:cubicBezTo>
                      <a:pt x="40862" y="19211"/>
                      <a:pt x="31528" y="11305"/>
                      <a:pt x="25717" y="1209"/>
                    </a:cubicBezTo>
                    <a:cubicBezTo>
                      <a:pt x="23813" y="11210"/>
                      <a:pt x="13240" y="-1553"/>
                      <a:pt x="7048" y="161"/>
                    </a:cubicBezTo>
                    <a:cubicBezTo>
                      <a:pt x="-5906" y="3876"/>
                      <a:pt x="5715" y="21688"/>
                      <a:pt x="0" y="251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50" name="Google Shape;1650;p123"/>
            <p:cNvGrpSpPr/>
            <p:nvPr/>
          </p:nvGrpSpPr>
          <p:grpSpPr>
            <a:xfrm>
              <a:off x="5621130" y="989724"/>
              <a:ext cx="817953" cy="1639182"/>
              <a:chOff x="3532955" y="3479574"/>
              <a:chExt cx="817953" cy="1639182"/>
            </a:xfrm>
          </p:grpSpPr>
          <p:sp>
            <p:nvSpPr>
              <p:cNvPr id="1651" name="Google Shape;1651;p123"/>
              <p:cNvSpPr/>
              <p:nvPr/>
            </p:nvSpPr>
            <p:spPr>
              <a:xfrm>
                <a:off x="3532955" y="4724093"/>
                <a:ext cx="788505" cy="394664"/>
              </a:xfrm>
              <a:custGeom>
                <a:avLst/>
                <a:gdLst/>
                <a:ahLst/>
                <a:cxnLst/>
                <a:rect l="l" t="t" r="r" b="b"/>
                <a:pathLst>
                  <a:path w="270036" h="135159" extrusionOk="0">
                    <a:moveTo>
                      <a:pt x="243081" y="6858"/>
                    </a:moveTo>
                    <a:cubicBezTo>
                      <a:pt x="247748" y="6667"/>
                      <a:pt x="251463" y="7048"/>
                      <a:pt x="256035" y="6858"/>
                    </a:cubicBezTo>
                    <a:cubicBezTo>
                      <a:pt x="259273" y="6858"/>
                      <a:pt x="263178" y="6287"/>
                      <a:pt x="266417" y="5429"/>
                    </a:cubicBezTo>
                    <a:cubicBezTo>
                      <a:pt x="266989" y="5429"/>
                      <a:pt x="267560" y="5239"/>
                      <a:pt x="267655" y="5144"/>
                    </a:cubicBezTo>
                    <a:cubicBezTo>
                      <a:pt x="267655" y="5144"/>
                      <a:pt x="267655" y="5144"/>
                      <a:pt x="267655" y="5144"/>
                    </a:cubicBezTo>
                    <a:cubicBezTo>
                      <a:pt x="268513" y="4858"/>
                      <a:pt x="269370" y="4667"/>
                      <a:pt x="270037" y="4286"/>
                    </a:cubicBezTo>
                    <a:cubicBezTo>
                      <a:pt x="270037" y="4286"/>
                      <a:pt x="267370" y="4000"/>
                      <a:pt x="263464" y="3619"/>
                    </a:cubicBezTo>
                    <a:lnTo>
                      <a:pt x="263464" y="3619"/>
                    </a:lnTo>
                    <a:cubicBezTo>
                      <a:pt x="252320" y="2477"/>
                      <a:pt x="230508" y="286"/>
                      <a:pt x="224793" y="0"/>
                    </a:cubicBezTo>
                    <a:cubicBezTo>
                      <a:pt x="221935" y="1333"/>
                      <a:pt x="217268" y="4477"/>
                      <a:pt x="215077" y="6096"/>
                    </a:cubicBezTo>
                    <a:cubicBezTo>
                      <a:pt x="213172" y="6096"/>
                      <a:pt x="211267" y="6096"/>
                      <a:pt x="209076" y="6096"/>
                    </a:cubicBezTo>
                    <a:cubicBezTo>
                      <a:pt x="203552" y="7715"/>
                      <a:pt x="200599" y="9430"/>
                      <a:pt x="197266" y="11335"/>
                    </a:cubicBezTo>
                    <a:cubicBezTo>
                      <a:pt x="187550" y="16859"/>
                      <a:pt x="177073" y="22289"/>
                      <a:pt x="166595" y="27718"/>
                    </a:cubicBezTo>
                    <a:cubicBezTo>
                      <a:pt x="158213" y="32099"/>
                      <a:pt x="149831" y="36385"/>
                      <a:pt x="141449" y="40767"/>
                    </a:cubicBezTo>
                    <a:cubicBezTo>
                      <a:pt x="141640" y="40291"/>
                      <a:pt x="141735" y="39815"/>
                      <a:pt x="141925" y="39338"/>
                    </a:cubicBezTo>
                    <a:cubicBezTo>
                      <a:pt x="145069" y="29527"/>
                      <a:pt x="151641" y="19336"/>
                      <a:pt x="163071" y="9049"/>
                    </a:cubicBezTo>
                    <a:cubicBezTo>
                      <a:pt x="163833" y="8382"/>
                      <a:pt x="164595" y="7620"/>
                      <a:pt x="163833" y="7144"/>
                    </a:cubicBezTo>
                    <a:cubicBezTo>
                      <a:pt x="163356" y="6858"/>
                      <a:pt x="162499" y="6763"/>
                      <a:pt x="161547" y="6572"/>
                    </a:cubicBezTo>
                    <a:cubicBezTo>
                      <a:pt x="162880" y="6191"/>
                      <a:pt x="164309" y="5906"/>
                      <a:pt x="166785" y="5525"/>
                    </a:cubicBezTo>
                    <a:cubicBezTo>
                      <a:pt x="171548" y="4763"/>
                      <a:pt x="176120" y="4667"/>
                      <a:pt x="180787" y="4000"/>
                    </a:cubicBezTo>
                    <a:cubicBezTo>
                      <a:pt x="185550" y="3334"/>
                      <a:pt x="190979" y="1905"/>
                      <a:pt x="192313" y="381"/>
                    </a:cubicBezTo>
                    <a:lnTo>
                      <a:pt x="166785" y="381"/>
                    </a:lnTo>
                    <a:cubicBezTo>
                      <a:pt x="157832" y="857"/>
                      <a:pt x="146211" y="2000"/>
                      <a:pt x="137163" y="2667"/>
                    </a:cubicBezTo>
                    <a:cubicBezTo>
                      <a:pt x="136210" y="3715"/>
                      <a:pt x="135734" y="5620"/>
                      <a:pt x="135448" y="7144"/>
                    </a:cubicBezTo>
                    <a:cubicBezTo>
                      <a:pt x="134400" y="7144"/>
                      <a:pt x="133448" y="7144"/>
                      <a:pt x="132400" y="7334"/>
                    </a:cubicBezTo>
                    <a:cubicBezTo>
                      <a:pt x="132019" y="7715"/>
                      <a:pt x="131733" y="8096"/>
                      <a:pt x="131352" y="8477"/>
                    </a:cubicBezTo>
                    <a:cubicBezTo>
                      <a:pt x="127066" y="13240"/>
                      <a:pt x="123256" y="17907"/>
                      <a:pt x="119542" y="22574"/>
                    </a:cubicBezTo>
                    <a:cubicBezTo>
                      <a:pt x="119446" y="22765"/>
                      <a:pt x="119256" y="22955"/>
                      <a:pt x="119065" y="23146"/>
                    </a:cubicBezTo>
                    <a:cubicBezTo>
                      <a:pt x="117160" y="25527"/>
                      <a:pt x="115255" y="28004"/>
                      <a:pt x="113350" y="30385"/>
                    </a:cubicBezTo>
                    <a:cubicBezTo>
                      <a:pt x="110874" y="33433"/>
                      <a:pt x="108493" y="36576"/>
                      <a:pt x="106016" y="39624"/>
                    </a:cubicBezTo>
                    <a:cubicBezTo>
                      <a:pt x="104778" y="41148"/>
                      <a:pt x="103539" y="42672"/>
                      <a:pt x="102397" y="44196"/>
                    </a:cubicBezTo>
                    <a:cubicBezTo>
                      <a:pt x="100587" y="46482"/>
                      <a:pt x="98777" y="48768"/>
                      <a:pt x="96967" y="51054"/>
                    </a:cubicBezTo>
                    <a:cubicBezTo>
                      <a:pt x="95157" y="53340"/>
                      <a:pt x="93252" y="55626"/>
                      <a:pt x="91252" y="57912"/>
                    </a:cubicBezTo>
                    <a:cubicBezTo>
                      <a:pt x="90967" y="58293"/>
                      <a:pt x="90681" y="58674"/>
                      <a:pt x="90490" y="58960"/>
                    </a:cubicBezTo>
                    <a:cubicBezTo>
                      <a:pt x="90014" y="59627"/>
                      <a:pt x="89728" y="60293"/>
                      <a:pt x="89443" y="60865"/>
                    </a:cubicBezTo>
                    <a:cubicBezTo>
                      <a:pt x="89157" y="61436"/>
                      <a:pt x="88776" y="62103"/>
                      <a:pt x="88109" y="62675"/>
                    </a:cubicBezTo>
                    <a:cubicBezTo>
                      <a:pt x="87252" y="63627"/>
                      <a:pt x="85823" y="64484"/>
                      <a:pt x="83156" y="65627"/>
                    </a:cubicBezTo>
                    <a:cubicBezTo>
                      <a:pt x="81918" y="66104"/>
                      <a:pt x="80775" y="66580"/>
                      <a:pt x="79822" y="67151"/>
                    </a:cubicBezTo>
                    <a:cubicBezTo>
                      <a:pt x="77727" y="68199"/>
                      <a:pt x="76012" y="69152"/>
                      <a:pt x="74583" y="70199"/>
                    </a:cubicBezTo>
                    <a:cubicBezTo>
                      <a:pt x="73822" y="70771"/>
                      <a:pt x="73155" y="71342"/>
                      <a:pt x="72488" y="71914"/>
                    </a:cubicBezTo>
                    <a:cubicBezTo>
                      <a:pt x="70583" y="71914"/>
                      <a:pt x="68678" y="72104"/>
                      <a:pt x="66868" y="72104"/>
                    </a:cubicBezTo>
                    <a:cubicBezTo>
                      <a:pt x="66868" y="73152"/>
                      <a:pt x="67345" y="74200"/>
                      <a:pt x="67821" y="75248"/>
                    </a:cubicBezTo>
                    <a:cubicBezTo>
                      <a:pt x="62677" y="77152"/>
                      <a:pt x="57057" y="78867"/>
                      <a:pt x="51343" y="80963"/>
                    </a:cubicBezTo>
                    <a:cubicBezTo>
                      <a:pt x="45913" y="82867"/>
                      <a:pt x="39150" y="85249"/>
                      <a:pt x="36102" y="87440"/>
                    </a:cubicBezTo>
                    <a:cubicBezTo>
                      <a:pt x="34959" y="88202"/>
                      <a:pt x="34483" y="89059"/>
                      <a:pt x="33912" y="89821"/>
                    </a:cubicBezTo>
                    <a:cubicBezTo>
                      <a:pt x="30197" y="95536"/>
                      <a:pt x="27721" y="101251"/>
                      <a:pt x="26387" y="106775"/>
                    </a:cubicBezTo>
                    <a:cubicBezTo>
                      <a:pt x="26101" y="107823"/>
                      <a:pt x="25911" y="108871"/>
                      <a:pt x="26673" y="109728"/>
                    </a:cubicBezTo>
                    <a:cubicBezTo>
                      <a:pt x="26768" y="109823"/>
                      <a:pt x="26958" y="110014"/>
                      <a:pt x="27054" y="110109"/>
                    </a:cubicBezTo>
                    <a:cubicBezTo>
                      <a:pt x="27244" y="110204"/>
                      <a:pt x="27625" y="110300"/>
                      <a:pt x="27816" y="110490"/>
                    </a:cubicBezTo>
                    <a:cubicBezTo>
                      <a:pt x="26958" y="111823"/>
                      <a:pt x="26292" y="113062"/>
                      <a:pt x="25815" y="114300"/>
                    </a:cubicBezTo>
                    <a:cubicBezTo>
                      <a:pt x="27149" y="114300"/>
                      <a:pt x="25815" y="114300"/>
                      <a:pt x="27244" y="114300"/>
                    </a:cubicBezTo>
                    <a:cubicBezTo>
                      <a:pt x="28006" y="114300"/>
                      <a:pt x="28863" y="114205"/>
                      <a:pt x="29625" y="114110"/>
                    </a:cubicBezTo>
                    <a:cubicBezTo>
                      <a:pt x="29245" y="114586"/>
                      <a:pt x="28768" y="115062"/>
                      <a:pt x="28006" y="115538"/>
                    </a:cubicBezTo>
                    <a:cubicBezTo>
                      <a:pt x="28578" y="115538"/>
                      <a:pt x="29435" y="115538"/>
                      <a:pt x="30292" y="115443"/>
                    </a:cubicBezTo>
                    <a:cubicBezTo>
                      <a:pt x="29625" y="116396"/>
                      <a:pt x="28959" y="117348"/>
                      <a:pt x="28387" y="118205"/>
                    </a:cubicBezTo>
                    <a:cubicBezTo>
                      <a:pt x="27435" y="119063"/>
                      <a:pt x="26101" y="120015"/>
                      <a:pt x="23720" y="120777"/>
                    </a:cubicBezTo>
                    <a:cubicBezTo>
                      <a:pt x="21434" y="121539"/>
                      <a:pt x="18481" y="122015"/>
                      <a:pt x="15814" y="122682"/>
                    </a:cubicBezTo>
                    <a:cubicBezTo>
                      <a:pt x="12290" y="123444"/>
                      <a:pt x="9051" y="124301"/>
                      <a:pt x="6194" y="125254"/>
                    </a:cubicBezTo>
                    <a:cubicBezTo>
                      <a:pt x="3432" y="126206"/>
                      <a:pt x="955" y="127254"/>
                      <a:pt x="193" y="128302"/>
                    </a:cubicBezTo>
                    <a:cubicBezTo>
                      <a:pt x="-569" y="129350"/>
                      <a:pt x="955" y="130302"/>
                      <a:pt x="4194" y="130302"/>
                    </a:cubicBezTo>
                    <a:cubicBezTo>
                      <a:pt x="288" y="131826"/>
                      <a:pt x="1622" y="133350"/>
                      <a:pt x="4765" y="134112"/>
                    </a:cubicBezTo>
                    <a:cubicBezTo>
                      <a:pt x="8004" y="134969"/>
                      <a:pt x="13147" y="135160"/>
                      <a:pt x="18196" y="135160"/>
                    </a:cubicBezTo>
                    <a:cubicBezTo>
                      <a:pt x="26006" y="135160"/>
                      <a:pt x="37912" y="134493"/>
                      <a:pt x="45151" y="131921"/>
                    </a:cubicBezTo>
                    <a:cubicBezTo>
                      <a:pt x="47247" y="131159"/>
                      <a:pt x="49056" y="130302"/>
                      <a:pt x="51819" y="129921"/>
                    </a:cubicBezTo>
                    <a:cubicBezTo>
                      <a:pt x="51438" y="129350"/>
                      <a:pt x="50771" y="128873"/>
                      <a:pt x="50009" y="128492"/>
                    </a:cubicBezTo>
                    <a:cubicBezTo>
                      <a:pt x="50295" y="128302"/>
                      <a:pt x="50676" y="128016"/>
                      <a:pt x="50961" y="127825"/>
                    </a:cubicBezTo>
                    <a:cubicBezTo>
                      <a:pt x="51724" y="127159"/>
                      <a:pt x="52200" y="126587"/>
                      <a:pt x="52485" y="125921"/>
                    </a:cubicBezTo>
                    <a:cubicBezTo>
                      <a:pt x="52867" y="125254"/>
                      <a:pt x="53152" y="124587"/>
                      <a:pt x="54295" y="123920"/>
                    </a:cubicBezTo>
                    <a:cubicBezTo>
                      <a:pt x="55343" y="123254"/>
                      <a:pt x="57153" y="122682"/>
                      <a:pt x="58867" y="122111"/>
                    </a:cubicBezTo>
                    <a:cubicBezTo>
                      <a:pt x="59629" y="121920"/>
                      <a:pt x="60391" y="121634"/>
                      <a:pt x="60772" y="121348"/>
                    </a:cubicBezTo>
                    <a:cubicBezTo>
                      <a:pt x="61820" y="120587"/>
                      <a:pt x="57724" y="120777"/>
                      <a:pt x="59439" y="119825"/>
                    </a:cubicBezTo>
                    <a:cubicBezTo>
                      <a:pt x="59820" y="119539"/>
                      <a:pt x="60677" y="119348"/>
                      <a:pt x="60486" y="119063"/>
                    </a:cubicBezTo>
                    <a:cubicBezTo>
                      <a:pt x="60486" y="118967"/>
                      <a:pt x="60010" y="118872"/>
                      <a:pt x="60010" y="118777"/>
                    </a:cubicBezTo>
                    <a:cubicBezTo>
                      <a:pt x="60010" y="118586"/>
                      <a:pt x="60868" y="118396"/>
                      <a:pt x="61153" y="118205"/>
                    </a:cubicBezTo>
                    <a:cubicBezTo>
                      <a:pt x="61534" y="117919"/>
                      <a:pt x="61249" y="117729"/>
                      <a:pt x="60868" y="117634"/>
                    </a:cubicBezTo>
                    <a:cubicBezTo>
                      <a:pt x="60486" y="117443"/>
                      <a:pt x="60010" y="117348"/>
                      <a:pt x="59915" y="117158"/>
                    </a:cubicBezTo>
                    <a:cubicBezTo>
                      <a:pt x="59724" y="116396"/>
                      <a:pt x="60582" y="115633"/>
                      <a:pt x="56676" y="115919"/>
                    </a:cubicBezTo>
                    <a:cubicBezTo>
                      <a:pt x="54772" y="116015"/>
                      <a:pt x="52485" y="116205"/>
                      <a:pt x="49914" y="116491"/>
                    </a:cubicBezTo>
                    <a:lnTo>
                      <a:pt x="52390" y="114110"/>
                    </a:lnTo>
                    <a:cubicBezTo>
                      <a:pt x="54295" y="114014"/>
                      <a:pt x="55533" y="113919"/>
                      <a:pt x="55533" y="113824"/>
                    </a:cubicBezTo>
                    <a:cubicBezTo>
                      <a:pt x="56105" y="113443"/>
                      <a:pt x="56200" y="113062"/>
                      <a:pt x="56391" y="112586"/>
                    </a:cubicBezTo>
                    <a:cubicBezTo>
                      <a:pt x="56581" y="112776"/>
                      <a:pt x="57915" y="112586"/>
                      <a:pt x="59439" y="112109"/>
                    </a:cubicBezTo>
                    <a:cubicBezTo>
                      <a:pt x="60296" y="112109"/>
                      <a:pt x="61153" y="111919"/>
                      <a:pt x="62392" y="111728"/>
                    </a:cubicBezTo>
                    <a:cubicBezTo>
                      <a:pt x="70297" y="110776"/>
                      <a:pt x="76774" y="108490"/>
                      <a:pt x="82108" y="106013"/>
                    </a:cubicBezTo>
                    <a:cubicBezTo>
                      <a:pt x="87633" y="103918"/>
                      <a:pt x="91824" y="101537"/>
                      <a:pt x="95443" y="99346"/>
                    </a:cubicBezTo>
                    <a:cubicBezTo>
                      <a:pt x="100777" y="96107"/>
                      <a:pt x="105921" y="92869"/>
                      <a:pt x="111159" y="89630"/>
                    </a:cubicBezTo>
                    <a:cubicBezTo>
                      <a:pt x="112302" y="88868"/>
                      <a:pt x="113541" y="88202"/>
                      <a:pt x="115350" y="87440"/>
                    </a:cubicBezTo>
                    <a:cubicBezTo>
                      <a:pt x="118494" y="86201"/>
                      <a:pt x="122971" y="85344"/>
                      <a:pt x="127257" y="84582"/>
                    </a:cubicBezTo>
                    <a:cubicBezTo>
                      <a:pt x="130209" y="84011"/>
                      <a:pt x="164880" y="77438"/>
                      <a:pt x="164976" y="77438"/>
                    </a:cubicBezTo>
                    <a:cubicBezTo>
                      <a:pt x="164309" y="76867"/>
                      <a:pt x="163738" y="76200"/>
                      <a:pt x="163166" y="75629"/>
                    </a:cubicBezTo>
                    <a:cubicBezTo>
                      <a:pt x="163166" y="75629"/>
                      <a:pt x="163356" y="75629"/>
                      <a:pt x="163356" y="75629"/>
                    </a:cubicBezTo>
                    <a:cubicBezTo>
                      <a:pt x="165261" y="75057"/>
                      <a:pt x="169548" y="74676"/>
                      <a:pt x="171929" y="74390"/>
                    </a:cubicBezTo>
                    <a:cubicBezTo>
                      <a:pt x="175358" y="74009"/>
                      <a:pt x="178597" y="73533"/>
                      <a:pt x="181930" y="73057"/>
                    </a:cubicBezTo>
                    <a:cubicBezTo>
                      <a:pt x="184121" y="72771"/>
                      <a:pt x="186217" y="72295"/>
                      <a:pt x="188026" y="71914"/>
                    </a:cubicBezTo>
                    <a:cubicBezTo>
                      <a:pt x="190693" y="71247"/>
                      <a:pt x="192598" y="70390"/>
                      <a:pt x="193170" y="69533"/>
                    </a:cubicBezTo>
                    <a:lnTo>
                      <a:pt x="193360" y="69247"/>
                    </a:lnTo>
                    <a:cubicBezTo>
                      <a:pt x="193360" y="68485"/>
                      <a:pt x="188312" y="68008"/>
                      <a:pt x="188883" y="67532"/>
                    </a:cubicBezTo>
                    <a:cubicBezTo>
                      <a:pt x="190312" y="66485"/>
                      <a:pt x="188312" y="66294"/>
                      <a:pt x="185645" y="67246"/>
                    </a:cubicBezTo>
                    <a:cubicBezTo>
                      <a:pt x="183454" y="68104"/>
                      <a:pt x="182788" y="69056"/>
                      <a:pt x="179644" y="69342"/>
                    </a:cubicBezTo>
                    <a:cubicBezTo>
                      <a:pt x="178406" y="69437"/>
                      <a:pt x="176977" y="69342"/>
                      <a:pt x="175453" y="69533"/>
                    </a:cubicBezTo>
                    <a:cubicBezTo>
                      <a:pt x="173263" y="69818"/>
                      <a:pt x="170691" y="70199"/>
                      <a:pt x="168500" y="70580"/>
                    </a:cubicBezTo>
                    <a:cubicBezTo>
                      <a:pt x="165547" y="71056"/>
                      <a:pt x="162880" y="71723"/>
                      <a:pt x="160308" y="72390"/>
                    </a:cubicBezTo>
                    <a:cubicBezTo>
                      <a:pt x="160213" y="72200"/>
                      <a:pt x="160023" y="72009"/>
                      <a:pt x="159832" y="71819"/>
                    </a:cubicBezTo>
                    <a:cubicBezTo>
                      <a:pt x="147926" y="74962"/>
                      <a:pt x="136972" y="76295"/>
                      <a:pt x="124209" y="78581"/>
                    </a:cubicBezTo>
                    <a:cubicBezTo>
                      <a:pt x="125066" y="77915"/>
                      <a:pt x="125923" y="77152"/>
                      <a:pt x="126780" y="76486"/>
                    </a:cubicBezTo>
                    <a:cubicBezTo>
                      <a:pt x="129638" y="74200"/>
                      <a:pt x="134781" y="71819"/>
                      <a:pt x="139258" y="69628"/>
                    </a:cubicBezTo>
                    <a:cubicBezTo>
                      <a:pt x="138020" y="69437"/>
                      <a:pt x="136591" y="69247"/>
                      <a:pt x="135258" y="69152"/>
                    </a:cubicBezTo>
                    <a:cubicBezTo>
                      <a:pt x="151260" y="59817"/>
                      <a:pt x="162023" y="50673"/>
                      <a:pt x="176310" y="41339"/>
                    </a:cubicBezTo>
                    <a:cubicBezTo>
                      <a:pt x="191265" y="31528"/>
                      <a:pt x="207267" y="21717"/>
                      <a:pt x="227841" y="12287"/>
                    </a:cubicBezTo>
                    <a:cubicBezTo>
                      <a:pt x="229936" y="11335"/>
                      <a:pt x="232318" y="10382"/>
                      <a:pt x="235937" y="9906"/>
                    </a:cubicBezTo>
                    <a:cubicBezTo>
                      <a:pt x="234889" y="9620"/>
                      <a:pt x="233842" y="9239"/>
                      <a:pt x="232794" y="8954"/>
                    </a:cubicBezTo>
                    <a:cubicBezTo>
                      <a:pt x="236699" y="7906"/>
                      <a:pt x="238509" y="7525"/>
                      <a:pt x="243081" y="7334"/>
                    </a:cubicBezTo>
                    <a:close/>
                    <a:moveTo>
                      <a:pt x="68583" y="85058"/>
                    </a:moveTo>
                    <a:cubicBezTo>
                      <a:pt x="66678" y="85535"/>
                      <a:pt x="63630" y="85725"/>
                      <a:pt x="62963" y="86392"/>
                    </a:cubicBezTo>
                    <a:cubicBezTo>
                      <a:pt x="62582" y="86677"/>
                      <a:pt x="63153" y="86963"/>
                      <a:pt x="63439" y="87154"/>
                    </a:cubicBezTo>
                    <a:cubicBezTo>
                      <a:pt x="64106" y="87821"/>
                      <a:pt x="60772" y="89535"/>
                      <a:pt x="56772" y="91345"/>
                    </a:cubicBezTo>
                    <a:cubicBezTo>
                      <a:pt x="56772" y="90869"/>
                      <a:pt x="56772" y="90392"/>
                      <a:pt x="56772" y="89916"/>
                    </a:cubicBezTo>
                    <a:cubicBezTo>
                      <a:pt x="56772" y="89249"/>
                      <a:pt x="56772" y="88583"/>
                      <a:pt x="57534" y="87821"/>
                    </a:cubicBezTo>
                    <a:cubicBezTo>
                      <a:pt x="58772" y="86487"/>
                      <a:pt x="62106" y="85249"/>
                      <a:pt x="65344" y="84011"/>
                    </a:cubicBezTo>
                    <a:cubicBezTo>
                      <a:pt x="65916" y="83820"/>
                      <a:pt x="68106" y="82963"/>
                      <a:pt x="70964" y="81915"/>
                    </a:cubicBezTo>
                    <a:cubicBezTo>
                      <a:pt x="71154" y="83058"/>
                      <a:pt x="70869" y="84392"/>
                      <a:pt x="68678" y="84963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2" name="Google Shape;1652;p123"/>
              <p:cNvSpPr/>
              <p:nvPr/>
            </p:nvSpPr>
            <p:spPr>
              <a:xfrm>
                <a:off x="4035338" y="3486571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02"/>
                    </a:cubicBezTo>
                    <a:cubicBezTo>
                      <a:pt x="35922" y="58954"/>
                      <a:pt x="35922" y="56478"/>
                      <a:pt x="37160" y="54192"/>
                    </a:cubicBezTo>
                    <a:cubicBezTo>
                      <a:pt x="37541" y="53525"/>
                      <a:pt x="38207" y="53049"/>
                      <a:pt x="38779" y="52573"/>
                    </a:cubicBezTo>
                    <a:cubicBezTo>
                      <a:pt x="39350" y="52096"/>
                      <a:pt x="39922" y="51430"/>
                      <a:pt x="39827" y="50668"/>
                    </a:cubicBezTo>
                    <a:cubicBezTo>
                      <a:pt x="39827" y="50001"/>
                      <a:pt x="39160" y="49334"/>
                      <a:pt x="39446" y="48763"/>
                    </a:cubicBezTo>
                    <a:cubicBezTo>
                      <a:pt x="39636" y="48382"/>
                      <a:pt x="40017" y="48096"/>
                      <a:pt x="40303" y="47810"/>
                    </a:cubicBezTo>
                    <a:cubicBezTo>
                      <a:pt x="40684" y="47143"/>
                      <a:pt x="40303" y="46286"/>
                      <a:pt x="40303" y="45524"/>
                    </a:cubicBezTo>
                    <a:cubicBezTo>
                      <a:pt x="39922" y="42381"/>
                      <a:pt x="43732" y="43143"/>
                      <a:pt x="43637" y="40762"/>
                    </a:cubicBezTo>
                    <a:cubicBezTo>
                      <a:pt x="43637" y="39904"/>
                      <a:pt x="43160" y="39142"/>
                      <a:pt x="42684" y="38476"/>
                    </a:cubicBezTo>
                    <a:cubicBezTo>
                      <a:pt x="41636" y="36761"/>
                      <a:pt x="40684" y="34856"/>
                      <a:pt x="40494" y="32856"/>
                    </a:cubicBezTo>
                    <a:cubicBezTo>
                      <a:pt x="40208" y="30760"/>
                      <a:pt x="40779" y="28570"/>
                      <a:pt x="41351" y="26569"/>
                    </a:cubicBezTo>
                    <a:cubicBezTo>
                      <a:pt x="41827" y="24664"/>
                      <a:pt x="42113" y="22664"/>
                      <a:pt x="42208" y="20664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3" name="Google Shape;1653;p123"/>
              <p:cNvSpPr/>
              <p:nvPr/>
            </p:nvSpPr>
            <p:spPr>
              <a:xfrm>
                <a:off x="4099040" y="3721222"/>
                <a:ext cx="251868" cy="387718"/>
              </a:xfrm>
              <a:custGeom>
                <a:avLst/>
                <a:gdLst/>
                <a:ahLst/>
                <a:cxnLst/>
                <a:rect l="l" t="t" r="r" b="b"/>
                <a:pathLst>
                  <a:path w="86256" h="132780" extrusionOk="0">
                    <a:moveTo>
                      <a:pt x="84108" y="116204"/>
                    </a:moveTo>
                    <a:cubicBezTo>
                      <a:pt x="82869" y="114871"/>
                      <a:pt x="81345" y="113442"/>
                      <a:pt x="79631" y="112489"/>
                    </a:cubicBezTo>
                    <a:cubicBezTo>
                      <a:pt x="76869" y="110965"/>
                      <a:pt x="74202" y="109632"/>
                      <a:pt x="71344" y="108298"/>
                    </a:cubicBezTo>
                    <a:cubicBezTo>
                      <a:pt x="69344" y="107346"/>
                      <a:pt x="65534" y="106108"/>
                      <a:pt x="64486" y="104298"/>
                    </a:cubicBezTo>
                    <a:cubicBezTo>
                      <a:pt x="64486" y="104298"/>
                      <a:pt x="43817" y="84010"/>
                      <a:pt x="36006" y="77247"/>
                    </a:cubicBezTo>
                    <a:cubicBezTo>
                      <a:pt x="31244" y="73056"/>
                      <a:pt x="28291" y="67341"/>
                      <a:pt x="27624" y="61054"/>
                    </a:cubicBezTo>
                    <a:cubicBezTo>
                      <a:pt x="26005" y="44671"/>
                      <a:pt x="22576" y="12858"/>
                      <a:pt x="19052" y="5619"/>
                    </a:cubicBezTo>
                    <a:cubicBezTo>
                      <a:pt x="14385" y="-3906"/>
                      <a:pt x="-189" y="-572"/>
                      <a:pt x="2" y="10000"/>
                    </a:cubicBezTo>
                    <a:cubicBezTo>
                      <a:pt x="2" y="10191"/>
                      <a:pt x="2" y="10381"/>
                      <a:pt x="2" y="10572"/>
                    </a:cubicBezTo>
                    <a:cubicBezTo>
                      <a:pt x="669" y="24574"/>
                      <a:pt x="7050" y="47338"/>
                      <a:pt x="8955" y="58102"/>
                    </a:cubicBezTo>
                    <a:cubicBezTo>
                      <a:pt x="10384" y="66103"/>
                      <a:pt x="11337" y="72580"/>
                      <a:pt x="14385" y="78961"/>
                    </a:cubicBezTo>
                    <a:cubicBezTo>
                      <a:pt x="15051" y="80390"/>
                      <a:pt x="16004" y="81628"/>
                      <a:pt x="17052" y="82676"/>
                    </a:cubicBezTo>
                    <a:cubicBezTo>
                      <a:pt x="21528" y="87343"/>
                      <a:pt x="31149" y="95821"/>
                      <a:pt x="38388" y="99631"/>
                    </a:cubicBezTo>
                    <a:cubicBezTo>
                      <a:pt x="47532" y="104298"/>
                      <a:pt x="55533" y="112870"/>
                      <a:pt x="55533" y="112870"/>
                    </a:cubicBezTo>
                    <a:cubicBezTo>
                      <a:pt x="57914" y="115252"/>
                      <a:pt x="59914" y="118204"/>
                      <a:pt x="62962" y="120205"/>
                    </a:cubicBezTo>
                    <a:cubicBezTo>
                      <a:pt x="64677" y="121348"/>
                      <a:pt x="66582" y="122776"/>
                      <a:pt x="68487" y="123538"/>
                    </a:cubicBezTo>
                    <a:cubicBezTo>
                      <a:pt x="69820" y="124110"/>
                      <a:pt x="71344" y="123824"/>
                      <a:pt x="72392" y="124205"/>
                    </a:cubicBezTo>
                    <a:cubicBezTo>
                      <a:pt x="75154" y="125158"/>
                      <a:pt x="74487" y="128206"/>
                      <a:pt x="75630" y="130777"/>
                    </a:cubicBezTo>
                    <a:cubicBezTo>
                      <a:pt x="76964" y="133921"/>
                      <a:pt x="79345" y="133159"/>
                      <a:pt x="79250" y="129920"/>
                    </a:cubicBezTo>
                    <a:cubicBezTo>
                      <a:pt x="79250" y="128587"/>
                      <a:pt x="84870" y="126967"/>
                      <a:pt x="85917" y="124681"/>
                    </a:cubicBezTo>
                    <a:lnTo>
                      <a:pt x="86108" y="123729"/>
                    </a:lnTo>
                    <a:cubicBezTo>
                      <a:pt x="86584" y="121062"/>
                      <a:pt x="85917" y="118204"/>
                      <a:pt x="84108" y="116204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4" name="Google Shape;1654;p123"/>
              <p:cNvSpPr/>
              <p:nvPr/>
            </p:nvSpPr>
            <p:spPr>
              <a:xfrm>
                <a:off x="4092808" y="3713095"/>
                <a:ext cx="206771" cy="347722"/>
              </a:xfrm>
              <a:custGeom>
                <a:avLst/>
                <a:gdLst/>
                <a:ahLst/>
                <a:cxnLst/>
                <a:rect l="l" t="t" r="r" b="b"/>
                <a:pathLst>
                  <a:path w="70812" h="119083" extrusionOk="0">
                    <a:moveTo>
                      <a:pt x="327" y="10022"/>
                    </a:moveTo>
                    <a:cubicBezTo>
                      <a:pt x="2613" y="21"/>
                      <a:pt x="15853" y="-4170"/>
                      <a:pt x="22235" y="5355"/>
                    </a:cubicBezTo>
                    <a:cubicBezTo>
                      <a:pt x="27378" y="13070"/>
                      <a:pt x="28998" y="23262"/>
                      <a:pt x="29950" y="32310"/>
                    </a:cubicBezTo>
                    <a:cubicBezTo>
                      <a:pt x="30998" y="42502"/>
                      <a:pt x="31950" y="52694"/>
                      <a:pt x="32998" y="62790"/>
                    </a:cubicBezTo>
                    <a:cubicBezTo>
                      <a:pt x="33189" y="65076"/>
                      <a:pt x="33474" y="67458"/>
                      <a:pt x="34332" y="69553"/>
                    </a:cubicBezTo>
                    <a:cubicBezTo>
                      <a:pt x="35856" y="73363"/>
                      <a:pt x="39189" y="76125"/>
                      <a:pt x="42428" y="78697"/>
                    </a:cubicBezTo>
                    <a:cubicBezTo>
                      <a:pt x="44619" y="80507"/>
                      <a:pt x="70717" y="101271"/>
                      <a:pt x="70812" y="101176"/>
                    </a:cubicBezTo>
                    <a:cubicBezTo>
                      <a:pt x="66336" y="106986"/>
                      <a:pt x="62145" y="112987"/>
                      <a:pt x="58239" y="119083"/>
                    </a:cubicBezTo>
                    <a:cubicBezTo>
                      <a:pt x="50334" y="109177"/>
                      <a:pt x="40999" y="104986"/>
                      <a:pt x="31093" y="97557"/>
                    </a:cubicBezTo>
                    <a:cubicBezTo>
                      <a:pt x="25664" y="93461"/>
                      <a:pt x="18901" y="88794"/>
                      <a:pt x="15567" y="82793"/>
                    </a:cubicBezTo>
                    <a:cubicBezTo>
                      <a:pt x="14329" y="80602"/>
                      <a:pt x="13567" y="78126"/>
                      <a:pt x="12900" y="75744"/>
                    </a:cubicBezTo>
                    <a:cubicBezTo>
                      <a:pt x="7757" y="58028"/>
                      <a:pt x="3756" y="40026"/>
                      <a:pt x="804" y="21833"/>
                    </a:cubicBezTo>
                    <a:cubicBezTo>
                      <a:pt x="232" y="18404"/>
                      <a:pt x="-244" y="14975"/>
                      <a:pt x="137" y="11546"/>
                    </a:cubicBezTo>
                    <a:cubicBezTo>
                      <a:pt x="137" y="11070"/>
                      <a:pt x="232" y="10498"/>
                      <a:pt x="423" y="1002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5" name="Google Shape;1655;p123"/>
              <p:cNvSpPr/>
              <p:nvPr/>
            </p:nvSpPr>
            <p:spPr>
              <a:xfrm>
                <a:off x="4034635" y="3948861"/>
                <a:ext cx="288657" cy="758239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671" extrusionOk="0">
                    <a:moveTo>
                      <a:pt x="4063" y="5929"/>
                    </a:moveTo>
                    <a:cubicBezTo>
                      <a:pt x="2539" y="13740"/>
                      <a:pt x="1396" y="21646"/>
                      <a:pt x="539" y="29551"/>
                    </a:cubicBezTo>
                    <a:cubicBezTo>
                      <a:pt x="158" y="33361"/>
                      <a:pt x="-223" y="37076"/>
                      <a:pt x="158" y="40886"/>
                    </a:cubicBezTo>
                    <a:cubicBezTo>
                      <a:pt x="1015" y="49935"/>
                      <a:pt x="4254" y="56698"/>
                      <a:pt x="9016" y="64032"/>
                    </a:cubicBezTo>
                    <a:cubicBezTo>
                      <a:pt x="13683" y="71271"/>
                      <a:pt x="14445" y="80034"/>
                      <a:pt x="16255" y="88130"/>
                    </a:cubicBezTo>
                    <a:cubicBezTo>
                      <a:pt x="20256" y="105751"/>
                      <a:pt x="29114" y="121182"/>
                      <a:pt x="28733" y="139279"/>
                    </a:cubicBezTo>
                    <a:cubicBezTo>
                      <a:pt x="28542" y="151376"/>
                      <a:pt x="34353" y="175760"/>
                      <a:pt x="39687" y="192334"/>
                    </a:cubicBezTo>
                    <a:cubicBezTo>
                      <a:pt x="41401" y="197668"/>
                      <a:pt x="43687" y="202811"/>
                      <a:pt x="45592" y="208050"/>
                    </a:cubicBezTo>
                    <a:cubicBezTo>
                      <a:pt x="50069" y="220432"/>
                      <a:pt x="52164" y="233577"/>
                      <a:pt x="51879" y="246721"/>
                    </a:cubicBezTo>
                    <a:cubicBezTo>
                      <a:pt x="51879" y="251103"/>
                      <a:pt x="49116" y="258342"/>
                      <a:pt x="54069" y="259580"/>
                    </a:cubicBezTo>
                    <a:cubicBezTo>
                      <a:pt x="56070" y="260056"/>
                      <a:pt x="60070" y="258532"/>
                      <a:pt x="62070" y="258151"/>
                    </a:cubicBezTo>
                    <a:cubicBezTo>
                      <a:pt x="73881" y="256151"/>
                      <a:pt x="80739" y="253579"/>
                      <a:pt x="92550" y="251579"/>
                    </a:cubicBezTo>
                    <a:cubicBezTo>
                      <a:pt x="94360" y="251293"/>
                      <a:pt x="97218" y="247674"/>
                      <a:pt x="98837" y="246817"/>
                    </a:cubicBezTo>
                    <a:cubicBezTo>
                      <a:pt x="99123" y="245293"/>
                      <a:pt x="96075" y="245578"/>
                      <a:pt x="94551" y="245197"/>
                    </a:cubicBezTo>
                    <a:cubicBezTo>
                      <a:pt x="87597" y="243673"/>
                      <a:pt x="85216" y="244721"/>
                      <a:pt x="78263" y="242911"/>
                    </a:cubicBezTo>
                    <a:cubicBezTo>
                      <a:pt x="69024" y="240530"/>
                      <a:pt x="65976" y="234910"/>
                      <a:pt x="63594" y="226052"/>
                    </a:cubicBezTo>
                    <a:cubicBezTo>
                      <a:pt x="55498" y="196429"/>
                      <a:pt x="57689" y="166616"/>
                      <a:pt x="49974" y="136898"/>
                    </a:cubicBezTo>
                    <a:cubicBezTo>
                      <a:pt x="48450" y="131088"/>
                      <a:pt x="52831" y="98036"/>
                      <a:pt x="50640" y="82415"/>
                    </a:cubicBezTo>
                    <a:cubicBezTo>
                      <a:pt x="48069" y="64603"/>
                      <a:pt x="46354" y="58317"/>
                      <a:pt x="46354" y="51078"/>
                    </a:cubicBezTo>
                    <a:cubicBezTo>
                      <a:pt x="46354" y="42982"/>
                      <a:pt x="45783" y="33552"/>
                      <a:pt x="44259" y="25551"/>
                    </a:cubicBezTo>
                    <a:cubicBezTo>
                      <a:pt x="42639" y="17264"/>
                      <a:pt x="38925" y="8882"/>
                      <a:pt x="31971" y="4024"/>
                    </a:cubicBezTo>
                    <a:cubicBezTo>
                      <a:pt x="25018" y="-738"/>
                      <a:pt x="5682" y="-2548"/>
                      <a:pt x="4158" y="5834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6" name="Google Shape;1656;p123"/>
              <p:cNvSpPr/>
              <p:nvPr/>
            </p:nvSpPr>
            <p:spPr>
              <a:xfrm>
                <a:off x="4172725" y="4629006"/>
                <a:ext cx="154083" cy="87886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98" extrusionOk="0">
                    <a:moveTo>
                      <a:pt x="1810" y="30099"/>
                    </a:moveTo>
                    <a:cubicBezTo>
                      <a:pt x="10192" y="28765"/>
                      <a:pt x="52769" y="16573"/>
                      <a:pt x="52769" y="16573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7" name="Google Shape;1657;p123"/>
              <p:cNvSpPr/>
              <p:nvPr/>
            </p:nvSpPr>
            <p:spPr>
              <a:xfrm>
                <a:off x="4012275" y="3987299"/>
                <a:ext cx="235042" cy="674336"/>
              </a:xfrm>
              <a:custGeom>
                <a:avLst/>
                <a:gdLst/>
                <a:ahLst/>
                <a:cxnLst/>
                <a:rect l="l" t="t" r="r" b="b"/>
                <a:pathLst>
                  <a:path w="80494" h="230937" extrusionOk="0">
                    <a:moveTo>
                      <a:pt x="49062" y="230791"/>
                    </a:moveTo>
                    <a:cubicBezTo>
                      <a:pt x="61635" y="231839"/>
                      <a:pt x="70683" y="227171"/>
                      <a:pt x="80494" y="220409"/>
                    </a:cubicBezTo>
                    <a:cubicBezTo>
                      <a:pt x="77541" y="218885"/>
                      <a:pt x="76398" y="215837"/>
                      <a:pt x="75541" y="212789"/>
                    </a:cubicBezTo>
                    <a:cubicBezTo>
                      <a:pt x="67350" y="182975"/>
                      <a:pt x="64302" y="152019"/>
                      <a:pt x="62111" y="121348"/>
                    </a:cubicBezTo>
                    <a:cubicBezTo>
                      <a:pt x="60015" y="91059"/>
                      <a:pt x="61444" y="61150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0"/>
                      <a:pt x="15819" y="68104"/>
                      <a:pt x="17820" y="77343"/>
                    </a:cubicBezTo>
                    <a:cubicBezTo>
                      <a:pt x="20868" y="91440"/>
                      <a:pt x="23630" y="105632"/>
                      <a:pt x="26392" y="119825"/>
                    </a:cubicBezTo>
                    <a:cubicBezTo>
                      <a:pt x="29250" y="134207"/>
                      <a:pt x="32012" y="148590"/>
                      <a:pt x="34869" y="162877"/>
                    </a:cubicBezTo>
                    <a:cubicBezTo>
                      <a:pt x="38203" y="179927"/>
                      <a:pt x="41537" y="197072"/>
                      <a:pt x="44109" y="214313"/>
                    </a:cubicBezTo>
                    <a:cubicBezTo>
                      <a:pt x="44966" y="220313"/>
                      <a:pt x="45633" y="225838"/>
                      <a:pt x="49062" y="2307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8" name="Google Shape;1658;p123"/>
              <p:cNvSpPr/>
              <p:nvPr/>
            </p:nvSpPr>
            <p:spPr>
              <a:xfrm>
                <a:off x="3936115" y="3935297"/>
                <a:ext cx="222773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292" h="266013" extrusionOk="0">
                    <a:moveTo>
                      <a:pt x="46102" y="2861"/>
                    </a:moveTo>
                    <a:cubicBezTo>
                      <a:pt x="42006" y="9624"/>
                      <a:pt x="38101" y="16577"/>
                      <a:pt x="34576" y="23626"/>
                    </a:cubicBezTo>
                    <a:cubicBezTo>
                      <a:pt x="32862" y="26959"/>
                      <a:pt x="31243" y="30388"/>
                      <a:pt x="30195" y="34103"/>
                    </a:cubicBezTo>
                    <a:cubicBezTo>
                      <a:pt x="27814" y="42866"/>
                      <a:pt x="28290" y="50296"/>
                      <a:pt x="30004" y="58868"/>
                    </a:cubicBezTo>
                    <a:cubicBezTo>
                      <a:pt x="31624" y="67250"/>
                      <a:pt x="29242" y="75727"/>
                      <a:pt x="28004" y="84014"/>
                    </a:cubicBezTo>
                    <a:cubicBezTo>
                      <a:pt x="25337" y="101921"/>
                      <a:pt x="28004" y="119447"/>
                      <a:pt x="21146" y="136211"/>
                    </a:cubicBezTo>
                    <a:cubicBezTo>
                      <a:pt x="16669" y="147355"/>
                      <a:pt x="13336" y="172311"/>
                      <a:pt x="12288" y="189646"/>
                    </a:cubicBezTo>
                    <a:cubicBezTo>
                      <a:pt x="11907" y="195266"/>
                      <a:pt x="12288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2003" y="229651"/>
                    </a:cubicBezTo>
                    <a:cubicBezTo>
                      <a:pt x="25147" y="199076"/>
                      <a:pt x="37720" y="172025"/>
                      <a:pt x="41244" y="141545"/>
                    </a:cubicBezTo>
                    <a:cubicBezTo>
                      <a:pt x="41911" y="135640"/>
                      <a:pt x="57627" y="106303"/>
                      <a:pt x="61151" y="90872"/>
                    </a:cubicBezTo>
                    <a:cubicBezTo>
                      <a:pt x="65152" y="73346"/>
                      <a:pt x="65818" y="66869"/>
                      <a:pt x="68390" y="60011"/>
                    </a:cubicBezTo>
                    <a:cubicBezTo>
                      <a:pt x="71248" y="52391"/>
                      <a:pt x="74105" y="43438"/>
                      <a:pt x="75534" y="35437"/>
                    </a:cubicBezTo>
                    <a:cubicBezTo>
                      <a:pt x="76963" y="27055"/>
                      <a:pt x="76677" y="17911"/>
                      <a:pt x="72010" y="10957"/>
                    </a:cubicBezTo>
                    <a:cubicBezTo>
                      <a:pt x="67438" y="4004"/>
                      <a:pt x="50578" y="-4473"/>
                      <a:pt x="46197" y="276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9" name="Google Shape;1659;p123"/>
              <p:cNvSpPr/>
              <p:nvPr/>
            </p:nvSpPr>
            <p:spPr>
              <a:xfrm>
                <a:off x="4025863" y="3650360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0" name="Google Shape;1660;p123"/>
              <p:cNvSpPr/>
              <p:nvPr/>
            </p:nvSpPr>
            <p:spPr>
              <a:xfrm>
                <a:off x="4043036" y="3660051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0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1" name="Google Shape;1661;p123"/>
              <p:cNvSpPr/>
              <p:nvPr/>
            </p:nvSpPr>
            <p:spPr>
              <a:xfrm>
                <a:off x="3931389" y="4630360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529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8" y="1155"/>
                    </a:cubicBezTo>
                    <a:cubicBezTo>
                      <a:pt x="6668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2" name="Google Shape;1662;p123"/>
              <p:cNvSpPr/>
              <p:nvPr/>
            </p:nvSpPr>
            <p:spPr>
              <a:xfrm>
                <a:off x="3935280" y="4001015"/>
                <a:ext cx="237957" cy="659178"/>
              </a:xfrm>
              <a:custGeom>
                <a:avLst/>
                <a:gdLst/>
                <a:ahLst/>
                <a:cxnLst/>
                <a:rect l="l" t="t" r="r" b="b"/>
                <a:pathLst>
                  <a:path w="81492" h="225746" extrusionOk="0">
                    <a:moveTo>
                      <a:pt x="476" y="219234"/>
                    </a:moveTo>
                    <a:cubicBezTo>
                      <a:pt x="286" y="220472"/>
                      <a:pt x="191" y="221615"/>
                      <a:pt x="0" y="222853"/>
                    </a:cubicBezTo>
                    <a:cubicBezTo>
                      <a:pt x="8192" y="225425"/>
                      <a:pt x="16955" y="226282"/>
                      <a:pt x="25527" y="225425"/>
                    </a:cubicBezTo>
                    <a:cubicBezTo>
                      <a:pt x="27623" y="225234"/>
                      <a:pt x="29908" y="224853"/>
                      <a:pt x="31337" y="223329"/>
                    </a:cubicBezTo>
                    <a:cubicBezTo>
                      <a:pt x="32861" y="221710"/>
                      <a:pt x="33052" y="219329"/>
                      <a:pt x="33147" y="217233"/>
                    </a:cubicBezTo>
                    <a:cubicBezTo>
                      <a:pt x="35147" y="184848"/>
                      <a:pt x="41910" y="152844"/>
                      <a:pt x="51721" y="121983"/>
                    </a:cubicBezTo>
                    <a:cubicBezTo>
                      <a:pt x="60960" y="92837"/>
                      <a:pt x="71723" y="64167"/>
                      <a:pt x="78391" y="34068"/>
                    </a:cubicBezTo>
                    <a:cubicBezTo>
                      <a:pt x="80772" y="23495"/>
                      <a:pt x="82772" y="12541"/>
                      <a:pt x="80486" y="1968"/>
                    </a:cubicBezTo>
                    <a:cubicBezTo>
                      <a:pt x="63341" y="-1270"/>
                      <a:pt x="46768" y="63"/>
                      <a:pt x="29337" y="1873"/>
                    </a:cubicBezTo>
                    <a:cubicBezTo>
                      <a:pt x="23908" y="14065"/>
                      <a:pt x="22765" y="27305"/>
                      <a:pt x="27146" y="39878"/>
                    </a:cubicBezTo>
                    <a:cubicBezTo>
                      <a:pt x="30290" y="48831"/>
                      <a:pt x="26384" y="54737"/>
                      <a:pt x="25051" y="64262"/>
                    </a:cubicBezTo>
                    <a:cubicBezTo>
                      <a:pt x="22955" y="78645"/>
                      <a:pt x="20669" y="92932"/>
                      <a:pt x="18288" y="107220"/>
                    </a:cubicBezTo>
                    <a:cubicBezTo>
                      <a:pt x="15907" y="121698"/>
                      <a:pt x="13526" y="136176"/>
                      <a:pt x="11144" y="150749"/>
                    </a:cubicBezTo>
                    <a:cubicBezTo>
                      <a:pt x="7334" y="173799"/>
                      <a:pt x="3334" y="196469"/>
                      <a:pt x="381" y="2195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3" name="Google Shape;1663;p123"/>
              <p:cNvSpPr/>
              <p:nvPr/>
            </p:nvSpPr>
            <p:spPr>
              <a:xfrm>
                <a:off x="3945290" y="4000624"/>
                <a:ext cx="227950" cy="634157"/>
              </a:xfrm>
              <a:custGeom>
                <a:avLst/>
                <a:gdLst/>
                <a:ahLst/>
                <a:cxnLst/>
                <a:rect l="l" t="t" r="r" b="b"/>
                <a:pathLst>
                  <a:path w="78065" h="217177" extrusionOk="0">
                    <a:moveTo>
                      <a:pt x="74962" y="34107"/>
                    </a:moveTo>
                    <a:cubicBezTo>
                      <a:pt x="76772" y="26010"/>
                      <a:pt x="78391" y="17533"/>
                      <a:pt x="78010" y="9342"/>
                    </a:cubicBezTo>
                    <a:cubicBezTo>
                      <a:pt x="70961" y="5913"/>
                      <a:pt x="63722" y="2769"/>
                      <a:pt x="56388" y="7"/>
                    </a:cubicBezTo>
                    <a:cubicBezTo>
                      <a:pt x="46292" y="-88"/>
                      <a:pt x="36290" y="769"/>
                      <a:pt x="25908" y="1817"/>
                    </a:cubicBezTo>
                    <a:cubicBezTo>
                      <a:pt x="20479" y="14009"/>
                      <a:pt x="19336" y="27249"/>
                      <a:pt x="23813" y="39822"/>
                    </a:cubicBezTo>
                    <a:cubicBezTo>
                      <a:pt x="26956" y="48775"/>
                      <a:pt x="23051" y="54681"/>
                      <a:pt x="21717" y="64206"/>
                    </a:cubicBezTo>
                    <a:cubicBezTo>
                      <a:pt x="19622" y="78588"/>
                      <a:pt x="17335" y="92876"/>
                      <a:pt x="14954" y="107163"/>
                    </a:cubicBezTo>
                    <a:cubicBezTo>
                      <a:pt x="12573" y="121641"/>
                      <a:pt x="10192" y="136119"/>
                      <a:pt x="7810" y="150693"/>
                    </a:cubicBezTo>
                    <a:cubicBezTo>
                      <a:pt x="5144" y="166885"/>
                      <a:pt x="2381" y="182887"/>
                      <a:pt x="0" y="198984"/>
                    </a:cubicBezTo>
                    <a:lnTo>
                      <a:pt x="6001" y="217177"/>
                    </a:lnTo>
                    <a:cubicBezTo>
                      <a:pt x="5048" y="196222"/>
                      <a:pt x="23431" y="173743"/>
                      <a:pt x="20765" y="152312"/>
                    </a:cubicBezTo>
                    <a:cubicBezTo>
                      <a:pt x="20098" y="147073"/>
                      <a:pt x="18288" y="141834"/>
                      <a:pt x="19145" y="136596"/>
                    </a:cubicBezTo>
                    <a:cubicBezTo>
                      <a:pt x="19907" y="132214"/>
                      <a:pt x="22384" y="128404"/>
                      <a:pt x="23908" y="124213"/>
                    </a:cubicBezTo>
                    <a:cubicBezTo>
                      <a:pt x="26575" y="116688"/>
                      <a:pt x="25622" y="108402"/>
                      <a:pt x="25908" y="100305"/>
                    </a:cubicBezTo>
                    <a:cubicBezTo>
                      <a:pt x="26384" y="86113"/>
                      <a:pt x="33719" y="55728"/>
                      <a:pt x="46673" y="47061"/>
                    </a:cubicBezTo>
                    <a:cubicBezTo>
                      <a:pt x="55054" y="41441"/>
                      <a:pt x="64675" y="42870"/>
                      <a:pt x="73438" y="40679"/>
                    </a:cubicBezTo>
                    <a:cubicBezTo>
                      <a:pt x="73914" y="38488"/>
                      <a:pt x="74486" y="36393"/>
                      <a:pt x="74962" y="342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4" name="Google Shape;1664;p123"/>
              <p:cNvSpPr/>
              <p:nvPr/>
            </p:nvSpPr>
            <p:spPr>
              <a:xfrm>
                <a:off x="3991445" y="3671450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40"/>
                      <a:pt x="1524" y="128873"/>
                      <a:pt x="0" y="132398"/>
                    </a:cubicBezTo>
                    <a:cubicBezTo>
                      <a:pt x="11144" y="131921"/>
                      <a:pt x="21146" y="138875"/>
                      <a:pt x="31814" y="142304"/>
                    </a:cubicBezTo>
                    <a:cubicBezTo>
                      <a:pt x="44005" y="146304"/>
                      <a:pt x="57722" y="145542"/>
                      <a:pt x="69437" y="140398"/>
                    </a:cubicBezTo>
                    <a:cubicBezTo>
                      <a:pt x="68008" y="133255"/>
                      <a:pt x="65818" y="126016"/>
                      <a:pt x="66008" y="118681"/>
                    </a:cubicBezTo>
                    <a:cubicBezTo>
                      <a:pt x="66104" y="115252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6" y="7810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79"/>
                    </a:cubicBezTo>
                    <a:cubicBezTo>
                      <a:pt x="7906" y="36576"/>
                      <a:pt x="9525" y="46673"/>
                      <a:pt x="11621" y="56483"/>
                    </a:cubicBezTo>
                    <a:cubicBezTo>
                      <a:pt x="12668" y="61531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7"/>
                    </a:cubicBezTo>
                    <a:cubicBezTo>
                      <a:pt x="15430" y="88678"/>
                      <a:pt x="18193" y="89344"/>
                      <a:pt x="19526" y="90773"/>
                    </a:cubicBezTo>
                    <a:cubicBezTo>
                      <a:pt x="22003" y="93440"/>
                      <a:pt x="16383" y="103251"/>
                      <a:pt x="15050" y="105918"/>
                    </a:cubicBezTo>
                    <a:cubicBezTo>
                      <a:pt x="12097" y="111633"/>
                      <a:pt x="8573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5" name="Google Shape;1665;p123"/>
              <p:cNvSpPr/>
              <p:nvPr/>
            </p:nvSpPr>
            <p:spPr>
              <a:xfrm>
                <a:off x="3966143" y="3700617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1" y="133169"/>
                    </a:cubicBezTo>
                    <a:cubicBezTo>
                      <a:pt x="40386" y="130597"/>
                      <a:pt x="38672" y="128121"/>
                      <a:pt x="36767" y="125549"/>
                    </a:cubicBezTo>
                    <a:cubicBezTo>
                      <a:pt x="35433" y="123835"/>
                      <a:pt x="32671" y="120977"/>
                      <a:pt x="32576" y="118786"/>
                    </a:cubicBezTo>
                    <a:cubicBezTo>
                      <a:pt x="32576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2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7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7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90" y="140122"/>
                    </a:cubicBezTo>
                    <a:cubicBezTo>
                      <a:pt x="32290" y="142313"/>
                      <a:pt x="30290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6" name="Google Shape;1666;p123"/>
              <p:cNvSpPr/>
              <p:nvPr/>
            </p:nvSpPr>
            <p:spPr>
              <a:xfrm>
                <a:off x="3959750" y="3696907"/>
                <a:ext cx="124515" cy="373372"/>
              </a:xfrm>
              <a:custGeom>
                <a:avLst/>
                <a:gdLst/>
                <a:ahLst/>
                <a:cxnLst/>
                <a:rect l="l" t="t" r="r" b="b"/>
                <a:pathLst>
                  <a:path w="42642" h="127867" extrusionOk="0">
                    <a:moveTo>
                      <a:pt x="20955" y="4424"/>
                    </a:moveTo>
                    <a:cubicBezTo>
                      <a:pt x="27623" y="-3292"/>
                      <a:pt x="41339" y="-720"/>
                      <a:pt x="42481" y="10615"/>
                    </a:cubicBezTo>
                    <a:cubicBezTo>
                      <a:pt x="43434" y="19854"/>
                      <a:pt x="40005" y="29570"/>
                      <a:pt x="36576" y="37952"/>
                    </a:cubicBezTo>
                    <a:cubicBezTo>
                      <a:pt x="32766" y="47381"/>
                      <a:pt x="28766" y="56811"/>
                      <a:pt x="24860" y="66336"/>
                    </a:cubicBezTo>
                    <a:cubicBezTo>
                      <a:pt x="24003" y="68432"/>
                      <a:pt x="23050" y="70623"/>
                      <a:pt x="22860" y="72908"/>
                    </a:cubicBezTo>
                    <a:cubicBezTo>
                      <a:pt x="22384" y="77004"/>
                      <a:pt x="24098" y="81005"/>
                      <a:pt x="25718" y="84815"/>
                    </a:cubicBezTo>
                    <a:cubicBezTo>
                      <a:pt x="26860" y="87482"/>
                      <a:pt x="40005" y="118057"/>
                      <a:pt x="40100" y="117962"/>
                    </a:cubicBezTo>
                    <a:cubicBezTo>
                      <a:pt x="33433" y="121010"/>
                      <a:pt x="26956" y="124248"/>
                      <a:pt x="20574" y="127868"/>
                    </a:cubicBezTo>
                    <a:cubicBezTo>
                      <a:pt x="18193" y="115390"/>
                      <a:pt x="12001" y="107294"/>
                      <a:pt x="6763" y="96054"/>
                    </a:cubicBezTo>
                    <a:cubicBezTo>
                      <a:pt x="3905" y="89958"/>
                      <a:pt x="191" y="82624"/>
                      <a:pt x="0" y="75766"/>
                    </a:cubicBezTo>
                    <a:cubicBezTo>
                      <a:pt x="0" y="73194"/>
                      <a:pt x="476" y="70718"/>
                      <a:pt x="952" y="68241"/>
                    </a:cubicBezTo>
                    <a:cubicBezTo>
                      <a:pt x="4763" y="50239"/>
                      <a:pt x="9620" y="32427"/>
                      <a:pt x="15621" y="14996"/>
                    </a:cubicBezTo>
                    <a:cubicBezTo>
                      <a:pt x="16764" y="11758"/>
                      <a:pt x="17907" y="8519"/>
                      <a:pt x="19812" y="5662"/>
                    </a:cubicBezTo>
                    <a:cubicBezTo>
                      <a:pt x="20098" y="5186"/>
                      <a:pt x="20383" y="4805"/>
                      <a:pt x="20765" y="442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7" name="Google Shape;1667;p123"/>
              <p:cNvSpPr/>
              <p:nvPr/>
            </p:nvSpPr>
            <p:spPr>
              <a:xfrm>
                <a:off x="4087090" y="3699254"/>
                <a:ext cx="89621" cy="192463"/>
              </a:xfrm>
              <a:custGeom>
                <a:avLst/>
                <a:gdLst/>
                <a:ahLst/>
                <a:cxnLst/>
                <a:rect l="l" t="t" r="r" b="b"/>
                <a:pathLst>
                  <a:path w="30692" h="65912" extrusionOk="0">
                    <a:moveTo>
                      <a:pt x="5239" y="2000"/>
                    </a:moveTo>
                    <a:cubicBezTo>
                      <a:pt x="5429" y="2477"/>
                      <a:pt x="5048" y="3048"/>
                      <a:pt x="4953" y="3524"/>
                    </a:cubicBezTo>
                    <a:cubicBezTo>
                      <a:pt x="4381" y="5429"/>
                      <a:pt x="6096" y="7239"/>
                      <a:pt x="7525" y="8573"/>
                    </a:cubicBezTo>
                    <a:cubicBezTo>
                      <a:pt x="23431" y="22765"/>
                      <a:pt x="32194" y="44672"/>
                      <a:pt x="30480" y="65913"/>
                    </a:cubicBezTo>
                    <a:cubicBezTo>
                      <a:pt x="31528" y="54578"/>
                      <a:pt x="27432" y="43434"/>
                      <a:pt x="23050" y="32956"/>
                    </a:cubicBezTo>
                    <a:cubicBezTo>
                      <a:pt x="20288" y="26479"/>
                      <a:pt x="17335" y="19812"/>
                      <a:pt x="12097" y="15050"/>
                    </a:cubicBezTo>
                    <a:cubicBezTo>
                      <a:pt x="9144" y="12383"/>
                      <a:pt x="5620" y="10477"/>
                      <a:pt x="2191" y="8573"/>
                    </a:cubicBezTo>
                    <a:cubicBezTo>
                      <a:pt x="1714" y="8287"/>
                      <a:pt x="1143" y="8001"/>
                      <a:pt x="952" y="7525"/>
                    </a:cubicBezTo>
                    <a:cubicBezTo>
                      <a:pt x="-381" y="4477"/>
                      <a:pt x="6572" y="2572"/>
                      <a:pt x="0" y="0"/>
                    </a:cubicBezTo>
                    <a:cubicBezTo>
                      <a:pt x="952" y="191"/>
                      <a:pt x="4858" y="952"/>
                      <a:pt x="5239" y="2191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8" name="Google Shape;1668;p123"/>
              <p:cNvSpPr/>
              <p:nvPr/>
            </p:nvSpPr>
            <p:spPr>
              <a:xfrm>
                <a:off x="4078934" y="3674938"/>
                <a:ext cx="99940" cy="152818"/>
              </a:xfrm>
              <a:custGeom>
                <a:avLst/>
                <a:gdLst/>
                <a:ahLst/>
                <a:cxnLst/>
                <a:rect l="l" t="t" r="r" b="b"/>
                <a:pathLst>
                  <a:path w="34226" h="52335" extrusionOk="0">
                    <a:moveTo>
                      <a:pt x="2889" y="3187"/>
                    </a:moveTo>
                    <a:cubicBezTo>
                      <a:pt x="17844" y="6521"/>
                      <a:pt x="30798" y="37286"/>
                      <a:pt x="34227" y="52336"/>
                    </a:cubicBezTo>
                    <a:cubicBezTo>
                      <a:pt x="34227" y="52336"/>
                      <a:pt x="32798" y="13664"/>
                      <a:pt x="12414" y="4425"/>
                    </a:cubicBezTo>
                    <a:cubicBezTo>
                      <a:pt x="-7969" y="-4814"/>
                      <a:pt x="2889" y="3282"/>
                      <a:pt x="2889" y="328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9" name="Google Shape;1669;p123"/>
              <p:cNvSpPr/>
              <p:nvPr/>
            </p:nvSpPr>
            <p:spPr>
              <a:xfrm>
                <a:off x="4112111" y="3685738"/>
                <a:ext cx="20025" cy="18247"/>
              </a:xfrm>
              <a:custGeom>
                <a:avLst/>
                <a:gdLst/>
                <a:ahLst/>
                <a:cxnLst/>
                <a:rect l="l" t="t" r="r" b="b"/>
                <a:pathLst>
                  <a:path w="6858" h="6249" extrusionOk="0">
                    <a:moveTo>
                      <a:pt x="1429" y="249"/>
                    </a:moveTo>
                    <a:lnTo>
                      <a:pt x="0" y="4249"/>
                    </a:lnTo>
                    <a:lnTo>
                      <a:pt x="6858" y="6249"/>
                    </a:lnTo>
                    <a:cubicBezTo>
                      <a:pt x="6858" y="6249"/>
                      <a:pt x="2667" y="-1466"/>
                      <a:pt x="1429" y="24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0" name="Google Shape;1670;p123"/>
              <p:cNvSpPr/>
              <p:nvPr/>
            </p:nvSpPr>
            <p:spPr>
              <a:xfrm>
                <a:off x="4122956" y="3698976"/>
                <a:ext cx="55903" cy="128772"/>
              </a:xfrm>
              <a:custGeom>
                <a:avLst/>
                <a:gdLst/>
                <a:ahLst/>
                <a:cxnLst/>
                <a:rect l="l" t="t" r="r" b="b"/>
                <a:pathLst>
                  <a:path w="19145" h="44100" extrusionOk="0">
                    <a:moveTo>
                      <a:pt x="953" y="0"/>
                    </a:moveTo>
                    <a:lnTo>
                      <a:pt x="0" y="857"/>
                    </a:lnTo>
                    <a:cubicBezTo>
                      <a:pt x="0" y="857"/>
                      <a:pt x="5048" y="7906"/>
                      <a:pt x="8858" y="17240"/>
                    </a:cubicBezTo>
                    <a:cubicBezTo>
                      <a:pt x="13811" y="26670"/>
                      <a:pt x="17526" y="37052"/>
                      <a:pt x="19145" y="44101"/>
                    </a:cubicBezTo>
                    <a:cubicBezTo>
                      <a:pt x="19145" y="44101"/>
                      <a:pt x="18574" y="30861"/>
                      <a:pt x="14002" y="18098"/>
                    </a:cubicBezTo>
                    <a:lnTo>
                      <a:pt x="3143" y="1810"/>
                    </a:lnTo>
                    <a:lnTo>
                      <a:pt x="95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1" name="Google Shape;1671;p123"/>
              <p:cNvSpPr/>
              <p:nvPr/>
            </p:nvSpPr>
            <p:spPr>
              <a:xfrm>
                <a:off x="4011557" y="3479574"/>
                <a:ext cx="157604" cy="165517"/>
              </a:xfrm>
              <a:custGeom>
                <a:avLst/>
                <a:gdLst/>
                <a:ahLst/>
                <a:cxnLst/>
                <a:rect l="l" t="t" r="r" b="b"/>
                <a:pathLst>
                  <a:path w="53974" h="56684" extrusionOk="0">
                    <a:moveTo>
                      <a:pt x="14827" y="56589"/>
                    </a:moveTo>
                    <a:cubicBezTo>
                      <a:pt x="15303" y="52779"/>
                      <a:pt x="15684" y="48683"/>
                      <a:pt x="13874" y="45349"/>
                    </a:cubicBezTo>
                    <a:cubicBezTo>
                      <a:pt x="12541" y="42968"/>
                      <a:pt x="10350" y="41349"/>
                      <a:pt x="8350" y="39444"/>
                    </a:cubicBezTo>
                    <a:cubicBezTo>
                      <a:pt x="5873" y="37063"/>
                      <a:pt x="3778" y="34300"/>
                      <a:pt x="2158" y="31252"/>
                    </a:cubicBezTo>
                    <a:cubicBezTo>
                      <a:pt x="634" y="28300"/>
                      <a:pt x="-413" y="24966"/>
                      <a:pt x="158" y="21727"/>
                    </a:cubicBezTo>
                    <a:cubicBezTo>
                      <a:pt x="730" y="18489"/>
                      <a:pt x="3492" y="15441"/>
                      <a:pt x="6826" y="15441"/>
                    </a:cubicBezTo>
                    <a:cubicBezTo>
                      <a:pt x="4921" y="10678"/>
                      <a:pt x="8159" y="6011"/>
                      <a:pt x="12445" y="3344"/>
                    </a:cubicBezTo>
                    <a:cubicBezTo>
                      <a:pt x="16827" y="677"/>
                      <a:pt x="22066" y="201"/>
                      <a:pt x="27209" y="10"/>
                    </a:cubicBezTo>
                    <a:cubicBezTo>
                      <a:pt x="35115" y="-180"/>
                      <a:pt x="45973" y="2201"/>
                      <a:pt x="49974" y="10107"/>
                    </a:cubicBezTo>
                    <a:cubicBezTo>
                      <a:pt x="51117" y="12393"/>
                      <a:pt x="51784" y="15155"/>
                      <a:pt x="53974" y="16489"/>
                    </a:cubicBezTo>
                    <a:cubicBezTo>
                      <a:pt x="50164" y="22680"/>
                      <a:pt x="44259" y="25537"/>
                      <a:pt x="37591" y="27442"/>
                    </a:cubicBezTo>
                    <a:cubicBezTo>
                      <a:pt x="34924" y="28204"/>
                      <a:pt x="31019" y="26776"/>
                      <a:pt x="29114" y="29062"/>
                    </a:cubicBezTo>
                    <a:cubicBezTo>
                      <a:pt x="28162" y="30300"/>
                      <a:pt x="29400" y="38396"/>
                      <a:pt x="29114" y="38491"/>
                    </a:cubicBezTo>
                    <a:cubicBezTo>
                      <a:pt x="27209" y="38872"/>
                      <a:pt x="25304" y="39158"/>
                      <a:pt x="23399" y="39539"/>
                    </a:cubicBezTo>
                    <a:cubicBezTo>
                      <a:pt x="24733" y="37729"/>
                      <a:pt x="23018" y="34681"/>
                      <a:pt x="20732" y="34681"/>
                    </a:cubicBezTo>
                    <a:cubicBezTo>
                      <a:pt x="18446" y="34681"/>
                      <a:pt x="16541" y="36967"/>
                      <a:pt x="16541" y="39253"/>
                    </a:cubicBezTo>
                    <a:cubicBezTo>
                      <a:pt x="16541" y="41539"/>
                      <a:pt x="18160" y="43635"/>
                      <a:pt x="20161" y="44778"/>
                    </a:cubicBezTo>
                    <a:cubicBezTo>
                      <a:pt x="22161" y="45921"/>
                      <a:pt x="24447" y="46302"/>
                      <a:pt x="26733" y="46492"/>
                    </a:cubicBezTo>
                    <a:cubicBezTo>
                      <a:pt x="23590" y="50398"/>
                      <a:pt x="19018" y="53922"/>
                      <a:pt x="14922" y="5668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72" name="Google Shape;1672;p123"/>
            <p:cNvGrpSpPr/>
            <p:nvPr/>
          </p:nvGrpSpPr>
          <p:grpSpPr>
            <a:xfrm>
              <a:off x="6725114" y="1497127"/>
              <a:ext cx="819760" cy="1653609"/>
              <a:chOff x="6476427" y="1580527"/>
              <a:chExt cx="819760" cy="1653609"/>
            </a:xfrm>
          </p:grpSpPr>
          <p:sp>
            <p:nvSpPr>
              <p:cNvPr id="1673" name="Google Shape;1673;p123"/>
              <p:cNvSpPr/>
              <p:nvPr/>
            </p:nvSpPr>
            <p:spPr>
              <a:xfrm>
                <a:off x="6476427" y="2835857"/>
                <a:ext cx="791983" cy="398279"/>
              </a:xfrm>
              <a:custGeom>
                <a:avLst/>
                <a:gdLst/>
                <a:ahLst/>
                <a:cxnLst/>
                <a:rect l="l" t="t" r="r" b="b"/>
                <a:pathLst>
                  <a:path w="271227" h="136397" extrusionOk="0">
                    <a:moveTo>
                      <a:pt x="194265" y="69151"/>
                    </a:moveTo>
                    <a:lnTo>
                      <a:pt x="194456" y="68866"/>
                    </a:lnTo>
                    <a:cubicBezTo>
                      <a:pt x="194456" y="68104"/>
                      <a:pt x="189408" y="67627"/>
                      <a:pt x="189979" y="67151"/>
                    </a:cubicBezTo>
                    <a:cubicBezTo>
                      <a:pt x="191408" y="66103"/>
                      <a:pt x="189408" y="65913"/>
                      <a:pt x="186741" y="66866"/>
                    </a:cubicBezTo>
                    <a:cubicBezTo>
                      <a:pt x="184550" y="67723"/>
                      <a:pt x="183883" y="68675"/>
                      <a:pt x="180740" y="68961"/>
                    </a:cubicBezTo>
                    <a:cubicBezTo>
                      <a:pt x="179502" y="69056"/>
                      <a:pt x="178073" y="68961"/>
                      <a:pt x="176549" y="69151"/>
                    </a:cubicBezTo>
                    <a:cubicBezTo>
                      <a:pt x="174358" y="69437"/>
                      <a:pt x="171786" y="69818"/>
                      <a:pt x="169596" y="70199"/>
                    </a:cubicBezTo>
                    <a:cubicBezTo>
                      <a:pt x="165690" y="70866"/>
                      <a:pt x="162452" y="71819"/>
                      <a:pt x="159023" y="72580"/>
                    </a:cubicBezTo>
                    <a:cubicBezTo>
                      <a:pt x="159023" y="72580"/>
                      <a:pt x="147498" y="75248"/>
                      <a:pt x="136353" y="76772"/>
                    </a:cubicBezTo>
                    <a:cubicBezTo>
                      <a:pt x="132924" y="77248"/>
                      <a:pt x="128829" y="77915"/>
                      <a:pt x="124733" y="78676"/>
                    </a:cubicBezTo>
                    <a:cubicBezTo>
                      <a:pt x="125781" y="77819"/>
                      <a:pt x="126828" y="76962"/>
                      <a:pt x="127876" y="76105"/>
                    </a:cubicBezTo>
                    <a:cubicBezTo>
                      <a:pt x="130734" y="73819"/>
                      <a:pt x="135877" y="71438"/>
                      <a:pt x="140354" y="69247"/>
                    </a:cubicBezTo>
                    <a:cubicBezTo>
                      <a:pt x="139116" y="69056"/>
                      <a:pt x="137687" y="68866"/>
                      <a:pt x="136353" y="68771"/>
                    </a:cubicBezTo>
                    <a:cubicBezTo>
                      <a:pt x="149784" y="60960"/>
                      <a:pt x="161785" y="53150"/>
                      <a:pt x="170834" y="45339"/>
                    </a:cubicBezTo>
                    <a:cubicBezTo>
                      <a:pt x="172834" y="43625"/>
                      <a:pt x="174644" y="41910"/>
                      <a:pt x="177787" y="40196"/>
                    </a:cubicBezTo>
                    <a:cubicBezTo>
                      <a:pt x="182550" y="37624"/>
                      <a:pt x="189884" y="35243"/>
                      <a:pt x="194170" y="32671"/>
                    </a:cubicBezTo>
                    <a:cubicBezTo>
                      <a:pt x="198075" y="30290"/>
                      <a:pt x="199219" y="27813"/>
                      <a:pt x="203981" y="25432"/>
                    </a:cubicBezTo>
                    <a:cubicBezTo>
                      <a:pt x="208458" y="23241"/>
                      <a:pt x="216078" y="21146"/>
                      <a:pt x="217030" y="19050"/>
                    </a:cubicBezTo>
                    <a:cubicBezTo>
                      <a:pt x="217411" y="18288"/>
                      <a:pt x="216745" y="17621"/>
                      <a:pt x="217316" y="16859"/>
                    </a:cubicBezTo>
                    <a:cubicBezTo>
                      <a:pt x="219411" y="13716"/>
                      <a:pt x="241414" y="11240"/>
                      <a:pt x="236842" y="9049"/>
                    </a:cubicBezTo>
                    <a:cubicBezTo>
                      <a:pt x="236271" y="8763"/>
                      <a:pt x="235604" y="8573"/>
                      <a:pt x="234842" y="8287"/>
                    </a:cubicBezTo>
                    <a:cubicBezTo>
                      <a:pt x="238176" y="7429"/>
                      <a:pt x="240081" y="7049"/>
                      <a:pt x="244272" y="6858"/>
                    </a:cubicBezTo>
                    <a:cubicBezTo>
                      <a:pt x="248939" y="6668"/>
                      <a:pt x="252654" y="7049"/>
                      <a:pt x="257226" y="6858"/>
                    </a:cubicBezTo>
                    <a:cubicBezTo>
                      <a:pt x="260464" y="6858"/>
                      <a:pt x="264370" y="6286"/>
                      <a:pt x="267608" y="5429"/>
                    </a:cubicBezTo>
                    <a:cubicBezTo>
                      <a:pt x="268275" y="5429"/>
                      <a:pt x="268751" y="5239"/>
                      <a:pt x="268846" y="5144"/>
                    </a:cubicBezTo>
                    <a:lnTo>
                      <a:pt x="268846" y="5144"/>
                    </a:lnTo>
                    <a:cubicBezTo>
                      <a:pt x="269703" y="4858"/>
                      <a:pt x="270561" y="4572"/>
                      <a:pt x="271228" y="4286"/>
                    </a:cubicBezTo>
                    <a:cubicBezTo>
                      <a:pt x="271228" y="4286"/>
                      <a:pt x="268561" y="4001"/>
                      <a:pt x="264655" y="3620"/>
                    </a:cubicBezTo>
                    <a:lnTo>
                      <a:pt x="264655" y="3620"/>
                    </a:lnTo>
                    <a:cubicBezTo>
                      <a:pt x="253511" y="2476"/>
                      <a:pt x="231699" y="286"/>
                      <a:pt x="225984" y="0"/>
                    </a:cubicBezTo>
                    <a:cubicBezTo>
                      <a:pt x="223031" y="1333"/>
                      <a:pt x="218459" y="4477"/>
                      <a:pt x="216268" y="6096"/>
                    </a:cubicBezTo>
                    <a:cubicBezTo>
                      <a:pt x="214268" y="6096"/>
                      <a:pt x="212268" y="6096"/>
                      <a:pt x="210267" y="6096"/>
                    </a:cubicBezTo>
                    <a:cubicBezTo>
                      <a:pt x="204743" y="7715"/>
                      <a:pt x="201790" y="9430"/>
                      <a:pt x="198457" y="11335"/>
                    </a:cubicBezTo>
                    <a:cubicBezTo>
                      <a:pt x="188741" y="16859"/>
                      <a:pt x="178263" y="22289"/>
                      <a:pt x="167786" y="27718"/>
                    </a:cubicBezTo>
                    <a:cubicBezTo>
                      <a:pt x="159023" y="32290"/>
                      <a:pt x="150165" y="36862"/>
                      <a:pt x="141402" y="41434"/>
                    </a:cubicBezTo>
                    <a:cubicBezTo>
                      <a:pt x="141211" y="41529"/>
                      <a:pt x="141021" y="41624"/>
                      <a:pt x="140830" y="41720"/>
                    </a:cubicBezTo>
                    <a:cubicBezTo>
                      <a:pt x="140830" y="40862"/>
                      <a:pt x="141116" y="39910"/>
                      <a:pt x="141783" y="38957"/>
                    </a:cubicBezTo>
                    <a:cubicBezTo>
                      <a:pt x="143592" y="36385"/>
                      <a:pt x="148545" y="33719"/>
                      <a:pt x="149879" y="31147"/>
                    </a:cubicBezTo>
                    <a:cubicBezTo>
                      <a:pt x="151117" y="28766"/>
                      <a:pt x="149117" y="26765"/>
                      <a:pt x="151212" y="24289"/>
                    </a:cubicBezTo>
                    <a:cubicBezTo>
                      <a:pt x="153213" y="22098"/>
                      <a:pt x="158832" y="19526"/>
                      <a:pt x="157118" y="17717"/>
                    </a:cubicBezTo>
                    <a:cubicBezTo>
                      <a:pt x="156546" y="17050"/>
                      <a:pt x="155023" y="16574"/>
                      <a:pt x="154546" y="15907"/>
                    </a:cubicBezTo>
                    <a:cubicBezTo>
                      <a:pt x="152736" y="13145"/>
                      <a:pt x="173406" y="8763"/>
                      <a:pt x="165595" y="7525"/>
                    </a:cubicBezTo>
                    <a:cubicBezTo>
                      <a:pt x="164262" y="7334"/>
                      <a:pt x="162642" y="7144"/>
                      <a:pt x="161023" y="7049"/>
                    </a:cubicBezTo>
                    <a:cubicBezTo>
                      <a:pt x="162833" y="6286"/>
                      <a:pt x="164452" y="5810"/>
                      <a:pt x="168072" y="5334"/>
                    </a:cubicBezTo>
                    <a:cubicBezTo>
                      <a:pt x="172834" y="4572"/>
                      <a:pt x="177406" y="4477"/>
                      <a:pt x="182074" y="3810"/>
                    </a:cubicBezTo>
                    <a:cubicBezTo>
                      <a:pt x="186836" y="3143"/>
                      <a:pt x="192265" y="1715"/>
                      <a:pt x="193599" y="191"/>
                    </a:cubicBezTo>
                    <a:lnTo>
                      <a:pt x="168072" y="191"/>
                    </a:lnTo>
                    <a:cubicBezTo>
                      <a:pt x="159118" y="667"/>
                      <a:pt x="147498" y="1810"/>
                      <a:pt x="138449" y="2476"/>
                    </a:cubicBezTo>
                    <a:cubicBezTo>
                      <a:pt x="137306" y="3715"/>
                      <a:pt x="136735" y="6382"/>
                      <a:pt x="136544" y="7906"/>
                    </a:cubicBezTo>
                    <a:cubicBezTo>
                      <a:pt x="135877" y="7906"/>
                      <a:pt x="135306" y="8001"/>
                      <a:pt x="134734" y="8096"/>
                    </a:cubicBezTo>
                    <a:cubicBezTo>
                      <a:pt x="134067" y="8096"/>
                      <a:pt x="133496" y="8192"/>
                      <a:pt x="132829" y="8287"/>
                    </a:cubicBezTo>
                    <a:cubicBezTo>
                      <a:pt x="128829" y="10192"/>
                      <a:pt x="127971" y="11906"/>
                      <a:pt x="126733" y="13716"/>
                    </a:cubicBezTo>
                    <a:cubicBezTo>
                      <a:pt x="123304" y="19145"/>
                      <a:pt x="118923" y="24670"/>
                      <a:pt x="114541" y="30099"/>
                    </a:cubicBezTo>
                    <a:cubicBezTo>
                      <a:pt x="110922" y="34671"/>
                      <a:pt x="107207" y="39338"/>
                      <a:pt x="103587" y="43910"/>
                    </a:cubicBezTo>
                    <a:cubicBezTo>
                      <a:pt x="99968" y="48482"/>
                      <a:pt x="96349" y="52959"/>
                      <a:pt x="92443" y="57531"/>
                    </a:cubicBezTo>
                    <a:cubicBezTo>
                      <a:pt x="89871" y="60579"/>
                      <a:pt x="91300" y="62389"/>
                      <a:pt x="84347" y="65246"/>
                    </a:cubicBezTo>
                    <a:cubicBezTo>
                      <a:pt x="80728" y="66770"/>
                      <a:pt x="77870" y="68294"/>
                      <a:pt x="75679" y="69818"/>
                    </a:cubicBezTo>
                    <a:cubicBezTo>
                      <a:pt x="74917" y="70390"/>
                      <a:pt x="74250" y="70961"/>
                      <a:pt x="73584" y="71533"/>
                    </a:cubicBezTo>
                    <a:cubicBezTo>
                      <a:pt x="71679" y="71533"/>
                      <a:pt x="69774" y="71723"/>
                      <a:pt x="67964" y="71723"/>
                    </a:cubicBezTo>
                    <a:cubicBezTo>
                      <a:pt x="67964" y="72866"/>
                      <a:pt x="68440" y="73914"/>
                      <a:pt x="68916" y="74962"/>
                    </a:cubicBezTo>
                    <a:cubicBezTo>
                      <a:pt x="69107" y="75248"/>
                      <a:pt x="69298" y="75533"/>
                      <a:pt x="69393" y="75914"/>
                    </a:cubicBezTo>
                    <a:cubicBezTo>
                      <a:pt x="67964" y="76391"/>
                      <a:pt x="66440" y="76867"/>
                      <a:pt x="64821" y="77438"/>
                    </a:cubicBezTo>
                    <a:cubicBezTo>
                      <a:pt x="58058" y="77438"/>
                      <a:pt x="51200" y="77438"/>
                      <a:pt x="44056" y="77819"/>
                    </a:cubicBezTo>
                    <a:cubicBezTo>
                      <a:pt x="31102" y="83629"/>
                      <a:pt x="25292" y="89916"/>
                      <a:pt x="20053" y="95917"/>
                    </a:cubicBezTo>
                    <a:cubicBezTo>
                      <a:pt x="16815" y="99631"/>
                      <a:pt x="13576" y="103346"/>
                      <a:pt x="11100" y="106966"/>
                    </a:cubicBezTo>
                    <a:cubicBezTo>
                      <a:pt x="9004" y="109919"/>
                      <a:pt x="13576" y="112967"/>
                      <a:pt x="25292" y="111538"/>
                    </a:cubicBezTo>
                    <a:cubicBezTo>
                      <a:pt x="26149" y="111728"/>
                      <a:pt x="27007" y="111824"/>
                      <a:pt x="28054" y="111919"/>
                    </a:cubicBezTo>
                    <a:cubicBezTo>
                      <a:pt x="27769" y="112586"/>
                      <a:pt x="27292" y="113252"/>
                      <a:pt x="27007" y="113824"/>
                    </a:cubicBezTo>
                    <a:cubicBezTo>
                      <a:pt x="28340" y="113824"/>
                      <a:pt x="27007" y="113824"/>
                      <a:pt x="28435" y="113824"/>
                    </a:cubicBezTo>
                    <a:cubicBezTo>
                      <a:pt x="29197" y="113824"/>
                      <a:pt x="30054" y="113728"/>
                      <a:pt x="30816" y="113633"/>
                    </a:cubicBezTo>
                    <a:cubicBezTo>
                      <a:pt x="30436" y="114109"/>
                      <a:pt x="29959" y="114586"/>
                      <a:pt x="29197" y="115062"/>
                    </a:cubicBezTo>
                    <a:cubicBezTo>
                      <a:pt x="29769" y="115062"/>
                      <a:pt x="30626" y="115062"/>
                      <a:pt x="31483" y="114967"/>
                    </a:cubicBezTo>
                    <a:cubicBezTo>
                      <a:pt x="30816" y="115919"/>
                      <a:pt x="30150" y="116872"/>
                      <a:pt x="29578" y="117634"/>
                    </a:cubicBezTo>
                    <a:cubicBezTo>
                      <a:pt x="27673" y="119158"/>
                      <a:pt x="23006" y="120587"/>
                      <a:pt x="18815" y="121825"/>
                    </a:cubicBezTo>
                    <a:cubicBezTo>
                      <a:pt x="13767" y="123349"/>
                      <a:pt x="9004" y="124968"/>
                      <a:pt x="4528" y="126682"/>
                    </a:cubicBezTo>
                    <a:cubicBezTo>
                      <a:pt x="2527" y="127445"/>
                      <a:pt x="432" y="128302"/>
                      <a:pt x="51" y="129064"/>
                    </a:cubicBezTo>
                    <a:cubicBezTo>
                      <a:pt x="-330" y="129921"/>
                      <a:pt x="1480" y="130493"/>
                      <a:pt x="3956" y="130588"/>
                    </a:cubicBezTo>
                    <a:cubicBezTo>
                      <a:pt x="1003" y="132017"/>
                      <a:pt x="717" y="133922"/>
                      <a:pt x="3575" y="134684"/>
                    </a:cubicBezTo>
                    <a:cubicBezTo>
                      <a:pt x="5766" y="135255"/>
                      <a:pt x="9195" y="135446"/>
                      <a:pt x="12528" y="135636"/>
                    </a:cubicBezTo>
                    <a:cubicBezTo>
                      <a:pt x="17577" y="135922"/>
                      <a:pt x="22625" y="136112"/>
                      <a:pt x="27673" y="136398"/>
                    </a:cubicBezTo>
                    <a:cubicBezTo>
                      <a:pt x="27102" y="135826"/>
                      <a:pt x="25482" y="135350"/>
                      <a:pt x="23292" y="135255"/>
                    </a:cubicBezTo>
                    <a:cubicBezTo>
                      <a:pt x="28626" y="135255"/>
                      <a:pt x="34055" y="135255"/>
                      <a:pt x="39865" y="134684"/>
                    </a:cubicBezTo>
                    <a:cubicBezTo>
                      <a:pt x="43485" y="134302"/>
                      <a:pt x="47485" y="133636"/>
                      <a:pt x="50343" y="133922"/>
                    </a:cubicBezTo>
                    <a:cubicBezTo>
                      <a:pt x="49390" y="133445"/>
                      <a:pt x="47485" y="133255"/>
                      <a:pt x="45294" y="133350"/>
                    </a:cubicBezTo>
                    <a:cubicBezTo>
                      <a:pt x="48914" y="132683"/>
                      <a:pt x="52915" y="132683"/>
                      <a:pt x="55296" y="133160"/>
                    </a:cubicBezTo>
                    <a:cubicBezTo>
                      <a:pt x="55200" y="131540"/>
                      <a:pt x="52343" y="130397"/>
                      <a:pt x="48152" y="129635"/>
                    </a:cubicBezTo>
                    <a:cubicBezTo>
                      <a:pt x="49771" y="128873"/>
                      <a:pt x="51105" y="128111"/>
                      <a:pt x="51962" y="127349"/>
                    </a:cubicBezTo>
                    <a:cubicBezTo>
                      <a:pt x="52724" y="126682"/>
                      <a:pt x="53200" y="126111"/>
                      <a:pt x="53486" y="125444"/>
                    </a:cubicBezTo>
                    <a:cubicBezTo>
                      <a:pt x="53867" y="124777"/>
                      <a:pt x="54153" y="124111"/>
                      <a:pt x="55296" y="123444"/>
                    </a:cubicBezTo>
                    <a:cubicBezTo>
                      <a:pt x="56344" y="122777"/>
                      <a:pt x="58153" y="122206"/>
                      <a:pt x="59868" y="121634"/>
                    </a:cubicBezTo>
                    <a:cubicBezTo>
                      <a:pt x="60630" y="121444"/>
                      <a:pt x="61392" y="121158"/>
                      <a:pt x="61773" y="120872"/>
                    </a:cubicBezTo>
                    <a:cubicBezTo>
                      <a:pt x="62820" y="120110"/>
                      <a:pt x="58725" y="120301"/>
                      <a:pt x="60439" y="119348"/>
                    </a:cubicBezTo>
                    <a:cubicBezTo>
                      <a:pt x="60820" y="119063"/>
                      <a:pt x="61678" y="118872"/>
                      <a:pt x="61487" y="118586"/>
                    </a:cubicBezTo>
                    <a:cubicBezTo>
                      <a:pt x="61487" y="118491"/>
                      <a:pt x="61011" y="118396"/>
                      <a:pt x="61011" y="118301"/>
                    </a:cubicBezTo>
                    <a:cubicBezTo>
                      <a:pt x="61011" y="118110"/>
                      <a:pt x="61868" y="117920"/>
                      <a:pt x="62154" y="117729"/>
                    </a:cubicBezTo>
                    <a:cubicBezTo>
                      <a:pt x="62535" y="117443"/>
                      <a:pt x="62249" y="117253"/>
                      <a:pt x="61868" y="117157"/>
                    </a:cubicBezTo>
                    <a:cubicBezTo>
                      <a:pt x="61487" y="116967"/>
                      <a:pt x="61011" y="116872"/>
                      <a:pt x="60915" y="116681"/>
                    </a:cubicBezTo>
                    <a:cubicBezTo>
                      <a:pt x="60725" y="115919"/>
                      <a:pt x="61582" y="115157"/>
                      <a:pt x="57677" y="115443"/>
                    </a:cubicBezTo>
                    <a:cubicBezTo>
                      <a:pt x="55772" y="115538"/>
                      <a:pt x="53486" y="115729"/>
                      <a:pt x="50914" y="116015"/>
                    </a:cubicBezTo>
                    <a:lnTo>
                      <a:pt x="53391" y="113633"/>
                    </a:lnTo>
                    <a:cubicBezTo>
                      <a:pt x="55296" y="113538"/>
                      <a:pt x="56534" y="113443"/>
                      <a:pt x="56534" y="113348"/>
                    </a:cubicBezTo>
                    <a:cubicBezTo>
                      <a:pt x="57106" y="112871"/>
                      <a:pt x="57201" y="112490"/>
                      <a:pt x="57486" y="111919"/>
                    </a:cubicBezTo>
                    <a:cubicBezTo>
                      <a:pt x="59391" y="111824"/>
                      <a:pt x="60725" y="111728"/>
                      <a:pt x="63392" y="111347"/>
                    </a:cubicBezTo>
                    <a:cubicBezTo>
                      <a:pt x="71298" y="110395"/>
                      <a:pt x="77775" y="108109"/>
                      <a:pt x="83109" y="105632"/>
                    </a:cubicBezTo>
                    <a:cubicBezTo>
                      <a:pt x="88633" y="103537"/>
                      <a:pt x="92824" y="101155"/>
                      <a:pt x="96444" y="98965"/>
                    </a:cubicBezTo>
                    <a:cubicBezTo>
                      <a:pt x="99206" y="97346"/>
                      <a:pt x="101778" y="95631"/>
                      <a:pt x="104445" y="94012"/>
                    </a:cubicBezTo>
                    <a:cubicBezTo>
                      <a:pt x="104445" y="94012"/>
                      <a:pt x="104445" y="94012"/>
                      <a:pt x="104445" y="94012"/>
                    </a:cubicBezTo>
                    <a:cubicBezTo>
                      <a:pt x="108255" y="91535"/>
                      <a:pt x="111684" y="88964"/>
                      <a:pt x="114922" y="86487"/>
                    </a:cubicBezTo>
                    <a:cubicBezTo>
                      <a:pt x="117685" y="85439"/>
                      <a:pt x="120923" y="84582"/>
                      <a:pt x="124638" y="83820"/>
                    </a:cubicBezTo>
                    <a:cubicBezTo>
                      <a:pt x="135211" y="81629"/>
                      <a:pt x="164357" y="75248"/>
                      <a:pt x="164357" y="75248"/>
                    </a:cubicBezTo>
                    <a:cubicBezTo>
                      <a:pt x="166262" y="74676"/>
                      <a:pt x="170548" y="74295"/>
                      <a:pt x="172929" y="74009"/>
                    </a:cubicBezTo>
                    <a:cubicBezTo>
                      <a:pt x="176358" y="73628"/>
                      <a:pt x="179597" y="73152"/>
                      <a:pt x="182931" y="72676"/>
                    </a:cubicBezTo>
                    <a:cubicBezTo>
                      <a:pt x="185121" y="72390"/>
                      <a:pt x="187217" y="71914"/>
                      <a:pt x="189027" y="71533"/>
                    </a:cubicBezTo>
                    <a:cubicBezTo>
                      <a:pt x="191694" y="70866"/>
                      <a:pt x="193599" y="70009"/>
                      <a:pt x="194170" y="69151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4" name="Google Shape;1674;p123"/>
              <p:cNvSpPr/>
              <p:nvPr/>
            </p:nvSpPr>
            <p:spPr>
              <a:xfrm>
                <a:off x="6881061" y="1806534"/>
                <a:ext cx="123204" cy="317573"/>
              </a:xfrm>
              <a:custGeom>
                <a:avLst/>
                <a:gdLst/>
                <a:ahLst/>
                <a:cxnLst/>
                <a:rect l="l" t="t" r="r" b="b"/>
                <a:pathLst>
                  <a:path w="42193" h="108758" extrusionOk="0">
                    <a:moveTo>
                      <a:pt x="8401" y="15633"/>
                    </a:moveTo>
                    <a:cubicBezTo>
                      <a:pt x="6115" y="27158"/>
                      <a:pt x="4496" y="38778"/>
                      <a:pt x="2876" y="50494"/>
                    </a:cubicBezTo>
                    <a:cubicBezTo>
                      <a:pt x="305" y="69449"/>
                      <a:pt x="-2172" y="88975"/>
                      <a:pt x="3162" y="107358"/>
                    </a:cubicBezTo>
                    <a:cubicBezTo>
                      <a:pt x="12306" y="108692"/>
                      <a:pt x="21641" y="109073"/>
                      <a:pt x="30975" y="108501"/>
                    </a:cubicBezTo>
                    <a:cubicBezTo>
                      <a:pt x="32309" y="108501"/>
                      <a:pt x="33737" y="108311"/>
                      <a:pt x="34785" y="107549"/>
                    </a:cubicBezTo>
                    <a:cubicBezTo>
                      <a:pt x="36309" y="106501"/>
                      <a:pt x="36881" y="104406"/>
                      <a:pt x="37262" y="102596"/>
                    </a:cubicBezTo>
                    <a:cubicBezTo>
                      <a:pt x="41738" y="80117"/>
                      <a:pt x="43167" y="57066"/>
                      <a:pt x="41548" y="34302"/>
                    </a:cubicBezTo>
                    <a:cubicBezTo>
                      <a:pt x="40881" y="25158"/>
                      <a:pt x="39548" y="8679"/>
                      <a:pt x="31166" y="2679"/>
                    </a:cubicBezTo>
                    <a:cubicBezTo>
                      <a:pt x="20307" y="-5132"/>
                      <a:pt x="10401" y="5631"/>
                      <a:pt x="8401" y="158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5" name="Google Shape;1675;p123"/>
              <p:cNvSpPr/>
              <p:nvPr/>
            </p:nvSpPr>
            <p:spPr>
              <a:xfrm>
                <a:off x="6980617" y="1603619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2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3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8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97"/>
                    </a:cubicBezTo>
                    <a:cubicBezTo>
                      <a:pt x="35921" y="59050"/>
                      <a:pt x="35921" y="56573"/>
                      <a:pt x="37160" y="54287"/>
                    </a:cubicBezTo>
                    <a:cubicBezTo>
                      <a:pt x="37541" y="53620"/>
                      <a:pt x="38207" y="53144"/>
                      <a:pt x="38779" y="52668"/>
                    </a:cubicBezTo>
                    <a:cubicBezTo>
                      <a:pt x="39350" y="52192"/>
                      <a:pt x="39922" y="51525"/>
                      <a:pt x="39827" y="50763"/>
                    </a:cubicBezTo>
                    <a:cubicBezTo>
                      <a:pt x="39827" y="50096"/>
                      <a:pt x="39160" y="49429"/>
                      <a:pt x="39446" y="48858"/>
                    </a:cubicBezTo>
                    <a:cubicBezTo>
                      <a:pt x="39636" y="48477"/>
                      <a:pt x="40017" y="48191"/>
                      <a:pt x="40303" y="47905"/>
                    </a:cubicBezTo>
                    <a:cubicBezTo>
                      <a:pt x="40684" y="47239"/>
                      <a:pt x="40303" y="46381"/>
                      <a:pt x="40303" y="45619"/>
                    </a:cubicBezTo>
                    <a:cubicBezTo>
                      <a:pt x="39922" y="42476"/>
                      <a:pt x="43732" y="43238"/>
                      <a:pt x="43637" y="40857"/>
                    </a:cubicBezTo>
                    <a:cubicBezTo>
                      <a:pt x="43637" y="40000"/>
                      <a:pt x="43161" y="39238"/>
                      <a:pt x="42684" y="38571"/>
                    </a:cubicBezTo>
                    <a:cubicBezTo>
                      <a:pt x="41636" y="36856"/>
                      <a:pt x="40684" y="34951"/>
                      <a:pt x="40494" y="32951"/>
                    </a:cubicBezTo>
                    <a:cubicBezTo>
                      <a:pt x="40208" y="30856"/>
                      <a:pt x="40779" y="28665"/>
                      <a:pt x="41351" y="26665"/>
                    </a:cubicBezTo>
                    <a:cubicBezTo>
                      <a:pt x="41827" y="24760"/>
                      <a:pt x="42113" y="22759"/>
                      <a:pt x="42208" y="20759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6" name="Google Shape;1676;p123"/>
              <p:cNvSpPr/>
              <p:nvPr/>
            </p:nvSpPr>
            <p:spPr>
              <a:xfrm>
                <a:off x="7044319" y="1838267"/>
                <a:ext cx="251868" cy="387715"/>
              </a:xfrm>
              <a:custGeom>
                <a:avLst/>
                <a:gdLst/>
                <a:ahLst/>
                <a:cxnLst/>
                <a:rect l="l" t="t" r="r" b="b"/>
                <a:pathLst>
                  <a:path w="86256" h="132779" extrusionOk="0">
                    <a:moveTo>
                      <a:pt x="84108" y="116204"/>
                    </a:moveTo>
                    <a:cubicBezTo>
                      <a:pt x="82869" y="114871"/>
                      <a:pt x="81345" y="113442"/>
                      <a:pt x="79631" y="112489"/>
                    </a:cubicBezTo>
                    <a:cubicBezTo>
                      <a:pt x="76869" y="110965"/>
                      <a:pt x="74202" y="109632"/>
                      <a:pt x="71344" y="108298"/>
                    </a:cubicBezTo>
                    <a:cubicBezTo>
                      <a:pt x="69344" y="107346"/>
                      <a:pt x="65534" y="106108"/>
                      <a:pt x="64486" y="104298"/>
                    </a:cubicBezTo>
                    <a:cubicBezTo>
                      <a:pt x="64486" y="104298"/>
                      <a:pt x="43817" y="84010"/>
                      <a:pt x="36006" y="77247"/>
                    </a:cubicBezTo>
                    <a:cubicBezTo>
                      <a:pt x="31244" y="73056"/>
                      <a:pt x="28291" y="67341"/>
                      <a:pt x="27624" y="61054"/>
                    </a:cubicBezTo>
                    <a:cubicBezTo>
                      <a:pt x="26005" y="44671"/>
                      <a:pt x="22576" y="12858"/>
                      <a:pt x="19052" y="5619"/>
                    </a:cubicBezTo>
                    <a:cubicBezTo>
                      <a:pt x="14385" y="-3906"/>
                      <a:pt x="-189" y="-572"/>
                      <a:pt x="2" y="10000"/>
                    </a:cubicBezTo>
                    <a:cubicBezTo>
                      <a:pt x="2" y="10191"/>
                      <a:pt x="2" y="10381"/>
                      <a:pt x="2" y="10572"/>
                    </a:cubicBezTo>
                    <a:cubicBezTo>
                      <a:pt x="669" y="24574"/>
                      <a:pt x="7050" y="47338"/>
                      <a:pt x="8955" y="58102"/>
                    </a:cubicBezTo>
                    <a:cubicBezTo>
                      <a:pt x="10384" y="66103"/>
                      <a:pt x="11337" y="72580"/>
                      <a:pt x="14385" y="78961"/>
                    </a:cubicBezTo>
                    <a:cubicBezTo>
                      <a:pt x="15051" y="80390"/>
                      <a:pt x="16004" y="81628"/>
                      <a:pt x="17052" y="82676"/>
                    </a:cubicBezTo>
                    <a:cubicBezTo>
                      <a:pt x="21528" y="87343"/>
                      <a:pt x="31149" y="95821"/>
                      <a:pt x="38388" y="99631"/>
                    </a:cubicBezTo>
                    <a:cubicBezTo>
                      <a:pt x="47532" y="104298"/>
                      <a:pt x="55533" y="112870"/>
                      <a:pt x="55533" y="112870"/>
                    </a:cubicBezTo>
                    <a:cubicBezTo>
                      <a:pt x="57914" y="115252"/>
                      <a:pt x="59914" y="118204"/>
                      <a:pt x="62962" y="120205"/>
                    </a:cubicBezTo>
                    <a:cubicBezTo>
                      <a:pt x="64677" y="121348"/>
                      <a:pt x="66582" y="122776"/>
                      <a:pt x="68487" y="123538"/>
                    </a:cubicBezTo>
                    <a:cubicBezTo>
                      <a:pt x="69820" y="124110"/>
                      <a:pt x="71344" y="123824"/>
                      <a:pt x="72392" y="124205"/>
                    </a:cubicBezTo>
                    <a:cubicBezTo>
                      <a:pt x="75154" y="125158"/>
                      <a:pt x="74487" y="128206"/>
                      <a:pt x="75630" y="130777"/>
                    </a:cubicBezTo>
                    <a:cubicBezTo>
                      <a:pt x="76964" y="133921"/>
                      <a:pt x="79345" y="133159"/>
                      <a:pt x="79250" y="129920"/>
                    </a:cubicBezTo>
                    <a:cubicBezTo>
                      <a:pt x="79250" y="128587"/>
                      <a:pt x="84870" y="126967"/>
                      <a:pt x="85917" y="124681"/>
                    </a:cubicBezTo>
                    <a:lnTo>
                      <a:pt x="86108" y="123729"/>
                    </a:lnTo>
                    <a:cubicBezTo>
                      <a:pt x="86584" y="121062"/>
                      <a:pt x="85917" y="118204"/>
                      <a:pt x="84108" y="116204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7" name="Google Shape;1677;p123"/>
              <p:cNvSpPr/>
              <p:nvPr/>
            </p:nvSpPr>
            <p:spPr>
              <a:xfrm>
                <a:off x="7037529" y="182994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9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E406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8" name="Google Shape;1678;p123"/>
              <p:cNvSpPr/>
              <p:nvPr/>
            </p:nvSpPr>
            <p:spPr>
              <a:xfrm>
                <a:off x="6979914" y="2066186"/>
                <a:ext cx="288657" cy="757962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576" extrusionOk="0">
                    <a:moveTo>
                      <a:pt x="4063" y="5834"/>
                    </a:moveTo>
                    <a:cubicBezTo>
                      <a:pt x="2539" y="13645"/>
                      <a:pt x="1396" y="21550"/>
                      <a:pt x="539" y="29456"/>
                    </a:cubicBezTo>
                    <a:cubicBezTo>
                      <a:pt x="158" y="33266"/>
                      <a:pt x="-223" y="36981"/>
                      <a:pt x="158" y="40791"/>
                    </a:cubicBezTo>
                    <a:cubicBezTo>
                      <a:pt x="1015" y="49840"/>
                      <a:pt x="4254" y="56602"/>
                      <a:pt x="9016" y="63937"/>
                    </a:cubicBezTo>
                    <a:cubicBezTo>
                      <a:pt x="13683" y="71176"/>
                      <a:pt x="14445" y="79939"/>
                      <a:pt x="16255" y="88035"/>
                    </a:cubicBezTo>
                    <a:cubicBezTo>
                      <a:pt x="20256" y="105656"/>
                      <a:pt x="29114" y="121087"/>
                      <a:pt x="28733" y="139184"/>
                    </a:cubicBezTo>
                    <a:cubicBezTo>
                      <a:pt x="28542" y="151281"/>
                      <a:pt x="34353" y="175665"/>
                      <a:pt x="39687" y="192238"/>
                    </a:cubicBezTo>
                    <a:cubicBezTo>
                      <a:pt x="41401" y="197572"/>
                      <a:pt x="43687" y="202716"/>
                      <a:pt x="45592" y="207955"/>
                    </a:cubicBezTo>
                    <a:cubicBezTo>
                      <a:pt x="50069" y="220337"/>
                      <a:pt x="52164" y="233482"/>
                      <a:pt x="51879" y="246626"/>
                    </a:cubicBezTo>
                    <a:cubicBezTo>
                      <a:pt x="51879" y="251008"/>
                      <a:pt x="49116" y="258247"/>
                      <a:pt x="54069" y="259485"/>
                    </a:cubicBezTo>
                    <a:cubicBezTo>
                      <a:pt x="56070" y="259961"/>
                      <a:pt x="60070" y="258437"/>
                      <a:pt x="62070" y="258151"/>
                    </a:cubicBezTo>
                    <a:cubicBezTo>
                      <a:pt x="73881" y="256151"/>
                      <a:pt x="80739" y="253579"/>
                      <a:pt x="92550" y="251579"/>
                    </a:cubicBezTo>
                    <a:cubicBezTo>
                      <a:pt x="94360" y="251293"/>
                      <a:pt x="97218" y="247674"/>
                      <a:pt x="98837" y="246817"/>
                    </a:cubicBezTo>
                    <a:cubicBezTo>
                      <a:pt x="99123" y="245293"/>
                      <a:pt x="96075" y="245578"/>
                      <a:pt x="94551" y="245197"/>
                    </a:cubicBezTo>
                    <a:cubicBezTo>
                      <a:pt x="87597" y="243673"/>
                      <a:pt x="85216" y="244721"/>
                      <a:pt x="78263" y="242911"/>
                    </a:cubicBezTo>
                    <a:cubicBezTo>
                      <a:pt x="69024" y="240530"/>
                      <a:pt x="65976" y="234910"/>
                      <a:pt x="63594" y="226052"/>
                    </a:cubicBezTo>
                    <a:cubicBezTo>
                      <a:pt x="55498" y="196429"/>
                      <a:pt x="57689" y="166616"/>
                      <a:pt x="49974" y="136898"/>
                    </a:cubicBezTo>
                    <a:cubicBezTo>
                      <a:pt x="48450" y="131088"/>
                      <a:pt x="52831" y="98036"/>
                      <a:pt x="50640" y="82415"/>
                    </a:cubicBezTo>
                    <a:cubicBezTo>
                      <a:pt x="48069" y="64603"/>
                      <a:pt x="46354" y="58317"/>
                      <a:pt x="46354" y="51078"/>
                    </a:cubicBezTo>
                    <a:cubicBezTo>
                      <a:pt x="46354" y="42982"/>
                      <a:pt x="45783" y="33552"/>
                      <a:pt x="44259" y="25551"/>
                    </a:cubicBezTo>
                    <a:cubicBezTo>
                      <a:pt x="42639" y="17264"/>
                      <a:pt x="38925" y="8882"/>
                      <a:pt x="31971" y="4024"/>
                    </a:cubicBezTo>
                    <a:cubicBezTo>
                      <a:pt x="25018" y="-738"/>
                      <a:pt x="5682" y="-2548"/>
                      <a:pt x="4158" y="5834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9" name="Google Shape;1679;p123"/>
              <p:cNvSpPr/>
              <p:nvPr/>
            </p:nvSpPr>
            <p:spPr>
              <a:xfrm>
                <a:off x="7118004" y="2746054"/>
                <a:ext cx="154083" cy="87609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03" extrusionOk="0">
                    <a:moveTo>
                      <a:pt x="1810" y="30004"/>
                    </a:moveTo>
                    <a:cubicBezTo>
                      <a:pt x="10192" y="28670"/>
                      <a:pt x="52769" y="16573"/>
                      <a:pt x="52769" y="16573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0" name="Google Shape;1680;p123"/>
              <p:cNvSpPr/>
              <p:nvPr/>
            </p:nvSpPr>
            <p:spPr>
              <a:xfrm>
                <a:off x="6957277" y="2104069"/>
                <a:ext cx="237647" cy="674581"/>
              </a:xfrm>
              <a:custGeom>
                <a:avLst/>
                <a:gdLst/>
                <a:ahLst/>
                <a:cxnLst/>
                <a:rect l="l" t="t" r="r" b="b"/>
                <a:pathLst>
                  <a:path w="81386" h="231021" extrusionOk="0">
                    <a:moveTo>
                      <a:pt x="49062" y="230886"/>
                    </a:moveTo>
                    <a:cubicBezTo>
                      <a:pt x="59063" y="231743"/>
                      <a:pt x="72207" y="228505"/>
                      <a:pt x="79637" y="221742"/>
                    </a:cubicBezTo>
                    <a:cubicBezTo>
                      <a:pt x="87066" y="214979"/>
                      <a:pt x="68302" y="207074"/>
                      <a:pt x="70398" y="197168"/>
                    </a:cubicBezTo>
                    <a:cubicBezTo>
                      <a:pt x="70874" y="194691"/>
                      <a:pt x="72398" y="192596"/>
                      <a:pt x="73065" y="190119"/>
                    </a:cubicBezTo>
                    <a:cubicBezTo>
                      <a:pt x="74874" y="183356"/>
                      <a:pt x="70017" y="176784"/>
                      <a:pt x="68397" y="169926"/>
                    </a:cubicBezTo>
                    <a:cubicBezTo>
                      <a:pt x="66683" y="162592"/>
                      <a:pt x="68778" y="154781"/>
                      <a:pt x="68016" y="147256"/>
                    </a:cubicBezTo>
                    <a:cubicBezTo>
                      <a:pt x="67159" y="139160"/>
                      <a:pt x="62873" y="131731"/>
                      <a:pt x="61539" y="123634"/>
                    </a:cubicBezTo>
                    <a:cubicBezTo>
                      <a:pt x="60682" y="118301"/>
                      <a:pt x="61063" y="112871"/>
                      <a:pt x="61349" y="107537"/>
                    </a:cubicBezTo>
                    <a:cubicBezTo>
                      <a:pt x="62682" y="81915"/>
                      <a:pt x="60873" y="56197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1"/>
                      <a:pt x="15819" y="68104"/>
                      <a:pt x="17820" y="77343"/>
                    </a:cubicBezTo>
                    <a:cubicBezTo>
                      <a:pt x="20868" y="91440"/>
                      <a:pt x="23630" y="105632"/>
                      <a:pt x="26392" y="119825"/>
                    </a:cubicBezTo>
                    <a:cubicBezTo>
                      <a:pt x="29250" y="134207"/>
                      <a:pt x="32012" y="148590"/>
                      <a:pt x="34869" y="162877"/>
                    </a:cubicBezTo>
                    <a:cubicBezTo>
                      <a:pt x="38203" y="179927"/>
                      <a:pt x="41537" y="197072"/>
                      <a:pt x="44109" y="214313"/>
                    </a:cubicBezTo>
                    <a:cubicBezTo>
                      <a:pt x="44966" y="220313"/>
                      <a:pt x="45633" y="225838"/>
                      <a:pt x="49062" y="23079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1" name="Google Shape;1681;p123"/>
              <p:cNvSpPr/>
              <p:nvPr/>
            </p:nvSpPr>
            <p:spPr>
              <a:xfrm>
                <a:off x="6881394" y="2052341"/>
                <a:ext cx="222495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197" h="266013" extrusionOk="0">
                    <a:moveTo>
                      <a:pt x="46102" y="2861"/>
                    </a:moveTo>
                    <a:cubicBezTo>
                      <a:pt x="42006" y="9624"/>
                      <a:pt x="38101" y="16577"/>
                      <a:pt x="34576" y="23626"/>
                    </a:cubicBezTo>
                    <a:cubicBezTo>
                      <a:pt x="32862" y="26959"/>
                      <a:pt x="31243" y="30388"/>
                      <a:pt x="30195" y="34103"/>
                    </a:cubicBezTo>
                    <a:cubicBezTo>
                      <a:pt x="27814" y="42866"/>
                      <a:pt x="28290" y="50296"/>
                      <a:pt x="30004" y="58868"/>
                    </a:cubicBezTo>
                    <a:cubicBezTo>
                      <a:pt x="31624" y="67250"/>
                      <a:pt x="29242" y="75727"/>
                      <a:pt x="28004" y="84014"/>
                    </a:cubicBezTo>
                    <a:cubicBezTo>
                      <a:pt x="25337" y="101921"/>
                      <a:pt x="28004" y="119447"/>
                      <a:pt x="21146" y="136211"/>
                    </a:cubicBezTo>
                    <a:cubicBezTo>
                      <a:pt x="16669" y="147355"/>
                      <a:pt x="13336" y="172311"/>
                      <a:pt x="12288" y="189646"/>
                    </a:cubicBezTo>
                    <a:cubicBezTo>
                      <a:pt x="11907" y="195266"/>
                      <a:pt x="12288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1908" y="229651"/>
                    </a:cubicBezTo>
                    <a:cubicBezTo>
                      <a:pt x="25051" y="199076"/>
                      <a:pt x="37624" y="172025"/>
                      <a:pt x="41149" y="141545"/>
                    </a:cubicBezTo>
                    <a:cubicBezTo>
                      <a:pt x="41815" y="135640"/>
                      <a:pt x="57532" y="106303"/>
                      <a:pt x="61056" y="90872"/>
                    </a:cubicBezTo>
                    <a:cubicBezTo>
                      <a:pt x="65056" y="73346"/>
                      <a:pt x="65723" y="66869"/>
                      <a:pt x="68295" y="60011"/>
                    </a:cubicBezTo>
                    <a:cubicBezTo>
                      <a:pt x="71152" y="52391"/>
                      <a:pt x="74010" y="43438"/>
                      <a:pt x="75439" y="35437"/>
                    </a:cubicBezTo>
                    <a:cubicBezTo>
                      <a:pt x="76867" y="27055"/>
                      <a:pt x="76582" y="17911"/>
                      <a:pt x="71914" y="10957"/>
                    </a:cubicBezTo>
                    <a:cubicBezTo>
                      <a:pt x="67342" y="4004"/>
                      <a:pt x="50483" y="-4473"/>
                      <a:pt x="46102" y="276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2" name="Google Shape;1682;p123"/>
              <p:cNvSpPr/>
              <p:nvPr/>
            </p:nvSpPr>
            <p:spPr>
              <a:xfrm>
                <a:off x="6970865" y="1767408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322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3" name="Google Shape;1683;p123"/>
              <p:cNvSpPr/>
              <p:nvPr/>
            </p:nvSpPr>
            <p:spPr>
              <a:xfrm>
                <a:off x="6988315" y="177709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9"/>
                      <a:pt x="25093" y="8573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9"/>
                    </a:cubicBezTo>
                    <a:cubicBezTo>
                      <a:pt x="423" y="7049"/>
                      <a:pt x="138" y="6858"/>
                      <a:pt x="42" y="6668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4" name="Google Shape;1684;p123"/>
              <p:cNvSpPr/>
              <p:nvPr/>
            </p:nvSpPr>
            <p:spPr>
              <a:xfrm>
                <a:off x="6876668" y="2747408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624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7" y="1155"/>
                    </a:cubicBezTo>
                    <a:cubicBezTo>
                      <a:pt x="6667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5" name="Google Shape;1685;p123"/>
              <p:cNvSpPr/>
              <p:nvPr/>
            </p:nvSpPr>
            <p:spPr>
              <a:xfrm>
                <a:off x="6880804" y="2117786"/>
                <a:ext cx="237714" cy="652976"/>
              </a:xfrm>
              <a:custGeom>
                <a:avLst/>
                <a:gdLst/>
                <a:ahLst/>
                <a:cxnLst/>
                <a:rect l="l" t="t" r="r" b="b"/>
                <a:pathLst>
                  <a:path w="81409" h="223622" extrusionOk="0">
                    <a:moveTo>
                      <a:pt x="679" y="219424"/>
                    </a:moveTo>
                    <a:cubicBezTo>
                      <a:pt x="9728" y="223710"/>
                      <a:pt x="23253" y="225234"/>
                      <a:pt x="32492" y="221520"/>
                    </a:cubicBezTo>
                    <a:cubicBezTo>
                      <a:pt x="41827" y="217805"/>
                      <a:pt x="27063" y="203708"/>
                      <a:pt x="32492" y="195135"/>
                    </a:cubicBezTo>
                    <a:cubicBezTo>
                      <a:pt x="33826" y="193040"/>
                      <a:pt x="36017" y="191516"/>
                      <a:pt x="37445" y="189420"/>
                    </a:cubicBezTo>
                    <a:cubicBezTo>
                      <a:pt x="41541" y="183705"/>
                      <a:pt x="39255" y="175800"/>
                      <a:pt x="40112" y="168846"/>
                    </a:cubicBezTo>
                    <a:cubicBezTo>
                      <a:pt x="41065" y="161322"/>
                      <a:pt x="45827" y="154749"/>
                      <a:pt x="47637" y="147415"/>
                    </a:cubicBezTo>
                    <a:cubicBezTo>
                      <a:pt x="49637" y="139414"/>
                      <a:pt x="48209" y="130937"/>
                      <a:pt x="49828" y="122936"/>
                    </a:cubicBezTo>
                    <a:cubicBezTo>
                      <a:pt x="50876" y="117602"/>
                      <a:pt x="53162" y="112649"/>
                      <a:pt x="55257" y="107696"/>
                    </a:cubicBezTo>
                    <a:cubicBezTo>
                      <a:pt x="65449" y="84074"/>
                      <a:pt x="72783" y="59214"/>
                      <a:pt x="78308" y="34068"/>
                    </a:cubicBezTo>
                    <a:cubicBezTo>
                      <a:pt x="80689" y="23495"/>
                      <a:pt x="82689" y="12541"/>
                      <a:pt x="80403" y="1968"/>
                    </a:cubicBezTo>
                    <a:cubicBezTo>
                      <a:pt x="63258" y="-1270"/>
                      <a:pt x="46685" y="63"/>
                      <a:pt x="29254" y="1873"/>
                    </a:cubicBezTo>
                    <a:cubicBezTo>
                      <a:pt x="23825" y="14065"/>
                      <a:pt x="22682" y="27305"/>
                      <a:pt x="27158" y="39878"/>
                    </a:cubicBezTo>
                    <a:cubicBezTo>
                      <a:pt x="30302" y="48831"/>
                      <a:pt x="26396" y="54737"/>
                      <a:pt x="25063" y="64262"/>
                    </a:cubicBezTo>
                    <a:cubicBezTo>
                      <a:pt x="22967" y="78645"/>
                      <a:pt x="20681" y="92932"/>
                      <a:pt x="18300" y="107220"/>
                    </a:cubicBezTo>
                    <a:cubicBezTo>
                      <a:pt x="15919" y="121698"/>
                      <a:pt x="13538" y="136176"/>
                      <a:pt x="11156" y="150749"/>
                    </a:cubicBezTo>
                    <a:cubicBezTo>
                      <a:pt x="8299" y="167989"/>
                      <a:pt x="5537" y="185229"/>
                      <a:pt x="1822" y="202374"/>
                    </a:cubicBezTo>
                    <a:cubicBezTo>
                      <a:pt x="488" y="208280"/>
                      <a:pt x="-845" y="213709"/>
                      <a:pt x="679" y="21961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6" name="Google Shape;1686;p123"/>
              <p:cNvSpPr/>
              <p:nvPr/>
            </p:nvSpPr>
            <p:spPr>
              <a:xfrm>
                <a:off x="6880582" y="2118063"/>
                <a:ext cx="237341" cy="644056"/>
              </a:xfrm>
              <a:custGeom>
                <a:avLst/>
                <a:gdLst/>
                <a:ahLst/>
                <a:cxnLst/>
                <a:rect l="l" t="t" r="r" b="b"/>
                <a:pathLst>
                  <a:path w="81281" h="220567" extrusionOk="0">
                    <a:moveTo>
                      <a:pt x="29330" y="1683"/>
                    </a:moveTo>
                    <a:cubicBezTo>
                      <a:pt x="23901" y="13875"/>
                      <a:pt x="22758" y="27114"/>
                      <a:pt x="27139" y="39687"/>
                    </a:cubicBezTo>
                    <a:cubicBezTo>
                      <a:pt x="30282" y="48641"/>
                      <a:pt x="26377" y="54546"/>
                      <a:pt x="25044" y="64071"/>
                    </a:cubicBezTo>
                    <a:cubicBezTo>
                      <a:pt x="22948" y="78454"/>
                      <a:pt x="20662" y="92742"/>
                      <a:pt x="18281" y="107029"/>
                    </a:cubicBezTo>
                    <a:cubicBezTo>
                      <a:pt x="15900" y="121507"/>
                      <a:pt x="13518" y="135985"/>
                      <a:pt x="11137" y="150558"/>
                    </a:cubicBezTo>
                    <a:cubicBezTo>
                      <a:pt x="8280" y="167799"/>
                      <a:pt x="5517" y="185039"/>
                      <a:pt x="1803" y="202184"/>
                    </a:cubicBezTo>
                    <a:cubicBezTo>
                      <a:pt x="564" y="208089"/>
                      <a:pt x="-864" y="213519"/>
                      <a:pt x="660" y="219424"/>
                    </a:cubicBezTo>
                    <a:cubicBezTo>
                      <a:pt x="1517" y="219805"/>
                      <a:pt x="2565" y="220186"/>
                      <a:pt x="3517" y="220567"/>
                    </a:cubicBezTo>
                    <a:cubicBezTo>
                      <a:pt x="6946" y="218472"/>
                      <a:pt x="9994" y="215043"/>
                      <a:pt x="12471" y="211804"/>
                    </a:cubicBezTo>
                    <a:cubicBezTo>
                      <a:pt x="13233" y="210852"/>
                      <a:pt x="14090" y="209804"/>
                      <a:pt x="14280" y="208566"/>
                    </a:cubicBezTo>
                    <a:cubicBezTo>
                      <a:pt x="14852" y="205803"/>
                      <a:pt x="12661" y="203232"/>
                      <a:pt x="11899" y="200469"/>
                    </a:cubicBezTo>
                    <a:cubicBezTo>
                      <a:pt x="9994" y="193897"/>
                      <a:pt x="16090" y="187801"/>
                      <a:pt x="17043" y="181038"/>
                    </a:cubicBezTo>
                    <a:cubicBezTo>
                      <a:pt x="17424" y="178276"/>
                      <a:pt x="16947" y="175419"/>
                      <a:pt x="16662" y="172656"/>
                    </a:cubicBezTo>
                    <a:cubicBezTo>
                      <a:pt x="16090" y="166656"/>
                      <a:pt x="16757" y="160655"/>
                      <a:pt x="17424" y="154654"/>
                    </a:cubicBezTo>
                    <a:cubicBezTo>
                      <a:pt x="21329" y="118935"/>
                      <a:pt x="25234" y="82836"/>
                      <a:pt x="36759" y="48736"/>
                    </a:cubicBezTo>
                    <a:cubicBezTo>
                      <a:pt x="37521" y="46641"/>
                      <a:pt x="38379" y="44355"/>
                      <a:pt x="40188" y="43116"/>
                    </a:cubicBezTo>
                    <a:cubicBezTo>
                      <a:pt x="41712" y="42069"/>
                      <a:pt x="43713" y="41973"/>
                      <a:pt x="45522" y="41783"/>
                    </a:cubicBezTo>
                    <a:cubicBezTo>
                      <a:pt x="56952" y="40926"/>
                      <a:pt x="68097" y="37782"/>
                      <a:pt x="78479" y="32829"/>
                    </a:cubicBezTo>
                    <a:cubicBezTo>
                      <a:pt x="80670" y="22638"/>
                      <a:pt x="82479" y="12065"/>
                      <a:pt x="80289" y="1968"/>
                    </a:cubicBezTo>
                    <a:cubicBezTo>
                      <a:pt x="63144" y="-1270"/>
                      <a:pt x="46570" y="63"/>
                      <a:pt x="29139" y="1873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7" name="Google Shape;1687;p123"/>
              <p:cNvSpPr/>
              <p:nvPr/>
            </p:nvSpPr>
            <p:spPr>
              <a:xfrm>
                <a:off x="6936724" y="1788498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40"/>
                      <a:pt x="1524" y="128873"/>
                      <a:pt x="0" y="132398"/>
                    </a:cubicBezTo>
                    <a:cubicBezTo>
                      <a:pt x="11144" y="131921"/>
                      <a:pt x="21146" y="138875"/>
                      <a:pt x="31813" y="142304"/>
                    </a:cubicBezTo>
                    <a:cubicBezTo>
                      <a:pt x="44005" y="146304"/>
                      <a:pt x="57721" y="145542"/>
                      <a:pt x="69437" y="140399"/>
                    </a:cubicBezTo>
                    <a:cubicBezTo>
                      <a:pt x="68008" y="133255"/>
                      <a:pt x="65818" y="126016"/>
                      <a:pt x="66008" y="118682"/>
                    </a:cubicBezTo>
                    <a:cubicBezTo>
                      <a:pt x="66104" y="115253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5" y="7811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80"/>
                    </a:cubicBezTo>
                    <a:cubicBezTo>
                      <a:pt x="7906" y="36576"/>
                      <a:pt x="9525" y="46673"/>
                      <a:pt x="11621" y="56483"/>
                    </a:cubicBezTo>
                    <a:cubicBezTo>
                      <a:pt x="12668" y="61532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8"/>
                    </a:cubicBezTo>
                    <a:cubicBezTo>
                      <a:pt x="15430" y="88678"/>
                      <a:pt x="18193" y="89345"/>
                      <a:pt x="19526" y="90773"/>
                    </a:cubicBezTo>
                    <a:cubicBezTo>
                      <a:pt x="22003" y="93440"/>
                      <a:pt x="16383" y="103251"/>
                      <a:pt x="15050" y="105918"/>
                    </a:cubicBezTo>
                    <a:cubicBezTo>
                      <a:pt x="12097" y="111633"/>
                      <a:pt x="8572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8" name="Google Shape;1688;p123"/>
              <p:cNvSpPr/>
              <p:nvPr/>
            </p:nvSpPr>
            <p:spPr>
              <a:xfrm>
                <a:off x="6950618" y="1802658"/>
                <a:ext cx="105955" cy="253949"/>
              </a:xfrm>
              <a:custGeom>
                <a:avLst/>
                <a:gdLst/>
                <a:ahLst/>
                <a:cxnLst/>
                <a:rect l="l" t="t" r="r" b="b"/>
                <a:pathLst>
                  <a:path w="36286" h="86969" extrusionOk="0">
                    <a:moveTo>
                      <a:pt x="17338" y="6"/>
                    </a:moveTo>
                    <a:cubicBezTo>
                      <a:pt x="23243" y="6"/>
                      <a:pt x="29244" y="2483"/>
                      <a:pt x="32768" y="7150"/>
                    </a:cubicBezTo>
                    <a:cubicBezTo>
                      <a:pt x="37721" y="13818"/>
                      <a:pt x="36578" y="23057"/>
                      <a:pt x="34578" y="31058"/>
                    </a:cubicBezTo>
                    <a:cubicBezTo>
                      <a:pt x="29434" y="51537"/>
                      <a:pt x="19529" y="70777"/>
                      <a:pt x="5908" y="86970"/>
                    </a:cubicBezTo>
                    <a:cubicBezTo>
                      <a:pt x="4479" y="84017"/>
                      <a:pt x="2955" y="81064"/>
                      <a:pt x="2669" y="77826"/>
                    </a:cubicBezTo>
                    <a:cubicBezTo>
                      <a:pt x="2383" y="74492"/>
                      <a:pt x="3526" y="71158"/>
                      <a:pt x="4765" y="68110"/>
                    </a:cubicBezTo>
                    <a:cubicBezTo>
                      <a:pt x="11146" y="52203"/>
                      <a:pt x="21814" y="37344"/>
                      <a:pt x="22291" y="20199"/>
                    </a:cubicBezTo>
                    <a:cubicBezTo>
                      <a:pt x="22386" y="16008"/>
                      <a:pt x="21338" y="10960"/>
                      <a:pt x="17338" y="9436"/>
                    </a:cubicBezTo>
                    <a:cubicBezTo>
                      <a:pt x="15052" y="8579"/>
                      <a:pt x="12480" y="9150"/>
                      <a:pt x="10194" y="9722"/>
                    </a:cubicBezTo>
                    <a:cubicBezTo>
                      <a:pt x="7813" y="10389"/>
                      <a:pt x="5336" y="10960"/>
                      <a:pt x="3050" y="10198"/>
                    </a:cubicBezTo>
                    <a:cubicBezTo>
                      <a:pt x="-1998" y="8484"/>
                      <a:pt x="97" y="5055"/>
                      <a:pt x="3050" y="3245"/>
                    </a:cubicBezTo>
                    <a:cubicBezTo>
                      <a:pt x="7051" y="864"/>
                      <a:pt x="12766" y="-89"/>
                      <a:pt x="17338" y="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9" name="Google Shape;1689;p123"/>
              <p:cNvSpPr/>
              <p:nvPr/>
            </p:nvSpPr>
            <p:spPr>
              <a:xfrm>
                <a:off x="6911422" y="181766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3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89" y="140122"/>
                    </a:cubicBezTo>
                    <a:cubicBezTo>
                      <a:pt x="32290" y="142313"/>
                      <a:pt x="30289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0" name="Google Shape;1690;p123"/>
              <p:cNvSpPr/>
              <p:nvPr/>
            </p:nvSpPr>
            <p:spPr>
              <a:xfrm>
                <a:off x="6922266" y="1813674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2" y="45857"/>
                      <a:pt x="30766" y="37952"/>
                    </a:cubicBezTo>
                    <a:cubicBezTo>
                      <a:pt x="34195" y="29474"/>
                      <a:pt x="37529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2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1" name="Google Shape;1691;p123"/>
              <p:cNvSpPr/>
              <p:nvPr/>
            </p:nvSpPr>
            <p:spPr>
              <a:xfrm>
                <a:off x="6957764" y="1580527"/>
                <a:ext cx="178094" cy="174108"/>
              </a:xfrm>
              <a:custGeom>
                <a:avLst/>
                <a:gdLst/>
                <a:ahLst/>
                <a:cxnLst/>
                <a:rect l="l" t="t" r="r" b="b"/>
                <a:pathLst>
                  <a:path w="60991" h="59626" extrusionOk="0">
                    <a:moveTo>
                      <a:pt x="14795" y="59627"/>
                    </a:moveTo>
                    <a:cubicBezTo>
                      <a:pt x="15176" y="54674"/>
                      <a:pt x="12128" y="50102"/>
                      <a:pt x="9461" y="45911"/>
                    </a:cubicBezTo>
                    <a:cubicBezTo>
                      <a:pt x="6413" y="41053"/>
                      <a:pt x="3746" y="35909"/>
                      <a:pt x="1555" y="30671"/>
                    </a:cubicBezTo>
                    <a:cubicBezTo>
                      <a:pt x="507" y="28289"/>
                      <a:pt x="-445" y="25622"/>
                      <a:pt x="222" y="23146"/>
                    </a:cubicBezTo>
                    <a:cubicBezTo>
                      <a:pt x="984" y="20384"/>
                      <a:pt x="3460" y="18764"/>
                      <a:pt x="6127" y="18383"/>
                    </a:cubicBezTo>
                    <a:cubicBezTo>
                      <a:pt x="5079" y="13907"/>
                      <a:pt x="7270" y="7906"/>
                      <a:pt x="11175" y="5429"/>
                    </a:cubicBezTo>
                    <a:cubicBezTo>
                      <a:pt x="14223" y="3524"/>
                      <a:pt x="17843" y="2953"/>
                      <a:pt x="21462" y="2381"/>
                    </a:cubicBezTo>
                    <a:cubicBezTo>
                      <a:pt x="26796" y="1619"/>
                      <a:pt x="32226" y="762"/>
                      <a:pt x="37560" y="0"/>
                    </a:cubicBezTo>
                    <a:cubicBezTo>
                      <a:pt x="36226" y="1905"/>
                      <a:pt x="34035" y="3239"/>
                      <a:pt x="31749" y="3524"/>
                    </a:cubicBezTo>
                    <a:cubicBezTo>
                      <a:pt x="37083" y="3334"/>
                      <a:pt x="42608" y="3239"/>
                      <a:pt x="47656" y="5144"/>
                    </a:cubicBezTo>
                    <a:cubicBezTo>
                      <a:pt x="50799" y="6382"/>
                      <a:pt x="53847" y="8382"/>
                      <a:pt x="57086" y="7620"/>
                    </a:cubicBezTo>
                    <a:cubicBezTo>
                      <a:pt x="55562" y="9049"/>
                      <a:pt x="53371" y="9811"/>
                      <a:pt x="51276" y="9430"/>
                    </a:cubicBezTo>
                    <a:cubicBezTo>
                      <a:pt x="54038" y="11430"/>
                      <a:pt x="57943" y="11716"/>
                      <a:pt x="60991" y="10097"/>
                    </a:cubicBezTo>
                    <a:cubicBezTo>
                      <a:pt x="56514" y="20384"/>
                      <a:pt x="43084" y="25432"/>
                      <a:pt x="32416" y="22765"/>
                    </a:cubicBezTo>
                    <a:cubicBezTo>
                      <a:pt x="33845" y="24384"/>
                      <a:pt x="33940" y="27051"/>
                      <a:pt x="32892" y="28956"/>
                    </a:cubicBezTo>
                    <a:cubicBezTo>
                      <a:pt x="31749" y="30861"/>
                      <a:pt x="29559" y="32004"/>
                      <a:pt x="27368" y="32195"/>
                    </a:cubicBezTo>
                    <a:cubicBezTo>
                      <a:pt x="26701" y="32195"/>
                      <a:pt x="26034" y="32195"/>
                      <a:pt x="25653" y="32766"/>
                    </a:cubicBezTo>
                    <a:cubicBezTo>
                      <a:pt x="25368" y="33242"/>
                      <a:pt x="25653" y="33909"/>
                      <a:pt x="25844" y="34481"/>
                    </a:cubicBezTo>
                    <a:cubicBezTo>
                      <a:pt x="27368" y="38100"/>
                      <a:pt x="28035" y="42196"/>
                      <a:pt x="27368" y="46101"/>
                    </a:cubicBezTo>
                    <a:cubicBezTo>
                      <a:pt x="26225" y="42767"/>
                      <a:pt x="22986" y="35147"/>
                      <a:pt x="17843" y="37338"/>
                    </a:cubicBezTo>
                    <a:cubicBezTo>
                      <a:pt x="12509" y="39624"/>
                      <a:pt x="17176" y="46958"/>
                      <a:pt x="21177" y="47816"/>
                    </a:cubicBezTo>
                    <a:cubicBezTo>
                      <a:pt x="20891" y="47816"/>
                      <a:pt x="17462" y="51435"/>
                      <a:pt x="17176" y="52102"/>
                    </a:cubicBezTo>
                    <a:cubicBezTo>
                      <a:pt x="15938" y="54578"/>
                      <a:pt x="17652" y="57055"/>
                      <a:pt x="14795" y="59531"/>
                    </a:cubicBezTo>
                    <a:close/>
                  </a:path>
                </a:pathLst>
              </a:custGeom>
              <a:solidFill>
                <a:srgbClr val="3432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2" name="Google Shape;1692;p123"/>
            <p:cNvGrpSpPr/>
            <p:nvPr/>
          </p:nvGrpSpPr>
          <p:grpSpPr>
            <a:xfrm>
              <a:off x="7326518" y="125103"/>
              <a:ext cx="656255" cy="1624153"/>
              <a:chOff x="2987343" y="1904703"/>
              <a:chExt cx="656255" cy="1624153"/>
            </a:xfrm>
          </p:grpSpPr>
          <p:sp>
            <p:nvSpPr>
              <p:cNvPr id="1693" name="Google Shape;1693;p123"/>
              <p:cNvSpPr/>
              <p:nvPr/>
            </p:nvSpPr>
            <p:spPr>
              <a:xfrm>
                <a:off x="2987343" y="3133520"/>
                <a:ext cx="656255" cy="395336"/>
              </a:xfrm>
              <a:custGeom>
                <a:avLst/>
                <a:gdLst/>
                <a:ahLst/>
                <a:cxnLst/>
                <a:rect l="l" t="t" r="r" b="b"/>
                <a:pathLst>
                  <a:path w="224745" h="135389" extrusionOk="0">
                    <a:moveTo>
                      <a:pt x="222936" y="1277"/>
                    </a:moveTo>
                    <a:cubicBezTo>
                      <a:pt x="223603" y="991"/>
                      <a:pt x="224269" y="706"/>
                      <a:pt x="224746" y="420"/>
                    </a:cubicBezTo>
                    <a:cubicBezTo>
                      <a:pt x="224746" y="420"/>
                      <a:pt x="181312" y="-152"/>
                      <a:pt x="172644" y="39"/>
                    </a:cubicBezTo>
                    <a:cubicBezTo>
                      <a:pt x="169977" y="1849"/>
                      <a:pt x="166929" y="6897"/>
                      <a:pt x="166929" y="6897"/>
                    </a:cubicBezTo>
                    <a:cubicBezTo>
                      <a:pt x="167786" y="7278"/>
                      <a:pt x="169310" y="7468"/>
                      <a:pt x="171120" y="7564"/>
                    </a:cubicBezTo>
                    <a:cubicBezTo>
                      <a:pt x="168739" y="10802"/>
                      <a:pt x="164738" y="14041"/>
                      <a:pt x="159404" y="17279"/>
                    </a:cubicBezTo>
                    <a:cubicBezTo>
                      <a:pt x="156451" y="19089"/>
                      <a:pt x="153117" y="20803"/>
                      <a:pt x="150355" y="22613"/>
                    </a:cubicBezTo>
                    <a:cubicBezTo>
                      <a:pt x="141783" y="28138"/>
                      <a:pt x="131305" y="36139"/>
                      <a:pt x="129400" y="39853"/>
                    </a:cubicBezTo>
                    <a:cubicBezTo>
                      <a:pt x="128638" y="41473"/>
                      <a:pt x="127019" y="42997"/>
                      <a:pt x="125019" y="44616"/>
                    </a:cubicBezTo>
                    <a:cubicBezTo>
                      <a:pt x="121780" y="44616"/>
                      <a:pt x="118446" y="44616"/>
                      <a:pt x="115113" y="44616"/>
                    </a:cubicBezTo>
                    <a:cubicBezTo>
                      <a:pt x="110541" y="48521"/>
                      <a:pt x="105874" y="52331"/>
                      <a:pt x="101016" y="56236"/>
                    </a:cubicBezTo>
                    <a:cubicBezTo>
                      <a:pt x="97301" y="59284"/>
                      <a:pt x="97777" y="61285"/>
                      <a:pt x="89967" y="63952"/>
                    </a:cubicBezTo>
                    <a:cubicBezTo>
                      <a:pt x="83871" y="66047"/>
                      <a:pt x="79394" y="68333"/>
                      <a:pt x="76346" y="70524"/>
                    </a:cubicBezTo>
                    <a:cubicBezTo>
                      <a:pt x="73584" y="70714"/>
                      <a:pt x="70821" y="70810"/>
                      <a:pt x="68155" y="70810"/>
                    </a:cubicBezTo>
                    <a:cubicBezTo>
                      <a:pt x="68155" y="71953"/>
                      <a:pt x="68631" y="73000"/>
                      <a:pt x="69107" y="74048"/>
                    </a:cubicBezTo>
                    <a:cubicBezTo>
                      <a:pt x="69298" y="74334"/>
                      <a:pt x="69488" y="74620"/>
                      <a:pt x="69583" y="75001"/>
                    </a:cubicBezTo>
                    <a:cubicBezTo>
                      <a:pt x="67488" y="75763"/>
                      <a:pt x="65202" y="76429"/>
                      <a:pt x="62820" y="77096"/>
                    </a:cubicBezTo>
                    <a:cubicBezTo>
                      <a:pt x="55296" y="79192"/>
                      <a:pt x="45771" y="83002"/>
                      <a:pt x="41389" y="85002"/>
                    </a:cubicBezTo>
                    <a:cubicBezTo>
                      <a:pt x="40341" y="85478"/>
                      <a:pt x="39484" y="85954"/>
                      <a:pt x="38817" y="86431"/>
                    </a:cubicBezTo>
                    <a:cubicBezTo>
                      <a:pt x="36150" y="88621"/>
                      <a:pt x="35769" y="90622"/>
                      <a:pt x="35007" y="93098"/>
                    </a:cubicBezTo>
                    <a:cubicBezTo>
                      <a:pt x="35007" y="93384"/>
                      <a:pt x="34817" y="93765"/>
                      <a:pt x="34626" y="94051"/>
                    </a:cubicBezTo>
                    <a:cubicBezTo>
                      <a:pt x="33579" y="94241"/>
                      <a:pt x="32531" y="94432"/>
                      <a:pt x="31483" y="94717"/>
                    </a:cubicBezTo>
                    <a:cubicBezTo>
                      <a:pt x="29673" y="98242"/>
                      <a:pt x="28340" y="101861"/>
                      <a:pt x="27578" y="105290"/>
                    </a:cubicBezTo>
                    <a:cubicBezTo>
                      <a:pt x="27387" y="106338"/>
                      <a:pt x="27102" y="107386"/>
                      <a:pt x="27864" y="108243"/>
                    </a:cubicBezTo>
                    <a:cubicBezTo>
                      <a:pt x="27959" y="108338"/>
                      <a:pt x="28149" y="108529"/>
                      <a:pt x="28245" y="108624"/>
                    </a:cubicBezTo>
                    <a:cubicBezTo>
                      <a:pt x="28435" y="108719"/>
                      <a:pt x="28816" y="108814"/>
                      <a:pt x="29007" y="109005"/>
                    </a:cubicBezTo>
                    <a:cubicBezTo>
                      <a:pt x="28149" y="110338"/>
                      <a:pt x="27483" y="111577"/>
                      <a:pt x="27006" y="112815"/>
                    </a:cubicBezTo>
                    <a:cubicBezTo>
                      <a:pt x="28340" y="112815"/>
                      <a:pt x="27006" y="112815"/>
                      <a:pt x="28435" y="112815"/>
                    </a:cubicBezTo>
                    <a:cubicBezTo>
                      <a:pt x="29197" y="112815"/>
                      <a:pt x="30054" y="112720"/>
                      <a:pt x="30816" y="112624"/>
                    </a:cubicBezTo>
                    <a:cubicBezTo>
                      <a:pt x="30435" y="113101"/>
                      <a:pt x="29959" y="113577"/>
                      <a:pt x="29197" y="114053"/>
                    </a:cubicBezTo>
                    <a:cubicBezTo>
                      <a:pt x="29769" y="114053"/>
                      <a:pt x="30626" y="114053"/>
                      <a:pt x="31483" y="113958"/>
                    </a:cubicBezTo>
                    <a:cubicBezTo>
                      <a:pt x="30816" y="114910"/>
                      <a:pt x="30150" y="115863"/>
                      <a:pt x="29578" y="116625"/>
                    </a:cubicBezTo>
                    <a:cubicBezTo>
                      <a:pt x="27673" y="118149"/>
                      <a:pt x="23006" y="119578"/>
                      <a:pt x="18815" y="120816"/>
                    </a:cubicBezTo>
                    <a:cubicBezTo>
                      <a:pt x="13767" y="122340"/>
                      <a:pt x="9004" y="123959"/>
                      <a:pt x="4527" y="125674"/>
                    </a:cubicBezTo>
                    <a:cubicBezTo>
                      <a:pt x="2527" y="126436"/>
                      <a:pt x="432" y="127293"/>
                      <a:pt x="51" y="128055"/>
                    </a:cubicBezTo>
                    <a:cubicBezTo>
                      <a:pt x="-330" y="128912"/>
                      <a:pt x="1479" y="129484"/>
                      <a:pt x="3956" y="129579"/>
                    </a:cubicBezTo>
                    <a:cubicBezTo>
                      <a:pt x="1003" y="131008"/>
                      <a:pt x="717" y="132913"/>
                      <a:pt x="3575" y="133675"/>
                    </a:cubicBezTo>
                    <a:cubicBezTo>
                      <a:pt x="5766" y="134246"/>
                      <a:pt x="9195" y="134437"/>
                      <a:pt x="12528" y="134627"/>
                    </a:cubicBezTo>
                    <a:cubicBezTo>
                      <a:pt x="17577" y="134913"/>
                      <a:pt x="22625" y="135103"/>
                      <a:pt x="27673" y="135389"/>
                    </a:cubicBezTo>
                    <a:cubicBezTo>
                      <a:pt x="27102" y="134818"/>
                      <a:pt x="25482" y="134341"/>
                      <a:pt x="23292" y="134246"/>
                    </a:cubicBezTo>
                    <a:cubicBezTo>
                      <a:pt x="28626" y="134246"/>
                      <a:pt x="34055" y="134246"/>
                      <a:pt x="39865" y="133675"/>
                    </a:cubicBezTo>
                    <a:cubicBezTo>
                      <a:pt x="43485" y="133294"/>
                      <a:pt x="47485" y="132627"/>
                      <a:pt x="50343" y="132913"/>
                    </a:cubicBezTo>
                    <a:cubicBezTo>
                      <a:pt x="49390" y="132436"/>
                      <a:pt x="47485" y="132246"/>
                      <a:pt x="45294" y="132341"/>
                    </a:cubicBezTo>
                    <a:cubicBezTo>
                      <a:pt x="48914" y="131674"/>
                      <a:pt x="52915" y="131674"/>
                      <a:pt x="55296" y="132151"/>
                    </a:cubicBezTo>
                    <a:cubicBezTo>
                      <a:pt x="55200" y="130531"/>
                      <a:pt x="52343" y="129388"/>
                      <a:pt x="48152" y="128626"/>
                    </a:cubicBezTo>
                    <a:cubicBezTo>
                      <a:pt x="49771" y="127864"/>
                      <a:pt x="51105" y="127102"/>
                      <a:pt x="51962" y="126340"/>
                    </a:cubicBezTo>
                    <a:cubicBezTo>
                      <a:pt x="52724" y="125674"/>
                      <a:pt x="53200" y="125102"/>
                      <a:pt x="53486" y="124435"/>
                    </a:cubicBezTo>
                    <a:cubicBezTo>
                      <a:pt x="53867" y="123769"/>
                      <a:pt x="54153" y="123102"/>
                      <a:pt x="55296" y="122435"/>
                    </a:cubicBezTo>
                    <a:cubicBezTo>
                      <a:pt x="56343" y="121768"/>
                      <a:pt x="58153" y="121197"/>
                      <a:pt x="59868" y="120625"/>
                    </a:cubicBezTo>
                    <a:cubicBezTo>
                      <a:pt x="60630" y="120435"/>
                      <a:pt x="61392" y="120149"/>
                      <a:pt x="61773" y="119863"/>
                    </a:cubicBezTo>
                    <a:cubicBezTo>
                      <a:pt x="62820" y="119101"/>
                      <a:pt x="58725" y="119292"/>
                      <a:pt x="60439" y="118339"/>
                    </a:cubicBezTo>
                    <a:cubicBezTo>
                      <a:pt x="60820" y="118054"/>
                      <a:pt x="61677" y="117863"/>
                      <a:pt x="61487" y="117577"/>
                    </a:cubicBezTo>
                    <a:cubicBezTo>
                      <a:pt x="61487" y="117482"/>
                      <a:pt x="61011" y="117387"/>
                      <a:pt x="61011" y="117292"/>
                    </a:cubicBezTo>
                    <a:cubicBezTo>
                      <a:pt x="61011" y="117101"/>
                      <a:pt x="61868" y="116911"/>
                      <a:pt x="62154" y="116720"/>
                    </a:cubicBezTo>
                    <a:cubicBezTo>
                      <a:pt x="62535" y="116434"/>
                      <a:pt x="62249" y="116244"/>
                      <a:pt x="61868" y="116149"/>
                    </a:cubicBezTo>
                    <a:cubicBezTo>
                      <a:pt x="61487" y="115958"/>
                      <a:pt x="61011" y="115863"/>
                      <a:pt x="60915" y="115672"/>
                    </a:cubicBezTo>
                    <a:cubicBezTo>
                      <a:pt x="60725" y="114910"/>
                      <a:pt x="61582" y="114148"/>
                      <a:pt x="57677" y="114434"/>
                    </a:cubicBezTo>
                    <a:cubicBezTo>
                      <a:pt x="55772" y="114529"/>
                      <a:pt x="53486" y="114720"/>
                      <a:pt x="50914" y="115006"/>
                    </a:cubicBezTo>
                    <a:lnTo>
                      <a:pt x="53391" y="112624"/>
                    </a:lnTo>
                    <a:cubicBezTo>
                      <a:pt x="55296" y="112529"/>
                      <a:pt x="56534" y="112434"/>
                      <a:pt x="56534" y="112339"/>
                    </a:cubicBezTo>
                    <a:cubicBezTo>
                      <a:pt x="57105" y="111862"/>
                      <a:pt x="57201" y="111481"/>
                      <a:pt x="57487" y="110910"/>
                    </a:cubicBezTo>
                    <a:cubicBezTo>
                      <a:pt x="59391" y="110815"/>
                      <a:pt x="60725" y="110624"/>
                      <a:pt x="63392" y="110338"/>
                    </a:cubicBezTo>
                    <a:cubicBezTo>
                      <a:pt x="71298" y="109386"/>
                      <a:pt x="77775" y="107100"/>
                      <a:pt x="83109" y="104623"/>
                    </a:cubicBezTo>
                    <a:cubicBezTo>
                      <a:pt x="88633" y="102528"/>
                      <a:pt x="92824" y="100147"/>
                      <a:pt x="96444" y="97956"/>
                    </a:cubicBezTo>
                    <a:cubicBezTo>
                      <a:pt x="99206" y="96337"/>
                      <a:pt x="101778" y="94622"/>
                      <a:pt x="104445" y="93003"/>
                    </a:cubicBezTo>
                    <a:cubicBezTo>
                      <a:pt x="104445" y="93003"/>
                      <a:pt x="104445" y="93003"/>
                      <a:pt x="104445" y="93003"/>
                    </a:cubicBezTo>
                    <a:cubicBezTo>
                      <a:pt x="111874" y="88145"/>
                      <a:pt x="117875" y="83192"/>
                      <a:pt x="123781" y="78334"/>
                    </a:cubicBezTo>
                    <a:cubicBezTo>
                      <a:pt x="125114" y="77191"/>
                      <a:pt x="126448" y="76144"/>
                      <a:pt x="127781" y="75001"/>
                    </a:cubicBezTo>
                    <a:cubicBezTo>
                      <a:pt x="130638" y="72715"/>
                      <a:pt x="135782" y="70333"/>
                      <a:pt x="140259" y="68143"/>
                    </a:cubicBezTo>
                    <a:cubicBezTo>
                      <a:pt x="138544" y="67857"/>
                      <a:pt x="136544" y="67666"/>
                      <a:pt x="134639" y="67476"/>
                    </a:cubicBezTo>
                    <a:cubicBezTo>
                      <a:pt x="142164" y="60046"/>
                      <a:pt x="148069" y="52522"/>
                      <a:pt x="151308" y="45283"/>
                    </a:cubicBezTo>
                    <a:cubicBezTo>
                      <a:pt x="150260" y="45283"/>
                      <a:pt x="149117" y="45187"/>
                      <a:pt x="147974" y="45092"/>
                    </a:cubicBezTo>
                    <a:cubicBezTo>
                      <a:pt x="149022" y="42139"/>
                      <a:pt x="149879" y="39568"/>
                      <a:pt x="151117" y="38710"/>
                    </a:cubicBezTo>
                    <a:cubicBezTo>
                      <a:pt x="164643" y="28995"/>
                      <a:pt x="167405" y="19851"/>
                      <a:pt x="181216" y="10135"/>
                    </a:cubicBezTo>
                    <a:cubicBezTo>
                      <a:pt x="182645" y="9088"/>
                      <a:pt x="184074" y="8230"/>
                      <a:pt x="185788" y="7468"/>
                    </a:cubicBezTo>
                    <a:cubicBezTo>
                      <a:pt x="186169" y="7373"/>
                      <a:pt x="186455" y="7183"/>
                      <a:pt x="186836" y="7087"/>
                    </a:cubicBezTo>
                    <a:cubicBezTo>
                      <a:pt x="191122" y="5468"/>
                      <a:pt x="192361" y="4992"/>
                      <a:pt x="197599" y="4420"/>
                    </a:cubicBezTo>
                    <a:cubicBezTo>
                      <a:pt x="202362" y="3944"/>
                      <a:pt x="206743" y="3944"/>
                      <a:pt x="211411" y="3468"/>
                    </a:cubicBezTo>
                    <a:cubicBezTo>
                      <a:pt x="214744" y="3182"/>
                      <a:pt x="218554" y="2420"/>
                      <a:pt x="221316" y="1468"/>
                    </a:cubicBezTo>
                    <a:cubicBezTo>
                      <a:pt x="221888" y="1372"/>
                      <a:pt x="222364" y="1277"/>
                      <a:pt x="222364" y="1087"/>
                    </a:cubicBezTo>
                    <a:lnTo>
                      <a:pt x="222364" y="1087"/>
                    </a:lnTo>
                    <a:close/>
                    <a:moveTo>
                      <a:pt x="62535" y="83668"/>
                    </a:moveTo>
                    <a:cubicBezTo>
                      <a:pt x="64821" y="82716"/>
                      <a:pt x="68345" y="81287"/>
                      <a:pt x="72060" y="79763"/>
                    </a:cubicBezTo>
                    <a:cubicBezTo>
                      <a:pt x="72536" y="81001"/>
                      <a:pt x="73108" y="83383"/>
                      <a:pt x="70059" y="84049"/>
                    </a:cubicBezTo>
                    <a:cubicBezTo>
                      <a:pt x="68155" y="84526"/>
                      <a:pt x="65106" y="84716"/>
                      <a:pt x="64440" y="85383"/>
                    </a:cubicBezTo>
                    <a:cubicBezTo>
                      <a:pt x="64059" y="85669"/>
                      <a:pt x="64630" y="85954"/>
                      <a:pt x="64916" y="86145"/>
                    </a:cubicBezTo>
                    <a:cubicBezTo>
                      <a:pt x="65678" y="86812"/>
                      <a:pt x="62058" y="88621"/>
                      <a:pt x="57963" y="90526"/>
                    </a:cubicBezTo>
                    <a:cubicBezTo>
                      <a:pt x="57010" y="90526"/>
                      <a:pt x="56058" y="90717"/>
                      <a:pt x="55105" y="90812"/>
                    </a:cubicBezTo>
                    <a:cubicBezTo>
                      <a:pt x="55105" y="90336"/>
                      <a:pt x="55105" y="89860"/>
                      <a:pt x="55105" y="89479"/>
                    </a:cubicBezTo>
                    <a:cubicBezTo>
                      <a:pt x="55105" y="87574"/>
                      <a:pt x="57772" y="85573"/>
                      <a:pt x="62535" y="83668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4" name="Google Shape;1694;p123"/>
              <p:cNvSpPr/>
              <p:nvPr/>
            </p:nvSpPr>
            <p:spPr>
              <a:xfrm>
                <a:off x="3484587" y="1923082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3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02"/>
                    </a:cubicBezTo>
                    <a:cubicBezTo>
                      <a:pt x="35921" y="58954"/>
                      <a:pt x="35921" y="56478"/>
                      <a:pt x="37160" y="54192"/>
                    </a:cubicBezTo>
                    <a:cubicBezTo>
                      <a:pt x="37541" y="53525"/>
                      <a:pt x="38208" y="53049"/>
                      <a:pt x="38779" y="52573"/>
                    </a:cubicBezTo>
                    <a:cubicBezTo>
                      <a:pt x="39350" y="52096"/>
                      <a:pt x="39922" y="51430"/>
                      <a:pt x="39827" y="50668"/>
                    </a:cubicBezTo>
                    <a:cubicBezTo>
                      <a:pt x="39827" y="50001"/>
                      <a:pt x="39160" y="49334"/>
                      <a:pt x="39446" y="48763"/>
                    </a:cubicBezTo>
                    <a:cubicBezTo>
                      <a:pt x="39636" y="48382"/>
                      <a:pt x="40017" y="48096"/>
                      <a:pt x="40303" y="47810"/>
                    </a:cubicBezTo>
                    <a:cubicBezTo>
                      <a:pt x="40684" y="47143"/>
                      <a:pt x="40303" y="46286"/>
                      <a:pt x="40303" y="45524"/>
                    </a:cubicBezTo>
                    <a:cubicBezTo>
                      <a:pt x="39922" y="42381"/>
                      <a:pt x="43732" y="43143"/>
                      <a:pt x="43637" y="40762"/>
                    </a:cubicBezTo>
                    <a:cubicBezTo>
                      <a:pt x="43637" y="39904"/>
                      <a:pt x="43160" y="39142"/>
                      <a:pt x="42684" y="38476"/>
                    </a:cubicBezTo>
                    <a:cubicBezTo>
                      <a:pt x="41636" y="36761"/>
                      <a:pt x="40684" y="34856"/>
                      <a:pt x="40493" y="32856"/>
                    </a:cubicBezTo>
                    <a:cubicBezTo>
                      <a:pt x="40208" y="30760"/>
                      <a:pt x="40779" y="28570"/>
                      <a:pt x="41351" y="26569"/>
                    </a:cubicBezTo>
                    <a:cubicBezTo>
                      <a:pt x="41827" y="24664"/>
                      <a:pt x="42113" y="22664"/>
                      <a:pt x="42208" y="20664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5" name="Google Shape;1695;p123"/>
              <p:cNvSpPr/>
              <p:nvPr/>
            </p:nvSpPr>
            <p:spPr>
              <a:xfrm>
                <a:off x="3541499" y="214968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8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6" name="Google Shape;1696;p123"/>
              <p:cNvSpPr/>
              <p:nvPr/>
            </p:nvSpPr>
            <p:spPr>
              <a:xfrm>
                <a:off x="3484505" y="2373290"/>
                <a:ext cx="142236" cy="768675"/>
              </a:xfrm>
              <a:custGeom>
                <a:avLst/>
                <a:gdLst/>
                <a:ahLst/>
                <a:cxnLst/>
                <a:rect l="l" t="t" r="r" b="b"/>
                <a:pathLst>
                  <a:path w="48711" h="263245" extrusionOk="0">
                    <a:moveTo>
                      <a:pt x="12422" y="3782"/>
                    </a:moveTo>
                    <a:cubicBezTo>
                      <a:pt x="9184" y="11021"/>
                      <a:pt x="6231" y="18450"/>
                      <a:pt x="3469" y="25880"/>
                    </a:cubicBezTo>
                    <a:cubicBezTo>
                      <a:pt x="2230" y="29404"/>
                      <a:pt x="992" y="33024"/>
                      <a:pt x="421" y="36834"/>
                    </a:cubicBezTo>
                    <a:cubicBezTo>
                      <a:pt x="-818" y="45882"/>
                      <a:pt x="802" y="53121"/>
                      <a:pt x="3659" y="61408"/>
                    </a:cubicBezTo>
                    <a:cubicBezTo>
                      <a:pt x="6517" y="69504"/>
                      <a:pt x="5278" y="78172"/>
                      <a:pt x="5088" y="86554"/>
                    </a:cubicBezTo>
                    <a:cubicBezTo>
                      <a:pt x="4897" y="104652"/>
                      <a:pt x="9946" y="121701"/>
                      <a:pt x="5374" y="139227"/>
                    </a:cubicBezTo>
                    <a:cubicBezTo>
                      <a:pt x="2326" y="150943"/>
                      <a:pt x="2421" y="175994"/>
                      <a:pt x="3754" y="193425"/>
                    </a:cubicBezTo>
                    <a:cubicBezTo>
                      <a:pt x="4135" y="199044"/>
                      <a:pt x="5183" y="204569"/>
                      <a:pt x="5850" y="210093"/>
                    </a:cubicBezTo>
                    <a:cubicBezTo>
                      <a:pt x="7279" y="223143"/>
                      <a:pt x="6326" y="236478"/>
                      <a:pt x="2992" y="249146"/>
                    </a:cubicBezTo>
                    <a:cubicBezTo>
                      <a:pt x="1945" y="253337"/>
                      <a:pt x="-2342" y="259814"/>
                      <a:pt x="2135" y="262100"/>
                    </a:cubicBezTo>
                    <a:cubicBezTo>
                      <a:pt x="3945" y="263052"/>
                      <a:pt x="8136" y="262481"/>
                      <a:pt x="10231" y="262576"/>
                    </a:cubicBezTo>
                    <a:cubicBezTo>
                      <a:pt x="22138" y="263338"/>
                      <a:pt x="29472" y="262481"/>
                      <a:pt x="41378" y="263243"/>
                    </a:cubicBezTo>
                    <a:cubicBezTo>
                      <a:pt x="43188" y="263338"/>
                      <a:pt x="46807" y="260481"/>
                      <a:pt x="48617" y="260100"/>
                    </a:cubicBezTo>
                    <a:cubicBezTo>
                      <a:pt x="49284" y="258671"/>
                      <a:pt x="46236" y="258290"/>
                      <a:pt x="44807" y="257623"/>
                    </a:cubicBezTo>
                    <a:cubicBezTo>
                      <a:pt x="38425" y="254480"/>
                      <a:pt x="35854" y="254956"/>
                      <a:pt x="29567" y="251622"/>
                    </a:cubicBezTo>
                    <a:cubicBezTo>
                      <a:pt x="21185" y="247146"/>
                      <a:pt x="19471" y="241050"/>
                      <a:pt x="19185" y="231810"/>
                    </a:cubicBezTo>
                    <a:cubicBezTo>
                      <a:pt x="18232" y="201140"/>
                      <a:pt x="27281" y="172660"/>
                      <a:pt x="26614" y="141894"/>
                    </a:cubicBezTo>
                    <a:cubicBezTo>
                      <a:pt x="26519" y="135894"/>
                      <a:pt x="38425" y="104747"/>
                      <a:pt x="39854" y="89031"/>
                    </a:cubicBezTo>
                    <a:cubicBezTo>
                      <a:pt x="41569" y="71124"/>
                      <a:pt x="41283" y="64551"/>
                      <a:pt x="42902" y="57503"/>
                    </a:cubicBezTo>
                    <a:cubicBezTo>
                      <a:pt x="44712" y="49597"/>
                      <a:pt x="46426" y="40263"/>
                      <a:pt x="46807" y="32166"/>
                    </a:cubicBezTo>
                    <a:cubicBezTo>
                      <a:pt x="47093" y="23689"/>
                      <a:pt x="45474" y="14640"/>
                      <a:pt x="39854" y="8354"/>
                    </a:cubicBezTo>
                    <a:cubicBezTo>
                      <a:pt x="34139" y="2067"/>
                      <a:pt x="15851" y="-4124"/>
                      <a:pt x="12327" y="3591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7" name="Google Shape;1697;p123"/>
              <p:cNvSpPr/>
              <p:nvPr/>
            </p:nvSpPr>
            <p:spPr>
              <a:xfrm>
                <a:off x="3463351" y="2428996"/>
                <a:ext cx="163342" cy="307400"/>
              </a:xfrm>
              <a:custGeom>
                <a:avLst/>
                <a:gdLst/>
                <a:ahLst/>
                <a:cxnLst/>
                <a:rect l="l" t="t" r="r" b="b"/>
                <a:pathLst>
                  <a:path w="55939" h="105274" extrusionOk="0">
                    <a:moveTo>
                      <a:pt x="5954" y="68422"/>
                    </a:moveTo>
                    <a:cubicBezTo>
                      <a:pt x="5668" y="80614"/>
                      <a:pt x="5192" y="92902"/>
                      <a:pt x="4715" y="105094"/>
                    </a:cubicBezTo>
                    <a:cubicBezTo>
                      <a:pt x="17479" y="105760"/>
                      <a:pt x="30147" y="104522"/>
                      <a:pt x="42625" y="102427"/>
                    </a:cubicBezTo>
                    <a:cubicBezTo>
                      <a:pt x="48911" y="79471"/>
                      <a:pt x="52817" y="55945"/>
                      <a:pt x="55103" y="32227"/>
                    </a:cubicBezTo>
                    <a:cubicBezTo>
                      <a:pt x="56150" y="21464"/>
                      <a:pt x="56817" y="10415"/>
                      <a:pt x="53293" y="223"/>
                    </a:cubicBezTo>
                    <a:cubicBezTo>
                      <a:pt x="35862" y="-920"/>
                      <a:pt x="19574" y="2509"/>
                      <a:pt x="2525" y="6319"/>
                    </a:cubicBezTo>
                    <a:cubicBezTo>
                      <a:pt x="-1381" y="18988"/>
                      <a:pt x="-904" y="32227"/>
                      <a:pt x="5001" y="44134"/>
                    </a:cubicBezTo>
                    <a:cubicBezTo>
                      <a:pt x="9287" y="52611"/>
                      <a:pt x="6144" y="58993"/>
                      <a:pt x="5858" y="6842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8" name="Google Shape;1698;p123"/>
              <p:cNvSpPr/>
              <p:nvPr/>
            </p:nvSpPr>
            <p:spPr>
              <a:xfrm>
                <a:off x="3475111" y="2087151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9" name="Google Shape;1699;p123"/>
              <p:cNvSpPr/>
              <p:nvPr/>
            </p:nvSpPr>
            <p:spPr>
              <a:xfrm>
                <a:off x="3492561" y="2096839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8"/>
                    </a:cubicBezTo>
                    <a:cubicBezTo>
                      <a:pt x="-53" y="6477"/>
                      <a:pt x="42" y="6191"/>
                      <a:pt x="42" y="5906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0" name="Google Shape;1700;p123"/>
              <p:cNvSpPr/>
              <p:nvPr/>
            </p:nvSpPr>
            <p:spPr>
              <a:xfrm>
                <a:off x="3474566" y="3070064"/>
                <a:ext cx="153852" cy="75409"/>
              </a:xfrm>
              <a:custGeom>
                <a:avLst/>
                <a:gdLst/>
                <a:ahLst/>
                <a:cxnLst/>
                <a:rect l="l" t="t" r="r" b="b"/>
                <a:pathLst>
                  <a:path w="52689" h="25825" extrusionOk="0">
                    <a:moveTo>
                      <a:pt x="16" y="25684"/>
                    </a:moveTo>
                    <a:cubicBezTo>
                      <a:pt x="8494" y="26351"/>
                      <a:pt x="52690" y="24446"/>
                      <a:pt x="52690" y="24446"/>
                    </a:cubicBezTo>
                    <a:cubicBezTo>
                      <a:pt x="52690" y="19493"/>
                      <a:pt x="48403" y="15587"/>
                      <a:pt x="44212" y="14159"/>
                    </a:cubicBezTo>
                    <a:cubicBezTo>
                      <a:pt x="40117" y="12730"/>
                      <a:pt x="35640" y="12920"/>
                      <a:pt x="31544" y="11206"/>
                    </a:cubicBezTo>
                    <a:cubicBezTo>
                      <a:pt x="27067" y="9396"/>
                      <a:pt x="26496" y="7872"/>
                      <a:pt x="24210" y="2919"/>
                    </a:cubicBezTo>
                    <a:cubicBezTo>
                      <a:pt x="23734" y="1776"/>
                      <a:pt x="23162" y="443"/>
                      <a:pt x="22114" y="62"/>
                    </a:cubicBezTo>
                    <a:cubicBezTo>
                      <a:pt x="21448" y="-129"/>
                      <a:pt x="20686" y="157"/>
                      <a:pt x="20019" y="443"/>
                    </a:cubicBezTo>
                    <a:cubicBezTo>
                      <a:pt x="15256" y="2538"/>
                      <a:pt x="7160" y="538"/>
                      <a:pt x="3255" y="3967"/>
                    </a:cubicBezTo>
                    <a:cubicBezTo>
                      <a:pt x="3255" y="3967"/>
                      <a:pt x="-269" y="19874"/>
                      <a:pt x="16" y="255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1" name="Google Shape;1701;p123"/>
              <p:cNvSpPr/>
              <p:nvPr/>
            </p:nvSpPr>
            <p:spPr>
              <a:xfrm>
                <a:off x="3440693" y="2108238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39"/>
                      <a:pt x="1524" y="128873"/>
                      <a:pt x="0" y="132398"/>
                    </a:cubicBezTo>
                    <a:cubicBezTo>
                      <a:pt x="11144" y="131921"/>
                      <a:pt x="21145" y="138875"/>
                      <a:pt x="31814" y="142304"/>
                    </a:cubicBezTo>
                    <a:cubicBezTo>
                      <a:pt x="44005" y="146304"/>
                      <a:pt x="57721" y="145542"/>
                      <a:pt x="69437" y="140399"/>
                    </a:cubicBezTo>
                    <a:cubicBezTo>
                      <a:pt x="68008" y="133255"/>
                      <a:pt x="65818" y="126016"/>
                      <a:pt x="66008" y="118682"/>
                    </a:cubicBezTo>
                    <a:cubicBezTo>
                      <a:pt x="66103" y="115253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5" y="7810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80"/>
                    </a:cubicBezTo>
                    <a:cubicBezTo>
                      <a:pt x="7906" y="36576"/>
                      <a:pt x="9525" y="46672"/>
                      <a:pt x="11620" y="56483"/>
                    </a:cubicBezTo>
                    <a:cubicBezTo>
                      <a:pt x="12668" y="61532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8"/>
                    </a:cubicBezTo>
                    <a:cubicBezTo>
                      <a:pt x="15430" y="88678"/>
                      <a:pt x="18193" y="89345"/>
                      <a:pt x="19526" y="90773"/>
                    </a:cubicBezTo>
                    <a:cubicBezTo>
                      <a:pt x="22003" y="93440"/>
                      <a:pt x="16383" y="103251"/>
                      <a:pt x="15049" y="105918"/>
                    </a:cubicBezTo>
                    <a:cubicBezTo>
                      <a:pt x="12097" y="111633"/>
                      <a:pt x="8572" y="116967"/>
                      <a:pt x="5429" y="12239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2" name="Google Shape;1702;p123"/>
              <p:cNvSpPr/>
              <p:nvPr/>
            </p:nvSpPr>
            <p:spPr>
              <a:xfrm>
                <a:off x="3415391" y="2137404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1" y="133169"/>
                    </a:cubicBezTo>
                    <a:cubicBezTo>
                      <a:pt x="40386" y="130597"/>
                      <a:pt x="38672" y="128121"/>
                      <a:pt x="36766" y="125549"/>
                    </a:cubicBezTo>
                    <a:cubicBezTo>
                      <a:pt x="35433" y="123835"/>
                      <a:pt x="32671" y="120977"/>
                      <a:pt x="32576" y="118786"/>
                    </a:cubicBezTo>
                    <a:cubicBezTo>
                      <a:pt x="32576" y="118786"/>
                      <a:pt x="23717" y="91164"/>
                      <a:pt x="20002" y="81639"/>
                    </a:cubicBezTo>
                    <a:cubicBezTo>
                      <a:pt x="17716" y="75733"/>
                      <a:pt x="17812" y="69256"/>
                      <a:pt x="20193" y="63446"/>
                    </a:cubicBezTo>
                    <a:cubicBezTo>
                      <a:pt x="26384" y="48301"/>
                      <a:pt x="38195" y="18393"/>
                      <a:pt x="38386" y="10392"/>
                    </a:cubicBezTo>
                    <a:cubicBezTo>
                      <a:pt x="38672" y="-181"/>
                      <a:pt x="24289" y="-4086"/>
                      <a:pt x="19431" y="5344"/>
                    </a:cubicBezTo>
                    <a:cubicBezTo>
                      <a:pt x="19431" y="5534"/>
                      <a:pt x="19240" y="5629"/>
                      <a:pt x="19240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7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7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7" y="139265"/>
                      <a:pt x="30289" y="140122"/>
                    </a:cubicBezTo>
                    <a:cubicBezTo>
                      <a:pt x="32290" y="142313"/>
                      <a:pt x="30289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3" name="Google Shape;1703;p123"/>
              <p:cNvSpPr/>
              <p:nvPr/>
            </p:nvSpPr>
            <p:spPr>
              <a:xfrm>
                <a:off x="3426235" y="2133417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2" y="45857"/>
                      <a:pt x="30766" y="37952"/>
                    </a:cubicBezTo>
                    <a:cubicBezTo>
                      <a:pt x="34195" y="29474"/>
                      <a:pt x="37529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20"/>
                      <a:pt x="11049" y="11758"/>
                      <a:pt x="10001" y="14996"/>
                    </a:cubicBezTo>
                    <a:cubicBezTo>
                      <a:pt x="6191" y="25950"/>
                      <a:pt x="2953" y="37095"/>
                      <a:pt x="0" y="48334"/>
                    </a:cubicBezTo>
                    <a:cubicBezTo>
                      <a:pt x="4096" y="52430"/>
                      <a:pt x="8572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4" name="Google Shape;1704;p123"/>
              <p:cNvSpPr/>
              <p:nvPr/>
            </p:nvSpPr>
            <p:spPr>
              <a:xfrm>
                <a:off x="3459313" y="1904703"/>
                <a:ext cx="157604" cy="165237"/>
              </a:xfrm>
              <a:custGeom>
                <a:avLst/>
                <a:gdLst/>
                <a:ahLst/>
                <a:cxnLst/>
                <a:rect l="l" t="t" r="r" b="b"/>
                <a:pathLst>
                  <a:path w="53974" h="56588" extrusionOk="0">
                    <a:moveTo>
                      <a:pt x="14827" y="56589"/>
                    </a:moveTo>
                    <a:cubicBezTo>
                      <a:pt x="15303" y="52779"/>
                      <a:pt x="15684" y="48683"/>
                      <a:pt x="13874" y="45349"/>
                    </a:cubicBezTo>
                    <a:cubicBezTo>
                      <a:pt x="12541" y="42968"/>
                      <a:pt x="10350" y="41349"/>
                      <a:pt x="8350" y="39444"/>
                    </a:cubicBezTo>
                    <a:cubicBezTo>
                      <a:pt x="5873" y="37063"/>
                      <a:pt x="3778" y="34300"/>
                      <a:pt x="2158" y="31252"/>
                    </a:cubicBezTo>
                    <a:cubicBezTo>
                      <a:pt x="635" y="28300"/>
                      <a:pt x="-413" y="24966"/>
                      <a:pt x="158" y="21727"/>
                    </a:cubicBezTo>
                    <a:cubicBezTo>
                      <a:pt x="730" y="18489"/>
                      <a:pt x="3492" y="15441"/>
                      <a:pt x="6826" y="15441"/>
                    </a:cubicBezTo>
                    <a:cubicBezTo>
                      <a:pt x="4921" y="10678"/>
                      <a:pt x="8159" y="6011"/>
                      <a:pt x="12445" y="3344"/>
                    </a:cubicBezTo>
                    <a:cubicBezTo>
                      <a:pt x="16732" y="677"/>
                      <a:pt x="22066" y="201"/>
                      <a:pt x="27209" y="10"/>
                    </a:cubicBezTo>
                    <a:cubicBezTo>
                      <a:pt x="35115" y="-180"/>
                      <a:pt x="45974" y="2201"/>
                      <a:pt x="49974" y="10107"/>
                    </a:cubicBezTo>
                    <a:cubicBezTo>
                      <a:pt x="51117" y="12393"/>
                      <a:pt x="51784" y="15155"/>
                      <a:pt x="53974" y="16489"/>
                    </a:cubicBezTo>
                    <a:cubicBezTo>
                      <a:pt x="50164" y="22680"/>
                      <a:pt x="44259" y="25537"/>
                      <a:pt x="37591" y="27442"/>
                    </a:cubicBezTo>
                    <a:cubicBezTo>
                      <a:pt x="34924" y="28204"/>
                      <a:pt x="31019" y="26776"/>
                      <a:pt x="29114" y="29062"/>
                    </a:cubicBezTo>
                    <a:cubicBezTo>
                      <a:pt x="28162" y="30300"/>
                      <a:pt x="29400" y="38396"/>
                      <a:pt x="29114" y="38491"/>
                    </a:cubicBezTo>
                    <a:cubicBezTo>
                      <a:pt x="27209" y="38777"/>
                      <a:pt x="25304" y="39158"/>
                      <a:pt x="23399" y="39444"/>
                    </a:cubicBezTo>
                    <a:cubicBezTo>
                      <a:pt x="24733" y="37634"/>
                      <a:pt x="23018" y="34586"/>
                      <a:pt x="20732" y="34586"/>
                    </a:cubicBezTo>
                    <a:cubicBezTo>
                      <a:pt x="18446" y="34586"/>
                      <a:pt x="16541" y="36872"/>
                      <a:pt x="16541" y="39158"/>
                    </a:cubicBezTo>
                    <a:cubicBezTo>
                      <a:pt x="16541" y="41444"/>
                      <a:pt x="18160" y="43540"/>
                      <a:pt x="20161" y="44683"/>
                    </a:cubicBezTo>
                    <a:cubicBezTo>
                      <a:pt x="22161" y="45826"/>
                      <a:pt x="24447" y="46207"/>
                      <a:pt x="26733" y="46397"/>
                    </a:cubicBezTo>
                    <a:cubicBezTo>
                      <a:pt x="23590" y="50302"/>
                      <a:pt x="19018" y="53827"/>
                      <a:pt x="14922" y="565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05" name="Google Shape;1705;p123"/>
            <p:cNvGrpSpPr/>
            <p:nvPr/>
          </p:nvGrpSpPr>
          <p:grpSpPr>
            <a:xfrm>
              <a:off x="6996842" y="3666754"/>
              <a:ext cx="817953" cy="1652628"/>
              <a:chOff x="5450167" y="2975604"/>
              <a:chExt cx="817953" cy="1652628"/>
            </a:xfrm>
          </p:grpSpPr>
          <p:sp>
            <p:nvSpPr>
              <p:cNvPr id="1706" name="Google Shape;1706;p123"/>
              <p:cNvSpPr/>
              <p:nvPr/>
            </p:nvSpPr>
            <p:spPr>
              <a:xfrm>
                <a:off x="5450167" y="4233568"/>
                <a:ext cx="788505" cy="394664"/>
              </a:xfrm>
              <a:custGeom>
                <a:avLst/>
                <a:gdLst/>
                <a:ahLst/>
                <a:cxnLst/>
                <a:rect l="l" t="t" r="r" b="b"/>
                <a:pathLst>
                  <a:path w="270036" h="135159" extrusionOk="0">
                    <a:moveTo>
                      <a:pt x="243081" y="6858"/>
                    </a:moveTo>
                    <a:cubicBezTo>
                      <a:pt x="247748" y="6667"/>
                      <a:pt x="251463" y="7048"/>
                      <a:pt x="256035" y="6858"/>
                    </a:cubicBezTo>
                    <a:cubicBezTo>
                      <a:pt x="259273" y="6858"/>
                      <a:pt x="263178" y="6287"/>
                      <a:pt x="266417" y="5429"/>
                    </a:cubicBezTo>
                    <a:cubicBezTo>
                      <a:pt x="266989" y="5429"/>
                      <a:pt x="267560" y="5239"/>
                      <a:pt x="267655" y="5144"/>
                    </a:cubicBezTo>
                    <a:cubicBezTo>
                      <a:pt x="267655" y="5144"/>
                      <a:pt x="267655" y="5144"/>
                      <a:pt x="267655" y="5144"/>
                    </a:cubicBezTo>
                    <a:cubicBezTo>
                      <a:pt x="268513" y="4858"/>
                      <a:pt x="269370" y="4667"/>
                      <a:pt x="270037" y="4286"/>
                    </a:cubicBezTo>
                    <a:cubicBezTo>
                      <a:pt x="270037" y="4286"/>
                      <a:pt x="267370" y="4000"/>
                      <a:pt x="263464" y="3619"/>
                    </a:cubicBezTo>
                    <a:lnTo>
                      <a:pt x="263464" y="3619"/>
                    </a:lnTo>
                    <a:cubicBezTo>
                      <a:pt x="252320" y="2477"/>
                      <a:pt x="230508" y="286"/>
                      <a:pt x="224793" y="0"/>
                    </a:cubicBezTo>
                    <a:cubicBezTo>
                      <a:pt x="221935" y="1333"/>
                      <a:pt x="217268" y="4477"/>
                      <a:pt x="215077" y="6096"/>
                    </a:cubicBezTo>
                    <a:cubicBezTo>
                      <a:pt x="213172" y="6096"/>
                      <a:pt x="211267" y="6096"/>
                      <a:pt x="209076" y="6096"/>
                    </a:cubicBezTo>
                    <a:cubicBezTo>
                      <a:pt x="203552" y="7715"/>
                      <a:pt x="200599" y="9430"/>
                      <a:pt x="197266" y="11335"/>
                    </a:cubicBezTo>
                    <a:cubicBezTo>
                      <a:pt x="187550" y="16859"/>
                      <a:pt x="177073" y="22289"/>
                      <a:pt x="166595" y="27718"/>
                    </a:cubicBezTo>
                    <a:cubicBezTo>
                      <a:pt x="158213" y="32099"/>
                      <a:pt x="149831" y="36385"/>
                      <a:pt x="141449" y="40767"/>
                    </a:cubicBezTo>
                    <a:cubicBezTo>
                      <a:pt x="141640" y="40291"/>
                      <a:pt x="141735" y="39815"/>
                      <a:pt x="141925" y="39338"/>
                    </a:cubicBezTo>
                    <a:cubicBezTo>
                      <a:pt x="145069" y="29527"/>
                      <a:pt x="151641" y="19336"/>
                      <a:pt x="163071" y="9049"/>
                    </a:cubicBezTo>
                    <a:cubicBezTo>
                      <a:pt x="163833" y="8382"/>
                      <a:pt x="164595" y="7620"/>
                      <a:pt x="163833" y="7144"/>
                    </a:cubicBezTo>
                    <a:cubicBezTo>
                      <a:pt x="163356" y="6858"/>
                      <a:pt x="162499" y="6763"/>
                      <a:pt x="161547" y="6572"/>
                    </a:cubicBezTo>
                    <a:cubicBezTo>
                      <a:pt x="162880" y="6191"/>
                      <a:pt x="164309" y="5906"/>
                      <a:pt x="166785" y="5525"/>
                    </a:cubicBezTo>
                    <a:cubicBezTo>
                      <a:pt x="171548" y="4763"/>
                      <a:pt x="176120" y="4667"/>
                      <a:pt x="180787" y="4000"/>
                    </a:cubicBezTo>
                    <a:cubicBezTo>
                      <a:pt x="185550" y="3334"/>
                      <a:pt x="190979" y="1905"/>
                      <a:pt x="192313" y="381"/>
                    </a:cubicBezTo>
                    <a:lnTo>
                      <a:pt x="166785" y="381"/>
                    </a:lnTo>
                    <a:cubicBezTo>
                      <a:pt x="157832" y="857"/>
                      <a:pt x="146211" y="2000"/>
                      <a:pt x="137163" y="2667"/>
                    </a:cubicBezTo>
                    <a:cubicBezTo>
                      <a:pt x="136210" y="3715"/>
                      <a:pt x="135734" y="5620"/>
                      <a:pt x="135448" y="7144"/>
                    </a:cubicBezTo>
                    <a:cubicBezTo>
                      <a:pt x="134400" y="7144"/>
                      <a:pt x="133448" y="7144"/>
                      <a:pt x="132400" y="7334"/>
                    </a:cubicBezTo>
                    <a:cubicBezTo>
                      <a:pt x="132019" y="7715"/>
                      <a:pt x="131733" y="8096"/>
                      <a:pt x="131352" y="8477"/>
                    </a:cubicBezTo>
                    <a:cubicBezTo>
                      <a:pt x="127066" y="13240"/>
                      <a:pt x="123256" y="17907"/>
                      <a:pt x="119542" y="22574"/>
                    </a:cubicBezTo>
                    <a:cubicBezTo>
                      <a:pt x="119446" y="22765"/>
                      <a:pt x="119256" y="22955"/>
                      <a:pt x="119065" y="23146"/>
                    </a:cubicBezTo>
                    <a:cubicBezTo>
                      <a:pt x="117160" y="25527"/>
                      <a:pt x="115255" y="28004"/>
                      <a:pt x="113350" y="30385"/>
                    </a:cubicBezTo>
                    <a:cubicBezTo>
                      <a:pt x="110874" y="33433"/>
                      <a:pt x="108493" y="36576"/>
                      <a:pt x="106016" y="39624"/>
                    </a:cubicBezTo>
                    <a:cubicBezTo>
                      <a:pt x="104778" y="41148"/>
                      <a:pt x="103539" y="42672"/>
                      <a:pt x="102397" y="44196"/>
                    </a:cubicBezTo>
                    <a:cubicBezTo>
                      <a:pt x="100587" y="46482"/>
                      <a:pt x="98777" y="48768"/>
                      <a:pt x="96967" y="51054"/>
                    </a:cubicBezTo>
                    <a:cubicBezTo>
                      <a:pt x="95157" y="53340"/>
                      <a:pt x="93252" y="55626"/>
                      <a:pt x="91252" y="57912"/>
                    </a:cubicBezTo>
                    <a:cubicBezTo>
                      <a:pt x="90967" y="58293"/>
                      <a:pt x="90681" y="58674"/>
                      <a:pt x="90490" y="58960"/>
                    </a:cubicBezTo>
                    <a:cubicBezTo>
                      <a:pt x="90014" y="59627"/>
                      <a:pt x="89728" y="60293"/>
                      <a:pt x="89443" y="60865"/>
                    </a:cubicBezTo>
                    <a:cubicBezTo>
                      <a:pt x="89157" y="61436"/>
                      <a:pt x="88776" y="62103"/>
                      <a:pt x="88109" y="62675"/>
                    </a:cubicBezTo>
                    <a:cubicBezTo>
                      <a:pt x="87252" y="63627"/>
                      <a:pt x="85823" y="64484"/>
                      <a:pt x="83156" y="65627"/>
                    </a:cubicBezTo>
                    <a:cubicBezTo>
                      <a:pt x="81918" y="66104"/>
                      <a:pt x="80775" y="66580"/>
                      <a:pt x="79822" y="67151"/>
                    </a:cubicBezTo>
                    <a:cubicBezTo>
                      <a:pt x="77727" y="68199"/>
                      <a:pt x="76012" y="69152"/>
                      <a:pt x="74583" y="70199"/>
                    </a:cubicBezTo>
                    <a:cubicBezTo>
                      <a:pt x="73822" y="70771"/>
                      <a:pt x="73155" y="71342"/>
                      <a:pt x="72488" y="71914"/>
                    </a:cubicBezTo>
                    <a:cubicBezTo>
                      <a:pt x="70583" y="71914"/>
                      <a:pt x="68678" y="72104"/>
                      <a:pt x="66868" y="72104"/>
                    </a:cubicBezTo>
                    <a:cubicBezTo>
                      <a:pt x="66868" y="73152"/>
                      <a:pt x="67345" y="74200"/>
                      <a:pt x="67821" y="75248"/>
                    </a:cubicBezTo>
                    <a:cubicBezTo>
                      <a:pt x="62677" y="77152"/>
                      <a:pt x="57057" y="78867"/>
                      <a:pt x="51343" y="80963"/>
                    </a:cubicBezTo>
                    <a:cubicBezTo>
                      <a:pt x="45913" y="82867"/>
                      <a:pt x="39150" y="85249"/>
                      <a:pt x="36102" y="87440"/>
                    </a:cubicBezTo>
                    <a:cubicBezTo>
                      <a:pt x="34959" y="88202"/>
                      <a:pt x="34483" y="89059"/>
                      <a:pt x="33912" y="89821"/>
                    </a:cubicBezTo>
                    <a:cubicBezTo>
                      <a:pt x="30197" y="95536"/>
                      <a:pt x="27721" y="101251"/>
                      <a:pt x="26387" y="106775"/>
                    </a:cubicBezTo>
                    <a:cubicBezTo>
                      <a:pt x="26101" y="107823"/>
                      <a:pt x="25911" y="108871"/>
                      <a:pt x="26673" y="109728"/>
                    </a:cubicBezTo>
                    <a:cubicBezTo>
                      <a:pt x="26768" y="109823"/>
                      <a:pt x="26958" y="110014"/>
                      <a:pt x="27054" y="110109"/>
                    </a:cubicBezTo>
                    <a:cubicBezTo>
                      <a:pt x="27244" y="110204"/>
                      <a:pt x="27625" y="110300"/>
                      <a:pt x="27816" y="110490"/>
                    </a:cubicBezTo>
                    <a:cubicBezTo>
                      <a:pt x="26958" y="111823"/>
                      <a:pt x="26292" y="113062"/>
                      <a:pt x="25815" y="114300"/>
                    </a:cubicBezTo>
                    <a:cubicBezTo>
                      <a:pt x="27149" y="114300"/>
                      <a:pt x="25815" y="114300"/>
                      <a:pt x="27244" y="114300"/>
                    </a:cubicBezTo>
                    <a:cubicBezTo>
                      <a:pt x="28006" y="114300"/>
                      <a:pt x="28863" y="114205"/>
                      <a:pt x="29625" y="114110"/>
                    </a:cubicBezTo>
                    <a:cubicBezTo>
                      <a:pt x="29245" y="114586"/>
                      <a:pt x="28768" y="115062"/>
                      <a:pt x="28006" y="115538"/>
                    </a:cubicBezTo>
                    <a:cubicBezTo>
                      <a:pt x="28578" y="115538"/>
                      <a:pt x="29435" y="115538"/>
                      <a:pt x="30292" y="115443"/>
                    </a:cubicBezTo>
                    <a:cubicBezTo>
                      <a:pt x="29625" y="116396"/>
                      <a:pt x="28959" y="117348"/>
                      <a:pt x="28387" y="118205"/>
                    </a:cubicBezTo>
                    <a:cubicBezTo>
                      <a:pt x="27435" y="119063"/>
                      <a:pt x="26101" y="120015"/>
                      <a:pt x="23720" y="120777"/>
                    </a:cubicBezTo>
                    <a:cubicBezTo>
                      <a:pt x="21434" y="121539"/>
                      <a:pt x="18481" y="122015"/>
                      <a:pt x="15814" y="122682"/>
                    </a:cubicBezTo>
                    <a:cubicBezTo>
                      <a:pt x="12290" y="123444"/>
                      <a:pt x="9051" y="124301"/>
                      <a:pt x="6194" y="125254"/>
                    </a:cubicBezTo>
                    <a:cubicBezTo>
                      <a:pt x="3432" y="126206"/>
                      <a:pt x="955" y="127254"/>
                      <a:pt x="193" y="128302"/>
                    </a:cubicBezTo>
                    <a:cubicBezTo>
                      <a:pt x="-569" y="129350"/>
                      <a:pt x="955" y="130302"/>
                      <a:pt x="4194" y="130302"/>
                    </a:cubicBezTo>
                    <a:cubicBezTo>
                      <a:pt x="288" y="131826"/>
                      <a:pt x="1622" y="133350"/>
                      <a:pt x="4765" y="134112"/>
                    </a:cubicBezTo>
                    <a:cubicBezTo>
                      <a:pt x="8004" y="134969"/>
                      <a:pt x="13147" y="135160"/>
                      <a:pt x="18196" y="135160"/>
                    </a:cubicBezTo>
                    <a:cubicBezTo>
                      <a:pt x="26006" y="135160"/>
                      <a:pt x="37912" y="134493"/>
                      <a:pt x="45151" y="131921"/>
                    </a:cubicBezTo>
                    <a:cubicBezTo>
                      <a:pt x="47247" y="131159"/>
                      <a:pt x="49056" y="130302"/>
                      <a:pt x="51819" y="129921"/>
                    </a:cubicBezTo>
                    <a:cubicBezTo>
                      <a:pt x="51438" y="129350"/>
                      <a:pt x="50771" y="128873"/>
                      <a:pt x="50009" y="128492"/>
                    </a:cubicBezTo>
                    <a:cubicBezTo>
                      <a:pt x="50295" y="128302"/>
                      <a:pt x="50676" y="128016"/>
                      <a:pt x="50961" y="127825"/>
                    </a:cubicBezTo>
                    <a:cubicBezTo>
                      <a:pt x="51724" y="127159"/>
                      <a:pt x="52200" y="126587"/>
                      <a:pt x="52485" y="125921"/>
                    </a:cubicBezTo>
                    <a:cubicBezTo>
                      <a:pt x="52867" y="125254"/>
                      <a:pt x="53152" y="124587"/>
                      <a:pt x="54295" y="123920"/>
                    </a:cubicBezTo>
                    <a:cubicBezTo>
                      <a:pt x="55343" y="123254"/>
                      <a:pt x="57153" y="122682"/>
                      <a:pt x="58867" y="122111"/>
                    </a:cubicBezTo>
                    <a:cubicBezTo>
                      <a:pt x="59629" y="121920"/>
                      <a:pt x="60391" y="121634"/>
                      <a:pt x="60772" y="121348"/>
                    </a:cubicBezTo>
                    <a:cubicBezTo>
                      <a:pt x="61820" y="120587"/>
                      <a:pt x="57724" y="120777"/>
                      <a:pt x="59439" y="119825"/>
                    </a:cubicBezTo>
                    <a:cubicBezTo>
                      <a:pt x="59820" y="119539"/>
                      <a:pt x="60677" y="119348"/>
                      <a:pt x="60486" y="119063"/>
                    </a:cubicBezTo>
                    <a:cubicBezTo>
                      <a:pt x="60486" y="118967"/>
                      <a:pt x="60010" y="118872"/>
                      <a:pt x="60010" y="118777"/>
                    </a:cubicBezTo>
                    <a:cubicBezTo>
                      <a:pt x="60010" y="118586"/>
                      <a:pt x="60868" y="118396"/>
                      <a:pt x="61153" y="118205"/>
                    </a:cubicBezTo>
                    <a:cubicBezTo>
                      <a:pt x="61534" y="117919"/>
                      <a:pt x="61249" y="117729"/>
                      <a:pt x="60868" y="117634"/>
                    </a:cubicBezTo>
                    <a:cubicBezTo>
                      <a:pt x="60486" y="117443"/>
                      <a:pt x="60010" y="117348"/>
                      <a:pt x="59915" y="117158"/>
                    </a:cubicBezTo>
                    <a:cubicBezTo>
                      <a:pt x="59724" y="116396"/>
                      <a:pt x="60582" y="115633"/>
                      <a:pt x="56676" y="115919"/>
                    </a:cubicBezTo>
                    <a:cubicBezTo>
                      <a:pt x="54772" y="116015"/>
                      <a:pt x="52485" y="116205"/>
                      <a:pt x="49914" y="116491"/>
                    </a:cubicBezTo>
                    <a:lnTo>
                      <a:pt x="52390" y="114110"/>
                    </a:lnTo>
                    <a:cubicBezTo>
                      <a:pt x="54295" y="114014"/>
                      <a:pt x="55533" y="113919"/>
                      <a:pt x="55533" y="113824"/>
                    </a:cubicBezTo>
                    <a:cubicBezTo>
                      <a:pt x="56105" y="113443"/>
                      <a:pt x="56200" y="113062"/>
                      <a:pt x="56391" y="112586"/>
                    </a:cubicBezTo>
                    <a:cubicBezTo>
                      <a:pt x="56581" y="112776"/>
                      <a:pt x="57915" y="112586"/>
                      <a:pt x="59439" y="112109"/>
                    </a:cubicBezTo>
                    <a:cubicBezTo>
                      <a:pt x="60296" y="112109"/>
                      <a:pt x="61153" y="111919"/>
                      <a:pt x="62392" y="111728"/>
                    </a:cubicBezTo>
                    <a:cubicBezTo>
                      <a:pt x="70297" y="110776"/>
                      <a:pt x="76774" y="108490"/>
                      <a:pt x="82108" y="106013"/>
                    </a:cubicBezTo>
                    <a:cubicBezTo>
                      <a:pt x="87633" y="103918"/>
                      <a:pt x="91824" y="101537"/>
                      <a:pt x="95443" y="99346"/>
                    </a:cubicBezTo>
                    <a:cubicBezTo>
                      <a:pt x="100777" y="96107"/>
                      <a:pt x="105921" y="92869"/>
                      <a:pt x="111159" y="89630"/>
                    </a:cubicBezTo>
                    <a:cubicBezTo>
                      <a:pt x="112302" y="88868"/>
                      <a:pt x="113541" y="88202"/>
                      <a:pt x="115350" y="87440"/>
                    </a:cubicBezTo>
                    <a:cubicBezTo>
                      <a:pt x="118494" y="86201"/>
                      <a:pt x="122971" y="85344"/>
                      <a:pt x="127257" y="84582"/>
                    </a:cubicBezTo>
                    <a:cubicBezTo>
                      <a:pt x="130209" y="84011"/>
                      <a:pt x="164880" y="77438"/>
                      <a:pt x="164976" y="77438"/>
                    </a:cubicBezTo>
                    <a:cubicBezTo>
                      <a:pt x="164309" y="76867"/>
                      <a:pt x="163738" y="76200"/>
                      <a:pt x="163166" y="75629"/>
                    </a:cubicBezTo>
                    <a:cubicBezTo>
                      <a:pt x="163166" y="75629"/>
                      <a:pt x="163356" y="75629"/>
                      <a:pt x="163356" y="75629"/>
                    </a:cubicBezTo>
                    <a:cubicBezTo>
                      <a:pt x="165261" y="75057"/>
                      <a:pt x="169548" y="74676"/>
                      <a:pt x="171929" y="74390"/>
                    </a:cubicBezTo>
                    <a:cubicBezTo>
                      <a:pt x="175358" y="74009"/>
                      <a:pt x="178597" y="73533"/>
                      <a:pt x="181930" y="73057"/>
                    </a:cubicBezTo>
                    <a:cubicBezTo>
                      <a:pt x="184121" y="72771"/>
                      <a:pt x="186217" y="72295"/>
                      <a:pt x="188026" y="71914"/>
                    </a:cubicBezTo>
                    <a:cubicBezTo>
                      <a:pt x="190693" y="71247"/>
                      <a:pt x="192598" y="70390"/>
                      <a:pt x="193170" y="69533"/>
                    </a:cubicBezTo>
                    <a:lnTo>
                      <a:pt x="193360" y="69247"/>
                    </a:lnTo>
                    <a:cubicBezTo>
                      <a:pt x="193360" y="68485"/>
                      <a:pt x="188312" y="68008"/>
                      <a:pt x="188883" y="67532"/>
                    </a:cubicBezTo>
                    <a:cubicBezTo>
                      <a:pt x="190312" y="66485"/>
                      <a:pt x="188312" y="66294"/>
                      <a:pt x="185645" y="67246"/>
                    </a:cubicBezTo>
                    <a:cubicBezTo>
                      <a:pt x="183454" y="68104"/>
                      <a:pt x="182788" y="69056"/>
                      <a:pt x="179644" y="69342"/>
                    </a:cubicBezTo>
                    <a:cubicBezTo>
                      <a:pt x="178406" y="69437"/>
                      <a:pt x="176977" y="69342"/>
                      <a:pt x="175453" y="69533"/>
                    </a:cubicBezTo>
                    <a:cubicBezTo>
                      <a:pt x="173263" y="69818"/>
                      <a:pt x="170691" y="70199"/>
                      <a:pt x="168500" y="70580"/>
                    </a:cubicBezTo>
                    <a:cubicBezTo>
                      <a:pt x="165547" y="71056"/>
                      <a:pt x="162880" y="71723"/>
                      <a:pt x="160308" y="72390"/>
                    </a:cubicBezTo>
                    <a:cubicBezTo>
                      <a:pt x="160213" y="72200"/>
                      <a:pt x="160023" y="72009"/>
                      <a:pt x="159832" y="71819"/>
                    </a:cubicBezTo>
                    <a:cubicBezTo>
                      <a:pt x="147926" y="74962"/>
                      <a:pt x="136972" y="76295"/>
                      <a:pt x="124209" y="78581"/>
                    </a:cubicBezTo>
                    <a:cubicBezTo>
                      <a:pt x="125066" y="77915"/>
                      <a:pt x="125923" y="77152"/>
                      <a:pt x="126780" y="76486"/>
                    </a:cubicBezTo>
                    <a:cubicBezTo>
                      <a:pt x="129638" y="74200"/>
                      <a:pt x="134781" y="71819"/>
                      <a:pt x="139258" y="69628"/>
                    </a:cubicBezTo>
                    <a:cubicBezTo>
                      <a:pt x="138020" y="69437"/>
                      <a:pt x="136591" y="69247"/>
                      <a:pt x="135258" y="69152"/>
                    </a:cubicBezTo>
                    <a:cubicBezTo>
                      <a:pt x="151260" y="59817"/>
                      <a:pt x="162023" y="50673"/>
                      <a:pt x="176310" y="41339"/>
                    </a:cubicBezTo>
                    <a:cubicBezTo>
                      <a:pt x="191265" y="31528"/>
                      <a:pt x="207267" y="21717"/>
                      <a:pt x="227841" y="12287"/>
                    </a:cubicBezTo>
                    <a:cubicBezTo>
                      <a:pt x="229936" y="11335"/>
                      <a:pt x="232318" y="10382"/>
                      <a:pt x="235937" y="9906"/>
                    </a:cubicBezTo>
                    <a:cubicBezTo>
                      <a:pt x="234889" y="9620"/>
                      <a:pt x="233842" y="9239"/>
                      <a:pt x="232794" y="8954"/>
                    </a:cubicBezTo>
                    <a:cubicBezTo>
                      <a:pt x="236699" y="7906"/>
                      <a:pt x="238509" y="7525"/>
                      <a:pt x="243081" y="7334"/>
                    </a:cubicBezTo>
                    <a:close/>
                    <a:moveTo>
                      <a:pt x="68583" y="85058"/>
                    </a:moveTo>
                    <a:cubicBezTo>
                      <a:pt x="66678" y="85535"/>
                      <a:pt x="63630" y="85725"/>
                      <a:pt x="62963" y="86392"/>
                    </a:cubicBezTo>
                    <a:cubicBezTo>
                      <a:pt x="62582" y="86677"/>
                      <a:pt x="63153" y="86963"/>
                      <a:pt x="63439" y="87154"/>
                    </a:cubicBezTo>
                    <a:cubicBezTo>
                      <a:pt x="64106" y="87821"/>
                      <a:pt x="60772" y="89535"/>
                      <a:pt x="56772" y="91345"/>
                    </a:cubicBezTo>
                    <a:cubicBezTo>
                      <a:pt x="56772" y="90869"/>
                      <a:pt x="56772" y="90392"/>
                      <a:pt x="56772" y="89916"/>
                    </a:cubicBezTo>
                    <a:cubicBezTo>
                      <a:pt x="56772" y="89249"/>
                      <a:pt x="56772" y="88583"/>
                      <a:pt x="57534" y="87821"/>
                    </a:cubicBezTo>
                    <a:cubicBezTo>
                      <a:pt x="58772" y="86487"/>
                      <a:pt x="62106" y="85249"/>
                      <a:pt x="65344" y="84011"/>
                    </a:cubicBezTo>
                    <a:cubicBezTo>
                      <a:pt x="65916" y="83820"/>
                      <a:pt x="68106" y="82963"/>
                      <a:pt x="70964" y="81915"/>
                    </a:cubicBezTo>
                    <a:cubicBezTo>
                      <a:pt x="71154" y="83058"/>
                      <a:pt x="70869" y="84392"/>
                      <a:pt x="68678" y="84963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7" name="Google Shape;1707;p123"/>
              <p:cNvSpPr/>
              <p:nvPr/>
            </p:nvSpPr>
            <p:spPr>
              <a:xfrm>
                <a:off x="5952551" y="2996046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02"/>
                    </a:cubicBezTo>
                    <a:cubicBezTo>
                      <a:pt x="35922" y="58954"/>
                      <a:pt x="35922" y="56478"/>
                      <a:pt x="37160" y="54192"/>
                    </a:cubicBezTo>
                    <a:cubicBezTo>
                      <a:pt x="37541" y="53525"/>
                      <a:pt x="38207" y="53049"/>
                      <a:pt x="38779" y="52573"/>
                    </a:cubicBezTo>
                    <a:cubicBezTo>
                      <a:pt x="39350" y="52096"/>
                      <a:pt x="39922" y="51430"/>
                      <a:pt x="39827" y="50668"/>
                    </a:cubicBezTo>
                    <a:cubicBezTo>
                      <a:pt x="39827" y="50001"/>
                      <a:pt x="39160" y="49334"/>
                      <a:pt x="39446" y="48763"/>
                    </a:cubicBezTo>
                    <a:cubicBezTo>
                      <a:pt x="39636" y="48382"/>
                      <a:pt x="40017" y="48096"/>
                      <a:pt x="40303" y="47810"/>
                    </a:cubicBezTo>
                    <a:cubicBezTo>
                      <a:pt x="40684" y="47143"/>
                      <a:pt x="40303" y="46286"/>
                      <a:pt x="40303" y="45524"/>
                    </a:cubicBezTo>
                    <a:cubicBezTo>
                      <a:pt x="39922" y="42381"/>
                      <a:pt x="43732" y="43143"/>
                      <a:pt x="43637" y="40762"/>
                    </a:cubicBezTo>
                    <a:cubicBezTo>
                      <a:pt x="43637" y="39904"/>
                      <a:pt x="43160" y="39142"/>
                      <a:pt x="42684" y="38476"/>
                    </a:cubicBezTo>
                    <a:cubicBezTo>
                      <a:pt x="41636" y="36761"/>
                      <a:pt x="40684" y="34856"/>
                      <a:pt x="40494" y="32856"/>
                    </a:cubicBezTo>
                    <a:cubicBezTo>
                      <a:pt x="40208" y="30760"/>
                      <a:pt x="40779" y="28570"/>
                      <a:pt x="41351" y="26569"/>
                    </a:cubicBezTo>
                    <a:cubicBezTo>
                      <a:pt x="41827" y="24664"/>
                      <a:pt x="42113" y="22664"/>
                      <a:pt x="42208" y="20664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8" name="Google Shape;1708;p123"/>
              <p:cNvSpPr/>
              <p:nvPr/>
            </p:nvSpPr>
            <p:spPr>
              <a:xfrm>
                <a:off x="6016253" y="3230697"/>
                <a:ext cx="251868" cy="387718"/>
              </a:xfrm>
              <a:custGeom>
                <a:avLst/>
                <a:gdLst/>
                <a:ahLst/>
                <a:cxnLst/>
                <a:rect l="l" t="t" r="r" b="b"/>
                <a:pathLst>
                  <a:path w="86256" h="132780" extrusionOk="0">
                    <a:moveTo>
                      <a:pt x="84108" y="116204"/>
                    </a:moveTo>
                    <a:cubicBezTo>
                      <a:pt x="82869" y="114871"/>
                      <a:pt x="81345" y="113442"/>
                      <a:pt x="79631" y="112489"/>
                    </a:cubicBezTo>
                    <a:cubicBezTo>
                      <a:pt x="76869" y="110965"/>
                      <a:pt x="74202" y="109632"/>
                      <a:pt x="71344" y="108298"/>
                    </a:cubicBezTo>
                    <a:cubicBezTo>
                      <a:pt x="69344" y="107346"/>
                      <a:pt x="65534" y="106108"/>
                      <a:pt x="64486" y="104298"/>
                    </a:cubicBezTo>
                    <a:cubicBezTo>
                      <a:pt x="64486" y="104298"/>
                      <a:pt x="43817" y="84010"/>
                      <a:pt x="36006" y="77247"/>
                    </a:cubicBezTo>
                    <a:cubicBezTo>
                      <a:pt x="31244" y="73056"/>
                      <a:pt x="28291" y="67341"/>
                      <a:pt x="27624" y="61054"/>
                    </a:cubicBezTo>
                    <a:cubicBezTo>
                      <a:pt x="26005" y="44671"/>
                      <a:pt x="22576" y="12858"/>
                      <a:pt x="19052" y="5619"/>
                    </a:cubicBezTo>
                    <a:cubicBezTo>
                      <a:pt x="14385" y="-3906"/>
                      <a:pt x="-189" y="-572"/>
                      <a:pt x="2" y="10000"/>
                    </a:cubicBezTo>
                    <a:cubicBezTo>
                      <a:pt x="2" y="10191"/>
                      <a:pt x="2" y="10381"/>
                      <a:pt x="2" y="10572"/>
                    </a:cubicBezTo>
                    <a:cubicBezTo>
                      <a:pt x="669" y="24574"/>
                      <a:pt x="7050" y="47338"/>
                      <a:pt x="8955" y="58102"/>
                    </a:cubicBezTo>
                    <a:cubicBezTo>
                      <a:pt x="10384" y="66103"/>
                      <a:pt x="11337" y="72580"/>
                      <a:pt x="14385" y="78961"/>
                    </a:cubicBezTo>
                    <a:cubicBezTo>
                      <a:pt x="15051" y="80390"/>
                      <a:pt x="16004" y="81628"/>
                      <a:pt x="17052" y="82676"/>
                    </a:cubicBezTo>
                    <a:cubicBezTo>
                      <a:pt x="21528" y="87343"/>
                      <a:pt x="31149" y="95821"/>
                      <a:pt x="38388" y="99631"/>
                    </a:cubicBezTo>
                    <a:cubicBezTo>
                      <a:pt x="47532" y="104298"/>
                      <a:pt x="55533" y="112870"/>
                      <a:pt x="55533" y="112870"/>
                    </a:cubicBezTo>
                    <a:cubicBezTo>
                      <a:pt x="57914" y="115252"/>
                      <a:pt x="59914" y="118204"/>
                      <a:pt x="62962" y="120205"/>
                    </a:cubicBezTo>
                    <a:cubicBezTo>
                      <a:pt x="64677" y="121348"/>
                      <a:pt x="66582" y="122776"/>
                      <a:pt x="68487" y="123538"/>
                    </a:cubicBezTo>
                    <a:cubicBezTo>
                      <a:pt x="69820" y="124110"/>
                      <a:pt x="71344" y="123824"/>
                      <a:pt x="72392" y="124205"/>
                    </a:cubicBezTo>
                    <a:cubicBezTo>
                      <a:pt x="75154" y="125158"/>
                      <a:pt x="74487" y="128206"/>
                      <a:pt x="75630" y="130777"/>
                    </a:cubicBezTo>
                    <a:cubicBezTo>
                      <a:pt x="76964" y="133921"/>
                      <a:pt x="79345" y="133159"/>
                      <a:pt x="79250" y="129920"/>
                    </a:cubicBezTo>
                    <a:cubicBezTo>
                      <a:pt x="79250" y="128587"/>
                      <a:pt x="84870" y="126967"/>
                      <a:pt x="85917" y="124681"/>
                    </a:cubicBezTo>
                    <a:lnTo>
                      <a:pt x="86108" y="123729"/>
                    </a:lnTo>
                    <a:cubicBezTo>
                      <a:pt x="86584" y="121062"/>
                      <a:pt x="85917" y="118204"/>
                      <a:pt x="84108" y="116204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9" name="Google Shape;1709;p123"/>
              <p:cNvSpPr/>
              <p:nvPr/>
            </p:nvSpPr>
            <p:spPr>
              <a:xfrm>
                <a:off x="6010020" y="3222570"/>
                <a:ext cx="206771" cy="347722"/>
              </a:xfrm>
              <a:custGeom>
                <a:avLst/>
                <a:gdLst/>
                <a:ahLst/>
                <a:cxnLst/>
                <a:rect l="l" t="t" r="r" b="b"/>
                <a:pathLst>
                  <a:path w="70812" h="119083" extrusionOk="0">
                    <a:moveTo>
                      <a:pt x="327" y="10022"/>
                    </a:moveTo>
                    <a:cubicBezTo>
                      <a:pt x="2613" y="21"/>
                      <a:pt x="15853" y="-4170"/>
                      <a:pt x="22235" y="5355"/>
                    </a:cubicBezTo>
                    <a:cubicBezTo>
                      <a:pt x="27378" y="13070"/>
                      <a:pt x="28998" y="23262"/>
                      <a:pt x="29950" y="32310"/>
                    </a:cubicBezTo>
                    <a:cubicBezTo>
                      <a:pt x="30998" y="42502"/>
                      <a:pt x="31950" y="52694"/>
                      <a:pt x="32998" y="62790"/>
                    </a:cubicBezTo>
                    <a:cubicBezTo>
                      <a:pt x="33189" y="65076"/>
                      <a:pt x="33474" y="67458"/>
                      <a:pt x="34332" y="69553"/>
                    </a:cubicBezTo>
                    <a:cubicBezTo>
                      <a:pt x="35856" y="73363"/>
                      <a:pt x="39189" y="76125"/>
                      <a:pt x="42428" y="78697"/>
                    </a:cubicBezTo>
                    <a:cubicBezTo>
                      <a:pt x="44619" y="80507"/>
                      <a:pt x="70717" y="101271"/>
                      <a:pt x="70812" y="101176"/>
                    </a:cubicBezTo>
                    <a:cubicBezTo>
                      <a:pt x="66336" y="106986"/>
                      <a:pt x="62145" y="112987"/>
                      <a:pt x="58239" y="119083"/>
                    </a:cubicBezTo>
                    <a:cubicBezTo>
                      <a:pt x="50334" y="109177"/>
                      <a:pt x="40999" y="104986"/>
                      <a:pt x="31093" y="97557"/>
                    </a:cubicBezTo>
                    <a:cubicBezTo>
                      <a:pt x="25664" y="93461"/>
                      <a:pt x="18901" y="88794"/>
                      <a:pt x="15567" y="82793"/>
                    </a:cubicBezTo>
                    <a:cubicBezTo>
                      <a:pt x="14329" y="80602"/>
                      <a:pt x="13567" y="78126"/>
                      <a:pt x="12900" y="75744"/>
                    </a:cubicBezTo>
                    <a:cubicBezTo>
                      <a:pt x="7757" y="58028"/>
                      <a:pt x="3756" y="40026"/>
                      <a:pt x="804" y="21833"/>
                    </a:cubicBezTo>
                    <a:cubicBezTo>
                      <a:pt x="232" y="18404"/>
                      <a:pt x="-244" y="14975"/>
                      <a:pt x="137" y="11546"/>
                    </a:cubicBezTo>
                    <a:cubicBezTo>
                      <a:pt x="137" y="11070"/>
                      <a:pt x="232" y="10498"/>
                      <a:pt x="423" y="1002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0" name="Google Shape;1710;p123"/>
              <p:cNvSpPr/>
              <p:nvPr/>
            </p:nvSpPr>
            <p:spPr>
              <a:xfrm>
                <a:off x="5951847" y="3458336"/>
                <a:ext cx="288657" cy="758239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671" extrusionOk="0">
                    <a:moveTo>
                      <a:pt x="4063" y="5929"/>
                    </a:moveTo>
                    <a:cubicBezTo>
                      <a:pt x="2539" y="13740"/>
                      <a:pt x="1396" y="21646"/>
                      <a:pt x="539" y="29551"/>
                    </a:cubicBezTo>
                    <a:cubicBezTo>
                      <a:pt x="158" y="33361"/>
                      <a:pt x="-223" y="37076"/>
                      <a:pt x="158" y="40886"/>
                    </a:cubicBezTo>
                    <a:cubicBezTo>
                      <a:pt x="1015" y="49935"/>
                      <a:pt x="4254" y="56698"/>
                      <a:pt x="9016" y="64032"/>
                    </a:cubicBezTo>
                    <a:cubicBezTo>
                      <a:pt x="13683" y="71271"/>
                      <a:pt x="14445" y="80034"/>
                      <a:pt x="16255" y="88130"/>
                    </a:cubicBezTo>
                    <a:cubicBezTo>
                      <a:pt x="20256" y="105751"/>
                      <a:pt x="29114" y="121182"/>
                      <a:pt x="28733" y="139279"/>
                    </a:cubicBezTo>
                    <a:cubicBezTo>
                      <a:pt x="28542" y="151376"/>
                      <a:pt x="34353" y="175760"/>
                      <a:pt x="39687" y="192334"/>
                    </a:cubicBezTo>
                    <a:cubicBezTo>
                      <a:pt x="41401" y="197668"/>
                      <a:pt x="43687" y="202811"/>
                      <a:pt x="45592" y="208050"/>
                    </a:cubicBezTo>
                    <a:cubicBezTo>
                      <a:pt x="50069" y="220432"/>
                      <a:pt x="52164" y="233577"/>
                      <a:pt x="51879" y="246721"/>
                    </a:cubicBezTo>
                    <a:cubicBezTo>
                      <a:pt x="51879" y="251103"/>
                      <a:pt x="49116" y="258342"/>
                      <a:pt x="54069" y="259580"/>
                    </a:cubicBezTo>
                    <a:cubicBezTo>
                      <a:pt x="56070" y="260056"/>
                      <a:pt x="60070" y="258532"/>
                      <a:pt x="62070" y="258151"/>
                    </a:cubicBezTo>
                    <a:cubicBezTo>
                      <a:pt x="73881" y="256151"/>
                      <a:pt x="80739" y="253579"/>
                      <a:pt x="92550" y="251579"/>
                    </a:cubicBezTo>
                    <a:cubicBezTo>
                      <a:pt x="94360" y="251293"/>
                      <a:pt x="97218" y="247674"/>
                      <a:pt x="98837" y="246817"/>
                    </a:cubicBezTo>
                    <a:cubicBezTo>
                      <a:pt x="99123" y="245293"/>
                      <a:pt x="96075" y="245578"/>
                      <a:pt x="94551" y="245197"/>
                    </a:cubicBezTo>
                    <a:cubicBezTo>
                      <a:pt x="87597" y="243673"/>
                      <a:pt x="85216" y="244721"/>
                      <a:pt x="78263" y="242911"/>
                    </a:cubicBezTo>
                    <a:cubicBezTo>
                      <a:pt x="69024" y="240530"/>
                      <a:pt x="65976" y="234910"/>
                      <a:pt x="63594" y="226052"/>
                    </a:cubicBezTo>
                    <a:cubicBezTo>
                      <a:pt x="55498" y="196429"/>
                      <a:pt x="57689" y="166616"/>
                      <a:pt x="49974" y="136898"/>
                    </a:cubicBezTo>
                    <a:cubicBezTo>
                      <a:pt x="48450" y="131088"/>
                      <a:pt x="52831" y="98036"/>
                      <a:pt x="50640" y="82415"/>
                    </a:cubicBezTo>
                    <a:cubicBezTo>
                      <a:pt x="48069" y="64603"/>
                      <a:pt x="46354" y="58317"/>
                      <a:pt x="46354" y="51078"/>
                    </a:cubicBezTo>
                    <a:cubicBezTo>
                      <a:pt x="46354" y="42982"/>
                      <a:pt x="45783" y="33552"/>
                      <a:pt x="44259" y="25551"/>
                    </a:cubicBezTo>
                    <a:cubicBezTo>
                      <a:pt x="42639" y="17264"/>
                      <a:pt x="38925" y="8882"/>
                      <a:pt x="31971" y="4024"/>
                    </a:cubicBezTo>
                    <a:cubicBezTo>
                      <a:pt x="25018" y="-738"/>
                      <a:pt x="5682" y="-2548"/>
                      <a:pt x="4158" y="5834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1" name="Google Shape;1711;p123"/>
              <p:cNvSpPr/>
              <p:nvPr/>
            </p:nvSpPr>
            <p:spPr>
              <a:xfrm>
                <a:off x="6089937" y="4138481"/>
                <a:ext cx="154083" cy="87886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98" extrusionOk="0">
                    <a:moveTo>
                      <a:pt x="1810" y="30099"/>
                    </a:moveTo>
                    <a:cubicBezTo>
                      <a:pt x="10192" y="28765"/>
                      <a:pt x="52769" y="16573"/>
                      <a:pt x="52769" y="16573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2" name="Google Shape;1712;p123"/>
              <p:cNvSpPr/>
              <p:nvPr/>
            </p:nvSpPr>
            <p:spPr>
              <a:xfrm>
                <a:off x="5929488" y="3496774"/>
                <a:ext cx="235042" cy="674336"/>
              </a:xfrm>
              <a:custGeom>
                <a:avLst/>
                <a:gdLst/>
                <a:ahLst/>
                <a:cxnLst/>
                <a:rect l="l" t="t" r="r" b="b"/>
                <a:pathLst>
                  <a:path w="80494" h="230937" extrusionOk="0">
                    <a:moveTo>
                      <a:pt x="49062" y="230791"/>
                    </a:moveTo>
                    <a:cubicBezTo>
                      <a:pt x="61635" y="231839"/>
                      <a:pt x="70683" y="227171"/>
                      <a:pt x="80494" y="220409"/>
                    </a:cubicBezTo>
                    <a:cubicBezTo>
                      <a:pt x="77541" y="218885"/>
                      <a:pt x="76398" y="215837"/>
                      <a:pt x="75541" y="212789"/>
                    </a:cubicBezTo>
                    <a:cubicBezTo>
                      <a:pt x="67350" y="182975"/>
                      <a:pt x="64302" y="152019"/>
                      <a:pt x="62111" y="121348"/>
                    </a:cubicBezTo>
                    <a:cubicBezTo>
                      <a:pt x="60015" y="91059"/>
                      <a:pt x="61444" y="61150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0"/>
                      <a:pt x="15819" y="68104"/>
                      <a:pt x="17820" y="77343"/>
                    </a:cubicBezTo>
                    <a:cubicBezTo>
                      <a:pt x="20868" y="91440"/>
                      <a:pt x="23630" y="105632"/>
                      <a:pt x="26392" y="119825"/>
                    </a:cubicBezTo>
                    <a:cubicBezTo>
                      <a:pt x="29250" y="134207"/>
                      <a:pt x="32012" y="148590"/>
                      <a:pt x="34869" y="162877"/>
                    </a:cubicBezTo>
                    <a:cubicBezTo>
                      <a:pt x="38203" y="179927"/>
                      <a:pt x="41537" y="197072"/>
                      <a:pt x="44109" y="214313"/>
                    </a:cubicBezTo>
                    <a:cubicBezTo>
                      <a:pt x="44966" y="220313"/>
                      <a:pt x="45633" y="225838"/>
                      <a:pt x="49062" y="2307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3" name="Google Shape;1713;p123"/>
              <p:cNvSpPr/>
              <p:nvPr/>
            </p:nvSpPr>
            <p:spPr>
              <a:xfrm>
                <a:off x="5853328" y="3444772"/>
                <a:ext cx="222773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292" h="266013" extrusionOk="0">
                    <a:moveTo>
                      <a:pt x="46102" y="2861"/>
                    </a:moveTo>
                    <a:cubicBezTo>
                      <a:pt x="42006" y="9624"/>
                      <a:pt x="38101" y="16577"/>
                      <a:pt x="34576" y="23626"/>
                    </a:cubicBezTo>
                    <a:cubicBezTo>
                      <a:pt x="32862" y="26959"/>
                      <a:pt x="31243" y="30388"/>
                      <a:pt x="30195" y="34103"/>
                    </a:cubicBezTo>
                    <a:cubicBezTo>
                      <a:pt x="27814" y="42866"/>
                      <a:pt x="28290" y="50296"/>
                      <a:pt x="30004" y="58868"/>
                    </a:cubicBezTo>
                    <a:cubicBezTo>
                      <a:pt x="31624" y="67250"/>
                      <a:pt x="29242" y="75727"/>
                      <a:pt x="28004" y="84014"/>
                    </a:cubicBezTo>
                    <a:cubicBezTo>
                      <a:pt x="25337" y="101921"/>
                      <a:pt x="28004" y="119447"/>
                      <a:pt x="21146" y="136211"/>
                    </a:cubicBezTo>
                    <a:cubicBezTo>
                      <a:pt x="16669" y="147355"/>
                      <a:pt x="13336" y="172311"/>
                      <a:pt x="12288" y="189646"/>
                    </a:cubicBezTo>
                    <a:cubicBezTo>
                      <a:pt x="11907" y="195266"/>
                      <a:pt x="12288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2003" y="229651"/>
                    </a:cubicBezTo>
                    <a:cubicBezTo>
                      <a:pt x="25147" y="199076"/>
                      <a:pt x="37720" y="172025"/>
                      <a:pt x="41244" y="141545"/>
                    </a:cubicBezTo>
                    <a:cubicBezTo>
                      <a:pt x="41911" y="135640"/>
                      <a:pt x="57627" y="106303"/>
                      <a:pt x="61151" y="90872"/>
                    </a:cubicBezTo>
                    <a:cubicBezTo>
                      <a:pt x="65152" y="73346"/>
                      <a:pt x="65818" y="66869"/>
                      <a:pt x="68390" y="60011"/>
                    </a:cubicBezTo>
                    <a:cubicBezTo>
                      <a:pt x="71248" y="52391"/>
                      <a:pt x="74105" y="43438"/>
                      <a:pt x="75534" y="35437"/>
                    </a:cubicBezTo>
                    <a:cubicBezTo>
                      <a:pt x="76963" y="27055"/>
                      <a:pt x="76677" y="17911"/>
                      <a:pt x="72010" y="10957"/>
                    </a:cubicBezTo>
                    <a:cubicBezTo>
                      <a:pt x="67438" y="4004"/>
                      <a:pt x="50578" y="-4473"/>
                      <a:pt x="46197" y="276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4" name="Google Shape;1714;p123"/>
              <p:cNvSpPr/>
              <p:nvPr/>
            </p:nvSpPr>
            <p:spPr>
              <a:xfrm>
                <a:off x="5943076" y="3159835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5" name="Google Shape;1715;p123"/>
              <p:cNvSpPr/>
              <p:nvPr/>
            </p:nvSpPr>
            <p:spPr>
              <a:xfrm>
                <a:off x="5960248" y="316952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0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6" name="Google Shape;1716;p123"/>
              <p:cNvSpPr/>
              <p:nvPr/>
            </p:nvSpPr>
            <p:spPr>
              <a:xfrm>
                <a:off x="5848602" y="4139835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529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8" y="1155"/>
                    </a:cubicBezTo>
                    <a:cubicBezTo>
                      <a:pt x="6668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7" name="Google Shape;1717;p123"/>
              <p:cNvSpPr/>
              <p:nvPr/>
            </p:nvSpPr>
            <p:spPr>
              <a:xfrm>
                <a:off x="5852493" y="3510490"/>
                <a:ext cx="237957" cy="659178"/>
              </a:xfrm>
              <a:custGeom>
                <a:avLst/>
                <a:gdLst/>
                <a:ahLst/>
                <a:cxnLst/>
                <a:rect l="l" t="t" r="r" b="b"/>
                <a:pathLst>
                  <a:path w="81492" h="225746" extrusionOk="0">
                    <a:moveTo>
                      <a:pt x="476" y="219234"/>
                    </a:moveTo>
                    <a:cubicBezTo>
                      <a:pt x="286" y="220472"/>
                      <a:pt x="191" y="221615"/>
                      <a:pt x="0" y="222853"/>
                    </a:cubicBezTo>
                    <a:cubicBezTo>
                      <a:pt x="8192" y="225425"/>
                      <a:pt x="16955" y="226282"/>
                      <a:pt x="25527" y="225425"/>
                    </a:cubicBezTo>
                    <a:cubicBezTo>
                      <a:pt x="27623" y="225234"/>
                      <a:pt x="29908" y="224853"/>
                      <a:pt x="31337" y="223329"/>
                    </a:cubicBezTo>
                    <a:cubicBezTo>
                      <a:pt x="32861" y="221710"/>
                      <a:pt x="33052" y="219329"/>
                      <a:pt x="33147" y="217233"/>
                    </a:cubicBezTo>
                    <a:cubicBezTo>
                      <a:pt x="35147" y="184848"/>
                      <a:pt x="41910" y="152844"/>
                      <a:pt x="51721" y="121983"/>
                    </a:cubicBezTo>
                    <a:cubicBezTo>
                      <a:pt x="60960" y="92837"/>
                      <a:pt x="71723" y="64167"/>
                      <a:pt x="78391" y="34068"/>
                    </a:cubicBezTo>
                    <a:cubicBezTo>
                      <a:pt x="80772" y="23495"/>
                      <a:pt x="82772" y="12541"/>
                      <a:pt x="80486" y="1968"/>
                    </a:cubicBezTo>
                    <a:cubicBezTo>
                      <a:pt x="63341" y="-1270"/>
                      <a:pt x="46768" y="63"/>
                      <a:pt x="29337" y="1873"/>
                    </a:cubicBezTo>
                    <a:cubicBezTo>
                      <a:pt x="23908" y="14065"/>
                      <a:pt x="22765" y="27305"/>
                      <a:pt x="27146" y="39878"/>
                    </a:cubicBezTo>
                    <a:cubicBezTo>
                      <a:pt x="30290" y="48831"/>
                      <a:pt x="26384" y="54737"/>
                      <a:pt x="25051" y="64262"/>
                    </a:cubicBezTo>
                    <a:cubicBezTo>
                      <a:pt x="22955" y="78645"/>
                      <a:pt x="20669" y="92932"/>
                      <a:pt x="18288" y="107220"/>
                    </a:cubicBezTo>
                    <a:cubicBezTo>
                      <a:pt x="15907" y="121698"/>
                      <a:pt x="13526" y="136176"/>
                      <a:pt x="11144" y="150749"/>
                    </a:cubicBezTo>
                    <a:cubicBezTo>
                      <a:pt x="7334" y="173799"/>
                      <a:pt x="3334" y="196469"/>
                      <a:pt x="381" y="2195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8" name="Google Shape;1718;p123"/>
              <p:cNvSpPr/>
              <p:nvPr/>
            </p:nvSpPr>
            <p:spPr>
              <a:xfrm>
                <a:off x="5862502" y="3510099"/>
                <a:ext cx="227950" cy="634157"/>
              </a:xfrm>
              <a:custGeom>
                <a:avLst/>
                <a:gdLst/>
                <a:ahLst/>
                <a:cxnLst/>
                <a:rect l="l" t="t" r="r" b="b"/>
                <a:pathLst>
                  <a:path w="78065" h="217177" extrusionOk="0">
                    <a:moveTo>
                      <a:pt x="74962" y="34107"/>
                    </a:moveTo>
                    <a:cubicBezTo>
                      <a:pt x="76772" y="26010"/>
                      <a:pt x="78391" y="17533"/>
                      <a:pt x="78010" y="9342"/>
                    </a:cubicBezTo>
                    <a:cubicBezTo>
                      <a:pt x="70961" y="5913"/>
                      <a:pt x="63722" y="2769"/>
                      <a:pt x="56388" y="7"/>
                    </a:cubicBezTo>
                    <a:cubicBezTo>
                      <a:pt x="46292" y="-88"/>
                      <a:pt x="36290" y="769"/>
                      <a:pt x="25908" y="1817"/>
                    </a:cubicBezTo>
                    <a:cubicBezTo>
                      <a:pt x="20479" y="14009"/>
                      <a:pt x="19336" y="27249"/>
                      <a:pt x="23813" y="39822"/>
                    </a:cubicBezTo>
                    <a:cubicBezTo>
                      <a:pt x="26956" y="48775"/>
                      <a:pt x="23051" y="54681"/>
                      <a:pt x="21717" y="64206"/>
                    </a:cubicBezTo>
                    <a:cubicBezTo>
                      <a:pt x="19622" y="78588"/>
                      <a:pt x="17335" y="92876"/>
                      <a:pt x="14954" y="107163"/>
                    </a:cubicBezTo>
                    <a:cubicBezTo>
                      <a:pt x="12573" y="121641"/>
                      <a:pt x="10192" y="136119"/>
                      <a:pt x="7810" y="150693"/>
                    </a:cubicBezTo>
                    <a:cubicBezTo>
                      <a:pt x="5144" y="166885"/>
                      <a:pt x="2381" y="182887"/>
                      <a:pt x="0" y="198984"/>
                    </a:cubicBezTo>
                    <a:lnTo>
                      <a:pt x="6001" y="217177"/>
                    </a:lnTo>
                    <a:cubicBezTo>
                      <a:pt x="5048" y="196222"/>
                      <a:pt x="23431" y="173743"/>
                      <a:pt x="20765" y="152312"/>
                    </a:cubicBezTo>
                    <a:cubicBezTo>
                      <a:pt x="20098" y="147073"/>
                      <a:pt x="18288" y="141834"/>
                      <a:pt x="19145" y="136596"/>
                    </a:cubicBezTo>
                    <a:cubicBezTo>
                      <a:pt x="19907" y="132214"/>
                      <a:pt x="22384" y="128404"/>
                      <a:pt x="23908" y="124213"/>
                    </a:cubicBezTo>
                    <a:cubicBezTo>
                      <a:pt x="26575" y="116688"/>
                      <a:pt x="25622" y="108402"/>
                      <a:pt x="25908" y="100305"/>
                    </a:cubicBezTo>
                    <a:cubicBezTo>
                      <a:pt x="26384" y="86113"/>
                      <a:pt x="33719" y="55728"/>
                      <a:pt x="46673" y="47061"/>
                    </a:cubicBezTo>
                    <a:cubicBezTo>
                      <a:pt x="55054" y="41441"/>
                      <a:pt x="64675" y="42870"/>
                      <a:pt x="73438" y="40679"/>
                    </a:cubicBezTo>
                    <a:cubicBezTo>
                      <a:pt x="73914" y="38488"/>
                      <a:pt x="74486" y="36393"/>
                      <a:pt x="74962" y="342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9" name="Google Shape;1719;p123"/>
              <p:cNvSpPr/>
              <p:nvPr/>
            </p:nvSpPr>
            <p:spPr>
              <a:xfrm>
                <a:off x="5908658" y="3180925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40"/>
                      <a:pt x="1524" y="128873"/>
                      <a:pt x="0" y="132398"/>
                    </a:cubicBezTo>
                    <a:cubicBezTo>
                      <a:pt x="11144" y="131921"/>
                      <a:pt x="21146" y="138875"/>
                      <a:pt x="31814" y="142304"/>
                    </a:cubicBezTo>
                    <a:cubicBezTo>
                      <a:pt x="44005" y="146304"/>
                      <a:pt x="57722" y="145542"/>
                      <a:pt x="69437" y="140398"/>
                    </a:cubicBezTo>
                    <a:cubicBezTo>
                      <a:pt x="68008" y="133255"/>
                      <a:pt x="65818" y="126016"/>
                      <a:pt x="66008" y="118681"/>
                    </a:cubicBezTo>
                    <a:cubicBezTo>
                      <a:pt x="66104" y="115252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6" y="7810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79"/>
                    </a:cubicBezTo>
                    <a:cubicBezTo>
                      <a:pt x="7906" y="36576"/>
                      <a:pt x="9525" y="46673"/>
                      <a:pt x="11621" y="56483"/>
                    </a:cubicBezTo>
                    <a:cubicBezTo>
                      <a:pt x="12668" y="61531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7"/>
                    </a:cubicBezTo>
                    <a:cubicBezTo>
                      <a:pt x="15430" y="88678"/>
                      <a:pt x="18193" y="89344"/>
                      <a:pt x="19526" y="90773"/>
                    </a:cubicBezTo>
                    <a:cubicBezTo>
                      <a:pt x="22003" y="93440"/>
                      <a:pt x="16383" y="103251"/>
                      <a:pt x="15050" y="105918"/>
                    </a:cubicBezTo>
                    <a:cubicBezTo>
                      <a:pt x="12097" y="111633"/>
                      <a:pt x="8573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0" name="Google Shape;1720;p123"/>
              <p:cNvSpPr/>
              <p:nvPr/>
            </p:nvSpPr>
            <p:spPr>
              <a:xfrm>
                <a:off x="5883355" y="321009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1" y="133169"/>
                    </a:cubicBezTo>
                    <a:cubicBezTo>
                      <a:pt x="40386" y="130597"/>
                      <a:pt x="38672" y="128121"/>
                      <a:pt x="36767" y="125549"/>
                    </a:cubicBezTo>
                    <a:cubicBezTo>
                      <a:pt x="35433" y="123835"/>
                      <a:pt x="32671" y="120977"/>
                      <a:pt x="32576" y="118786"/>
                    </a:cubicBezTo>
                    <a:cubicBezTo>
                      <a:pt x="32576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2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7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7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90" y="140122"/>
                    </a:cubicBezTo>
                    <a:cubicBezTo>
                      <a:pt x="32290" y="142313"/>
                      <a:pt x="30290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1" name="Google Shape;1721;p123"/>
              <p:cNvSpPr/>
              <p:nvPr/>
            </p:nvSpPr>
            <p:spPr>
              <a:xfrm>
                <a:off x="5876963" y="3206382"/>
                <a:ext cx="124515" cy="373372"/>
              </a:xfrm>
              <a:custGeom>
                <a:avLst/>
                <a:gdLst/>
                <a:ahLst/>
                <a:cxnLst/>
                <a:rect l="l" t="t" r="r" b="b"/>
                <a:pathLst>
                  <a:path w="42642" h="127867" extrusionOk="0">
                    <a:moveTo>
                      <a:pt x="20955" y="4424"/>
                    </a:moveTo>
                    <a:cubicBezTo>
                      <a:pt x="27623" y="-3292"/>
                      <a:pt x="41339" y="-720"/>
                      <a:pt x="42481" y="10615"/>
                    </a:cubicBezTo>
                    <a:cubicBezTo>
                      <a:pt x="43434" y="19854"/>
                      <a:pt x="40005" y="29570"/>
                      <a:pt x="36576" y="37952"/>
                    </a:cubicBezTo>
                    <a:cubicBezTo>
                      <a:pt x="32766" y="47381"/>
                      <a:pt x="28766" y="56811"/>
                      <a:pt x="24860" y="66336"/>
                    </a:cubicBezTo>
                    <a:cubicBezTo>
                      <a:pt x="24003" y="68432"/>
                      <a:pt x="23050" y="70623"/>
                      <a:pt x="22860" y="72908"/>
                    </a:cubicBezTo>
                    <a:cubicBezTo>
                      <a:pt x="22384" y="77004"/>
                      <a:pt x="24098" y="81005"/>
                      <a:pt x="25718" y="84815"/>
                    </a:cubicBezTo>
                    <a:cubicBezTo>
                      <a:pt x="26860" y="87482"/>
                      <a:pt x="40005" y="118057"/>
                      <a:pt x="40100" y="117962"/>
                    </a:cubicBezTo>
                    <a:cubicBezTo>
                      <a:pt x="33433" y="121010"/>
                      <a:pt x="26956" y="124248"/>
                      <a:pt x="20574" y="127868"/>
                    </a:cubicBezTo>
                    <a:cubicBezTo>
                      <a:pt x="18193" y="115390"/>
                      <a:pt x="12001" y="107294"/>
                      <a:pt x="6763" y="96054"/>
                    </a:cubicBezTo>
                    <a:cubicBezTo>
                      <a:pt x="3905" y="89958"/>
                      <a:pt x="191" y="82624"/>
                      <a:pt x="0" y="75766"/>
                    </a:cubicBezTo>
                    <a:cubicBezTo>
                      <a:pt x="0" y="73194"/>
                      <a:pt x="476" y="70718"/>
                      <a:pt x="952" y="68241"/>
                    </a:cubicBezTo>
                    <a:cubicBezTo>
                      <a:pt x="4763" y="50239"/>
                      <a:pt x="9620" y="32427"/>
                      <a:pt x="15621" y="14996"/>
                    </a:cubicBezTo>
                    <a:cubicBezTo>
                      <a:pt x="16764" y="11758"/>
                      <a:pt x="17907" y="8519"/>
                      <a:pt x="19812" y="5662"/>
                    </a:cubicBezTo>
                    <a:cubicBezTo>
                      <a:pt x="20098" y="5186"/>
                      <a:pt x="20383" y="4805"/>
                      <a:pt x="20765" y="442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2" name="Google Shape;1722;p123"/>
              <p:cNvSpPr/>
              <p:nvPr/>
            </p:nvSpPr>
            <p:spPr>
              <a:xfrm>
                <a:off x="6004302" y="3208729"/>
                <a:ext cx="89621" cy="192463"/>
              </a:xfrm>
              <a:custGeom>
                <a:avLst/>
                <a:gdLst/>
                <a:ahLst/>
                <a:cxnLst/>
                <a:rect l="l" t="t" r="r" b="b"/>
                <a:pathLst>
                  <a:path w="30692" h="65912" extrusionOk="0">
                    <a:moveTo>
                      <a:pt x="5239" y="2000"/>
                    </a:moveTo>
                    <a:cubicBezTo>
                      <a:pt x="5429" y="2477"/>
                      <a:pt x="5048" y="3048"/>
                      <a:pt x="4953" y="3524"/>
                    </a:cubicBezTo>
                    <a:cubicBezTo>
                      <a:pt x="4381" y="5429"/>
                      <a:pt x="6096" y="7239"/>
                      <a:pt x="7525" y="8573"/>
                    </a:cubicBezTo>
                    <a:cubicBezTo>
                      <a:pt x="23431" y="22765"/>
                      <a:pt x="32194" y="44672"/>
                      <a:pt x="30480" y="65913"/>
                    </a:cubicBezTo>
                    <a:cubicBezTo>
                      <a:pt x="31528" y="54578"/>
                      <a:pt x="27432" y="43434"/>
                      <a:pt x="23050" y="32956"/>
                    </a:cubicBezTo>
                    <a:cubicBezTo>
                      <a:pt x="20288" y="26479"/>
                      <a:pt x="17335" y="19812"/>
                      <a:pt x="12097" y="15050"/>
                    </a:cubicBezTo>
                    <a:cubicBezTo>
                      <a:pt x="9144" y="12383"/>
                      <a:pt x="5620" y="10477"/>
                      <a:pt x="2191" y="8573"/>
                    </a:cubicBezTo>
                    <a:cubicBezTo>
                      <a:pt x="1714" y="8287"/>
                      <a:pt x="1143" y="8001"/>
                      <a:pt x="952" y="7525"/>
                    </a:cubicBezTo>
                    <a:cubicBezTo>
                      <a:pt x="-381" y="4477"/>
                      <a:pt x="6572" y="2572"/>
                      <a:pt x="0" y="0"/>
                    </a:cubicBezTo>
                    <a:cubicBezTo>
                      <a:pt x="952" y="191"/>
                      <a:pt x="4858" y="952"/>
                      <a:pt x="5239" y="2191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3" name="Google Shape;1723;p123"/>
              <p:cNvSpPr/>
              <p:nvPr/>
            </p:nvSpPr>
            <p:spPr>
              <a:xfrm>
                <a:off x="5996146" y="3184413"/>
                <a:ext cx="99940" cy="152818"/>
              </a:xfrm>
              <a:custGeom>
                <a:avLst/>
                <a:gdLst/>
                <a:ahLst/>
                <a:cxnLst/>
                <a:rect l="l" t="t" r="r" b="b"/>
                <a:pathLst>
                  <a:path w="34226" h="52335" extrusionOk="0">
                    <a:moveTo>
                      <a:pt x="2889" y="3187"/>
                    </a:moveTo>
                    <a:cubicBezTo>
                      <a:pt x="17844" y="6521"/>
                      <a:pt x="30798" y="37286"/>
                      <a:pt x="34227" y="52336"/>
                    </a:cubicBezTo>
                    <a:cubicBezTo>
                      <a:pt x="34227" y="52336"/>
                      <a:pt x="32798" y="13664"/>
                      <a:pt x="12414" y="4425"/>
                    </a:cubicBezTo>
                    <a:cubicBezTo>
                      <a:pt x="-7969" y="-4814"/>
                      <a:pt x="2889" y="3282"/>
                      <a:pt x="2889" y="328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4" name="Google Shape;1724;p123"/>
              <p:cNvSpPr/>
              <p:nvPr/>
            </p:nvSpPr>
            <p:spPr>
              <a:xfrm>
                <a:off x="6029324" y="3195214"/>
                <a:ext cx="20025" cy="18247"/>
              </a:xfrm>
              <a:custGeom>
                <a:avLst/>
                <a:gdLst/>
                <a:ahLst/>
                <a:cxnLst/>
                <a:rect l="l" t="t" r="r" b="b"/>
                <a:pathLst>
                  <a:path w="6858" h="6249" extrusionOk="0">
                    <a:moveTo>
                      <a:pt x="1429" y="249"/>
                    </a:moveTo>
                    <a:lnTo>
                      <a:pt x="0" y="4249"/>
                    </a:lnTo>
                    <a:lnTo>
                      <a:pt x="6858" y="6249"/>
                    </a:lnTo>
                    <a:cubicBezTo>
                      <a:pt x="6858" y="6249"/>
                      <a:pt x="2667" y="-1466"/>
                      <a:pt x="1429" y="24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5" name="Google Shape;1725;p123"/>
              <p:cNvSpPr/>
              <p:nvPr/>
            </p:nvSpPr>
            <p:spPr>
              <a:xfrm>
                <a:off x="6040168" y="3208451"/>
                <a:ext cx="55903" cy="128772"/>
              </a:xfrm>
              <a:custGeom>
                <a:avLst/>
                <a:gdLst/>
                <a:ahLst/>
                <a:cxnLst/>
                <a:rect l="l" t="t" r="r" b="b"/>
                <a:pathLst>
                  <a:path w="19145" h="44100" extrusionOk="0">
                    <a:moveTo>
                      <a:pt x="953" y="0"/>
                    </a:moveTo>
                    <a:lnTo>
                      <a:pt x="0" y="857"/>
                    </a:lnTo>
                    <a:cubicBezTo>
                      <a:pt x="0" y="857"/>
                      <a:pt x="5048" y="7906"/>
                      <a:pt x="8858" y="17240"/>
                    </a:cubicBezTo>
                    <a:cubicBezTo>
                      <a:pt x="13811" y="26670"/>
                      <a:pt x="17526" y="37052"/>
                      <a:pt x="19145" y="44101"/>
                    </a:cubicBezTo>
                    <a:cubicBezTo>
                      <a:pt x="19145" y="44101"/>
                      <a:pt x="18574" y="30861"/>
                      <a:pt x="14002" y="18098"/>
                    </a:cubicBezTo>
                    <a:lnTo>
                      <a:pt x="3143" y="1810"/>
                    </a:lnTo>
                    <a:lnTo>
                      <a:pt x="953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6" name="Google Shape;1726;p123"/>
              <p:cNvSpPr/>
              <p:nvPr/>
            </p:nvSpPr>
            <p:spPr>
              <a:xfrm>
                <a:off x="5931693" y="2975604"/>
                <a:ext cx="178094" cy="174108"/>
              </a:xfrm>
              <a:custGeom>
                <a:avLst/>
                <a:gdLst/>
                <a:ahLst/>
                <a:cxnLst/>
                <a:rect l="l" t="t" r="r" b="b"/>
                <a:pathLst>
                  <a:path w="60991" h="59626" extrusionOk="0">
                    <a:moveTo>
                      <a:pt x="14795" y="59627"/>
                    </a:moveTo>
                    <a:cubicBezTo>
                      <a:pt x="15176" y="54673"/>
                      <a:pt x="12128" y="50102"/>
                      <a:pt x="9461" y="45910"/>
                    </a:cubicBezTo>
                    <a:cubicBezTo>
                      <a:pt x="6413" y="41053"/>
                      <a:pt x="3746" y="35909"/>
                      <a:pt x="1555" y="30670"/>
                    </a:cubicBezTo>
                    <a:cubicBezTo>
                      <a:pt x="507" y="28289"/>
                      <a:pt x="-445" y="25622"/>
                      <a:pt x="222" y="23146"/>
                    </a:cubicBezTo>
                    <a:cubicBezTo>
                      <a:pt x="984" y="20383"/>
                      <a:pt x="3460" y="18764"/>
                      <a:pt x="6127" y="18383"/>
                    </a:cubicBezTo>
                    <a:cubicBezTo>
                      <a:pt x="5079" y="13907"/>
                      <a:pt x="7270" y="7906"/>
                      <a:pt x="11175" y="5429"/>
                    </a:cubicBezTo>
                    <a:cubicBezTo>
                      <a:pt x="14223" y="3524"/>
                      <a:pt x="17843" y="2953"/>
                      <a:pt x="21462" y="2381"/>
                    </a:cubicBezTo>
                    <a:lnTo>
                      <a:pt x="37560" y="0"/>
                    </a:lnTo>
                    <a:cubicBezTo>
                      <a:pt x="36226" y="1905"/>
                      <a:pt x="34035" y="3239"/>
                      <a:pt x="31749" y="3524"/>
                    </a:cubicBezTo>
                    <a:cubicBezTo>
                      <a:pt x="37083" y="3334"/>
                      <a:pt x="42608" y="3239"/>
                      <a:pt x="47656" y="5143"/>
                    </a:cubicBezTo>
                    <a:cubicBezTo>
                      <a:pt x="50799" y="6382"/>
                      <a:pt x="53847" y="8382"/>
                      <a:pt x="57086" y="7620"/>
                    </a:cubicBezTo>
                    <a:cubicBezTo>
                      <a:pt x="55562" y="9049"/>
                      <a:pt x="53371" y="9811"/>
                      <a:pt x="51276" y="9430"/>
                    </a:cubicBezTo>
                    <a:cubicBezTo>
                      <a:pt x="54038" y="11430"/>
                      <a:pt x="57943" y="11716"/>
                      <a:pt x="60991" y="10096"/>
                    </a:cubicBezTo>
                    <a:cubicBezTo>
                      <a:pt x="56514" y="20383"/>
                      <a:pt x="43084" y="25432"/>
                      <a:pt x="32416" y="22765"/>
                    </a:cubicBezTo>
                    <a:cubicBezTo>
                      <a:pt x="33845" y="24384"/>
                      <a:pt x="33940" y="27051"/>
                      <a:pt x="32892" y="28956"/>
                    </a:cubicBezTo>
                    <a:cubicBezTo>
                      <a:pt x="31749" y="30861"/>
                      <a:pt x="29559" y="32004"/>
                      <a:pt x="27368" y="32195"/>
                    </a:cubicBezTo>
                    <a:cubicBezTo>
                      <a:pt x="26701" y="32195"/>
                      <a:pt x="26034" y="32195"/>
                      <a:pt x="25653" y="32766"/>
                    </a:cubicBezTo>
                    <a:cubicBezTo>
                      <a:pt x="25368" y="33242"/>
                      <a:pt x="25653" y="33909"/>
                      <a:pt x="25844" y="34481"/>
                    </a:cubicBezTo>
                    <a:cubicBezTo>
                      <a:pt x="27368" y="38100"/>
                      <a:pt x="28035" y="42196"/>
                      <a:pt x="27368" y="46101"/>
                    </a:cubicBezTo>
                    <a:cubicBezTo>
                      <a:pt x="26225" y="42767"/>
                      <a:pt x="22986" y="35147"/>
                      <a:pt x="17843" y="37338"/>
                    </a:cubicBezTo>
                    <a:cubicBezTo>
                      <a:pt x="12509" y="39624"/>
                      <a:pt x="17176" y="46958"/>
                      <a:pt x="21177" y="47816"/>
                    </a:cubicBezTo>
                    <a:cubicBezTo>
                      <a:pt x="20891" y="47816"/>
                      <a:pt x="17462" y="51435"/>
                      <a:pt x="17176" y="52102"/>
                    </a:cubicBezTo>
                    <a:cubicBezTo>
                      <a:pt x="15938" y="54578"/>
                      <a:pt x="17652" y="57055"/>
                      <a:pt x="14795" y="595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p124"/>
          <p:cNvSpPr txBox="1">
            <a:spLocks noGrp="1"/>
          </p:cNvSpPr>
          <p:nvPr>
            <p:ph type="title"/>
          </p:nvPr>
        </p:nvSpPr>
        <p:spPr>
          <a:xfrm>
            <a:off x="262800" y="292625"/>
            <a:ext cx="888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sociology?     </a:t>
            </a:r>
            <a:r>
              <a:rPr lang="en">
                <a:solidFill>
                  <a:srgbClr val="3A8917"/>
                </a:solidFill>
              </a:rPr>
              <a:t>¿Qué es la sociología?</a:t>
            </a:r>
            <a:endParaRPr/>
          </a:p>
        </p:txBody>
      </p:sp>
      <p:sp>
        <p:nvSpPr>
          <p:cNvPr id="1732" name="Google Shape;1732;p124"/>
          <p:cNvSpPr txBox="1"/>
          <p:nvPr/>
        </p:nvSpPr>
        <p:spPr>
          <a:xfrm>
            <a:off x="269175" y="1004725"/>
            <a:ext cx="8568600" cy="9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study of society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El estudio de la sociología</a:t>
            </a:r>
            <a:endParaRPr sz="18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733" name="Google Shape;1733;p1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6750" y="1508700"/>
            <a:ext cx="3421050" cy="342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4" name="Google Shape;1734;p124"/>
          <p:cNvPicPr preferRelativeResize="0"/>
          <p:nvPr/>
        </p:nvPicPr>
        <p:blipFill rotWithShape="1">
          <a:blip r:embed="rId4">
            <a:alphaModFix/>
          </a:blip>
          <a:srcRect b="11863"/>
          <a:stretch/>
        </p:blipFill>
        <p:spPr>
          <a:xfrm>
            <a:off x="2343450" y="2851250"/>
            <a:ext cx="2974524" cy="207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125"/>
          <p:cNvSpPr txBox="1">
            <a:spLocks noGrp="1"/>
          </p:cNvSpPr>
          <p:nvPr>
            <p:ph type="title"/>
          </p:nvPr>
        </p:nvSpPr>
        <p:spPr>
          <a:xfrm>
            <a:off x="262800" y="140225"/>
            <a:ext cx="888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society?     </a:t>
            </a:r>
            <a:r>
              <a:rPr lang="en">
                <a:solidFill>
                  <a:srgbClr val="3A8917"/>
                </a:solidFill>
              </a:rPr>
              <a:t>¿Qué es la sociedad?</a:t>
            </a:r>
            <a:endParaRPr>
              <a:solidFill>
                <a:srgbClr val="3A8917"/>
              </a:solidFill>
            </a:endParaRPr>
          </a:p>
        </p:txBody>
      </p:sp>
      <p:sp>
        <p:nvSpPr>
          <p:cNvPr id="1740" name="Google Shape;1740;p125"/>
          <p:cNvSpPr txBox="1"/>
          <p:nvPr/>
        </p:nvSpPr>
        <p:spPr>
          <a:xfrm>
            <a:off x="269175" y="852325"/>
            <a:ext cx="8568600" cy="39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Most definitions contain these basic elements: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La mayoría de las definiciones contienen estos elementos básicos:</a:t>
            </a:r>
            <a:endParaRPr sz="16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○"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 </a:t>
            </a:r>
            <a:r>
              <a:rPr lang="en" sz="1600" b="1" i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group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of people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Un </a:t>
            </a:r>
            <a:r>
              <a:rPr lang="en" sz="1600" b="1" i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grupo</a:t>
            </a:r>
            <a:r>
              <a:rPr lang="en" sz="16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 de personas</a:t>
            </a:r>
            <a:endParaRPr sz="16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○"/>
            </a:pPr>
            <a:r>
              <a:rPr lang="en" sz="1600" b="1" i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Interactions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between those people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Interacciones</a:t>
            </a:r>
            <a:r>
              <a:rPr lang="en" sz="16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 entre esas personas</a:t>
            </a:r>
            <a:endParaRPr sz="16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371600" lvl="2" indent="-3302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■"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These interactions follow certain </a:t>
            </a:r>
            <a:r>
              <a:rPr lang="en" sz="1600" b="1" i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patterns</a:t>
            </a:r>
            <a:endParaRPr sz="1600" b="1"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3716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Estas interacciones siguen ciertos </a:t>
            </a:r>
            <a:r>
              <a:rPr lang="en" sz="1600" b="1" i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patrones</a:t>
            </a:r>
            <a:endParaRPr sz="1600" b="1" i="1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371600" lvl="2" indent="-3302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■"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These patterns may </a:t>
            </a:r>
            <a:r>
              <a:rPr lang="en" sz="1600" b="1" i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change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lang="en" sz="1600" b="1" i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evolve</a:t>
            </a:r>
            <a:endParaRPr sz="1600" b="1"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3716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Estos patrones pueden </a:t>
            </a:r>
            <a:r>
              <a:rPr lang="en" sz="1600" b="1" i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cambiar</a:t>
            </a:r>
            <a:r>
              <a:rPr lang="en" sz="16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 y </a:t>
            </a:r>
            <a:r>
              <a:rPr lang="en" sz="1600" b="1" i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evolucionar</a:t>
            </a:r>
            <a:endParaRPr sz="1600" b="1" i="1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“Sociology is the study of social life, social change, and the social causes and consequences of human behavior” (ASA)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"La sociología es el estudio de la vida social, el cambio social, y las causas y consecuencias sociales del comportamiento humano" (ASA)</a:t>
            </a:r>
            <a:endParaRPr sz="16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741" name="Google Shape;1741;p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9581" y="1675118"/>
            <a:ext cx="2613876" cy="196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p126"/>
          <p:cNvSpPr txBox="1">
            <a:spLocks noGrp="1"/>
          </p:cNvSpPr>
          <p:nvPr>
            <p:ph type="title"/>
          </p:nvPr>
        </p:nvSpPr>
        <p:spPr>
          <a:xfrm>
            <a:off x="262800" y="178950"/>
            <a:ext cx="888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</a:t>
            </a:r>
            <a:r>
              <a:rPr lang="en" i="1"/>
              <a:t>study</a:t>
            </a:r>
            <a:r>
              <a:rPr lang="en"/>
              <a:t> it?     </a:t>
            </a:r>
            <a:r>
              <a:rPr lang="en">
                <a:solidFill>
                  <a:srgbClr val="3A8917"/>
                </a:solidFill>
              </a:rPr>
              <a:t>¿Cómo lo </a:t>
            </a:r>
            <a:r>
              <a:rPr lang="en" i="1">
                <a:solidFill>
                  <a:srgbClr val="3A8917"/>
                </a:solidFill>
              </a:rPr>
              <a:t>estudiamos</a:t>
            </a:r>
            <a:r>
              <a:rPr lang="en">
                <a:solidFill>
                  <a:srgbClr val="3A8917"/>
                </a:solidFill>
              </a:rPr>
              <a:t>?</a:t>
            </a:r>
            <a:endParaRPr/>
          </a:p>
        </p:txBody>
      </p:sp>
      <p:sp>
        <p:nvSpPr>
          <p:cNvPr id="1747" name="Google Shape;1747;p126"/>
          <p:cNvSpPr txBox="1"/>
          <p:nvPr/>
        </p:nvSpPr>
        <p:spPr>
          <a:xfrm>
            <a:off x="269175" y="814850"/>
            <a:ext cx="8568600" cy="39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How do we gain insight on how these patterns come together to form the building blocks of society?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¿Cómo entendemos la forma en que estos patrones se unen para formar los cimientos de la sociedad?</a:t>
            </a:r>
            <a:endParaRPr sz="16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○"/>
            </a:pPr>
            <a:r>
              <a:rPr lang="en" sz="16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Collecting </a:t>
            </a:r>
            <a:r>
              <a:rPr lang="en" sz="1600" b="1" i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data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lang="en" sz="1600" b="1" i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analyzing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it!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¡</a:t>
            </a:r>
            <a:r>
              <a:rPr lang="en" sz="1600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Recopilando</a:t>
            </a:r>
            <a:r>
              <a:rPr lang="en" sz="16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" sz="1600" b="1" i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datos</a:t>
            </a:r>
            <a:r>
              <a:rPr lang="en" sz="16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 y </a:t>
            </a:r>
            <a:r>
              <a:rPr lang="en" sz="1600" b="1" i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analizándolos</a:t>
            </a:r>
            <a:r>
              <a:rPr lang="en" sz="16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!</a:t>
            </a:r>
            <a:endParaRPr sz="16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All kinds of data can be collected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Se pueden recopilar todo tipo de datos</a:t>
            </a:r>
            <a:endParaRPr sz="16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marR="2953708" lvl="1" indent="-3302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○"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What types of data that sociologists use?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¿Qué tipos de datos usan los sociólogos?</a:t>
            </a:r>
            <a:endParaRPr sz="16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371600" lvl="2" indent="-3302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■"/>
            </a:pPr>
            <a:r>
              <a:rPr lang="en" sz="1600" b="1" i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Qualitative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vs </a:t>
            </a:r>
            <a:r>
              <a:rPr lang="en" sz="1600" b="1" i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quantitative</a:t>
            </a:r>
            <a:endParaRPr sz="1600" b="1"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3716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Cualitativos </a:t>
            </a:r>
            <a:r>
              <a:rPr lang="en" sz="16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vs </a:t>
            </a:r>
            <a:r>
              <a:rPr lang="en" sz="1600" b="1" i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cuantitativos</a:t>
            </a:r>
            <a:endParaRPr sz="1600" b="1" i="1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After collection, data is analyzed using various methods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Después de recopilarlos, los datos se analizan con distintos métodos</a:t>
            </a:r>
            <a:endParaRPr sz="16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748" name="Google Shape;1748;p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6375" y="2067753"/>
            <a:ext cx="3616074" cy="2034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p127"/>
          <p:cNvSpPr txBox="1">
            <a:spLocks noGrp="1"/>
          </p:cNvSpPr>
          <p:nvPr>
            <p:ph type="title"/>
          </p:nvPr>
        </p:nvSpPr>
        <p:spPr>
          <a:xfrm>
            <a:off x="186600" y="64025"/>
            <a:ext cx="888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sociologists actually do?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A8917"/>
                </a:solidFill>
              </a:rPr>
              <a:t>¿Qué </a:t>
            </a:r>
            <a:r>
              <a:rPr lang="en" sz="2900" i="1">
                <a:solidFill>
                  <a:srgbClr val="3A8917"/>
                </a:solidFill>
              </a:rPr>
              <a:t>hacen</a:t>
            </a:r>
            <a:r>
              <a:rPr lang="en" sz="2900">
                <a:solidFill>
                  <a:srgbClr val="3A8917"/>
                </a:solidFill>
              </a:rPr>
              <a:t> realmente los sociólogos?</a:t>
            </a:r>
            <a:endParaRPr sz="2900">
              <a:solidFill>
                <a:srgbClr val="3A8917"/>
              </a:solidFill>
            </a:endParaRPr>
          </a:p>
        </p:txBody>
      </p:sp>
      <p:sp>
        <p:nvSpPr>
          <p:cNvPr id="1754" name="Google Shape;1754;p127"/>
          <p:cNvSpPr txBox="1"/>
          <p:nvPr/>
        </p:nvSpPr>
        <p:spPr>
          <a:xfrm>
            <a:off x="192975" y="1233325"/>
            <a:ext cx="7681800" cy="3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Observations and interviews!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¡Observaciones y entrevistas!</a:t>
            </a:r>
            <a:endParaRPr sz="18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755" name="Google Shape;1755;p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6839" y="2388425"/>
            <a:ext cx="3622835" cy="2416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6" name="Google Shape;1756;p1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324" y="2388425"/>
            <a:ext cx="3630247" cy="2416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p128"/>
          <p:cNvSpPr txBox="1">
            <a:spLocks noGrp="1"/>
          </p:cNvSpPr>
          <p:nvPr>
            <p:ph type="title"/>
          </p:nvPr>
        </p:nvSpPr>
        <p:spPr>
          <a:xfrm>
            <a:off x="262800" y="216425"/>
            <a:ext cx="888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Observations     </a:t>
            </a:r>
            <a:r>
              <a:rPr lang="en">
                <a:solidFill>
                  <a:srgbClr val="3A8917"/>
                </a:solidFill>
              </a:rPr>
              <a:t>Observaciones</a:t>
            </a:r>
            <a:endParaRPr/>
          </a:p>
        </p:txBody>
      </p:sp>
      <p:sp>
        <p:nvSpPr>
          <p:cNvPr id="1762" name="Google Shape;1762;p128"/>
          <p:cNvSpPr txBox="1"/>
          <p:nvPr/>
        </p:nvSpPr>
        <p:spPr>
          <a:xfrm>
            <a:off x="269175" y="928525"/>
            <a:ext cx="84327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 sz="16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Observing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is exactly what it sounds like: watching in a public place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Observar</a:t>
            </a:r>
            <a:r>
              <a:rPr lang="en" sz="16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 es exactamente lo que parece: mirar en un lugar público</a:t>
            </a:r>
            <a:endParaRPr sz="16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○"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Usually </a:t>
            </a:r>
            <a:r>
              <a:rPr lang="en" sz="16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qualitative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(focused on interactions and behavior) but can be </a:t>
            </a:r>
            <a:r>
              <a:rPr lang="en" sz="16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quantitative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(counting people with certain attributes)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6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Suele ser </a:t>
            </a:r>
            <a:r>
              <a:rPr lang="en" sz="1600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cualitativa</a:t>
            </a:r>
            <a:r>
              <a:rPr lang="en" sz="16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 (enfocada en las interacciones y el comportamiento), pero puede ser </a:t>
            </a:r>
            <a:r>
              <a:rPr lang="en" sz="1600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cuantitativa</a:t>
            </a:r>
            <a:r>
              <a:rPr lang="en" sz="16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 (contar personas con ciertas características)</a:t>
            </a:r>
            <a:endParaRPr sz="16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763" name="Google Shape;1763;p128"/>
          <p:cNvPicPr preferRelativeResize="0"/>
          <p:nvPr/>
        </p:nvPicPr>
        <p:blipFill rotWithShape="1">
          <a:blip r:embed="rId3">
            <a:alphaModFix/>
          </a:blip>
          <a:srcRect b="7339"/>
          <a:stretch/>
        </p:blipFill>
        <p:spPr>
          <a:xfrm>
            <a:off x="5608775" y="2828857"/>
            <a:ext cx="3153275" cy="209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4" name="Google Shape;1764;p128"/>
          <p:cNvSpPr txBox="1"/>
          <p:nvPr/>
        </p:nvSpPr>
        <p:spPr>
          <a:xfrm>
            <a:off x="269175" y="2734851"/>
            <a:ext cx="5210400" cy="19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Usually observation happens over many months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La observación suele ocurrir a lo largo de meses</a:t>
            </a:r>
            <a:endParaRPr sz="16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When you observe in a space, you take </a:t>
            </a:r>
            <a:r>
              <a:rPr lang="en" sz="16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field notes</a:t>
            </a:r>
            <a:endParaRPr sz="16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Al observar en un espacio, se toman </a:t>
            </a:r>
            <a:r>
              <a:rPr lang="en" sz="1600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notas de campo</a:t>
            </a:r>
            <a:endParaRPr sz="1600" b="1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9" name="Google Shape;1769;p129"/>
          <p:cNvSpPr txBox="1">
            <a:spLocks noGrp="1"/>
          </p:cNvSpPr>
          <p:nvPr>
            <p:ph type="title"/>
          </p:nvPr>
        </p:nvSpPr>
        <p:spPr>
          <a:xfrm>
            <a:off x="262800" y="121487"/>
            <a:ext cx="888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Ethnography     </a:t>
            </a:r>
            <a:r>
              <a:rPr lang="en">
                <a:solidFill>
                  <a:srgbClr val="3A8917"/>
                </a:solidFill>
              </a:rPr>
              <a:t>Etnografía</a:t>
            </a:r>
            <a:endParaRPr/>
          </a:p>
        </p:txBody>
      </p:sp>
      <p:sp>
        <p:nvSpPr>
          <p:cNvPr id="1770" name="Google Shape;1770;p129"/>
          <p:cNvSpPr txBox="1"/>
          <p:nvPr/>
        </p:nvSpPr>
        <p:spPr>
          <a:xfrm>
            <a:off x="269175" y="758636"/>
            <a:ext cx="8568600" cy="39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 sz="16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Ethnography 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is observing people while being embedded in their culture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La etnografía consiste en observar a las personas estando inmerso en su cultura</a:t>
            </a:r>
            <a:endParaRPr sz="16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Char char="○"/>
            </a:pP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Ethnographers also conduct interviews/conversations, look at documents their participants give them access to, and other activities that make sense for them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Los etnógrafos también hacen entrevistas o conversaciones, revisan documentos que sus participantes les comparten, y realizan otras actividades que tengan sentido para ellos</a:t>
            </a:r>
            <a:endParaRPr sz="13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Char char="○"/>
            </a:pP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Analysis happens as observation does– you may alter your focus as new things become relevant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El análisis ocurre al mismo tiempo que la observación: el enfoque puede cambiar a medida que surgen cosas nuevas y relevantes</a:t>
            </a:r>
            <a:endParaRPr sz="13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2325058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Researchers often </a:t>
            </a:r>
            <a:r>
              <a:rPr lang="en" sz="16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follow their participants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/people of interest around as they engage with the world.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2393742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Los investigadores suelen acompañar a sus participantes o personas de interés mientras interactúan con el mundo.</a:t>
            </a:r>
            <a:endParaRPr sz="16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Takes </a:t>
            </a:r>
            <a:r>
              <a:rPr lang="en" sz="16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months to years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to do well!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¡Hacerla bien lleva de meses a años!</a:t>
            </a:r>
            <a:endParaRPr sz="16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771" name="Google Shape;1771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0950" y="3119825"/>
            <a:ext cx="1265257" cy="183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2" name="Google Shape;1772;p1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1798" y="3119825"/>
            <a:ext cx="1112851" cy="183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7" name="Google Shape;1777;p130"/>
          <p:cNvSpPr txBox="1">
            <a:spLocks noGrp="1"/>
          </p:cNvSpPr>
          <p:nvPr>
            <p:ph type="title"/>
          </p:nvPr>
        </p:nvSpPr>
        <p:spPr>
          <a:xfrm>
            <a:off x="186600" y="25300"/>
            <a:ext cx="888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Interviews vs. Observations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3A8917"/>
                </a:solidFill>
              </a:rPr>
              <a:t>Entrevistas y observaciones</a:t>
            </a:r>
            <a:endParaRPr sz="2700">
              <a:solidFill>
                <a:srgbClr val="3A8917"/>
              </a:solidFill>
            </a:endParaRPr>
          </a:p>
        </p:txBody>
      </p:sp>
      <p:sp>
        <p:nvSpPr>
          <p:cNvPr id="1778" name="Google Shape;1778;p130"/>
          <p:cNvSpPr txBox="1"/>
          <p:nvPr/>
        </p:nvSpPr>
        <p:spPr>
          <a:xfrm>
            <a:off x="186600" y="1019950"/>
            <a:ext cx="8881200" cy="4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Interviews focus on people’s assessments/perceptions of their behaviors, thoughts, and feelings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Las entrevistas se enfocan en cómo las personas evalúan o perciben sus comportamientos, pensamientos y sentimientos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DM Sans"/>
              <a:buChar char="●"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Both types of methods are interpretive– “try to develop a cultural understanding of the phenomenon you are studying”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Ambos métodos son interpretativos: buscan desarrollar una comprensión cultural del fenómeno que se estudia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DM Sans"/>
              <a:buChar char="●"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Observations focus on people’s behaviors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Las observaciones se enfocan en los comportamientos de las personas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DM Sans"/>
              <a:buChar char="●"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researcher sees what people DO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El investigador ve lo que las personas HACEN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DM Sans"/>
              <a:buChar char="●"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May be different than what people SAY in interviews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Puede ser distinto de lo que las personas DICEN en las entrevistas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DM Sans"/>
              <a:buChar char="●"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Ethnography requires a lot of trust with participants– more than interviews typically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La etnografía requiere mucha confianza con los participantes, más que las entrevistas por lo general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p131"/>
          <p:cNvSpPr txBox="1">
            <a:spLocks noGrp="1"/>
          </p:cNvSpPr>
          <p:nvPr>
            <p:ph type="title"/>
          </p:nvPr>
        </p:nvSpPr>
        <p:spPr>
          <a:xfrm>
            <a:off x="262800" y="78410"/>
            <a:ext cx="888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Ethics for sociologists    </a:t>
            </a:r>
            <a:r>
              <a:rPr lang="en">
                <a:solidFill>
                  <a:srgbClr val="3A8917"/>
                </a:solidFill>
              </a:rPr>
              <a:t>La ética para sociólogos</a:t>
            </a:r>
            <a:endParaRPr/>
          </a:p>
        </p:txBody>
      </p:sp>
      <p:sp>
        <p:nvSpPr>
          <p:cNvPr id="1784" name="Google Shape;1784;p131"/>
          <p:cNvSpPr txBox="1"/>
          <p:nvPr/>
        </p:nvSpPr>
        <p:spPr>
          <a:xfrm>
            <a:off x="269175" y="681941"/>
            <a:ext cx="8568600" cy="39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If observations are conducted in public, there is no need for informed consent</a:t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Si las observaciones se hacen en público, no se necesita consentimiento informado</a:t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If you want to observe a semi-private (classroom) or private place (doctor’s appointment), you need informed consent– typically given by participants signing a form</a:t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Para observar un lugar semi-privado (un salón de clases) o privado (una cita médica), se necesita consentimiento informado, que por lo general se obtiene cuando los participantes firman un formulario</a:t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You need approval to do studies from Institutional Review Boards</a:t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Se necesita la aprobación de un comité de ética para realizar estudios</a:t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If research includes illegal behavior, ethics get messy…</a:t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Si la investigación incluye conductas ilegales, la ética se complica...</a:t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Anonymize your participants/sites carefully!</a:t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¡Anonimicen con cuidado a los participantes y los lugares!</a:t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Don’t lie to or deceive your participants</a:t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No mientan ni engañen a los participantes</a:t>
            </a:r>
            <a:endParaRPr sz="15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785" name="Google Shape;1785;p131"/>
          <p:cNvPicPr preferRelativeResize="0"/>
          <p:nvPr/>
        </p:nvPicPr>
        <p:blipFill rotWithShape="1">
          <a:blip r:embed="rId3">
            <a:alphaModFix/>
          </a:blip>
          <a:srcRect l="7251" r="9206"/>
          <a:stretch/>
        </p:blipFill>
        <p:spPr>
          <a:xfrm>
            <a:off x="6944147" y="3405900"/>
            <a:ext cx="2007425" cy="163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p132"/>
          <p:cNvSpPr txBox="1">
            <a:spLocks noGrp="1"/>
          </p:cNvSpPr>
          <p:nvPr>
            <p:ph type="title"/>
          </p:nvPr>
        </p:nvSpPr>
        <p:spPr>
          <a:xfrm>
            <a:off x="262800" y="114378"/>
            <a:ext cx="888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Field Notes     </a:t>
            </a:r>
            <a:r>
              <a:rPr lang="en">
                <a:solidFill>
                  <a:srgbClr val="3A8917"/>
                </a:solidFill>
              </a:rPr>
              <a:t>Notas de campo</a:t>
            </a:r>
            <a:endParaRPr/>
          </a:p>
        </p:txBody>
      </p:sp>
      <p:sp>
        <p:nvSpPr>
          <p:cNvPr id="1791" name="Google Shape;1791;p132"/>
          <p:cNvSpPr txBox="1"/>
          <p:nvPr/>
        </p:nvSpPr>
        <p:spPr>
          <a:xfrm>
            <a:off x="269175" y="699925"/>
            <a:ext cx="8568600" cy="39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Start with quick notes that can jog your memory about what happened</a:t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Empezar con notas rápidas que ayudar a recordar lo que pasó</a:t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Then, detailed specifics that allow you to picture the scene</a:t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Luego, detalles específicos que permitan imaginar la escena</a:t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Separate observations from feelings/guesses</a:t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Separar las observaciones de los sentimientos y las suposiciones</a:t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Types of notes:</a:t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4668208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M Sans"/>
              <a:buChar char="●"/>
            </a:pPr>
            <a:r>
              <a:rPr lang="en" sz="1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descriptive</a:t>
            </a:r>
            <a:r>
              <a:rPr lang="en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– observations you make with your senses</a:t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4668208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M Sans"/>
              <a:buChar char="●"/>
            </a:pPr>
            <a:r>
              <a:rPr lang="en" sz="1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interpretive</a:t>
            </a:r>
            <a:r>
              <a:rPr lang="en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- what you think about those observations</a:t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4668208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M Sans"/>
              <a:buChar char="●"/>
            </a:pPr>
            <a:r>
              <a:rPr lang="en" sz="1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personal</a:t>
            </a:r>
            <a:r>
              <a:rPr lang="en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- your personal feelings about situations</a:t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4668208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M Sans"/>
              <a:buChar char="●"/>
            </a:pPr>
            <a:r>
              <a:rPr lang="en" sz="1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methodological</a:t>
            </a:r>
            <a:r>
              <a:rPr lang="en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- choices to do/say/interview what you did</a:t>
            </a:r>
            <a:endParaRPr sz="15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92" name="Google Shape;1792;p132"/>
          <p:cNvSpPr txBox="1"/>
          <p:nvPr/>
        </p:nvSpPr>
        <p:spPr>
          <a:xfrm>
            <a:off x="4229369" y="2502750"/>
            <a:ext cx="4608900" cy="25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Tipos de notas:</a:t>
            </a:r>
            <a:endParaRPr sz="15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2385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A8917"/>
              </a:buClr>
              <a:buSzPts val="1500"/>
              <a:buFont typeface="DM Sans"/>
              <a:buChar char="●"/>
            </a:pPr>
            <a:r>
              <a:rPr lang="en" sz="1500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descriptivas</a:t>
            </a:r>
            <a:r>
              <a:rPr lang="en" sz="15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-</a:t>
            </a:r>
            <a:r>
              <a:rPr lang="en" sz="1500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" sz="15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observaciones que se hacen con los sentidos</a:t>
            </a:r>
            <a:endParaRPr sz="15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2385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A8917"/>
              </a:buClr>
              <a:buSzPts val="1500"/>
              <a:buFont typeface="DM Sans"/>
              <a:buChar char="●"/>
            </a:pPr>
            <a:r>
              <a:rPr lang="en" sz="1500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interpretativas</a:t>
            </a:r>
            <a:r>
              <a:rPr lang="en" sz="15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- lo que se piensa sobre esas observaciones</a:t>
            </a:r>
            <a:endParaRPr sz="15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2385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A8917"/>
              </a:buClr>
              <a:buSzPts val="1500"/>
              <a:buFont typeface="DM Sans"/>
              <a:buChar char="●"/>
            </a:pPr>
            <a:r>
              <a:rPr lang="en" sz="1500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personales</a:t>
            </a:r>
            <a:r>
              <a:rPr lang="en" sz="15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- los sentimientos personales sobre las situaciones</a:t>
            </a:r>
            <a:endParaRPr sz="15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2385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A8917"/>
              </a:buClr>
              <a:buSzPts val="1500"/>
              <a:buFont typeface="DM Sans"/>
              <a:buChar char="●"/>
            </a:pPr>
            <a:r>
              <a:rPr lang="en" sz="1500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metodológicas</a:t>
            </a:r>
            <a:r>
              <a:rPr lang="en" sz="15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- las decisiones sobre qué hacer, decir o preguntar en las entrevistas</a:t>
            </a:r>
            <a:endParaRPr sz="15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793" name="Google Shape;1793;p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3674" y="793548"/>
            <a:ext cx="1747925" cy="17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p133"/>
          <p:cNvSpPr txBox="1">
            <a:spLocks noGrp="1"/>
          </p:cNvSpPr>
          <p:nvPr>
            <p:ph type="title"/>
          </p:nvPr>
        </p:nvSpPr>
        <p:spPr>
          <a:xfrm>
            <a:off x="186600" y="64025"/>
            <a:ext cx="888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Field Notes Activity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A8917"/>
                </a:solidFill>
              </a:rPr>
              <a:t>Actividad de notas de campo</a:t>
            </a:r>
            <a:endParaRPr>
              <a:solidFill>
                <a:srgbClr val="3A8917"/>
              </a:solidFill>
            </a:endParaRPr>
          </a:p>
        </p:txBody>
      </p:sp>
      <p:sp>
        <p:nvSpPr>
          <p:cNvPr id="1799" name="Google Shape;1799;p133"/>
          <p:cNvSpPr txBox="1"/>
          <p:nvPr/>
        </p:nvSpPr>
        <p:spPr>
          <a:xfrm>
            <a:off x="192975" y="1157125"/>
            <a:ext cx="8881200" cy="37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Your turn!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¡Es su turno!</a:t>
            </a:r>
            <a:endParaRPr sz="18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●"/>
            </a:pPr>
            <a:r>
              <a:rPr lang="en" sz="18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We’re going to watch a video</a:t>
            </a:r>
            <a:endParaRPr sz="18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Vamos a ver un video</a:t>
            </a:r>
            <a:endParaRPr sz="1800" b="1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Take descriptive notes of the scene in the video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Tomen notas descriptivas de la escena del video</a:t>
            </a:r>
            <a:endParaRPr sz="18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You will likely observe different things from your classmates– that’s ok!!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Probablemente observen cosas distintas a las de sus compañeros, ¡y está bien!</a:t>
            </a:r>
            <a:endParaRPr sz="18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We’ll then add some interpretive, personal, and theoretical notes afterwards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Después agregaremos algunas notas interpretativas, personales y teóricas</a:t>
            </a:r>
            <a:endParaRPr sz="18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134"/>
          <p:cNvSpPr txBox="1">
            <a:spLocks noGrp="1"/>
          </p:cNvSpPr>
          <p:nvPr>
            <p:ph type="title"/>
          </p:nvPr>
        </p:nvSpPr>
        <p:spPr>
          <a:xfrm>
            <a:off x="262800" y="292625"/>
            <a:ext cx="888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Activity: OBSERVE     </a:t>
            </a:r>
            <a:r>
              <a:rPr lang="en">
                <a:solidFill>
                  <a:srgbClr val="3A8917"/>
                </a:solidFill>
              </a:rPr>
              <a:t>Actividad: OBSERVEN</a:t>
            </a:r>
            <a:endParaRPr/>
          </a:p>
        </p:txBody>
      </p:sp>
      <p:pic>
        <p:nvPicPr>
          <p:cNvPr id="1805" name="Google Shape;1805;p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1313" y="1617075"/>
            <a:ext cx="4341372" cy="243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Google Shape;1810;p135"/>
          <p:cNvSpPr txBox="1">
            <a:spLocks noGrp="1"/>
          </p:cNvSpPr>
          <p:nvPr>
            <p:ph type="title"/>
          </p:nvPr>
        </p:nvSpPr>
        <p:spPr>
          <a:xfrm>
            <a:off x="186600" y="64025"/>
            <a:ext cx="888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Field Notes Activity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A8917"/>
                </a:solidFill>
              </a:rPr>
              <a:t>Actividad de notas de campo</a:t>
            </a:r>
            <a:endParaRPr>
              <a:solidFill>
                <a:srgbClr val="3A8917"/>
              </a:solidFill>
            </a:endParaRPr>
          </a:p>
        </p:txBody>
      </p:sp>
      <p:sp>
        <p:nvSpPr>
          <p:cNvPr id="1811" name="Google Shape;1811;p135"/>
          <p:cNvSpPr txBox="1"/>
          <p:nvPr/>
        </p:nvSpPr>
        <p:spPr>
          <a:xfrm>
            <a:off x="192975" y="1157125"/>
            <a:ext cx="4069800" cy="37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Using your descriptive notes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of the scene in the video…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Add some </a:t>
            </a:r>
            <a:r>
              <a:rPr lang="en" sz="16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detailed description</a:t>
            </a:r>
            <a:endParaRPr sz="16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Add some </a:t>
            </a:r>
            <a:r>
              <a:rPr lang="en" sz="16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interpretive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lang="en" sz="16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personal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notes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○"/>
            </a:pPr>
            <a:r>
              <a:rPr lang="en" sz="16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interpretive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- What do you understand about your descriptions? What explains the observations you made?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○"/>
            </a:pPr>
            <a:r>
              <a:rPr lang="en" sz="16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personal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- How do these observations make you feel? Did it remind you of personal experiences?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12" name="Google Shape;1812;p135"/>
          <p:cNvSpPr txBox="1"/>
          <p:nvPr/>
        </p:nvSpPr>
        <p:spPr>
          <a:xfrm>
            <a:off x="4262775" y="1157125"/>
            <a:ext cx="4515900" cy="37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Con sus notas descriptivas</a:t>
            </a:r>
            <a:r>
              <a:rPr lang="en" sz="16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 de la escena del video...</a:t>
            </a:r>
            <a:endParaRPr sz="1600" b="1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8917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Agreguen más</a:t>
            </a:r>
            <a:r>
              <a:rPr lang="en" sz="1600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 descripción detallada</a:t>
            </a:r>
            <a:endParaRPr sz="1600" b="1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8917"/>
              </a:buClr>
              <a:buSzPts val="1600"/>
              <a:buFont typeface="DM Sans"/>
              <a:buChar char="●"/>
            </a:pPr>
            <a:r>
              <a:rPr lang="en" sz="16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Agreguen algunas notas </a:t>
            </a:r>
            <a:r>
              <a:rPr lang="en" sz="1600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interpretativas</a:t>
            </a:r>
            <a:r>
              <a:rPr lang="en" sz="16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 y </a:t>
            </a:r>
            <a:r>
              <a:rPr lang="en" sz="1600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personales</a:t>
            </a:r>
            <a:endParaRPr sz="16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8917"/>
              </a:buClr>
              <a:buSzPts val="1600"/>
              <a:buFont typeface="DM Sans"/>
              <a:buChar char="○"/>
            </a:pPr>
            <a:r>
              <a:rPr lang="en" sz="1600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interpretativas</a:t>
            </a:r>
            <a:r>
              <a:rPr lang="en" sz="16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- ¿Qué entienden a partir de sus descripciones? ¿Qué explica las observaciones que hicieron?</a:t>
            </a:r>
            <a:endParaRPr sz="16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8917"/>
              </a:buClr>
              <a:buSzPts val="1600"/>
              <a:buFont typeface="DM Sans"/>
              <a:buChar char="○"/>
            </a:pPr>
            <a:r>
              <a:rPr lang="en" sz="1600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personales</a:t>
            </a:r>
            <a:r>
              <a:rPr lang="en" sz="16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- ¿Cómo los hacen sentir estas observaciones? ¿Les recordaron alguna experiencia personal?</a:t>
            </a:r>
            <a:endParaRPr sz="16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ocial and Behavioral Sciences in Public Health - Doctor of Philosophy (Ph.D.) in Public Health Sciences by Slidesgo">
  <a:themeElements>
    <a:clrScheme name="Simple Light">
      <a:dk1>
        <a:srgbClr val="2A2829"/>
      </a:dk1>
      <a:lt1>
        <a:srgbClr val="E8E8E8"/>
      </a:lt1>
      <a:dk2>
        <a:srgbClr val="C9C9CE"/>
      </a:dk2>
      <a:lt2>
        <a:srgbClr val="8994AF"/>
      </a:lt2>
      <a:accent1>
        <a:srgbClr val="39507C"/>
      </a:accent1>
      <a:accent2>
        <a:srgbClr val="436C7D"/>
      </a:accent2>
      <a:accent3>
        <a:srgbClr val="666462"/>
      </a:accent3>
      <a:accent4>
        <a:srgbClr val="A28578"/>
      </a:accent4>
      <a:accent5>
        <a:srgbClr val="A85F38"/>
      </a:accent5>
      <a:accent6>
        <a:srgbClr val="61202A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ocial and Behavioral Sciences in Public Health - Doctor of Philosophy (Ph.D.) in Public Health Sciences by Slidesgo">
  <a:themeElements>
    <a:clrScheme name="Simple Light">
      <a:dk1>
        <a:srgbClr val="2A2829"/>
      </a:dk1>
      <a:lt1>
        <a:srgbClr val="E8E8E8"/>
      </a:lt1>
      <a:dk2>
        <a:srgbClr val="C9C9CE"/>
      </a:dk2>
      <a:lt2>
        <a:srgbClr val="8994AF"/>
      </a:lt2>
      <a:accent1>
        <a:srgbClr val="39507C"/>
      </a:accent1>
      <a:accent2>
        <a:srgbClr val="436C7D"/>
      </a:accent2>
      <a:accent3>
        <a:srgbClr val="666462"/>
      </a:accent3>
      <a:accent4>
        <a:srgbClr val="A28578"/>
      </a:accent4>
      <a:accent5>
        <a:srgbClr val="A85F38"/>
      </a:accent5>
      <a:accent6>
        <a:srgbClr val="61202A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ocial and Behavioral Sciences in Public Health - Doctor of Philosophy (Ph.D.) in Public Health Sciences by Slidesgo">
  <a:themeElements>
    <a:clrScheme name="Simple Light">
      <a:dk1>
        <a:srgbClr val="2A2829"/>
      </a:dk1>
      <a:lt1>
        <a:srgbClr val="E8E8E8"/>
      </a:lt1>
      <a:dk2>
        <a:srgbClr val="C9C9CE"/>
      </a:dk2>
      <a:lt2>
        <a:srgbClr val="8994AF"/>
      </a:lt2>
      <a:accent1>
        <a:srgbClr val="39507C"/>
      </a:accent1>
      <a:accent2>
        <a:srgbClr val="436C7D"/>
      </a:accent2>
      <a:accent3>
        <a:srgbClr val="666462"/>
      </a:accent3>
      <a:accent4>
        <a:srgbClr val="A28578"/>
      </a:accent4>
      <a:accent5>
        <a:srgbClr val="A85F38"/>
      </a:accent5>
      <a:accent6>
        <a:srgbClr val="61202A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5772</Words>
  <Application>Microsoft Office PowerPoint</Application>
  <PresentationFormat>On-screen Show (16:9)</PresentationFormat>
  <Paragraphs>522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42</vt:i4>
      </vt:variant>
    </vt:vector>
  </HeadingPairs>
  <TitlesOfParts>
    <vt:vector size="55" baseType="lpstr">
      <vt:lpstr>Fira Sans Extra Condensed Medium</vt:lpstr>
      <vt:lpstr>DM Sans Light</vt:lpstr>
      <vt:lpstr>Aldrich</vt:lpstr>
      <vt:lpstr>Jost</vt:lpstr>
      <vt:lpstr>Abril Fatface</vt:lpstr>
      <vt:lpstr>Arial</vt:lpstr>
      <vt:lpstr>DM Sans</vt:lpstr>
      <vt:lpstr>Calibri</vt:lpstr>
      <vt:lpstr>Nunito Light</vt:lpstr>
      <vt:lpstr>Simple Light</vt:lpstr>
      <vt:lpstr>Social and Behavioral Sciences in Public Health - Doctor of Philosophy (Ph.D.) in Public Health Sciences by Slidesgo</vt:lpstr>
      <vt:lpstr>Social and Behavioral Sciences in Public Health - Doctor of Philosophy (Ph.D.) in Public Health Sciences by Slidesgo</vt:lpstr>
      <vt:lpstr>Social and Behavioral Sciences in Public Health - Doctor of Philosophy (Ph.D.) in Public Health Sciences by Slidesgo</vt:lpstr>
      <vt:lpstr>Personality &amp; Sociology Personalidad &amp; sociología </vt:lpstr>
      <vt:lpstr>Outline     Resumario</vt:lpstr>
      <vt:lpstr>Personality Personalidad</vt:lpstr>
      <vt:lpstr>What is personality?  ¿Qué es la personalidad?</vt:lpstr>
      <vt:lpstr>The Big Five Model of Personality Modelo de los Cinco Grandes de la personalidad</vt:lpstr>
      <vt:lpstr>Culture influences personality La cultura influye en la personalidad</vt:lpstr>
      <vt:lpstr>Genetics influence personality La genética influye en la personalidad</vt:lpstr>
      <vt:lpstr>Personality in the brain: Phineas Gage La personalidad en el cerebro: Phineas Gage</vt:lpstr>
      <vt:lpstr>Personality “Types”     “Tipos” de personalidad</vt:lpstr>
      <vt:lpstr>Phrenology – fake science!!! Frenología – ¡una falsa ciencia!</vt:lpstr>
      <vt:lpstr>Environment and Personality El entorno y la personalidad</vt:lpstr>
      <vt:lpstr>Maslow’s Hierarchy of Needs La jerarquía de necesidades de Maslow</vt:lpstr>
      <vt:lpstr>Logotherapy: healing through meaning Logoterapia: sanar a través del sentido</vt:lpstr>
      <vt:lpstr>The looking-glass self    El yo especular</vt:lpstr>
      <vt:lpstr>Activity: the looking-glass self Actividad: el yo especular</vt:lpstr>
      <vt:lpstr>Personality assessment: Rorschach Inkblot Test Pruebas de personalidad: prueba de Rorschach</vt:lpstr>
      <vt:lpstr>Myers Briggs</vt:lpstr>
      <vt:lpstr>Myers Briggs</vt:lpstr>
      <vt:lpstr>Personality assessments in hiring Pruebas de personalidad para conseguir trabajo</vt:lpstr>
      <vt:lpstr>Social psychology Psicología social</vt:lpstr>
      <vt:lpstr>Socialization      Socialización</vt:lpstr>
      <vt:lpstr>Self-presentation      Autopresentación</vt:lpstr>
      <vt:lpstr>Attribution      Atribución</vt:lpstr>
      <vt:lpstr>Prosocial behavior and the bystander effect Conducta prosocial y el efecto espectador</vt:lpstr>
      <vt:lpstr>The bystander effect experiment El experimento del efecto espectador</vt:lpstr>
      <vt:lpstr>Ingroup/outgroup      Endogrupo/exogrupo</vt:lpstr>
      <vt:lpstr>Power dynamics / hierarchies Dinámicas de poder / jerarquías</vt:lpstr>
      <vt:lpstr>Cults      Sectas</vt:lpstr>
      <vt:lpstr>The Manson Family (1967–1969) La Familia Manson (1967–1969)</vt:lpstr>
      <vt:lpstr>Sociology Sociología</vt:lpstr>
      <vt:lpstr>What’s sociology?     ¿Qué es la sociología?</vt:lpstr>
      <vt:lpstr>What’s society?     ¿Qué es la sociedad?</vt:lpstr>
      <vt:lpstr>How do we study it?     ¿Cómo lo estudiamos?</vt:lpstr>
      <vt:lpstr>What do sociologists actually do? ¿Qué hacen realmente los sociólogos?</vt:lpstr>
      <vt:lpstr>Observations     Observaciones</vt:lpstr>
      <vt:lpstr>Ethnography     Etnografía</vt:lpstr>
      <vt:lpstr>Interviews vs. Observations Entrevistas y observaciones</vt:lpstr>
      <vt:lpstr>Ethics for sociologists    La ética para sociólogos</vt:lpstr>
      <vt:lpstr>Field Notes     Notas de campo</vt:lpstr>
      <vt:lpstr>Field Notes Activity Actividad de notas de campo</vt:lpstr>
      <vt:lpstr>Activity: OBSERVE     Actividad: OBSERVEN</vt:lpstr>
      <vt:lpstr>Field Notes Activity Actividad de notas de campo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Megan Nelson</cp:lastModifiedBy>
  <cp:revision>1</cp:revision>
  <dcterms:modified xsi:type="dcterms:W3CDTF">2026-09-09T06:29:26Z</dcterms:modified>
</cp:coreProperties>
</file>