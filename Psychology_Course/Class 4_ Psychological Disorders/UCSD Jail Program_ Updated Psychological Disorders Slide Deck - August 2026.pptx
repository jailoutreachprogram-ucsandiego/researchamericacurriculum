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0" r:id="rId4"/>
    <p:sldMasterId id="2147483761" r:id="rId5"/>
    <p:sldMasterId id="21474837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5143500" cx="9144000"/>
  <p:notesSz cx="6858000" cy="9144000"/>
  <p:embeddedFontLst>
    <p:embeddedFont>
      <p:font typeface="Nunito"/>
      <p:regular r:id="rId56"/>
      <p:bold r:id="rId57"/>
      <p:italic r:id="rId58"/>
      <p:boldItalic r:id="rId59"/>
    </p:embeddedFont>
    <p:embeddedFont>
      <p:font typeface="Instrument Sans SemiBold"/>
      <p:regular r:id="rId60"/>
      <p:bold r:id="rId61"/>
      <p:italic r:id="rId62"/>
      <p:boldItalic r:id="rId63"/>
    </p:embeddedFont>
    <p:embeddedFont>
      <p:font typeface="Instrument Sans Medium"/>
      <p:regular r:id="rId64"/>
      <p:bold r:id="rId65"/>
      <p:italic r:id="rId66"/>
      <p:boldItalic r:id="rId67"/>
    </p:embeddedFont>
    <p:embeddedFont>
      <p:font typeface="Instrument Sans"/>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InstrumentSans-boldItalic.fntdata"/><Relationship Id="rId70" Type="http://schemas.openxmlformats.org/officeDocument/2006/relationships/font" Target="fonts/InstrumentSans-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InstrumentSansSemiBold-italic.fntdata"/><Relationship Id="rId61" Type="http://schemas.openxmlformats.org/officeDocument/2006/relationships/font" Target="fonts/InstrumentSansSemiBold-bold.fntdata"/><Relationship Id="rId20" Type="http://schemas.openxmlformats.org/officeDocument/2006/relationships/slide" Target="slides/slide13.xml"/><Relationship Id="rId64" Type="http://schemas.openxmlformats.org/officeDocument/2006/relationships/font" Target="fonts/InstrumentSansMedium-regular.fntdata"/><Relationship Id="rId63" Type="http://schemas.openxmlformats.org/officeDocument/2006/relationships/font" Target="fonts/InstrumentSansSemiBold-boldItalic.fntdata"/><Relationship Id="rId22" Type="http://schemas.openxmlformats.org/officeDocument/2006/relationships/slide" Target="slides/slide15.xml"/><Relationship Id="rId66" Type="http://schemas.openxmlformats.org/officeDocument/2006/relationships/font" Target="fonts/InstrumentSansMedium-italic.fntdata"/><Relationship Id="rId21" Type="http://schemas.openxmlformats.org/officeDocument/2006/relationships/slide" Target="slides/slide14.xml"/><Relationship Id="rId65" Type="http://schemas.openxmlformats.org/officeDocument/2006/relationships/font" Target="fonts/InstrumentSansMedium-bold.fntdata"/><Relationship Id="rId24" Type="http://schemas.openxmlformats.org/officeDocument/2006/relationships/slide" Target="slides/slide17.xml"/><Relationship Id="rId68" Type="http://schemas.openxmlformats.org/officeDocument/2006/relationships/font" Target="fonts/InstrumentSans-regular.fntdata"/><Relationship Id="rId23" Type="http://schemas.openxmlformats.org/officeDocument/2006/relationships/slide" Target="slides/slide16.xml"/><Relationship Id="rId67" Type="http://schemas.openxmlformats.org/officeDocument/2006/relationships/font" Target="fonts/InstrumentSansMedium-boldItalic.fntdata"/><Relationship Id="rId60" Type="http://schemas.openxmlformats.org/officeDocument/2006/relationships/font" Target="fonts/InstrumentSansSemiBold-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InstrumentSans-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Nunito-bold.fntdata"/><Relationship Id="rId12" Type="http://schemas.openxmlformats.org/officeDocument/2006/relationships/slide" Target="slides/slide5.xml"/><Relationship Id="rId56" Type="http://schemas.openxmlformats.org/officeDocument/2006/relationships/font" Target="fonts/Nunito-regular.fntdata"/><Relationship Id="rId15" Type="http://schemas.openxmlformats.org/officeDocument/2006/relationships/slide" Target="slides/slide8.xml"/><Relationship Id="rId59" Type="http://schemas.openxmlformats.org/officeDocument/2006/relationships/font" Target="fonts/Nunito-boldItalic.fntdata"/><Relationship Id="rId14" Type="http://schemas.openxmlformats.org/officeDocument/2006/relationships/slide" Target="slides/slide7.xml"/><Relationship Id="rId58" Type="http://schemas.openxmlformats.org/officeDocument/2006/relationships/font" Target="fonts/Nunit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f863540a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7" name="Google Shape;997;g3f863540a1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f863540a1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4" name="Google Shape;1004;g3f863540a1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f863540a1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3" name="Google Shape;1013;g3f863540a10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fabef7d45a_0_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fabef7d45a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fabef7d45a_0_1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fabef7d45a_0_1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fabef7d45a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2" name="Google Shape;1042;g3fabef7d45a_2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3f943cb5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f3f943cb5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fabef7d45a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8" name="Google Shape;1058;g3fabef7d45a_0_16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fabef7d45a_0_3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5" name="Google Shape;1065;g3fabef7d45a_0_3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fabef7d45a_0_3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3" name="Google Shape;1073;g3fabef7d45a_0_36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abef7d45a_0_2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1" name="Google Shape;1081;g3fabef7d45a_0_2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fabef7d45a_0_3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0" name="Google Shape;1090;g3fabef7d45a_0_3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fabef7d45a_0_3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9" name="Google Shape;1099;g3fabef7d45a_0_36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fabef7d45a_0_3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7" name="Google Shape;1107;g3fabef7d45a_0_36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abef7d45a_0_3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6" name="Google Shape;1116;g3fabef7d45a_0_36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fabef7d45a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3" name="Google Shape;1123;g3fabef7d45a_2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abef7d45a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9" name="Google Shape;1129;g3fabef7d45a_2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abef7d45a_0_3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6" name="Google Shape;1136;g3fabef7d45a_0_36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fabef7d45a_0_3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3" name="Google Shape;1143;g3fabef7d45a_0_36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abef7d45a_0_3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1" name="Google Shape;1151;g3fabef7d45a_0_36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fabef7d45a_0_3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9" name="Google Shape;1159;g3fabef7d45a_0_36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3f850684c0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7" name="Google Shape;1167;g3f850684c0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fabef7d45a_0_3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4" name="Google Shape;1174;g3fabef7d45a_0_36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abef7d45a_0_3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1" name="Google Shape;1181;g3fabef7d45a_0_37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fabef7d45a_0_3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0" name="Google Shape;1190;g3fabef7d45a_0_37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fabef7d45a_0_3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8" name="Google Shape;1198;g3fabef7d45a_0_37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abef7d45a_0_3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6" name="Google Shape;1206;g3fabef7d45a_0_37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fabef7d45a_0_3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3" name="Google Shape;1213;g3fabef7d45a_0_37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fabef7d45a_0_3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3" name="Google Shape;1223;g3fabef7d45a_0_37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abef7d45a_0_3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1" name="Google Shape;1231;g3fabef7d45a_0_37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f84c9141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9" name="Google Shape;1239;g3f84c9141e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fabef7d45a_0_3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7" name="Google Shape;1247;g3fabef7d45a_0_37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fabef7d45a_0_3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4" name="Google Shape;1254;g3fabef7d45a_0_37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fabef7d45a_0_3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2" name="Google Shape;1262;g3fabef7d45a_0_37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fabef7d45a_0_3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1" name="Google Shape;1271;g3fabef7d45a_0_37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3fabef7d45a_0_3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9" name="Google Shape;1279;g3fabef7d45a_0_37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fabef7d45a_0_3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6" name="Google Shape;1286;g3fabef7d45a_0_37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fabef7d45a_0_3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4" name="Google Shape;1294;g3fabef7d45a_0_3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fabef7d45a_0_3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0" name="Google Shape;1300;g3fabef7d45a_0_37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fabef7d45a_0_3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7" name="Google Shape;1307;g3fabef7d45a_0_37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3f84c9141ec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5" name="Google Shape;1315;g3f84c9141ec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f84c9141ec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4" name="Google Shape;1324;g3f84c9141ec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3fadc34297a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2" name="Google Shape;1332;g3fadc34297a_2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fadc34297a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0" name="Google Shape;1340;g3fadc34297a_2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200">
                <a:solidFill>
                  <a:schemeClr val="dk1"/>
                </a:solidFill>
                <a:latin typeface="Instrument Sans"/>
                <a:ea typeface="Instrument Sans"/>
                <a:cs typeface="Instrument Sans"/>
                <a:sym typeface="Instrument Sans"/>
              </a:rPr>
              <a:t>Depressants increase the activity of GABA. GABA is an important brain chemical that reduces how fast neurons can talk to each other. It slows signals between the brain and body.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3fadc34297a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8" name="Google Shape;1348;g3fadc34297a_2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f850684c0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6" name="Google Shape;1356;g3f850684c03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the topic that we will be discussing today is Psychological Disorders or also known as Mental Disorders.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Does anyone can explain roughly what it means by seeing this picture?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fabef7d45a_0_3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3" name="Google Shape;1363;g3fabef7d45a_0_38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f84c9141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3f84c9141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 Id="rId3" Type="http://schemas.openxmlformats.org/officeDocument/2006/relationships/image" Target="../media/image2.jp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otions" type="blank">
  <p:cSld name="BLANK">
    <p:spTree>
      <p:nvGrpSpPr>
        <p:cNvPr id="55" name="Shape 55"/>
        <p:cNvGrpSpPr/>
        <p:nvPr/>
      </p:nvGrpSpPr>
      <p:grpSpPr>
        <a:xfrm>
          <a:off x="0" y="0"/>
          <a:ext cx="0" cy="0"/>
          <a:chOff x="0" y="0"/>
          <a:chExt cx="0" cy="0"/>
        </a:xfrm>
      </p:grpSpPr>
      <p:sp>
        <p:nvSpPr>
          <p:cNvPr id="56" name="Google Shape;56;p15"/>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7" name="Google Shape;57;p15"/>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pic>
        <p:nvPicPr>
          <p:cNvPr descr="A portrait of a smiling woman in casual attire. " id="58" name="Google Shape;58;p15"/>
          <p:cNvPicPr preferRelativeResize="0"/>
          <p:nvPr/>
        </p:nvPicPr>
        <p:blipFill rotWithShape="1">
          <a:blip r:embed="rId2">
            <a:alphaModFix/>
          </a:blip>
          <a:srcRect b="23378" l="26958" r="35833" t="0"/>
          <a:stretch/>
        </p:blipFill>
        <p:spPr>
          <a:xfrm>
            <a:off x="284700" y="1847700"/>
            <a:ext cx="2055000" cy="2820900"/>
          </a:xfrm>
          <a:prstGeom prst="roundRect">
            <a:avLst>
              <a:gd fmla="val 15597" name="adj"/>
            </a:avLst>
          </a:prstGeom>
          <a:noFill/>
          <a:ln>
            <a:noFill/>
          </a:ln>
        </p:spPr>
      </p:pic>
      <p:pic>
        <p:nvPicPr>
          <p:cNvPr descr="A confident man stands with his arms crossed in front of a white background. " id="59" name="Google Shape;59;p15"/>
          <p:cNvPicPr preferRelativeResize="0"/>
          <p:nvPr/>
        </p:nvPicPr>
        <p:blipFill rotWithShape="1">
          <a:blip r:embed="rId3">
            <a:alphaModFix/>
          </a:blip>
          <a:srcRect b="1225" l="28621" r="23422" t="0"/>
          <a:stretch/>
        </p:blipFill>
        <p:spPr>
          <a:xfrm>
            <a:off x="4629476" y="1847700"/>
            <a:ext cx="2055000" cy="2820900"/>
          </a:xfrm>
          <a:prstGeom prst="roundRect">
            <a:avLst>
              <a:gd fmla="val 15616" name="adj"/>
            </a:avLst>
          </a:prstGeom>
          <a:noFill/>
          <a:ln>
            <a:noFill/>
          </a:ln>
        </p:spPr>
      </p:pic>
      <p:sp>
        <p:nvSpPr>
          <p:cNvPr id="60" name="Google Shape;60;p15"/>
          <p:cNvSpPr txBox="1"/>
          <p:nvPr>
            <p:ph type="title"/>
          </p:nvPr>
        </p:nvSpPr>
        <p:spPr>
          <a:xfrm>
            <a:off x="284700" y="598950"/>
            <a:ext cx="6615900" cy="4506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1pPr>
            <a:lvl2pPr lvl="1">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2pPr>
            <a:lvl3pPr lvl="2">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3pPr>
            <a:lvl4pPr lvl="3">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4pPr>
            <a:lvl5pPr lvl="4">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5pPr>
            <a:lvl6pPr lvl="5">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6pPr>
            <a:lvl7pPr lvl="6">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7pPr>
            <a:lvl8pPr lvl="7">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8pPr>
            <a:lvl9pPr lvl="8">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9pPr>
          </a:lstStyle>
          <a:p/>
        </p:txBody>
      </p:sp>
      <p:sp>
        <p:nvSpPr>
          <p:cNvPr id="61" name="Google Shape;61;p15"/>
          <p:cNvSpPr txBox="1"/>
          <p:nvPr>
            <p:ph idx="3" type="subTitle"/>
          </p:nvPr>
        </p:nvSpPr>
        <p:spPr>
          <a:xfrm>
            <a:off x="2541625" y="2578075"/>
            <a:ext cx="1796700" cy="3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62" name="Google Shape;62;p15"/>
          <p:cNvSpPr txBox="1"/>
          <p:nvPr>
            <p:ph idx="4" type="subTitle"/>
          </p:nvPr>
        </p:nvSpPr>
        <p:spPr>
          <a:xfrm>
            <a:off x="2640775" y="2819575"/>
            <a:ext cx="1485600" cy="450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5" type="subTitle"/>
          </p:nvPr>
        </p:nvSpPr>
        <p:spPr>
          <a:xfrm>
            <a:off x="6895261" y="2578075"/>
            <a:ext cx="1796700" cy="3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64" name="Google Shape;64;p15"/>
          <p:cNvSpPr txBox="1"/>
          <p:nvPr>
            <p:ph idx="6" type="subTitle"/>
          </p:nvPr>
        </p:nvSpPr>
        <p:spPr>
          <a:xfrm>
            <a:off x="6895261" y="2819575"/>
            <a:ext cx="1485600" cy="450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65" name="Google Shape;65;p15"/>
          <p:cNvSpPr txBox="1"/>
          <p:nvPr>
            <p:ph idx="7" type="subTitle"/>
          </p:nvPr>
        </p:nvSpPr>
        <p:spPr>
          <a:xfrm>
            <a:off x="2541000" y="3617250"/>
            <a:ext cx="1899900" cy="999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p:txBody>
      </p:sp>
      <p:sp>
        <p:nvSpPr>
          <p:cNvPr id="66" name="Google Shape;66;p15"/>
          <p:cNvSpPr txBox="1"/>
          <p:nvPr>
            <p:ph idx="8" type="subTitle"/>
          </p:nvPr>
        </p:nvSpPr>
        <p:spPr>
          <a:xfrm>
            <a:off x="6886656" y="3627975"/>
            <a:ext cx="1899900" cy="999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p:txBody>
      </p:sp>
      <p:sp>
        <p:nvSpPr>
          <p:cNvPr id="67" name="Google Shape;67;p1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2">
    <p:spTree>
      <p:nvGrpSpPr>
        <p:cNvPr id="68" name="Shape 68"/>
        <p:cNvGrpSpPr/>
        <p:nvPr/>
      </p:nvGrpSpPr>
      <p:grpSpPr>
        <a:xfrm>
          <a:off x="0" y="0"/>
          <a:ext cx="0" cy="0"/>
          <a:chOff x="0" y="0"/>
          <a:chExt cx="0" cy="0"/>
        </a:xfrm>
      </p:grpSpPr>
      <p:sp>
        <p:nvSpPr>
          <p:cNvPr id="69" name="Google Shape;69;p16"/>
          <p:cNvSpPr txBox="1"/>
          <p:nvPr>
            <p:ph type="title"/>
          </p:nvPr>
        </p:nvSpPr>
        <p:spPr>
          <a:xfrm>
            <a:off x="291800" y="465200"/>
            <a:ext cx="5666400" cy="2047800"/>
          </a:xfrm>
          <a:prstGeom prst="rect">
            <a:avLst/>
          </a:prstGeom>
        </p:spPr>
        <p:txBody>
          <a:bodyPr anchorCtr="0" anchor="t" bIns="0" lIns="0" spcFirstLastPara="1" rIns="0" wrap="square" tIns="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2pPr>
            <a:lvl3pPr lvl="2">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3pPr>
            <a:lvl4pPr lvl="3">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4pPr>
            <a:lvl5pPr lvl="4">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5pPr>
            <a:lvl6pPr lvl="5">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6pPr>
            <a:lvl7pPr lvl="6">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7pPr>
            <a:lvl8pPr lvl="7">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8pPr>
            <a:lvl9pPr lvl="8">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9pPr>
          </a:lstStyle>
          <a:p/>
        </p:txBody>
      </p:sp>
      <p:grpSp>
        <p:nvGrpSpPr>
          <p:cNvPr id="70" name="Google Shape;70;p16"/>
          <p:cNvGrpSpPr/>
          <p:nvPr/>
        </p:nvGrpSpPr>
        <p:grpSpPr>
          <a:xfrm>
            <a:off x="5689900" y="0"/>
            <a:ext cx="2908801" cy="5143500"/>
            <a:chOff x="5689900" y="0"/>
            <a:chExt cx="2908801" cy="5143500"/>
          </a:xfrm>
        </p:grpSpPr>
        <p:pic>
          <p:nvPicPr>
            <p:cNvPr id="71" name="Google Shape;71;p16"/>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72" name="Google Shape;72;p16"/>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73" name="Google Shape;73;p16"/>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2_1">
    <p:spTree>
      <p:nvGrpSpPr>
        <p:cNvPr id="74" name="Shape 74"/>
        <p:cNvGrpSpPr/>
        <p:nvPr/>
      </p:nvGrpSpPr>
      <p:grpSpPr>
        <a:xfrm>
          <a:off x="0" y="0"/>
          <a:ext cx="0" cy="0"/>
          <a:chOff x="0" y="0"/>
          <a:chExt cx="0" cy="0"/>
        </a:xfrm>
      </p:grpSpPr>
      <p:sp>
        <p:nvSpPr>
          <p:cNvPr id="75" name="Google Shape;75;p17"/>
          <p:cNvSpPr/>
          <p:nvPr/>
        </p:nvSpPr>
        <p:spPr>
          <a:xfrm>
            <a:off x="608106" y="3907013"/>
            <a:ext cx="571200" cy="571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76" name="Google Shape;76;p17"/>
          <p:cNvSpPr/>
          <p:nvPr>
            <p:ph idx="2" type="pic"/>
          </p:nvPr>
        </p:nvSpPr>
        <p:spPr>
          <a:xfrm>
            <a:off x="598225" y="3900375"/>
            <a:ext cx="571200" cy="571200"/>
          </a:xfrm>
          <a:prstGeom prst="ellipse">
            <a:avLst/>
          </a:prstGeom>
          <a:noFill/>
          <a:ln>
            <a:noFill/>
          </a:ln>
        </p:spPr>
      </p:sp>
      <p:sp>
        <p:nvSpPr>
          <p:cNvPr id="77" name="Google Shape;77;p17"/>
          <p:cNvSpPr txBox="1"/>
          <p:nvPr>
            <p:ph type="title"/>
          </p:nvPr>
        </p:nvSpPr>
        <p:spPr>
          <a:xfrm>
            <a:off x="291800" y="465200"/>
            <a:ext cx="5666400" cy="2047800"/>
          </a:xfrm>
          <a:prstGeom prst="rect">
            <a:avLst/>
          </a:prstGeom>
        </p:spPr>
        <p:txBody>
          <a:bodyPr anchorCtr="0" anchor="t" bIns="0" lIns="0" spcFirstLastPara="1" rIns="0" wrap="square" tIns="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defRPr>
            </a:lvl2pPr>
            <a:lvl3pPr lvl="2">
              <a:lnSpc>
                <a:spcPct val="85000"/>
              </a:lnSpc>
              <a:spcBef>
                <a:spcPts val="0"/>
              </a:spcBef>
              <a:spcAft>
                <a:spcPts val="0"/>
              </a:spcAft>
              <a:buClr>
                <a:schemeClr val="lt1"/>
              </a:buClr>
              <a:buSzPts val="6000"/>
              <a:buFont typeface="Instrument Sans SemiBold"/>
              <a:buNone/>
              <a:defRPr sz="6000">
                <a:solidFill>
                  <a:schemeClr val="lt1"/>
                </a:solidFill>
              </a:defRPr>
            </a:lvl3pPr>
            <a:lvl4pPr lvl="3">
              <a:lnSpc>
                <a:spcPct val="85000"/>
              </a:lnSpc>
              <a:spcBef>
                <a:spcPts val="0"/>
              </a:spcBef>
              <a:spcAft>
                <a:spcPts val="0"/>
              </a:spcAft>
              <a:buClr>
                <a:schemeClr val="lt1"/>
              </a:buClr>
              <a:buSzPts val="6000"/>
              <a:buFont typeface="Instrument Sans SemiBold"/>
              <a:buNone/>
              <a:defRPr sz="6000">
                <a:solidFill>
                  <a:schemeClr val="lt1"/>
                </a:solidFill>
              </a:defRPr>
            </a:lvl4pPr>
            <a:lvl5pPr lvl="4">
              <a:lnSpc>
                <a:spcPct val="85000"/>
              </a:lnSpc>
              <a:spcBef>
                <a:spcPts val="0"/>
              </a:spcBef>
              <a:spcAft>
                <a:spcPts val="0"/>
              </a:spcAft>
              <a:buClr>
                <a:schemeClr val="lt1"/>
              </a:buClr>
              <a:buSzPts val="6000"/>
              <a:buFont typeface="Instrument Sans SemiBold"/>
              <a:buNone/>
              <a:defRPr sz="6000">
                <a:solidFill>
                  <a:schemeClr val="lt1"/>
                </a:solidFill>
              </a:defRPr>
            </a:lvl5pPr>
            <a:lvl6pPr lvl="5">
              <a:lnSpc>
                <a:spcPct val="85000"/>
              </a:lnSpc>
              <a:spcBef>
                <a:spcPts val="0"/>
              </a:spcBef>
              <a:spcAft>
                <a:spcPts val="0"/>
              </a:spcAft>
              <a:buClr>
                <a:schemeClr val="lt1"/>
              </a:buClr>
              <a:buSzPts val="6000"/>
              <a:buFont typeface="Instrument Sans SemiBold"/>
              <a:buNone/>
              <a:defRPr sz="6000">
                <a:solidFill>
                  <a:schemeClr val="lt1"/>
                </a:solidFill>
              </a:defRPr>
            </a:lvl6pPr>
            <a:lvl7pPr lvl="6">
              <a:lnSpc>
                <a:spcPct val="85000"/>
              </a:lnSpc>
              <a:spcBef>
                <a:spcPts val="0"/>
              </a:spcBef>
              <a:spcAft>
                <a:spcPts val="0"/>
              </a:spcAft>
              <a:buClr>
                <a:schemeClr val="lt1"/>
              </a:buClr>
              <a:buSzPts val="6000"/>
              <a:buFont typeface="Instrument Sans SemiBold"/>
              <a:buNone/>
              <a:defRPr sz="6000">
                <a:solidFill>
                  <a:schemeClr val="lt1"/>
                </a:solidFill>
              </a:defRPr>
            </a:lvl7pPr>
            <a:lvl8pPr lvl="7">
              <a:lnSpc>
                <a:spcPct val="85000"/>
              </a:lnSpc>
              <a:spcBef>
                <a:spcPts val="0"/>
              </a:spcBef>
              <a:spcAft>
                <a:spcPts val="0"/>
              </a:spcAft>
              <a:buClr>
                <a:schemeClr val="lt1"/>
              </a:buClr>
              <a:buSzPts val="6000"/>
              <a:buFont typeface="Instrument Sans SemiBold"/>
              <a:buNone/>
              <a:defRPr sz="6000">
                <a:solidFill>
                  <a:schemeClr val="lt1"/>
                </a:solidFill>
              </a:defRPr>
            </a:lvl8pPr>
            <a:lvl9pPr lvl="8">
              <a:lnSpc>
                <a:spcPct val="85000"/>
              </a:lnSpc>
              <a:spcBef>
                <a:spcPts val="0"/>
              </a:spcBef>
              <a:spcAft>
                <a:spcPts val="0"/>
              </a:spcAft>
              <a:buClr>
                <a:schemeClr val="lt1"/>
              </a:buClr>
              <a:buSzPts val="6000"/>
              <a:buFont typeface="Instrument Sans SemiBold"/>
              <a:buNone/>
              <a:defRPr sz="6000">
                <a:solidFill>
                  <a:schemeClr val="lt1"/>
                </a:solidFill>
              </a:defRPr>
            </a:lvl9pPr>
          </a:lstStyle>
          <a:p/>
        </p:txBody>
      </p:sp>
      <p:sp>
        <p:nvSpPr>
          <p:cNvPr id="78" name="Google Shape;78;p17"/>
          <p:cNvSpPr txBox="1"/>
          <p:nvPr>
            <p:ph idx="1" type="subTitle"/>
          </p:nvPr>
        </p:nvSpPr>
        <p:spPr>
          <a:xfrm>
            <a:off x="1416800" y="3864575"/>
            <a:ext cx="2908800" cy="3084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400"/>
              <a:buFont typeface="Instrument Sans"/>
              <a:buNone/>
              <a:defRPr sz="12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79" name="Google Shape;79;p17"/>
          <p:cNvSpPr txBox="1"/>
          <p:nvPr>
            <p:ph idx="3" type="subTitle"/>
          </p:nvPr>
        </p:nvSpPr>
        <p:spPr>
          <a:xfrm>
            <a:off x="1416800" y="4185969"/>
            <a:ext cx="2908800" cy="308400"/>
          </a:xfrm>
          <a:prstGeom prst="rect">
            <a:avLst/>
          </a:prstGeom>
        </p:spPr>
        <p:txBody>
          <a:bodyPr anchorCtr="0" anchor="t" bIns="0" lIns="0" spcFirstLastPara="1" rIns="0" wrap="square" tIns="0">
            <a:noAutofit/>
          </a:bodyPr>
          <a:lstStyle>
            <a:lvl1pPr lvl="0">
              <a:lnSpc>
                <a:spcPct val="110000"/>
              </a:lnSpc>
              <a:spcBef>
                <a:spcPts val="0"/>
              </a:spcBef>
              <a:spcAft>
                <a:spcPts val="0"/>
              </a:spcAft>
              <a:buNone/>
              <a:defRPr i="1" sz="12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Clr>
                <a:schemeClr val="accent5"/>
              </a:buClr>
              <a:buSzPts val="1400"/>
              <a:buFont typeface="Instrument Sans"/>
              <a:buNone/>
              <a:defRPr>
                <a:solidFill>
                  <a:schemeClr val="accent5"/>
                </a:solidFill>
              </a:defRPr>
            </a:lvl2pPr>
            <a:lvl3pPr lvl="2">
              <a:spcBef>
                <a:spcPts val="0"/>
              </a:spcBef>
              <a:spcAft>
                <a:spcPts val="0"/>
              </a:spcAft>
              <a:buClr>
                <a:schemeClr val="accent5"/>
              </a:buClr>
              <a:buSzPts val="1400"/>
              <a:buFont typeface="Instrument Sans"/>
              <a:buNone/>
              <a:defRPr>
                <a:solidFill>
                  <a:schemeClr val="accent5"/>
                </a:solidFill>
              </a:defRPr>
            </a:lvl3pPr>
            <a:lvl4pPr lvl="3">
              <a:spcBef>
                <a:spcPts val="0"/>
              </a:spcBef>
              <a:spcAft>
                <a:spcPts val="0"/>
              </a:spcAft>
              <a:buClr>
                <a:schemeClr val="accent5"/>
              </a:buClr>
              <a:buSzPts val="1400"/>
              <a:buFont typeface="Instrument Sans"/>
              <a:buNone/>
              <a:defRPr>
                <a:solidFill>
                  <a:schemeClr val="accent5"/>
                </a:solidFill>
              </a:defRPr>
            </a:lvl4pPr>
            <a:lvl5pPr lvl="4">
              <a:spcBef>
                <a:spcPts val="0"/>
              </a:spcBef>
              <a:spcAft>
                <a:spcPts val="0"/>
              </a:spcAft>
              <a:buClr>
                <a:schemeClr val="accent5"/>
              </a:buClr>
              <a:buSzPts val="1400"/>
              <a:buFont typeface="Instrument Sans"/>
              <a:buNone/>
              <a:defRPr>
                <a:solidFill>
                  <a:schemeClr val="accent5"/>
                </a:solidFill>
              </a:defRPr>
            </a:lvl5pPr>
            <a:lvl6pPr lvl="5">
              <a:spcBef>
                <a:spcPts val="0"/>
              </a:spcBef>
              <a:spcAft>
                <a:spcPts val="0"/>
              </a:spcAft>
              <a:buClr>
                <a:schemeClr val="accent5"/>
              </a:buClr>
              <a:buSzPts val="1400"/>
              <a:buFont typeface="Instrument Sans"/>
              <a:buNone/>
              <a:defRPr>
                <a:solidFill>
                  <a:schemeClr val="accent5"/>
                </a:solidFill>
              </a:defRPr>
            </a:lvl6pPr>
            <a:lvl7pPr lvl="6">
              <a:spcBef>
                <a:spcPts val="0"/>
              </a:spcBef>
              <a:spcAft>
                <a:spcPts val="0"/>
              </a:spcAft>
              <a:buClr>
                <a:schemeClr val="accent5"/>
              </a:buClr>
              <a:buSzPts val="1400"/>
              <a:buFont typeface="Instrument Sans"/>
              <a:buNone/>
              <a:defRPr>
                <a:solidFill>
                  <a:schemeClr val="accent5"/>
                </a:solidFill>
              </a:defRPr>
            </a:lvl7pPr>
            <a:lvl8pPr lvl="7">
              <a:spcBef>
                <a:spcPts val="0"/>
              </a:spcBef>
              <a:spcAft>
                <a:spcPts val="0"/>
              </a:spcAft>
              <a:buClr>
                <a:schemeClr val="accent5"/>
              </a:buClr>
              <a:buSzPts val="1400"/>
              <a:buFont typeface="Instrument Sans"/>
              <a:buNone/>
              <a:defRPr>
                <a:solidFill>
                  <a:schemeClr val="accent5"/>
                </a:solidFill>
              </a:defRPr>
            </a:lvl8pPr>
            <a:lvl9pPr lvl="8">
              <a:spcBef>
                <a:spcPts val="0"/>
              </a:spcBef>
              <a:spcAft>
                <a:spcPts val="0"/>
              </a:spcAft>
              <a:buClr>
                <a:schemeClr val="accent5"/>
              </a:buClr>
              <a:buSzPts val="1400"/>
              <a:buFont typeface="Instrument Sans"/>
              <a:buNone/>
              <a:defRPr>
                <a:solidFill>
                  <a:schemeClr val="accent5"/>
                </a:solidFill>
              </a:defRPr>
            </a:lvl9pPr>
          </a:lstStyle>
          <a:p/>
        </p:txBody>
      </p:sp>
      <p:grpSp>
        <p:nvGrpSpPr>
          <p:cNvPr id="80" name="Google Shape;80;p17"/>
          <p:cNvGrpSpPr/>
          <p:nvPr/>
        </p:nvGrpSpPr>
        <p:grpSpPr>
          <a:xfrm>
            <a:off x="5689900" y="0"/>
            <a:ext cx="2908801" cy="5143500"/>
            <a:chOff x="5689900" y="0"/>
            <a:chExt cx="2908801" cy="5143500"/>
          </a:xfrm>
        </p:grpSpPr>
        <p:pic>
          <p:nvPicPr>
            <p:cNvPr id="81" name="Google Shape;81;p17"/>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82" name="Google Shape;82;p17"/>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83" name="Google Shape;83;p17"/>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4 elements">
  <p:cSld name="BLANK_1_1_1_1_1_1_1_1_1_1_1_2">
    <p:bg>
      <p:bgPr>
        <a:solidFill>
          <a:schemeClr val="dk2"/>
        </a:solidFill>
      </p:bgPr>
    </p:bg>
    <p:spTree>
      <p:nvGrpSpPr>
        <p:cNvPr id="84" name="Shape 84"/>
        <p:cNvGrpSpPr/>
        <p:nvPr/>
      </p:nvGrpSpPr>
      <p:grpSpPr>
        <a:xfrm>
          <a:off x="0" y="0"/>
          <a:ext cx="0" cy="0"/>
          <a:chOff x="0" y="0"/>
          <a:chExt cx="0" cy="0"/>
        </a:xfrm>
      </p:grpSpPr>
      <p:pic>
        <p:nvPicPr>
          <p:cNvPr id="85" name="Google Shape;85;p18"/>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86" name="Google Shape;86;p18"/>
          <p:cNvSpPr txBox="1"/>
          <p:nvPr>
            <p:ph idx="1" type="body"/>
          </p:nvPr>
        </p:nvSpPr>
        <p:spPr>
          <a:xfrm>
            <a:off x="46281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87" name="Google Shape;87;p18"/>
          <p:cNvSpPr txBox="1"/>
          <p:nvPr>
            <p:ph idx="2" type="body"/>
          </p:nvPr>
        </p:nvSpPr>
        <p:spPr>
          <a:xfrm>
            <a:off x="68018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88" name="Google Shape;88;p18"/>
          <p:cNvSpPr txBox="1"/>
          <p:nvPr>
            <p:ph idx="3" type="body"/>
          </p:nvPr>
        </p:nvSpPr>
        <p:spPr>
          <a:xfrm>
            <a:off x="2808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89" name="Google Shape;89;p18"/>
          <p:cNvSpPr txBox="1"/>
          <p:nvPr>
            <p:ph idx="4" type="body"/>
          </p:nvPr>
        </p:nvSpPr>
        <p:spPr>
          <a:xfrm>
            <a:off x="2454525" y="2623228"/>
            <a:ext cx="2055000" cy="1281600"/>
          </a:xfrm>
          <a:prstGeom prst="rect">
            <a:avLst/>
          </a:prstGeom>
        </p:spPr>
        <p:txBody>
          <a:bodyPr anchorCtr="0" anchor="t" bIns="91425" lIns="137150" spcFirstLastPara="1" rIns="91425" wrap="square" tIns="91425">
            <a:noAutofit/>
          </a:bodyPr>
          <a:lstStyle>
            <a:lvl1pPr indent="-317500" lvl="0" marL="4572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1pPr>
            <a:lvl2pPr indent="-317500" lvl="1" marL="9144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2pPr>
            <a:lvl3pPr indent="-317500" lvl="2" marL="13716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3pPr>
            <a:lvl4pPr indent="-317500" lvl="3" marL="18288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4pPr>
            <a:lvl5pPr indent="-317500" lvl="4" marL="22860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5pPr>
            <a:lvl6pPr indent="-317500" lvl="5" marL="27432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6pPr>
            <a:lvl7pPr indent="-317500" lvl="6" marL="32004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7pPr>
            <a:lvl8pPr indent="-317500" lvl="7" marL="36576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8pPr>
            <a:lvl9pPr indent="-317500" lvl="8" marL="41148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9pPr>
          </a:lstStyle>
          <a:p/>
        </p:txBody>
      </p:sp>
      <p:sp>
        <p:nvSpPr>
          <p:cNvPr id="90" name="Google Shape;90;p18"/>
          <p:cNvSpPr txBox="1"/>
          <p:nvPr>
            <p:ph idx="5" type="subTitle"/>
          </p:nvPr>
        </p:nvSpPr>
        <p:spPr>
          <a:xfrm>
            <a:off x="289100"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8"/>
          <p:cNvSpPr txBox="1"/>
          <p:nvPr>
            <p:ph idx="6" type="subTitle"/>
          </p:nvPr>
        </p:nvSpPr>
        <p:spPr>
          <a:xfrm>
            <a:off x="2459475"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8"/>
          <p:cNvSpPr txBox="1"/>
          <p:nvPr>
            <p:ph idx="7" type="subTitle"/>
          </p:nvPr>
        </p:nvSpPr>
        <p:spPr>
          <a:xfrm>
            <a:off x="4629100"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8" type="subTitle"/>
          </p:nvPr>
        </p:nvSpPr>
        <p:spPr>
          <a:xfrm>
            <a:off x="6807639"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8"/>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5" name="Google Shape;95;p1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8"/>
          <p:cNvSpPr txBox="1"/>
          <p:nvPr>
            <p:ph idx="9"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97" name="Google Shape;97;p18"/>
          <p:cNvSpPr txBox="1"/>
          <p:nvPr>
            <p:ph idx="1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98" name="Google Shape;98;p18"/>
          <p:cNvSpPr txBox="1"/>
          <p:nvPr>
            <p:ph idx="14" type="subTitle"/>
          </p:nvPr>
        </p:nvSpPr>
        <p:spPr>
          <a:xfrm>
            <a:off x="282950"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99" name="Google Shape;99;p18"/>
          <p:cNvSpPr txBox="1"/>
          <p:nvPr>
            <p:ph idx="15" type="subTitle"/>
          </p:nvPr>
        </p:nvSpPr>
        <p:spPr>
          <a:xfrm>
            <a:off x="2456213"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00" name="Google Shape;100;p18"/>
          <p:cNvSpPr txBox="1"/>
          <p:nvPr>
            <p:ph idx="16" type="subTitle"/>
          </p:nvPr>
        </p:nvSpPr>
        <p:spPr>
          <a:xfrm>
            <a:off x="4629025"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01" name="Google Shape;101;p18"/>
          <p:cNvSpPr txBox="1"/>
          <p:nvPr>
            <p:ph idx="17" type="subTitle"/>
          </p:nvPr>
        </p:nvSpPr>
        <p:spPr>
          <a:xfrm>
            <a:off x="6801875"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6 elements">
  <p:cSld name="BLANK_1_1_1_1_1_1_1_1_1_1_1_2_1">
    <p:bg>
      <p:bgPr>
        <a:solidFill>
          <a:schemeClr val="dk2"/>
        </a:solidFill>
      </p:bgPr>
    </p:bg>
    <p:spTree>
      <p:nvGrpSpPr>
        <p:cNvPr id="102" name="Shape 102"/>
        <p:cNvGrpSpPr/>
        <p:nvPr/>
      </p:nvGrpSpPr>
      <p:grpSpPr>
        <a:xfrm>
          <a:off x="0" y="0"/>
          <a:ext cx="0" cy="0"/>
          <a:chOff x="0" y="0"/>
          <a:chExt cx="0" cy="0"/>
        </a:xfrm>
      </p:grpSpPr>
      <p:pic>
        <p:nvPicPr>
          <p:cNvPr id="103" name="Google Shape;103;p19"/>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104" name="Google Shape;104;p19"/>
          <p:cNvSpPr txBox="1"/>
          <p:nvPr>
            <p:ph idx="1" type="body"/>
          </p:nvPr>
        </p:nvSpPr>
        <p:spPr>
          <a:xfrm>
            <a:off x="281050" y="2623225"/>
            <a:ext cx="1363500" cy="1323600"/>
          </a:xfrm>
          <a:prstGeom prst="rect">
            <a:avLst/>
          </a:prstGeom>
        </p:spPr>
        <p:txBody>
          <a:bodyPr anchorCtr="0" anchor="t" bIns="91425" lIns="137150" spcFirstLastPara="1" rIns="90250"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5" name="Google Shape;105;p19"/>
          <p:cNvSpPr txBox="1"/>
          <p:nvPr>
            <p:ph idx="2" type="body"/>
          </p:nvPr>
        </p:nvSpPr>
        <p:spPr>
          <a:xfrm>
            <a:off x="1721100" y="2623225"/>
            <a:ext cx="1372500" cy="1323600"/>
          </a:xfrm>
          <a:prstGeom prst="rect">
            <a:avLst/>
          </a:prstGeom>
        </p:spPr>
        <p:txBody>
          <a:bodyPr anchorCtr="0" anchor="t" bIns="91425" lIns="137150" spcFirstLastPara="1" rIns="91425" wrap="square" tIns="91425">
            <a:noAutofit/>
          </a:bodyPr>
          <a:lstStyle>
            <a:lvl1pPr indent="-304800" lvl="0" marL="4572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6" name="Google Shape;106;p19"/>
          <p:cNvSpPr txBox="1"/>
          <p:nvPr>
            <p:ph idx="3" type="body"/>
          </p:nvPr>
        </p:nvSpPr>
        <p:spPr>
          <a:xfrm>
            <a:off x="3166974"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7" name="Google Shape;107;p19"/>
          <p:cNvSpPr txBox="1"/>
          <p:nvPr>
            <p:ph idx="4" type="body"/>
          </p:nvPr>
        </p:nvSpPr>
        <p:spPr>
          <a:xfrm>
            <a:off x="4608100"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8" name="Google Shape;108;p19"/>
          <p:cNvSpPr txBox="1"/>
          <p:nvPr>
            <p:ph idx="5" type="body"/>
          </p:nvPr>
        </p:nvSpPr>
        <p:spPr>
          <a:xfrm>
            <a:off x="6053974"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09" name="Google Shape;109;p19"/>
          <p:cNvSpPr txBox="1"/>
          <p:nvPr>
            <p:ph idx="6" type="body"/>
          </p:nvPr>
        </p:nvSpPr>
        <p:spPr>
          <a:xfrm>
            <a:off x="7495100"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110" name="Google Shape;110;p19"/>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1" name="Google Shape;111;p1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5"/>
                </a:solidFill>
                <a:latin typeface="Instrument Sans"/>
                <a:ea typeface="Instrument Sans"/>
                <a:cs typeface="Instrument Sans"/>
                <a:sym typeface="Instrument Sans"/>
              </a:defRPr>
            </a:lvl1pPr>
            <a:lvl2pPr lvl="1" algn="r">
              <a:buNone/>
              <a:defRPr sz="700">
                <a:solidFill>
                  <a:schemeClr val="accent5"/>
                </a:solidFill>
                <a:latin typeface="Instrument Sans"/>
                <a:ea typeface="Instrument Sans"/>
                <a:cs typeface="Instrument Sans"/>
                <a:sym typeface="Instrument Sans"/>
              </a:defRPr>
            </a:lvl2pPr>
            <a:lvl3pPr lvl="2" algn="r">
              <a:buNone/>
              <a:defRPr sz="700">
                <a:solidFill>
                  <a:schemeClr val="accent5"/>
                </a:solidFill>
                <a:latin typeface="Instrument Sans"/>
                <a:ea typeface="Instrument Sans"/>
                <a:cs typeface="Instrument Sans"/>
                <a:sym typeface="Instrument Sans"/>
              </a:defRPr>
            </a:lvl3pPr>
            <a:lvl4pPr lvl="3" algn="r">
              <a:buNone/>
              <a:defRPr sz="700">
                <a:solidFill>
                  <a:schemeClr val="accent5"/>
                </a:solidFill>
                <a:latin typeface="Instrument Sans"/>
                <a:ea typeface="Instrument Sans"/>
                <a:cs typeface="Instrument Sans"/>
                <a:sym typeface="Instrument Sans"/>
              </a:defRPr>
            </a:lvl4pPr>
            <a:lvl5pPr lvl="4" algn="r">
              <a:buNone/>
              <a:defRPr sz="700">
                <a:solidFill>
                  <a:schemeClr val="accent5"/>
                </a:solidFill>
                <a:latin typeface="Instrument Sans"/>
                <a:ea typeface="Instrument Sans"/>
                <a:cs typeface="Instrument Sans"/>
                <a:sym typeface="Instrument Sans"/>
              </a:defRPr>
            </a:lvl5pPr>
            <a:lvl6pPr lvl="5" algn="r">
              <a:buNone/>
              <a:defRPr sz="700">
                <a:solidFill>
                  <a:schemeClr val="accent5"/>
                </a:solidFill>
                <a:latin typeface="Instrument Sans"/>
                <a:ea typeface="Instrument Sans"/>
                <a:cs typeface="Instrument Sans"/>
                <a:sym typeface="Instrument Sans"/>
              </a:defRPr>
            </a:lvl6pPr>
            <a:lvl7pPr lvl="6" algn="r">
              <a:buNone/>
              <a:defRPr sz="700">
                <a:solidFill>
                  <a:schemeClr val="accent5"/>
                </a:solidFill>
                <a:latin typeface="Instrument Sans"/>
                <a:ea typeface="Instrument Sans"/>
                <a:cs typeface="Instrument Sans"/>
                <a:sym typeface="Instrument Sans"/>
              </a:defRPr>
            </a:lvl7pPr>
            <a:lvl8pPr lvl="7" algn="r">
              <a:buNone/>
              <a:defRPr sz="700">
                <a:solidFill>
                  <a:schemeClr val="accent5"/>
                </a:solidFill>
                <a:latin typeface="Instrument Sans"/>
                <a:ea typeface="Instrument Sans"/>
                <a:cs typeface="Instrument Sans"/>
                <a:sym typeface="Instrument Sans"/>
              </a:defRPr>
            </a:lvl8pPr>
            <a:lvl9pPr lvl="8" algn="r">
              <a:buNone/>
              <a:defRPr sz="700">
                <a:solidFill>
                  <a:schemeClr val="accent5"/>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9"/>
          <p:cNvSpPr txBox="1"/>
          <p:nvPr>
            <p:ph idx="7"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13" name="Google Shape;113;p19"/>
          <p:cNvSpPr txBox="1"/>
          <p:nvPr>
            <p:ph idx="8"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14" name="Google Shape;114;p19"/>
          <p:cNvSpPr txBox="1"/>
          <p:nvPr>
            <p:ph idx="9" type="subTitle"/>
          </p:nvPr>
        </p:nvSpPr>
        <p:spPr>
          <a:xfrm>
            <a:off x="282950"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5" name="Google Shape;115;p19"/>
          <p:cNvSpPr txBox="1"/>
          <p:nvPr>
            <p:ph idx="13" type="subTitle"/>
          </p:nvPr>
        </p:nvSpPr>
        <p:spPr>
          <a:xfrm>
            <a:off x="1724950"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6" name="Google Shape;116;p19"/>
          <p:cNvSpPr txBox="1"/>
          <p:nvPr>
            <p:ph idx="14" type="subTitle"/>
          </p:nvPr>
        </p:nvSpPr>
        <p:spPr>
          <a:xfrm>
            <a:off x="316652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7" name="Google Shape;117;p19"/>
          <p:cNvSpPr txBox="1"/>
          <p:nvPr>
            <p:ph idx="15" type="subTitle"/>
          </p:nvPr>
        </p:nvSpPr>
        <p:spPr>
          <a:xfrm>
            <a:off x="460787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8" name="Google Shape;118;p19"/>
          <p:cNvSpPr txBox="1"/>
          <p:nvPr>
            <p:ph idx="16" type="subTitle"/>
          </p:nvPr>
        </p:nvSpPr>
        <p:spPr>
          <a:xfrm>
            <a:off x="604922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19" name="Google Shape;119;p19"/>
          <p:cNvSpPr txBox="1"/>
          <p:nvPr>
            <p:ph idx="17" type="subTitle"/>
          </p:nvPr>
        </p:nvSpPr>
        <p:spPr>
          <a:xfrm>
            <a:off x="749057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120" name="Google Shape;120;p19"/>
          <p:cNvSpPr txBox="1"/>
          <p:nvPr>
            <p:ph idx="18" type="subTitle"/>
          </p:nvPr>
        </p:nvSpPr>
        <p:spPr>
          <a:xfrm>
            <a:off x="289100"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19"/>
          <p:cNvSpPr txBox="1"/>
          <p:nvPr>
            <p:ph idx="19" type="subTitle"/>
          </p:nvPr>
        </p:nvSpPr>
        <p:spPr>
          <a:xfrm>
            <a:off x="1728038"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9"/>
          <p:cNvSpPr txBox="1"/>
          <p:nvPr>
            <p:ph idx="20" type="subTitle"/>
          </p:nvPr>
        </p:nvSpPr>
        <p:spPr>
          <a:xfrm>
            <a:off x="3168063"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9"/>
          <p:cNvSpPr txBox="1"/>
          <p:nvPr>
            <p:ph idx="21" type="subTitle"/>
          </p:nvPr>
        </p:nvSpPr>
        <p:spPr>
          <a:xfrm>
            <a:off x="4608638"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9"/>
          <p:cNvSpPr txBox="1"/>
          <p:nvPr>
            <p:ph idx="22" type="subTitle"/>
          </p:nvPr>
        </p:nvSpPr>
        <p:spPr>
          <a:xfrm>
            <a:off x="6051325"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9"/>
          <p:cNvSpPr txBox="1"/>
          <p:nvPr>
            <p:ph idx="23" type="subTitle"/>
          </p:nvPr>
        </p:nvSpPr>
        <p:spPr>
          <a:xfrm>
            <a:off x="7490350"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1_1_1_1_1_1_1_2_1_1">
    <p:bg>
      <p:bgPr>
        <a:solidFill>
          <a:schemeClr val="dk2"/>
        </a:solidFill>
      </p:bgPr>
    </p:bg>
    <p:spTree>
      <p:nvGrpSpPr>
        <p:cNvPr id="126" name="Shape 126"/>
        <p:cNvGrpSpPr/>
        <p:nvPr/>
      </p:nvGrpSpPr>
      <p:grpSpPr>
        <a:xfrm>
          <a:off x="0" y="0"/>
          <a:ext cx="0" cy="0"/>
          <a:chOff x="0" y="0"/>
          <a:chExt cx="0" cy="0"/>
        </a:xfrm>
      </p:grpSpPr>
      <p:sp>
        <p:nvSpPr>
          <p:cNvPr id="127" name="Google Shape;127;p20"/>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8" name="Google Shape;128;p2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0"/>
          <p:cNvSpPr/>
          <p:nvPr>
            <p:ph idx="2" type="pic"/>
          </p:nvPr>
        </p:nvSpPr>
        <p:spPr>
          <a:xfrm>
            <a:off x="477231" y="2396357"/>
            <a:ext cx="1243500" cy="1243500"/>
          </a:xfrm>
          <a:prstGeom prst="ellipse">
            <a:avLst/>
          </a:prstGeom>
          <a:noFill/>
          <a:ln>
            <a:noFill/>
          </a:ln>
        </p:spPr>
      </p:sp>
      <p:sp>
        <p:nvSpPr>
          <p:cNvPr id="130" name="Google Shape;130;p20"/>
          <p:cNvSpPr/>
          <p:nvPr>
            <p:ph idx="3" type="pic"/>
          </p:nvPr>
        </p:nvSpPr>
        <p:spPr>
          <a:xfrm>
            <a:off x="1867356" y="2396357"/>
            <a:ext cx="1243500" cy="1243500"/>
          </a:xfrm>
          <a:prstGeom prst="ellipse">
            <a:avLst/>
          </a:prstGeom>
          <a:noFill/>
          <a:ln>
            <a:noFill/>
          </a:ln>
        </p:spPr>
      </p:sp>
      <p:sp>
        <p:nvSpPr>
          <p:cNvPr id="131" name="Google Shape;131;p20"/>
          <p:cNvSpPr/>
          <p:nvPr>
            <p:ph idx="4" type="pic"/>
          </p:nvPr>
        </p:nvSpPr>
        <p:spPr>
          <a:xfrm>
            <a:off x="3257481" y="2396357"/>
            <a:ext cx="1243500" cy="1243500"/>
          </a:xfrm>
          <a:prstGeom prst="ellipse">
            <a:avLst/>
          </a:prstGeom>
          <a:noFill/>
          <a:ln>
            <a:noFill/>
          </a:ln>
        </p:spPr>
      </p:sp>
      <p:sp>
        <p:nvSpPr>
          <p:cNvPr id="132" name="Google Shape;132;p20"/>
          <p:cNvSpPr/>
          <p:nvPr>
            <p:ph idx="5" type="pic"/>
          </p:nvPr>
        </p:nvSpPr>
        <p:spPr>
          <a:xfrm>
            <a:off x="4647606" y="2396357"/>
            <a:ext cx="1243500" cy="1243500"/>
          </a:xfrm>
          <a:prstGeom prst="ellipse">
            <a:avLst/>
          </a:prstGeom>
          <a:noFill/>
          <a:ln>
            <a:noFill/>
          </a:ln>
        </p:spPr>
      </p:sp>
      <p:sp>
        <p:nvSpPr>
          <p:cNvPr id="133" name="Google Shape;133;p20"/>
          <p:cNvSpPr/>
          <p:nvPr>
            <p:ph idx="6" type="pic"/>
          </p:nvPr>
        </p:nvSpPr>
        <p:spPr>
          <a:xfrm>
            <a:off x="6037732" y="2396357"/>
            <a:ext cx="1243500" cy="1243500"/>
          </a:xfrm>
          <a:prstGeom prst="ellipse">
            <a:avLst/>
          </a:prstGeom>
          <a:noFill/>
          <a:ln>
            <a:noFill/>
          </a:ln>
        </p:spPr>
      </p:sp>
      <p:sp>
        <p:nvSpPr>
          <p:cNvPr id="134" name="Google Shape;134;p20"/>
          <p:cNvSpPr/>
          <p:nvPr>
            <p:ph idx="7" type="pic"/>
          </p:nvPr>
        </p:nvSpPr>
        <p:spPr>
          <a:xfrm>
            <a:off x="7427857" y="2396357"/>
            <a:ext cx="1243500" cy="1243500"/>
          </a:xfrm>
          <a:prstGeom prst="ellipse">
            <a:avLst/>
          </a:prstGeom>
          <a:noFill/>
          <a:ln>
            <a:noFill/>
          </a:ln>
        </p:spPr>
      </p:sp>
      <p:sp>
        <p:nvSpPr>
          <p:cNvPr id="135" name="Google Shape;135;p20"/>
          <p:cNvSpPr txBox="1"/>
          <p:nvPr>
            <p:ph idx="1" type="body"/>
          </p:nvPr>
        </p:nvSpPr>
        <p:spPr>
          <a:xfrm>
            <a:off x="47520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6" name="Google Shape;136;p20"/>
          <p:cNvSpPr txBox="1"/>
          <p:nvPr>
            <p:ph idx="8" type="body"/>
          </p:nvPr>
        </p:nvSpPr>
        <p:spPr>
          <a:xfrm>
            <a:off x="186573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800"/>
              </a:spcBef>
              <a:spcAft>
                <a:spcPts val="80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7" name="Google Shape;137;p20"/>
          <p:cNvSpPr txBox="1"/>
          <p:nvPr>
            <p:ph idx="9" type="body"/>
          </p:nvPr>
        </p:nvSpPr>
        <p:spPr>
          <a:xfrm>
            <a:off x="325626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8" name="Google Shape;138;p20"/>
          <p:cNvSpPr txBox="1"/>
          <p:nvPr>
            <p:ph idx="13" type="body"/>
          </p:nvPr>
        </p:nvSpPr>
        <p:spPr>
          <a:xfrm>
            <a:off x="464679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39" name="Google Shape;139;p20"/>
          <p:cNvSpPr txBox="1"/>
          <p:nvPr>
            <p:ph idx="14" type="body"/>
          </p:nvPr>
        </p:nvSpPr>
        <p:spPr>
          <a:xfrm>
            <a:off x="603732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0" name="Google Shape;140;p20"/>
          <p:cNvSpPr txBox="1"/>
          <p:nvPr>
            <p:ph idx="15" type="body"/>
          </p:nvPr>
        </p:nvSpPr>
        <p:spPr>
          <a:xfrm>
            <a:off x="742785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1" name="Google Shape;141;p20"/>
          <p:cNvSpPr txBox="1"/>
          <p:nvPr>
            <p:ph idx="16"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42" name="Google Shape;142;p20"/>
          <p:cNvSpPr txBox="1"/>
          <p:nvPr>
            <p:ph idx="17"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2">
  <p:cSld name="BLANK_1_1_1_1_1_1_1_1_1_1_1_2_1_1_1">
    <p:bg>
      <p:bgPr>
        <a:solidFill>
          <a:schemeClr val="lt2"/>
        </a:solidFill>
      </p:bgPr>
    </p:bg>
    <p:spTree>
      <p:nvGrpSpPr>
        <p:cNvPr id="143" name="Shape 143"/>
        <p:cNvGrpSpPr/>
        <p:nvPr/>
      </p:nvGrpSpPr>
      <p:grpSpPr>
        <a:xfrm>
          <a:off x="0" y="0"/>
          <a:ext cx="0" cy="0"/>
          <a:chOff x="0" y="0"/>
          <a:chExt cx="0" cy="0"/>
        </a:xfrm>
      </p:grpSpPr>
      <p:sp>
        <p:nvSpPr>
          <p:cNvPr id="144" name="Google Shape;144;p21"/>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5" name="Google Shape;145;p2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1"/>
          <p:cNvSpPr txBox="1"/>
          <p:nvPr>
            <p:ph idx="1" type="body"/>
          </p:nvPr>
        </p:nvSpPr>
        <p:spPr>
          <a:xfrm>
            <a:off x="282017"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7" name="Google Shape;147;p21"/>
          <p:cNvSpPr txBox="1"/>
          <p:nvPr>
            <p:ph idx="2" type="body"/>
          </p:nvPr>
        </p:nvSpPr>
        <p:spPr>
          <a:xfrm>
            <a:off x="1735443" y="2832891"/>
            <a:ext cx="1307700" cy="543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8" name="Google Shape;148;p21"/>
          <p:cNvSpPr txBox="1"/>
          <p:nvPr>
            <p:ph idx="3" type="body"/>
          </p:nvPr>
        </p:nvSpPr>
        <p:spPr>
          <a:xfrm>
            <a:off x="3188870"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49" name="Google Shape;149;p21"/>
          <p:cNvSpPr txBox="1"/>
          <p:nvPr>
            <p:ph idx="4" type="body"/>
          </p:nvPr>
        </p:nvSpPr>
        <p:spPr>
          <a:xfrm>
            <a:off x="4642297"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50" name="Google Shape;150;p21"/>
          <p:cNvSpPr txBox="1"/>
          <p:nvPr>
            <p:ph idx="5" type="body"/>
          </p:nvPr>
        </p:nvSpPr>
        <p:spPr>
          <a:xfrm>
            <a:off x="6095723"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51" name="Google Shape;151;p21"/>
          <p:cNvSpPr txBox="1"/>
          <p:nvPr>
            <p:ph idx="6" type="body"/>
          </p:nvPr>
        </p:nvSpPr>
        <p:spPr>
          <a:xfrm>
            <a:off x="7549150"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52" name="Google Shape;152;p21"/>
          <p:cNvSpPr txBox="1"/>
          <p:nvPr>
            <p:ph idx="7"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53" name="Google Shape;153;p21"/>
          <p:cNvSpPr txBox="1"/>
          <p:nvPr>
            <p:ph idx="8"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54" name="Google Shape;154;p21"/>
          <p:cNvSpPr/>
          <p:nvPr>
            <p:ph idx="9" type="pic"/>
          </p:nvPr>
        </p:nvSpPr>
        <p:spPr>
          <a:xfrm>
            <a:off x="282017" y="1446074"/>
            <a:ext cx="1307700" cy="1307700"/>
          </a:xfrm>
          <a:prstGeom prst="roundRect">
            <a:avLst>
              <a:gd fmla="val 16667" name="adj"/>
            </a:avLst>
          </a:prstGeom>
          <a:noFill/>
          <a:ln>
            <a:noFill/>
          </a:ln>
        </p:spPr>
      </p:sp>
      <p:sp>
        <p:nvSpPr>
          <p:cNvPr id="155" name="Google Shape;155;p21"/>
          <p:cNvSpPr/>
          <p:nvPr>
            <p:ph idx="13" type="pic"/>
          </p:nvPr>
        </p:nvSpPr>
        <p:spPr>
          <a:xfrm>
            <a:off x="1735443" y="1446074"/>
            <a:ext cx="1307700" cy="1307700"/>
          </a:xfrm>
          <a:prstGeom prst="roundRect">
            <a:avLst>
              <a:gd fmla="val 16667" name="adj"/>
            </a:avLst>
          </a:prstGeom>
          <a:noFill/>
          <a:ln>
            <a:noFill/>
          </a:ln>
        </p:spPr>
      </p:sp>
      <p:sp>
        <p:nvSpPr>
          <p:cNvPr id="156" name="Google Shape;156;p21"/>
          <p:cNvSpPr/>
          <p:nvPr>
            <p:ph idx="14" type="pic"/>
          </p:nvPr>
        </p:nvSpPr>
        <p:spPr>
          <a:xfrm>
            <a:off x="3188870" y="1446074"/>
            <a:ext cx="1307700" cy="1307700"/>
          </a:xfrm>
          <a:prstGeom prst="roundRect">
            <a:avLst>
              <a:gd fmla="val 16667" name="adj"/>
            </a:avLst>
          </a:prstGeom>
          <a:noFill/>
          <a:ln>
            <a:noFill/>
          </a:ln>
        </p:spPr>
      </p:sp>
      <p:sp>
        <p:nvSpPr>
          <p:cNvPr id="157" name="Google Shape;157;p21"/>
          <p:cNvSpPr/>
          <p:nvPr>
            <p:ph idx="15" type="pic"/>
          </p:nvPr>
        </p:nvSpPr>
        <p:spPr>
          <a:xfrm>
            <a:off x="4642297" y="1446074"/>
            <a:ext cx="1307700" cy="1307700"/>
          </a:xfrm>
          <a:prstGeom prst="roundRect">
            <a:avLst>
              <a:gd fmla="val 16667" name="adj"/>
            </a:avLst>
          </a:prstGeom>
          <a:noFill/>
          <a:ln>
            <a:noFill/>
          </a:ln>
        </p:spPr>
      </p:sp>
      <p:sp>
        <p:nvSpPr>
          <p:cNvPr id="158" name="Google Shape;158;p21"/>
          <p:cNvSpPr/>
          <p:nvPr>
            <p:ph idx="16" type="pic"/>
          </p:nvPr>
        </p:nvSpPr>
        <p:spPr>
          <a:xfrm>
            <a:off x="6095723" y="1446074"/>
            <a:ext cx="1307700" cy="1307700"/>
          </a:xfrm>
          <a:prstGeom prst="roundRect">
            <a:avLst>
              <a:gd fmla="val 16667" name="adj"/>
            </a:avLst>
          </a:prstGeom>
          <a:noFill/>
          <a:ln>
            <a:noFill/>
          </a:ln>
        </p:spPr>
      </p:sp>
      <p:sp>
        <p:nvSpPr>
          <p:cNvPr id="159" name="Google Shape;159;p21"/>
          <p:cNvSpPr/>
          <p:nvPr>
            <p:ph idx="17" type="pic"/>
          </p:nvPr>
        </p:nvSpPr>
        <p:spPr>
          <a:xfrm>
            <a:off x="7549150" y="1446074"/>
            <a:ext cx="1307700" cy="1307700"/>
          </a:xfrm>
          <a:prstGeom prst="roundRect">
            <a:avLst>
              <a:gd fmla="val 16667" name="adj"/>
            </a:avLst>
          </a:prstGeom>
          <a:noFill/>
          <a:ln>
            <a:noFill/>
          </a:ln>
        </p:spPr>
      </p:sp>
      <p:sp>
        <p:nvSpPr>
          <p:cNvPr id="160" name="Google Shape;160;p21"/>
          <p:cNvSpPr txBox="1"/>
          <p:nvPr>
            <p:ph idx="18" type="body"/>
          </p:nvPr>
        </p:nvSpPr>
        <p:spPr>
          <a:xfrm>
            <a:off x="279292"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1" name="Google Shape;161;p21"/>
          <p:cNvSpPr txBox="1"/>
          <p:nvPr>
            <p:ph idx="19" type="body"/>
          </p:nvPr>
        </p:nvSpPr>
        <p:spPr>
          <a:xfrm>
            <a:off x="1732718"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2" name="Google Shape;162;p21"/>
          <p:cNvSpPr txBox="1"/>
          <p:nvPr>
            <p:ph idx="20" type="body"/>
          </p:nvPr>
        </p:nvSpPr>
        <p:spPr>
          <a:xfrm>
            <a:off x="3186145"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3" name="Google Shape;163;p21"/>
          <p:cNvSpPr txBox="1"/>
          <p:nvPr>
            <p:ph idx="21" type="body"/>
          </p:nvPr>
        </p:nvSpPr>
        <p:spPr>
          <a:xfrm>
            <a:off x="4639572"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4" name="Google Shape;164;p21"/>
          <p:cNvSpPr txBox="1"/>
          <p:nvPr>
            <p:ph idx="22" type="body"/>
          </p:nvPr>
        </p:nvSpPr>
        <p:spPr>
          <a:xfrm>
            <a:off x="6092998"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65" name="Google Shape;165;p21"/>
          <p:cNvSpPr txBox="1"/>
          <p:nvPr>
            <p:ph idx="23" type="body"/>
          </p:nvPr>
        </p:nvSpPr>
        <p:spPr>
          <a:xfrm>
            <a:off x="7546425"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1">
  <p:cSld name="CUSTOM_4_1">
    <p:bg>
      <p:bgPr>
        <a:blipFill>
          <a:blip r:embed="rId2">
            <a:alphaModFix/>
          </a:blip>
          <a:stretch>
            <a:fillRect/>
          </a:stretch>
        </a:blipFill>
      </p:bgPr>
    </p:bg>
    <p:spTree>
      <p:nvGrpSpPr>
        <p:cNvPr id="166" name="Shape 166"/>
        <p:cNvGrpSpPr/>
        <p:nvPr/>
      </p:nvGrpSpPr>
      <p:grpSpPr>
        <a:xfrm>
          <a:off x="0" y="0"/>
          <a:ext cx="0" cy="0"/>
          <a:chOff x="0" y="0"/>
          <a:chExt cx="0" cy="0"/>
        </a:xfrm>
      </p:grpSpPr>
      <p:sp>
        <p:nvSpPr>
          <p:cNvPr id="167" name="Google Shape;167;p2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68" name="Google Shape;168;p22"/>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69" name="Google Shape;169;p22"/>
          <p:cNvSpPr txBox="1"/>
          <p:nvPr>
            <p:ph idx="3" type="body"/>
          </p:nvPr>
        </p:nvSpPr>
        <p:spPr>
          <a:xfrm>
            <a:off x="360300" y="2181900"/>
            <a:ext cx="8496600" cy="2486700"/>
          </a:xfrm>
          <a:prstGeom prst="rect">
            <a:avLst/>
          </a:prstGeom>
        </p:spPr>
        <p:txBody>
          <a:bodyPr anchorCtr="0" anchor="b" bIns="0" lIns="0" spcFirstLastPara="1" rIns="0" wrap="square" tIns="0">
            <a:noAutofit/>
          </a:bodyPr>
          <a:lstStyle>
            <a:lvl1pPr indent="-228600" lvl="0" marL="457200">
              <a:lnSpc>
                <a:spcPct val="85000"/>
              </a:lnSpc>
              <a:spcBef>
                <a:spcPts val="0"/>
              </a:spcBef>
              <a:spcAft>
                <a:spcPts val="0"/>
              </a:spcAft>
              <a:buNone/>
              <a:defRPr sz="3600"/>
            </a:lvl1pPr>
            <a:lvl2pPr indent="-228600" lvl="1" marL="914400">
              <a:lnSpc>
                <a:spcPct val="85000"/>
              </a:lnSpc>
              <a:spcBef>
                <a:spcPts val="0"/>
              </a:spcBef>
              <a:spcAft>
                <a:spcPts val="0"/>
              </a:spcAft>
              <a:buNone/>
              <a:defRPr sz="3600"/>
            </a:lvl2pPr>
            <a:lvl3pPr indent="-228600" lvl="2" marL="1371600">
              <a:lnSpc>
                <a:spcPct val="85000"/>
              </a:lnSpc>
              <a:spcBef>
                <a:spcPts val="0"/>
              </a:spcBef>
              <a:spcAft>
                <a:spcPts val="0"/>
              </a:spcAft>
              <a:buNone/>
              <a:defRPr sz="3600"/>
            </a:lvl3pPr>
            <a:lvl4pPr indent="-228600" lvl="3" marL="1828800">
              <a:lnSpc>
                <a:spcPct val="85000"/>
              </a:lnSpc>
              <a:spcBef>
                <a:spcPts val="0"/>
              </a:spcBef>
              <a:spcAft>
                <a:spcPts val="0"/>
              </a:spcAft>
              <a:buNone/>
              <a:defRPr sz="3600"/>
            </a:lvl4pPr>
            <a:lvl5pPr indent="-228600" lvl="4" marL="2286000">
              <a:lnSpc>
                <a:spcPct val="85000"/>
              </a:lnSpc>
              <a:spcBef>
                <a:spcPts val="0"/>
              </a:spcBef>
              <a:spcAft>
                <a:spcPts val="0"/>
              </a:spcAft>
              <a:buNone/>
              <a:defRPr sz="3600"/>
            </a:lvl5pPr>
            <a:lvl6pPr indent="-228600" lvl="5" marL="2743200">
              <a:lnSpc>
                <a:spcPct val="85000"/>
              </a:lnSpc>
              <a:spcBef>
                <a:spcPts val="0"/>
              </a:spcBef>
              <a:spcAft>
                <a:spcPts val="0"/>
              </a:spcAft>
              <a:buNone/>
              <a:defRPr sz="3600"/>
            </a:lvl6pPr>
            <a:lvl7pPr indent="-228600" lvl="6" marL="3200400">
              <a:lnSpc>
                <a:spcPct val="85000"/>
              </a:lnSpc>
              <a:spcBef>
                <a:spcPts val="0"/>
              </a:spcBef>
              <a:spcAft>
                <a:spcPts val="0"/>
              </a:spcAft>
              <a:buNone/>
              <a:defRPr sz="3600"/>
            </a:lvl7pPr>
            <a:lvl8pPr indent="-228600" lvl="7" marL="3657600">
              <a:lnSpc>
                <a:spcPct val="85000"/>
              </a:lnSpc>
              <a:spcBef>
                <a:spcPts val="0"/>
              </a:spcBef>
              <a:spcAft>
                <a:spcPts val="0"/>
              </a:spcAft>
              <a:buNone/>
              <a:defRPr sz="3600"/>
            </a:lvl8pPr>
            <a:lvl9pPr indent="-228600" lvl="8" marL="4114800">
              <a:lnSpc>
                <a:spcPct val="85000"/>
              </a:lnSpc>
              <a:spcBef>
                <a:spcPts val="0"/>
              </a:spcBef>
              <a:spcAft>
                <a:spcPts val="0"/>
              </a:spcAft>
              <a:buNone/>
              <a:defRPr sz="3600"/>
            </a:lvl9pPr>
          </a:lstStyle>
          <a:p/>
        </p:txBody>
      </p:sp>
      <p:sp>
        <p:nvSpPr>
          <p:cNvPr id="170" name="Google Shape;170;p2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2">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23"/>
          <p:cNvSpPr txBox="1"/>
          <p:nvPr>
            <p:ph type="title"/>
          </p:nvPr>
        </p:nvSpPr>
        <p:spPr>
          <a:xfrm>
            <a:off x="284700" y="474750"/>
            <a:ext cx="4227300" cy="965400"/>
          </a:xfrm>
          <a:prstGeom prst="rect">
            <a:avLst/>
          </a:prstGeom>
        </p:spPr>
        <p:txBody>
          <a:bodyPr anchorCtr="0" anchor="b" bIns="0" lIns="0" spcFirstLastPara="1" rIns="91425" wrap="square" tIns="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3" name="Google Shape;173;p23"/>
          <p:cNvSpPr/>
          <p:nvPr>
            <p:ph idx="2" type="pic"/>
          </p:nvPr>
        </p:nvSpPr>
        <p:spPr>
          <a:xfrm>
            <a:off x="4629600" y="474750"/>
            <a:ext cx="4227300" cy="4194000"/>
          </a:xfrm>
          <a:prstGeom prst="roundRect">
            <a:avLst>
              <a:gd fmla="val 5294" name="adj"/>
            </a:avLst>
          </a:prstGeom>
          <a:noFill/>
          <a:ln>
            <a:noFill/>
          </a:ln>
        </p:spPr>
      </p:sp>
      <p:sp>
        <p:nvSpPr>
          <p:cNvPr id="174" name="Google Shape;174;p23"/>
          <p:cNvSpPr txBox="1"/>
          <p:nvPr>
            <p:ph idx="1" type="body"/>
          </p:nvPr>
        </p:nvSpPr>
        <p:spPr>
          <a:xfrm>
            <a:off x="284700" y="3065325"/>
            <a:ext cx="2772600" cy="1603200"/>
          </a:xfrm>
          <a:prstGeom prst="rect">
            <a:avLst/>
          </a:prstGeom>
        </p:spPr>
        <p:txBody>
          <a:bodyPr anchorCtr="0" anchor="b" bIns="0" lIns="0" spcFirstLastPara="1" rIns="0" wrap="square" tIns="0">
            <a:noAutofit/>
          </a:bodyPr>
          <a:lstStyle>
            <a:lvl1pPr indent="-304800" lvl="0" marL="457200">
              <a:spcBef>
                <a:spcPts val="0"/>
              </a:spcBef>
              <a:spcAft>
                <a:spcPts val="0"/>
              </a:spcAft>
              <a:buClr>
                <a:schemeClr val="lt1"/>
              </a:buClr>
              <a:buSzPts val="1200"/>
              <a:buChar char="●"/>
              <a:defRPr sz="1200"/>
            </a:lvl1pPr>
            <a:lvl2pPr indent="-304800" lvl="1" marL="914400">
              <a:spcBef>
                <a:spcPts val="800"/>
              </a:spcBef>
              <a:spcAft>
                <a:spcPts val="0"/>
              </a:spcAft>
              <a:buClr>
                <a:schemeClr val="lt1"/>
              </a:buClr>
              <a:buSzPts val="1200"/>
              <a:buChar char="○"/>
              <a:defRPr sz="1200"/>
            </a:lvl2pPr>
            <a:lvl3pPr indent="-304800" lvl="2" marL="1371600">
              <a:spcBef>
                <a:spcPts val="800"/>
              </a:spcBef>
              <a:spcAft>
                <a:spcPts val="0"/>
              </a:spcAft>
              <a:buClr>
                <a:schemeClr val="lt1"/>
              </a:buClr>
              <a:buSzPts val="1200"/>
              <a:buChar char="■"/>
              <a:defRPr sz="1200"/>
            </a:lvl3pPr>
            <a:lvl4pPr indent="-304800" lvl="3" marL="1828800">
              <a:spcBef>
                <a:spcPts val="800"/>
              </a:spcBef>
              <a:spcAft>
                <a:spcPts val="0"/>
              </a:spcAft>
              <a:buClr>
                <a:schemeClr val="lt1"/>
              </a:buClr>
              <a:buSzPts val="1200"/>
              <a:buChar char="●"/>
              <a:defRPr sz="1200"/>
            </a:lvl4pPr>
            <a:lvl5pPr indent="-304800" lvl="4" marL="2286000">
              <a:spcBef>
                <a:spcPts val="800"/>
              </a:spcBef>
              <a:spcAft>
                <a:spcPts val="0"/>
              </a:spcAft>
              <a:buClr>
                <a:schemeClr val="lt1"/>
              </a:buClr>
              <a:buSzPts val="1200"/>
              <a:buChar char="○"/>
              <a:defRPr sz="1200"/>
            </a:lvl5pPr>
            <a:lvl6pPr indent="-304800" lvl="5" marL="2743200">
              <a:spcBef>
                <a:spcPts val="800"/>
              </a:spcBef>
              <a:spcAft>
                <a:spcPts val="0"/>
              </a:spcAft>
              <a:buClr>
                <a:schemeClr val="lt1"/>
              </a:buClr>
              <a:buSzPts val="1200"/>
              <a:buChar char="■"/>
              <a:defRPr sz="1200"/>
            </a:lvl6pPr>
            <a:lvl7pPr indent="-304800" lvl="6" marL="3200400">
              <a:spcBef>
                <a:spcPts val="800"/>
              </a:spcBef>
              <a:spcAft>
                <a:spcPts val="0"/>
              </a:spcAft>
              <a:buClr>
                <a:schemeClr val="lt1"/>
              </a:buClr>
              <a:buSzPts val="1200"/>
              <a:buChar char="●"/>
              <a:defRPr sz="1200"/>
            </a:lvl7pPr>
            <a:lvl8pPr indent="-304800" lvl="7" marL="3657600">
              <a:spcBef>
                <a:spcPts val="800"/>
              </a:spcBef>
              <a:spcAft>
                <a:spcPts val="0"/>
              </a:spcAft>
              <a:buClr>
                <a:schemeClr val="lt1"/>
              </a:buClr>
              <a:buSzPts val="1200"/>
              <a:buChar char="○"/>
              <a:defRPr sz="1200"/>
            </a:lvl8pPr>
            <a:lvl9pPr indent="-304800" lvl="8" marL="4114800">
              <a:spcBef>
                <a:spcPts val="800"/>
              </a:spcBef>
              <a:spcAft>
                <a:spcPts val="800"/>
              </a:spcAft>
              <a:buClr>
                <a:schemeClr val="lt1"/>
              </a:buClr>
              <a:buSzPts val="1200"/>
              <a:buChar char="■"/>
              <a:defRPr sz="1200"/>
            </a:lvl9pPr>
          </a:lstStyle>
          <a:p/>
        </p:txBody>
      </p:sp>
      <p:sp>
        <p:nvSpPr>
          <p:cNvPr id="175" name="Google Shape;175;p23"/>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76" name="Google Shape;176;p23"/>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77" name="Google Shape;177;p2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2_3_1">
    <p:bg>
      <p:bgPr>
        <a:blipFill>
          <a:blip r:embed="rId2">
            <a:alphaModFix/>
          </a:blip>
          <a:stretch>
            <a:fillRect/>
          </a:stretch>
        </a:blipFill>
      </p:bgPr>
    </p:bg>
    <p:spTree>
      <p:nvGrpSpPr>
        <p:cNvPr id="178" name="Shape 178"/>
        <p:cNvGrpSpPr/>
        <p:nvPr/>
      </p:nvGrpSpPr>
      <p:grpSpPr>
        <a:xfrm>
          <a:off x="0" y="0"/>
          <a:ext cx="0" cy="0"/>
          <a:chOff x="0" y="0"/>
          <a:chExt cx="0" cy="0"/>
        </a:xfrm>
      </p:grpSpPr>
      <p:sp>
        <p:nvSpPr>
          <p:cNvPr id="179" name="Google Shape;179;p24"/>
          <p:cNvSpPr/>
          <p:nvPr>
            <p:ph idx="2" type="pic"/>
          </p:nvPr>
        </p:nvSpPr>
        <p:spPr>
          <a:xfrm>
            <a:off x="4629600" y="474750"/>
            <a:ext cx="4227300" cy="4194000"/>
          </a:xfrm>
          <a:prstGeom prst="roundRect">
            <a:avLst>
              <a:gd fmla="val 10510" name="adj"/>
            </a:avLst>
          </a:prstGeom>
          <a:noFill/>
          <a:ln>
            <a:noFill/>
          </a:ln>
        </p:spPr>
      </p:sp>
      <p:sp>
        <p:nvSpPr>
          <p:cNvPr id="180" name="Google Shape;180;p24"/>
          <p:cNvSpPr txBox="1"/>
          <p:nvPr>
            <p:ph idx="1" type="body"/>
          </p:nvPr>
        </p:nvSpPr>
        <p:spPr>
          <a:xfrm>
            <a:off x="284700" y="1440225"/>
            <a:ext cx="2772600" cy="1603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81" name="Google Shape;181;p24"/>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2" name="Google Shape;182;p24"/>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3" name="Google Shape;183;p2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4"/>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3">
  <p:cSld name="BLANK_1_1_1_2_3_1_1">
    <p:spTree>
      <p:nvGrpSpPr>
        <p:cNvPr id="185" name="Shape 185"/>
        <p:cNvGrpSpPr/>
        <p:nvPr/>
      </p:nvGrpSpPr>
      <p:grpSpPr>
        <a:xfrm>
          <a:off x="0" y="0"/>
          <a:ext cx="0" cy="0"/>
          <a:chOff x="0" y="0"/>
          <a:chExt cx="0" cy="0"/>
        </a:xfrm>
      </p:grpSpPr>
      <p:sp>
        <p:nvSpPr>
          <p:cNvPr id="186" name="Google Shape;186;p25"/>
          <p:cNvSpPr/>
          <p:nvPr>
            <p:ph idx="2" type="pic"/>
          </p:nvPr>
        </p:nvSpPr>
        <p:spPr>
          <a:xfrm>
            <a:off x="4629600" y="474750"/>
            <a:ext cx="4227300" cy="4194000"/>
          </a:xfrm>
          <a:prstGeom prst="roundRect">
            <a:avLst>
              <a:gd fmla="val 10640" name="adj"/>
            </a:avLst>
          </a:prstGeom>
          <a:noFill/>
          <a:ln>
            <a:noFill/>
          </a:ln>
        </p:spPr>
      </p:sp>
      <p:sp>
        <p:nvSpPr>
          <p:cNvPr id="187" name="Google Shape;187;p25"/>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8" name="Google Shape;188;p25"/>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9" name="Google Shape;189;p2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90" name="Google Shape;190;p25"/>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91" name="Google Shape;191;p25"/>
          <p:cNvSpPr txBox="1"/>
          <p:nvPr>
            <p:ph idx="4" type="body"/>
          </p:nvPr>
        </p:nvSpPr>
        <p:spPr>
          <a:xfrm>
            <a:off x="284700" y="1440225"/>
            <a:ext cx="2772600" cy="1603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4">
  <p:cSld name="BLANK_1_1_1_2_2">
    <p:bg>
      <p:bgPr>
        <a:blipFill>
          <a:blip r:embed="rId2">
            <a:alphaModFix/>
          </a:blip>
          <a:stretch>
            <a:fillRect/>
          </a:stretch>
        </a:blipFill>
      </p:bgPr>
    </p:bg>
    <p:spTree>
      <p:nvGrpSpPr>
        <p:cNvPr id="192" name="Shape 192"/>
        <p:cNvGrpSpPr/>
        <p:nvPr/>
      </p:nvGrpSpPr>
      <p:grpSpPr>
        <a:xfrm>
          <a:off x="0" y="0"/>
          <a:ext cx="0" cy="0"/>
          <a:chOff x="0" y="0"/>
          <a:chExt cx="0" cy="0"/>
        </a:xfrm>
      </p:grpSpPr>
      <p:sp>
        <p:nvSpPr>
          <p:cNvPr id="193" name="Google Shape;193;p26"/>
          <p:cNvSpPr/>
          <p:nvPr/>
        </p:nvSpPr>
        <p:spPr>
          <a:xfrm>
            <a:off x="284700" y="2630400"/>
            <a:ext cx="8572200" cy="20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94" name="Google Shape;194;p26"/>
          <p:cNvSpPr/>
          <p:nvPr/>
        </p:nvSpPr>
        <p:spPr>
          <a:xfrm>
            <a:off x="463993" y="2779498"/>
            <a:ext cx="1783200" cy="1783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95" name="Google Shape;195;p26"/>
          <p:cNvSpPr/>
          <p:nvPr>
            <p:ph idx="2" type="pic"/>
          </p:nvPr>
        </p:nvSpPr>
        <p:spPr>
          <a:xfrm>
            <a:off x="446675" y="2758375"/>
            <a:ext cx="1783200" cy="1783200"/>
          </a:xfrm>
          <a:prstGeom prst="ellipse">
            <a:avLst/>
          </a:prstGeom>
          <a:noFill/>
          <a:ln>
            <a:noFill/>
          </a:ln>
        </p:spPr>
      </p:sp>
      <p:sp>
        <p:nvSpPr>
          <p:cNvPr id="196" name="Google Shape;196;p26"/>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a:buNone/>
              <a:defRPr sz="1000">
                <a:solidFill>
                  <a:schemeClr val="accent5"/>
                </a:solidFill>
              </a:defRPr>
            </a:lvl2pPr>
            <a:lvl3pPr lvl="2">
              <a:spcBef>
                <a:spcPts val="0"/>
              </a:spcBef>
              <a:spcAft>
                <a:spcPts val="0"/>
              </a:spcAft>
              <a:buClr>
                <a:schemeClr val="accent5"/>
              </a:buClr>
              <a:buSzPts val="1000"/>
              <a:buFont typeface="Instrument Sans"/>
              <a:buNone/>
              <a:defRPr sz="1000">
                <a:solidFill>
                  <a:schemeClr val="accent5"/>
                </a:solidFill>
              </a:defRPr>
            </a:lvl3pPr>
            <a:lvl4pPr lvl="3">
              <a:spcBef>
                <a:spcPts val="0"/>
              </a:spcBef>
              <a:spcAft>
                <a:spcPts val="0"/>
              </a:spcAft>
              <a:buClr>
                <a:schemeClr val="accent5"/>
              </a:buClr>
              <a:buSzPts val="1000"/>
              <a:buFont typeface="Instrument Sans"/>
              <a:buNone/>
              <a:defRPr sz="1000">
                <a:solidFill>
                  <a:schemeClr val="accent5"/>
                </a:solidFill>
              </a:defRPr>
            </a:lvl4pPr>
            <a:lvl5pPr lvl="4">
              <a:spcBef>
                <a:spcPts val="0"/>
              </a:spcBef>
              <a:spcAft>
                <a:spcPts val="0"/>
              </a:spcAft>
              <a:buClr>
                <a:schemeClr val="accent5"/>
              </a:buClr>
              <a:buSzPts val="1000"/>
              <a:buFont typeface="Instrument Sans"/>
              <a:buNone/>
              <a:defRPr sz="1000">
                <a:solidFill>
                  <a:schemeClr val="accent5"/>
                </a:solidFill>
              </a:defRPr>
            </a:lvl5pPr>
            <a:lvl6pPr lvl="5">
              <a:spcBef>
                <a:spcPts val="0"/>
              </a:spcBef>
              <a:spcAft>
                <a:spcPts val="0"/>
              </a:spcAft>
              <a:buClr>
                <a:schemeClr val="accent5"/>
              </a:buClr>
              <a:buSzPts val="1000"/>
              <a:buFont typeface="Instrument Sans"/>
              <a:buNone/>
              <a:defRPr sz="1000">
                <a:solidFill>
                  <a:schemeClr val="accent5"/>
                </a:solidFill>
              </a:defRPr>
            </a:lvl6pPr>
            <a:lvl7pPr lvl="6">
              <a:spcBef>
                <a:spcPts val="0"/>
              </a:spcBef>
              <a:spcAft>
                <a:spcPts val="0"/>
              </a:spcAft>
              <a:buClr>
                <a:schemeClr val="accent5"/>
              </a:buClr>
              <a:buSzPts val="1000"/>
              <a:buFont typeface="Instrument Sans"/>
              <a:buNone/>
              <a:defRPr sz="1000">
                <a:solidFill>
                  <a:schemeClr val="accent5"/>
                </a:solidFill>
              </a:defRPr>
            </a:lvl7pPr>
            <a:lvl8pPr lvl="7">
              <a:spcBef>
                <a:spcPts val="0"/>
              </a:spcBef>
              <a:spcAft>
                <a:spcPts val="0"/>
              </a:spcAft>
              <a:buClr>
                <a:schemeClr val="accent5"/>
              </a:buClr>
              <a:buSzPts val="1000"/>
              <a:buFont typeface="Instrument Sans"/>
              <a:buNone/>
              <a:defRPr sz="1000">
                <a:solidFill>
                  <a:schemeClr val="accent5"/>
                </a:solidFill>
              </a:defRPr>
            </a:lvl8pPr>
            <a:lvl9pPr lvl="8">
              <a:spcBef>
                <a:spcPts val="0"/>
              </a:spcBef>
              <a:spcAft>
                <a:spcPts val="0"/>
              </a:spcAft>
              <a:buClr>
                <a:schemeClr val="accent5"/>
              </a:buClr>
              <a:buSzPts val="1000"/>
              <a:buFont typeface="Instrument Sans"/>
              <a:buNone/>
              <a:defRPr sz="1000">
                <a:solidFill>
                  <a:schemeClr val="accent5"/>
                </a:solidFill>
              </a:defRPr>
            </a:lvl9pPr>
          </a:lstStyle>
          <a:p/>
        </p:txBody>
      </p:sp>
      <p:sp>
        <p:nvSpPr>
          <p:cNvPr id="197" name="Google Shape;197;p26"/>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a:buNone/>
              <a:defRPr sz="1000">
                <a:solidFill>
                  <a:schemeClr val="accent5"/>
                </a:solidFill>
              </a:defRPr>
            </a:lvl2pPr>
            <a:lvl3pPr lvl="2" algn="r">
              <a:spcBef>
                <a:spcPts val="0"/>
              </a:spcBef>
              <a:spcAft>
                <a:spcPts val="0"/>
              </a:spcAft>
              <a:buClr>
                <a:schemeClr val="accent5"/>
              </a:buClr>
              <a:buSzPts val="1000"/>
              <a:buFont typeface="Instrument Sans"/>
              <a:buNone/>
              <a:defRPr sz="1000">
                <a:solidFill>
                  <a:schemeClr val="accent5"/>
                </a:solidFill>
              </a:defRPr>
            </a:lvl3pPr>
            <a:lvl4pPr lvl="3" algn="r">
              <a:spcBef>
                <a:spcPts val="0"/>
              </a:spcBef>
              <a:spcAft>
                <a:spcPts val="0"/>
              </a:spcAft>
              <a:buClr>
                <a:schemeClr val="accent5"/>
              </a:buClr>
              <a:buSzPts val="1000"/>
              <a:buFont typeface="Instrument Sans"/>
              <a:buNone/>
              <a:defRPr sz="1000">
                <a:solidFill>
                  <a:schemeClr val="accent5"/>
                </a:solidFill>
              </a:defRPr>
            </a:lvl4pPr>
            <a:lvl5pPr lvl="4" algn="r">
              <a:spcBef>
                <a:spcPts val="0"/>
              </a:spcBef>
              <a:spcAft>
                <a:spcPts val="0"/>
              </a:spcAft>
              <a:buClr>
                <a:schemeClr val="accent5"/>
              </a:buClr>
              <a:buSzPts val="1000"/>
              <a:buFont typeface="Instrument Sans"/>
              <a:buNone/>
              <a:defRPr sz="1000">
                <a:solidFill>
                  <a:schemeClr val="accent5"/>
                </a:solidFill>
              </a:defRPr>
            </a:lvl5pPr>
            <a:lvl6pPr lvl="5" algn="r">
              <a:spcBef>
                <a:spcPts val="0"/>
              </a:spcBef>
              <a:spcAft>
                <a:spcPts val="0"/>
              </a:spcAft>
              <a:buClr>
                <a:schemeClr val="accent5"/>
              </a:buClr>
              <a:buSzPts val="1000"/>
              <a:buFont typeface="Instrument Sans"/>
              <a:buNone/>
              <a:defRPr sz="1000">
                <a:solidFill>
                  <a:schemeClr val="accent5"/>
                </a:solidFill>
              </a:defRPr>
            </a:lvl6pPr>
            <a:lvl7pPr lvl="6" algn="r">
              <a:spcBef>
                <a:spcPts val="0"/>
              </a:spcBef>
              <a:spcAft>
                <a:spcPts val="0"/>
              </a:spcAft>
              <a:buClr>
                <a:schemeClr val="accent5"/>
              </a:buClr>
              <a:buSzPts val="1000"/>
              <a:buFont typeface="Instrument Sans"/>
              <a:buNone/>
              <a:defRPr sz="1000">
                <a:solidFill>
                  <a:schemeClr val="accent5"/>
                </a:solidFill>
              </a:defRPr>
            </a:lvl7pPr>
            <a:lvl8pPr lvl="7" algn="r">
              <a:spcBef>
                <a:spcPts val="0"/>
              </a:spcBef>
              <a:spcAft>
                <a:spcPts val="0"/>
              </a:spcAft>
              <a:buClr>
                <a:schemeClr val="accent5"/>
              </a:buClr>
              <a:buSzPts val="1000"/>
              <a:buFont typeface="Instrument Sans"/>
              <a:buNone/>
              <a:defRPr sz="1000">
                <a:solidFill>
                  <a:schemeClr val="accent5"/>
                </a:solidFill>
              </a:defRPr>
            </a:lvl8pPr>
            <a:lvl9pPr lvl="8" algn="r">
              <a:spcBef>
                <a:spcPts val="0"/>
              </a:spcBef>
              <a:spcAft>
                <a:spcPts val="0"/>
              </a:spcAft>
              <a:buClr>
                <a:schemeClr val="accent5"/>
              </a:buClr>
              <a:buSzPts val="1000"/>
              <a:buFont typeface="Instrument Sans"/>
              <a:buNone/>
              <a:defRPr sz="1000">
                <a:solidFill>
                  <a:schemeClr val="accent5"/>
                </a:solidFill>
              </a:defRPr>
            </a:lvl9pPr>
          </a:lstStyle>
          <a:p/>
        </p:txBody>
      </p:sp>
      <p:sp>
        <p:nvSpPr>
          <p:cNvPr id="198" name="Google Shape;198;p26"/>
          <p:cNvSpPr txBox="1"/>
          <p:nvPr>
            <p:ph type="title"/>
          </p:nvPr>
        </p:nvSpPr>
        <p:spPr>
          <a:xfrm>
            <a:off x="284700" y="474750"/>
            <a:ext cx="4227300" cy="49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sz="2400">
                <a:latin typeface="Instrument Sans"/>
                <a:ea typeface="Instrument Sans"/>
                <a:cs typeface="Instrument Sans"/>
                <a:sym typeface="Instrument Sans"/>
              </a:defRPr>
            </a:lvl1pPr>
            <a:lvl2pPr lvl="1">
              <a:lnSpc>
                <a:spcPct val="115000"/>
              </a:lnSpc>
              <a:spcBef>
                <a:spcPts val="0"/>
              </a:spcBef>
              <a:spcAft>
                <a:spcPts val="0"/>
              </a:spcAft>
              <a:buNone/>
              <a:defRPr sz="2400">
                <a:latin typeface="Instrument Sans"/>
                <a:ea typeface="Instrument Sans"/>
                <a:cs typeface="Instrument Sans"/>
                <a:sym typeface="Instrument Sans"/>
              </a:defRPr>
            </a:lvl2pPr>
            <a:lvl3pPr lvl="2">
              <a:lnSpc>
                <a:spcPct val="115000"/>
              </a:lnSpc>
              <a:spcBef>
                <a:spcPts val="0"/>
              </a:spcBef>
              <a:spcAft>
                <a:spcPts val="0"/>
              </a:spcAft>
              <a:buNone/>
              <a:defRPr sz="2400">
                <a:latin typeface="Instrument Sans"/>
                <a:ea typeface="Instrument Sans"/>
                <a:cs typeface="Instrument Sans"/>
                <a:sym typeface="Instrument Sans"/>
              </a:defRPr>
            </a:lvl3pPr>
            <a:lvl4pPr lvl="3">
              <a:lnSpc>
                <a:spcPct val="115000"/>
              </a:lnSpc>
              <a:spcBef>
                <a:spcPts val="0"/>
              </a:spcBef>
              <a:spcAft>
                <a:spcPts val="0"/>
              </a:spcAft>
              <a:buNone/>
              <a:defRPr sz="2400">
                <a:latin typeface="Instrument Sans"/>
                <a:ea typeface="Instrument Sans"/>
                <a:cs typeface="Instrument Sans"/>
                <a:sym typeface="Instrument Sans"/>
              </a:defRPr>
            </a:lvl4pPr>
            <a:lvl5pPr lvl="4">
              <a:lnSpc>
                <a:spcPct val="115000"/>
              </a:lnSpc>
              <a:spcBef>
                <a:spcPts val="0"/>
              </a:spcBef>
              <a:spcAft>
                <a:spcPts val="0"/>
              </a:spcAft>
              <a:buNone/>
              <a:defRPr sz="2400">
                <a:latin typeface="Instrument Sans"/>
                <a:ea typeface="Instrument Sans"/>
                <a:cs typeface="Instrument Sans"/>
                <a:sym typeface="Instrument Sans"/>
              </a:defRPr>
            </a:lvl5pPr>
            <a:lvl6pPr lvl="5">
              <a:lnSpc>
                <a:spcPct val="115000"/>
              </a:lnSpc>
              <a:spcBef>
                <a:spcPts val="0"/>
              </a:spcBef>
              <a:spcAft>
                <a:spcPts val="0"/>
              </a:spcAft>
              <a:buNone/>
              <a:defRPr sz="2400">
                <a:latin typeface="Instrument Sans"/>
                <a:ea typeface="Instrument Sans"/>
                <a:cs typeface="Instrument Sans"/>
                <a:sym typeface="Instrument Sans"/>
              </a:defRPr>
            </a:lvl6pPr>
            <a:lvl7pPr lvl="6">
              <a:lnSpc>
                <a:spcPct val="115000"/>
              </a:lnSpc>
              <a:spcBef>
                <a:spcPts val="0"/>
              </a:spcBef>
              <a:spcAft>
                <a:spcPts val="0"/>
              </a:spcAft>
              <a:buNone/>
              <a:defRPr sz="2400">
                <a:latin typeface="Instrument Sans"/>
                <a:ea typeface="Instrument Sans"/>
                <a:cs typeface="Instrument Sans"/>
                <a:sym typeface="Instrument Sans"/>
              </a:defRPr>
            </a:lvl7pPr>
            <a:lvl8pPr lvl="7">
              <a:lnSpc>
                <a:spcPct val="115000"/>
              </a:lnSpc>
              <a:spcBef>
                <a:spcPts val="0"/>
              </a:spcBef>
              <a:spcAft>
                <a:spcPts val="0"/>
              </a:spcAft>
              <a:buNone/>
              <a:defRPr sz="2400">
                <a:latin typeface="Instrument Sans"/>
                <a:ea typeface="Instrument Sans"/>
                <a:cs typeface="Instrument Sans"/>
                <a:sym typeface="Instrument Sans"/>
              </a:defRPr>
            </a:lvl8pPr>
            <a:lvl9pPr lvl="8">
              <a:lnSpc>
                <a:spcPct val="115000"/>
              </a:lnSpc>
              <a:spcBef>
                <a:spcPts val="0"/>
              </a:spcBef>
              <a:spcAft>
                <a:spcPts val="0"/>
              </a:spcAft>
              <a:buNone/>
              <a:defRPr sz="2400">
                <a:latin typeface="Instrument Sans"/>
                <a:ea typeface="Instrument Sans"/>
                <a:cs typeface="Instrument Sans"/>
                <a:sym typeface="Instrument Sans"/>
              </a:defRPr>
            </a:lvl9pPr>
          </a:lstStyle>
          <a:p/>
        </p:txBody>
      </p:sp>
      <p:sp>
        <p:nvSpPr>
          <p:cNvPr id="199" name="Google Shape;199;p26"/>
          <p:cNvSpPr txBox="1"/>
          <p:nvPr>
            <p:ph idx="4" type="body"/>
          </p:nvPr>
        </p:nvSpPr>
        <p:spPr>
          <a:xfrm>
            <a:off x="284700" y="1208750"/>
            <a:ext cx="4227300" cy="907200"/>
          </a:xfrm>
          <a:prstGeom prst="rect">
            <a:avLst/>
          </a:prstGeom>
        </p:spPr>
        <p:txBody>
          <a:bodyPr anchorCtr="0" anchor="t" bIns="0" lIns="0" spcFirstLastPara="1" rIns="0" wrap="square" tIns="0">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200" name="Google Shape;200;p2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6"/>
          <p:cNvSpPr txBox="1"/>
          <p:nvPr>
            <p:ph idx="5" type="title"/>
          </p:nvPr>
        </p:nvSpPr>
        <p:spPr>
          <a:xfrm>
            <a:off x="2457150" y="3051277"/>
            <a:ext cx="4227300" cy="4986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3600">
                <a:latin typeface="Instrument Sans"/>
                <a:ea typeface="Instrument Sans"/>
                <a:cs typeface="Instrument Sans"/>
                <a:sym typeface="Instrument Sans"/>
              </a:defRPr>
            </a:lvl1pPr>
            <a:lvl2pPr lvl="1">
              <a:lnSpc>
                <a:spcPct val="115000"/>
              </a:lnSpc>
              <a:spcBef>
                <a:spcPts val="0"/>
              </a:spcBef>
              <a:spcAft>
                <a:spcPts val="0"/>
              </a:spcAft>
              <a:buNone/>
              <a:defRPr sz="3600">
                <a:latin typeface="Instrument Sans"/>
                <a:ea typeface="Instrument Sans"/>
                <a:cs typeface="Instrument Sans"/>
                <a:sym typeface="Instrument Sans"/>
              </a:defRPr>
            </a:lvl2pPr>
            <a:lvl3pPr lvl="2">
              <a:lnSpc>
                <a:spcPct val="115000"/>
              </a:lnSpc>
              <a:spcBef>
                <a:spcPts val="0"/>
              </a:spcBef>
              <a:spcAft>
                <a:spcPts val="0"/>
              </a:spcAft>
              <a:buNone/>
              <a:defRPr sz="3600">
                <a:latin typeface="Instrument Sans"/>
                <a:ea typeface="Instrument Sans"/>
                <a:cs typeface="Instrument Sans"/>
                <a:sym typeface="Instrument Sans"/>
              </a:defRPr>
            </a:lvl3pPr>
            <a:lvl4pPr lvl="3">
              <a:lnSpc>
                <a:spcPct val="115000"/>
              </a:lnSpc>
              <a:spcBef>
                <a:spcPts val="0"/>
              </a:spcBef>
              <a:spcAft>
                <a:spcPts val="0"/>
              </a:spcAft>
              <a:buNone/>
              <a:defRPr sz="3600">
                <a:latin typeface="Instrument Sans"/>
                <a:ea typeface="Instrument Sans"/>
                <a:cs typeface="Instrument Sans"/>
                <a:sym typeface="Instrument Sans"/>
              </a:defRPr>
            </a:lvl4pPr>
            <a:lvl5pPr lvl="4">
              <a:lnSpc>
                <a:spcPct val="115000"/>
              </a:lnSpc>
              <a:spcBef>
                <a:spcPts val="0"/>
              </a:spcBef>
              <a:spcAft>
                <a:spcPts val="0"/>
              </a:spcAft>
              <a:buNone/>
              <a:defRPr sz="3600">
                <a:latin typeface="Instrument Sans"/>
                <a:ea typeface="Instrument Sans"/>
                <a:cs typeface="Instrument Sans"/>
                <a:sym typeface="Instrument Sans"/>
              </a:defRPr>
            </a:lvl5pPr>
            <a:lvl6pPr lvl="5">
              <a:lnSpc>
                <a:spcPct val="115000"/>
              </a:lnSpc>
              <a:spcBef>
                <a:spcPts val="0"/>
              </a:spcBef>
              <a:spcAft>
                <a:spcPts val="0"/>
              </a:spcAft>
              <a:buNone/>
              <a:defRPr sz="3600">
                <a:latin typeface="Instrument Sans"/>
                <a:ea typeface="Instrument Sans"/>
                <a:cs typeface="Instrument Sans"/>
                <a:sym typeface="Instrument Sans"/>
              </a:defRPr>
            </a:lvl6pPr>
            <a:lvl7pPr lvl="6">
              <a:lnSpc>
                <a:spcPct val="115000"/>
              </a:lnSpc>
              <a:spcBef>
                <a:spcPts val="0"/>
              </a:spcBef>
              <a:spcAft>
                <a:spcPts val="0"/>
              </a:spcAft>
              <a:buNone/>
              <a:defRPr sz="3600">
                <a:latin typeface="Instrument Sans"/>
                <a:ea typeface="Instrument Sans"/>
                <a:cs typeface="Instrument Sans"/>
                <a:sym typeface="Instrument Sans"/>
              </a:defRPr>
            </a:lvl7pPr>
            <a:lvl8pPr lvl="7">
              <a:lnSpc>
                <a:spcPct val="115000"/>
              </a:lnSpc>
              <a:spcBef>
                <a:spcPts val="0"/>
              </a:spcBef>
              <a:spcAft>
                <a:spcPts val="0"/>
              </a:spcAft>
              <a:buNone/>
              <a:defRPr sz="3600">
                <a:latin typeface="Instrument Sans"/>
                <a:ea typeface="Instrument Sans"/>
                <a:cs typeface="Instrument Sans"/>
                <a:sym typeface="Instrument Sans"/>
              </a:defRPr>
            </a:lvl8pPr>
            <a:lvl9pPr lvl="8">
              <a:lnSpc>
                <a:spcPct val="115000"/>
              </a:lnSpc>
              <a:spcBef>
                <a:spcPts val="0"/>
              </a:spcBef>
              <a:spcAft>
                <a:spcPts val="0"/>
              </a:spcAft>
              <a:buNone/>
              <a:defRPr sz="3600">
                <a:latin typeface="Instrument Sans"/>
                <a:ea typeface="Instrument Sans"/>
                <a:cs typeface="Instrument Sans"/>
                <a:sym typeface="Instrument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locks- two ideas">
  <p:cSld name="CUSTOM_5">
    <p:spTree>
      <p:nvGrpSpPr>
        <p:cNvPr id="202" name="Shape 202"/>
        <p:cNvGrpSpPr/>
        <p:nvPr/>
      </p:nvGrpSpPr>
      <p:grpSpPr>
        <a:xfrm>
          <a:off x="0" y="0"/>
          <a:ext cx="0" cy="0"/>
          <a:chOff x="0" y="0"/>
          <a:chExt cx="0" cy="0"/>
        </a:xfrm>
      </p:grpSpPr>
      <p:sp>
        <p:nvSpPr>
          <p:cNvPr id="203" name="Google Shape;203;p27"/>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04" name="Google Shape;204;p27"/>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05" name="Google Shape;205;p2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
  <p:cSld name="CUSTOM_6">
    <p:bg>
      <p:bgPr>
        <a:solidFill>
          <a:schemeClr val="dk2"/>
        </a:solidFill>
      </p:bgPr>
    </p:bg>
    <p:spTree>
      <p:nvGrpSpPr>
        <p:cNvPr id="206" name="Shape 206"/>
        <p:cNvGrpSpPr/>
        <p:nvPr/>
      </p:nvGrpSpPr>
      <p:grpSpPr>
        <a:xfrm>
          <a:off x="0" y="0"/>
          <a:ext cx="0" cy="0"/>
          <a:chOff x="0" y="0"/>
          <a:chExt cx="0" cy="0"/>
        </a:xfrm>
      </p:grpSpPr>
      <p:sp>
        <p:nvSpPr>
          <p:cNvPr id="207" name="Google Shape;207;p28"/>
          <p:cNvSpPr txBox="1"/>
          <p:nvPr>
            <p:ph idx="1" type="body"/>
          </p:nvPr>
        </p:nvSpPr>
        <p:spPr>
          <a:xfrm>
            <a:off x="284700" y="2630400"/>
            <a:ext cx="2055000" cy="20382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Char char="●"/>
              <a:defRPr/>
            </a:lvl1pPr>
            <a:lvl2pPr indent="-292100" lvl="1" marL="914400">
              <a:spcBef>
                <a:spcPts val="800"/>
              </a:spcBef>
              <a:spcAft>
                <a:spcPts val="0"/>
              </a:spcAft>
              <a:buClr>
                <a:schemeClr val="lt1"/>
              </a:buClr>
              <a:buSzPts val="1000"/>
              <a:buChar char="○"/>
              <a:defRPr/>
            </a:lvl2pPr>
            <a:lvl3pPr indent="-292100" lvl="2" marL="1371600">
              <a:spcBef>
                <a:spcPts val="800"/>
              </a:spcBef>
              <a:spcAft>
                <a:spcPts val="0"/>
              </a:spcAft>
              <a:buClr>
                <a:schemeClr val="lt1"/>
              </a:buClr>
              <a:buSzPts val="1000"/>
              <a:buChar char="■"/>
              <a:defRPr/>
            </a:lvl3pPr>
            <a:lvl4pPr indent="-292100" lvl="3" marL="1828800">
              <a:spcBef>
                <a:spcPts val="800"/>
              </a:spcBef>
              <a:spcAft>
                <a:spcPts val="0"/>
              </a:spcAft>
              <a:buClr>
                <a:schemeClr val="lt1"/>
              </a:buClr>
              <a:buSzPts val="1000"/>
              <a:buChar char="●"/>
              <a:defRPr/>
            </a:lvl4pPr>
            <a:lvl5pPr indent="-292100" lvl="4" marL="2286000">
              <a:spcBef>
                <a:spcPts val="800"/>
              </a:spcBef>
              <a:spcAft>
                <a:spcPts val="0"/>
              </a:spcAft>
              <a:buClr>
                <a:schemeClr val="lt1"/>
              </a:buClr>
              <a:buSzPts val="1000"/>
              <a:buChar char="○"/>
              <a:defRPr/>
            </a:lvl5pPr>
            <a:lvl6pPr indent="-292100" lvl="5" marL="2743200">
              <a:spcBef>
                <a:spcPts val="800"/>
              </a:spcBef>
              <a:spcAft>
                <a:spcPts val="0"/>
              </a:spcAft>
              <a:buClr>
                <a:schemeClr val="lt1"/>
              </a:buClr>
              <a:buSzPts val="1000"/>
              <a:buChar char="■"/>
              <a:defRPr/>
            </a:lvl6pPr>
            <a:lvl7pPr indent="-292100" lvl="6" marL="3200400">
              <a:spcBef>
                <a:spcPts val="800"/>
              </a:spcBef>
              <a:spcAft>
                <a:spcPts val="0"/>
              </a:spcAft>
              <a:buClr>
                <a:schemeClr val="lt1"/>
              </a:buClr>
              <a:buSzPts val="1000"/>
              <a:buChar char="●"/>
              <a:defRPr/>
            </a:lvl7pPr>
            <a:lvl8pPr indent="-292100" lvl="7" marL="3657600">
              <a:spcBef>
                <a:spcPts val="800"/>
              </a:spcBef>
              <a:spcAft>
                <a:spcPts val="0"/>
              </a:spcAft>
              <a:buClr>
                <a:schemeClr val="lt1"/>
              </a:buClr>
              <a:buSzPts val="1000"/>
              <a:buChar char="○"/>
              <a:defRPr/>
            </a:lvl8pPr>
            <a:lvl9pPr indent="-292100" lvl="8" marL="4114800">
              <a:spcBef>
                <a:spcPts val="800"/>
              </a:spcBef>
              <a:spcAft>
                <a:spcPts val="800"/>
              </a:spcAft>
              <a:buClr>
                <a:schemeClr val="lt1"/>
              </a:buClr>
              <a:buSzPts val="1000"/>
              <a:buChar char="■"/>
              <a:defRPr/>
            </a:lvl9pPr>
          </a:lstStyle>
          <a:p/>
        </p:txBody>
      </p:sp>
      <p:sp>
        <p:nvSpPr>
          <p:cNvPr id="208" name="Google Shape;208;p28"/>
          <p:cNvSpPr/>
          <p:nvPr>
            <p:ph idx="2" type="pic"/>
          </p:nvPr>
        </p:nvSpPr>
        <p:spPr>
          <a:xfrm>
            <a:off x="4629600" y="2630549"/>
            <a:ext cx="4227300" cy="2038200"/>
          </a:xfrm>
          <a:prstGeom prst="roundRect">
            <a:avLst>
              <a:gd fmla="val 9982" name="adj"/>
            </a:avLst>
          </a:prstGeom>
          <a:noFill/>
          <a:ln>
            <a:noFill/>
          </a:ln>
        </p:spPr>
      </p:sp>
      <p:sp>
        <p:nvSpPr>
          <p:cNvPr id="209" name="Google Shape;209;p28"/>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10" name="Google Shape;210;p28"/>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11" name="Google Shape;211;p2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rious boxes">
  <p:cSld name="CUSTOM_6_1">
    <p:spTree>
      <p:nvGrpSpPr>
        <p:cNvPr id="212" name="Shape 212"/>
        <p:cNvGrpSpPr/>
        <p:nvPr/>
      </p:nvGrpSpPr>
      <p:grpSpPr>
        <a:xfrm>
          <a:off x="0" y="0"/>
          <a:ext cx="0" cy="0"/>
          <a:chOff x="0" y="0"/>
          <a:chExt cx="0" cy="0"/>
        </a:xfrm>
      </p:grpSpPr>
      <p:sp>
        <p:nvSpPr>
          <p:cNvPr id="213" name="Google Shape;213;p29"/>
          <p:cNvSpPr/>
          <p:nvPr>
            <p:ph idx="2" type="pic"/>
          </p:nvPr>
        </p:nvSpPr>
        <p:spPr>
          <a:xfrm>
            <a:off x="4630975" y="1365900"/>
            <a:ext cx="2055000" cy="3302700"/>
          </a:xfrm>
          <a:prstGeom prst="roundRect">
            <a:avLst>
              <a:gd fmla="val 11973" name="adj"/>
            </a:avLst>
          </a:prstGeom>
          <a:noFill/>
          <a:ln>
            <a:noFill/>
          </a:ln>
        </p:spPr>
      </p:sp>
      <p:sp>
        <p:nvSpPr>
          <p:cNvPr id="214" name="Google Shape;214;p29"/>
          <p:cNvSpPr txBox="1"/>
          <p:nvPr>
            <p:ph idx="1" type="body"/>
          </p:nvPr>
        </p:nvSpPr>
        <p:spPr>
          <a:xfrm>
            <a:off x="417625" y="2720125"/>
            <a:ext cx="3754500" cy="486300"/>
          </a:xfrm>
          <a:prstGeom prst="rect">
            <a:avLst/>
          </a:prstGeom>
        </p:spPr>
        <p:txBody>
          <a:bodyPr anchorCtr="0" anchor="b" bIns="0" lIns="0" spcFirstLastPara="1" rIns="0" wrap="square" tIns="0">
            <a:noAutofit/>
          </a:bodyPr>
          <a:lstStyle>
            <a:lvl1pPr indent="-228600" lvl="0" marL="457200">
              <a:lnSpc>
                <a:spcPct val="115000"/>
              </a:lnSpc>
              <a:spcBef>
                <a:spcPts val="0"/>
              </a:spcBef>
              <a:spcAft>
                <a:spcPts val="0"/>
              </a:spcAft>
              <a:buNone/>
              <a:defRPr/>
            </a:lvl1pPr>
            <a:lvl2pPr indent="-228600" lvl="1" marL="914400">
              <a:lnSpc>
                <a:spcPct val="115000"/>
              </a:lnSpc>
              <a:spcBef>
                <a:spcPts val="0"/>
              </a:spcBef>
              <a:spcAft>
                <a:spcPts val="0"/>
              </a:spcAft>
              <a:buNone/>
              <a:defRPr/>
            </a:lvl2pPr>
            <a:lvl3pPr indent="-228600" lvl="2" marL="1371600">
              <a:lnSpc>
                <a:spcPct val="115000"/>
              </a:lnSpc>
              <a:spcBef>
                <a:spcPts val="0"/>
              </a:spcBef>
              <a:spcAft>
                <a:spcPts val="0"/>
              </a:spcAft>
              <a:buNone/>
              <a:defRPr/>
            </a:lvl3pPr>
            <a:lvl4pPr indent="-228600" lvl="3" marL="1828800">
              <a:lnSpc>
                <a:spcPct val="115000"/>
              </a:lnSpc>
              <a:spcBef>
                <a:spcPts val="0"/>
              </a:spcBef>
              <a:spcAft>
                <a:spcPts val="0"/>
              </a:spcAft>
              <a:buNone/>
              <a:defRPr/>
            </a:lvl4pPr>
            <a:lvl5pPr indent="-228600" lvl="4" marL="2286000">
              <a:lnSpc>
                <a:spcPct val="115000"/>
              </a:lnSpc>
              <a:spcBef>
                <a:spcPts val="0"/>
              </a:spcBef>
              <a:spcAft>
                <a:spcPts val="0"/>
              </a:spcAft>
              <a:buNone/>
              <a:defRPr/>
            </a:lvl5pPr>
            <a:lvl6pPr indent="-228600" lvl="5" marL="2743200">
              <a:lnSpc>
                <a:spcPct val="115000"/>
              </a:lnSpc>
              <a:spcBef>
                <a:spcPts val="0"/>
              </a:spcBef>
              <a:spcAft>
                <a:spcPts val="0"/>
              </a:spcAft>
              <a:buNone/>
              <a:defRPr/>
            </a:lvl6pPr>
            <a:lvl7pPr indent="-228600" lvl="6" marL="3200400">
              <a:lnSpc>
                <a:spcPct val="115000"/>
              </a:lnSpc>
              <a:spcBef>
                <a:spcPts val="0"/>
              </a:spcBef>
              <a:spcAft>
                <a:spcPts val="0"/>
              </a:spcAft>
              <a:buNone/>
              <a:defRPr/>
            </a:lvl7pPr>
            <a:lvl8pPr indent="-228600" lvl="7" marL="3657600">
              <a:lnSpc>
                <a:spcPct val="115000"/>
              </a:lnSpc>
              <a:spcBef>
                <a:spcPts val="0"/>
              </a:spcBef>
              <a:spcAft>
                <a:spcPts val="0"/>
              </a:spcAft>
              <a:buNone/>
              <a:defRPr/>
            </a:lvl8pPr>
            <a:lvl9pPr indent="-228600" lvl="8" marL="4114800">
              <a:lnSpc>
                <a:spcPct val="115000"/>
              </a:lnSpc>
              <a:spcBef>
                <a:spcPts val="0"/>
              </a:spcBef>
              <a:spcAft>
                <a:spcPts val="0"/>
              </a:spcAft>
              <a:buNone/>
              <a:defRPr/>
            </a:lvl9pPr>
          </a:lstStyle>
          <a:p/>
        </p:txBody>
      </p:sp>
      <p:sp>
        <p:nvSpPr>
          <p:cNvPr id="215" name="Google Shape;215;p29"/>
          <p:cNvSpPr txBox="1"/>
          <p:nvPr>
            <p:ph idx="3" type="body"/>
          </p:nvPr>
        </p:nvSpPr>
        <p:spPr>
          <a:xfrm>
            <a:off x="417625" y="3990775"/>
            <a:ext cx="1875600" cy="548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i="1"/>
            </a:lvl1pPr>
            <a:lvl2pPr indent="-228600" lvl="1" marL="914400">
              <a:spcBef>
                <a:spcPts val="0"/>
              </a:spcBef>
              <a:spcAft>
                <a:spcPts val="0"/>
              </a:spcAft>
              <a:buNone/>
              <a:defRPr i="1"/>
            </a:lvl2pPr>
            <a:lvl3pPr indent="-228600" lvl="2" marL="1371600">
              <a:spcBef>
                <a:spcPts val="0"/>
              </a:spcBef>
              <a:spcAft>
                <a:spcPts val="0"/>
              </a:spcAft>
              <a:buNone/>
              <a:defRPr i="1"/>
            </a:lvl3pPr>
            <a:lvl4pPr indent="-228600" lvl="3" marL="1828800">
              <a:spcBef>
                <a:spcPts val="0"/>
              </a:spcBef>
              <a:spcAft>
                <a:spcPts val="0"/>
              </a:spcAft>
              <a:buNone/>
              <a:defRPr i="1"/>
            </a:lvl4pPr>
            <a:lvl5pPr indent="-228600" lvl="4" marL="2286000">
              <a:spcBef>
                <a:spcPts val="0"/>
              </a:spcBef>
              <a:spcAft>
                <a:spcPts val="0"/>
              </a:spcAft>
              <a:buNone/>
              <a:defRPr i="1"/>
            </a:lvl5pPr>
            <a:lvl6pPr indent="-228600" lvl="5" marL="2743200">
              <a:spcBef>
                <a:spcPts val="0"/>
              </a:spcBef>
              <a:spcAft>
                <a:spcPts val="0"/>
              </a:spcAft>
              <a:buNone/>
              <a:defRPr i="1"/>
            </a:lvl6pPr>
            <a:lvl7pPr indent="-228600" lvl="6" marL="3200400">
              <a:spcBef>
                <a:spcPts val="0"/>
              </a:spcBef>
              <a:spcAft>
                <a:spcPts val="0"/>
              </a:spcAft>
              <a:buNone/>
              <a:defRPr i="1"/>
            </a:lvl7pPr>
            <a:lvl8pPr indent="-228600" lvl="7" marL="3657600">
              <a:spcBef>
                <a:spcPts val="0"/>
              </a:spcBef>
              <a:spcAft>
                <a:spcPts val="0"/>
              </a:spcAft>
              <a:buNone/>
              <a:defRPr i="1"/>
            </a:lvl8pPr>
            <a:lvl9pPr indent="-228600" lvl="8" marL="4114800">
              <a:spcBef>
                <a:spcPts val="0"/>
              </a:spcBef>
              <a:spcAft>
                <a:spcPts val="0"/>
              </a:spcAft>
              <a:buNone/>
              <a:defRPr i="1"/>
            </a:lvl9pPr>
          </a:lstStyle>
          <a:p/>
        </p:txBody>
      </p:sp>
      <p:sp>
        <p:nvSpPr>
          <p:cNvPr id="216" name="Google Shape;216;p29"/>
          <p:cNvSpPr txBox="1"/>
          <p:nvPr>
            <p:ph idx="4" type="body"/>
          </p:nvPr>
        </p:nvSpPr>
        <p:spPr>
          <a:xfrm>
            <a:off x="2457075" y="4311325"/>
            <a:ext cx="2053500" cy="354300"/>
          </a:xfrm>
          <a:prstGeom prst="rect">
            <a:avLst/>
          </a:prstGeom>
        </p:spPr>
        <p:txBody>
          <a:bodyPr anchorCtr="0" anchor="t" bIns="0" lIns="182875" spcFirstLastPara="1" rIns="0" wrap="square" tIns="0">
            <a:noAutofit/>
          </a:bodyPr>
          <a:lstStyle>
            <a:lvl1pPr indent="-228600" lvl="0" marL="457200">
              <a:lnSpc>
                <a:spcPct val="115000"/>
              </a:lnSpc>
              <a:spcBef>
                <a:spcPts val="0"/>
              </a:spcBef>
              <a:spcAft>
                <a:spcPts val="0"/>
              </a:spcAft>
              <a:buNone/>
              <a:defRPr/>
            </a:lvl1pPr>
            <a:lvl2pPr indent="-228600" lvl="1" marL="914400">
              <a:lnSpc>
                <a:spcPct val="115000"/>
              </a:lnSpc>
              <a:spcBef>
                <a:spcPts val="0"/>
              </a:spcBef>
              <a:spcAft>
                <a:spcPts val="0"/>
              </a:spcAft>
              <a:buNone/>
              <a:defRPr/>
            </a:lvl2pPr>
            <a:lvl3pPr indent="-228600" lvl="2" marL="1371600">
              <a:lnSpc>
                <a:spcPct val="115000"/>
              </a:lnSpc>
              <a:spcBef>
                <a:spcPts val="0"/>
              </a:spcBef>
              <a:spcAft>
                <a:spcPts val="0"/>
              </a:spcAft>
              <a:buNone/>
              <a:defRPr/>
            </a:lvl3pPr>
            <a:lvl4pPr indent="-228600" lvl="3" marL="1828800">
              <a:lnSpc>
                <a:spcPct val="115000"/>
              </a:lnSpc>
              <a:spcBef>
                <a:spcPts val="0"/>
              </a:spcBef>
              <a:spcAft>
                <a:spcPts val="0"/>
              </a:spcAft>
              <a:buNone/>
              <a:defRPr/>
            </a:lvl4pPr>
            <a:lvl5pPr indent="-228600" lvl="4" marL="2286000">
              <a:lnSpc>
                <a:spcPct val="115000"/>
              </a:lnSpc>
              <a:spcBef>
                <a:spcPts val="0"/>
              </a:spcBef>
              <a:spcAft>
                <a:spcPts val="0"/>
              </a:spcAft>
              <a:buNone/>
              <a:defRPr/>
            </a:lvl5pPr>
            <a:lvl6pPr indent="-228600" lvl="5" marL="2743200">
              <a:lnSpc>
                <a:spcPct val="115000"/>
              </a:lnSpc>
              <a:spcBef>
                <a:spcPts val="0"/>
              </a:spcBef>
              <a:spcAft>
                <a:spcPts val="0"/>
              </a:spcAft>
              <a:buNone/>
              <a:defRPr/>
            </a:lvl6pPr>
            <a:lvl7pPr indent="-228600" lvl="6" marL="3200400">
              <a:lnSpc>
                <a:spcPct val="115000"/>
              </a:lnSpc>
              <a:spcBef>
                <a:spcPts val="0"/>
              </a:spcBef>
              <a:spcAft>
                <a:spcPts val="0"/>
              </a:spcAft>
              <a:buNone/>
              <a:defRPr/>
            </a:lvl7pPr>
            <a:lvl8pPr indent="-228600" lvl="7" marL="3657600">
              <a:lnSpc>
                <a:spcPct val="115000"/>
              </a:lnSpc>
              <a:spcBef>
                <a:spcPts val="0"/>
              </a:spcBef>
              <a:spcAft>
                <a:spcPts val="0"/>
              </a:spcAft>
              <a:buNone/>
              <a:defRPr/>
            </a:lvl8pPr>
            <a:lvl9pPr indent="-228600" lvl="8" marL="4114800">
              <a:lnSpc>
                <a:spcPct val="115000"/>
              </a:lnSpc>
              <a:spcBef>
                <a:spcPts val="0"/>
              </a:spcBef>
              <a:spcAft>
                <a:spcPts val="0"/>
              </a:spcAft>
              <a:buNone/>
              <a:defRPr/>
            </a:lvl9pPr>
          </a:lstStyle>
          <a:p/>
        </p:txBody>
      </p:sp>
      <p:sp>
        <p:nvSpPr>
          <p:cNvPr id="217" name="Google Shape;217;p29"/>
          <p:cNvSpPr txBox="1"/>
          <p:nvPr>
            <p:ph idx="5" type="body"/>
          </p:nvPr>
        </p:nvSpPr>
        <p:spPr>
          <a:xfrm>
            <a:off x="6801300" y="2498700"/>
            <a:ext cx="2055000" cy="1204500"/>
          </a:xfrm>
          <a:prstGeom prst="rect">
            <a:avLst/>
          </a:prstGeom>
        </p:spPr>
        <p:txBody>
          <a:bodyPr anchorCtr="0" anchor="t" bIns="0" lIns="182875" spcFirstLastPara="1" rIns="182875" wrap="square" tIns="0">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218" name="Google Shape;218;p29"/>
          <p:cNvSpPr txBox="1"/>
          <p:nvPr>
            <p:ph type="title"/>
          </p:nvPr>
        </p:nvSpPr>
        <p:spPr>
          <a:xfrm>
            <a:off x="288350" y="1365975"/>
            <a:ext cx="4227300" cy="1156500"/>
          </a:xfrm>
          <a:prstGeom prst="rect">
            <a:avLst/>
          </a:prstGeom>
        </p:spPr>
        <p:txBody>
          <a:bodyPr anchorCtr="0" anchor="t" bIns="0" lIns="182875" spcFirstLastPara="1" rIns="182875" wrap="square" tIns="182875">
            <a:sp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219" name="Google Shape;219;p29"/>
          <p:cNvSpPr txBox="1"/>
          <p:nvPr>
            <p:ph idx="6"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0" name="Google Shape;220;p29"/>
          <p:cNvSpPr txBox="1"/>
          <p:nvPr>
            <p:ph idx="7"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1" name="Google Shape;221;p29"/>
          <p:cNvSpPr txBox="1"/>
          <p:nvPr>
            <p:ph idx="8" type="subTitle"/>
          </p:nvPr>
        </p:nvSpPr>
        <p:spPr>
          <a:xfrm>
            <a:off x="2454063" y="3535641"/>
            <a:ext cx="2051400" cy="422700"/>
          </a:xfrm>
          <a:prstGeom prst="rect">
            <a:avLst/>
          </a:prstGeom>
        </p:spPr>
        <p:txBody>
          <a:bodyPr anchorCtr="0" anchor="t" bIns="91425" lIns="182875" spcFirstLastPara="1" rIns="91425" wrap="square" tIns="182875">
            <a:noAutofit/>
          </a:bodyPr>
          <a:lstStyle>
            <a:lvl1pPr lvl="0">
              <a:spcBef>
                <a:spcPts val="0"/>
              </a:spcBef>
              <a:spcAft>
                <a:spcPts val="0"/>
              </a:spcAft>
              <a:buSzPts val="2400"/>
              <a:buFont typeface="Instrument Sans SemiBold"/>
              <a:buNone/>
              <a:defRPr sz="2400">
                <a:latin typeface="Instrument Sans SemiBold"/>
                <a:ea typeface="Instrument Sans SemiBold"/>
                <a:cs typeface="Instrument Sans SemiBold"/>
                <a:sym typeface="Instrument Sans SemiBold"/>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22" name="Google Shape;222;p29"/>
          <p:cNvSpPr txBox="1"/>
          <p:nvPr>
            <p:ph idx="9" type="subTitle"/>
          </p:nvPr>
        </p:nvSpPr>
        <p:spPr>
          <a:xfrm>
            <a:off x="6801300" y="1957926"/>
            <a:ext cx="2051400" cy="452700"/>
          </a:xfrm>
          <a:prstGeom prst="rect">
            <a:avLst/>
          </a:prstGeom>
        </p:spPr>
        <p:txBody>
          <a:bodyPr anchorCtr="0" anchor="t" bIns="0" lIns="182875" spcFirstLastPara="1" rIns="182875" wrap="square" tIns="182875">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23" name="Google Shape;223;p2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589">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3">
  <p:cSld name="BLANK_1_1_1_1_1_1_1_1_1_1_1_1_1_1_3_1_1">
    <p:spTree>
      <p:nvGrpSpPr>
        <p:cNvPr id="224" name="Shape 224"/>
        <p:cNvGrpSpPr/>
        <p:nvPr/>
      </p:nvGrpSpPr>
      <p:grpSpPr>
        <a:xfrm>
          <a:off x="0" y="0"/>
          <a:ext cx="0" cy="0"/>
          <a:chOff x="0" y="0"/>
          <a:chExt cx="0" cy="0"/>
        </a:xfrm>
      </p:grpSpPr>
      <p:sp>
        <p:nvSpPr>
          <p:cNvPr id="225" name="Google Shape;225;p30"/>
          <p:cNvSpPr/>
          <p:nvPr>
            <p:ph idx="2" type="pic"/>
          </p:nvPr>
        </p:nvSpPr>
        <p:spPr>
          <a:xfrm>
            <a:off x="6802025" y="1372800"/>
            <a:ext cx="2058600" cy="3296700"/>
          </a:xfrm>
          <a:prstGeom prst="roundRect">
            <a:avLst>
              <a:gd fmla="val 11530" name="adj"/>
            </a:avLst>
          </a:prstGeom>
          <a:noFill/>
          <a:ln>
            <a:noFill/>
          </a:ln>
        </p:spPr>
      </p:sp>
      <p:sp>
        <p:nvSpPr>
          <p:cNvPr id="226" name="Google Shape;226;p30"/>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7" name="Google Shape;227;p30"/>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8" name="Google Shape;228;p3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0"/>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0" name="Google Shape;230;p30"/>
          <p:cNvSpPr txBox="1"/>
          <p:nvPr>
            <p:ph idx="4" type="body"/>
          </p:nvPr>
        </p:nvSpPr>
        <p:spPr>
          <a:xfrm>
            <a:off x="284700" y="2792774"/>
            <a:ext cx="2053500" cy="15699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231" name="Google Shape;231;p30"/>
          <p:cNvSpPr txBox="1"/>
          <p:nvPr>
            <p:ph idx="5" type="title"/>
          </p:nvPr>
        </p:nvSpPr>
        <p:spPr>
          <a:xfrm>
            <a:off x="284700"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2" name="Google Shape;232;p30"/>
          <p:cNvSpPr txBox="1"/>
          <p:nvPr>
            <p:ph idx="6" type="title"/>
          </p:nvPr>
        </p:nvSpPr>
        <p:spPr>
          <a:xfrm>
            <a:off x="284700"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3" name="Google Shape;233;p30"/>
          <p:cNvSpPr txBox="1"/>
          <p:nvPr>
            <p:ph idx="7" type="body"/>
          </p:nvPr>
        </p:nvSpPr>
        <p:spPr>
          <a:xfrm>
            <a:off x="2457088" y="2792774"/>
            <a:ext cx="2053500" cy="15699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34" name="Google Shape;234;p30"/>
          <p:cNvSpPr txBox="1"/>
          <p:nvPr>
            <p:ph idx="8" type="title"/>
          </p:nvPr>
        </p:nvSpPr>
        <p:spPr>
          <a:xfrm>
            <a:off x="2457088"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5" name="Google Shape;235;p30"/>
          <p:cNvSpPr txBox="1"/>
          <p:nvPr>
            <p:ph idx="9" type="title"/>
          </p:nvPr>
        </p:nvSpPr>
        <p:spPr>
          <a:xfrm>
            <a:off x="2457088"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6" name="Google Shape;236;p30"/>
          <p:cNvSpPr txBox="1"/>
          <p:nvPr>
            <p:ph idx="13" type="body"/>
          </p:nvPr>
        </p:nvSpPr>
        <p:spPr>
          <a:xfrm>
            <a:off x="4629475" y="2792774"/>
            <a:ext cx="2053500" cy="15699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37" name="Google Shape;237;p30"/>
          <p:cNvSpPr txBox="1"/>
          <p:nvPr>
            <p:ph idx="14" type="title"/>
          </p:nvPr>
        </p:nvSpPr>
        <p:spPr>
          <a:xfrm>
            <a:off x="4629475"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8" name="Google Shape;238;p30"/>
          <p:cNvSpPr txBox="1"/>
          <p:nvPr>
            <p:ph idx="15" type="title"/>
          </p:nvPr>
        </p:nvSpPr>
        <p:spPr>
          <a:xfrm>
            <a:off x="4629475"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
  <p:cSld name="BLANK_1_1_1_1_2_2_3">
    <p:bg>
      <p:bgPr>
        <a:solidFill>
          <a:schemeClr val="lt2"/>
        </a:solidFill>
      </p:bgPr>
    </p:bg>
    <p:spTree>
      <p:nvGrpSpPr>
        <p:cNvPr id="239" name="Shape 239"/>
        <p:cNvGrpSpPr/>
        <p:nvPr/>
      </p:nvGrpSpPr>
      <p:grpSpPr>
        <a:xfrm>
          <a:off x="0" y="0"/>
          <a:ext cx="0" cy="0"/>
          <a:chOff x="0" y="0"/>
          <a:chExt cx="0" cy="0"/>
        </a:xfrm>
      </p:grpSpPr>
      <p:sp>
        <p:nvSpPr>
          <p:cNvPr id="240" name="Google Shape;240;p31"/>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41" name="Google Shape;241;p31"/>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42" name="Google Shape;242;p3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1"/>
          <p:cNvSpPr txBox="1"/>
          <p:nvPr>
            <p:ph idx="3" type="subTitle"/>
          </p:nvPr>
        </p:nvSpPr>
        <p:spPr>
          <a:xfrm>
            <a:off x="385925"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4" name="Google Shape;244;p31"/>
          <p:cNvSpPr txBox="1"/>
          <p:nvPr>
            <p:ph idx="4" type="subTitle"/>
          </p:nvPr>
        </p:nvSpPr>
        <p:spPr>
          <a:xfrm>
            <a:off x="2650250"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5" name="Google Shape;245;p31"/>
          <p:cNvSpPr txBox="1"/>
          <p:nvPr>
            <p:ph idx="5" type="subTitle"/>
          </p:nvPr>
        </p:nvSpPr>
        <p:spPr>
          <a:xfrm>
            <a:off x="4721750"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6" name="Google Shape;246;p31"/>
          <p:cNvSpPr txBox="1"/>
          <p:nvPr>
            <p:ph idx="6" type="subTitle"/>
          </p:nvPr>
        </p:nvSpPr>
        <p:spPr>
          <a:xfrm>
            <a:off x="6986075"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47" name="Google Shape;247;p31"/>
          <p:cNvSpPr txBox="1"/>
          <p:nvPr>
            <p:ph idx="7" type="body"/>
          </p:nvPr>
        </p:nvSpPr>
        <p:spPr>
          <a:xfrm>
            <a:off x="284700" y="4170025"/>
            <a:ext cx="2772600" cy="695400"/>
          </a:xfrm>
          <a:prstGeom prst="rect">
            <a:avLst/>
          </a:prstGeom>
        </p:spPr>
        <p:txBody>
          <a:bodyPr anchorCtr="0" anchor="t" bIns="0" lIns="0" spcFirstLastPara="1" rIns="91425" wrap="square" tIns="0">
            <a:noAutofit/>
          </a:bodyPr>
          <a:lstStyle>
            <a:lvl1pPr indent="-279400" lvl="0" marL="457200">
              <a:spcBef>
                <a:spcPts val="0"/>
              </a:spcBef>
              <a:spcAft>
                <a:spcPts val="0"/>
              </a:spcAft>
              <a:buClr>
                <a:schemeClr val="lt1"/>
              </a:buClr>
              <a:buSzPts val="800"/>
              <a:buChar char="●"/>
              <a:defRPr sz="800"/>
            </a:lvl1pPr>
            <a:lvl2pPr indent="-279400" lvl="1" marL="914400">
              <a:spcBef>
                <a:spcPts val="0"/>
              </a:spcBef>
              <a:spcAft>
                <a:spcPts val="0"/>
              </a:spcAft>
              <a:buClr>
                <a:schemeClr val="lt1"/>
              </a:buClr>
              <a:buSzPts val="800"/>
              <a:buChar char="○"/>
              <a:defRPr sz="800"/>
            </a:lvl2pPr>
            <a:lvl3pPr indent="-279400" lvl="2" marL="1371600">
              <a:spcBef>
                <a:spcPts val="0"/>
              </a:spcBef>
              <a:spcAft>
                <a:spcPts val="0"/>
              </a:spcAft>
              <a:buClr>
                <a:schemeClr val="lt1"/>
              </a:buClr>
              <a:buSzPts val="800"/>
              <a:buChar char="■"/>
              <a:defRPr sz="800"/>
            </a:lvl3pPr>
            <a:lvl4pPr indent="-279400" lvl="3" marL="1828800">
              <a:spcBef>
                <a:spcPts val="0"/>
              </a:spcBef>
              <a:spcAft>
                <a:spcPts val="0"/>
              </a:spcAft>
              <a:buClr>
                <a:schemeClr val="lt1"/>
              </a:buClr>
              <a:buSzPts val="800"/>
              <a:buChar char="●"/>
              <a:defRPr sz="800"/>
            </a:lvl4pPr>
            <a:lvl5pPr indent="-279400" lvl="4" marL="2286000">
              <a:spcBef>
                <a:spcPts val="0"/>
              </a:spcBef>
              <a:spcAft>
                <a:spcPts val="0"/>
              </a:spcAft>
              <a:buClr>
                <a:schemeClr val="lt1"/>
              </a:buClr>
              <a:buSzPts val="800"/>
              <a:buChar char="○"/>
              <a:defRPr sz="800"/>
            </a:lvl5pPr>
            <a:lvl6pPr indent="-279400" lvl="5" marL="2743200">
              <a:spcBef>
                <a:spcPts val="0"/>
              </a:spcBef>
              <a:spcAft>
                <a:spcPts val="0"/>
              </a:spcAft>
              <a:buClr>
                <a:schemeClr val="lt1"/>
              </a:buClr>
              <a:buSzPts val="800"/>
              <a:buChar char="■"/>
              <a:defRPr sz="800"/>
            </a:lvl6pPr>
            <a:lvl7pPr indent="-279400" lvl="6" marL="3200400">
              <a:spcBef>
                <a:spcPts val="0"/>
              </a:spcBef>
              <a:spcAft>
                <a:spcPts val="0"/>
              </a:spcAft>
              <a:buClr>
                <a:schemeClr val="lt1"/>
              </a:buClr>
              <a:buSzPts val="800"/>
              <a:buChar char="●"/>
              <a:defRPr sz="800"/>
            </a:lvl7pPr>
            <a:lvl8pPr indent="-279400" lvl="7" marL="3657600">
              <a:spcBef>
                <a:spcPts val="0"/>
              </a:spcBef>
              <a:spcAft>
                <a:spcPts val="0"/>
              </a:spcAft>
              <a:buClr>
                <a:schemeClr val="lt1"/>
              </a:buClr>
              <a:buSzPts val="800"/>
              <a:buChar char="○"/>
              <a:defRPr sz="800"/>
            </a:lvl8pPr>
            <a:lvl9pPr indent="-279400" lvl="8" marL="4114800">
              <a:spcBef>
                <a:spcPts val="0"/>
              </a:spcBef>
              <a:spcAft>
                <a:spcPts val="0"/>
              </a:spcAft>
              <a:buClr>
                <a:schemeClr val="lt1"/>
              </a:buClr>
              <a:buSzPts val="800"/>
              <a:buChar char="■"/>
              <a:defRPr sz="800"/>
            </a:lvl9pPr>
          </a:lstStyle>
          <a:p/>
        </p:txBody>
      </p:sp>
      <p:sp>
        <p:nvSpPr>
          <p:cNvPr id="248" name="Google Shape;248;p31"/>
          <p:cNvSpPr txBox="1"/>
          <p:nvPr>
            <p:ph idx="8" type="subTitle"/>
          </p:nvPr>
        </p:nvSpPr>
        <p:spPr>
          <a:xfrm>
            <a:off x="284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9" name="Google Shape;249;p31"/>
          <p:cNvSpPr txBox="1"/>
          <p:nvPr>
            <p:ph idx="9" type="subTitle"/>
          </p:nvPr>
        </p:nvSpPr>
        <p:spPr>
          <a:xfrm>
            <a:off x="284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0" name="Google Shape;250;p31"/>
          <p:cNvSpPr txBox="1"/>
          <p:nvPr>
            <p:ph idx="13" type="body"/>
          </p:nvPr>
        </p:nvSpPr>
        <p:spPr>
          <a:xfrm>
            <a:off x="3185700" y="41700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51" name="Google Shape;251;p31"/>
          <p:cNvSpPr txBox="1"/>
          <p:nvPr>
            <p:ph idx="14" type="subTitle"/>
          </p:nvPr>
        </p:nvSpPr>
        <p:spPr>
          <a:xfrm>
            <a:off x="3185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2" name="Google Shape;252;p31"/>
          <p:cNvSpPr txBox="1"/>
          <p:nvPr>
            <p:ph idx="15" type="subTitle"/>
          </p:nvPr>
        </p:nvSpPr>
        <p:spPr>
          <a:xfrm>
            <a:off x="3185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3" name="Google Shape;253;p31"/>
          <p:cNvSpPr txBox="1"/>
          <p:nvPr>
            <p:ph idx="16" type="body"/>
          </p:nvPr>
        </p:nvSpPr>
        <p:spPr>
          <a:xfrm>
            <a:off x="6086700" y="41700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54" name="Google Shape;254;p31"/>
          <p:cNvSpPr txBox="1"/>
          <p:nvPr>
            <p:ph idx="17" type="subTitle"/>
          </p:nvPr>
        </p:nvSpPr>
        <p:spPr>
          <a:xfrm>
            <a:off x="6086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5" name="Google Shape;255;p31"/>
          <p:cNvSpPr txBox="1"/>
          <p:nvPr>
            <p:ph idx="18" type="subTitle"/>
          </p:nvPr>
        </p:nvSpPr>
        <p:spPr>
          <a:xfrm>
            <a:off x="6086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56" name="Google Shape;256;p31"/>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BLANK_1_1_1_1_2_2_3_1">
    <p:bg>
      <p:bgPr>
        <a:solidFill>
          <a:schemeClr val="lt2"/>
        </a:solidFill>
      </p:bgPr>
    </p:bg>
    <p:spTree>
      <p:nvGrpSpPr>
        <p:cNvPr id="257" name="Shape 257"/>
        <p:cNvGrpSpPr/>
        <p:nvPr/>
      </p:nvGrpSpPr>
      <p:grpSpPr>
        <a:xfrm>
          <a:off x="0" y="0"/>
          <a:ext cx="0" cy="0"/>
          <a:chOff x="0" y="0"/>
          <a:chExt cx="0" cy="0"/>
        </a:xfrm>
      </p:grpSpPr>
      <p:sp>
        <p:nvSpPr>
          <p:cNvPr id="258" name="Google Shape;258;p3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59" name="Google Shape;259;p32"/>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60" name="Google Shape;260;p3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61" name="Google Shape;261;p32"/>
          <p:cNvSpPr txBox="1"/>
          <p:nvPr>
            <p:ph idx="3" type="body"/>
          </p:nvPr>
        </p:nvSpPr>
        <p:spPr>
          <a:xfrm>
            <a:off x="284700" y="3703925"/>
            <a:ext cx="2772600" cy="695400"/>
          </a:xfrm>
          <a:prstGeom prst="rect">
            <a:avLst/>
          </a:prstGeom>
        </p:spPr>
        <p:txBody>
          <a:bodyPr anchorCtr="0" anchor="t" bIns="0" lIns="0" spcFirstLastPara="1" rIns="91425" wrap="square" tIns="0">
            <a:noAutofit/>
          </a:bodyPr>
          <a:lstStyle>
            <a:lvl1pPr indent="-279400" lvl="0" marL="457200">
              <a:spcBef>
                <a:spcPts val="0"/>
              </a:spcBef>
              <a:spcAft>
                <a:spcPts val="0"/>
              </a:spcAft>
              <a:buClr>
                <a:schemeClr val="lt1"/>
              </a:buClr>
              <a:buSzPts val="800"/>
              <a:buFont typeface="Instrument Sans"/>
              <a:buChar char="●"/>
              <a:defRPr sz="800"/>
            </a:lvl1pPr>
            <a:lvl2pPr indent="-279400" lvl="1" marL="914400">
              <a:spcBef>
                <a:spcPts val="0"/>
              </a:spcBef>
              <a:spcAft>
                <a:spcPts val="0"/>
              </a:spcAft>
              <a:buClr>
                <a:schemeClr val="lt1"/>
              </a:buClr>
              <a:buSzPts val="800"/>
              <a:buFont typeface="Instrument Sans"/>
              <a:buChar char="○"/>
              <a:defRPr sz="800"/>
            </a:lvl2pPr>
            <a:lvl3pPr indent="-279400" lvl="2" marL="1371600">
              <a:spcBef>
                <a:spcPts val="0"/>
              </a:spcBef>
              <a:spcAft>
                <a:spcPts val="0"/>
              </a:spcAft>
              <a:buClr>
                <a:schemeClr val="lt1"/>
              </a:buClr>
              <a:buSzPts val="800"/>
              <a:buFont typeface="Instrument Sans"/>
              <a:buChar char="■"/>
              <a:defRPr sz="800"/>
            </a:lvl3pPr>
            <a:lvl4pPr indent="-279400" lvl="3" marL="1828800">
              <a:spcBef>
                <a:spcPts val="0"/>
              </a:spcBef>
              <a:spcAft>
                <a:spcPts val="0"/>
              </a:spcAft>
              <a:buClr>
                <a:schemeClr val="lt1"/>
              </a:buClr>
              <a:buSzPts val="800"/>
              <a:buFont typeface="Instrument Sans"/>
              <a:buChar char="●"/>
              <a:defRPr sz="800"/>
            </a:lvl4pPr>
            <a:lvl5pPr indent="-279400" lvl="4" marL="2286000">
              <a:spcBef>
                <a:spcPts val="0"/>
              </a:spcBef>
              <a:spcAft>
                <a:spcPts val="0"/>
              </a:spcAft>
              <a:buClr>
                <a:schemeClr val="lt1"/>
              </a:buClr>
              <a:buSzPts val="800"/>
              <a:buFont typeface="Instrument Sans"/>
              <a:buChar char="○"/>
              <a:defRPr sz="800"/>
            </a:lvl5pPr>
            <a:lvl6pPr indent="-279400" lvl="5" marL="2743200">
              <a:spcBef>
                <a:spcPts val="0"/>
              </a:spcBef>
              <a:spcAft>
                <a:spcPts val="0"/>
              </a:spcAft>
              <a:buClr>
                <a:schemeClr val="lt1"/>
              </a:buClr>
              <a:buSzPts val="800"/>
              <a:buFont typeface="Instrument Sans"/>
              <a:buChar char="■"/>
              <a:defRPr sz="800"/>
            </a:lvl6pPr>
            <a:lvl7pPr indent="-279400" lvl="6" marL="3200400">
              <a:spcBef>
                <a:spcPts val="0"/>
              </a:spcBef>
              <a:spcAft>
                <a:spcPts val="0"/>
              </a:spcAft>
              <a:buClr>
                <a:schemeClr val="lt1"/>
              </a:buClr>
              <a:buSzPts val="800"/>
              <a:buFont typeface="Instrument Sans"/>
              <a:buChar char="●"/>
              <a:defRPr sz="800"/>
            </a:lvl7pPr>
            <a:lvl8pPr indent="-279400" lvl="7" marL="3657600">
              <a:spcBef>
                <a:spcPts val="0"/>
              </a:spcBef>
              <a:spcAft>
                <a:spcPts val="0"/>
              </a:spcAft>
              <a:buClr>
                <a:schemeClr val="lt1"/>
              </a:buClr>
              <a:buSzPts val="800"/>
              <a:buFont typeface="Instrument Sans"/>
              <a:buChar char="○"/>
              <a:defRPr sz="800"/>
            </a:lvl8pPr>
            <a:lvl9pPr indent="-279400" lvl="8" marL="4114800">
              <a:spcBef>
                <a:spcPts val="0"/>
              </a:spcBef>
              <a:spcAft>
                <a:spcPts val="0"/>
              </a:spcAft>
              <a:buClr>
                <a:schemeClr val="lt1"/>
              </a:buClr>
              <a:buSzPts val="800"/>
              <a:buFont typeface="Instrument Sans"/>
              <a:buChar char="■"/>
              <a:defRPr sz="800"/>
            </a:lvl9pPr>
          </a:lstStyle>
          <a:p/>
        </p:txBody>
      </p:sp>
      <p:sp>
        <p:nvSpPr>
          <p:cNvPr id="262" name="Google Shape;262;p32"/>
          <p:cNvSpPr txBox="1"/>
          <p:nvPr>
            <p:ph idx="4" type="subTitle"/>
          </p:nvPr>
        </p:nvSpPr>
        <p:spPr>
          <a:xfrm>
            <a:off x="284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3" name="Google Shape;263;p32"/>
          <p:cNvSpPr txBox="1"/>
          <p:nvPr>
            <p:ph idx="5" type="subTitle"/>
          </p:nvPr>
        </p:nvSpPr>
        <p:spPr>
          <a:xfrm>
            <a:off x="284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4" name="Google Shape;264;p32"/>
          <p:cNvSpPr txBox="1"/>
          <p:nvPr>
            <p:ph idx="6" type="body"/>
          </p:nvPr>
        </p:nvSpPr>
        <p:spPr>
          <a:xfrm>
            <a:off x="3185700" y="37039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65" name="Google Shape;265;p32"/>
          <p:cNvSpPr txBox="1"/>
          <p:nvPr>
            <p:ph idx="7" type="subTitle"/>
          </p:nvPr>
        </p:nvSpPr>
        <p:spPr>
          <a:xfrm>
            <a:off x="3185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6" name="Google Shape;266;p32"/>
          <p:cNvSpPr txBox="1"/>
          <p:nvPr>
            <p:ph idx="8" type="subTitle"/>
          </p:nvPr>
        </p:nvSpPr>
        <p:spPr>
          <a:xfrm>
            <a:off x="3185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7" name="Google Shape;267;p32"/>
          <p:cNvSpPr txBox="1"/>
          <p:nvPr>
            <p:ph idx="9" type="body"/>
          </p:nvPr>
        </p:nvSpPr>
        <p:spPr>
          <a:xfrm>
            <a:off x="6086700" y="37039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68" name="Google Shape;268;p32"/>
          <p:cNvSpPr txBox="1"/>
          <p:nvPr>
            <p:ph idx="13" type="subTitle"/>
          </p:nvPr>
        </p:nvSpPr>
        <p:spPr>
          <a:xfrm>
            <a:off x="6086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9" name="Google Shape;269;p32"/>
          <p:cNvSpPr txBox="1"/>
          <p:nvPr>
            <p:ph idx="14" type="subTitle"/>
          </p:nvPr>
        </p:nvSpPr>
        <p:spPr>
          <a:xfrm>
            <a:off x="6086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cxnSp>
        <p:nvCxnSpPr>
          <p:cNvPr id="270" name="Google Shape;270;p32"/>
          <p:cNvCxnSpPr/>
          <p:nvPr/>
        </p:nvCxnSpPr>
        <p:spPr>
          <a:xfrm>
            <a:off x="306250" y="2632300"/>
            <a:ext cx="8545500" cy="0"/>
          </a:xfrm>
          <a:prstGeom prst="straightConnector1">
            <a:avLst/>
          </a:prstGeom>
          <a:noFill/>
          <a:ln cap="flat" cmpd="sng" w="9525">
            <a:solidFill>
              <a:schemeClr val="accent5"/>
            </a:solidFill>
            <a:prstDash val="solid"/>
            <a:round/>
            <a:headEnd len="med" w="med" type="none"/>
            <a:tailEnd len="med" w="med" type="none"/>
          </a:ln>
        </p:spPr>
      </p:cxnSp>
      <p:sp>
        <p:nvSpPr>
          <p:cNvPr id="271" name="Google Shape;271;p32"/>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3">
  <p:cSld name="BLANK_1_1_1_1_2_2_3_1_1">
    <p:bg>
      <p:bgPr>
        <a:solidFill>
          <a:schemeClr val="lt2"/>
        </a:solidFill>
      </p:bgPr>
    </p:bg>
    <p:spTree>
      <p:nvGrpSpPr>
        <p:cNvPr id="272" name="Shape 272"/>
        <p:cNvGrpSpPr/>
        <p:nvPr/>
      </p:nvGrpSpPr>
      <p:grpSpPr>
        <a:xfrm>
          <a:off x="0" y="0"/>
          <a:ext cx="0" cy="0"/>
          <a:chOff x="0" y="0"/>
          <a:chExt cx="0" cy="0"/>
        </a:xfrm>
      </p:grpSpPr>
      <p:sp>
        <p:nvSpPr>
          <p:cNvPr id="273" name="Google Shape;273;p33"/>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74" name="Google Shape;274;p33"/>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75" name="Google Shape;275;p3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76" name="Google Shape;276;p33"/>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77" name="Google Shape;277;p33"/>
          <p:cNvSpPr txBox="1"/>
          <p:nvPr>
            <p:ph idx="3" type="subTitle"/>
          </p:nvPr>
        </p:nvSpPr>
        <p:spPr>
          <a:xfrm>
            <a:off x="26235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78" name="Google Shape;278;p33"/>
          <p:cNvSpPr txBox="1"/>
          <p:nvPr>
            <p:ph idx="4" type="subTitle"/>
          </p:nvPr>
        </p:nvSpPr>
        <p:spPr>
          <a:xfrm>
            <a:off x="35191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79" name="Google Shape;279;p33"/>
          <p:cNvSpPr txBox="1"/>
          <p:nvPr>
            <p:ph idx="5" type="subTitle"/>
          </p:nvPr>
        </p:nvSpPr>
        <p:spPr>
          <a:xfrm>
            <a:off x="44147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0" name="Google Shape;280;p33"/>
          <p:cNvSpPr txBox="1"/>
          <p:nvPr>
            <p:ph idx="6" type="subTitle"/>
          </p:nvPr>
        </p:nvSpPr>
        <p:spPr>
          <a:xfrm>
            <a:off x="53103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1" name="Google Shape;281;p33"/>
          <p:cNvSpPr txBox="1"/>
          <p:nvPr>
            <p:ph idx="7" type="subTitle"/>
          </p:nvPr>
        </p:nvSpPr>
        <p:spPr>
          <a:xfrm>
            <a:off x="62059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2" name="Google Shape;282;p33"/>
          <p:cNvSpPr txBox="1"/>
          <p:nvPr>
            <p:ph idx="8" type="subTitle"/>
          </p:nvPr>
        </p:nvSpPr>
        <p:spPr>
          <a:xfrm>
            <a:off x="71015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3" name="Google Shape;283;p33"/>
          <p:cNvSpPr txBox="1"/>
          <p:nvPr>
            <p:ph idx="9" type="subTitle"/>
          </p:nvPr>
        </p:nvSpPr>
        <p:spPr>
          <a:xfrm>
            <a:off x="79971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84" name="Google Shape;284;p33"/>
          <p:cNvSpPr txBox="1"/>
          <p:nvPr>
            <p:ph idx="13" type="subTitle"/>
          </p:nvPr>
        </p:nvSpPr>
        <p:spPr>
          <a:xfrm>
            <a:off x="430525" y="1551325"/>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5" name="Google Shape;285;p33"/>
          <p:cNvSpPr txBox="1"/>
          <p:nvPr>
            <p:ph idx="14" type="subTitle"/>
          </p:nvPr>
        </p:nvSpPr>
        <p:spPr>
          <a:xfrm>
            <a:off x="430525" y="1817255"/>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6" name="Google Shape;286;p33"/>
          <p:cNvSpPr txBox="1"/>
          <p:nvPr>
            <p:ph idx="15" type="subTitle"/>
          </p:nvPr>
        </p:nvSpPr>
        <p:spPr>
          <a:xfrm>
            <a:off x="430525" y="2083184"/>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7" name="Google Shape;287;p33"/>
          <p:cNvSpPr txBox="1"/>
          <p:nvPr>
            <p:ph idx="16" type="subTitle"/>
          </p:nvPr>
        </p:nvSpPr>
        <p:spPr>
          <a:xfrm>
            <a:off x="430525" y="2349114"/>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8" name="Google Shape;288;p33"/>
          <p:cNvSpPr txBox="1"/>
          <p:nvPr>
            <p:ph idx="17" type="subTitle"/>
          </p:nvPr>
        </p:nvSpPr>
        <p:spPr>
          <a:xfrm>
            <a:off x="430525" y="2615043"/>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89" name="Google Shape;289;p33"/>
          <p:cNvSpPr txBox="1"/>
          <p:nvPr>
            <p:ph idx="18" type="subTitle"/>
          </p:nvPr>
        </p:nvSpPr>
        <p:spPr>
          <a:xfrm>
            <a:off x="430525" y="2880973"/>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0" name="Google Shape;290;p33"/>
          <p:cNvSpPr txBox="1"/>
          <p:nvPr>
            <p:ph idx="19" type="subTitle"/>
          </p:nvPr>
        </p:nvSpPr>
        <p:spPr>
          <a:xfrm>
            <a:off x="430525" y="3146902"/>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1" name="Google Shape;291;p33"/>
          <p:cNvSpPr txBox="1"/>
          <p:nvPr>
            <p:ph idx="20" type="subTitle"/>
          </p:nvPr>
        </p:nvSpPr>
        <p:spPr>
          <a:xfrm>
            <a:off x="430525" y="3412832"/>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2" name="Google Shape;292;p33"/>
          <p:cNvSpPr txBox="1"/>
          <p:nvPr>
            <p:ph idx="21" type="subTitle"/>
          </p:nvPr>
        </p:nvSpPr>
        <p:spPr>
          <a:xfrm>
            <a:off x="430525" y="3678761"/>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3" name="Google Shape;293;p33"/>
          <p:cNvSpPr txBox="1"/>
          <p:nvPr>
            <p:ph idx="22" type="subTitle"/>
          </p:nvPr>
        </p:nvSpPr>
        <p:spPr>
          <a:xfrm>
            <a:off x="430525" y="3944691"/>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4" name="Google Shape;294;p33"/>
          <p:cNvSpPr txBox="1"/>
          <p:nvPr>
            <p:ph idx="23" type="subTitle"/>
          </p:nvPr>
        </p:nvSpPr>
        <p:spPr>
          <a:xfrm>
            <a:off x="430525" y="4210620"/>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95" name="Google Shape;295;p33"/>
          <p:cNvSpPr txBox="1"/>
          <p:nvPr>
            <p:ph idx="24" type="subTitle"/>
          </p:nvPr>
        </p:nvSpPr>
        <p:spPr>
          <a:xfrm>
            <a:off x="430525" y="4476550"/>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1">
  <p:cSld name="BLANK_1_1_1_1_2_2_2">
    <p:bg>
      <p:bgPr>
        <a:blipFill>
          <a:blip r:embed="rId2">
            <a:alphaModFix/>
          </a:blip>
          <a:stretch>
            <a:fillRect/>
          </a:stretch>
        </a:blipFill>
      </p:bgPr>
    </p:bg>
    <p:spTree>
      <p:nvGrpSpPr>
        <p:cNvPr id="296" name="Shape 296"/>
        <p:cNvGrpSpPr/>
        <p:nvPr/>
      </p:nvGrpSpPr>
      <p:grpSpPr>
        <a:xfrm>
          <a:off x="0" y="0"/>
          <a:ext cx="0" cy="0"/>
          <a:chOff x="0" y="0"/>
          <a:chExt cx="0" cy="0"/>
        </a:xfrm>
      </p:grpSpPr>
      <p:sp>
        <p:nvSpPr>
          <p:cNvPr id="297" name="Google Shape;297;p34"/>
          <p:cNvSpPr/>
          <p:nvPr>
            <p:ph idx="2" type="pic"/>
          </p:nvPr>
        </p:nvSpPr>
        <p:spPr>
          <a:xfrm>
            <a:off x="284700" y="1440150"/>
            <a:ext cx="605100" cy="1413900"/>
          </a:xfrm>
          <a:prstGeom prst="roundRect">
            <a:avLst>
              <a:gd fmla="val 50000" name="adj"/>
            </a:avLst>
          </a:prstGeom>
          <a:noFill/>
          <a:ln>
            <a:noFill/>
          </a:ln>
        </p:spPr>
      </p:sp>
      <p:sp>
        <p:nvSpPr>
          <p:cNvPr id="298" name="Google Shape;298;p34"/>
          <p:cNvSpPr/>
          <p:nvPr>
            <p:ph idx="3" type="pic"/>
          </p:nvPr>
        </p:nvSpPr>
        <p:spPr>
          <a:xfrm>
            <a:off x="1002300" y="1440150"/>
            <a:ext cx="2055000" cy="1413900"/>
          </a:xfrm>
          <a:prstGeom prst="roundRect">
            <a:avLst>
              <a:gd fmla="val 16960" name="adj"/>
            </a:avLst>
          </a:prstGeom>
          <a:noFill/>
          <a:ln>
            <a:noFill/>
          </a:ln>
        </p:spPr>
      </p:sp>
      <p:sp>
        <p:nvSpPr>
          <p:cNvPr id="299" name="Google Shape;299;p34"/>
          <p:cNvSpPr/>
          <p:nvPr>
            <p:ph idx="4" type="pic"/>
          </p:nvPr>
        </p:nvSpPr>
        <p:spPr>
          <a:xfrm>
            <a:off x="3185700" y="1440150"/>
            <a:ext cx="605100" cy="1413900"/>
          </a:xfrm>
          <a:prstGeom prst="roundRect">
            <a:avLst>
              <a:gd fmla="val 50000" name="adj"/>
            </a:avLst>
          </a:prstGeom>
          <a:noFill/>
          <a:ln>
            <a:noFill/>
          </a:ln>
        </p:spPr>
      </p:sp>
      <p:sp>
        <p:nvSpPr>
          <p:cNvPr id="300" name="Google Shape;300;p34"/>
          <p:cNvSpPr/>
          <p:nvPr>
            <p:ph idx="5" type="pic"/>
          </p:nvPr>
        </p:nvSpPr>
        <p:spPr>
          <a:xfrm>
            <a:off x="3903300" y="1440150"/>
            <a:ext cx="2055000" cy="1413900"/>
          </a:xfrm>
          <a:prstGeom prst="roundRect">
            <a:avLst>
              <a:gd fmla="val 16960" name="adj"/>
            </a:avLst>
          </a:prstGeom>
          <a:noFill/>
          <a:ln>
            <a:noFill/>
          </a:ln>
        </p:spPr>
      </p:sp>
      <p:sp>
        <p:nvSpPr>
          <p:cNvPr id="301" name="Google Shape;301;p34"/>
          <p:cNvSpPr/>
          <p:nvPr>
            <p:ph idx="6" type="pic"/>
          </p:nvPr>
        </p:nvSpPr>
        <p:spPr>
          <a:xfrm>
            <a:off x="6086700" y="1440150"/>
            <a:ext cx="605100" cy="1413900"/>
          </a:xfrm>
          <a:prstGeom prst="roundRect">
            <a:avLst>
              <a:gd fmla="val 50000" name="adj"/>
            </a:avLst>
          </a:prstGeom>
          <a:noFill/>
          <a:ln>
            <a:noFill/>
          </a:ln>
        </p:spPr>
      </p:sp>
      <p:sp>
        <p:nvSpPr>
          <p:cNvPr id="302" name="Google Shape;302;p34"/>
          <p:cNvSpPr/>
          <p:nvPr>
            <p:ph idx="7" type="pic"/>
          </p:nvPr>
        </p:nvSpPr>
        <p:spPr>
          <a:xfrm>
            <a:off x="6804300" y="1440150"/>
            <a:ext cx="2055000" cy="1413900"/>
          </a:xfrm>
          <a:prstGeom prst="roundRect">
            <a:avLst>
              <a:gd fmla="val 16960" name="adj"/>
            </a:avLst>
          </a:prstGeom>
          <a:noFill/>
          <a:ln>
            <a:noFill/>
          </a:ln>
        </p:spPr>
      </p:sp>
      <p:sp>
        <p:nvSpPr>
          <p:cNvPr id="303" name="Google Shape;303;p34"/>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304" name="Google Shape;304;p34"/>
          <p:cNvSpPr txBox="1"/>
          <p:nvPr>
            <p:ph idx="1" type="body"/>
          </p:nvPr>
        </p:nvSpPr>
        <p:spPr>
          <a:xfrm>
            <a:off x="284700" y="3817800"/>
            <a:ext cx="2772600" cy="10422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5" name="Google Shape;305;p34"/>
          <p:cNvSpPr txBox="1"/>
          <p:nvPr>
            <p:ph idx="8" type="subTitle"/>
          </p:nvPr>
        </p:nvSpPr>
        <p:spPr>
          <a:xfrm>
            <a:off x="284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306" name="Google Shape;306;p34"/>
          <p:cNvSpPr txBox="1"/>
          <p:nvPr>
            <p:ph idx="9"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07" name="Google Shape;307;p34"/>
          <p:cNvSpPr txBox="1"/>
          <p:nvPr>
            <p:ph idx="1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08" name="Google Shape;308;p3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09" name="Google Shape;309;p34"/>
          <p:cNvSpPr txBox="1"/>
          <p:nvPr>
            <p:ph idx="14" type="body"/>
          </p:nvPr>
        </p:nvSpPr>
        <p:spPr>
          <a:xfrm>
            <a:off x="3185700" y="3817800"/>
            <a:ext cx="2772600" cy="10422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310" name="Google Shape;310;p34"/>
          <p:cNvSpPr txBox="1"/>
          <p:nvPr>
            <p:ph idx="15" type="subTitle"/>
          </p:nvPr>
        </p:nvSpPr>
        <p:spPr>
          <a:xfrm>
            <a:off x="3185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311" name="Google Shape;311;p34"/>
          <p:cNvSpPr txBox="1"/>
          <p:nvPr>
            <p:ph idx="16" type="body"/>
          </p:nvPr>
        </p:nvSpPr>
        <p:spPr>
          <a:xfrm>
            <a:off x="6086700" y="3817800"/>
            <a:ext cx="2772600" cy="10422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312" name="Google Shape;312;p34"/>
          <p:cNvSpPr txBox="1"/>
          <p:nvPr>
            <p:ph idx="17" type="subTitle"/>
          </p:nvPr>
        </p:nvSpPr>
        <p:spPr>
          <a:xfrm>
            <a:off x="6086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text and images">
  <p:cSld name="CUSTOM_15">
    <p:bg>
      <p:bgPr>
        <a:blipFill>
          <a:blip r:embed="rId2">
            <a:alphaModFix/>
          </a:blip>
          <a:stretch>
            <a:fillRect/>
          </a:stretch>
        </a:blipFill>
      </p:bgPr>
    </p:bg>
    <p:spTree>
      <p:nvGrpSpPr>
        <p:cNvPr id="313" name="Shape 313"/>
        <p:cNvGrpSpPr/>
        <p:nvPr/>
      </p:nvGrpSpPr>
      <p:grpSpPr>
        <a:xfrm>
          <a:off x="0" y="0"/>
          <a:ext cx="0" cy="0"/>
          <a:chOff x="0" y="0"/>
          <a:chExt cx="0" cy="0"/>
        </a:xfrm>
      </p:grpSpPr>
      <p:sp>
        <p:nvSpPr>
          <p:cNvPr id="314" name="Google Shape;314;p35"/>
          <p:cNvSpPr/>
          <p:nvPr>
            <p:ph idx="2" type="pic"/>
          </p:nvPr>
        </p:nvSpPr>
        <p:spPr>
          <a:xfrm>
            <a:off x="284700" y="2901150"/>
            <a:ext cx="2772600" cy="1770900"/>
          </a:xfrm>
          <a:prstGeom prst="roundRect">
            <a:avLst>
              <a:gd fmla="val 16667" name="adj"/>
            </a:avLst>
          </a:prstGeom>
          <a:noFill/>
          <a:ln>
            <a:noFill/>
          </a:ln>
        </p:spPr>
      </p:sp>
      <p:sp>
        <p:nvSpPr>
          <p:cNvPr id="315" name="Google Shape;315;p35"/>
          <p:cNvSpPr/>
          <p:nvPr>
            <p:ph idx="3" type="pic"/>
          </p:nvPr>
        </p:nvSpPr>
        <p:spPr>
          <a:xfrm>
            <a:off x="3185800" y="2901150"/>
            <a:ext cx="2772600" cy="1770900"/>
          </a:xfrm>
          <a:prstGeom prst="roundRect">
            <a:avLst>
              <a:gd fmla="val 16667" name="adj"/>
            </a:avLst>
          </a:prstGeom>
          <a:noFill/>
          <a:ln>
            <a:noFill/>
          </a:ln>
        </p:spPr>
      </p:sp>
      <p:sp>
        <p:nvSpPr>
          <p:cNvPr id="316" name="Google Shape;316;p35"/>
          <p:cNvSpPr/>
          <p:nvPr>
            <p:ph idx="4" type="pic"/>
          </p:nvPr>
        </p:nvSpPr>
        <p:spPr>
          <a:xfrm>
            <a:off x="3185800" y="1440150"/>
            <a:ext cx="2772600" cy="1347600"/>
          </a:xfrm>
          <a:prstGeom prst="roundRect">
            <a:avLst>
              <a:gd fmla="val 16667" name="adj"/>
            </a:avLst>
          </a:prstGeom>
          <a:noFill/>
          <a:ln>
            <a:noFill/>
          </a:ln>
        </p:spPr>
      </p:sp>
      <p:sp>
        <p:nvSpPr>
          <p:cNvPr id="317" name="Google Shape;317;p35"/>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18" name="Google Shape;318;p35"/>
          <p:cNvSpPr txBox="1"/>
          <p:nvPr>
            <p:ph idx="5"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19" name="Google Shape;319;p35"/>
          <p:cNvSpPr txBox="1"/>
          <p:nvPr>
            <p:ph idx="6" type="body"/>
          </p:nvPr>
        </p:nvSpPr>
        <p:spPr>
          <a:xfrm>
            <a:off x="284700" y="1440225"/>
            <a:ext cx="2772600" cy="965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320" name="Google Shape;320;p35"/>
          <p:cNvSpPr txBox="1"/>
          <p:nvPr>
            <p:ph idx="7" type="body"/>
          </p:nvPr>
        </p:nvSpPr>
        <p:spPr>
          <a:xfrm>
            <a:off x="6086900" y="3095300"/>
            <a:ext cx="2772600" cy="6555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321" name="Google Shape;321;p35"/>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322" name="Google Shape;322;p35"/>
          <p:cNvSpPr txBox="1"/>
          <p:nvPr>
            <p:ph idx="8" type="subTitle"/>
          </p:nvPr>
        </p:nvSpPr>
        <p:spPr>
          <a:xfrm>
            <a:off x="6084175" y="2787750"/>
            <a:ext cx="2772600" cy="192000"/>
          </a:xfrm>
          <a:prstGeom prst="rect">
            <a:avLst/>
          </a:prstGeom>
        </p:spPr>
        <p:txBody>
          <a:bodyPr anchorCtr="0" anchor="t" bIns="0" lIns="182875" spcFirstLastPara="1" rIns="18287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1pPr>
            <a:lvl2pPr lvl="1">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left box">
  <p:cSld name="BLANK_1_1_1_1_1_1_1_1_1_1_1_1_1_1_1_1_1_1_1_1_2">
    <p:spTree>
      <p:nvGrpSpPr>
        <p:cNvPr id="323" name="Shape 323"/>
        <p:cNvGrpSpPr/>
        <p:nvPr/>
      </p:nvGrpSpPr>
      <p:grpSpPr>
        <a:xfrm>
          <a:off x="0" y="0"/>
          <a:ext cx="0" cy="0"/>
          <a:chOff x="0" y="0"/>
          <a:chExt cx="0" cy="0"/>
        </a:xfrm>
      </p:grpSpPr>
      <p:sp>
        <p:nvSpPr>
          <p:cNvPr id="324" name="Google Shape;324;p36"/>
          <p:cNvSpPr/>
          <p:nvPr>
            <p:ph idx="2" type="pic"/>
          </p:nvPr>
        </p:nvSpPr>
        <p:spPr>
          <a:xfrm>
            <a:off x="-10475" y="0"/>
            <a:ext cx="9167700" cy="5143500"/>
          </a:xfrm>
          <a:prstGeom prst="rect">
            <a:avLst/>
          </a:prstGeom>
          <a:noFill/>
          <a:ln>
            <a:noFill/>
          </a:ln>
        </p:spPr>
      </p:sp>
      <p:sp>
        <p:nvSpPr>
          <p:cNvPr id="325" name="Google Shape;325;p36"/>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26" name="Google Shape;326;p36"/>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27" name="Google Shape;327;p36"/>
          <p:cNvSpPr txBox="1"/>
          <p:nvPr>
            <p:ph idx="4" type="body"/>
          </p:nvPr>
        </p:nvSpPr>
        <p:spPr>
          <a:xfrm>
            <a:off x="284800" y="3713250"/>
            <a:ext cx="4227300" cy="9552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28" name="Google Shape;328;p36"/>
          <p:cNvSpPr txBox="1"/>
          <p:nvPr>
            <p:ph type="title"/>
          </p:nvPr>
        </p:nvSpPr>
        <p:spPr>
          <a:xfrm>
            <a:off x="284700" y="474750"/>
            <a:ext cx="4227300" cy="965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29" name="Google Shape;329;p3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right box ">
  <p:cSld name="BLANK_1_1_1_1_1_1_1_1_1_1_1_1_1_1_1_1_1_1_1_1_2_1">
    <p:spTree>
      <p:nvGrpSpPr>
        <p:cNvPr id="330" name="Shape 330"/>
        <p:cNvGrpSpPr/>
        <p:nvPr/>
      </p:nvGrpSpPr>
      <p:grpSpPr>
        <a:xfrm>
          <a:off x="0" y="0"/>
          <a:ext cx="0" cy="0"/>
          <a:chOff x="0" y="0"/>
          <a:chExt cx="0" cy="0"/>
        </a:xfrm>
      </p:grpSpPr>
      <p:sp>
        <p:nvSpPr>
          <p:cNvPr id="331" name="Google Shape;331;p37"/>
          <p:cNvSpPr/>
          <p:nvPr>
            <p:ph idx="2" type="pic"/>
          </p:nvPr>
        </p:nvSpPr>
        <p:spPr>
          <a:xfrm>
            <a:off x="-10475" y="0"/>
            <a:ext cx="9167700" cy="5143500"/>
          </a:xfrm>
          <a:prstGeom prst="rect">
            <a:avLst/>
          </a:prstGeom>
          <a:noFill/>
          <a:ln>
            <a:noFill/>
          </a:ln>
        </p:spPr>
      </p:sp>
      <p:sp>
        <p:nvSpPr>
          <p:cNvPr id="332" name="Google Shape;332;p37"/>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3" name="Google Shape;333;p37"/>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4" name="Google Shape;334;p37"/>
          <p:cNvSpPr txBox="1"/>
          <p:nvPr>
            <p:ph idx="4" type="body"/>
          </p:nvPr>
        </p:nvSpPr>
        <p:spPr>
          <a:xfrm>
            <a:off x="5078626" y="3728550"/>
            <a:ext cx="3767400" cy="9417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35" name="Google Shape;335;p37"/>
          <p:cNvSpPr txBox="1"/>
          <p:nvPr>
            <p:ph type="title"/>
          </p:nvPr>
        </p:nvSpPr>
        <p:spPr>
          <a:xfrm>
            <a:off x="284700" y="474750"/>
            <a:ext cx="4344900" cy="965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36" name="Google Shape;336;p3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images and blocks">
  <p:cSld name="CUSTOM_7">
    <p:bg>
      <p:bgPr>
        <a:blipFill>
          <a:blip r:embed="rId2">
            <a:alphaModFix/>
          </a:blip>
          <a:stretch>
            <a:fillRect/>
          </a:stretch>
        </a:blipFill>
      </p:bgPr>
    </p:bg>
    <p:spTree>
      <p:nvGrpSpPr>
        <p:cNvPr id="337" name="Shape 337"/>
        <p:cNvGrpSpPr/>
        <p:nvPr/>
      </p:nvGrpSpPr>
      <p:grpSpPr>
        <a:xfrm>
          <a:off x="0" y="0"/>
          <a:ext cx="0" cy="0"/>
          <a:chOff x="0" y="0"/>
          <a:chExt cx="0" cy="0"/>
        </a:xfrm>
      </p:grpSpPr>
      <p:sp>
        <p:nvSpPr>
          <p:cNvPr id="338" name="Google Shape;338;p3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39" name="Google Shape;339;p38"/>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40" name="Google Shape;340;p38"/>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41" name="Google Shape;341;p38"/>
          <p:cNvSpPr txBox="1"/>
          <p:nvPr>
            <p:ph idx="3" type="body"/>
          </p:nvPr>
        </p:nvSpPr>
        <p:spPr>
          <a:xfrm>
            <a:off x="284700" y="1862325"/>
            <a:ext cx="4219200" cy="5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42" name="Google Shape;342;p38"/>
          <p:cNvSpPr/>
          <p:nvPr>
            <p:ph idx="4" type="pic"/>
          </p:nvPr>
        </p:nvSpPr>
        <p:spPr>
          <a:xfrm>
            <a:off x="4623425" y="672675"/>
            <a:ext cx="4247100" cy="1839300"/>
          </a:xfrm>
          <a:prstGeom prst="roundRect">
            <a:avLst>
              <a:gd fmla="val 14674" name="adj"/>
            </a:avLst>
          </a:prstGeom>
          <a:noFill/>
          <a:ln>
            <a:noFill/>
          </a:ln>
        </p:spPr>
      </p:sp>
      <p:sp>
        <p:nvSpPr>
          <p:cNvPr id="343" name="Google Shape;343;p38"/>
          <p:cNvSpPr/>
          <p:nvPr>
            <p:ph idx="5" type="pic"/>
          </p:nvPr>
        </p:nvSpPr>
        <p:spPr>
          <a:xfrm>
            <a:off x="4623425" y="2629425"/>
            <a:ext cx="4227600" cy="1074000"/>
          </a:xfrm>
          <a:prstGeom prst="roundRect">
            <a:avLst>
              <a:gd fmla="val 50000" name="adj"/>
            </a:avLst>
          </a:prstGeom>
          <a:noFill/>
          <a:ln>
            <a:noFill/>
          </a:ln>
        </p:spPr>
      </p:sp>
      <p:sp>
        <p:nvSpPr>
          <p:cNvPr id="344" name="Google Shape;344;p38"/>
          <p:cNvSpPr txBox="1"/>
          <p:nvPr>
            <p:ph idx="6" type="body"/>
          </p:nvPr>
        </p:nvSpPr>
        <p:spPr>
          <a:xfrm>
            <a:off x="4627625" y="4055988"/>
            <a:ext cx="4219200" cy="612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Font typeface="Instrument Sans"/>
              <a:buChar char="●"/>
              <a:defRPr/>
            </a:lvl1pPr>
            <a:lvl2pPr indent="-292100" lvl="1" marL="914400">
              <a:spcBef>
                <a:spcPts val="800"/>
              </a:spcBef>
              <a:spcAft>
                <a:spcPts val="0"/>
              </a:spcAft>
              <a:buSzPts val="1000"/>
              <a:buFont typeface="Instrument Sans"/>
              <a:buChar char="○"/>
              <a:defRPr/>
            </a:lvl2pPr>
            <a:lvl3pPr indent="-292100" lvl="2" marL="1371600">
              <a:spcBef>
                <a:spcPts val="800"/>
              </a:spcBef>
              <a:spcAft>
                <a:spcPts val="0"/>
              </a:spcAft>
              <a:buSzPts val="1000"/>
              <a:buFont typeface="Instrument Sans"/>
              <a:buChar char="■"/>
              <a:defRPr/>
            </a:lvl3pPr>
            <a:lvl4pPr indent="-292100" lvl="3" marL="1828800">
              <a:spcBef>
                <a:spcPts val="800"/>
              </a:spcBef>
              <a:spcAft>
                <a:spcPts val="0"/>
              </a:spcAft>
              <a:buSzPts val="1000"/>
              <a:buFont typeface="Instrument Sans"/>
              <a:buChar char="●"/>
              <a:defRPr/>
            </a:lvl4pPr>
            <a:lvl5pPr indent="-292100" lvl="4" marL="2286000">
              <a:spcBef>
                <a:spcPts val="800"/>
              </a:spcBef>
              <a:spcAft>
                <a:spcPts val="0"/>
              </a:spcAft>
              <a:buSzPts val="1000"/>
              <a:buFont typeface="Instrument Sans"/>
              <a:buChar char="○"/>
              <a:defRPr/>
            </a:lvl5pPr>
            <a:lvl6pPr indent="-292100" lvl="5" marL="2743200">
              <a:spcBef>
                <a:spcPts val="800"/>
              </a:spcBef>
              <a:spcAft>
                <a:spcPts val="0"/>
              </a:spcAft>
              <a:buSzPts val="1000"/>
              <a:buFont typeface="Instrument Sans"/>
              <a:buChar char="■"/>
              <a:defRPr/>
            </a:lvl6pPr>
            <a:lvl7pPr indent="-292100" lvl="6" marL="3200400">
              <a:spcBef>
                <a:spcPts val="800"/>
              </a:spcBef>
              <a:spcAft>
                <a:spcPts val="0"/>
              </a:spcAft>
              <a:buSzPts val="1000"/>
              <a:buFont typeface="Instrument Sans"/>
              <a:buChar char="●"/>
              <a:defRPr/>
            </a:lvl7pPr>
            <a:lvl8pPr indent="-292100" lvl="7" marL="3657600">
              <a:spcBef>
                <a:spcPts val="800"/>
              </a:spcBef>
              <a:spcAft>
                <a:spcPts val="0"/>
              </a:spcAft>
              <a:buSzPts val="1000"/>
              <a:buFont typeface="Instrument Sans"/>
              <a:buChar char="○"/>
              <a:defRPr/>
            </a:lvl8pPr>
            <a:lvl9pPr indent="-292100" lvl="8" marL="4114800">
              <a:spcBef>
                <a:spcPts val="800"/>
              </a:spcBef>
              <a:spcAft>
                <a:spcPts val="800"/>
              </a:spcAft>
              <a:buSzPts val="1000"/>
              <a:buFont typeface="Instrument Sans"/>
              <a:buChar char="■"/>
              <a:defRPr/>
            </a:lvl9pPr>
          </a:lstStyle>
          <a:p/>
        </p:txBody>
      </p:sp>
      <p:sp>
        <p:nvSpPr>
          <p:cNvPr id="345" name="Google Shape;345;p38"/>
          <p:cNvSpPr txBox="1"/>
          <p:nvPr>
            <p:ph idx="7" type="body"/>
          </p:nvPr>
        </p:nvSpPr>
        <p:spPr>
          <a:xfrm>
            <a:off x="2450475" y="3154450"/>
            <a:ext cx="2055000" cy="5460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46" name="Google Shape;346;p38"/>
          <p:cNvSpPr txBox="1"/>
          <p:nvPr>
            <p:ph idx="8" type="body"/>
          </p:nvPr>
        </p:nvSpPr>
        <p:spPr>
          <a:xfrm>
            <a:off x="284700" y="3154450"/>
            <a:ext cx="2051400" cy="5490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47" name="Google Shape;347;p38"/>
          <p:cNvSpPr txBox="1"/>
          <p:nvPr>
            <p:ph type="title"/>
          </p:nvPr>
        </p:nvSpPr>
        <p:spPr>
          <a:xfrm>
            <a:off x="284700" y="672675"/>
            <a:ext cx="4219200" cy="767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48" name="Google Shape;348;p38"/>
          <p:cNvSpPr txBox="1"/>
          <p:nvPr>
            <p:ph idx="9" type="subTitle"/>
          </p:nvPr>
        </p:nvSpPr>
        <p:spPr>
          <a:xfrm>
            <a:off x="284700" y="2630400"/>
            <a:ext cx="2051400" cy="498900"/>
          </a:xfrm>
          <a:prstGeom prst="rect">
            <a:avLst/>
          </a:prstGeom>
        </p:spPr>
        <p:txBody>
          <a:bodyPr anchorCtr="0" anchor="t" bIns="0" lIns="182875" spcFirstLastPara="1" rIns="182875" wrap="square" tIns="182875">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p:txBody>
      </p:sp>
      <p:sp>
        <p:nvSpPr>
          <p:cNvPr id="349" name="Google Shape;349;p38"/>
          <p:cNvSpPr txBox="1"/>
          <p:nvPr>
            <p:ph idx="13" type="subTitle"/>
          </p:nvPr>
        </p:nvSpPr>
        <p:spPr>
          <a:xfrm>
            <a:off x="2454069" y="2630400"/>
            <a:ext cx="2051400" cy="498900"/>
          </a:xfrm>
          <a:prstGeom prst="rect">
            <a:avLst/>
          </a:prstGeom>
        </p:spPr>
        <p:txBody>
          <a:bodyPr anchorCtr="0" anchor="t" bIns="0" lIns="182875" spcFirstLastPara="1" rIns="182875" wrap="square" tIns="182875">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p:cSld name="CUSTOM_8">
    <p:spTree>
      <p:nvGrpSpPr>
        <p:cNvPr id="350" name="Shape 350"/>
        <p:cNvGrpSpPr/>
        <p:nvPr/>
      </p:nvGrpSpPr>
      <p:grpSpPr>
        <a:xfrm>
          <a:off x="0" y="0"/>
          <a:ext cx="0" cy="0"/>
          <a:chOff x="0" y="0"/>
          <a:chExt cx="0" cy="0"/>
        </a:xfrm>
      </p:grpSpPr>
      <p:sp>
        <p:nvSpPr>
          <p:cNvPr id="351" name="Google Shape;351;p39"/>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52" name="Google Shape;352;p39"/>
          <p:cNvSpPr txBox="1"/>
          <p:nvPr>
            <p:ph idx="1" type="body"/>
          </p:nvPr>
        </p:nvSpPr>
        <p:spPr>
          <a:xfrm>
            <a:off x="617750" y="775450"/>
            <a:ext cx="728100" cy="302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53" name="Google Shape;353;p39"/>
          <p:cNvSpPr txBox="1"/>
          <p:nvPr>
            <p:ph idx="2" type="body"/>
          </p:nvPr>
        </p:nvSpPr>
        <p:spPr>
          <a:xfrm>
            <a:off x="617750" y="2630400"/>
            <a:ext cx="3889500" cy="18096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54" name="Google Shape;354;p39"/>
          <p:cNvSpPr/>
          <p:nvPr>
            <p:ph idx="3" type="pic"/>
          </p:nvPr>
        </p:nvSpPr>
        <p:spPr>
          <a:xfrm>
            <a:off x="6806700" y="1335775"/>
            <a:ext cx="1821600" cy="2563500"/>
          </a:xfrm>
          <a:prstGeom prst="roundRect">
            <a:avLst>
              <a:gd fmla="val 13098" name="adj"/>
            </a:avLst>
          </a:prstGeom>
          <a:noFill/>
          <a:ln>
            <a:noFill/>
          </a:ln>
        </p:spPr>
      </p:sp>
      <p:sp>
        <p:nvSpPr>
          <p:cNvPr id="355" name="Google Shape;355;p39"/>
          <p:cNvSpPr txBox="1"/>
          <p:nvPr>
            <p:ph type="title"/>
          </p:nvPr>
        </p:nvSpPr>
        <p:spPr>
          <a:xfrm>
            <a:off x="622700" y="1323975"/>
            <a:ext cx="3889500" cy="9654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p:txBody>
      </p:sp>
      <p:sp>
        <p:nvSpPr>
          <p:cNvPr id="356" name="Google Shape;356;p39"/>
          <p:cNvSpPr txBox="1"/>
          <p:nvPr>
            <p:ph idx="4"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57" name="Google Shape;357;p39"/>
          <p:cNvSpPr txBox="1"/>
          <p:nvPr>
            <p:ph idx="5"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58" name="Google Shape;358;p39"/>
          <p:cNvSpPr txBox="1"/>
          <p:nvPr>
            <p:ph idx="6" type="body"/>
          </p:nvPr>
        </p:nvSpPr>
        <p:spPr>
          <a:xfrm>
            <a:off x="4629475" y="2513100"/>
            <a:ext cx="2055000" cy="1926600"/>
          </a:xfrm>
          <a:prstGeom prst="rect">
            <a:avLst/>
          </a:prstGeom>
        </p:spPr>
        <p:txBody>
          <a:bodyPr anchorCtr="0" anchor="b" bIns="91425" lIns="91425" spcFirstLastPara="1" rIns="91425" wrap="square" tIns="91425">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359" name="Google Shape;359;p39"/>
          <p:cNvSpPr txBox="1"/>
          <p:nvPr>
            <p:ph idx="7" type="subTitle"/>
          </p:nvPr>
        </p:nvSpPr>
        <p:spPr>
          <a:xfrm>
            <a:off x="4783900" y="1539225"/>
            <a:ext cx="1821600" cy="568500"/>
          </a:xfrm>
          <a:prstGeom prst="rect">
            <a:avLst/>
          </a:prstGeom>
        </p:spPr>
        <p:txBody>
          <a:bodyPr anchorCtr="0" anchor="t" bIns="91425" lIns="91425" spcFirstLastPara="1" rIns="91425" wrap="square" tIns="91425">
            <a:noAutofit/>
          </a:bodyPr>
          <a:lstStyle>
            <a:lvl1pPr lvl="0">
              <a:spcBef>
                <a:spcPts val="0"/>
              </a:spcBef>
              <a:spcAft>
                <a:spcPts val="0"/>
              </a:spcAft>
              <a:buNone/>
              <a:defRPr b="1"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60" name="Google Shape;360;p3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2">
  <p:cSld name="CUSTOM_8_1">
    <p:spTree>
      <p:nvGrpSpPr>
        <p:cNvPr id="361" name="Shape 361"/>
        <p:cNvGrpSpPr/>
        <p:nvPr/>
      </p:nvGrpSpPr>
      <p:grpSpPr>
        <a:xfrm>
          <a:off x="0" y="0"/>
          <a:ext cx="0" cy="0"/>
          <a:chOff x="0" y="0"/>
          <a:chExt cx="0" cy="0"/>
        </a:xfrm>
      </p:grpSpPr>
      <p:sp>
        <p:nvSpPr>
          <p:cNvPr id="362" name="Google Shape;362;p40"/>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63" name="Google Shape;363;p40"/>
          <p:cNvSpPr txBox="1"/>
          <p:nvPr>
            <p:ph idx="1" type="body"/>
          </p:nvPr>
        </p:nvSpPr>
        <p:spPr>
          <a:xfrm>
            <a:off x="617750" y="775450"/>
            <a:ext cx="728100" cy="302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64" name="Google Shape;364;p40"/>
          <p:cNvSpPr txBox="1"/>
          <p:nvPr>
            <p:ph idx="2" type="body"/>
          </p:nvPr>
        </p:nvSpPr>
        <p:spPr>
          <a:xfrm>
            <a:off x="617750" y="2630400"/>
            <a:ext cx="3889500" cy="18096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65" name="Google Shape;365;p40"/>
          <p:cNvSpPr txBox="1"/>
          <p:nvPr>
            <p:ph type="title"/>
          </p:nvPr>
        </p:nvSpPr>
        <p:spPr>
          <a:xfrm>
            <a:off x="622700" y="1323975"/>
            <a:ext cx="3889500" cy="9654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p:txBody>
      </p:sp>
      <p:sp>
        <p:nvSpPr>
          <p:cNvPr id="366" name="Google Shape;366;p40"/>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67" name="Google Shape;367;p40"/>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68" name="Google Shape;368;p40"/>
          <p:cNvSpPr txBox="1"/>
          <p:nvPr>
            <p:ph idx="5" type="body"/>
          </p:nvPr>
        </p:nvSpPr>
        <p:spPr>
          <a:xfrm>
            <a:off x="4629475" y="2513100"/>
            <a:ext cx="2055000" cy="1926600"/>
          </a:xfrm>
          <a:prstGeom prst="rect">
            <a:avLst/>
          </a:prstGeom>
        </p:spPr>
        <p:txBody>
          <a:bodyPr anchorCtr="0" anchor="b" bIns="91425" lIns="91425" spcFirstLastPara="1" rIns="91425" wrap="square" tIns="91425">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369" name="Google Shape;369;p40"/>
          <p:cNvSpPr txBox="1"/>
          <p:nvPr>
            <p:ph idx="6" type="subTitle"/>
          </p:nvPr>
        </p:nvSpPr>
        <p:spPr>
          <a:xfrm>
            <a:off x="4783900" y="1539225"/>
            <a:ext cx="1821600" cy="568500"/>
          </a:xfrm>
          <a:prstGeom prst="rect">
            <a:avLst/>
          </a:prstGeom>
        </p:spPr>
        <p:txBody>
          <a:bodyPr anchorCtr="0" anchor="t" bIns="91425" lIns="91425" spcFirstLastPara="1" rIns="91425" wrap="square" tIns="91425">
            <a:noAutofit/>
          </a:bodyPr>
          <a:lstStyle>
            <a:lvl1pPr lvl="0">
              <a:spcBef>
                <a:spcPts val="0"/>
              </a:spcBef>
              <a:spcAft>
                <a:spcPts val="0"/>
              </a:spcAft>
              <a:buNone/>
              <a:defRPr b="1"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70" name="Google Shape;370;p4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and image">
  <p:cSld name="CUSTOM">
    <p:spTree>
      <p:nvGrpSpPr>
        <p:cNvPr id="371" name="Shape 371"/>
        <p:cNvGrpSpPr/>
        <p:nvPr/>
      </p:nvGrpSpPr>
      <p:grpSpPr>
        <a:xfrm>
          <a:off x="0" y="0"/>
          <a:ext cx="0" cy="0"/>
          <a:chOff x="0" y="0"/>
          <a:chExt cx="0" cy="0"/>
        </a:xfrm>
      </p:grpSpPr>
      <p:sp>
        <p:nvSpPr>
          <p:cNvPr id="372" name="Google Shape;372;p41"/>
          <p:cNvSpPr/>
          <p:nvPr/>
        </p:nvSpPr>
        <p:spPr>
          <a:xfrm>
            <a:off x="6084175" y="474900"/>
            <a:ext cx="2771400" cy="4193700"/>
          </a:xfrm>
          <a:prstGeom prst="roundRect">
            <a:avLst>
              <a:gd fmla="val 733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73" name="Google Shape;373;p4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p:nvPr/>
        </p:nvSpPr>
        <p:spPr>
          <a:xfrm>
            <a:off x="288400" y="474900"/>
            <a:ext cx="5670000" cy="4193700"/>
          </a:xfrm>
          <a:prstGeom prst="roundRect">
            <a:avLst>
              <a:gd fmla="val 407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75" name="Google Shape;375;p41"/>
          <p:cNvSpPr/>
          <p:nvPr/>
        </p:nvSpPr>
        <p:spPr>
          <a:xfrm>
            <a:off x="567700"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76" name="Google Shape;376;p41"/>
          <p:cNvSpPr/>
          <p:nvPr/>
        </p:nvSpPr>
        <p:spPr>
          <a:xfrm>
            <a:off x="1679742"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77" name="Google Shape;377;p41"/>
          <p:cNvSpPr/>
          <p:nvPr/>
        </p:nvSpPr>
        <p:spPr>
          <a:xfrm>
            <a:off x="2791783"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78" name="Google Shape;378;p41"/>
          <p:cNvSpPr txBox="1"/>
          <p:nvPr>
            <p:ph type="title"/>
          </p:nvPr>
        </p:nvSpPr>
        <p:spPr>
          <a:xfrm>
            <a:off x="586125" y="745875"/>
            <a:ext cx="4471200" cy="942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379" name="Google Shape;379;p41"/>
          <p:cNvSpPr txBox="1"/>
          <p:nvPr>
            <p:ph idx="1" type="body"/>
          </p:nvPr>
        </p:nvSpPr>
        <p:spPr>
          <a:xfrm>
            <a:off x="6379950" y="3477525"/>
            <a:ext cx="2121300" cy="9651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80" name="Google Shape;380;p41"/>
          <p:cNvSpPr txBox="1"/>
          <p:nvPr>
            <p:ph idx="2"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1" name="Google Shape;381;p41"/>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2" name="Google Shape;382;p41"/>
          <p:cNvSpPr/>
          <p:nvPr>
            <p:ph idx="4" type="pic"/>
          </p:nvPr>
        </p:nvSpPr>
        <p:spPr>
          <a:xfrm>
            <a:off x="6084175" y="474750"/>
            <a:ext cx="2771400" cy="1458300"/>
          </a:xfrm>
          <a:prstGeom prst="roundRect">
            <a:avLst>
              <a:gd fmla="val 11040" name="adj"/>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4 elements 1">
  <p:cSld name="CUSTOM_10_3">
    <p:bg>
      <p:bgPr>
        <a:solidFill>
          <a:schemeClr val="dk2"/>
        </a:solidFill>
      </p:bgPr>
    </p:bg>
    <p:spTree>
      <p:nvGrpSpPr>
        <p:cNvPr id="383" name="Shape 383"/>
        <p:cNvGrpSpPr/>
        <p:nvPr/>
      </p:nvGrpSpPr>
      <p:grpSpPr>
        <a:xfrm>
          <a:off x="0" y="0"/>
          <a:ext cx="0" cy="0"/>
          <a:chOff x="0" y="0"/>
          <a:chExt cx="0" cy="0"/>
        </a:xfrm>
      </p:grpSpPr>
      <p:pic>
        <p:nvPicPr>
          <p:cNvPr id="384" name="Google Shape;384;p42"/>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385" name="Google Shape;385;p4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6" name="Google Shape;386;p42"/>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87" name="Google Shape;387;p42"/>
          <p:cNvSpPr txBox="1"/>
          <p:nvPr>
            <p:ph type="title"/>
          </p:nvPr>
        </p:nvSpPr>
        <p:spPr>
          <a:xfrm>
            <a:off x="288400" y="476400"/>
            <a:ext cx="2769000" cy="496800"/>
          </a:xfrm>
          <a:prstGeom prst="rect">
            <a:avLst/>
          </a:prstGeom>
        </p:spPr>
        <p:txBody>
          <a:bodyPr anchorCtr="0" anchor="b"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388" name="Google Shape;388;p42"/>
          <p:cNvSpPr txBox="1"/>
          <p:nvPr>
            <p:ph idx="3" type="subTitle"/>
          </p:nvPr>
        </p:nvSpPr>
        <p:spPr>
          <a:xfrm>
            <a:off x="284701" y="1716225"/>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89" name="Google Shape;389;p42"/>
          <p:cNvSpPr txBox="1"/>
          <p:nvPr>
            <p:ph idx="4" type="subTitle"/>
          </p:nvPr>
        </p:nvSpPr>
        <p:spPr>
          <a:xfrm>
            <a:off x="1148000" y="1713825"/>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0" name="Google Shape;390;p42"/>
          <p:cNvSpPr txBox="1"/>
          <p:nvPr>
            <p:ph idx="5" type="subTitle"/>
          </p:nvPr>
        </p:nvSpPr>
        <p:spPr>
          <a:xfrm>
            <a:off x="5842012" y="1713825"/>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1" name="Google Shape;391;p42"/>
          <p:cNvSpPr txBox="1"/>
          <p:nvPr>
            <p:ph idx="6" type="subTitle"/>
          </p:nvPr>
        </p:nvSpPr>
        <p:spPr>
          <a:xfrm>
            <a:off x="284701" y="2506919"/>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92" name="Google Shape;392;p42"/>
          <p:cNvSpPr txBox="1"/>
          <p:nvPr>
            <p:ph idx="7" type="subTitle"/>
          </p:nvPr>
        </p:nvSpPr>
        <p:spPr>
          <a:xfrm>
            <a:off x="1148000" y="2504519"/>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3" name="Google Shape;393;p42"/>
          <p:cNvSpPr txBox="1"/>
          <p:nvPr>
            <p:ph idx="8" type="subTitle"/>
          </p:nvPr>
        </p:nvSpPr>
        <p:spPr>
          <a:xfrm>
            <a:off x="5842012" y="2504519"/>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4" name="Google Shape;394;p42"/>
          <p:cNvSpPr txBox="1"/>
          <p:nvPr>
            <p:ph idx="9" type="subTitle"/>
          </p:nvPr>
        </p:nvSpPr>
        <p:spPr>
          <a:xfrm>
            <a:off x="284701" y="3255713"/>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95" name="Google Shape;395;p42"/>
          <p:cNvSpPr txBox="1"/>
          <p:nvPr>
            <p:ph idx="13" type="subTitle"/>
          </p:nvPr>
        </p:nvSpPr>
        <p:spPr>
          <a:xfrm>
            <a:off x="1148000" y="3253313"/>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6" name="Google Shape;396;p42"/>
          <p:cNvSpPr txBox="1"/>
          <p:nvPr>
            <p:ph idx="14" type="subTitle"/>
          </p:nvPr>
        </p:nvSpPr>
        <p:spPr>
          <a:xfrm>
            <a:off x="5842012" y="3253313"/>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7" name="Google Shape;397;p42"/>
          <p:cNvSpPr txBox="1"/>
          <p:nvPr>
            <p:ph idx="15" type="subTitle"/>
          </p:nvPr>
        </p:nvSpPr>
        <p:spPr>
          <a:xfrm>
            <a:off x="284701" y="4029675"/>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98" name="Google Shape;398;p42"/>
          <p:cNvSpPr txBox="1"/>
          <p:nvPr>
            <p:ph idx="16" type="subTitle"/>
          </p:nvPr>
        </p:nvSpPr>
        <p:spPr>
          <a:xfrm>
            <a:off x="1148000" y="4027275"/>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99" name="Google Shape;399;p42"/>
          <p:cNvSpPr txBox="1"/>
          <p:nvPr>
            <p:ph idx="17" type="subTitle"/>
          </p:nvPr>
        </p:nvSpPr>
        <p:spPr>
          <a:xfrm>
            <a:off x="5842012" y="4027275"/>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400" name="Google Shape;400;p4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1" name="Shape 401"/>
        <p:cNvGrpSpPr/>
        <p:nvPr/>
      </p:nvGrpSpPr>
      <p:grpSpPr>
        <a:xfrm>
          <a:off x="0" y="0"/>
          <a:ext cx="0" cy="0"/>
          <a:chOff x="0" y="0"/>
          <a:chExt cx="0" cy="0"/>
        </a:xfrm>
      </p:grpSpPr>
      <p:sp>
        <p:nvSpPr>
          <p:cNvPr id="402" name="Google Shape;402;p43"/>
          <p:cNvSpPr txBox="1"/>
          <p:nvPr>
            <p:ph type="ctrTitle"/>
          </p:nvPr>
        </p:nvSpPr>
        <p:spPr>
          <a:xfrm>
            <a:off x="311708" y="744575"/>
            <a:ext cx="8520600" cy="2052600"/>
          </a:xfrm>
          <a:prstGeom prst="rect">
            <a:avLst/>
          </a:prstGeom>
        </p:spPr>
        <p:txBody>
          <a:bodyPr anchorCtr="0" anchor="b" bIns="0" lIns="0" spcFirstLastPara="1" rIns="91425"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403" name="Google Shape;403;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4" name="Shape 404"/>
        <p:cNvGrpSpPr/>
        <p:nvPr/>
      </p:nvGrpSpPr>
      <p:grpSpPr>
        <a:xfrm>
          <a:off x="0" y="0"/>
          <a:ext cx="0" cy="0"/>
          <a:chOff x="0" y="0"/>
          <a:chExt cx="0" cy="0"/>
        </a:xfrm>
      </p:grpSpPr>
      <p:sp>
        <p:nvSpPr>
          <p:cNvPr id="405" name="Google Shape;405;p44"/>
          <p:cNvSpPr txBox="1"/>
          <p:nvPr>
            <p:ph type="title"/>
          </p:nvPr>
        </p:nvSpPr>
        <p:spPr>
          <a:xfrm>
            <a:off x="311700" y="2150850"/>
            <a:ext cx="8520600" cy="841800"/>
          </a:xfrm>
          <a:prstGeom prst="rect">
            <a:avLst/>
          </a:prstGeom>
        </p:spPr>
        <p:txBody>
          <a:bodyPr anchorCtr="0" anchor="ctr" bIns="0" lIns="0" spcFirstLastPara="1" rIns="91425" wrap="square" tIns="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06" name="Shape 406"/>
        <p:cNvGrpSpPr/>
        <p:nvPr/>
      </p:nvGrpSpPr>
      <p:grpSpPr>
        <a:xfrm>
          <a:off x="0" y="0"/>
          <a:ext cx="0" cy="0"/>
          <a:chOff x="0" y="0"/>
          <a:chExt cx="0" cy="0"/>
        </a:xfrm>
      </p:grpSpPr>
      <p:sp>
        <p:nvSpPr>
          <p:cNvPr id="407" name="Google Shape;407;p45"/>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8" name="Google Shape;408;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09" name="Shape 409"/>
        <p:cNvGrpSpPr/>
        <p:nvPr/>
      </p:nvGrpSpPr>
      <p:grpSpPr>
        <a:xfrm>
          <a:off x="0" y="0"/>
          <a:ext cx="0" cy="0"/>
          <a:chOff x="0" y="0"/>
          <a:chExt cx="0" cy="0"/>
        </a:xfrm>
      </p:grpSpPr>
      <p:sp>
        <p:nvSpPr>
          <p:cNvPr id="410" name="Google Shape;410;p46"/>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1" name="Google Shape;411;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2" name="Google Shape;412;p46"/>
          <p:cNvSpPr txBox="1"/>
          <p:nvPr>
            <p:ph idx="2" type="body"/>
          </p:nvPr>
        </p:nvSpPr>
        <p:spPr>
          <a:xfrm>
            <a:off x="4832400" y="1152475"/>
            <a:ext cx="3999900" cy="34164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3" name="Shape 413"/>
        <p:cNvGrpSpPr/>
        <p:nvPr/>
      </p:nvGrpSpPr>
      <p:grpSpPr>
        <a:xfrm>
          <a:off x="0" y="0"/>
          <a:ext cx="0" cy="0"/>
          <a:chOff x="0" y="0"/>
          <a:chExt cx="0" cy="0"/>
        </a:xfrm>
      </p:grpSpPr>
      <p:sp>
        <p:nvSpPr>
          <p:cNvPr id="414" name="Google Shape;414;p47"/>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15" name="Shape 415"/>
        <p:cNvGrpSpPr/>
        <p:nvPr/>
      </p:nvGrpSpPr>
      <p:grpSpPr>
        <a:xfrm>
          <a:off x="0" y="0"/>
          <a:ext cx="0" cy="0"/>
          <a:chOff x="0" y="0"/>
          <a:chExt cx="0" cy="0"/>
        </a:xfrm>
      </p:grpSpPr>
      <p:sp>
        <p:nvSpPr>
          <p:cNvPr id="416" name="Google Shape;416;p48"/>
          <p:cNvSpPr txBox="1"/>
          <p:nvPr>
            <p:ph type="title"/>
          </p:nvPr>
        </p:nvSpPr>
        <p:spPr>
          <a:xfrm>
            <a:off x="311700" y="555600"/>
            <a:ext cx="2808000" cy="755700"/>
          </a:xfrm>
          <a:prstGeom prst="rect">
            <a:avLst/>
          </a:prstGeom>
        </p:spPr>
        <p:txBody>
          <a:bodyPr anchorCtr="0" anchor="b" bIns="0" lIns="0" spcFirstLastPara="1" rIns="91425"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417" name="Google Shape;417;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8" name="Shape 418"/>
        <p:cNvGrpSpPr/>
        <p:nvPr/>
      </p:nvGrpSpPr>
      <p:grpSpPr>
        <a:xfrm>
          <a:off x="0" y="0"/>
          <a:ext cx="0" cy="0"/>
          <a:chOff x="0" y="0"/>
          <a:chExt cx="0" cy="0"/>
        </a:xfrm>
      </p:grpSpPr>
      <p:sp>
        <p:nvSpPr>
          <p:cNvPr id="419" name="Google Shape;419;p49"/>
          <p:cNvSpPr txBox="1"/>
          <p:nvPr>
            <p:ph type="title"/>
          </p:nvPr>
        </p:nvSpPr>
        <p:spPr>
          <a:xfrm>
            <a:off x="490250" y="450150"/>
            <a:ext cx="6367800" cy="4090800"/>
          </a:xfrm>
          <a:prstGeom prst="rect">
            <a:avLst/>
          </a:prstGeom>
        </p:spPr>
        <p:txBody>
          <a:bodyPr anchorCtr="0" anchor="ctr" bIns="0" lIns="0" spcFirstLastPara="1" rIns="91425" wrap="square" tIns="0">
            <a:spAutoFit/>
          </a:bodyPr>
          <a:lstStyle>
            <a:lvl1pPr lvl="0">
              <a:spcBef>
                <a:spcPts val="0"/>
              </a:spcBef>
              <a:spcAft>
                <a:spcPts val="0"/>
              </a:spcAft>
              <a:buSzPts val="4800"/>
              <a:buChar char="●"/>
              <a:defRPr/>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0" name="Shape 420"/>
        <p:cNvGrpSpPr/>
        <p:nvPr/>
      </p:nvGrpSpPr>
      <p:grpSpPr>
        <a:xfrm>
          <a:off x="0" y="0"/>
          <a:ext cx="0" cy="0"/>
          <a:chOff x="0" y="0"/>
          <a:chExt cx="0" cy="0"/>
        </a:xfrm>
      </p:grpSpPr>
      <p:sp>
        <p:nvSpPr>
          <p:cNvPr id="421" name="Google Shape;421;p50"/>
          <p:cNvSpPr txBox="1"/>
          <p:nvPr>
            <p:ph type="title"/>
          </p:nvPr>
        </p:nvSpPr>
        <p:spPr>
          <a:xfrm>
            <a:off x="265500" y="1233175"/>
            <a:ext cx="4045200" cy="1482300"/>
          </a:xfrm>
          <a:prstGeom prst="rect">
            <a:avLst/>
          </a:prstGeom>
        </p:spPr>
        <p:txBody>
          <a:bodyPr anchorCtr="0" anchor="b" bIns="0" lIns="0" spcFirstLastPara="1" rIns="91425"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422" name="Google Shape;422;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23" name="Google Shape;423;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24" name="Shape 424"/>
        <p:cNvGrpSpPr/>
        <p:nvPr/>
      </p:nvGrpSpPr>
      <p:grpSpPr>
        <a:xfrm>
          <a:off x="0" y="0"/>
          <a:ext cx="0" cy="0"/>
          <a:chOff x="0" y="0"/>
          <a:chExt cx="0" cy="0"/>
        </a:xfrm>
      </p:grpSpPr>
      <p:sp>
        <p:nvSpPr>
          <p:cNvPr id="425" name="Google Shape;425;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26" name="Shape 426"/>
        <p:cNvGrpSpPr/>
        <p:nvPr/>
      </p:nvGrpSpPr>
      <p:grpSpPr>
        <a:xfrm>
          <a:off x="0" y="0"/>
          <a:ext cx="0" cy="0"/>
          <a:chOff x="0" y="0"/>
          <a:chExt cx="0" cy="0"/>
        </a:xfrm>
      </p:grpSpPr>
      <p:sp>
        <p:nvSpPr>
          <p:cNvPr id="427" name="Google Shape;427;p52"/>
          <p:cNvSpPr txBox="1"/>
          <p:nvPr>
            <p:ph hasCustomPrompt="1" type="title"/>
          </p:nvPr>
        </p:nvSpPr>
        <p:spPr>
          <a:xfrm>
            <a:off x="311700" y="1106125"/>
            <a:ext cx="8520600" cy="1963500"/>
          </a:xfrm>
          <a:prstGeom prst="rect">
            <a:avLst/>
          </a:prstGeom>
        </p:spPr>
        <p:txBody>
          <a:bodyPr anchorCtr="0" anchor="b" bIns="0" lIns="0" spcFirstLastPara="1" rIns="91425"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28" name="Google Shape;428;p5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9" name="Shape 429"/>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0" name="Shape 430"/>
        <p:cNvGrpSpPr/>
        <p:nvPr/>
      </p:nvGrpSpPr>
      <p:grpSpPr>
        <a:xfrm>
          <a:off x="0" y="0"/>
          <a:ext cx="0" cy="0"/>
          <a:chOff x="0" y="0"/>
          <a:chExt cx="0" cy="0"/>
        </a:xfrm>
      </p:grpSpPr>
      <p:sp>
        <p:nvSpPr>
          <p:cNvPr id="431" name="Google Shape;431;p54"/>
          <p:cNvSpPr txBox="1"/>
          <p:nvPr>
            <p:ph type="title"/>
          </p:nvPr>
        </p:nvSpPr>
        <p:spPr>
          <a:xfrm>
            <a:off x="677325" y="1832775"/>
            <a:ext cx="3217200" cy="1484100"/>
          </a:xfrm>
          <a:prstGeom prst="rect">
            <a:avLst/>
          </a:prstGeom>
        </p:spPr>
        <p:txBody>
          <a:bodyPr anchorCtr="0" anchor="ctr" bIns="0" lIns="0" spcFirstLastPara="1" rIns="91425"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5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4" name="Google Shape;434;p5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5" name="Google Shape;435;p5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6" name="Google Shape;436;p5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7" name="Google Shape;437;p5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38" name="Shape 438"/>
        <p:cNvGrpSpPr/>
        <p:nvPr/>
      </p:nvGrpSpPr>
      <p:grpSpPr>
        <a:xfrm>
          <a:off x="0" y="0"/>
          <a:ext cx="0" cy="0"/>
          <a:chOff x="0" y="0"/>
          <a:chExt cx="0" cy="0"/>
        </a:xfrm>
      </p:grpSpPr>
      <p:sp>
        <p:nvSpPr>
          <p:cNvPr id="439" name="Google Shape;439;p55"/>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40" name="Google Shape;440;p55"/>
          <p:cNvSpPr txBox="1"/>
          <p:nvPr>
            <p:ph idx="1" type="body"/>
          </p:nvPr>
        </p:nvSpPr>
        <p:spPr>
          <a:xfrm>
            <a:off x="311700" y="1152475"/>
            <a:ext cx="4473900" cy="34164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41" name="Google Shape;441;p5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42" name="Shape 442"/>
        <p:cNvGrpSpPr/>
        <p:nvPr/>
      </p:nvGrpSpPr>
      <p:grpSpPr>
        <a:xfrm>
          <a:off x="0" y="0"/>
          <a:ext cx="0" cy="0"/>
          <a:chOff x="0" y="0"/>
          <a:chExt cx="0" cy="0"/>
        </a:xfrm>
      </p:grpSpPr>
      <p:sp>
        <p:nvSpPr>
          <p:cNvPr id="443" name="Google Shape;443;p56"/>
          <p:cNvSpPr txBox="1"/>
          <p:nvPr>
            <p:ph type="title"/>
          </p:nvPr>
        </p:nvSpPr>
        <p:spPr>
          <a:xfrm>
            <a:off x="483175"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44" name="Google Shape;444;p56"/>
          <p:cNvSpPr txBox="1"/>
          <p:nvPr>
            <p:ph idx="1" type="body"/>
          </p:nvPr>
        </p:nvSpPr>
        <p:spPr>
          <a:xfrm>
            <a:off x="483150" y="2237788"/>
            <a:ext cx="3619800" cy="2373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45" name="Google Shape;445;p5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6" name="Google Shape;446;p5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7" name="Google Shape;447;p5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48" name="Shape 448"/>
        <p:cNvGrpSpPr/>
        <p:nvPr/>
      </p:nvGrpSpPr>
      <p:grpSpPr>
        <a:xfrm>
          <a:off x="0" y="0"/>
          <a:ext cx="0" cy="0"/>
          <a:chOff x="0" y="0"/>
          <a:chExt cx="0" cy="0"/>
        </a:xfrm>
      </p:grpSpPr>
      <p:sp>
        <p:nvSpPr>
          <p:cNvPr id="449" name="Google Shape;449;p57"/>
          <p:cNvSpPr txBox="1"/>
          <p:nvPr>
            <p:ph idx="1" type="body"/>
          </p:nvPr>
        </p:nvSpPr>
        <p:spPr>
          <a:xfrm>
            <a:off x="483175" y="2417500"/>
            <a:ext cx="2455500" cy="2373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50" name="Google Shape;450;p5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1" name="Google Shape;451;p57"/>
          <p:cNvSpPr txBox="1"/>
          <p:nvPr>
            <p:ph type="title"/>
          </p:nvPr>
        </p:nvSpPr>
        <p:spPr>
          <a:xfrm>
            <a:off x="483175"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52" name="Google Shape;452;p57"/>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3" name="Google Shape;453;p57"/>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4" name="Google Shape;454;p57"/>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7"/>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56" name="Shape 456"/>
        <p:cNvGrpSpPr/>
        <p:nvPr/>
      </p:nvGrpSpPr>
      <p:grpSpPr>
        <a:xfrm>
          <a:off x="0" y="0"/>
          <a:ext cx="0" cy="0"/>
          <a:chOff x="0" y="0"/>
          <a:chExt cx="0" cy="0"/>
        </a:xfrm>
      </p:grpSpPr>
      <p:sp>
        <p:nvSpPr>
          <p:cNvPr id="457" name="Google Shape;457;p58"/>
          <p:cNvSpPr txBox="1"/>
          <p:nvPr>
            <p:ph idx="1" type="body"/>
          </p:nvPr>
        </p:nvSpPr>
        <p:spPr>
          <a:xfrm>
            <a:off x="366725" y="1759093"/>
            <a:ext cx="3838500" cy="11385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58" name="Google Shape;458;p5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59" name="Google Shape;459;p5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0" name="Google Shape;460;p5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1" name="Google Shape;461;p58"/>
          <p:cNvSpPr txBox="1"/>
          <p:nvPr>
            <p:ph type="title"/>
          </p:nvPr>
        </p:nvSpPr>
        <p:spPr>
          <a:xfrm>
            <a:off x="366750"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62" name="Google Shape;462;p5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5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4" name="Google Shape;464;p5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5" name="Google Shape;465;p5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66" name="Shape 466"/>
        <p:cNvGrpSpPr/>
        <p:nvPr/>
      </p:nvGrpSpPr>
      <p:grpSpPr>
        <a:xfrm>
          <a:off x="0" y="0"/>
          <a:ext cx="0" cy="0"/>
          <a:chOff x="0" y="0"/>
          <a:chExt cx="0" cy="0"/>
        </a:xfrm>
      </p:grpSpPr>
      <p:sp>
        <p:nvSpPr>
          <p:cNvPr id="467" name="Google Shape;467;p59"/>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68" name="Google Shape;468;p5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69" name="Shape 469"/>
        <p:cNvGrpSpPr/>
        <p:nvPr/>
      </p:nvGrpSpPr>
      <p:grpSpPr>
        <a:xfrm>
          <a:off x="0" y="0"/>
          <a:ext cx="0" cy="0"/>
          <a:chOff x="0" y="0"/>
          <a:chExt cx="0" cy="0"/>
        </a:xfrm>
      </p:grpSpPr>
      <p:sp>
        <p:nvSpPr>
          <p:cNvPr id="470" name="Google Shape;470;p60"/>
          <p:cNvSpPr txBox="1"/>
          <p:nvPr>
            <p:ph idx="1" type="body"/>
          </p:nvPr>
        </p:nvSpPr>
        <p:spPr>
          <a:xfrm>
            <a:off x="311700" y="4080225"/>
            <a:ext cx="4027500" cy="926100"/>
          </a:xfrm>
          <a:prstGeom prst="rect">
            <a:avLst/>
          </a:prstGeom>
        </p:spPr>
        <p:txBody>
          <a:bodyPr anchorCtr="0" anchor="t" bIns="91425" lIns="0"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71" name="Google Shape;471;p60"/>
          <p:cNvSpPr/>
          <p:nvPr>
            <p:ph idx="2" type="pic"/>
          </p:nvPr>
        </p:nvSpPr>
        <p:spPr>
          <a:xfrm>
            <a:off x="4804825" y="1133300"/>
            <a:ext cx="4027500" cy="2392800"/>
          </a:xfrm>
          <a:prstGeom prst="rect">
            <a:avLst/>
          </a:prstGeom>
          <a:noFill/>
          <a:ln>
            <a:noFill/>
          </a:ln>
        </p:spPr>
      </p:sp>
      <p:sp>
        <p:nvSpPr>
          <p:cNvPr id="472" name="Google Shape;472;p60"/>
          <p:cNvSpPr/>
          <p:nvPr>
            <p:ph idx="3" type="pic"/>
          </p:nvPr>
        </p:nvSpPr>
        <p:spPr>
          <a:xfrm>
            <a:off x="311725" y="1133300"/>
            <a:ext cx="4027500" cy="2392800"/>
          </a:xfrm>
          <a:prstGeom prst="rect">
            <a:avLst/>
          </a:prstGeom>
          <a:noFill/>
          <a:ln>
            <a:noFill/>
          </a:ln>
        </p:spPr>
      </p:sp>
      <p:sp>
        <p:nvSpPr>
          <p:cNvPr id="473" name="Google Shape;473;p6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4" name="Google Shape;474;p60"/>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75" name="Google Shape;475;p6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76" name="Google Shape;476;p6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77" name="Shape 477"/>
        <p:cNvGrpSpPr/>
        <p:nvPr/>
      </p:nvGrpSpPr>
      <p:grpSpPr>
        <a:xfrm>
          <a:off x="0" y="0"/>
          <a:ext cx="0" cy="0"/>
          <a:chOff x="0" y="0"/>
          <a:chExt cx="0" cy="0"/>
        </a:xfrm>
      </p:grpSpPr>
      <p:sp>
        <p:nvSpPr>
          <p:cNvPr id="478" name="Google Shape;478;p61"/>
          <p:cNvSpPr txBox="1"/>
          <p:nvPr>
            <p:ph idx="1" type="body"/>
          </p:nvPr>
        </p:nvSpPr>
        <p:spPr>
          <a:xfrm>
            <a:off x="311700" y="3911700"/>
            <a:ext cx="2627100" cy="1018500"/>
          </a:xfrm>
          <a:prstGeom prst="rect">
            <a:avLst/>
          </a:prstGeom>
        </p:spPr>
        <p:txBody>
          <a:bodyPr anchorCtr="0" anchor="t" bIns="91425" lIns="0"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79" name="Google Shape;479;p61"/>
          <p:cNvSpPr/>
          <p:nvPr>
            <p:ph idx="2" type="pic"/>
          </p:nvPr>
        </p:nvSpPr>
        <p:spPr>
          <a:xfrm>
            <a:off x="6205225" y="1128325"/>
            <a:ext cx="2627100" cy="2273100"/>
          </a:xfrm>
          <a:prstGeom prst="rect">
            <a:avLst/>
          </a:prstGeom>
          <a:noFill/>
          <a:ln>
            <a:noFill/>
          </a:ln>
        </p:spPr>
      </p:sp>
      <p:sp>
        <p:nvSpPr>
          <p:cNvPr id="480" name="Google Shape;480;p61"/>
          <p:cNvSpPr/>
          <p:nvPr>
            <p:ph idx="3" type="pic"/>
          </p:nvPr>
        </p:nvSpPr>
        <p:spPr>
          <a:xfrm>
            <a:off x="311725" y="1128325"/>
            <a:ext cx="2627100" cy="2273100"/>
          </a:xfrm>
          <a:prstGeom prst="rect">
            <a:avLst/>
          </a:prstGeom>
          <a:noFill/>
          <a:ln>
            <a:noFill/>
          </a:ln>
        </p:spPr>
      </p:sp>
      <p:sp>
        <p:nvSpPr>
          <p:cNvPr id="481" name="Google Shape;481;p6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2" name="Google Shape;482;p61"/>
          <p:cNvSpPr/>
          <p:nvPr>
            <p:ph idx="5" type="pic"/>
          </p:nvPr>
        </p:nvSpPr>
        <p:spPr>
          <a:xfrm>
            <a:off x="3255250" y="1128325"/>
            <a:ext cx="2627100" cy="2273100"/>
          </a:xfrm>
          <a:prstGeom prst="rect">
            <a:avLst/>
          </a:prstGeom>
          <a:noFill/>
          <a:ln>
            <a:noFill/>
          </a:ln>
        </p:spPr>
      </p:sp>
      <p:sp>
        <p:nvSpPr>
          <p:cNvPr id="483" name="Google Shape;483;p6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4" name="Google Shape;484;p61"/>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85" name="Google Shape;485;p6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6" name="Google Shape;486;p6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7" name="Google Shape;487;p6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88" name="Shape 488"/>
        <p:cNvGrpSpPr/>
        <p:nvPr/>
      </p:nvGrpSpPr>
      <p:grpSpPr>
        <a:xfrm>
          <a:off x="0" y="0"/>
          <a:ext cx="0" cy="0"/>
          <a:chOff x="0" y="0"/>
          <a:chExt cx="0" cy="0"/>
        </a:xfrm>
      </p:grpSpPr>
      <p:sp>
        <p:nvSpPr>
          <p:cNvPr id="489" name="Google Shape;489;p6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0" name="Shape 490"/>
        <p:cNvGrpSpPr/>
        <p:nvPr/>
      </p:nvGrpSpPr>
      <p:grpSpPr>
        <a:xfrm>
          <a:off x="0" y="0"/>
          <a:ext cx="0" cy="0"/>
          <a:chOff x="0" y="0"/>
          <a:chExt cx="0" cy="0"/>
        </a:xfrm>
      </p:grpSpPr>
      <p:sp>
        <p:nvSpPr>
          <p:cNvPr id="491" name="Google Shape;491;p63"/>
          <p:cNvSpPr/>
          <p:nvPr>
            <p:ph idx="2" type="pic"/>
          </p:nvPr>
        </p:nvSpPr>
        <p:spPr>
          <a:xfrm>
            <a:off x="3389600" y="118913"/>
            <a:ext cx="1643700" cy="1535100"/>
          </a:xfrm>
          <a:prstGeom prst="rect">
            <a:avLst/>
          </a:prstGeom>
          <a:noFill/>
          <a:ln>
            <a:noFill/>
          </a:ln>
        </p:spPr>
      </p:sp>
      <p:sp>
        <p:nvSpPr>
          <p:cNvPr id="492" name="Google Shape;492;p63"/>
          <p:cNvSpPr/>
          <p:nvPr>
            <p:ph idx="3" type="pic"/>
          </p:nvPr>
        </p:nvSpPr>
        <p:spPr>
          <a:xfrm>
            <a:off x="5195935" y="118913"/>
            <a:ext cx="1643700" cy="1535100"/>
          </a:xfrm>
          <a:prstGeom prst="rect">
            <a:avLst/>
          </a:prstGeom>
          <a:noFill/>
          <a:ln>
            <a:noFill/>
          </a:ln>
        </p:spPr>
      </p:sp>
      <p:sp>
        <p:nvSpPr>
          <p:cNvPr id="493" name="Google Shape;493;p63"/>
          <p:cNvSpPr/>
          <p:nvPr>
            <p:ph idx="4" type="pic"/>
          </p:nvPr>
        </p:nvSpPr>
        <p:spPr>
          <a:xfrm>
            <a:off x="7002270" y="118913"/>
            <a:ext cx="1643700" cy="1535100"/>
          </a:xfrm>
          <a:prstGeom prst="rect">
            <a:avLst/>
          </a:prstGeom>
          <a:noFill/>
          <a:ln>
            <a:noFill/>
          </a:ln>
        </p:spPr>
      </p:sp>
      <p:sp>
        <p:nvSpPr>
          <p:cNvPr id="494" name="Google Shape;494;p63"/>
          <p:cNvSpPr/>
          <p:nvPr>
            <p:ph idx="5" type="pic"/>
          </p:nvPr>
        </p:nvSpPr>
        <p:spPr>
          <a:xfrm>
            <a:off x="3389588" y="1804212"/>
            <a:ext cx="1643700" cy="1535100"/>
          </a:xfrm>
          <a:prstGeom prst="rect">
            <a:avLst/>
          </a:prstGeom>
          <a:noFill/>
          <a:ln>
            <a:noFill/>
          </a:ln>
        </p:spPr>
      </p:sp>
      <p:sp>
        <p:nvSpPr>
          <p:cNvPr id="495" name="Google Shape;495;p63"/>
          <p:cNvSpPr/>
          <p:nvPr>
            <p:ph idx="6" type="pic"/>
          </p:nvPr>
        </p:nvSpPr>
        <p:spPr>
          <a:xfrm>
            <a:off x="5195922" y="1804212"/>
            <a:ext cx="1643700" cy="1535100"/>
          </a:xfrm>
          <a:prstGeom prst="rect">
            <a:avLst/>
          </a:prstGeom>
          <a:noFill/>
          <a:ln>
            <a:noFill/>
          </a:ln>
        </p:spPr>
      </p:sp>
      <p:sp>
        <p:nvSpPr>
          <p:cNvPr id="496" name="Google Shape;496;p63"/>
          <p:cNvSpPr/>
          <p:nvPr>
            <p:ph idx="7" type="pic"/>
          </p:nvPr>
        </p:nvSpPr>
        <p:spPr>
          <a:xfrm>
            <a:off x="7002257" y="1804212"/>
            <a:ext cx="1643700" cy="1535100"/>
          </a:xfrm>
          <a:prstGeom prst="rect">
            <a:avLst/>
          </a:prstGeom>
          <a:noFill/>
          <a:ln>
            <a:noFill/>
          </a:ln>
        </p:spPr>
      </p:sp>
      <p:sp>
        <p:nvSpPr>
          <p:cNvPr id="497" name="Google Shape;497;p63"/>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98" name="Google Shape;498;p63"/>
          <p:cNvSpPr/>
          <p:nvPr>
            <p:ph idx="8" type="pic"/>
          </p:nvPr>
        </p:nvSpPr>
        <p:spPr>
          <a:xfrm>
            <a:off x="3389588" y="3489487"/>
            <a:ext cx="1643700" cy="1535100"/>
          </a:xfrm>
          <a:prstGeom prst="rect">
            <a:avLst/>
          </a:prstGeom>
          <a:noFill/>
          <a:ln>
            <a:noFill/>
          </a:ln>
        </p:spPr>
      </p:sp>
      <p:sp>
        <p:nvSpPr>
          <p:cNvPr id="499" name="Google Shape;499;p63"/>
          <p:cNvSpPr/>
          <p:nvPr>
            <p:ph idx="9" type="pic"/>
          </p:nvPr>
        </p:nvSpPr>
        <p:spPr>
          <a:xfrm>
            <a:off x="5195922" y="3489487"/>
            <a:ext cx="1643700" cy="1535100"/>
          </a:xfrm>
          <a:prstGeom prst="rect">
            <a:avLst/>
          </a:prstGeom>
          <a:noFill/>
          <a:ln>
            <a:noFill/>
          </a:ln>
        </p:spPr>
      </p:sp>
      <p:sp>
        <p:nvSpPr>
          <p:cNvPr id="500" name="Google Shape;500;p6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2">
    <p:spTree>
      <p:nvGrpSpPr>
        <p:cNvPr id="505" name="Shape 505"/>
        <p:cNvGrpSpPr/>
        <p:nvPr/>
      </p:nvGrpSpPr>
      <p:grpSpPr>
        <a:xfrm>
          <a:off x="0" y="0"/>
          <a:ext cx="0" cy="0"/>
          <a:chOff x="0" y="0"/>
          <a:chExt cx="0" cy="0"/>
        </a:xfrm>
      </p:grpSpPr>
      <p:sp>
        <p:nvSpPr>
          <p:cNvPr id="506" name="Google Shape;506;p65"/>
          <p:cNvSpPr txBox="1"/>
          <p:nvPr>
            <p:ph type="title"/>
          </p:nvPr>
        </p:nvSpPr>
        <p:spPr>
          <a:xfrm>
            <a:off x="291800" y="465200"/>
            <a:ext cx="5666400" cy="20478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lt1"/>
              </a:buClr>
              <a:buSzPts val="6000"/>
              <a:buFont typeface="Instrument Sans SemiBold"/>
              <a:buNone/>
              <a:defRPr sz="6000"/>
            </a:lvl1pPr>
            <a:lvl2pPr lvl="1"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2pPr>
            <a:lvl3pPr lvl="2"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3pPr>
            <a:lvl4pPr lvl="3"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4pPr>
            <a:lvl5pPr lvl="4"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5pPr>
            <a:lvl6pPr lvl="5"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6pPr>
            <a:lvl7pPr lvl="6"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7pPr>
            <a:lvl8pPr lvl="7"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8pPr>
            <a:lvl9pPr lvl="8" algn="l">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9pPr>
          </a:lstStyle>
          <a:p/>
        </p:txBody>
      </p:sp>
      <p:grpSp>
        <p:nvGrpSpPr>
          <p:cNvPr id="507" name="Google Shape;507;p65"/>
          <p:cNvGrpSpPr/>
          <p:nvPr/>
        </p:nvGrpSpPr>
        <p:grpSpPr>
          <a:xfrm>
            <a:off x="5689900" y="0"/>
            <a:ext cx="2908800" cy="5143500"/>
            <a:chOff x="5689900" y="0"/>
            <a:chExt cx="2908800" cy="5143500"/>
          </a:xfrm>
        </p:grpSpPr>
        <p:pic>
          <p:nvPicPr>
            <p:cNvPr id="508" name="Google Shape;508;p65"/>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509" name="Google Shape;509;p65"/>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510" name="Google Shape;510;p65"/>
            <p:cNvPicPr preferRelativeResize="0"/>
            <p:nvPr/>
          </p:nvPicPr>
          <p:blipFill rotWithShape="1">
            <a:blip r:embed="rId4">
              <a:alphaModFix/>
            </a:blip>
            <a:srcRect b="0" l="0" r="0" t="0"/>
            <a:stretch/>
          </p:blipFill>
          <p:spPr>
            <a:xfrm>
              <a:off x="5689900" y="960725"/>
              <a:ext cx="2908800" cy="2908800"/>
            </a:xfrm>
            <a:prstGeom prst="rect">
              <a:avLst/>
            </a:prstGeom>
            <a:noFill/>
            <a:ln>
              <a:noFill/>
            </a:ln>
          </p:spPr>
        </p:pic>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4 elements">
  <p:cSld name="BLANK_1_1_1_1_1_1_1_1_1_1_1_2">
    <p:bg>
      <p:bgPr>
        <a:solidFill>
          <a:schemeClr val="dk2"/>
        </a:solidFill>
      </p:bgPr>
    </p:bg>
    <p:spTree>
      <p:nvGrpSpPr>
        <p:cNvPr id="511" name="Shape 511"/>
        <p:cNvGrpSpPr/>
        <p:nvPr/>
      </p:nvGrpSpPr>
      <p:grpSpPr>
        <a:xfrm>
          <a:off x="0" y="0"/>
          <a:ext cx="0" cy="0"/>
          <a:chOff x="0" y="0"/>
          <a:chExt cx="0" cy="0"/>
        </a:xfrm>
      </p:grpSpPr>
      <p:pic>
        <p:nvPicPr>
          <p:cNvPr id="512" name="Google Shape;512;p66"/>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513" name="Google Shape;513;p66"/>
          <p:cNvSpPr txBox="1"/>
          <p:nvPr>
            <p:ph idx="1" type="body"/>
          </p:nvPr>
        </p:nvSpPr>
        <p:spPr>
          <a:xfrm>
            <a:off x="4628175" y="2623228"/>
            <a:ext cx="2055000" cy="1281600"/>
          </a:xfrm>
          <a:prstGeom prst="rect">
            <a:avLst/>
          </a:prstGeom>
          <a:noFill/>
          <a:ln>
            <a:noFill/>
          </a:ln>
        </p:spPr>
        <p:txBody>
          <a:bodyPr anchorCtr="0" anchor="t" bIns="91425" lIns="13715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14" name="Google Shape;514;p66"/>
          <p:cNvSpPr txBox="1"/>
          <p:nvPr>
            <p:ph idx="2" type="body"/>
          </p:nvPr>
        </p:nvSpPr>
        <p:spPr>
          <a:xfrm>
            <a:off x="6801875" y="2623228"/>
            <a:ext cx="2055000" cy="1281600"/>
          </a:xfrm>
          <a:prstGeom prst="rect">
            <a:avLst/>
          </a:prstGeom>
          <a:noFill/>
          <a:ln>
            <a:noFill/>
          </a:ln>
        </p:spPr>
        <p:txBody>
          <a:bodyPr anchorCtr="0" anchor="t" bIns="91425" lIns="13715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15" name="Google Shape;515;p66"/>
          <p:cNvSpPr txBox="1"/>
          <p:nvPr>
            <p:ph idx="3" type="body"/>
          </p:nvPr>
        </p:nvSpPr>
        <p:spPr>
          <a:xfrm>
            <a:off x="280875" y="2623228"/>
            <a:ext cx="2055000" cy="1281600"/>
          </a:xfrm>
          <a:prstGeom prst="rect">
            <a:avLst/>
          </a:prstGeom>
          <a:noFill/>
          <a:ln>
            <a:noFill/>
          </a:ln>
        </p:spPr>
        <p:txBody>
          <a:bodyPr anchorCtr="0" anchor="t" bIns="91425" lIns="137150" spcFirstLastPara="1" rIns="91425" wrap="square" tIns="91425">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16" name="Google Shape;516;p66"/>
          <p:cNvSpPr txBox="1"/>
          <p:nvPr>
            <p:ph idx="4" type="body"/>
          </p:nvPr>
        </p:nvSpPr>
        <p:spPr>
          <a:xfrm>
            <a:off x="2454525" y="2623228"/>
            <a:ext cx="2055000" cy="1281600"/>
          </a:xfrm>
          <a:prstGeom prst="rect">
            <a:avLst/>
          </a:prstGeom>
          <a:noFill/>
          <a:ln>
            <a:noFill/>
          </a:ln>
        </p:spPr>
        <p:txBody>
          <a:bodyPr anchorCtr="0" anchor="t" bIns="91425" lIns="137150" spcFirstLastPara="1" rIns="91425" wrap="square" tIns="91425">
            <a:noAutofit/>
          </a:bodyPr>
          <a:lstStyle>
            <a:lvl1pPr indent="-317500" lvl="0" marL="4572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1pPr>
            <a:lvl2pPr indent="-317500" lvl="1" marL="9144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2pPr>
            <a:lvl3pPr indent="-317500" lvl="2" marL="13716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3pPr>
            <a:lvl4pPr indent="-317500" lvl="3" marL="18288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4pPr>
            <a:lvl5pPr indent="-317500" lvl="4" marL="22860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5pPr>
            <a:lvl6pPr indent="-317500" lvl="5" marL="27432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6pPr>
            <a:lvl7pPr indent="-317500" lvl="6" marL="32004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7pPr>
            <a:lvl8pPr indent="-317500" lvl="7" marL="36576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8pPr>
            <a:lvl9pPr indent="-317500" lvl="8" marL="4114800" algn="l">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9pPr>
          </a:lstStyle>
          <a:p/>
        </p:txBody>
      </p:sp>
      <p:sp>
        <p:nvSpPr>
          <p:cNvPr id="517" name="Google Shape;517;p66"/>
          <p:cNvSpPr txBox="1"/>
          <p:nvPr>
            <p:ph idx="5" type="subTitle"/>
          </p:nvPr>
        </p:nvSpPr>
        <p:spPr>
          <a:xfrm>
            <a:off x="289100" y="4018750"/>
            <a:ext cx="20550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18" name="Google Shape;518;p66"/>
          <p:cNvSpPr txBox="1"/>
          <p:nvPr>
            <p:ph idx="6" type="subTitle"/>
          </p:nvPr>
        </p:nvSpPr>
        <p:spPr>
          <a:xfrm>
            <a:off x="2459475" y="4018750"/>
            <a:ext cx="20550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19" name="Google Shape;519;p66"/>
          <p:cNvSpPr txBox="1"/>
          <p:nvPr>
            <p:ph idx="7" type="subTitle"/>
          </p:nvPr>
        </p:nvSpPr>
        <p:spPr>
          <a:xfrm>
            <a:off x="4629100" y="4018750"/>
            <a:ext cx="20550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20" name="Google Shape;520;p66"/>
          <p:cNvSpPr txBox="1"/>
          <p:nvPr>
            <p:ph idx="8" type="subTitle"/>
          </p:nvPr>
        </p:nvSpPr>
        <p:spPr>
          <a:xfrm>
            <a:off x="6807639" y="4018750"/>
            <a:ext cx="20550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21" name="Google Shape;521;p66"/>
          <p:cNvSpPr txBox="1"/>
          <p:nvPr>
            <p:ph type="title"/>
          </p:nvPr>
        </p:nvSpPr>
        <p:spPr>
          <a:xfrm>
            <a:off x="292597" y="474750"/>
            <a:ext cx="63903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22" name="Google Shape;522;p6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523" name="Google Shape;523;p66"/>
          <p:cNvSpPr txBox="1"/>
          <p:nvPr>
            <p:ph idx="9"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24" name="Google Shape;524;p66"/>
          <p:cNvSpPr txBox="1"/>
          <p:nvPr>
            <p:ph idx="1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25" name="Google Shape;525;p66"/>
          <p:cNvSpPr txBox="1"/>
          <p:nvPr>
            <p:ph idx="14" type="subTitle"/>
          </p:nvPr>
        </p:nvSpPr>
        <p:spPr>
          <a:xfrm>
            <a:off x="282950" y="2144530"/>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526" name="Google Shape;526;p66"/>
          <p:cNvSpPr txBox="1"/>
          <p:nvPr>
            <p:ph idx="15" type="subTitle"/>
          </p:nvPr>
        </p:nvSpPr>
        <p:spPr>
          <a:xfrm>
            <a:off x="2456213" y="2144530"/>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527" name="Google Shape;527;p66"/>
          <p:cNvSpPr txBox="1"/>
          <p:nvPr>
            <p:ph idx="16" type="subTitle"/>
          </p:nvPr>
        </p:nvSpPr>
        <p:spPr>
          <a:xfrm>
            <a:off x="4629025" y="2144530"/>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528" name="Google Shape;528;p66"/>
          <p:cNvSpPr txBox="1"/>
          <p:nvPr>
            <p:ph idx="17" type="subTitle"/>
          </p:nvPr>
        </p:nvSpPr>
        <p:spPr>
          <a:xfrm>
            <a:off x="6801875" y="2144530"/>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2">
    <p:bg>
      <p:bgPr>
        <a:blipFill>
          <a:blip r:embed="rId2">
            <a:alphaModFix/>
          </a:blip>
          <a:stretch>
            <a:fillRect/>
          </a:stretch>
        </a:blipFill>
      </p:bgPr>
    </p:bg>
    <p:spTree>
      <p:nvGrpSpPr>
        <p:cNvPr id="529" name="Shape 529"/>
        <p:cNvGrpSpPr/>
        <p:nvPr/>
      </p:nvGrpSpPr>
      <p:grpSpPr>
        <a:xfrm>
          <a:off x="0" y="0"/>
          <a:ext cx="0" cy="0"/>
          <a:chOff x="0" y="0"/>
          <a:chExt cx="0" cy="0"/>
        </a:xfrm>
      </p:grpSpPr>
      <p:sp>
        <p:nvSpPr>
          <p:cNvPr id="530" name="Google Shape;530;p67"/>
          <p:cNvSpPr txBox="1"/>
          <p:nvPr>
            <p:ph type="title"/>
          </p:nvPr>
        </p:nvSpPr>
        <p:spPr>
          <a:xfrm>
            <a:off x="284700" y="474750"/>
            <a:ext cx="4227300" cy="965400"/>
          </a:xfrm>
          <a:prstGeom prst="rect">
            <a:avLst/>
          </a:prstGeom>
          <a:noFill/>
          <a:ln>
            <a:noFill/>
          </a:ln>
        </p:spPr>
        <p:txBody>
          <a:bodyPr anchorCtr="0" anchor="b" bIns="0" lIns="0" spcFirstLastPara="1" rIns="91425"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31" name="Google Shape;531;p67"/>
          <p:cNvSpPr/>
          <p:nvPr>
            <p:ph idx="2" type="pic"/>
          </p:nvPr>
        </p:nvSpPr>
        <p:spPr>
          <a:xfrm>
            <a:off x="4629600" y="474750"/>
            <a:ext cx="4227300" cy="4194000"/>
          </a:xfrm>
          <a:prstGeom prst="roundRect">
            <a:avLst>
              <a:gd fmla="val 5294" name="adj"/>
            </a:avLst>
          </a:prstGeom>
          <a:noFill/>
          <a:ln>
            <a:noFill/>
          </a:ln>
        </p:spPr>
      </p:sp>
      <p:sp>
        <p:nvSpPr>
          <p:cNvPr id="532" name="Google Shape;532;p67"/>
          <p:cNvSpPr txBox="1"/>
          <p:nvPr>
            <p:ph idx="1" type="body"/>
          </p:nvPr>
        </p:nvSpPr>
        <p:spPr>
          <a:xfrm>
            <a:off x="284700" y="3065325"/>
            <a:ext cx="2772600" cy="1603200"/>
          </a:xfrm>
          <a:prstGeom prst="rect">
            <a:avLst/>
          </a:prstGeom>
          <a:noFill/>
          <a:ln>
            <a:noFill/>
          </a:ln>
        </p:spPr>
        <p:txBody>
          <a:bodyPr anchorCtr="0" anchor="b" bIns="0" lIns="0" spcFirstLastPara="1" rIns="0" wrap="square" tIns="0">
            <a:noAutofit/>
          </a:bodyPr>
          <a:lstStyle>
            <a:lvl1pPr indent="-304800" lvl="0" marL="457200" algn="l">
              <a:lnSpc>
                <a:spcPct val="115000"/>
              </a:lnSpc>
              <a:spcBef>
                <a:spcPts val="0"/>
              </a:spcBef>
              <a:spcAft>
                <a:spcPts val="0"/>
              </a:spcAft>
              <a:buClr>
                <a:schemeClr val="lt1"/>
              </a:buClr>
              <a:buSzPts val="1200"/>
              <a:buChar char="●"/>
              <a:defRPr sz="1200"/>
            </a:lvl1pPr>
            <a:lvl2pPr indent="-304800" lvl="1" marL="914400" algn="l">
              <a:lnSpc>
                <a:spcPct val="115000"/>
              </a:lnSpc>
              <a:spcBef>
                <a:spcPts val="800"/>
              </a:spcBef>
              <a:spcAft>
                <a:spcPts val="0"/>
              </a:spcAft>
              <a:buClr>
                <a:schemeClr val="lt1"/>
              </a:buClr>
              <a:buSzPts val="1200"/>
              <a:buChar char="○"/>
              <a:defRPr sz="1200"/>
            </a:lvl2pPr>
            <a:lvl3pPr indent="-304800" lvl="2" marL="1371600" algn="l">
              <a:lnSpc>
                <a:spcPct val="115000"/>
              </a:lnSpc>
              <a:spcBef>
                <a:spcPts val="800"/>
              </a:spcBef>
              <a:spcAft>
                <a:spcPts val="0"/>
              </a:spcAft>
              <a:buClr>
                <a:schemeClr val="lt1"/>
              </a:buClr>
              <a:buSzPts val="1200"/>
              <a:buChar char="■"/>
              <a:defRPr sz="1200"/>
            </a:lvl3pPr>
            <a:lvl4pPr indent="-304800" lvl="3" marL="1828800" algn="l">
              <a:lnSpc>
                <a:spcPct val="115000"/>
              </a:lnSpc>
              <a:spcBef>
                <a:spcPts val="800"/>
              </a:spcBef>
              <a:spcAft>
                <a:spcPts val="0"/>
              </a:spcAft>
              <a:buClr>
                <a:schemeClr val="lt1"/>
              </a:buClr>
              <a:buSzPts val="1200"/>
              <a:buChar char="●"/>
              <a:defRPr sz="1200"/>
            </a:lvl4pPr>
            <a:lvl5pPr indent="-304800" lvl="4" marL="2286000" algn="l">
              <a:lnSpc>
                <a:spcPct val="115000"/>
              </a:lnSpc>
              <a:spcBef>
                <a:spcPts val="800"/>
              </a:spcBef>
              <a:spcAft>
                <a:spcPts val="0"/>
              </a:spcAft>
              <a:buClr>
                <a:schemeClr val="lt1"/>
              </a:buClr>
              <a:buSzPts val="1200"/>
              <a:buChar char="○"/>
              <a:defRPr sz="1200"/>
            </a:lvl5pPr>
            <a:lvl6pPr indent="-304800" lvl="5" marL="2743200" algn="l">
              <a:lnSpc>
                <a:spcPct val="115000"/>
              </a:lnSpc>
              <a:spcBef>
                <a:spcPts val="800"/>
              </a:spcBef>
              <a:spcAft>
                <a:spcPts val="0"/>
              </a:spcAft>
              <a:buClr>
                <a:schemeClr val="lt1"/>
              </a:buClr>
              <a:buSzPts val="1200"/>
              <a:buChar char="■"/>
              <a:defRPr sz="1200"/>
            </a:lvl6pPr>
            <a:lvl7pPr indent="-304800" lvl="6" marL="3200400" algn="l">
              <a:lnSpc>
                <a:spcPct val="115000"/>
              </a:lnSpc>
              <a:spcBef>
                <a:spcPts val="800"/>
              </a:spcBef>
              <a:spcAft>
                <a:spcPts val="0"/>
              </a:spcAft>
              <a:buClr>
                <a:schemeClr val="lt1"/>
              </a:buClr>
              <a:buSzPts val="1200"/>
              <a:buChar char="●"/>
              <a:defRPr sz="1200"/>
            </a:lvl7pPr>
            <a:lvl8pPr indent="-304800" lvl="7" marL="3657600" algn="l">
              <a:lnSpc>
                <a:spcPct val="115000"/>
              </a:lnSpc>
              <a:spcBef>
                <a:spcPts val="800"/>
              </a:spcBef>
              <a:spcAft>
                <a:spcPts val="0"/>
              </a:spcAft>
              <a:buClr>
                <a:schemeClr val="lt1"/>
              </a:buClr>
              <a:buSzPts val="1200"/>
              <a:buChar char="○"/>
              <a:defRPr sz="1200"/>
            </a:lvl8pPr>
            <a:lvl9pPr indent="-304800" lvl="8" marL="4114800" algn="l">
              <a:lnSpc>
                <a:spcPct val="115000"/>
              </a:lnSpc>
              <a:spcBef>
                <a:spcPts val="800"/>
              </a:spcBef>
              <a:spcAft>
                <a:spcPts val="800"/>
              </a:spcAft>
              <a:buClr>
                <a:schemeClr val="lt1"/>
              </a:buClr>
              <a:buSzPts val="1200"/>
              <a:buChar char="■"/>
              <a:defRPr sz="1200"/>
            </a:lvl9pPr>
          </a:lstStyle>
          <a:p/>
        </p:txBody>
      </p:sp>
      <p:sp>
        <p:nvSpPr>
          <p:cNvPr id="533" name="Google Shape;533;p67"/>
          <p:cNvSpPr txBox="1"/>
          <p:nvPr>
            <p:ph idx="3"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34" name="Google Shape;534;p67"/>
          <p:cNvSpPr txBox="1"/>
          <p:nvPr>
            <p:ph idx="4"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35" name="Google Shape;535;p6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2">
  <p:cSld name="BLANK_1_1_1_1_1_1_1_1_1_1_1_2_1_1_1">
    <p:bg>
      <p:bgPr>
        <a:solidFill>
          <a:schemeClr val="lt2"/>
        </a:solidFill>
      </p:bgPr>
    </p:bg>
    <p:spTree>
      <p:nvGrpSpPr>
        <p:cNvPr id="536" name="Shape 536"/>
        <p:cNvGrpSpPr/>
        <p:nvPr/>
      </p:nvGrpSpPr>
      <p:grpSpPr>
        <a:xfrm>
          <a:off x="0" y="0"/>
          <a:ext cx="0" cy="0"/>
          <a:chOff x="0" y="0"/>
          <a:chExt cx="0" cy="0"/>
        </a:xfrm>
      </p:grpSpPr>
      <p:sp>
        <p:nvSpPr>
          <p:cNvPr id="537" name="Google Shape;537;p68"/>
          <p:cNvSpPr txBox="1"/>
          <p:nvPr>
            <p:ph type="title"/>
          </p:nvPr>
        </p:nvSpPr>
        <p:spPr>
          <a:xfrm>
            <a:off x="292597" y="474750"/>
            <a:ext cx="63903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38" name="Google Shape;538;p6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539" name="Google Shape;539;p68"/>
          <p:cNvSpPr txBox="1"/>
          <p:nvPr>
            <p:ph idx="1" type="body"/>
          </p:nvPr>
        </p:nvSpPr>
        <p:spPr>
          <a:xfrm>
            <a:off x="282017" y="2832891"/>
            <a:ext cx="1307700" cy="5439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40" name="Google Shape;540;p68"/>
          <p:cNvSpPr txBox="1"/>
          <p:nvPr>
            <p:ph idx="2" type="body"/>
          </p:nvPr>
        </p:nvSpPr>
        <p:spPr>
          <a:xfrm>
            <a:off x="1735443" y="2832891"/>
            <a:ext cx="1307700" cy="5439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41" name="Google Shape;541;p68"/>
          <p:cNvSpPr txBox="1"/>
          <p:nvPr>
            <p:ph idx="3" type="body"/>
          </p:nvPr>
        </p:nvSpPr>
        <p:spPr>
          <a:xfrm>
            <a:off x="3188870" y="2832891"/>
            <a:ext cx="1307700" cy="5439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42" name="Google Shape;542;p68"/>
          <p:cNvSpPr txBox="1"/>
          <p:nvPr>
            <p:ph idx="4" type="body"/>
          </p:nvPr>
        </p:nvSpPr>
        <p:spPr>
          <a:xfrm>
            <a:off x="4642297" y="2832891"/>
            <a:ext cx="1307700" cy="5439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43" name="Google Shape;543;p68"/>
          <p:cNvSpPr txBox="1"/>
          <p:nvPr>
            <p:ph idx="5" type="body"/>
          </p:nvPr>
        </p:nvSpPr>
        <p:spPr>
          <a:xfrm>
            <a:off x="6095723" y="2832891"/>
            <a:ext cx="1307700" cy="5439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44" name="Google Shape;544;p68"/>
          <p:cNvSpPr txBox="1"/>
          <p:nvPr>
            <p:ph idx="6" type="body"/>
          </p:nvPr>
        </p:nvSpPr>
        <p:spPr>
          <a:xfrm>
            <a:off x="7549150" y="2832891"/>
            <a:ext cx="1307700" cy="5439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l">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545" name="Google Shape;545;p68"/>
          <p:cNvSpPr txBox="1"/>
          <p:nvPr>
            <p:ph idx="7"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46" name="Google Shape;546;p68"/>
          <p:cNvSpPr txBox="1"/>
          <p:nvPr>
            <p:ph idx="8"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47" name="Google Shape;547;p68"/>
          <p:cNvSpPr/>
          <p:nvPr>
            <p:ph idx="9" type="pic"/>
          </p:nvPr>
        </p:nvSpPr>
        <p:spPr>
          <a:xfrm>
            <a:off x="282017" y="1446074"/>
            <a:ext cx="1307700" cy="1307700"/>
          </a:xfrm>
          <a:prstGeom prst="roundRect">
            <a:avLst>
              <a:gd fmla="val 16667" name="adj"/>
            </a:avLst>
          </a:prstGeom>
          <a:noFill/>
          <a:ln>
            <a:noFill/>
          </a:ln>
        </p:spPr>
      </p:sp>
      <p:sp>
        <p:nvSpPr>
          <p:cNvPr id="548" name="Google Shape;548;p68"/>
          <p:cNvSpPr/>
          <p:nvPr>
            <p:ph idx="13" type="pic"/>
          </p:nvPr>
        </p:nvSpPr>
        <p:spPr>
          <a:xfrm>
            <a:off x="1735443" y="1446074"/>
            <a:ext cx="1307700" cy="1307700"/>
          </a:xfrm>
          <a:prstGeom prst="roundRect">
            <a:avLst>
              <a:gd fmla="val 16667" name="adj"/>
            </a:avLst>
          </a:prstGeom>
          <a:noFill/>
          <a:ln>
            <a:noFill/>
          </a:ln>
        </p:spPr>
      </p:sp>
      <p:sp>
        <p:nvSpPr>
          <p:cNvPr id="549" name="Google Shape;549;p68"/>
          <p:cNvSpPr/>
          <p:nvPr>
            <p:ph idx="14" type="pic"/>
          </p:nvPr>
        </p:nvSpPr>
        <p:spPr>
          <a:xfrm>
            <a:off x="3188870" y="1446074"/>
            <a:ext cx="1307700" cy="1307700"/>
          </a:xfrm>
          <a:prstGeom prst="roundRect">
            <a:avLst>
              <a:gd fmla="val 16667" name="adj"/>
            </a:avLst>
          </a:prstGeom>
          <a:noFill/>
          <a:ln>
            <a:noFill/>
          </a:ln>
        </p:spPr>
      </p:sp>
      <p:sp>
        <p:nvSpPr>
          <p:cNvPr id="550" name="Google Shape;550;p68"/>
          <p:cNvSpPr/>
          <p:nvPr>
            <p:ph idx="15" type="pic"/>
          </p:nvPr>
        </p:nvSpPr>
        <p:spPr>
          <a:xfrm>
            <a:off x="4642297" y="1446074"/>
            <a:ext cx="1307700" cy="1307700"/>
          </a:xfrm>
          <a:prstGeom prst="roundRect">
            <a:avLst>
              <a:gd fmla="val 16667" name="adj"/>
            </a:avLst>
          </a:prstGeom>
          <a:noFill/>
          <a:ln>
            <a:noFill/>
          </a:ln>
        </p:spPr>
      </p:sp>
      <p:sp>
        <p:nvSpPr>
          <p:cNvPr id="551" name="Google Shape;551;p68"/>
          <p:cNvSpPr/>
          <p:nvPr>
            <p:ph idx="16" type="pic"/>
          </p:nvPr>
        </p:nvSpPr>
        <p:spPr>
          <a:xfrm>
            <a:off x="6095723" y="1446074"/>
            <a:ext cx="1307700" cy="1307700"/>
          </a:xfrm>
          <a:prstGeom prst="roundRect">
            <a:avLst>
              <a:gd fmla="val 16667" name="adj"/>
            </a:avLst>
          </a:prstGeom>
          <a:noFill/>
          <a:ln>
            <a:noFill/>
          </a:ln>
        </p:spPr>
      </p:sp>
      <p:sp>
        <p:nvSpPr>
          <p:cNvPr id="552" name="Google Shape;552;p68"/>
          <p:cNvSpPr/>
          <p:nvPr>
            <p:ph idx="17" type="pic"/>
          </p:nvPr>
        </p:nvSpPr>
        <p:spPr>
          <a:xfrm>
            <a:off x="7549150" y="1446074"/>
            <a:ext cx="1307700" cy="1307700"/>
          </a:xfrm>
          <a:prstGeom prst="roundRect">
            <a:avLst>
              <a:gd fmla="val 16667" name="adj"/>
            </a:avLst>
          </a:prstGeom>
          <a:noFill/>
          <a:ln>
            <a:noFill/>
          </a:ln>
        </p:spPr>
      </p:sp>
      <p:sp>
        <p:nvSpPr>
          <p:cNvPr id="553" name="Google Shape;553;p68"/>
          <p:cNvSpPr txBox="1"/>
          <p:nvPr>
            <p:ph idx="18" type="body"/>
          </p:nvPr>
        </p:nvSpPr>
        <p:spPr>
          <a:xfrm>
            <a:off x="279292" y="3564958"/>
            <a:ext cx="1307700" cy="1082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554" name="Google Shape;554;p68"/>
          <p:cNvSpPr txBox="1"/>
          <p:nvPr>
            <p:ph idx="19" type="body"/>
          </p:nvPr>
        </p:nvSpPr>
        <p:spPr>
          <a:xfrm>
            <a:off x="1732718" y="3564958"/>
            <a:ext cx="1307700" cy="1082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555" name="Google Shape;555;p68"/>
          <p:cNvSpPr txBox="1"/>
          <p:nvPr>
            <p:ph idx="20" type="body"/>
          </p:nvPr>
        </p:nvSpPr>
        <p:spPr>
          <a:xfrm>
            <a:off x="3186145" y="3564958"/>
            <a:ext cx="1307700" cy="1082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556" name="Google Shape;556;p68"/>
          <p:cNvSpPr txBox="1"/>
          <p:nvPr>
            <p:ph idx="21" type="body"/>
          </p:nvPr>
        </p:nvSpPr>
        <p:spPr>
          <a:xfrm>
            <a:off x="4639572" y="3564958"/>
            <a:ext cx="1307700" cy="1082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557" name="Google Shape;557;p68"/>
          <p:cNvSpPr txBox="1"/>
          <p:nvPr>
            <p:ph idx="22" type="body"/>
          </p:nvPr>
        </p:nvSpPr>
        <p:spPr>
          <a:xfrm>
            <a:off x="6092998" y="3564958"/>
            <a:ext cx="1307700" cy="1082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558" name="Google Shape;558;p68"/>
          <p:cNvSpPr txBox="1"/>
          <p:nvPr>
            <p:ph idx="23" type="body"/>
          </p:nvPr>
        </p:nvSpPr>
        <p:spPr>
          <a:xfrm>
            <a:off x="7546425" y="3564958"/>
            <a:ext cx="1307700" cy="1082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1">
  <p:cSld name="CUSTOM_4_1">
    <p:bg>
      <p:bgPr>
        <a:blipFill>
          <a:blip r:embed="rId2">
            <a:alphaModFix/>
          </a:blip>
          <a:stretch>
            <a:fillRect/>
          </a:stretch>
        </a:blipFill>
      </p:bgPr>
    </p:bg>
    <p:spTree>
      <p:nvGrpSpPr>
        <p:cNvPr id="559" name="Shape 559"/>
        <p:cNvGrpSpPr/>
        <p:nvPr/>
      </p:nvGrpSpPr>
      <p:grpSpPr>
        <a:xfrm>
          <a:off x="0" y="0"/>
          <a:ext cx="0" cy="0"/>
          <a:chOff x="0" y="0"/>
          <a:chExt cx="0" cy="0"/>
        </a:xfrm>
      </p:grpSpPr>
      <p:sp>
        <p:nvSpPr>
          <p:cNvPr id="560" name="Google Shape;560;p69"/>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61" name="Google Shape;561;p69"/>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62" name="Google Shape;562;p69"/>
          <p:cNvSpPr txBox="1"/>
          <p:nvPr>
            <p:ph idx="3" type="body"/>
          </p:nvPr>
        </p:nvSpPr>
        <p:spPr>
          <a:xfrm>
            <a:off x="360300" y="2181900"/>
            <a:ext cx="8496600" cy="2486700"/>
          </a:xfrm>
          <a:prstGeom prst="rect">
            <a:avLst/>
          </a:prstGeom>
          <a:noFill/>
          <a:ln>
            <a:noFill/>
          </a:ln>
        </p:spPr>
        <p:txBody>
          <a:bodyPr anchorCtr="0" anchor="b" bIns="0" lIns="0" spcFirstLastPara="1" rIns="0" wrap="square" tIns="0">
            <a:noAutofit/>
          </a:bodyPr>
          <a:lstStyle>
            <a:lvl1pPr indent="-228600" lvl="0" marL="457200" algn="l">
              <a:lnSpc>
                <a:spcPct val="85000"/>
              </a:lnSpc>
              <a:spcBef>
                <a:spcPts val="0"/>
              </a:spcBef>
              <a:spcAft>
                <a:spcPts val="0"/>
              </a:spcAft>
              <a:buSzPts val="1000"/>
              <a:buNone/>
              <a:defRPr sz="3600"/>
            </a:lvl1pPr>
            <a:lvl2pPr indent="-228600" lvl="1" marL="914400" algn="l">
              <a:lnSpc>
                <a:spcPct val="85000"/>
              </a:lnSpc>
              <a:spcBef>
                <a:spcPts val="0"/>
              </a:spcBef>
              <a:spcAft>
                <a:spcPts val="0"/>
              </a:spcAft>
              <a:buSzPts val="1000"/>
              <a:buNone/>
              <a:defRPr sz="3600"/>
            </a:lvl2pPr>
            <a:lvl3pPr indent="-228600" lvl="2" marL="1371600" algn="l">
              <a:lnSpc>
                <a:spcPct val="85000"/>
              </a:lnSpc>
              <a:spcBef>
                <a:spcPts val="0"/>
              </a:spcBef>
              <a:spcAft>
                <a:spcPts val="0"/>
              </a:spcAft>
              <a:buSzPts val="1000"/>
              <a:buNone/>
              <a:defRPr sz="3600"/>
            </a:lvl3pPr>
            <a:lvl4pPr indent="-228600" lvl="3" marL="1828800" algn="l">
              <a:lnSpc>
                <a:spcPct val="85000"/>
              </a:lnSpc>
              <a:spcBef>
                <a:spcPts val="0"/>
              </a:spcBef>
              <a:spcAft>
                <a:spcPts val="0"/>
              </a:spcAft>
              <a:buSzPts val="1000"/>
              <a:buNone/>
              <a:defRPr sz="3600"/>
            </a:lvl4pPr>
            <a:lvl5pPr indent="-228600" lvl="4" marL="2286000" algn="l">
              <a:lnSpc>
                <a:spcPct val="85000"/>
              </a:lnSpc>
              <a:spcBef>
                <a:spcPts val="0"/>
              </a:spcBef>
              <a:spcAft>
                <a:spcPts val="0"/>
              </a:spcAft>
              <a:buSzPts val="1000"/>
              <a:buNone/>
              <a:defRPr sz="3600"/>
            </a:lvl5pPr>
            <a:lvl6pPr indent="-228600" lvl="5" marL="2743200" algn="l">
              <a:lnSpc>
                <a:spcPct val="85000"/>
              </a:lnSpc>
              <a:spcBef>
                <a:spcPts val="0"/>
              </a:spcBef>
              <a:spcAft>
                <a:spcPts val="0"/>
              </a:spcAft>
              <a:buSzPts val="1000"/>
              <a:buNone/>
              <a:defRPr sz="3600"/>
            </a:lvl6pPr>
            <a:lvl7pPr indent="-228600" lvl="6" marL="3200400" algn="l">
              <a:lnSpc>
                <a:spcPct val="85000"/>
              </a:lnSpc>
              <a:spcBef>
                <a:spcPts val="0"/>
              </a:spcBef>
              <a:spcAft>
                <a:spcPts val="0"/>
              </a:spcAft>
              <a:buSzPts val="1000"/>
              <a:buNone/>
              <a:defRPr sz="3600"/>
            </a:lvl7pPr>
            <a:lvl8pPr indent="-228600" lvl="7" marL="3657600" algn="l">
              <a:lnSpc>
                <a:spcPct val="85000"/>
              </a:lnSpc>
              <a:spcBef>
                <a:spcPts val="0"/>
              </a:spcBef>
              <a:spcAft>
                <a:spcPts val="0"/>
              </a:spcAft>
              <a:buSzPts val="1000"/>
              <a:buNone/>
              <a:defRPr sz="3600"/>
            </a:lvl8pPr>
            <a:lvl9pPr indent="-228600" lvl="8" marL="4114800" algn="l">
              <a:lnSpc>
                <a:spcPct val="85000"/>
              </a:lnSpc>
              <a:spcBef>
                <a:spcPts val="0"/>
              </a:spcBef>
              <a:spcAft>
                <a:spcPts val="0"/>
              </a:spcAft>
              <a:buSzPts val="1000"/>
              <a:buNone/>
              <a:defRPr sz="3600"/>
            </a:lvl9pPr>
          </a:lstStyle>
          <a:p/>
        </p:txBody>
      </p:sp>
      <p:sp>
        <p:nvSpPr>
          <p:cNvPr id="563" name="Google Shape;563;p6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2_1">
    <p:spTree>
      <p:nvGrpSpPr>
        <p:cNvPr id="564" name="Shape 564"/>
        <p:cNvGrpSpPr/>
        <p:nvPr/>
      </p:nvGrpSpPr>
      <p:grpSpPr>
        <a:xfrm>
          <a:off x="0" y="0"/>
          <a:ext cx="0" cy="0"/>
          <a:chOff x="0" y="0"/>
          <a:chExt cx="0" cy="0"/>
        </a:xfrm>
      </p:grpSpPr>
      <p:sp>
        <p:nvSpPr>
          <p:cNvPr id="565" name="Google Shape;565;p70"/>
          <p:cNvSpPr/>
          <p:nvPr/>
        </p:nvSpPr>
        <p:spPr>
          <a:xfrm>
            <a:off x="608106" y="3907013"/>
            <a:ext cx="571200" cy="5712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566" name="Google Shape;566;p70"/>
          <p:cNvSpPr/>
          <p:nvPr>
            <p:ph idx="2" type="pic"/>
          </p:nvPr>
        </p:nvSpPr>
        <p:spPr>
          <a:xfrm>
            <a:off x="598225" y="3900375"/>
            <a:ext cx="571200" cy="571200"/>
          </a:xfrm>
          <a:prstGeom prst="ellipse">
            <a:avLst/>
          </a:prstGeom>
          <a:noFill/>
          <a:ln>
            <a:noFill/>
          </a:ln>
        </p:spPr>
      </p:sp>
      <p:sp>
        <p:nvSpPr>
          <p:cNvPr id="567" name="Google Shape;567;p70"/>
          <p:cNvSpPr txBox="1"/>
          <p:nvPr>
            <p:ph type="title"/>
          </p:nvPr>
        </p:nvSpPr>
        <p:spPr>
          <a:xfrm>
            <a:off x="291800" y="465200"/>
            <a:ext cx="5666400" cy="20478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Clr>
                <a:schemeClr val="lt1"/>
              </a:buClr>
              <a:buSzPts val="6000"/>
              <a:buFont typeface="Instrument Sans SemiBold"/>
              <a:buNone/>
              <a:defRPr sz="6000"/>
            </a:lvl1pPr>
            <a:lvl2pPr lvl="1" algn="l">
              <a:lnSpc>
                <a:spcPct val="85000"/>
              </a:lnSpc>
              <a:spcBef>
                <a:spcPts val="0"/>
              </a:spcBef>
              <a:spcAft>
                <a:spcPts val="0"/>
              </a:spcAft>
              <a:buClr>
                <a:schemeClr val="lt1"/>
              </a:buClr>
              <a:buSzPts val="6000"/>
              <a:buFont typeface="Instrument Sans SemiBold"/>
              <a:buNone/>
              <a:defRPr sz="6000">
                <a:solidFill>
                  <a:schemeClr val="lt1"/>
                </a:solidFill>
              </a:defRPr>
            </a:lvl2pPr>
            <a:lvl3pPr lvl="2" algn="l">
              <a:lnSpc>
                <a:spcPct val="85000"/>
              </a:lnSpc>
              <a:spcBef>
                <a:spcPts val="0"/>
              </a:spcBef>
              <a:spcAft>
                <a:spcPts val="0"/>
              </a:spcAft>
              <a:buClr>
                <a:schemeClr val="lt1"/>
              </a:buClr>
              <a:buSzPts val="6000"/>
              <a:buFont typeface="Instrument Sans SemiBold"/>
              <a:buNone/>
              <a:defRPr sz="6000">
                <a:solidFill>
                  <a:schemeClr val="lt1"/>
                </a:solidFill>
              </a:defRPr>
            </a:lvl3pPr>
            <a:lvl4pPr lvl="3" algn="l">
              <a:lnSpc>
                <a:spcPct val="85000"/>
              </a:lnSpc>
              <a:spcBef>
                <a:spcPts val="0"/>
              </a:spcBef>
              <a:spcAft>
                <a:spcPts val="0"/>
              </a:spcAft>
              <a:buClr>
                <a:schemeClr val="lt1"/>
              </a:buClr>
              <a:buSzPts val="6000"/>
              <a:buFont typeface="Instrument Sans SemiBold"/>
              <a:buNone/>
              <a:defRPr sz="6000">
                <a:solidFill>
                  <a:schemeClr val="lt1"/>
                </a:solidFill>
              </a:defRPr>
            </a:lvl4pPr>
            <a:lvl5pPr lvl="4" algn="l">
              <a:lnSpc>
                <a:spcPct val="85000"/>
              </a:lnSpc>
              <a:spcBef>
                <a:spcPts val="0"/>
              </a:spcBef>
              <a:spcAft>
                <a:spcPts val="0"/>
              </a:spcAft>
              <a:buClr>
                <a:schemeClr val="lt1"/>
              </a:buClr>
              <a:buSzPts val="6000"/>
              <a:buFont typeface="Instrument Sans SemiBold"/>
              <a:buNone/>
              <a:defRPr sz="6000">
                <a:solidFill>
                  <a:schemeClr val="lt1"/>
                </a:solidFill>
              </a:defRPr>
            </a:lvl5pPr>
            <a:lvl6pPr lvl="5" algn="l">
              <a:lnSpc>
                <a:spcPct val="85000"/>
              </a:lnSpc>
              <a:spcBef>
                <a:spcPts val="0"/>
              </a:spcBef>
              <a:spcAft>
                <a:spcPts val="0"/>
              </a:spcAft>
              <a:buClr>
                <a:schemeClr val="lt1"/>
              </a:buClr>
              <a:buSzPts val="6000"/>
              <a:buFont typeface="Instrument Sans SemiBold"/>
              <a:buNone/>
              <a:defRPr sz="6000">
                <a:solidFill>
                  <a:schemeClr val="lt1"/>
                </a:solidFill>
              </a:defRPr>
            </a:lvl6pPr>
            <a:lvl7pPr lvl="6" algn="l">
              <a:lnSpc>
                <a:spcPct val="85000"/>
              </a:lnSpc>
              <a:spcBef>
                <a:spcPts val="0"/>
              </a:spcBef>
              <a:spcAft>
                <a:spcPts val="0"/>
              </a:spcAft>
              <a:buClr>
                <a:schemeClr val="lt1"/>
              </a:buClr>
              <a:buSzPts val="6000"/>
              <a:buFont typeface="Instrument Sans SemiBold"/>
              <a:buNone/>
              <a:defRPr sz="6000">
                <a:solidFill>
                  <a:schemeClr val="lt1"/>
                </a:solidFill>
              </a:defRPr>
            </a:lvl7pPr>
            <a:lvl8pPr lvl="7" algn="l">
              <a:lnSpc>
                <a:spcPct val="85000"/>
              </a:lnSpc>
              <a:spcBef>
                <a:spcPts val="0"/>
              </a:spcBef>
              <a:spcAft>
                <a:spcPts val="0"/>
              </a:spcAft>
              <a:buClr>
                <a:schemeClr val="lt1"/>
              </a:buClr>
              <a:buSzPts val="6000"/>
              <a:buFont typeface="Instrument Sans SemiBold"/>
              <a:buNone/>
              <a:defRPr sz="6000">
                <a:solidFill>
                  <a:schemeClr val="lt1"/>
                </a:solidFill>
              </a:defRPr>
            </a:lvl8pPr>
            <a:lvl9pPr lvl="8" algn="l">
              <a:lnSpc>
                <a:spcPct val="85000"/>
              </a:lnSpc>
              <a:spcBef>
                <a:spcPts val="0"/>
              </a:spcBef>
              <a:spcAft>
                <a:spcPts val="0"/>
              </a:spcAft>
              <a:buClr>
                <a:schemeClr val="lt1"/>
              </a:buClr>
              <a:buSzPts val="6000"/>
              <a:buFont typeface="Instrument Sans SemiBold"/>
              <a:buNone/>
              <a:defRPr sz="6000">
                <a:solidFill>
                  <a:schemeClr val="lt1"/>
                </a:solidFill>
              </a:defRPr>
            </a:lvl9pPr>
          </a:lstStyle>
          <a:p/>
        </p:txBody>
      </p:sp>
      <p:sp>
        <p:nvSpPr>
          <p:cNvPr id="568" name="Google Shape;568;p70"/>
          <p:cNvSpPr txBox="1"/>
          <p:nvPr>
            <p:ph idx="1" type="subTitle"/>
          </p:nvPr>
        </p:nvSpPr>
        <p:spPr>
          <a:xfrm>
            <a:off x="1416800" y="3864575"/>
            <a:ext cx="2908800" cy="308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lt1"/>
              </a:buClr>
              <a:buSzPts val="1400"/>
              <a:buFont typeface="Instrument Sans"/>
              <a:buNone/>
              <a:defRPr sz="12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569" name="Google Shape;569;p70"/>
          <p:cNvSpPr txBox="1"/>
          <p:nvPr>
            <p:ph idx="3" type="subTitle"/>
          </p:nvPr>
        </p:nvSpPr>
        <p:spPr>
          <a:xfrm>
            <a:off x="1416800" y="4185969"/>
            <a:ext cx="2908800" cy="308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000"/>
              <a:buNone/>
              <a:defRPr i="1" sz="12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accent5"/>
              </a:buClr>
              <a:buSzPts val="1400"/>
              <a:buFont typeface="Instrument Sans"/>
              <a:buNone/>
              <a:defRPr>
                <a:solidFill>
                  <a:schemeClr val="accent5"/>
                </a:solidFill>
              </a:defRPr>
            </a:lvl2pPr>
            <a:lvl3pPr lvl="2" algn="l">
              <a:lnSpc>
                <a:spcPct val="115000"/>
              </a:lnSpc>
              <a:spcBef>
                <a:spcPts val="0"/>
              </a:spcBef>
              <a:spcAft>
                <a:spcPts val="0"/>
              </a:spcAft>
              <a:buClr>
                <a:schemeClr val="accent5"/>
              </a:buClr>
              <a:buSzPts val="1400"/>
              <a:buFont typeface="Instrument Sans"/>
              <a:buNone/>
              <a:defRPr>
                <a:solidFill>
                  <a:schemeClr val="accent5"/>
                </a:solidFill>
              </a:defRPr>
            </a:lvl3pPr>
            <a:lvl4pPr lvl="3" algn="l">
              <a:lnSpc>
                <a:spcPct val="115000"/>
              </a:lnSpc>
              <a:spcBef>
                <a:spcPts val="0"/>
              </a:spcBef>
              <a:spcAft>
                <a:spcPts val="0"/>
              </a:spcAft>
              <a:buClr>
                <a:schemeClr val="accent5"/>
              </a:buClr>
              <a:buSzPts val="1400"/>
              <a:buFont typeface="Instrument Sans"/>
              <a:buNone/>
              <a:defRPr>
                <a:solidFill>
                  <a:schemeClr val="accent5"/>
                </a:solidFill>
              </a:defRPr>
            </a:lvl4pPr>
            <a:lvl5pPr lvl="4" algn="l">
              <a:lnSpc>
                <a:spcPct val="115000"/>
              </a:lnSpc>
              <a:spcBef>
                <a:spcPts val="0"/>
              </a:spcBef>
              <a:spcAft>
                <a:spcPts val="0"/>
              </a:spcAft>
              <a:buClr>
                <a:schemeClr val="accent5"/>
              </a:buClr>
              <a:buSzPts val="1400"/>
              <a:buFont typeface="Instrument Sans"/>
              <a:buNone/>
              <a:defRPr>
                <a:solidFill>
                  <a:schemeClr val="accent5"/>
                </a:solidFill>
              </a:defRPr>
            </a:lvl5pPr>
            <a:lvl6pPr lvl="5" algn="l">
              <a:lnSpc>
                <a:spcPct val="115000"/>
              </a:lnSpc>
              <a:spcBef>
                <a:spcPts val="0"/>
              </a:spcBef>
              <a:spcAft>
                <a:spcPts val="0"/>
              </a:spcAft>
              <a:buClr>
                <a:schemeClr val="accent5"/>
              </a:buClr>
              <a:buSzPts val="1400"/>
              <a:buFont typeface="Instrument Sans"/>
              <a:buNone/>
              <a:defRPr>
                <a:solidFill>
                  <a:schemeClr val="accent5"/>
                </a:solidFill>
              </a:defRPr>
            </a:lvl6pPr>
            <a:lvl7pPr lvl="6" algn="l">
              <a:lnSpc>
                <a:spcPct val="115000"/>
              </a:lnSpc>
              <a:spcBef>
                <a:spcPts val="0"/>
              </a:spcBef>
              <a:spcAft>
                <a:spcPts val="0"/>
              </a:spcAft>
              <a:buClr>
                <a:schemeClr val="accent5"/>
              </a:buClr>
              <a:buSzPts val="1400"/>
              <a:buFont typeface="Instrument Sans"/>
              <a:buNone/>
              <a:defRPr>
                <a:solidFill>
                  <a:schemeClr val="accent5"/>
                </a:solidFill>
              </a:defRPr>
            </a:lvl7pPr>
            <a:lvl8pPr lvl="7" algn="l">
              <a:lnSpc>
                <a:spcPct val="115000"/>
              </a:lnSpc>
              <a:spcBef>
                <a:spcPts val="0"/>
              </a:spcBef>
              <a:spcAft>
                <a:spcPts val="0"/>
              </a:spcAft>
              <a:buClr>
                <a:schemeClr val="accent5"/>
              </a:buClr>
              <a:buSzPts val="1400"/>
              <a:buFont typeface="Instrument Sans"/>
              <a:buNone/>
              <a:defRPr>
                <a:solidFill>
                  <a:schemeClr val="accent5"/>
                </a:solidFill>
              </a:defRPr>
            </a:lvl8pPr>
            <a:lvl9pPr lvl="8" algn="l">
              <a:lnSpc>
                <a:spcPct val="115000"/>
              </a:lnSpc>
              <a:spcBef>
                <a:spcPts val="0"/>
              </a:spcBef>
              <a:spcAft>
                <a:spcPts val="0"/>
              </a:spcAft>
              <a:buClr>
                <a:schemeClr val="accent5"/>
              </a:buClr>
              <a:buSzPts val="1400"/>
              <a:buFont typeface="Instrument Sans"/>
              <a:buNone/>
              <a:defRPr>
                <a:solidFill>
                  <a:schemeClr val="accent5"/>
                </a:solidFill>
              </a:defRPr>
            </a:lvl9pPr>
          </a:lstStyle>
          <a:p/>
        </p:txBody>
      </p:sp>
      <p:grpSp>
        <p:nvGrpSpPr>
          <p:cNvPr id="570" name="Google Shape;570;p70"/>
          <p:cNvGrpSpPr/>
          <p:nvPr/>
        </p:nvGrpSpPr>
        <p:grpSpPr>
          <a:xfrm>
            <a:off x="5689900" y="0"/>
            <a:ext cx="2908800" cy="5143500"/>
            <a:chOff x="5689900" y="0"/>
            <a:chExt cx="2908800" cy="5143500"/>
          </a:xfrm>
        </p:grpSpPr>
        <p:pic>
          <p:nvPicPr>
            <p:cNvPr id="571" name="Google Shape;571;p70"/>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572" name="Google Shape;572;p70"/>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573" name="Google Shape;573;p70"/>
            <p:cNvPicPr preferRelativeResize="0"/>
            <p:nvPr/>
          </p:nvPicPr>
          <p:blipFill rotWithShape="1">
            <a:blip r:embed="rId4">
              <a:alphaModFix/>
            </a:blip>
            <a:srcRect b="0" l="0" r="0" t="0"/>
            <a:stretch/>
          </p:blipFill>
          <p:spPr>
            <a:xfrm>
              <a:off x="5689900" y="960725"/>
              <a:ext cx="2908800" cy="2908800"/>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otions" type="blank">
  <p:cSld name="BLANK">
    <p:spTree>
      <p:nvGrpSpPr>
        <p:cNvPr id="574" name="Shape 574"/>
        <p:cNvGrpSpPr/>
        <p:nvPr/>
      </p:nvGrpSpPr>
      <p:grpSpPr>
        <a:xfrm>
          <a:off x="0" y="0"/>
          <a:ext cx="0" cy="0"/>
          <a:chOff x="0" y="0"/>
          <a:chExt cx="0" cy="0"/>
        </a:xfrm>
      </p:grpSpPr>
      <p:sp>
        <p:nvSpPr>
          <p:cNvPr id="575" name="Google Shape;575;p71"/>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76" name="Google Shape;576;p71"/>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pic>
        <p:nvPicPr>
          <p:cNvPr descr="A portrait of a smiling woman in casual attire. " id="577" name="Google Shape;577;p71"/>
          <p:cNvPicPr preferRelativeResize="0"/>
          <p:nvPr/>
        </p:nvPicPr>
        <p:blipFill rotWithShape="1">
          <a:blip r:embed="rId2">
            <a:alphaModFix/>
          </a:blip>
          <a:srcRect b="23378" l="26958" r="35833" t="0"/>
          <a:stretch/>
        </p:blipFill>
        <p:spPr>
          <a:xfrm>
            <a:off x="284700" y="1847700"/>
            <a:ext cx="2055000" cy="2820900"/>
          </a:xfrm>
          <a:prstGeom prst="roundRect">
            <a:avLst>
              <a:gd fmla="val 15597" name="adj"/>
            </a:avLst>
          </a:prstGeom>
          <a:noFill/>
          <a:ln>
            <a:noFill/>
          </a:ln>
        </p:spPr>
      </p:pic>
      <p:pic>
        <p:nvPicPr>
          <p:cNvPr descr="A confident man stands with his arms crossed in front of a white background. " id="578" name="Google Shape;578;p71"/>
          <p:cNvPicPr preferRelativeResize="0"/>
          <p:nvPr/>
        </p:nvPicPr>
        <p:blipFill rotWithShape="1">
          <a:blip r:embed="rId3">
            <a:alphaModFix/>
          </a:blip>
          <a:srcRect b="1225" l="28621" r="23422" t="0"/>
          <a:stretch/>
        </p:blipFill>
        <p:spPr>
          <a:xfrm>
            <a:off x="4629476" y="1847700"/>
            <a:ext cx="2055000" cy="2820900"/>
          </a:xfrm>
          <a:prstGeom prst="roundRect">
            <a:avLst>
              <a:gd fmla="val 15616" name="adj"/>
            </a:avLst>
          </a:prstGeom>
          <a:noFill/>
          <a:ln>
            <a:noFill/>
          </a:ln>
        </p:spPr>
      </p:pic>
      <p:sp>
        <p:nvSpPr>
          <p:cNvPr id="579" name="Google Shape;579;p71"/>
          <p:cNvSpPr txBox="1"/>
          <p:nvPr>
            <p:ph type="title"/>
          </p:nvPr>
        </p:nvSpPr>
        <p:spPr>
          <a:xfrm>
            <a:off x="284700" y="598950"/>
            <a:ext cx="6615900" cy="4506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1pPr>
            <a:lvl2pPr lvl="1"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2pPr>
            <a:lvl3pPr lvl="2"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3pPr>
            <a:lvl4pPr lvl="3"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4pPr>
            <a:lvl5pPr lvl="4"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5pPr>
            <a:lvl6pPr lvl="5"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6pPr>
            <a:lvl7pPr lvl="6"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7pPr>
            <a:lvl8pPr lvl="7"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8pPr>
            <a:lvl9pPr lvl="8" algn="l">
              <a:lnSpc>
                <a:spcPct val="100000"/>
              </a:lnSpc>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9pPr>
          </a:lstStyle>
          <a:p/>
        </p:txBody>
      </p:sp>
      <p:sp>
        <p:nvSpPr>
          <p:cNvPr id="580" name="Google Shape;580;p71"/>
          <p:cNvSpPr txBox="1"/>
          <p:nvPr>
            <p:ph idx="3" type="subTitle"/>
          </p:nvPr>
        </p:nvSpPr>
        <p:spPr>
          <a:xfrm>
            <a:off x="2541625" y="2578075"/>
            <a:ext cx="1796700" cy="31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581" name="Google Shape;581;p71"/>
          <p:cNvSpPr txBox="1"/>
          <p:nvPr>
            <p:ph idx="4" type="subTitle"/>
          </p:nvPr>
        </p:nvSpPr>
        <p:spPr>
          <a:xfrm>
            <a:off x="2640775" y="2819575"/>
            <a:ext cx="1485600" cy="450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82" name="Google Shape;582;p71"/>
          <p:cNvSpPr txBox="1"/>
          <p:nvPr>
            <p:ph idx="5" type="subTitle"/>
          </p:nvPr>
        </p:nvSpPr>
        <p:spPr>
          <a:xfrm>
            <a:off x="6895261" y="2578075"/>
            <a:ext cx="1796700" cy="31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583" name="Google Shape;583;p71"/>
          <p:cNvSpPr txBox="1"/>
          <p:nvPr>
            <p:ph idx="6" type="subTitle"/>
          </p:nvPr>
        </p:nvSpPr>
        <p:spPr>
          <a:xfrm>
            <a:off x="6895261" y="2819575"/>
            <a:ext cx="1485600" cy="450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1"/>
              </a:buClr>
              <a:buSzPts val="1200"/>
              <a:buFont typeface="Instrument Sans"/>
              <a:buNone/>
              <a:defRPr sz="1200"/>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584" name="Google Shape;584;p71"/>
          <p:cNvSpPr txBox="1"/>
          <p:nvPr>
            <p:ph idx="7" type="subTitle"/>
          </p:nvPr>
        </p:nvSpPr>
        <p:spPr>
          <a:xfrm>
            <a:off x="2541000" y="3617250"/>
            <a:ext cx="1899900" cy="99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defRPr>
            </a:lvl1pPr>
            <a:lvl2pPr lvl="1" algn="l">
              <a:lnSpc>
                <a:spcPct val="115000"/>
              </a:lnSpc>
              <a:spcBef>
                <a:spcPts val="0"/>
              </a:spcBef>
              <a:spcAft>
                <a:spcPts val="0"/>
              </a:spcAft>
              <a:buClr>
                <a:schemeClr val="accent6"/>
              </a:buClr>
              <a:buSzPts val="1400"/>
              <a:buFont typeface="Instrument Sans"/>
              <a:buNone/>
              <a:defRPr>
                <a:solidFill>
                  <a:schemeClr val="accent6"/>
                </a:solidFill>
              </a:defRPr>
            </a:lvl2pPr>
            <a:lvl3pPr lvl="2" algn="l">
              <a:lnSpc>
                <a:spcPct val="115000"/>
              </a:lnSpc>
              <a:spcBef>
                <a:spcPts val="0"/>
              </a:spcBef>
              <a:spcAft>
                <a:spcPts val="0"/>
              </a:spcAft>
              <a:buClr>
                <a:schemeClr val="accent6"/>
              </a:buClr>
              <a:buSzPts val="1400"/>
              <a:buFont typeface="Instrument Sans"/>
              <a:buNone/>
              <a:defRPr>
                <a:solidFill>
                  <a:schemeClr val="accent6"/>
                </a:solidFill>
              </a:defRPr>
            </a:lvl3pPr>
            <a:lvl4pPr lvl="3" algn="l">
              <a:lnSpc>
                <a:spcPct val="115000"/>
              </a:lnSpc>
              <a:spcBef>
                <a:spcPts val="0"/>
              </a:spcBef>
              <a:spcAft>
                <a:spcPts val="0"/>
              </a:spcAft>
              <a:buClr>
                <a:schemeClr val="accent6"/>
              </a:buClr>
              <a:buSzPts val="1400"/>
              <a:buFont typeface="Instrument Sans"/>
              <a:buNone/>
              <a:defRPr>
                <a:solidFill>
                  <a:schemeClr val="accent6"/>
                </a:solidFill>
              </a:defRPr>
            </a:lvl4pPr>
            <a:lvl5pPr lvl="4" algn="l">
              <a:lnSpc>
                <a:spcPct val="115000"/>
              </a:lnSpc>
              <a:spcBef>
                <a:spcPts val="0"/>
              </a:spcBef>
              <a:spcAft>
                <a:spcPts val="0"/>
              </a:spcAft>
              <a:buClr>
                <a:schemeClr val="accent6"/>
              </a:buClr>
              <a:buSzPts val="1400"/>
              <a:buFont typeface="Instrument Sans"/>
              <a:buNone/>
              <a:defRPr>
                <a:solidFill>
                  <a:schemeClr val="accent6"/>
                </a:solidFill>
              </a:defRPr>
            </a:lvl5pPr>
            <a:lvl6pPr lvl="5" algn="l">
              <a:lnSpc>
                <a:spcPct val="115000"/>
              </a:lnSpc>
              <a:spcBef>
                <a:spcPts val="0"/>
              </a:spcBef>
              <a:spcAft>
                <a:spcPts val="0"/>
              </a:spcAft>
              <a:buClr>
                <a:schemeClr val="accent6"/>
              </a:buClr>
              <a:buSzPts val="1400"/>
              <a:buFont typeface="Instrument Sans"/>
              <a:buNone/>
              <a:defRPr>
                <a:solidFill>
                  <a:schemeClr val="accent6"/>
                </a:solidFill>
              </a:defRPr>
            </a:lvl6pPr>
            <a:lvl7pPr lvl="6" algn="l">
              <a:lnSpc>
                <a:spcPct val="115000"/>
              </a:lnSpc>
              <a:spcBef>
                <a:spcPts val="0"/>
              </a:spcBef>
              <a:spcAft>
                <a:spcPts val="0"/>
              </a:spcAft>
              <a:buClr>
                <a:schemeClr val="accent6"/>
              </a:buClr>
              <a:buSzPts val="1400"/>
              <a:buFont typeface="Instrument Sans"/>
              <a:buNone/>
              <a:defRPr>
                <a:solidFill>
                  <a:schemeClr val="accent6"/>
                </a:solidFill>
              </a:defRPr>
            </a:lvl7pPr>
            <a:lvl8pPr lvl="7" algn="l">
              <a:lnSpc>
                <a:spcPct val="115000"/>
              </a:lnSpc>
              <a:spcBef>
                <a:spcPts val="0"/>
              </a:spcBef>
              <a:spcAft>
                <a:spcPts val="0"/>
              </a:spcAft>
              <a:buClr>
                <a:schemeClr val="accent6"/>
              </a:buClr>
              <a:buSzPts val="1400"/>
              <a:buFont typeface="Instrument Sans"/>
              <a:buNone/>
              <a:defRPr>
                <a:solidFill>
                  <a:schemeClr val="accent6"/>
                </a:solidFill>
              </a:defRPr>
            </a:lvl8pPr>
            <a:lvl9pPr lvl="8" algn="l">
              <a:lnSpc>
                <a:spcPct val="115000"/>
              </a:lnSpc>
              <a:spcBef>
                <a:spcPts val="0"/>
              </a:spcBef>
              <a:spcAft>
                <a:spcPts val="0"/>
              </a:spcAft>
              <a:buClr>
                <a:schemeClr val="accent6"/>
              </a:buClr>
              <a:buSzPts val="1400"/>
              <a:buFont typeface="Instrument Sans"/>
              <a:buNone/>
              <a:defRPr>
                <a:solidFill>
                  <a:schemeClr val="accent6"/>
                </a:solidFill>
              </a:defRPr>
            </a:lvl9pPr>
          </a:lstStyle>
          <a:p/>
        </p:txBody>
      </p:sp>
      <p:sp>
        <p:nvSpPr>
          <p:cNvPr id="585" name="Google Shape;585;p71"/>
          <p:cNvSpPr txBox="1"/>
          <p:nvPr>
            <p:ph idx="8" type="subTitle"/>
          </p:nvPr>
        </p:nvSpPr>
        <p:spPr>
          <a:xfrm>
            <a:off x="6886656" y="3627975"/>
            <a:ext cx="1899900" cy="99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accent6"/>
              </a:buClr>
              <a:buSzPts val="1000"/>
              <a:buFont typeface="Instrument Sans"/>
              <a:buNone/>
              <a:defRPr sz="1000">
                <a:solidFill>
                  <a:schemeClr val="accent6"/>
                </a:solidFill>
              </a:defRPr>
            </a:lvl1pPr>
            <a:lvl2pPr lvl="1" algn="l">
              <a:lnSpc>
                <a:spcPct val="115000"/>
              </a:lnSpc>
              <a:spcBef>
                <a:spcPts val="0"/>
              </a:spcBef>
              <a:spcAft>
                <a:spcPts val="0"/>
              </a:spcAft>
              <a:buClr>
                <a:schemeClr val="accent6"/>
              </a:buClr>
              <a:buSzPts val="1400"/>
              <a:buFont typeface="Instrument Sans"/>
              <a:buNone/>
              <a:defRPr>
                <a:solidFill>
                  <a:schemeClr val="accent6"/>
                </a:solidFill>
              </a:defRPr>
            </a:lvl2pPr>
            <a:lvl3pPr lvl="2" algn="l">
              <a:lnSpc>
                <a:spcPct val="115000"/>
              </a:lnSpc>
              <a:spcBef>
                <a:spcPts val="0"/>
              </a:spcBef>
              <a:spcAft>
                <a:spcPts val="0"/>
              </a:spcAft>
              <a:buClr>
                <a:schemeClr val="accent6"/>
              </a:buClr>
              <a:buSzPts val="1400"/>
              <a:buFont typeface="Instrument Sans"/>
              <a:buNone/>
              <a:defRPr>
                <a:solidFill>
                  <a:schemeClr val="accent6"/>
                </a:solidFill>
              </a:defRPr>
            </a:lvl3pPr>
            <a:lvl4pPr lvl="3" algn="l">
              <a:lnSpc>
                <a:spcPct val="115000"/>
              </a:lnSpc>
              <a:spcBef>
                <a:spcPts val="0"/>
              </a:spcBef>
              <a:spcAft>
                <a:spcPts val="0"/>
              </a:spcAft>
              <a:buClr>
                <a:schemeClr val="accent6"/>
              </a:buClr>
              <a:buSzPts val="1400"/>
              <a:buFont typeface="Instrument Sans"/>
              <a:buNone/>
              <a:defRPr>
                <a:solidFill>
                  <a:schemeClr val="accent6"/>
                </a:solidFill>
              </a:defRPr>
            </a:lvl4pPr>
            <a:lvl5pPr lvl="4" algn="l">
              <a:lnSpc>
                <a:spcPct val="115000"/>
              </a:lnSpc>
              <a:spcBef>
                <a:spcPts val="0"/>
              </a:spcBef>
              <a:spcAft>
                <a:spcPts val="0"/>
              </a:spcAft>
              <a:buClr>
                <a:schemeClr val="accent6"/>
              </a:buClr>
              <a:buSzPts val="1400"/>
              <a:buFont typeface="Instrument Sans"/>
              <a:buNone/>
              <a:defRPr>
                <a:solidFill>
                  <a:schemeClr val="accent6"/>
                </a:solidFill>
              </a:defRPr>
            </a:lvl5pPr>
            <a:lvl6pPr lvl="5" algn="l">
              <a:lnSpc>
                <a:spcPct val="115000"/>
              </a:lnSpc>
              <a:spcBef>
                <a:spcPts val="0"/>
              </a:spcBef>
              <a:spcAft>
                <a:spcPts val="0"/>
              </a:spcAft>
              <a:buClr>
                <a:schemeClr val="accent6"/>
              </a:buClr>
              <a:buSzPts val="1400"/>
              <a:buFont typeface="Instrument Sans"/>
              <a:buNone/>
              <a:defRPr>
                <a:solidFill>
                  <a:schemeClr val="accent6"/>
                </a:solidFill>
              </a:defRPr>
            </a:lvl6pPr>
            <a:lvl7pPr lvl="6" algn="l">
              <a:lnSpc>
                <a:spcPct val="115000"/>
              </a:lnSpc>
              <a:spcBef>
                <a:spcPts val="0"/>
              </a:spcBef>
              <a:spcAft>
                <a:spcPts val="0"/>
              </a:spcAft>
              <a:buClr>
                <a:schemeClr val="accent6"/>
              </a:buClr>
              <a:buSzPts val="1400"/>
              <a:buFont typeface="Instrument Sans"/>
              <a:buNone/>
              <a:defRPr>
                <a:solidFill>
                  <a:schemeClr val="accent6"/>
                </a:solidFill>
              </a:defRPr>
            </a:lvl7pPr>
            <a:lvl8pPr lvl="7" algn="l">
              <a:lnSpc>
                <a:spcPct val="115000"/>
              </a:lnSpc>
              <a:spcBef>
                <a:spcPts val="0"/>
              </a:spcBef>
              <a:spcAft>
                <a:spcPts val="0"/>
              </a:spcAft>
              <a:buClr>
                <a:schemeClr val="accent6"/>
              </a:buClr>
              <a:buSzPts val="1400"/>
              <a:buFont typeface="Instrument Sans"/>
              <a:buNone/>
              <a:defRPr>
                <a:solidFill>
                  <a:schemeClr val="accent6"/>
                </a:solidFill>
              </a:defRPr>
            </a:lvl8pPr>
            <a:lvl9pPr lvl="8" algn="l">
              <a:lnSpc>
                <a:spcPct val="115000"/>
              </a:lnSpc>
              <a:spcBef>
                <a:spcPts val="0"/>
              </a:spcBef>
              <a:spcAft>
                <a:spcPts val="0"/>
              </a:spcAft>
              <a:buClr>
                <a:schemeClr val="accent6"/>
              </a:buClr>
              <a:buSzPts val="1400"/>
              <a:buFont typeface="Instrument Sans"/>
              <a:buNone/>
              <a:defRPr>
                <a:solidFill>
                  <a:schemeClr val="accent6"/>
                </a:solidFill>
              </a:defRPr>
            </a:lvl9pPr>
          </a:lstStyle>
          <a:p/>
        </p:txBody>
      </p:sp>
      <p:sp>
        <p:nvSpPr>
          <p:cNvPr id="586" name="Google Shape;586;p7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6 elements">
  <p:cSld name="BLANK_1_1_1_1_1_1_1_1_1_1_1_2_1">
    <p:bg>
      <p:bgPr>
        <a:solidFill>
          <a:schemeClr val="dk2"/>
        </a:solidFill>
      </p:bgPr>
    </p:bg>
    <p:spTree>
      <p:nvGrpSpPr>
        <p:cNvPr id="587" name="Shape 587"/>
        <p:cNvGrpSpPr/>
        <p:nvPr/>
      </p:nvGrpSpPr>
      <p:grpSpPr>
        <a:xfrm>
          <a:off x="0" y="0"/>
          <a:ext cx="0" cy="0"/>
          <a:chOff x="0" y="0"/>
          <a:chExt cx="0" cy="0"/>
        </a:xfrm>
      </p:grpSpPr>
      <p:pic>
        <p:nvPicPr>
          <p:cNvPr id="588" name="Google Shape;588;p72"/>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589" name="Google Shape;589;p72"/>
          <p:cNvSpPr txBox="1"/>
          <p:nvPr>
            <p:ph idx="1" type="body"/>
          </p:nvPr>
        </p:nvSpPr>
        <p:spPr>
          <a:xfrm>
            <a:off x="281050" y="2623225"/>
            <a:ext cx="1363500" cy="1323600"/>
          </a:xfrm>
          <a:prstGeom prst="rect">
            <a:avLst/>
          </a:prstGeom>
          <a:noFill/>
          <a:ln>
            <a:noFill/>
          </a:ln>
        </p:spPr>
        <p:txBody>
          <a:bodyPr anchorCtr="0" anchor="t" bIns="91425" lIns="137150" spcFirstLastPara="1" rIns="90250" wrap="square" tIns="91425">
            <a:noAutofit/>
          </a:bodyPr>
          <a:lstStyle>
            <a:lvl1pPr indent="-304800" lvl="0" marL="457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0" name="Google Shape;590;p72"/>
          <p:cNvSpPr txBox="1"/>
          <p:nvPr>
            <p:ph idx="2" type="body"/>
          </p:nvPr>
        </p:nvSpPr>
        <p:spPr>
          <a:xfrm>
            <a:off x="1721100" y="2623225"/>
            <a:ext cx="1372500" cy="1323600"/>
          </a:xfrm>
          <a:prstGeom prst="rect">
            <a:avLst/>
          </a:prstGeom>
          <a:noFill/>
          <a:ln>
            <a:noFill/>
          </a:ln>
        </p:spPr>
        <p:txBody>
          <a:bodyPr anchorCtr="0" anchor="t" bIns="91425" lIns="137150" spcFirstLastPara="1" rIns="91425" wrap="square" tIns="91425">
            <a:noAutofit/>
          </a:bodyPr>
          <a:lstStyle>
            <a:lvl1pPr indent="-304800" lvl="0" marL="4572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gn="l">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1" name="Google Shape;591;p72"/>
          <p:cNvSpPr txBox="1"/>
          <p:nvPr>
            <p:ph idx="3" type="body"/>
          </p:nvPr>
        </p:nvSpPr>
        <p:spPr>
          <a:xfrm>
            <a:off x="3166974" y="2623225"/>
            <a:ext cx="1372500" cy="1323600"/>
          </a:xfrm>
          <a:prstGeom prst="rect">
            <a:avLst/>
          </a:prstGeom>
          <a:noFill/>
          <a:ln>
            <a:noFill/>
          </a:ln>
        </p:spPr>
        <p:txBody>
          <a:bodyPr anchorCtr="0" anchor="t" bIns="91425" lIns="137150" spcFirstLastPara="1" rIns="91425" wrap="square" tIns="91425">
            <a:noAutofit/>
          </a:bodyPr>
          <a:lstStyle>
            <a:lvl1pPr indent="-304800" lvl="0" marL="457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2" name="Google Shape;592;p72"/>
          <p:cNvSpPr txBox="1"/>
          <p:nvPr>
            <p:ph idx="4" type="body"/>
          </p:nvPr>
        </p:nvSpPr>
        <p:spPr>
          <a:xfrm>
            <a:off x="4608100" y="2623225"/>
            <a:ext cx="1372500" cy="1323600"/>
          </a:xfrm>
          <a:prstGeom prst="rect">
            <a:avLst/>
          </a:prstGeom>
          <a:noFill/>
          <a:ln>
            <a:noFill/>
          </a:ln>
        </p:spPr>
        <p:txBody>
          <a:bodyPr anchorCtr="0" anchor="t" bIns="91425" lIns="137150" spcFirstLastPara="1" rIns="91425" wrap="square" tIns="91425">
            <a:noAutofit/>
          </a:bodyPr>
          <a:lstStyle>
            <a:lvl1pPr indent="-304800" lvl="0" marL="457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3" name="Google Shape;593;p72"/>
          <p:cNvSpPr txBox="1"/>
          <p:nvPr>
            <p:ph idx="5" type="body"/>
          </p:nvPr>
        </p:nvSpPr>
        <p:spPr>
          <a:xfrm>
            <a:off x="6053974" y="2623225"/>
            <a:ext cx="1372500" cy="1323600"/>
          </a:xfrm>
          <a:prstGeom prst="rect">
            <a:avLst/>
          </a:prstGeom>
          <a:noFill/>
          <a:ln>
            <a:noFill/>
          </a:ln>
        </p:spPr>
        <p:txBody>
          <a:bodyPr anchorCtr="0" anchor="t" bIns="91425" lIns="137150" spcFirstLastPara="1" rIns="91425" wrap="square" tIns="91425">
            <a:noAutofit/>
          </a:bodyPr>
          <a:lstStyle>
            <a:lvl1pPr indent="-304800" lvl="0" marL="457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4" name="Google Shape;594;p72"/>
          <p:cNvSpPr txBox="1"/>
          <p:nvPr>
            <p:ph idx="6" type="body"/>
          </p:nvPr>
        </p:nvSpPr>
        <p:spPr>
          <a:xfrm>
            <a:off x="7495100" y="2623225"/>
            <a:ext cx="1372500" cy="1323600"/>
          </a:xfrm>
          <a:prstGeom prst="rect">
            <a:avLst/>
          </a:prstGeom>
          <a:noFill/>
          <a:ln>
            <a:noFill/>
          </a:ln>
        </p:spPr>
        <p:txBody>
          <a:bodyPr anchorCtr="0" anchor="t" bIns="91425" lIns="137150" spcFirstLastPara="1" rIns="91425" wrap="square" tIns="91425">
            <a:noAutofit/>
          </a:bodyPr>
          <a:lstStyle>
            <a:lvl1pPr indent="-304800" lvl="0" marL="457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gn="l">
              <a:lnSpc>
                <a:spcPct val="115000"/>
              </a:lnSpc>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5" name="Google Shape;595;p72"/>
          <p:cNvSpPr txBox="1"/>
          <p:nvPr>
            <p:ph type="title"/>
          </p:nvPr>
        </p:nvSpPr>
        <p:spPr>
          <a:xfrm>
            <a:off x="292597" y="474750"/>
            <a:ext cx="63903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96" name="Google Shape;596;p7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5"/>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597" name="Google Shape;597;p72"/>
          <p:cNvSpPr txBox="1"/>
          <p:nvPr>
            <p:ph idx="7"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98" name="Google Shape;598;p72"/>
          <p:cNvSpPr txBox="1"/>
          <p:nvPr>
            <p:ph idx="8"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99" name="Google Shape;599;p72"/>
          <p:cNvSpPr txBox="1"/>
          <p:nvPr>
            <p:ph idx="9" type="subTitle"/>
          </p:nvPr>
        </p:nvSpPr>
        <p:spPr>
          <a:xfrm>
            <a:off x="282950" y="2148761"/>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00" name="Google Shape;600;p72"/>
          <p:cNvSpPr txBox="1"/>
          <p:nvPr>
            <p:ph idx="13" type="subTitle"/>
          </p:nvPr>
        </p:nvSpPr>
        <p:spPr>
          <a:xfrm>
            <a:off x="1724950" y="2148761"/>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01" name="Google Shape;601;p72"/>
          <p:cNvSpPr txBox="1"/>
          <p:nvPr>
            <p:ph idx="14" type="subTitle"/>
          </p:nvPr>
        </p:nvSpPr>
        <p:spPr>
          <a:xfrm>
            <a:off x="3166525" y="2148761"/>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02" name="Google Shape;602;p72"/>
          <p:cNvSpPr txBox="1"/>
          <p:nvPr>
            <p:ph idx="15" type="subTitle"/>
          </p:nvPr>
        </p:nvSpPr>
        <p:spPr>
          <a:xfrm>
            <a:off x="4607875" y="2148761"/>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03" name="Google Shape;603;p72"/>
          <p:cNvSpPr txBox="1"/>
          <p:nvPr>
            <p:ph idx="16" type="subTitle"/>
          </p:nvPr>
        </p:nvSpPr>
        <p:spPr>
          <a:xfrm>
            <a:off x="6049225" y="2148761"/>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04" name="Google Shape;604;p72"/>
          <p:cNvSpPr txBox="1"/>
          <p:nvPr>
            <p:ph idx="17" type="subTitle"/>
          </p:nvPr>
        </p:nvSpPr>
        <p:spPr>
          <a:xfrm>
            <a:off x="7490575" y="2148761"/>
            <a:ext cx="900900" cy="312600"/>
          </a:xfrm>
          <a:prstGeom prst="rect">
            <a:avLst/>
          </a:prstGeom>
          <a:noFill/>
          <a:ln>
            <a:noFill/>
          </a:ln>
        </p:spPr>
        <p:txBody>
          <a:bodyPr anchorCtr="0" anchor="t" bIns="91425" lIns="137150" spcFirstLastPara="1" rIns="91425" wrap="square" tIns="91425">
            <a:noAutofit/>
          </a:bodyPr>
          <a:lstStyle>
            <a:lvl1pPr lvl="0" algn="l">
              <a:lnSpc>
                <a:spcPct val="115000"/>
              </a:lnSpc>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05" name="Google Shape;605;p72"/>
          <p:cNvSpPr txBox="1"/>
          <p:nvPr>
            <p:ph idx="18" type="subTitle"/>
          </p:nvPr>
        </p:nvSpPr>
        <p:spPr>
          <a:xfrm>
            <a:off x="289100" y="4018750"/>
            <a:ext cx="13635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6" name="Google Shape;606;p72"/>
          <p:cNvSpPr txBox="1"/>
          <p:nvPr>
            <p:ph idx="19" type="subTitle"/>
          </p:nvPr>
        </p:nvSpPr>
        <p:spPr>
          <a:xfrm>
            <a:off x="1728038" y="4018750"/>
            <a:ext cx="13635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7" name="Google Shape;607;p72"/>
          <p:cNvSpPr txBox="1"/>
          <p:nvPr>
            <p:ph idx="20" type="subTitle"/>
          </p:nvPr>
        </p:nvSpPr>
        <p:spPr>
          <a:xfrm>
            <a:off x="3168063" y="4018750"/>
            <a:ext cx="13635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8" name="Google Shape;608;p72"/>
          <p:cNvSpPr txBox="1"/>
          <p:nvPr>
            <p:ph idx="21" type="subTitle"/>
          </p:nvPr>
        </p:nvSpPr>
        <p:spPr>
          <a:xfrm>
            <a:off x="4608638" y="4018750"/>
            <a:ext cx="13635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9" name="Google Shape;609;p72"/>
          <p:cNvSpPr txBox="1"/>
          <p:nvPr>
            <p:ph idx="22" type="subTitle"/>
          </p:nvPr>
        </p:nvSpPr>
        <p:spPr>
          <a:xfrm>
            <a:off x="6051325" y="4018750"/>
            <a:ext cx="13635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10" name="Google Shape;610;p72"/>
          <p:cNvSpPr txBox="1"/>
          <p:nvPr>
            <p:ph idx="23" type="subTitle"/>
          </p:nvPr>
        </p:nvSpPr>
        <p:spPr>
          <a:xfrm>
            <a:off x="7490350" y="4018750"/>
            <a:ext cx="1363500" cy="498600"/>
          </a:xfrm>
          <a:prstGeom prst="rect">
            <a:avLst/>
          </a:prstGeom>
          <a:noFill/>
          <a:ln>
            <a:noFill/>
          </a:ln>
        </p:spPr>
        <p:txBody>
          <a:bodyPr anchorCtr="0" anchor="b" bIns="0" lIns="137150" spcFirstLastPara="1" rIns="137150" wrap="square" tIns="0">
            <a:noAutofit/>
          </a:bodyPr>
          <a:lstStyle>
            <a:lvl1pPr lvl="0"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1_1_1_1_1_1_1_2_1_1">
    <p:bg>
      <p:bgPr>
        <a:solidFill>
          <a:schemeClr val="dk2"/>
        </a:solidFill>
      </p:bgPr>
    </p:bg>
    <p:spTree>
      <p:nvGrpSpPr>
        <p:cNvPr id="611" name="Shape 611"/>
        <p:cNvGrpSpPr/>
        <p:nvPr/>
      </p:nvGrpSpPr>
      <p:grpSpPr>
        <a:xfrm>
          <a:off x="0" y="0"/>
          <a:ext cx="0" cy="0"/>
          <a:chOff x="0" y="0"/>
          <a:chExt cx="0" cy="0"/>
        </a:xfrm>
      </p:grpSpPr>
      <p:sp>
        <p:nvSpPr>
          <p:cNvPr id="612" name="Google Shape;612;p73"/>
          <p:cNvSpPr txBox="1"/>
          <p:nvPr>
            <p:ph type="title"/>
          </p:nvPr>
        </p:nvSpPr>
        <p:spPr>
          <a:xfrm>
            <a:off x="292597" y="474750"/>
            <a:ext cx="63903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613" name="Google Shape;613;p7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14" name="Google Shape;614;p73"/>
          <p:cNvSpPr/>
          <p:nvPr>
            <p:ph idx="2" type="pic"/>
          </p:nvPr>
        </p:nvSpPr>
        <p:spPr>
          <a:xfrm>
            <a:off x="477231" y="2396357"/>
            <a:ext cx="1243500" cy="1243500"/>
          </a:xfrm>
          <a:prstGeom prst="ellipse">
            <a:avLst/>
          </a:prstGeom>
          <a:noFill/>
          <a:ln>
            <a:noFill/>
          </a:ln>
        </p:spPr>
      </p:sp>
      <p:sp>
        <p:nvSpPr>
          <p:cNvPr id="615" name="Google Shape;615;p73"/>
          <p:cNvSpPr/>
          <p:nvPr>
            <p:ph idx="3" type="pic"/>
          </p:nvPr>
        </p:nvSpPr>
        <p:spPr>
          <a:xfrm>
            <a:off x="1867356" y="2396357"/>
            <a:ext cx="1243500" cy="1243500"/>
          </a:xfrm>
          <a:prstGeom prst="ellipse">
            <a:avLst/>
          </a:prstGeom>
          <a:noFill/>
          <a:ln>
            <a:noFill/>
          </a:ln>
        </p:spPr>
      </p:sp>
      <p:sp>
        <p:nvSpPr>
          <p:cNvPr id="616" name="Google Shape;616;p73"/>
          <p:cNvSpPr/>
          <p:nvPr>
            <p:ph idx="4" type="pic"/>
          </p:nvPr>
        </p:nvSpPr>
        <p:spPr>
          <a:xfrm>
            <a:off x="3257481" y="2396357"/>
            <a:ext cx="1243500" cy="1243500"/>
          </a:xfrm>
          <a:prstGeom prst="ellipse">
            <a:avLst/>
          </a:prstGeom>
          <a:noFill/>
          <a:ln>
            <a:noFill/>
          </a:ln>
        </p:spPr>
      </p:sp>
      <p:sp>
        <p:nvSpPr>
          <p:cNvPr id="617" name="Google Shape;617;p73"/>
          <p:cNvSpPr/>
          <p:nvPr>
            <p:ph idx="5" type="pic"/>
          </p:nvPr>
        </p:nvSpPr>
        <p:spPr>
          <a:xfrm>
            <a:off x="4647606" y="2396357"/>
            <a:ext cx="1243500" cy="1243500"/>
          </a:xfrm>
          <a:prstGeom prst="ellipse">
            <a:avLst/>
          </a:prstGeom>
          <a:noFill/>
          <a:ln>
            <a:noFill/>
          </a:ln>
        </p:spPr>
      </p:sp>
      <p:sp>
        <p:nvSpPr>
          <p:cNvPr id="618" name="Google Shape;618;p73"/>
          <p:cNvSpPr/>
          <p:nvPr>
            <p:ph idx="6" type="pic"/>
          </p:nvPr>
        </p:nvSpPr>
        <p:spPr>
          <a:xfrm>
            <a:off x="6037732" y="2396357"/>
            <a:ext cx="1243500" cy="1243500"/>
          </a:xfrm>
          <a:prstGeom prst="ellipse">
            <a:avLst/>
          </a:prstGeom>
          <a:noFill/>
          <a:ln>
            <a:noFill/>
          </a:ln>
        </p:spPr>
      </p:sp>
      <p:sp>
        <p:nvSpPr>
          <p:cNvPr id="619" name="Google Shape;619;p73"/>
          <p:cNvSpPr/>
          <p:nvPr>
            <p:ph idx="7" type="pic"/>
          </p:nvPr>
        </p:nvSpPr>
        <p:spPr>
          <a:xfrm>
            <a:off x="7427857" y="2396357"/>
            <a:ext cx="1243500" cy="1243500"/>
          </a:xfrm>
          <a:prstGeom prst="ellipse">
            <a:avLst/>
          </a:prstGeom>
          <a:noFill/>
          <a:ln>
            <a:noFill/>
          </a:ln>
        </p:spPr>
      </p:sp>
      <p:sp>
        <p:nvSpPr>
          <p:cNvPr id="620" name="Google Shape;620;p73"/>
          <p:cNvSpPr txBox="1"/>
          <p:nvPr>
            <p:ph idx="1" type="body"/>
          </p:nvPr>
        </p:nvSpPr>
        <p:spPr>
          <a:xfrm>
            <a:off x="475200" y="3765475"/>
            <a:ext cx="1243500" cy="585300"/>
          </a:xfrm>
          <a:prstGeom prst="rect">
            <a:avLst/>
          </a:prstGeom>
          <a:noFill/>
          <a:ln>
            <a:noFill/>
          </a:ln>
        </p:spPr>
        <p:txBody>
          <a:bodyPr anchorCtr="0" anchor="t"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621" name="Google Shape;621;p73"/>
          <p:cNvSpPr txBox="1"/>
          <p:nvPr>
            <p:ph idx="8" type="body"/>
          </p:nvPr>
        </p:nvSpPr>
        <p:spPr>
          <a:xfrm>
            <a:off x="1865730" y="3765475"/>
            <a:ext cx="1243500" cy="585300"/>
          </a:xfrm>
          <a:prstGeom prst="rect">
            <a:avLst/>
          </a:prstGeom>
          <a:noFill/>
          <a:ln>
            <a:noFill/>
          </a:ln>
        </p:spPr>
        <p:txBody>
          <a:bodyPr anchorCtr="0" anchor="t" bIns="0" lIns="0" spcFirstLastPara="1" rIns="0" wrap="square" tIns="0">
            <a:noAutofit/>
          </a:bodyPr>
          <a:lstStyle>
            <a:lvl1pPr indent="-292100" lvl="0" marL="457200" algn="ctr">
              <a:lnSpc>
                <a:spcPct val="115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lnSpc>
                <a:spcPct val="115000"/>
              </a:lnSpc>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lnSpc>
                <a:spcPct val="115000"/>
              </a:lnSpc>
              <a:spcBef>
                <a:spcPts val="800"/>
              </a:spcBef>
              <a:spcAft>
                <a:spcPts val="80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622" name="Google Shape;622;p73"/>
          <p:cNvSpPr txBox="1"/>
          <p:nvPr>
            <p:ph idx="9" type="body"/>
          </p:nvPr>
        </p:nvSpPr>
        <p:spPr>
          <a:xfrm>
            <a:off x="3256260" y="3765475"/>
            <a:ext cx="1243500" cy="585300"/>
          </a:xfrm>
          <a:prstGeom prst="rect">
            <a:avLst/>
          </a:prstGeom>
          <a:noFill/>
          <a:ln>
            <a:noFill/>
          </a:ln>
        </p:spPr>
        <p:txBody>
          <a:bodyPr anchorCtr="0" anchor="t"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623" name="Google Shape;623;p73"/>
          <p:cNvSpPr txBox="1"/>
          <p:nvPr>
            <p:ph idx="13" type="body"/>
          </p:nvPr>
        </p:nvSpPr>
        <p:spPr>
          <a:xfrm>
            <a:off x="4646790" y="3765475"/>
            <a:ext cx="1243500" cy="585300"/>
          </a:xfrm>
          <a:prstGeom prst="rect">
            <a:avLst/>
          </a:prstGeom>
          <a:noFill/>
          <a:ln>
            <a:noFill/>
          </a:ln>
        </p:spPr>
        <p:txBody>
          <a:bodyPr anchorCtr="0" anchor="t"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624" name="Google Shape;624;p73"/>
          <p:cNvSpPr txBox="1"/>
          <p:nvPr>
            <p:ph idx="14" type="body"/>
          </p:nvPr>
        </p:nvSpPr>
        <p:spPr>
          <a:xfrm>
            <a:off x="6037320" y="3765475"/>
            <a:ext cx="1243500" cy="585300"/>
          </a:xfrm>
          <a:prstGeom prst="rect">
            <a:avLst/>
          </a:prstGeom>
          <a:noFill/>
          <a:ln>
            <a:noFill/>
          </a:ln>
        </p:spPr>
        <p:txBody>
          <a:bodyPr anchorCtr="0" anchor="t"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625" name="Google Shape;625;p73"/>
          <p:cNvSpPr txBox="1"/>
          <p:nvPr>
            <p:ph idx="15" type="body"/>
          </p:nvPr>
        </p:nvSpPr>
        <p:spPr>
          <a:xfrm>
            <a:off x="7427850" y="3765475"/>
            <a:ext cx="1243500" cy="585300"/>
          </a:xfrm>
          <a:prstGeom prst="rect">
            <a:avLst/>
          </a:prstGeom>
          <a:noFill/>
          <a:ln>
            <a:noFill/>
          </a:ln>
        </p:spPr>
        <p:txBody>
          <a:bodyPr anchorCtr="0" anchor="t"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lnSpc>
                <a:spcPct val="115000"/>
              </a:lnSpc>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626" name="Google Shape;626;p73"/>
          <p:cNvSpPr txBox="1"/>
          <p:nvPr>
            <p:ph idx="16"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27" name="Google Shape;627;p73"/>
          <p:cNvSpPr txBox="1"/>
          <p:nvPr>
            <p:ph idx="17"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2_3_1">
    <p:bg>
      <p:bgPr>
        <a:blipFill>
          <a:blip r:embed="rId2">
            <a:alphaModFix/>
          </a:blip>
          <a:stretch>
            <a:fillRect/>
          </a:stretch>
        </a:blipFill>
      </p:bgPr>
    </p:bg>
    <p:spTree>
      <p:nvGrpSpPr>
        <p:cNvPr id="628" name="Shape 628"/>
        <p:cNvGrpSpPr/>
        <p:nvPr/>
      </p:nvGrpSpPr>
      <p:grpSpPr>
        <a:xfrm>
          <a:off x="0" y="0"/>
          <a:ext cx="0" cy="0"/>
          <a:chOff x="0" y="0"/>
          <a:chExt cx="0" cy="0"/>
        </a:xfrm>
      </p:grpSpPr>
      <p:sp>
        <p:nvSpPr>
          <p:cNvPr id="629" name="Google Shape;629;p74"/>
          <p:cNvSpPr/>
          <p:nvPr>
            <p:ph idx="2" type="pic"/>
          </p:nvPr>
        </p:nvSpPr>
        <p:spPr>
          <a:xfrm>
            <a:off x="4629600" y="474750"/>
            <a:ext cx="4227300" cy="4194000"/>
          </a:xfrm>
          <a:prstGeom prst="roundRect">
            <a:avLst>
              <a:gd fmla="val 10510" name="adj"/>
            </a:avLst>
          </a:prstGeom>
          <a:noFill/>
          <a:ln>
            <a:noFill/>
          </a:ln>
        </p:spPr>
      </p:sp>
      <p:sp>
        <p:nvSpPr>
          <p:cNvPr id="630" name="Google Shape;630;p74"/>
          <p:cNvSpPr txBox="1"/>
          <p:nvPr>
            <p:ph idx="1" type="body"/>
          </p:nvPr>
        </p:nvSpPr>
        <p:spPr>
          <a:xfrm>
            <a:off x="284700" y="1440225"/>
            <a:ext cx="2772600" cy="1603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631" name="Google Shape;631;p74"/>
          <p:cNvSpPr txBox="1"/>
          <p:nvPr>
            <p:ph idx="3"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32" name="Google Shape;632;p74"/>
          <p:cNvSpPr txBox="1"/>
          <p:nvPr>
            <p:ph idx="4"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33" name="Google Shape;633;p7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34" name="Google Shape;634;p74"/>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3">
  <p:cSld name="BLANK_1_1_1_2_3_1_1">
    <p:spTree>
      <p:nvGrpSpPr>
        <p:cNvPr id="635" name="Shape 635"/>
        <p:cNvGrpSpPr/>
        <p:nvPr/>
      </p:nvGrpSpPr>
      <p:grpSpPr>
        <a:xfrm>
          <a:off x="0" y="0"/>
          <a:ext cx="0" cy="0"/>
          <a:chOff x="0" y="0"/>
          <a:chExt cx="0" cy="0"/>
        </a:xfrm>
      </p:grpSpPr>
      <p:sp>
        <p:nvSpPr>
          <p:cNvPr id="636" name="Google Shape;636;p75"/>
          <p:cNvSpPr/>
          <p:nvPr>
            <p:ph idx="2" type="pic"/>
          </p:nvPr>
        </p:nvSpPr>
        <p:spPr>
          <a:xfrm>
            <a:off x="4629600" y="474750"/>
            <a:ext cx="4227300" cy="4194000"/>
          </a:xfrm>
          <a:prstGeom prst="roundRect">
            <a:avLst>
              <a:gd fmla="val 10640" name="adj"/>
            </a:avLst>
          </a:prstGeom>
          <a:noFill/>
          <a:ln>
            <a:noFill/>
          </a:ln>
        </p:spPr>
      </p:sp>
      <p:sp>
        <p:nvSpPr>
          <p:cNvPr id="637" name="Google Shape;637;p75"/>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38" name="Google Shape;638;p75"/>
          <p:cNvSpPr txBox="1"/>
          <p:nvPr>
            <p:ph idx="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39" name="Google Shape;639;p7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40" name="Google Shape;640;p75"/>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41" name="Google Shape;641;p75"/>
          <p:cNvSpPr txBox="1"/>
          <p:nvPr>
            <p:ph idx="4" type="body"/>
          </p:nvPr>
        </p:nvSpPr>
        <p:spPr>
          <a:xfrm>
            <a:off x="284700" y="1440225"/>
            <a:ext cx="2772600" cy="1603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4">
  <p:cSld name="BLANK_1_1_1_2_2">
    <p:bg>
      <p:bgPr>
        <a:blipFill>
          <a:blip r:embed="rId2">
            <a:alphaModFix/>
          </a:blip>
          <a:stretch>
            <a:fillRect/>
          </a:stretch>
        </a:blipFill>
      </p:bgPr>
    </p:bg>
    <p:spTree>
      <p:nvGrpSpPr>
        <p:cNvPr id="642" name="Shape 642"/>
        <p:cNvGrpSpPr/>
        <p:nvPr/>
      </p:nvGrpSpPr>
      <p:grpSpPr>
        <a:xfrm>
          <a:off x="0" y="0"/>
          <a:ext cx="0" cy="0"/>
          <a:chOff x="0" y="0"/>
          <a:chExt cx="0" cy="0"/>
        </a:xfrm>
      </p:grpSpPr>
      <p:sp>
        <p:nvSpPr>
          <p:cNvPr id="643" name="Google Shape;643;p76"/>
          <p:cNvSpPr/>
          <p:nvPr/>
        </p:nvSpPr>
        <p:spPr>
          <a:xfrm>
            <a:off x="284700" y="2630400"/>
            <a:ext cx="8572200" cy="20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644" name="Google Shape;644;p76"/>
          <p:cNvSpPr/>
          <p:nvPr/>
        </p:nvSpPr>
        <p:spPr>
          <a:xfrm>
            <a:off x="463993" y="2779498"/>
            <a:ext cx="1783200" cy="17832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645" name="Google Shape;645;p76"/>
          <p:cNvSpPr/>
          <p:nvPr>
            <p:ph idx="2" type="pic"/>
          </p:nvPr>
        </p:nvSpPr>
        <p:spPr>
          <a:xfrm>
            <a:off x="446675" y="2758375"/>
            <a:ext cx="1783200" cy="1783200"/>
          </a:xfrm>
          <a:prstGeom prst="ellipse">
            <a:avLst/>
          </a:prstGeom>
          <a:noFill/>
          <a:ln>
            <a:noFill/>
          </a:ln>
        </p:spPr>
      </p:sp>
      <p:sp>
        <p:nvSpPr>
          <p:cNvPr id="646" name="Google Shape;646;p76"/>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a:buNone/>
              <a:defRPr sz="1000">
                <a:solidFill>
                  <a:schemeClr val="accent5"/>
                </a:solidFill>
              </a:defRPr>
            </a:lvl2pPr>
            <a:lvl3pPr lvl="2" algn="l">
              <a:lnSpc>
                <a:spcPct val="115000"/>
              </a:lnSpc>
              <a:spcBef>
                <a:spcPts val="0"/>
              </a:spcBef>
              <a:spcAft>
                <a:spcPts val="0"/>
              </a:spcAft>
              <a:buClr>
                <a:schemeClr val="accent5"/>
              </a:buClr>
              <a:buSzPts val="1000"/>
              <a:buFont typeface="Instrument Sans"/>
              <a:buNone/>
              <a:defRPr sz="1000">
                <a:solidFill>
                  <a:schemeClr val="accent5"/>
                </a:solidFill>
              </a:defRPr>
            </a:lvl3pPr>
            <a:lvl4pPr lvl="3" algn="l">
              <a:lnSpc>
                <a:spcPct val="115000"/>
              </a:lnSpc>
              <a:spcBef>
                <a:spcPts val="0"/>
              </a:spcBef>
              <a:spcAft>
                <a:spcPts val="0"/>
              </a:spcAft>
              <a:buClr>
                <a:schemeClr val="accent5"/>
              </a:buClr>
              <a:buSzPts val="1000"/>
              <a:buFont typeface="Instrument Sans"/>
              <a:buNone/>
              <a:defRPr sz="1000">
                <a:solidFill>
                  <a:schemeClr val="accent5"/>
                </a:solidFill>
              </a:defRPr>
            </a:lvl4pPr>
            <a:lvl5pPr lvl="4" algn="l">
              <a:lnSpc>
                <a:spcPct val="115000"/>
              </a:lnSpc>
              <a:spcBef>
                <a:spcPts val="0"/>
              </a:spcBef>
              <a:spcAft>
                <a:spcPts val="0"/>
              </a:spcAft>
              <a:buClr>
                <a:schemeClr val="accent5"/>
              </a:buClr>
              <a:buSzPts val="1000"/>
              <a:buFont typeface="Instrument Sans"/>
              <a:buNone/>
              <a:defRPr sz="1000">
                <a:solidFill>
                  <a:schemeClr val="accent5"/>
                </a:solidFill>
              </a:defRPr>
            </a:lvl5pPr>
            <a:lvl6pPr lvl="5" algn="l">
              <a:lnSpc>
                <a:spcPct val="115000"/>
              </a:lnSpc>
              <a:spcBef>
                <a:spcPts val="0"/>
              </a:spcBef>
              <a:spcAft>
                <a:spcPts val="0"/>
              </a:spcAft>
              <a:buClr>
                <a:schemeClr val="accent5"/>
              </a:buClr>
              <a:buSzPts val="1000"/>
              <a:buFont typeface="Instrument Sans"/>
              <a:buNone/>
              <a:defRPr sz="1000">
                <a:solidFill>
                  <a:schemeClr val="accent5"/>
                </a:solidFill>
              </a:defRPr>
            </a:lvl6pPr>
            <a:lvl7pPr lvl="6" algn="l">
              <a:lnSpc>
                <a:spcPct val="115000"/>
              </a:lnSpc>
              <a:spcBef>
                <a:spcPts val="0"/>
              </a:spcBef>
              <a:spcAft>
                <a:spcPts val="0"/>
              </a:spcAft>
              <a:buClr>
                <a:schemeClr val="accent5"/>
              </a:buClr>
              <a:buSzPts val="1000"/>
              <a:buFont typeface="Instrument Sans"/>
              <a:buNone/>
              <a:defRPr sz="1000">
                <a:solidFill>
                  <a:schemeClr val="accent5"/>
                </a:solidFill>
              </a:defRPr>
            </a:lvl7pPr>
            <a:lvl8pPr lvl="7" algn="l">
              <a:lnSpc>
                <a:spcPct val="115000"/>
              </a:lnSpc>
              <a:spcBef>
                <a:spcPts val="0"/>
              </a:spcBef>
              <a:spcAft>
                <a:spcPts val="0"/>
              </a:spcAft>
              <a:buClr>
                <a:schemeClr val="accent5"/>
              </a:buClr>
              <a:buSzPts val="1000"/>
              <a:buFont typeface="Instrument Sans"/>
              <a:buNone/>
              <a:defRPr sz="1000">
                <a:solidFill>
                  <a:schemeClr val="accent5"/>
                </a:solidFill>
              </a:defRPr>
            </a:lvl8pPr>
            <a:lvl9pPr lvl="8" algn="l">
              <a:lnSpc>
                <a:spcPct val="115000"/>
              </a:lnSpc>
              <a:spcBef>
                <a:spcPts val="0"/>
              </a:spcBef>
              <a:spcAft>
                <a:spcPts val="0"/>
              </a:spcAft>
              <a:buClr>
                <a:schemeClr val="accent5"/>
              </a:buClr>
              <a:buSzPts val="1000"/>
              <a:buFont typeface="Instrument Sans"/>
              <a:buNone/>
              <a:defRPr sz="1000">
                <a:solidFill>
                  <a:schemeClr val="accent5"/>
                </a:solidFill>
              </a:defRPr>
            </a:lvl9pPr>
          </a:lstStyle>
          <a:p/>
        </p:txBody>
      </p:sp>
      <p:sp>
        <p:nvSpPr>
          <p:cNvPr id="647" name="Google Shape;647;p76"/>
          <p:cNvSpPr txBox="1"/>
          <p:nvPr>
            <p:ph idx="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a:buNone/>
              <a:defRPr sz="1000">
                <a:solidFill>
                  <a:schemeClr val="accent5"/>
                </a:solidFill>
              </a:defRPr>
            </a:lvl2pPr>
            <a:lvl3pPr lvl="2" algn="r">
              <a:lnSpc>
                <a:spcPct val="115000"/>
              </a:lnSpc>
              <a:spcBef>
                <a:spcPts val="0"/>
              </a:spcBef>
              <a:spcAft>
                <a:spcPts val="0"/>
              </a:spcAft>
              <a:buClr>
                <a:schemeClr val="accent5"/>
              </a:buClr>
              <a:buSzPts val="1000"/>
              <a:buFont typeface="Instrument Sans"/>
              <a:buNone/>
              <a:defRPr sz="1000">
                <a:solidFill>
                  <a:schemeClr val="accent5"/>
                </a:solidFill>
              </a:defRPr>
            </a:lvl3pPr>
            <a:lvl4pPr lvl="3" algn="r">
              <a:lnSpc>
                <a:spcPct val="115000"/>
              </a:lnSpc>
              <a:spcBef>
                <a:spcPts val="0"/>
              </a:spcBef>
              <a:spcAft>
                <a:spcPts val="0"/>
              </a:spcAft>
              <a:buClr>
                <a:schemeClr val="accent5"/>
              </a:buClr>
              <a:buSzPts val="1000"/>
              <a:buFont typeface="Instrument Sans"/>
              <a:buNone/>
              <a:defRPr sz="1000">
                <a:solidFill>
                  <a:schemeClr val="accent5"/>
                </a:solidFill>
              </a:defRPr>
            </a:lvl4pPr>
            <a:lvl5pPr lvl="4" algn="r">
              <a:lnSpc>
                <a:spcPct val="115000"/>
              </a:lnSpc>
              <a:spcBef>
                <a:spcPts val="0"/>
              </a:spcBef>
              <a:spcAft>
                <a:spcPts val="0"/>
              </a:spcAft>
              <a:buClr>
                <a:schemeClr val="accent5"/>
              </a:buClr>
              <a:buSzPts val="1000"/>
              <a:buFont typeface="Instrument Sans"/>
              <a:buNone/>
              <a:defRPr sz="1000">
                <a:solidFill>
                  <a:schemeClr val="accent5"/>
                </a:solidFill>
              </a:defRPr>
            </a:lvl5pPr>
            <a:lvl6pPr lvl="5" algn="r">
              <a:lnSpc>
                <a:spcPct val="115000"/>
              </a:lnSpc>
              <a:spcBef>
                <a:spcPts val="0"/>
              </a:spcBef>
              <a:spcAft>
                <a:spcPts val="0"/>
              </a:spcAft>
              <a:buClr>
                <a:schemeClr val="accent5"/>
              </a:buClr>
              <a:buSzPts val="1000"/>
              <a:buFont typeface="Instrument Sans"/>
              <a:buNone/>
              <a:defRPr sz="1000">
                <a:solidFill>
                  <a:schemeClr val="accent5"/>
                </a:solidFill>
              </a:defRPr>
            </a:lvl6pPr>
            <a:lvl7pPr lvl="6" algn="r">
              <a:lnSpc>
                <a:spcPct val="115000"/>
              </a:lnSpc>
              <a:spcBef>
                <a:spcPts val="0"/>
              </a:spcBef>
              <a:spcAft>
                <a:spcPts val="0"/>
              </a:spcAft>
              <a:buClr>
                <a:schemeClr val="accent5"/>
              </a:buClr>
              <a:buSzPts val="1000"/>
              <a:buFont typeface="Instrument Sans"/>
              <a:buNone/>
              <a:defRPr sz="1000">
                <a:solidFill>
                  <a:schemeClr val="accent5"/>
                </a:solidFill>
              </a:defRPr>
            </a:lvl7pPr>
            <a:lvl8pPr lvl="7" algn="r">
              <a:lnSpc>
                <a:spcPct val="115000"/>
              </a:lnSpc>
              <a:spcBef>
                <a:spcPts val="0"/>
              </a:spcBef>
              <a:spcAft>
                <a:spcPts val="0"/>
              </a:spcAft>
              <a:buClr>
                <a:schemeClr val="accent5"/>
              </a:buClr>
              <a:buSzPts val="1000"/>
              <a:buFont typeface="Instrument Sans"/>
              <a:buNone/>
              <a:defRPr sz="1000">
                <a:solidFill>
                  <a:schemeClr val="accent5"/>
                </a:solidFill>
              </a:defRPr>
            </a:lvl8pPr>
            <a:lvl9pPr lvl="8" algn="r">
              <a:lnSpc>
                <a:spcPct val="115000"/>
              </a:lnSpc>
              <a:spcBef>
                <a:spcPts val="0"/>
              </a:spcBef>
              <a:spcAft>
                <a:spcPts val="0"/>
              </a:spcAft>
              <a:buClr>
                <a:schemeClr val="accent5"/>
              </a:buClr>
              <a:buSzPts val="1000"/>
              <a:buFont typeface="Instrument Sans"/>
              <a:buNone/>
              <a:defRPr sz="1000">
                <a:solidFill>
                  <a:schemeClr val="accent5"/>
                </a:solidFill>
              </a:defRPr>
            </a:lvl9pPr>
          </a:lstStyle>
          <a:p/>
        </p:txBody>
      </p:sp>
      <p:sp>
        <p:nvSpPr>
          <p:cNvPr id="648" name="Google Shape;648;p76"/>
          <p:cNvSpPr txBox="1"/>
          <p:nvPr>
            <p:ph type="title"/>
          </p:nvPr>
        </p:nvSpPr>
        <p:spPr>
          <a:xfrm>
            <a:off x="284700" y="474750"/>
            <a:ext cx="4227300" cy="498600"/>
          </a:xfrm>
          <a:prstGeom prst="rect">
            <a:avLst/>
          </a:prstGeom>
          <a:noFill/>
          <a:ln>
            <a:noFill/>
          </a:ln>
        </p:spPr>
        <p:txBody>
          <a:bodyPr anchorCtr="0" anchor="b" bIns="0" lIns="0" spcFirstLastPara="1" rIns="91425" wrap="square" tIns="0">
            <a:noAutofit/>
          </a:bodyPr>
          <a:lstStyle>
            <a:lvl1pPr lvl="0" algn="l">
              <a:lnSpc>
                <a:spcPct val="85000"/>
              </a:lnSpc>
              <a:spcBef>
                <a:spcPts val="0"/>
              </a:spcBef>
              <a:spcAft>
                <a:spcPts val="0"/>
              </a:spcAft>
              <a:buSzPts val="2400"/>
              <a:buNone/>
              <a:defRPr sz="2400">
                <a:latin typeface="Instrument Sans"/>
                <a:ea typeface="Instrument Sans"/>
                <a:cs typeface="Instrument Sans"/>
                <a:sym typeface="Instrument Sans"/>
              </a:defRPr>
            </a:lvl1pPr>
            <a:lvl2pPr lvl="1" algn="l">
              <a:lnSpc>
                <a:spcPct val="115000"/>
              </a:lnSpc>
              <a:spcBef>
                <a:spcPts val="0"/>
              </a:spcBef>
              <a:spcAft>
                <a:spcPts val="0"/>
              </a:spcAft>
              <a:buSzPts val="2400"/>
              <a:buNone/>
              <a:defRPr sz="2400">
                <a:latin typeface="Instrument Sans"/>
                <a:ea typeface="Instrument Sans"/>
                <a:cs typeface="Instrument Sans"/>
                <a:sym typeface="Instrument Sans"/>
              </a:defRPr>
            </a:lvl2pPr>
            <a:lvl3pPr lvl="2" algn="l">
              <a:lnSpc>
                <a:spcPct val="115000"/>
              </a:lnSpc>
              <a:spcBef>
                <a:spcPts val="0"/>
              </a:spcBef>
              <a:spcAft>
                <a:spcPts val="0"/>
              </a:spcAft>
              <a:buSzPts val="2400"/>
              <a:buNone/>
              <a:defRPr sz="2400">
                <a:latin typeface="Instrument Sans"/>
                <a:ea typeface="Instrument Sans"/>
                <a:cs typeface="Instrument Sans"/>
                <a:sym typeface="Instrument Sans"/>
              </a:defRPr>
            </a:lvl3pPr>
            <a:lvl4pPr lvl="3" algn="l">
              <a:lnSpc>
                <a:spcPct val="115000"/>
              </a:lnSpc>
              <a:spcBef>
                <a:spcPts val="0"/>
              </a:spcBef>
              <a:spcAft>
                <a:spcPts val="0"/>
              </a:spcAft>
              <a:buSzPts val="2400"/>
              <a:buNone/>
              <a:defRPr sz="2400">
                <a:latin typeface="Instrument Sans"/>
                <a:ea typeface="Instrument Sans"/>
                <a:cs typeface="Instrument Sans"/>
                <a:sym typeface="Instrument Sans"/>
              </a:defRPr>
            </a:lvl4pPr>
            <a:lvl5pPr lvl="4" algn="l">
              <a:lnSpc>
                <a:spcPct val="115000"/>
              </a:lnSpc>
              <a:spcBef>
                <a:spcPts val="0"/>
              </a:spcBef>
              <a:spcAft>
                <a:spcPts val="0"/>
              </a:spcAft>
              <a:buSzPts val="2400"/>
              <a:buNone/>
              <a:defRPr sz="2400">
                <a:latin typeface="Instrument Sans"/>
                <a:ea typeface="Instrument Sans"/>
                <a:cs typeface="Instrument Sans"/>
                <a:sym typeface="Instrument Sans"/>
              </a:defRPr>
            </a:lvl5pPr>
            <a:lvl6pPr lvl="5" algn="l">
              <a:lnSpc>
                <a:spcPct val="115000"/>
              </a:lnSpc>
              <a:spcBef>
                <a:spcPts val="0"/>
              </a:spcBef>
              <a:spcAft>
                <a:spcPts val="0"/>
              </a:spcAft>
              <a:buSzPts val="2400"/>
              <a:buNone/>
              <a:defRPr sz="2400">
                <a:latin typeface="Instrument Sans"/>
                <a:ea typeface="Instrument Sans"/>
                <a:cs typeface="Instrument Sans"/>
                <a:sym typeface="Instrument Sans"/>
              </a:defRPr>
            </a:lvl6pPr>
            <a:lvl7pPr lvl="6" algn="l">
              <a:lnSpc>
                <a:spcPct val="115000"/>
              </a:lnSpc>
              <a:spcBef>
                <a:spcPts val="0"/>
              </a:spcBef>
              <a:spcAft>
                <a:spcPts val="0"/>
              </a:spcAft>
              <a:buSzPts val="2400"/>
              <a:buNone/>
              <a:defRPr sz="2400">
                <a:latin typeface="Instrument Sans"/>
                <a:ea typeface="Instrument Sans"/>
                <a:cs typeface="Instrument Sans"/>
                <a:sym typeface="Instrument Sans"/>
              </a:defRPr>
            </a:lvl7pPr>
            <a:lvl8pPr lvl="7" algn="l">
              <a:lnSpc>
                <a:spcPct val="115000"/>
              </a:lnSpc>
              <a:spcBef>
                <a:spcPts val="0"/>
              </a:spcBef>
              <a:spcAft>
                <a:spcPts val="0"/>
              </a:spcAft>
              <a:buSzPts val="2400"/>
              <a:buNone/>
              <a:defRPr sz="2400">
                <a:latin typeface="Instrument Sans"/>
                <a:ea typeface="Instrument Sans"/>
                <a:cs typeface="Instrument Sans"/>
                <a:sym typeface="Instrument Sans"/>
              </a:defRPr>
            </a:lvl8pPr>
            <a:lvl9pPr lvl="8" algn="l">
              <a:lnSpc>
                <a:spcPct val="115000"/>
              </a:lnSpc>
              <a:spcBef>
                <a:spcPts val="0"/>
              </a:spcBef>
              <a:spcAft>
                <a:spcPts val="0"/>
              </a:spcAft>
              <a:buSzPts val="2400"/>
              <a:buNone/>
              <a:defRPr sz="2400">
                <a:latin typeface="Instrument Sans"/>
                <a:ea typeface="Instrument Sans"/>
                <a:cs typeface="Instrument Sans"/>
                <a:sym typeface="Instrument Sans"/>
              </a:defRPr>
            </a:lvl9pPr>
          </a:lstStyle>
          <a:p/>
        </p:txBody>
      </p:sp>
      <p:sp>
        <p:nvSpPr>
          <p:cNvPr id="649" name="Google Shape;649;p76"/>
          <p:cNvSpPr txBox="1"/>
          <p:nvPr>
            <p:ph idx="4" type="body"/>
          </p:nvPr>
        </p:nvSpPr>
        <p:spPr>
          <a:xfrm>
            <a:off x="284700" y="1208750"/>
            <a:ext cx="4227300" cy="907200"/>
          </a:xfrm>
          <a:prstGeom prst="rect">
            <a:avLst/>
          </a:prstGeom>
          <a:noFill/>
          <a:ln>
            <a:noFill/>
          </a:ln>
        </p:spPr>
        <p:txBody>
          <a:bodyPr anchorCtr="0" anchor="t"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650" name="Google Shape;650;p7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51" name="Google Shape;651;p76"/>
          <p:cNvSpPr txBox="1"/>
          <p:nvPr>
            <p:ph idx="5" type="title"/>
          </p:nvPr>
        </p:nvSpPr>
        <p:spPr>
          <a:xfrm>
            <a:off x="2457150" y="3051277"/>
            <a:ext cx="4227300" cy="498600"/>
          </a:xfrm>
          <a:prstGeom prst="rect">
            <a:avLst/>
          </a:prstGeom>
          <a:noFill/>
          <a:ln>
            <a:noFill/>
          </a:ln>
        </p:spPr>
        <p:txBody>
          <a:bodyPr anchorCtr="0" anchor="t" bIns="0" lIns="0" spcFirstLastPara="1" rIns="91425" wrap="square" tIns="0">
            <a:noAutofit/>
          </a:bodyPr>
          <a:lstStyle>
            <a:lvl1pPr lvl="0" algn="l">
              <a:lnSpc>
                <a:spcPct val="85000"/>
              </a:lnSpc>
              <a:spcBef>
                <a:spcPts val="0"/>
              </a:spcBef>
              <a:spcAft>
                <a:spcPts val="0"/>
              </a:spcAft>
              <a:buSzPts val="3600"/>
              <a:buNone/>
              <a:defRPr sz="3600">
                <a:latin typeface="Instrument Sans"/>
                <a:ea typeface="Instrument Sans"/>
                <a:cs typeface="Instrument Sans"/>
                <a:sym typeface="Instrument Sans"/>
              </a:defRPr>
            </a:lvl1pPr>
            <a:lvl2pPr lvl="1" algn="l">
              <a:lnSpc>
                <a:spcPct val="115000"/>
              </a:lnSpc>
              <a:spcBef>
                <a:spcPts val="0"/>
              </a:spcBef>
              <a:spcAft>
                <a:spcPts val="0"/>
              </a:spcAft>
              <a:buSzPts val="3600"/>
              <a:buNone/>
              <a:defRPr sz="3600">
                <a:latin typeface="Instrument Sans"/>
                <a:ea typeface="Instrument Sans"/>
                <a:cs typeface="Instrument Sans"/>
                <a:sym typeface="Instrument Sans"/>
              </a:defRPr>
            </a:lvl2pPr>
            <a:lvl3pPr lvl="2" algn="l">
              <a:lnSpc>
                <a:spcPct val="115000"/>
              </a:lnSpc>
              <a:spcBef>
                <a:spcPts val="0"/>
              </a:spcBef>
              <a:spcAft>
                <a:spcPts val="0"/>
              </a:spcAft>
              <a:buSzPts val="3600"/>
              <a:buNone/>
              <a:defRPr sz="3600">
                <a:latin typeface="Instrument Sans"/>
                <a:ea typeface="Instrument Sans"/>
                <a:cs typeface="Instrument Sans"/>
                <a:sym typeface="Instrument Sans"/>
              </a:defRPr>
            </a:lvl3pPr>
            <a:lvl4pPr lvl="3" algn="l">
              <a:lnSpc>
                <a:spcPct val="115000"/>
              </a:lnSpc>
              <a:spcBef>
                <a:spcPts val="0"/>
              </a:spcBef>
              <a:spcAft>
                <a:spcPts val="0"/>
              </a:spcAft>
              <a:buSzPts val="3600"/>
              <a:buNone/>
              <a:defRPr sz="3600">
                <a:latin typeface="Instrument Sans"/>
                <a:ea typeface="Instrument Sans"/>
                <a:cs typeface="Instrument Sans"/>
                <a:sym typeface="Instrument Sans"/>
              </a:defRPr>
            </a:lvl4pPr>
            <a:lvl5pPr lvl="4" algn="l">
              <a:lnSpc>
                <a:spcPct val="115000"/>
              </a:lnSpc>
              <a:spcBef>
                <a:spcPts val="0"/>
              </a:spcBef>
              <a:spcAft>
                <a:spcPts val="0"/>
              </a:spcAft>
              <a:buSzPts val="3600"/>
              <a:buNone/>
              <a:defRPr sz="3600">
                <a:latin typeface="Instrument Sans"/>
                <a:ea typeface="Instrument Sans"/>
                <a:cs typeface="Instrument Sans"/>
                <a:sym typeface="Instrument Sans"/>
              </a:defRPr>
            </a:lvl5pPr>
            <a:lvl6pPr lvl="5" algn="l">
              <a:lnSpc>
                <a:spcPct val="115000"/>
              </a:lnSpc>
              <a:spcBef>
                <a:spcPts val="0"/>
              </a:spcBef>
              <a:spcAft>
                <a:spcPts val="0"/>
              </a:spcAft>
              <a:buSzPts val="3600"/>
              <a:buNone/>
              <a:defRPr sz="3600">
                <a:latin typeface="Instrument Sans"/>
                <a:ea typeface="Instrument Sans"/>
                <a:cs typeface="Instrument Sans"/>
                <a:sym typeface="Instrument Sans"/>
              </a:defRPr>
            </a:lvl6pPr>
            <a:lvl7pPr lvl="6" algn="l">
              <a:lnSpc>
                <a:spcPct val="115000"/>
              </a:lnSpc>
              <a:spcBef>
                <a:spcPts val="0"/>
              </a:spcBef>
              <a:spcAft>
                <a:spcPts val="0"/>
              </a:spcAft>
              <a:buSzPts val="3600"/>
              <a:buNone/>
              <a:defRPr sz="3600">
                <a:latin typeface="Instrument Sans"/>
                <a:ea typeface="Instrument Sans"/>
                <a:cs typeface="Instrument Sans"/>
                <a:sym typeface="Instrument Sans"/>
              </a:defRPr>
            </a:lvl7pPr>
            <a:lvl8pPr lvl="7" algn="l">
              <a:lnSpc>
                <a:spcPct val="115000"/>
              </a:lnSpc>
              <a:spcBef>
                <a:spcPts val="0"/>
              </a:spcBef>
              <a:spcAft>
                <a:spcPts val="0"/>
              </a:spcAft>
              <a:buSzPts val="3600"/>
              <a:buNone/>
              <a:defRPr sz="3600">
                <a:latin typeface="Instrument Sans"/>
                <a:ea typeface="Instrument Sans"/>
                <a:cs typeface="Instrument Sans"/>
                <a:sym typeface="Instrument Sans"/>
              </a:defRPr>
            </a:lvl8pPr>
            <a:lvl9pPr lvl="8" algn="l">
              <a:lnSpc>
                <a:spcPct val="115000"/>
              </a:lnSpc>
              <a:spcBef>
                <a:spcPts val="0"/>
              </a:spcBef>
              <a:spcAft>
                <a:spcPts val="0"/>
              </a:spcAft>
              <a:buSzPts val="3600"/>
              <a:buNone/>
              <a:defRPr sz="3600">
                <a:latin typeface="Instrument Sans"/>
                <a:ea typeface="Instrument Sans"/>
                <a:cs typeface="Instrument Sans"/>
                <a:sym typeface="Instrument Sans"/>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locks- two ideas">
  <p:cSld name="CUSTOM_5">
    <p:spTree>
      <p:nvGrpSpPr>
        <p:cNvPr id="652" name="Shape 652"/>
        <p:cNvGrpSpPr/>
        <p:nvPr/>
      </p:nvGrpSpPr>
      <p:grpSpPr>
        <a:xfrm>
          <a:off x="0" y="0"/>
          <a:ext cx="0" cy="0"/>
          <a:chOff x="0" y="0"/>
          <a:chExt cx="0" cy="0"/>
        </a:xfrm>
      </p:grpSpPr>
      <p:sp>
        <p:nvSpPr>
          <p:cNvPr id="653" name="Google Shape;653;p77"/>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54" name="Google Shape;654;p77"/>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55" name="Google Shape;655;p7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
  <p:cSld name="CUSTOM_6">
    <p:bg>
      <p:bgPr>
        <a:solidFill>
          <a:schemeClr val="dk2"/>
        </a:solidFill>
      </p:bgPr>
    </p:bg>
    <p:spTree>
      <p:nvGrpSpPr>
        <p:cNvPr id="656" name="Shape 656"/>
        <p:cNvGrpSpPr/>
        <p:nvPr/>
      </p:nvGrpSpPr>
      <p:grpSpPr>
        <a:xfrm>
          <a:off x="0" y="0"/>
          <a:ext cx="0" cy="0"/>
          <a:chOff x="0" y="0"/>
          <a:chExt cx="0" cy="0"/>
        </a:xfrm>
      </p:grpSpPr>
      <p:sp>
        <p:nvSpPr>
          <p:cNvPr id="657" name="Google Shape;657;p78"/>
          <p:cNvSpPr txBox="1"/>
          <p:nvPr>
            <p:ph idx="1" type="body"/>
          </p:nvPr>
        </p:nvSpPr>
        <p:spPr>
          <a:xfrm>
            <a:off x="284700" y="2630400"/>
            <a:ext cx="2055000" cy="2038200"/>
          </a:xfrm>
          <a:prstGeom prst="rect">
            <a:avLst/>
          </a:prstGeom>
          <a:noFill/>
          <a:ln>
            <a:noFill/>
          </a:ln>
        </p:spPr>
        <p:txBody>
          <a:bodyPr anchorCtr="0" anchor="t" bIns="0" lIns="0" spcFirstLastPara="1" rIns="91425" wrap="square" tIns="0">
            <a:noAutofit/>
          </a:bodyPr>
          <a:lstStyle>
            <a:lvl1pPr indent="-292100" lvl="0" marL="457200" algn="l">
              <a:lnSpc>
                <a:spcPct val="115000"/>
              </a:lnSpc>
              <a:spcBef>
                <a:spcPts val="0"/>
              </a:spcBef>
              <a:spcAft>
                <a:spcPts val="0"/>
              </a:spcAft>
              <a:buClr>
                <a:schemeClr val="lt1"/>
              </a:buClr>
              <a:buSzPts val="1000"/>
              <a:buChar char="●"/>
              <a:defRPr/>
            </a:lvl1pPr>
            <a:lvl2pPr indent="-292100" lvl="1" marL="914400" algn="l">
              <a:lnSpc>
                <a:spcPct val="115000"/>
              </a:lnSpc>
              <a:spcBef>
                <a:spcPts val="800"/>
              </a:spcBef>
              <a:spcAft>
                <a:spcPts val="0"/>
              </a:spcAft>
              <a:buClr>
                <a:schemeClr val="lt1"/>
              </a:buClr>
              <a:buSzPts val="1000"/>
              <a:buChar char="○"/>
              <a:defRPr/>
            </a:lvl2pPr>
            <a:lvl3pPr indent="-292100" lvl="2" marL="1371600" algn="l">
              <a:lnSpc>
                <a:spcPct val="115000"/>
              </a:lnSpc>
              <a:spcBef>
                <a:spcPts val="800"/>
              </a:spcBef>
              <a:spcAft>
                <a:spcPts val="0"/>
              </a:spcAft>
              <a:buClr>
                <a:schemeClr val="lt1"/>
              </a:buClr>
              <a:buSzPts val="1000"/>
              <a:buChar char="■"/>
              <a:defRPr/>
            </a:lvl3pPr>
            <a:lvl4pPr indent="-292100" lvl="3" marL="1828800" algn="l">
              <a:lnSpc>
                <a:spcPct val="115000"/>
              </a:lnSpc>
              <a:spcBef>
                <a:spcPts val="800"/>
              </a:spcBef>
              <a:spcAft>
                <a:spcPts val="0"/>
              </a:spcAft>
              <a:buClr>
                <a:schemeClr val="lt1"/>
              </a:buClr>
              <a:buSzPts val="1000"/>
              <a:buChar char="●"/>
              <a:defRPr/>
            </a:lvl4pPr>
            <a:lvl5pPr indent="-292100" lvl="4" marL="2286000" algn="l">
              <a:lnSpc>
                <a:spcPct val="115000"/>
              </a:lnSpc>
              <a:spcBef>
                <a:spcPts val="800"/>
              </a:spcBef>
              <a:spcAft>
                <a:spcPts val="0"/>
              </a:spcAft>
              <a:buClr>
                <a:schemeClr val="lt1"/>
              </a:buClr>
              <a:buSzPts val="1000"/>
              <a:buChar char="○"/>
              <a:defRPr/>
            </a:lvl5pPr>
            <a:lvl6pPr indent="-292100" lvl="5" marL="2743200" algn="l">
              <a:lnSpc>
                <a:spcPct val="115000"/>
              </a:lnSpc>
              <a:spcBef>
                <a:spcPts val="800"/>
              </a:spcBef>
              <a:spcAft>
                <a:spcPts val="0"/>
              </a:spcAft>
              <a:buClr>
                <a:schemeClr val="lt1"/>
              </a:buClr>
              <a:buSzPts val="1000"/>
              <a:buChar char="■"/>
              <a:defRPr/>
            </a:lvl6pPr>
            <a:lvl7pPr indent="-292100" lvl="6" marL="3200400" algn="l">
              <a:lnSpc>
                <a:spcPct val="115000"/>
              </a:lnSpc>
              <a:spcBef>
                <a:spcPts val="800"/>
              </a:spcBef>
              <a:spcAft>
                <a:spcPts val="0"/>
              </a:spcAft>
              <a:buClr>
                <a:schemeClr val="lt1"/>
              </a:buClr>
              <a:buSzPts val="1000"/>
              <a:buChar char="●"/>
              <a:defRPr/>
            </a:lvl7pPr>
            <a:lvl8pPr indent="-292100" lvl="7" marL="3657600" algn="l">
              <a:lnSpc>
                <a:spcPct val="115000"/>
              </a:lnSpc>
              <a:spcBef>
                <a:spcPts val="800"/>
              </a:spcBef>
              <a:spcAft>
                <a:spcPts val="0"/>
              </a:spcAft>
              <a:buClr>
                <a:schemeClr val="lt1"/>
              </a:buClr>
              <a:buSzPts val="1000"/>
              <a:buChar char="○"/>
              <a:defRPr/>
            </a:lvl8pPr>
            <a:lvl9pPr indent="-292100" lvl="8" marL="4114800" algn="l">
              <a:lnSpc>
                <a:spcPct val="115000"/>
              </a:lnSpc>
              <a:spcBef>
                <a:spcPts val="800"/>
              </a:spcBef>
              <a:spcAft>
                <a:spcPts val="800"/>
              </a:spcAft>
              <a:buClr>
                <a:schemeClr val="lt1"/>
              </a:buClr>
              <a:buSzPts val="1000"/>
              <a:buChar char="■"/>
              <a:defRPr/>
            </a:lvl9pPr>
          </a:lstStyle>
          <a:p/>
        </p:txBody>
      </p:sp>
      <p:sp>
        <p:nvSpPr>
          <p:cNvPr id="658" name="Google Shape;658;p78"/>
          <p:cNvSpPr/>
          <p:nvPr>
            <p:ph idx="2" type="pic"/>
          </p:nvPr>
        </p:nvSpPr>
        <p:spPr>
          <a:xfrm>
            <a:off x="4629600" y="2630549"/>
            <a:ext cx="4227300" cy="2038200"/>
          </a:xfrm>
          <a:prstGeom prst="roundRect">
            <a:avLst>
              <a:gd fmla="val 9982" name="adj"/>
            </a:avLst>
          </a:prstGeom>
          <a:noFill/>
          <a:ln>
            <a:noFill/>
          </a:ln>
        </p:spPr>
      </p:sp>
      <p:sp>
        <p:nvSpPr>
          <p:cNvPr id="659" name="Google Shape;659;p78"/>
          <p:cNvSpPr txBox="1"/>
          <p:nvPr>
            <p:ph idx="3"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60" name="Google Shape;660;p78"/>
          <p:cNvSpPr txBox="1"/>
          <p:nvPr>
            <p:ph idx="4"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61" name="Google Shape;661;p7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rious boxes">
  <p:cSld name="CUSTOM_6_1">
    <p:spTree>
      <p:nvGrpSpPr>
        <p:cNvPr id="662" name="Shape 662"/>
        <p:cNvGrpSpPr/>
        <p:nvPr/>
      </p:nvGrpSpPr>
      <p:grpSpPr>
        <a:xfrm>
          <a:off x="0" y="0"/>
          <a:ext cx="0" cy="0"/>
          <a:chOff x="0" y="0"/>
          <a:chExt cx="0" cy="0"/>
        </a:xfrm>
      </p:grpSpPr>
      <p:sp>
        <p:nvSpPr>
          <p:cNvPr id="663" name="Google Shape;663;p79"/>
          <p:cNvSpPr/>
          <p:nvPr>
            <p:ph idx="2" type="pic"/>
          </p:nvPr>
        </p:nvSpPr>
        <p:spPr>
          <a:xfrm>
            <a:off x="4630975" y="1365900"/>
            <a:ext cx="2055000" cy="3302700"/>
          </a:xfrm>
          <a:prstGeom prst="roundRect">
            <a:avLst>
              <a:gd fmla="val 11973" name="adj"/>
            </a:avLst>
          </a:prstGeom>
          <a:noFill/>
          <a:ln>
            <a:noFill/>
          </a:ln>
        </p:spPr>
      </p:sp>
      <p:sp>
        <p:nvSpPr>
          <p:cNvPr id="664" name="Google Shape;664;p79"/>
          <p:cNvSpPr txBox="1"/>
          <p:nvPr>
            <p:ph idx="1" type="body"/>
          </p:nvPr>
        </p:nvSpPr>
        <p:spPr>
          <a:xfrm>
            <a:off x="417625" y="2720125"/>
            <a:ext cx="3754500" cy="486300"/>
          </a:xfrm>
          <a:prstGeom prst="rect">
            <a:avLst/>
          </a:prstGeom>
          <a:noFill/>
          <a:ln>
            <a:noFill/>
          </a:ln>
        </p:spPr>
        <p:txBody>
          <a:bodyPr anchorCtr="0" anchor="b" bIns="0" lIns="0"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665" name="Google Shape;665;p79"/>
          <p:cNvSpPr txBox="1"/>
          <p:nvPr>
            <p:ph idx="3" type="body"/>
          </p:nvPr>
        </p:nvSpPr>
        <p:spPr>
          <a:xfrm>
            <a:off x="417625" y="3990775"/>
            <a:ext cx="1875600" cy="5481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000"/>
              <a:buNone/>
              <a:defRPr i="1"/>
            </a:lvl1pPr>
            <a:lvl2pPr indent="-228600" lvl="1" marL="914400" algn="l">
              <a:lnSpc>
                <a:spcPct val="115000"/>
              </a:lnSpc>
              <a:spcBef>
                <a:spcPts val="0"/>
              </a:spcBef>
              <a:spcAft>
                <a:spcPts val="0"/>
              </a:spcAft>
              <a:buSzPts val="1000"/>
              <a:buNone/>
              <a:defRPr i="1"/>
            </a:lvl2pPr>
            <a:lvl3pPr indent="-228600" lvl="2" marL="1371600" algn="l">
              <a:lnSpc>
                <a:spcPct val="115000"/>
              </a:lnSpc>
              <a:spcBef>
                <a:spcPts val="0"/>
              </a:spcBef>
              <a:spcAft>
                <a:spcPts val="0"/>
              </a:spcAft>
              <a:buSzPts val="1000"/>
              <a:buNone/>
              <a:defRPr i="1"/>
            </a:lvl3pPr>
            <a:lvl4pPr indent="-228600" lvl="3" marL="1828800" algn="l">
              <a:lnSpc>
                <a:spcPct val="115000"/>
              </a:lnSpc>
              <a:spcBef>
                <a:spcPts val="0"/>
              </a:spcBef>
              <a:spcAft>
                <a:spcPts val="0"/>
              </a:spcAft>
              <a:buSzPts val="1000"/>
              <a:buNone/>
              <a:defRPr i="1"/>
            </a:lvl4pPr>
            <a:lvl5pPr indent="-228600" lvl="4" marL="2286000" algn="l">
              <a:lnSpc>
                <a:spcPct val="115000"/>
              </a:lnSpc>
              <a:spcBef>
                <a:spcPts val="0"/>
              </a:spcBef>
              <a:spcAft>
                <a:spcPts val="0"/>
              </a:spcAft>
              <a:buSzPts val="1000"/>
              <a:buNone/>
              <a:defRPr i="1"/>
            </a:lvl5pPr>
            <a:lvl6pPr indent="-228600" lvl="5" marL="2743200" algn="l">
              <a:lnSpc>
                <a:spcPct val="115000"/>
              </a:lnSpc>
              <a:spcBef>
                <a:spcPts val="0"/>
              </a:spcBef>
              <a:spcAft>
                <a:spcPts val="0"/>
              </a:spcAft>
              <a:buSzPts val="1000"/>
              <a:buNone/>
              <a:defRPr i="1"/>
            </a:lvl6pPr>
            <a:lvl7pPr indent="-228600" lvl="6" marL="3200400" algn="l">
              <a:lnSpc>
                <a:spcPct val="115000"/>
              </a:lnSpc>
              <a:spcBef>
                <a:spcPts val="0"/>
              </a:spcBef>
              <a:spcAft>
                <a:spcPts val="0"/>
              </a:spcAft>
              <a:buSzPts val="1000"/>
              <a:buNone/>
              <a:defRPr i="1"/>
            </a:lvl7pPr>
            <a:lvl8pPr indent="-228600" lvl="7" marL="3657600" algn="l">
              <a:lnSpc>
                <a:spcPct val="115000"/>
              </a:lnSpc>
              <a:spcBef>
                <a:spcPts val="0"/>
              </a:spcBef>
              <a:spcAft>
                <a:spcPts val="0"/>
              </a:spcAft>
              <a:buSzPts val="1000"/>
              <a:buNone/>
              <a:defRPr i="1"/>
            </a:lvl8pPr>
            <a:lvl9pPr indent="-228600" lvl="8" marL="4114800" algn="l">
              <a:lnSpc>
                <a:spcPct val="115000"/>
              </a:lnSpc>
              <a:spcBef>
                <a:spcPts val="0"/>
              </a:spcBef>
              <a:spcAft>
                <a:spcPts val="0"/>
              </a:spcAft>
              <a:buSzPts val="1000"/>
              <a:buNone/>
              <a:defRPr i="1"/>
            </a:lvl9pPr>
          </a:lstStyle>
          <a:p/>
        </p:txBody>
      </p:sp>
      <p:sp>
        <p:nvSpPr>
          <p:cNvPr id="666" name="Google Shape;666;p79"/>
          <p:cNvSpPr txBox="1"/>
          <p:nvPr>
            <p:ph idx="4" type="body"/>
          </p:nvPr>
        </p:nvSpPr>
        <p:spPr>
          <a:xfrm>
            <a:off x="2457075" y="4311325"/>
            <a:ext cx="2053500" cy="354300"/>
          </a:xfrm>
          <a:prstGeom prst="rect">
            <a:avLst/>
          </a:prstGeom>
          <a:noFill/>
          <a:ln>
            <a:noFill/>
          </a:ln>
        </p:spPr>
        <p:txBody>
          <a:bodyPr anchorCtr="0" anchor="t" bIns="0" lIns="182875"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667" name="Google Shape;667;p79"/>
          <p:cNvSpPr txBox="1"/>
          <p:nvPr>
            <p:ph idx="5" type="body"/>
          </p:nvPr>
        </p:nvSpPr>
        <p:spPr>
          <a:xfrm>
            <a:off x="6801300" y="2498700"/>
            <a:ext cx="2055000" cy="1204500"/>
          </a:xfrm>
          <a:prstGeom prst="rect">
            <a:avLst/>
          </a:prstGeom>
          <a:noFill/>
          <a:ln>
            <a:noFill/>
          </a:ln>
        </p:spPr>
        <p:txBody>
          <a:bodyPr anchorCtr="0" anchor="t" bIns="0" lIns="182875" spcFirstLastPara="1" rIns="182875"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668" name="Google Shape;668;p79"/>
          <p:cNvSpPr txBox="1"/>
          <p:nvPr>
            <p:ph type="title"/>
          </p:nvPr>
        </p:nvSpPr>
        <p:spPr>
          <a:xfrm>
            <a:off x="288350" y="1365975"/>
            <a:ext cx="4227300" cy="1156500"/>
          </a:xfrm>
          <a:prstGeom prst="rect">
            <a:avLst/>
          </a:prstGeom>
          <a:noFill/>
          <a:ln>
            <a:noFill/>
          </a:ln>
        </p:spPr>
        <p:txBody>
          <a:bodyPr anchorCtr="0" anchor="t" bIns="0" lIns="182875" spcFirstLastPara="1" rIns="182875" wrap="square" tIns="182875">
            <a:spAutoFit/>
          </a:bodyPr>
          <a:lstStyle>
            <a:lvl1pPr lvl="0"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1pPr>
            <a:lvl2pPr lvl="1"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2pPr>
            <a:lvl3pPr lvl="2"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3pPr>
            <a:lvl4pPr lvl="3"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4pPr>
            <a:lvl5pPr lvl="4"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5pPr>
            <a:lvl6pPr lvl="5"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6pPr>
            <a:lvl7pPr lvl="6"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7pPr>
            <a:lvl8pPr lvl="7"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8pPr>
            <a:lvl9pPr lvl="8"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9pPr>
          </a:lstStyle>
          <a:p/>
        </p:txBody>
      </p:sp>
      <p:sp>
        <p:nvSpPr>
          <p:cNvPr id="669" name="Google Shape;669;p79"/>
          <p:cNvSpPr txBox="1"/>
          <p:nvPr>
            <p:ph idx="6"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70" name="Google Shape;670;p79"/>
          <p:cNvSpPr txBox="1"/>
          <p:nvPr>
            <p:ph idx="7"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71" name="Google Shape;671;p79"/>
          <p:cNvSpPr txBox="1"/>
          <p:nvPr>
            <p:ph idx="8" type="subTitle"/>
          </p:nvPr>
        </p:nvSpPr>
        <p:spPr>
          <a:xfrm>
            <a:off x="2454063" y="3535641"/>
            <a:ext cx="2051400" cy="422700"/>
          </a:xfrm>
          <a:prstGeom prst="rect">
            <a:avLst/>
          </a:prstGeom>
          <a:noFill/>
          <a:ln>
            <a:noFill/>
          </a:ln>
        </p:spPr>
        <p:txBody>
          <a:bodyPr anchorCtr="0" anchor="t" bIns="91425" lIns="182875" spcFirstLastPara="1" rIns="91425" wrap="square" tIns="182875">
            <a:noAutofit/>
          </a:bodyPr>
          <a:lstStyle>
            <a:lvl1pPr lvl="0" algn="l">
              <a:lnSpc>
                <a:spcPct val="115000"/>
              </a:lnSpc>
              <a:spcBef>
                <a:spcPts val="0"/>
              </a:spcBef>
              <a:spcAft>
                <a:spcPts val="0"/>
              </a:spcAft>
              <a:buSzPts val="2400"/>
              <a:buFont typeface="Instrument Sans SemiBold"/>
              <a:buNone/>
              <a:defRPr sz="2400">
                <a:latin typeface="Instrument Sans SemiBold"/>
                <a:ea typeface="Instrument Sans SemiBold"/>
                <a:cs typeface="Instrument Sans SemiBold"/>
                <a:sym typeface="Instrument Sans SemiBold"/>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672" name="Google Shape;672;p79"/>
          <p:cNvSpPr txBox="1"/>
          <p:nvPr>
            <p:ph idx="9" type="subTitle"/>
          </p:nvPr>
        </p:nvSpPr>
        <p:spPr>
          <a:xfrm>
            <a:off x="6801300" y="1957926"/>
            <a:ext cx="2051400" cy="452700"/>
          </a:xfrm>
          <a:prstGeom prst="rect">
            <a:avLst/>
          </a:prstGeom>
          <a:noFill/>
          <a:ln>
            <a:noFill/>
          </a:ln>
        </p:spPr>
        <p:txBody>
          <a:bodyPr anchorCtr="0" anchor="t" bIns="0" lIns="182875" spcFirstLastPara="1" rIns="182875" wrap="square" tIns="182875">
            <a:noAutofit/>
          </a:bodyPr>
          <a:lstStyle>
            <a:lvl1pPr lvl="0" algn="l">
              <a:lnSpc>
                <a:spcPct val="115000"/>
              </a:lnSpc>
              <a:spcBef>
                <a:spcPts val="0"/>
              </a:spcBef>
              <a:spcAft>
                <a:spcPts val="0"/>
              </a:spcAft>
              <a:buSzPts val="1000"/>
              <a:buNone/>
              <a:defRPr>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673" name="Google Shape;673;p7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589">
          <p15:clr>
            <a:srgbClr val="E46962"/>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3">
  <p:cSld name="BLANK_1_1_1_1_1_1_1_1_1_1_1_1_1_1_3_1_1">
    <p:spTree>
      <p:nvGrpSpPr>
        <p:cNvPr id="674" name="Shape 674"/>
        <p:cNvGrpSpPr/>
        <p:nvPr/>
      </p:nvGrpSpPr>
      <p:grpSpPr>
        <a:xfrm>
          <a:off x="0" y="0"/>
          <a:ext cx="0" cy="0"/>
          <a:chOff x="0" y="0"/>
          <a:chExt cx="0" cy="0"/>
        </a:xfrm>
      </p:grpSpPr>
      <p:sp>
        <p:nvSpPr>
          <p:cNvPr id="675" name="Google Shape;675;p80"/>
          <p:cNvSpPr/>
          <p:nvPr>
            <p:ph idx="2" type="pic"/>
          </p:nvPr>
        </p:nvSpPr>
        <p:spPr>
          <a:xfrm>
            <a:off x="6802025" y="1372800"/>
            <a:ext cx="2058600" cy="3296700"/>
          </a:xfrm>
          <a:prstGeom prst="roundRect">
            <a:avLst>
              <a:gd fmla="val 11530" name="adj"/>
            </a:avLst>
          </a:prstGeom>
          <a:noFill/>
          <a:ln>
            <a:noFill/>
          </a:ln>
        </p:spPr>
      </p:sp>
      <p:sp>
        <p:nvSpPr>
          <p:cNvPr id="676" name="Google Shape;676;p80"/>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77" name="Google Shape;677;p80"/>
          <p:cNvSpPr txBox="1"/>
          <p:nvPr>
            <p:ph idx="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78" name="Google Shape;678;p8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79" name="Google Shape;679;p80"/>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80" name="Google Shape;680;p80"/>
          <p:cNvSpPr txBox="1"/>
          <p:nvPr>
            <p:ph idx="4" type="body"/>
          </p:nvPr>
        </p:nvSpPr>
        <p:spPr>
          <a:xfrm>
            <a:off x="284700" y="2792774"/>
            <a:ext cx="2053500" cy="15699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SzPts val="1000"/>
              <a:buFont typeface="Instrument Sans"/>
              <a:buChar char="●"/>
              <a:defRPr/>
            </a:lvl1pPr>
            <a:lvl2pPr indent="-292100" lvl="1" marL="914400" algn="l">
              <a:lnSpc>
                <a:spcPct val="115000"/>
              </a:lnSpc>
              <a:spcBef>
                <a:spcPts val="0"/>
              </a:spcBef>
              <a:spcAft>
                <a:spcPts val="0"/>
              </a:spcAft>
              <a:buSzPts val="1000"/>
              <a:buFont typeface="Instrument Sans"/>
              <a:buChar char="○"/>
              <a:defRPr/>
            </a:lvl2pPr>
            <a:lvl3pPr indent="-292100" lvl="2" marL="1371600" algn="l">
              <a:lnSpc>
                <a:spcPct val="115000"/>
              </a:lnSpc>
              <a:spcBef>
                <a:spcPts val="0"/>
              </a:spcBef>
              <a:spcAft>
                <a:spcPts val="0"/>
              </a:spcAft>
              <a:buSzPts val="1000"/>
              <a:buFont typeface="Instrument Sans"/>
              <a:buChar char="■"/>
              <a:defRPr/>
            </a:lvl3pPr>
            <a:lvl4pPr indent="-292100" lvl="3" marL="1828800" algn="l">
              <a:lnSpc>
                <a:spcPct val="115000"/>
              </a:lnSpc>
              <a:spcBef>
                <a:spcPts val="0"/>
              </a:spcBef>
              <a:spcAft>
                <a:spcPts val="0"/>
              </a:spcAft>
              <a:buSzPts val="1000"/>
              <a:buFont typeface="Instrument Sans"/>
              <a:buChar char="●"/>
              <a:defRPr/>
            </a:lvl4pPr>
            <a:lvl5pPr indent="-292100" lvl="4" marL="2286000" algn="l">
              <a:lnSpc>
                <a:spcPct val="115000"/>
              </a:lnSpc>
              <a:spcBef>
                <a:spcPts val="0"/>
              </a:spcBef>
              <a:spcAft>
                <a:spcPts val="0"/>
              </a:spcAft>
              <a:buSzPts val="1000"/>
              <a:buFont typeface="Instrument Sans"/>
              <a:buChar char="○"/>
              <a:defRPr/>
            </a:lvl5pPr>
            <a:lvl6pPr indent="-292100" lvl="5" marL="2743200" algn="l">
              <a:lnSpc>
                <a:spcPct val="115000"/>
              </a:lnSpc>
              <a:spcBef>
                <a:spcPts val="0"/>
              </a:spcBef>
              <a:spcAft>
                <a:spcPts val="0"/>
              </a:spcAft>
              <a:buSzPts val="1000"/>
              <a:buFont typeface="Instrument Sans"/>
              <a:buChar char="■"/>
              <a:defRPr/>
            </a:lvl6pPr>
            <a:lvl7pPr indent="-292100" lvl="6" marL="3200400" algn="l">
              <a:lnSpc>
                <a:spcPct val="115000"/>
              </a:lnSpc>
              <a:spcBef>
                <a:spcPts val="0"/>
              </a:spcBef>
              <a:spcAft>
                <a:spcPts val="0"/>
              </a:spcAft>
              <a:buSzPts val="1000"/>
              <a:buFont typeface="Instrument Sans"/>
              <a:buChar char="●"/>
              <a:defRPr/>
            </a:lvl7pPr>
            <a:lvl8pPr indent="-292100" lvl="7" marL="3657600" algn="l">
              <a:lnSpc>
                <a:spcPct val="115000"/>
              </a:lnSpc>
              <a:spcBef>
                <a:spcPts val="0"/>
              </a:spcBef>
              <a:spcAft>
                <a:spcPts val="0"/>
              </a:spcAft>
              <a:buSzPts val="1000"/>
              <a:buFont typeface="Instrument Sans"/>
              <a:buChar char="○"/>
              <a:defRPr/>
            </a:lvl8pPr>
            <a:lvl9pPr indent="-292100" lvl="8" marL="4114800" algn="l">
              <a:lnSpc>
                <a:spcPct val="115000"/>
              </a:lnSpc>
              <a:spcBef>
                <a:spcPts val="0"/>
              </a:spcBef>
              <a:spcAft>
                <a:spcPts val="0"/>
              </a:spcAft>
              <a:buSzPts val="1000"/>
              <a:buFont typeface="Instrument Sans"/>
              <a:buChar char="■"/>
              <a:defRPr/>
            </a:lvl9pPr>
          </a:lstStyle>
          <a:p/>
        </p:txBody>
      </p:sp>
      <p:sp>
        <p:nvSpPr>
          <p:cNvPr id="681" name="Google Shape;681;p80"/>
          <p:cNvSpPr txBox="1"/>
          <p:nvPr>
            <p:ph idx="5" type="title"/>
          </p:nvPr>
        </p:nvSpPr>
        <p:spPr>
          <a:xfrm>
            <a:off x="284700" y="2053175"/>
            <a:ext cx="2058600" cy="498600"/>
          </a:xfrm>
          <a:prstGeom prst="rect">
            <a:avLst/>
          </a:prstGeom>
          <a:noFill/>
          <a:ln>
            <a:noFill/>
          </a:ln>
        </p:spPr>
        <p:txBody>
          <a:bodyPr anchorCtr="0" anchor="ctr" bIns="0" lIns="182875" spcFirstLastPara="1" rIns="182875" wrap="square" tIns="0">
            <a:noAutofit/>
          </a:bodyPr>
          <a:lstStyle>
            <a:lvl1pPr lvl="0" algn="l">
              <a:lnSpc>
                <a:spcPct val="100000"/>
              </a:lnSpc>
              <a:spcBef>
                <a:spcPts val="0"/>
              </a:spcBef>
              <a:spcAft>
                <a:spcPts val="0"/>
              </a:spcAft>
              <a:buSzPts val="1400"/>
              <a:buNone/>
              <a:defRPr sz="1400">
                <a:latin typeface="Instrument Sans Medium"/>
                <a:ea typeface="Instrument Sans Medium"/>
                <a:cs typeface="Instrument Sans Medium"/>
                <a:sym typeface="Instrument Sans Medium"/>
              </a:defRPr>
            </a:lvl1pPr>
            <a:lvl2pPr lvl="1"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82" name="Google Shape;682;p80"/>
          <p:cNvSpPr txBox="1"/>
          <p:nvPr>
            <p:ph idx="6" type="title"/>
          </p:nvPr>
        </p:nvSpPr>
        <p:spPr>
          <a:xfrm>
            <a:off x="284700" y="1557525"/>
            <a:ext cx="1068000" cy="440700"/>
          </a:xfrm>
          <a:prstGeom prst="rect">
            <a:avLst/>
          </a:prstGeom>
          <a:noFill/>
          <a:ln>
            <a:noFill/>
          </a:ln>
        </p:spPr>
        <p:txBody>
          <a:bodyPr anchorCtr="0" anchor="t" bIns="0" lIns="182875" spcFirstLastPara="1" rIns="182875" wrap="square" tIns="0">
            <a:no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83" name="Google Shape;683;p80"/>
          <p:cNvSpPr txBox="1"/>
          <p:nvPr>
            <p:ph idx="7" type="body"/>
          </p:nvPr>
        </p:nvSpPr>
        <p:spPr>
          <a:xfrm>
            <a:off x="2457088" y="2792774"/>
            <a:ext cx="2053500" cy="15699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84" name="Google Shape;684;p80"/>
          <p:cNvSpPr txBox="1"/>
          <p:nvPr>
            <p:ph idx="8" type="title"/>
          </p:nvPr>
        </p:nvSpPr>
        <p:spPr>
          <a:xfrm>
            <a:off x="2457088" y="2053175"/>
            <a:ext cx="2058600" cy="498600"/>
          </a:xfrm>
          <a:prstGeom prst="rect">
            <a:avLst/>
          </a:prstGeom>
          <a:noFill/>
          <a:ln>
            <a:noFill/>
          </a:ln>
        </p:spPr>
        <p:txBody>
          <a:bodyPr anchorCtr="0" anchor="ctr" bIns="0" lIns="182875" spcFirstLastPara="1" rIns="182875" wrap="square" tIns="0">
            <a:noAutofit/>
          </a:bodyPr>
          <a:lstStyle>
            <a:lvl1pPr lvl="0" algn="l">
              <a:lnSpc>
                <a:spcPct val="100000"/>
              </a:lnSpc>
              <a:spcBef>
                <a:spcPts val="0"/>
              </a:spcBef>
              <a:spcAft>
                <a:spcPts val="0"/>
              </a:spcAft>
              <a:buSzPts val="1400"/>
              <a:buNone/>
              <a:defRPr sz="1400">
                <a:latin typeface="Instrument Sans Medium"/>
                <a:ea typeface="Instrument Sans Medium"/>
                <a:cs typeface="Instrument Sans Medium"/>
                <a:sym typeface="Instrument Sans Medium"/>
              </a:defRPr>
            </a:lvl1pPr>
            <a:lvl2pPr lvl="1"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85" name="Google Shape;685;p80"/>
          <p:cNvSpPr txBox="1"/>
          <p:nvPr>
            <p:ph idx="9" type="title"/>
          </p:nvPr>
        </p:nvSpPr>
        <p:spPr>
          <a:xfrm>
            <a:off x="2457088" y="1557525"/>
            <a:ext cx="1068000" cy="440700"/>
          </a:xfrm>
          <a:prstGeom prst="rect">
            <a:avLst/>
          </a:prstGeom>
          <a:noFill/>
          <a:ln>
            <a:noFill/>
          </a:ln>
        </p:spPr>
        <p:txBody>
          <a:bodyPr anchorCtr="0" anchor="t" bIns="0" lIns="182875" spcFirstLastPara="1" rIns="182875" wrap="square" tIns="0">
            <a:no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86" name="Google Shape;686;p80"/>
          <p:cNvSpPr txBox="1"/>
          <p:nvPr>
            <p:ph idx="13" type="body"/>
          </p:nvPr>
        </p:nvSpPr>
        <p:spPr>
          <a:xfrm>
            <a:off x="4629475" y="2792774"/>
            <a:ext cx="2053500" cy="15699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687" name="Google Shape;687;p80"/>
          <p:cNvSpPr txBox="1"/>
          <p:nvPr>
            <p:ph idx="14" type="title"/>
          </p:nvPr>
        </p:nvSpPr>
        <p:spPr>
          <a:xfrm>
            <a:off x="4629475" y="2053175"/>
            <a:ext cx="2058600" cy="498600"/>
          </a:xfrm>
          <a:prstGeom prst="rect">
            <a:avLst/>
          </a:prstGeom>
          <a:noFill/>
          <a:ln>
            <a:noFill/>
          </a:ln>
        </p:spPr>
        <p:txBody>
          <a:bodyPr anchorCtr="0" anchor="ctr" bIns="0" lIns="182875" spcFirstLastPara="1" rIns="182875" wrap="square" tIns="0">
            <a:noAutofit/>
          </a:bodyPr>
          <a:lstStyle>
            <a:lvl1pPr lvl="0" algn="l">
              <a:lnSpc>
                <a:spcPct val="100000"/>
              </a:lnSpc>
              <a:spcBef>
                <a:spcPts val="0"/>
              </a:spcBef>
              <a:spcAft>
                <a:spcPts val="0"/>
              </a:spcAft>
              <a:buSzPts val="1400"/>
              <a:buNone/>
              <a:defRPr sz="1400">
                <a:latin typeface="Instrument Sans Medium"/>
                <a:ea typeface="Instrument Sans Medium"/>
                <a:cs typeface="Instrument Sans Medium"/>
                <a:sym typeface="Instrument Sans Medium"/>
              </a:defRPr>
            </a:lvl1pPr>
            <a:lvl2pPr lvl="1"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688" name="Google Shape;688;p80"/>
          <p:cNvSpPr txBox="1"/>
          <p:nvPr>
            <p:ph idx="15" type="title"/>
          </p:nvPr>
        </p:nvSpPr>
        <p:spPr>
          <a:xfrm>
            <a:off x="4629475" y="1557525"/>
            <a:ext cx="1068000" cy="440700"/>
          </a:xfrm>
          <a:prstGeom prst="rect">
            <a:avLst/>
          </a:prstGeom>
          <a:noFill/>
          <a:ln>
            <a:noFill/>
          </a:ln>
        </p:spPr>
        <p:txBody>
          <a:bodyPr anchorCtr="0" anchor="t" bIns="0" lIns="182875" spcFirstLastPara="1" rIns="182875" wrap="square" tIns="0">
            <a:noAutofit/>
          </a:bodyPr>
          <a:lstStyle>
            <a:lvl1pPr lvl="0" algn="l">
              <a:lnSpc>
                <a:spcPct val="100000"/>
              </a:lnSpc>
              <a:spcBef>
                <a:spcPts val="0"/>
              </a:spcBef>
              <a:spcAft>
                <a:spcPts val="0"/>
              </a:spcAft>
              <a:buSzPts val="1000"/>
              <a:buNone/>
              <a:defRPr sz="1000">
                <a:latin typeface="Instrument Sans"/>
                <a:ea typeface="Instrument Sans"/>
                <a:cs typeface="Instrument Sans"/>
                <a:sym typeface="Instrument Sans"/>
              </a:defRPr>
            </a:lvl1pPr>
            <a:lvl2pPr lvl="1"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00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
  <p:cSld name="BLANK_1_1_1_1_2_2_3">
    <p:bg>
      <p:bgPr>
        <a:solidFill>
          <a:schemeClr val="lt2"/>
        </a:solidFill>
      </p:bgPr>
    </p:bg>
    <p:spTree>
      <p:nvGrpSpPr>
        <p:cNvPr id="689" name="Shape 689"/>
        <p:cNvGrpSpPr/>
        <p:nvPr/>
      </p:nvGrpSpPr>
      <p:grpSpPr>
        <a:xfrm>
          <a:off x="0" y="0"/>
          <a:ext cx="0" cy="0"/>
          <a:chOff x="0" y="0"/>
          <a:chExt cx="0" cy="0"/>
        </a:xfrm>
      </p:grpSpPr>
      <p:sp>
        <p:nvSpPr>
          <p:cNvPr id="690" name="Google Shape;690;p81"/>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91" name="Google Shape;691;p81"/>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92" name="Google Shape;692;p8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93" name="Google Shape;693;p81"/>
          <p:cNvSpPr txBox="1"/>
          <p:nvPr>
            <p:ph idx="3" type="subTitle"/>
          </p:nvPr>
        </p:nvSpPr>
        <p:spPr>
          <a:xfrm>
            <a:off x="385925" y="1306050"/>
            <a:ext cx="16179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694" name="Google Shape;694;p81"/>
          <p:cNvSpPr txBox="1"/>
          <p:nvPr>
            <p:ph idx="4" type="subTitle"/>
          </p:nvPr>
        </p:nvSpPr>
        <p:spPr>
          <a:xfrm>
            <a:off x="2650250" y="1306050"/>
            <a:ext cx="16179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695" name="Google Shape;695;p81"/>
          <p:cNvSpPr txBox="1"/>
          <p:nvPr>
            <p:ph idx="5" type="subTitle"/>
          </p:nvPr>
        </p:nvSpPr>
        <p:spPr>
          <a:xfrm>
            <a:off x="4721750" y="1306050"/>
            <a:ext cx="16179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696" name="Google Shape;696;p81"/>
          <p:cNvSpPr txBox="1"/>
          <p:nvPr>
            <p:ph idx="6" type="subTitle"/>
          </p:nvPr>
        </p:nvSpPr>
        <p:spPr>
          <a:xfrm>
            <a:off x="6986075" y="1306050"/>
            <a:ext cx="16179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697" name="Google Shape;697;p81"/>
          <p:cNvSpPr txBox="1"/>
          <p:nvPr>
            <p:ph idx="7" type="body"/>
          </p:nvPr>
        </p:nvSpPr>
        <p:spPr>
          <a:xfrm>
            <a:off x="284700" y="4170025"/>
            <a:ext cx="2772600" cy="695400"/>
          </a:xfrm>
          <a:prstGeom prst="rect">
            <a:avLst/>
          </a:prstGeom>
          <a:noFill/>
          <a:ln>
            <a:noFill/>
          </a:ln>
        </p:spPr>
        <p:txBody>
          <a:bodyPr anchorCtr="0" anchor="t" bIns="0" lIns="0" spcFirstLastPara="1" rIns="91425" wrap="square" tIns="0">
            <a:noAutofit/>
          </a:bodyPr>
          <a:lstStyle>
            <a:lvl1pPr indent="-279400" lvl="0" marL="457200" algn="l">
              <a:lnSpc>
                <a:spcPct val="115000"/>
              </a:lnSpc>
              <a:spcBef>
                <a:spcPts val="0"/>
              </a:spcBef>
              <a:spcAft>
                <a:spcPts val="0"/>
              </a:spcAft>
              <a:buClr>
                <a:schemeClr val="lt1"/>
              </a:buClr>
              <a:buSzPts val="800"/>
              <a:buChar char="●"/>
              <a:defRPr sz="800"/>
            </a:lvl1pPr>
            <a:lvl2pPr indent="-279400" lvl="1" marL="914400" algn="l">
              <a:lnSpc>
                <a:spcPct val="115000"/>
              </a:lnSpc>
              <a:spcBef>
                <a:spcPts val="0"/>
              </a:spcBef>
              <a:spcAft>
                <a:spcPts val="0"/>
              </a:spcAft>
              <a:buClr>
                <a:schemeClr val="lt1"/>
              </a:buClr>
              <a:buSzPts val="800"/>
              <a:buChar char="○"/>
              <a:defRPr sz="800"/>
            </a:lvl2pPr>
            <a:lvl3pPr indent="-279400" lvl="2" marL="1371600" algn="l">
              <a:lnSpc>
                <a:spcPct val="115000"/>
              </a:lnSpc>
              <a:spcBef>
                <a:spcPts val="0"/>
              </a:spcBef>
              <a:spcAft>
                <a:spcPts val="0"/>
              </a:spcAft>
              <a:buClr>
                <a:schemeClr val="lt1"/>
              </a:buClr>
              <a:buSzPts val="800"/>
              <a:buChar char="■"/>
              <a:defRPr sz="800"/>
            </a:lvl3pPr>
            <a:lvl4pPr indent="-279400" lvl="3" marL="1828800" algn="l">
              <a:lnSpc>
                <a:spcPct val="115000"/>
              </a:lnSpc>
              <a:spcBef>
                <a:spcPts val="0"/>
              </a:spcBef>
              <a:spcAft>
                <a:spcPts val="0"/>
              </a:spcAft>
              <a:buClr>
                <a:schemeClr val="lt1"/>
              </a:buClr>
              <a:buSzPts val="800"/>
              <a:buChar char="●"/>
              <a:defRPr sz="800"/>
            </a:lvl4pPr>
            <a:lvl5pPr indent="-279400" lvl="4" marL="2286000" algn="l">
              <a:lnSpc>
                <a:spcPct val="115000"/>
              </a:lnSpc>
              <a:spcBef>
                <a:spcPts val="0"/>
              </a:spcBef>
              <a:spcAft>
                <a:spcPts val="0"/>
              </a:spcAft>
              <a:buClr>
                <a:schemeClr val="lt1"/>
              </a:buClr>
              <a:buSzPts val="800"/>
              <a:buChar char="○"/>
              <a:defRPr sz="800"/>
            </a:lvl5pPr>
            <a:lvl6pPr indent="-279400" lvl="5" marL="2743200" algn="l">
              <a:lnSpc>
                <a:spcPct val="115000"/>
              </a:lnSpc>
              <a:spcBef>
                <a:spcPts val="0"/>
              </a:spcBef>
              <a:spcAft>
                <a:spcPts val="0"/>
              </a:spcAft>
              <a:buClr>
                <a:schemeClr val="lt1"/>
              </a:buClr>
              <a:buSzPts val="800"/>
              <a:buChar char="■"/>
              <a:defRPr sz="800"/>
            </a:lvl6pPr>
            <a:lvl7pPr indent="-279400" lvl="6" marL="3200400" algn="l">
              <a:lnSpc>
                <a:spcPct val="115000"/>
              </a:lnSpc>
              <a:spcBef>
                <a:spcPts val="0"/>
              </a:spcBef>
              <a:spcAft>
                <a:spcPts val="0"/>
              </a:spcAft>
              <a:buClr>
                <a:schemeClr val="lt1"/>
              </a:buClr>
              <a:buSzPts val="800"/>
              <a:buChar char="●"/>
              <a:defRPr sz="800"/>
            </a:lvl7pPr>
            <a:lvl8pPr indent="-279400" lvl="7" marL="3657600" algn="l">
              <a:lnSpc>
                <a:spcPct val="115000"/>
              </a:lnSpc>
              <a:spcBef>
                <a:spcPts val="0"/>
              </a:spcBef>
              <a:spcAft>
                <a:spcPts val="0"/>
              </a:spcAft>
              <a:buClr>
                <a:schemeClr val="lt1"/>
              </a:buClr>
              <a:buSzPts val="800"/>
              <a:buChar char="○"/>
              <a:defRPr sz="800"/>
            </a:lvl8pPr>
            <a:lvl9pPr indent="-279400" lvl="8" marL="4114800" algn="l">
              <a:lnSpc>
                <a:spcPct val="115000"/>
              </a:lnSpc>
              <a:spcBef>
                <a:spcPts val="0"/>
              </a:spcBef>
              <a:spcAft>
                <a:spcPts val="0"/>
              </a:spcAft>
              <a:buClr>
                <a:schemeClr val="lt1"/>
              </a:buClr>
              <a:buSzPts val="800"/>
              <a:buChar char="■"/>
              <a:defRPr sz="800"/>
            </a:lvl9pPr>
          </a:lstStyle>
          <a:p/>
        </p:txBody>
      </p:sp>
      <p:sp>
        <p:nvSpPr>
          <p:cNvPr id="698" name="Google Shape;698;p81"/>
          <p:cNvSpPr txBox="1"/>
          <p:nvPr>
            <p:ph idx="8" type="subTitle"/>
          </p:nvPr>
        </p:nvSpPr>
        <p:spPr>
          <a:xfrm>
            <a:off x="284700" y="3693600"/>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699" name="Google Shape;699;p81"/>
          <p:cNvSpPr txBox="1"/>
          <p:nvPr>
            <p:ph idx="9" type="subTitle"/>
          </p:nvPr>
        </p:nvSpPr>
        <p:spPr>
          <a:xfrm>
            <a:off x="284700" y="3880329"/>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00" name="Google Shape;700;p81"/>
          <p:cNvSpPr txBox="1"/>
          <p:nvPr>
            <p:ph idx="13" type="body"/>
          </p:nvPr>
        </p:nvSpPr>
        <p:spPr>
          <a:xfrm>
            <a:off x="3185700" y="4170025"/>
            <a:ext cx="2772600" cy="695400"/>
          </a:xfrm>
          <a:prstGeom prst="rect">
            <a:avLst/>
          </a:prstGeom>
          <a:noFill/>
          <a:ln>
            <a:noFill/>
          </a:ln>
        </p:spPr>
        <p:txBody>
          <a:bodyPr anchorCtr="0" anchor="t" bIns="0" lIns="0" spcFirstLastPara="1" rIns="91425" wrap="square" tIns="0">
            <a:noAutofit/>
          </a:bodyPr>
          <a:lstStyle>
            <a:lvl1pPr indent="-279400" lvl="0" marL="457200" algn="l">
              <a:lnSpc>
                <a:spcPct val="115000"/>
              </a:lnSpc>
              <a:spcBef>
                <a:spcPts val="0"/>
              </a:spcBef>
              <a:spcAft>
                <a:spcPts val="0"/>
              </a:spcAft>
              <a:buClr>
                <a:schemeClr val="lt1"/>
              </a:buClr>
              <a:buSzPts val="800"/>
              <a:buFont typeface="Instrument Sans"/>
              <a:buChar char="●"/>
              <a:defRPr sz="800"/>
            </a:lvl1pPr>
            <a:lvl2pPr indent="-279400" lvl="1" marL="914400" algn="l">
              <a:lnSpc>
                <a:spcPct val="115000"/>
              </a:lnSpc>
              <a:spcBef>
                <a:spcPts val="0"/>
              </a:spcBef>
              <a:spcAft>
                <a:spcPts val="0"/>
              </a:spcAft>
              <a:buClr>
                <a:schemeClr val="lt1"/>
              </a:buClr>
              <a:buSzPts val="800"/>
              <a:buFont typeface="Instrument Sans"/>
              <a:buChar char="○"/>
              <a:defRPr sz="800"/>
            </a:lvl2pPr>
            <a:lvl3pPr indent="-279400" lvl="2" marL="1371600" algn="l">
              <a:lnSpc>
                <a:spcPct val="115000"/>
              </a:lnSpc>
              <a:spcBef>
                <a:spcPts val="0"/>
              </a:spcBef>
              <a:spcAft>
                <a:spcPts val="0"/>
              </a:spcAft>
              <a:buClr>
                <a:schemeClr val="lt1"/>
              </a:buClr>
              <a:buSzPts val="800"/>
              <a:buFont typeface="Instrument Sans"/>
              <a:buChar char="■"/>
              <a:defRPr sz="800"/>
            </a:lvl3pPr>
            <a:lvl4pPr indent="-279400" lvl="3" marL="1828800" algn="l">
              <a:lnSpc>
                <a:spcPct val="115000"/>
              </a:lnSpc>
              <a:spcBef>
                <a:spcPts val="0"/>
              </a:spcBef>
              <a:spcAft>
                <a:spcPts val="0"/>
              </a:spcAft>
              <a:buClr>
                <a:schemeClr val="lt1"/>
              </a:buClr>
              <a:buSzPts val="800"/>
              <a:buFont typeface="Instrument Sans"/>
              <a:buChar char="●"/>
              <a:defRPr sz="800"/>
            </a:lvl4pPr>
            <a:lvl5pPr indent="-279400" lvl="4" marL="2286000" algn="l">
              <a:lnSpc>
                <a:spcPct val="115000"/>
              </a:lnSpc>
              <a:spcBef>
                <a:spcPts val="0"/>
              </a:spcBef>
              <a:spcAft>
                <a:spcPts val="0"/>
              </a:spcAft>
              <a:buClr>
                <a:schemeClr val="lt1"/>
              </a:buClr>
              <a:buSzPts val="800"/>
              <a:buFont typeface="Instrument Sans"/>
              <a:buChar char="○"/>
              <a:defRPr sz="800"/>
            </a:lvl5pPr>
            <a:lvl6pPr indent="-279400" lvl="5" marL="2743200" algn="l">
              <a:lnSpc>
                <a:spcPct val="115000"/>
              </a:lnSpc>
              <a:spcBef>
                <a:spcPts val="0"/>
              </a:spcBef>
              <a:spcAft>
                <a:spcPts val="0"/>
              </a:spcAft>
              <a:buClr>
                <a:schemeClr val="lt1"/>
              </a:buClr>
              <a:buSzPts val="800"/>
              <a:buFont typeface="Instrument Sans"/>
              <a:buChar char="■"/>
              <a:defRPr sz="800"/>
            </a:lvl6pPr>
            <a:lvl7pPr indent="-279400" lvl="6" marL="3200400" algn="l">
              <a:lnSpc>
                <a:spcPct val="115000"/>
              </a:lnSpc>
              <a:spcBef>
                <a:spcPts val="0"/>
              </a:spcBef>
              <a:spcAft>
                <a:spcPts val="0"/>
              </a:spcAft>
              <a:buClr>
                <a:schemeClr val="lt1"/>
              </a:buClr>
              <a:buSzPts val="800"/>
              <a:buFont typeface="Instrument Sans"/>
              <a:buChar char="●"/>
              <a:defRPr sz="800"/>
            </a:lvl7pPr>
            <a:lvl8pPr indent="-279400" lvl="7" marL="3657600" algn="l">
              <a:lnSpc>
                <a:spcPct val="115000"/>
              </a:lnSpc>
              <a:spcBef>
                <a:spcPts val="0"/>
              </a:spcBef>
              <a:spcAft>
                <a:spcPts val="0"/>
              </a:spcAft>
              <a:buClr>
                <a:schemeClr val="lt1"/>
              </a:buClr>
              <a:buSzPts val="800"/>
              <a:buFont typeface="Instrument Sans"/>
              <a:buChar char="○"/>
              <a:defRPr sz="800"/>
            </a:lvl8pPr>
            <a:lvl9pPr indent="-279400" lvl="8" marL="4114800" algn="l">
              <a:lnSpc>
                <a:spcPct val="115000"/>
              </a:lnSpc>
              <a:spcBef>
                <a:spcPts val="0"/>
              </a:spcBef>
              <a:spcAft>
                <a:spcPts val="0"/>
              </a:spcAft>
              <a:buClr>
                <a:schemeClr val="lt1"/>
              </a:buClr>
              <a:buSzPts val="800"/>
              <a:buFont typeface="Instrument Sans"/>
              <a:buChar char="■"/>
              <a:defRPr sz="800"/>
            </a:lvl9pPr>
          </a:lstStyle>
          <a:p/>
        </p:txBody>
      </p:sp>
      <p:sp>
        <p:nvSpPr>
          <p:cNvPr id="701" name="Google Shape;701;p81"/>
          <p:cNvSpPr txBox="1"/>
          <p:nvPr>
            <p:ph idx="14" type="subTitle"/>
          </p:nvPr>
        </p:nvSpPr>
        <p:spPr>
          <a:xfrm>
            <a:off x="3185700" y="3693600"/>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02" name="Google Shape;702;p81"/>
          <p:cNvSpPr txBox="1"/>
          <p:nvPr>
            <p:ph idx="15" type="subTitle"/>
          </p:nvPr>
        </p:nvSpPr>
        <p:spPr>
          <a:xfrm>
            <a:off x="3185700" y="3880329"/>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03" name="Google Shape;703;p81"/>
          <p:cNvSpPr txBox="1"/>
          <p:nvPr>
            <p:ph idx="16" type="body"/>
          </p:nvPr>
        </p:nvSpPr>
        <p:spPr>
          <a:xfrm>
            <a:off x="6086700" y="4170025"/>
            <a:ext cx="2772600" cy="695400"/>
          </a:xfrm>
          <a:prstGeom prst="rect">
            <a:avLst/>
          </a:prstGeom>
          <a:noFill/>
          <a:ln>
            <a:noFill/>
          </a:ln>
        </p:spPr>
        <p:txBody>
          <a:bodyPr anchorCtr="0" anchor="t" bIns="0" lIns="0" spcFirstLastPara="1" rIns="91425" wrap="square" tIns="0">
            <a:noAutofit/>
          </a:bodyPr>
          <a:lstStyle>
            <a:lvl1pPr indent="-279400" lvl="0" marL="457200" algn="l">
              <a:lnSpc>
                <a:spcPct val="115000"/>
              </a:lnSpc>
              <a:spcBef>
                <a:spcPts val="0"/>
              </a:spcBef>
              <a:spcAft>
                <a:spcPts val="0"/>
              </a:spcAft>
              <a:buClr>
                <a:schemeClr val="lt1"/>
              </a:buClr>
              <a:buSzPts val="800"/>
              <a:buFont typeface="Instrument Sans"/>
              <a:buChar char="●"/>
              <a:defRPr sz="800"/>
            </a:lvl1pPr>
            <a:lvl2pPr indent="-279400" lvl="1" marL="914400" algn="l">
              <a:lnSpc>
                <a:spcPct val="115000"/>
              </a:lnSpc>
              <a:spcBef>
                <a:spcPts val="0"/>
              </a:spcBef>
              <a:spcAft>
                <a:spcPts val="0"/>
              </a:spcAft>
              <a:buClr>
                <a:schemeClr val="lt1"/>
              </a:buClr>
              <a:buSzPts val="800"/>
              <a:buFont typeface="Instrument Sans"/>
              <a:buChar char="○"/>
              <a:defRPr sz="800"/>
            </a:lvl2pPr>
            <a:lvl3pPr indent="-279400" lvl="2" marL="1371600" algn="l">
              <a:lnSpc>
                <a:spcPct val="115000"/>
              </a:lnSpc>
              <a:spcBef>
                <a:spcPts val="0"/>
              </a:spcBef>
              <a:spcAft>
                <a:spcPts val="0"/>
              </a:spcAft>
              <a:buClr>
                <a:schemeClr val="lt1"/>
              </a:buClr>
              <a:buSzPts val="800"/>
              <a:buFont typeface="Instrument Sans"/>
              <a:buChar char="■"/>
              <a:defRPr sz="800"/>
            </a:lvl3pPr>
            <a:lvl4pPr indent="-279400" lvl="3" marL="1828800" algn="l">
              <a:lnSpc>
                <a:spcPct val="115000"/>
              </a:lnSpc>
              <a:spcBef>
                <a:spcPts val="0"/>
              </a:spcBef>
              <a:spcAft>
                <a:spcPts val="0"/>
              </a:spcAft>
              <a:buClr>
                <a:schemeClr val="lt1"/>
              </a:buClr>
              <a:buSzPts val="800"/>
              <a:buFont typeface="Instrument Sans"/>
              <a:buChar char="●"/>
              <a:defRPr sz="800"/>
            </a:lvl4pPr>
            <a:lvl5pPr indent="-279400" lvl="4" marL="2286000" algn="l">
              <a:lnSpc>
                <a:spcPct val="115000"/>
              </a:lnSpc>
              <a:spcBef>
                <a:spcPts val="0"/>
              </a:spcBef>
              <a:spcAft>
                <a:spcPts val="0"/>
              </a:spcAft>
              <a:buClr>
                <a:schemeClr val="lt1"/>
              </a:buClr>
              <a:buSzPts val="800"/>
              <a:buFont typeface="Instrument Sans"/>
              <a:buChar char="○"/>
              <a:defRPr sz="800"/>
            </a:lvl5pPr>
            <a:lvl6pPr indent="-279400" lvl="5" marL="2743200" algn="l">
              <a:lnSpc>
                <a:spcPct val="115000"/>
              </a:lnSpc>
              <a:spcBef>
                <a:spcPts val="0"/>
              </a:spcBef>
              <a:spcAft>
                <a:spcPts val="0"/>
              </a:spcAft>
              <a:buClr>
                <a:schemeClr val="lt1"/>
              </a:buClr>
              <a:buSzPts val="800"/>
              <a:buFont typeface="Instrument Sans"/>
              <a:buChar char="■"/>
              <a:defRPr sz="800"/>
            </a:lvl6pPr>
            <a:lvl7pPr indent="-279400" lvl="6" marL="3200400" algn="l">
              <a:lnSpc>
                <a:spcPct val="115000"/>
              </a:lnSpc>
              <a:spcBef>
                <a:spcPts val="0"/>
              </a:spcBef>
              <a:spcAft>
                <a:spcPts val="0"/>
              </a:spcAft>
              <a:buClr>
                <a:schemeClr val="lt1"/>
              </a:buClr>
              <a:buSzPts val="800"/>
              <a:buFont typeface="Instrument Sans"/>
              <a:buChar char="●"/>
              <a:defRPr sz="800"/>
            </a:lvl7pPr>
            <a:lvl8pPr indent="-279400" lvl="7" marL="3657600" algn="l">
              <a:lnSpc>
                <a:spcPct val="115000"/>
              </a:lnSpc>
              <a:spcBef>
                <a:spcPts val="0"/>
              </a:spcBef>
              <a:spcAft>
                <a:spcPts val="0"/>
              </a:spcAft>
              <a:buClr>
                <a:schemeClr val="lt1"/>
              </a:buClr>
              <a:buSzPts val="800"/>
              <a:buFont typeface="Instrument Sans"/>
              <a:buChar char="○"/>
              <a:defRPr sz="800"/>
            </a:lvl8pPr>
            <a:lvl9pPr indent="-279400" lvl="8" marL="4114800" algn="l">
              <a:lnSpc>
                <a:spcPct val="115000"/>
              </a:lnSpc>
              <a:spcBef>
                <a:spcPts val="0"/>
              </a:spcBef>
              <a:spcAft>
                <a:spcPts val="0"/>
              </a:spcAft>
              <a:buClr>
                <a:schemeClr val="lt1"/>
              </a:buClr>
              <a:buSzPts val="800"/>
              <a:buFont typeface="Instrument Sans"/>
              <a:buChar char="■"/>
              <a:defRPr sz="800"/>
            </a:lvl9pPr>
          </a:lstStyle>
          <a:p/>
        </p:txBody>
      </p:sp>
      <p:sp>
        <p:nvSpPr>
          <p:cNvPr id="704" name="Google Shape;704;p81"/>
          <p:cNvSpPr txBox="1"/>
          <p:nvPr>
            <p:ph idx="17" type="subTitle"/>
          </p:nvPr>
        </p:nvSpPr>
        <p:spPr>
          <a:xfrm>
            <a:off x="6086700" y="3693600"/>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05" name="Google Shape;705;p81"/>
          <p:cNvSpPr txBox="1"/>
          <p:nvPr>
            <p:ph idx="18" type="subTitle"/>
          </p:nvPr>
        </p:nvSpPr>
        <p:spPr>
          <a:xfrm>
            <a:off x="6086700" y="3880329"/>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06" name="Google Shape;706;p81"/>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BLANK_1_1_1_1_2_2_3_1">
    <p:bg>
      <p:bgPr>
        <a:solidFill>
          <a:schemeClr val="lt2"/>
        </a:solidFill>
      </p:bgPr>
    </p:bg>
    <p:spTree>
      <p:nvGrpSpPr>
        <p:cNvPr id="707" name="Shape 707"/>
        <p:cNvGrpSpPr/>
        <p:nvPr/>
      </p:nvGrpSpPr>
      <p:grpSpPr>
        <a:xfrm>
          <a:off x="0" y="0"/>
          <a:ext cx="0" cy="0"/>
          <a:chOff x="0" y="0"/>
          <a:chExt cx="0" cy="0"/>
        </a:xfrm>
      </p:grpSpPr>
      <p:sp>
        <p:nvSpPr>
          <p:cNvPr id="708" name="Google Shape;708;p82"/>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09" name="Google Shape;709;p82"/>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10" name="Google Shape;710;p8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711" name="Google Shape;711;p82"/>
          <p:cNvSpPr txBox="1"/>
          <p:nvPr>
            <p:ph idx="3" type="body"/>
          </p:nvPr>
        </p:nvSpPr>
        <p:spPr>
          <a:xfrm>
            <a:off x="284700" y="3703925"/>
            <a:ext cx="2772600" cy="695400"/>
          </a:xfrm>
          <a:prstGeom prst="rect">
            <a:avLst/>
          </a:prstGeom>
          <a:noFill/>
          <a:ln>
            <a:noFill/>
          </a:ln>
        </p:spPr>
        <p:txBody>
          <a:bodyPr anchorCtr="0" anchor="t" bIns="0" lIns="0" spcFirstLastPara="1" rIns="91425" wrap="square" tIns="0">
            <a:noAutofit/>
          </a:bodyPr>
          <a:lstStyle>
            <a:lvl1pPr indent="-279400" lvl="0" marL="457200" algn="l">
              <a:lnSpc>
                <a:spcPct val="115000"/>
              </a:lnSpc>
              <a:spcBef>
                <a:spcPts val="0"/>
              </a:spcBef>
              <a:spcAft>
                <a:spcPts val="0"/>
              </a:spcAft>
              <a:buClr>
                <a:schemeClr val="lt1"/>
              </a:buClr>
              <a:buSzPts val="800"/>
              <a:buFont typeface="Instrument Sans"/>
              <a:buChar char="●"/>
              <a:defRPr sz="800"/>
            </a:lvl1pPr>
            <a:lvl2pPr indent="-279400" lvl="1" marL="914400" algn="l">
              <a:lnSpc>
                <a:spcPct val="115000"/>
              </a:lnSpc>
              <a:spcBef>
                <a:spcPts val="0"/>
              </a:spcBef>
              <a:spcAft>
                <a:spcPts val="0"/>
              </a:spcAft>
              <a:buClr>
                <a:schemeClr val="lt1"/>
              </a:buClr>
              <a:buSzPts val="800"/>
              <a:buFont typeface="Instrument Sans"/>
              <a:buChar char="○"/>
              <a:defRPr sz="800"/>
            </a:lvl2pPr>
            <a:lvl3pPr indent="-279400" lvl="2" marL="1371600" algn="l">
              <a:lnSpc>
                <a:spcPct val="115000"/>
              </a:lnSpc>
              <a:spcBef>
                <a:spcPts val="0"/>
              </a:spcBef>
              <a:spcAft>
                <a:spcPts val="0"/>
              </a:spcAft>
              <a:buClr>
                <a:schemeClr val="lt1"/>
              </a:buClr>
              <a:buSzPts val="800"/>
              <a:buFont typeface="Instrument Sans"/>
              <a:buChar char="■"/>
              <a:defRPr sz="800"/>
            </a:lvl3pPr>
            <a:lvl4pPr indent="-279400" lvl="3" marL="1828800" algn="l">
              <a:lnSpc>
                <a:spcPct val="115000"/>
              </a:lnSpc>
              <a:spcBef>
                <a:spcPts val="0"/>
              </a:spcBef>
              <a:spcAft>
                <a:spcPts val="0"/>
              </a:spcAft>
              <a:buClr>
                <a:schemeClr val="lt1"/>
              </a:buClr>
              <a:buSzPts val="800"/>
              <a:buFont typeface="Instrument Sans"/>
              <a:buChar char="●"/>
              <a:defRPr sz="800"/>
            </a:lvl4pPr>
            <a:lvl5pPr indent="-279400" lvl="4" marL="2286000" algn="l">
              <a:lnSpc>
                <a:spcPct val="115000"/>
              </a:lnSpc>
              <a:spcBef>
                <a:spcPts val="0"/>
              </a:spcBef>
              <a:spcAft>
                <a:spcPts val="0"/>
              </a:spcAft>
              <a:buClr>
                <a:schemeClr val="lt1"/>
              </a:buClr>
              <a:buSzPts val="800"/>
              <a:buFont typeface="Instrument Sans"/>
              <a:buChar char="○"/>
              <a:defRPr sz="800"/>
            </a:lvl5pPr>
            <a:lvl6pPr indent="-279400" lvl="5" marL="2743200" algn="l">
              <a:lnSpc>
                <a:spcPct val="115000"/>
              </a:lnSpc>
              <a:spcBef>
                <a:spcPts val="0"/>
              </a:spcBef>
              <a:spcAft>
                <a:spcPts val="0"/>
              </a:spcAft>
              <a:buClr>
                <a:schemeClr val="lt1"/>
              </a:buClr>
              <a:buSzPts val="800"/>
              <a:buFont typeface="Instrument Sans"/>
              <a:buChar char="■"/>
              <a:defRPr sz="800"/>
            </a:lvl6pPr>
            <a:lvl7pPr indent="-279400" lvl="6" marL="3200400" algn="l">
              <a:lnSpc>
                <a:spcPct val="115000"/>
              </a:lnSpc>
              <a:spcBef>
                <a:spcPts val="0"/>
              </a:spcBef>
              <a:spcAft>
                <a:spcPts val="0"/>
              </a:spcAft>
              <a:buClr>
                <a:schemeClr val="lt1"/>
              </a:buClr>
              <a:buSzPts val="800"/>
              <a:buFont typeface="Instrument Sans"/>
              <a:buChar char="●"/>
              <a:defRPr sz="800"/>
            </a:lvl7pPr>
            <a:lvl8pPr indent="-279400" lvl="7" marL="3657600" algn="l">
              <a:lnSpc>
                <a:spcPct val="115000"/>
              </a:lnSpc>
              <a:spcBef>
                <a:spcPts val="0"/>
              </a:spcBef>
              <a:spcAft>
                <a:spcPts val="0"/>
              </a:spcAft>
              <a:buClr>
                <a:schemeClr val="lt1"/>
              </a:buClr>
              <a:buSzPts val="800"/>
              <a:buFont typeface="Instrument Sans"/>
              <a:buChar char="○"/>
              <a:defRPr sz="800"/>
            </a:lvl8pPr>
            <a:lvl9pPr indent="-279400" lvl="8" marL="4114800" algn="l">
              <a:lnSpc>
                <a:spcPct val="115000"/>
              </a:lnSpc>
              <a:spcBef>
                <a:spcPts val="0"/>
              </a:spcBef>
              <a:spcAft>
                <a:spcPts val="0"/>
              </a:spcAft>
              <a:buClr>
                <a:schemeClr val="lt1"/>
              </a:buClr>
              <a:buSzPts val="800"/>
              <a:buFont typeface="Instrument Sans"/>
              <a:buChar char="■"/>
              <a:defRPr sz="800"/>
            </a:lvl9pPr>
          </a:lstStyle>
          <a:p/>
        </p:txBody>
      </p:sp>
      <p:sp>
        <p:nvSpPr>
          <p:cNvPr id="712" name="Google Shape;712;p82"/>
          <p:cNvSpPr txBox="1"/>
          <p:nvPr>
            <p:ph idx="4" type="subTitle"/>
          </p:nvPr>
        </p:nvSpPr>
        <p:spPr>
          <a:xfrm>
            <a:off x="284700" y="3227500"/>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13" name="Google Shape;713;p82"/>
          <p:cNvSpPr txBox="1"/>
          <p:nvPr>
            <p:ph idx="5" type="subTitle"/>
          </p:nvPr>
        </p:nvSpPr>
        <p:spPr>
          <a:xfrm>
            <a:off x="284700" y="3414229"/>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14" name="Google Shape;714;p82"/>
          <p:cNvSpPr txBox="1"/>
          <p:nvPr>
            <p:ph idx="6" type="body"/>
          </p:nvPr>
        </p:nvSpPr>
        <p:spPr>
          <a:xfrm>
            <a:off x="3185700" y="3703925"/>
            <a:ext cx="2772600" cy="695400"/>
          </a:xfrm>
          <a:prstGeom prst="rect">
            <a:avLst/>
          </a:prstGeom>
          <a:noFill/>
          <a:ln>
            <a:noFill/>
          </a:ln>
        </p:spPr>
        <p:txBody>
          <a:bodyPr anchorCtr="0" anchor="t" bIns="0" lIns="0" spcFirstLastPara="1" rIns="91425" wrap="square" tIns="0">
            <a:noAutofit/>
          </a:bodyPr>
          <a:lstStyle>
            <a:lvl1pPr indent="-279400" lvl="0" marL="457200" algn="l">
              <a:lnSpc>
                <a:spcPct val="115000"/>
              </a:lnSpc>
              <a:spcBef>
                <a:spcPts val="0"/>
              </a:spcBef>
              <a:spcAft>
                <a:spcPts val="0"/>
              </a:spcAft>
              <a:buClr>
                <a:schemeClr val="lt1"/>
              </a:buClr>
              <a:buSzPts val="800"/>
              <a:buFont typeface="Instrument Sans"/>
              <a:buChar char="●"/>
              <a:defRPr sz="800"/>
            </a:lvl1pPr>
            <a:lvl2pPr indent="-279400" lvl="1" marL="914400" algn="l">
              <a:lnSpc>
                <a:spcPct val="115000"/>
              </a:lnSpc>
              <a:spcBef>
                <a:spcPts val="0"/>
              </a:spcBef>
              <a:spcAft>
                <a:spcPts val="0"/>
              </a:spcAft>
              <a:buClr>
                <a:schemeClr val="lt1"/>
              </a:buClr>
              <a:buSzPts val="800"/>
              <a:buFont typeface="Instrument Sans"/>
              <a:buChar char="○"/>
              <a:defRPr sz="800"/>
            </a:lvl2pPr>
            <a:lvl3pPr indent="-279400" lvl="2" marL="1371600" algn="l">
              <a:lnSpc>
                <a:spcPct val="115000"/>
              </a:lnSpc>
              <a:spcBef>
                <a:spcPts val="0"/>
              </a:spcBef>
              <a:spcAft>
                <a:spcPts val="0"/>
              </a:spcAft>
              <a:buClr>
                <a:schemeClr val="lt1"/>
              </a:buClr>
              <a:buSzPts val="800"/>
              <a:buFont typeface="Instrument Sans"/>
              <a:buChar char="■"/>
              <a:defRPr sz="800"/>
            </a:lvl3pPr>
            <a:lvl4pPr indent="-279400" lvl="3" marL="1828800" algn="l">
              <a:lnSpc>
                <a:spcPct val="115000"/>
              </a:lnSpc>
              <a:spcBef>
                <a:spcPts val="0"/>
              </a:spcBef>
              <a:spcAft>
                <a:spcPts val="0"/>
              </a:spcAft>
              <a:buClr>
                <a:schemeClr val="lt1"/>
              </a:buClr>
              <a:buSzPts val="800"/>
              <a:buFont typeface="Instrument Sans"/>
              <a:buChar char="●"/>
              <a:defRPr sz="800"/>
            </a:lvl4pPr>
            <a:lvl5pPr indent="-279400" lvl="4" marL="2286000" algn="l">
              <a:lnSpc>
                <a:spcPct val="115000"/>
              </a:lnSpc>
              <a:spcBef>
                <a:spcPts val="0"/>
              </a:spcBef>
              <a:spcAft>
                <a:spcPts val="0"/>
              </a:spcAft>
              <a:buClr>
                <a:schemeClr val="lt1"/>
              </a:buClr>
              <a:buSzPts val="800"/>
              <a:buFont typeface="Instrument Sans"/>
              <a:buChar char="○"/>
              <a:defRPr sz="800"/>
            </a:lvl5pPr>
            <a:lvl6pPr indent="-279400" lvl="5" marL="2743200" algn="l">
              <a:lnSpc>
                <a:spcPct val="115000"/>
              </a:lnSpc>
              <a:spcBef>
                <a:spcPts val="0"/>
              </a:spcBef>
              <a:spcAft>
                <a:spcPts val="0"/>
              </a:spcAft>
              <a:buClr>
                <a:schemeClr val="lt1"/>
              </a:buClr>
              <a:buSzPts val="800"/>
              <a:buFont typeface="Instrument Sans"/>
              <a:buChar char="■"/>
              <a:defRPr sz="800"/>
            </a:lvl6pPr>
            <a:lvl7pPr indent="-279400" lvl="6" marL="3200400" algn="l">
              <a:lnSpc>
                <a:spcPct val="115000"/>
              </a:lnSpc>
              <a:spcBef>
                <a:spcPts val="0"/>
              </a:spcBef>
              <a:spcAft>
                <a:spcPts val="0"/>
              </a:spcAft>
              <a:buClr>
                <a:schemeClr val="lt1"/>
              </a:buClr>
              <a:buSzPts val="800"/>
              <a:buFont typeface="Instrument Sans"/>
              <a:buChar char="●"/>
              <a:defRPr sz="800"/>
            </a:lvl7pPr>
            <a:lvl8pPr indent="-279400" lvl="7" marL="3657600" algn="l">
              <a:lnSpc>
                <a:spcPct val="115000"/>
              </a:lnSpc>
              <a:spcBef>
                <a:spcPts val="0"/>
              </a:spcBef>
              <a:spcAft>
                <a:spcPts val="0"/>
              </a:spcAft>
              <a:buClr>
                <a:schemeClr val="lt1"/>
              </a:buClr>
              <a:buSzPts val="800"/>
              <a:buFont typeface="Instrument Sans"/>
              <a:buChar char="○"/>
              <a:defRPr sz="800"/>
            </a:lvl8pPr>
            <a:lvl9pPr indent="-279400" lvl="8" marL="4114800" algn="l">
              <a:lnSpc>
                <a:spcPct val="115000"/>
              </a:lnSpc>
              <a:spcBef>
                <a:spcPts val="0"/>
              </a:spcBef>
              <a:spcAft>
                <a:spcPts val="0"/>
              </a:spcAft>
              <a:buClr>
                <a:schemeClr val="lt1"/>
              </a:buClr>
              <a:buSzPts val="800"/>
              <a:buFont typeface="Instrument Sans"/>
              <a:buChar char="■"/>
              <a:defRPr sz="800"/>
            </a:lvl9pPr>
          </a:lstStyle>
          <a:p/>
        </p:txBody>
      </p:sp>
      <p:sp>
        <p:nvSpPr>
          <p:cNvPr id="715" name="Google Shape;715;p82"/>
          <p:cNvSpPr txBox="1"/>
          <p:nvPr>
            <p:ph idx="7" type="subTitle"/>
          </p:nvPr>
        </p:nvSpPr>
        <p:spPr>
          <a:xfrm>
            <a:off x="3185700" y="3227500"/>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16" name="Google Shape;716;p82"/>
          <p:cNvSpPr txBox="1"/>
          <p:nvPr>
            <p:ph idx="8" type="subTitle"/>
          </p:nvPr>
        </p:nvSpPr>
        <p:spPr>
          <a:xfrm>
            <a:off x="3185700" y="3414229"/>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17" name="Google Shape;717;p82"/>
          <p:cNvSpPr txBox="1"/>
          <p:nvPr>
            <p:ph idx="9" type="body"/>
          </p:nvPr>
        </p:nvSpPr>
        <p:spPr>
          <a:xfrm>
            <a:off x="6086700" y="3703925"/>
            <a:ext cx="2772600" cy="695400"/>
          </a:xfrm>
          <a:prstGeom prst="rect">
            <a:avLst/>
          </a:prstGeom>
          <a:noFill/>
          <a:ln>
            <a:noFill/>
          </a:ln>
        </p:spPr>
        <p:txBody>
          <a:bodyPr anchorCtr="0" anchor="t" bIns="0" lIns="0" spcFirstLastPara="1" rIns="91425" wrap="square" tIns="0">
            <a:noAutofit/>
          </a:bodyPr>
          <a:lstStyle>
            <a:lvl1pPr indent="-279400" lvl="0" marL="457200" algn="l">
              <a:lnSpc>
                <a:spcPct val="115000"/>
              </a:lnSpc>
              <a:spcBef>
                <a:spcPts val="0"/>
              </a:spcBef>
              <a:spcAft>
                <a:spcPts val="0"/>
              </a:spcAft>
              <a:buClr>
                <a:schemeClr val="lt1"/>
              </a:buClr>
              <a:buSzPts val="800"/>
              <a:buFont typeface="Instrument Sans"/>
              <a:buChar char="●"/>
              <a:defRPr sz="800"/>
            </a:lvl1pPr>
            <a:lvl2pPr indent="-279400" lvl="1" marL="914400" algn="l">
              <a:lnSpc>
                <a:spcPct val="115000"/>
              </a:lnSpc>
              <a:spcBef>
                <a:spcPts val="0"/>
              </a:spcBef>
              <a:spcAft>
                <a:spcPts val="0"/>
              </a:spcAft>
              <a:buClr>
                <a:schemeClr val="lt1"/>
              </a:buClr>
              <a:buSzPts val="800"/>
              <a:buFont typeface="Instrument Sans"/>
              <a:buChar char="○"/>
              <a:defRPr sz="800"/>
            </a:lvl2pPr>
            <a:lvl3pPr indent="-279400" lvl="2" marL="1371600" algn="l">
              <a:lnSpc>
                <a:spcPct val="115000"/>
              </a:lnSpc>
              <a:spcBef>
                <a:spcPts val="0"/>
              </a:spcBef>
              <a:spcAft>
                <a:spcPts val="0"/>
              </a:spcAft>
              <a:buClr>
                <a:schemeClr val="lt1"/>
              </a:buClr>
              <a:buSzPts val="800"/>
              <a:buFont typeface="Instrument Sans"/>
              <a:buChar char="■"/>
              <a:defRPr sz="800"/>
            </a:lvl3pPr>
            <a:lvl4pPr indent="-279400" lvl="3" marL="1828800" algn="l">
              <a:lnSpc>
                <a:spcPct val="115000"/>
              </a:lnSpc>
              <a:spcBef>
                <a:spcPts val="0"/>
              </a:spcBef>
              <a:spcAft>
                <a:spcPts val="0"/>
              </a:spcAft>
              <a:buClr>
                <a:schemeClr val="lt1"/>
              </a:buClr>
              <a:buSzPts val="800"/>
              <a:buFont typeface="Instrument Sans"/>
              <a:buChar char="●"/>
              <a:defRPr sz="800"/>
            </a:lvl4pPr>
            <a:lvl5pPr indent="-279400" lvl="4" marL="2286000" algn="l">
              <a:lnSpc>
                <a:spcPct val="115000"/>
              </a:lnSpc>
              <a:spcBef>
                <a:spcPts val="0"/>
              </a:spcBef>
              <a:spcAft>
                <a:spcPts val="0"/>
              </a:spcAft>
              <a:buClr>
                <a:schemeClr val="lt1"/>
              </a:buClr>
              <a:buSzPts val="800"/>
              <a:buFont typeface="Instrument Sans"/>
              <a:buChar char="○"/>
              <a:defRPr sz="800"/>
            </a:lvl5pPr>
            <a:lvl6pPr indent="-279400" lvl="5" marL="2743200" algn="l">
              <a:lnSpc>
                <a:spcPct val="115000"/>
              </a:lnSpc>
              <a:spcBef>
                <a:spcPts val="0"/>
              </a:spcBef>
              <a:spcAft>
                <a:spcPts val="0"/>
              </a:spcAft>
              <a:buClr>
                <a:schemeClr val="lt1"/>
              </a:buClr>
              <a:buSzPts val="800"/>
              <a:buFont typeface="Instrument Sans"/>
              <a:buChar char="■"/>
              <a:defRPr sz="800"/>
            </a:lvl6pPr>
            <a:lvl7pPr indent="-279400" lvl="6" marL="3200400" algn="l">
              <a:lnSpc>
                <a:spcPct val="115000"/>
              </a:lnSpc>
              <a:spcBef>
                <a:spcPts val="0"/>
              </a:spcBef>
              <a:spcAft>
                <a:spcPts val="0"/>
              </a:spcAft>
              <a:buClr>
                <a:schemeClr val="lt1"/>
              </a:buClr>
              <a:buSzPts val="800"/>
              <a:buFont typeface="Instrument Sans"/>
              <a:buChar char="●"/>
              <a:defRPr sz="800"/>
            </a:lvl7pPr>
            <a:lvl8pPr indent="-279400" lvl="7" marL="3657600" algn="l">
              <a:lnSpc>
                <a:spcPct val="115000"/>
              </a:lnSpc>
              <a:spcBef>
                <a:spcPts val="0"/>
              </a:spcBef>
              <a:spcAft>
                <a:spcPts val="0"/>
              </a:spcAft>
              <a:buClr>
                <a:schemeClr val="lt1"/>
              </a:buClr>
              <a:buSzPts val="800"/>
              <a:buFont typeface="Instrument Sans"/>
              <a:buChar char="○"/>
              <a:defRPr sz="800"/>
            </a:lvl8pPr>
            <a:lvl9pPr indent="-279400" lvl="8" marL="4114800" algn="l">
              <a:lnSpc>
                <a:spcPct val="115000"/>
              </a:lnSpc>
              <a:spcBef>
                <a:spcPts val="0"/>
              </a:spcBef>
              <a:spcAft>
                <a:spcPts val="0"/>
              </a:spcAft>
              <a:buClr>
                <a:schemeClr val="lt1"/>
              </a:buClr>
              <a:buSzPts val="800"/>
              <a:buFont typeface="Instrument Sans"/>
              <a:buChar char="■"/>
              <a:defRPr sz="800"/>
            </a:lvl9pPr>
          </a:lstStyle>
          <a:p/>
        </p:txBody>
      </p:sp>
      <p:sp>
        <p:nvSpPr>
          <p:cNvPr id="718" name="Google Shape;718;p82"/>
          <p:cNvSpPr txBox="1"/>
          <p:nvPr>
            <p:ph idx="13" type="subTitle"/>
          </p:nvPr>
        </p:nvSpPr>
        <p:spPr>
          <a:xfrm>
            <a:off x="6086700" y="3227500"/>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19" name="Google Shape;719;p82"/>
          <p:cNvSpPr txBox="1"/>
          <p:nvPr>
            <p:ph idx="14" type="subTitle"/>
          </p:nvPr>
        </p:nvSpPr>
        <p:spPr>
          <a:xfrm>
            <a:off x="6086700" y="3414229"/>
            <a:ext cx="27726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cxnSp>
        <p:nvCxnSpPr>
          <p:cNvPr id="720" name="Google Shape;720;p82"/>
          <p:cNvCxnSpPr/>
          <p:nvPr/>
        </p:nvCxnSpPr>
        <p:spPr>
          <a:xfrm>
            <a:off x="306250" y="2632300"/>
            <a:ext cx="8545500" cy="0"/>
          </a:xfrm>
          <a:prstGeom prst="straightConnector1">
            <a:avLst/>
          </a:prstGeom>
          <a:noFill/>
          <a:ln cap="flat" cmpd="sng" w="9525">
            <a:solidFill>
              <a:schemeClr val="accent5"/>
            </a:solidFill>
            <a:prstDash val="solid"/>
            <a:round/>
            <a:headEnd len="sm" w="sm" type="none"/>
            <a:tailEnd len="sm" w="sm" type="none"/>
          </a:ln>
        </p:spPr>
      </p:cxnSp>
      <p:sp>
        <p:nvSpPr>
          <p:cNvPr id="721" name="Google Shape;721;p82"/>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3">
  <p:cSld name="BLANK_1_1_1_1_2_2_3_1_1">
    <p:bg>
      <p:bgPr>
        <a:solidFill>
          <a:schemeClr val="lt2"/>
        </a:solidFill>
      </p:bgPr>
    </p:bg>
    <p:spTree>
      <p:nvGrpSpPr>
        <p:cNvPr id="722" name="Shape 722"/>
        <p:cNvGrpSpPr/>
        <p:nvPr/>
      </p:nvGrpSpPr>
      <p:grpSpPr>
        <a:xfrm>
          <a:off x="0" y="0"/>
          <a:ext cx="0" cy="0"/>
          <a:chOff x="0" y="0"/>
          <a:chExt cx="0" cy="0"/>
        </a:xfrm>
      </p:grpSpPr>
      <p:sp>
        <p:nvSpPr>
          <p:cNvPr id="723" name="Google Shape;723;p83"/>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24" name="Google Shape;724;p83"/>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25" name="Google Shape;725;p8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726" name="Google Shape;726;p83"/>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727" name="Google Shape;727;p83"/>
          <p:cNvSpPr txBox="1"/>
          <p:nvPr>
            <p:ph idx="3" type="subTitle"/>
          </p:nvPr>
        </p:nvSpPr>
        <p:spPr>
          <a:xfrm>
            <a:off x="26235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28" name="Google Shape;728;p83"/>
          <p:cNvSpPr txBox="1"/>
          <p:nvPr>
            <p:ph idx="4" type="subTitle"/>
          </p:nvPr>
        </p:nvSpPr>
        <p:spPr>
          <a:xfrm>
            <a:off x="35191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29" name="Google Shape;729;p83"/>
          <p:cNvSpPr txBox="1"/>
          <p:nvPr>
            <p:ph idx="5" type="subTitle"/>
          </p:nvPr>
        </p:nvSpPr>
        <p:spPr>
          <a:xfrm>
            <a:off x="44147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30" name="Google Shape;730;p83"/>
          <p:cNvSpPr txBox="1"/>
          <p:nvPr>
            <p:ph idx="6" type="subTitle"/>
          </p:nvPr>
        </p:nvSpPr>
        <p:spPr>
          <a:xfrm>
            <a:off x="53103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31" name="Google Shape;731;p83"/>
          <p:cNvSpPr txBox="1"/>
          <p:nvPr>
            <p:ph idx="7" type="subTitle"/>
          </p:nvPr>
        </p:nvSpPr>
        <p:spPr>
          <a:xfrm>
            <a:off x="62059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32" name="Google Shape;732;p83"/>
          <p:cNvSpPr txBox="1"/>
          <p:nvPr>
            <p:ph idx="8" type="subTitle"/>
          </p:nvPr>
        </p:nvSpPr>
        <p:spPr>
          <a:xfrm>
            <a:off x="71015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33" name="Google Shape;733;p83"/>
          <p:cNvSpPr txBox="1"/>
          <p:nvPr>
            <p:ph idx="9" type="subTitle"/>
          </p:nvPr>
        </p:nvSpPr>
        <p:spPr>
          <a:xfrm>
            <a:off x="7997125" y="1305637"/>
            <a:ext cx="826500" cy="1296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sz="800">
                <a:solidFill>
                  <a:schemeClr val="accent5"/>
                </a:solidFill>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734" name="Google Shape;734;p83"/>
          <p:cNvSpPr txBox="1"/>
          <p:nvPr>
            <p:ph idx="13" type="subTitle"/>
          </p:nvPr>
        </p:nvSpPr>
        <p:spPr>
          <a:xfrm>
            <a:off x="430525" y="1551325"/>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35" name="Google Shape;735;p83"/>
          <p:cNvSpPr txBox="1"/>
          <p:nvPr>
            <p:ph idx="14" type="subTitle"/>
          </p:nvPr>
        </p:nvSpPr>
        <p:spPr>
          <a:xfrm>
            <a:off x="430525" y="1817255"/>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36" name="Google Shape;736;p83"/>
          <p:cNvSpPr txBox="1"/>
          <p:nvPr>
            <p:ph idx="15" type="subTitle"/>
          </p:nvPr>
        </p:nvSpPr>
        <p:spPr>
          <a:xfrm>
            <a:off x="430525" y="2083184"/>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37" name="Google Shape;737;p83"/>
          <p:cNvSpPr txBox="1"/>
          <p:nvPr>
            <p:ph idx="16" type="subTitle"/>
          </p:nvPr>
        </p:nvSpPr>
        <p:spPr>
          <a:xfrm>
            <a:off x="430525" y="2349114"/>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38" name="Google Shape;738;p83"/>
          <p:cNvSpPr txBox="1"/>
          <p:nvPr>
            <p:ph idx="17" type="subTitle"/>
          </p:nvPr>
        </p:nvSpPr>
        <p:spPr>
          <a:xfrm>
            <a:off x="430525" y="2615043"/>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39" name="Google Shape;739;p83"/>
          <p:cNvSpPr txBox="1"/>
          <p:nvPr>
            <p:ph idx="18" type="subTitle"/>
          </p:nvPr>
        </p:nvSpPr>
        <p:spPr>
          <a:xfrm>
            <a:off x="430525" y="2880973"/>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40" name="Google Shape;740;p83"/>
          <p:cNvSpPr txBox="1"/>
          <p:nvPr>
            <p:ph idx="19" type="subTitle"/>
          </p:nvPr>
        </p:nvSpPr>
        <p:spPr>
          <a:xfrm>
            <a:off x="430525" y="3146902"/>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41" name="Google Shape;741;p83"/>
          <p:cNvSpPr txBox="1"/>
          <p:nvPr>
            <p:ph idx="20" type="subTitle"/>
          </p:nvPr>
        </p:nvSpPr>
        <p:spPr>
          <a:xfrm>
            <a:off x="430525" y="3412832"/>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42" name="Google Shape;742;p83"/>
          <p:cNvSpPr txBox="1"/>
          <p:nvPr>
            <p:ph idx="21" type="subTitle"/>
          </p:nvPr>
        </p:nvSpPr>
        <p:spPr>
          <a:xfrm>
            <a:off x="430525" y="3678761"/>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43" name="Google Shape;743;p83"/>
          <p:cNvSpPr txBox="1"/>
          <p:nvPr>
            <p:ph idx="22" type="subTitle"/>
          </p:nvPr>
        </p:nvSpPr>
        <p:spPr>
          <a:xfrm>
            <a:off x="430525" y="3944691"/>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44" name="Google Shape;744;p83"/>
          <p:cNvSpPr txBox="1"/>
          <p:nvPr>
            <p:ph idx="23" type="subTitle"/>
          </p:nvPr>
        </p:nvSpPr>
        <p:spPr>
          <a:xfrm>
            <a:off x="430525" y="4210620"/>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45" name="Google Shape;745;p83"/>
          <p:cNvSpPr txBox="1"/>
          <p:nvPr>
            <p:ph idx="24" type="subTitle"/>
          </p:nvPr>
        </p:nvSpPr>
        <p:spPr>
          <a:xfrm>
            <a:off x="430525" y="4476550"/>
            <a:ext cx="2126400" cy="192000"/>
          </a:xfrm>
          <a:prstGeom prst="rect">
            <a:avLst/>
          </a:prstGeom>
          <a:noFill/>
          <a:ln>
            <a:noFill/>
          </a:ln>
        </p:spPr>
        <p:txBody>
          <a:bodyPr anchorCtr="0" anchor="t" bIns="0" lIns="0" spcFirstLastPara="1" rIns="91425" wrap="square" tIns="0">
            <a:noAutofit/>
          </a:bodyPr>
          <a:lstStyle>
            <a:lvl1pPr lvl="0" algn="l">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1">
  <p:cSld name="BLANK_1_1_1_1_2_2_2">
    <p:bg>
      <p:bgPr>
        <a:blipFill>
          <a:blip r:embed="rId2">
            <a:alphaModFix/>
          </a:blip>
          <a:stretch>
            <a:fillRect/>
          </a:stretch>
        </a:blipFill>
      </p:bgPr>
    </p:bg>
    <p:spTree>
      <p:nvGrpSpPr>
        <p:cNvPr id="746" name="Shape 746"/>
        <p:cNvGrpSpPr/>
        <p:nvPr/>
      </p:nvGrpSpPr>
      <p:grpSpPr>
        <a:xfrm>
          <a:off x="0" y="0"/>
          <a:ext cx="0" cy="0"/>
          <a:chOff x="0" y="0"/>
          <a:chExt cx="0" cy="0"/>
        </a:xfrm>
      </p:grpSpPr>
      <p:sp>
        <p:nvSpPr>
          <p:cNvPr id="747" name="Google Shape;747;p84"/>
          <p:cNvSpPr/>
          <p:nvPr>
            <p:ph idx="2" type="pic"/>
          </p:nvPr>
        </p:nvSpPr>
        <p:spPr>
          <a:xfrm>
            <a:off x="284700" y="1440150"/>
            <a:ext cx="605100" cy="1413900"/>
          </a:xfrm>
          <a:prstGeom prst="roundRect">
            <a:avLst>
              <a:gd fmla="val 50000" name="adj"/>
            </a:avLst>
          </a:prstGeom>
          <a:noFill/>
          <a:ln>
            <a:noFill/>
          </a:ln>
        </p:spPr>
      </p:sp>
      <p:sp>
        <p:nvSpPr>
          <p:cNvPr id="748" name="Google Shape;748;p84"/>
          <p:cNvSpPr/>
          <p:nvPr>
            <p:ph idx="3" type="pic"/>
          </p:nvPr>
        </p:nvSpPr>
        <p:spPr>
          <a:xfrm>
            <a:off x="1002300" y="1440150"/>
            <a:ext cx="2055000" cy="1413900"/>
          </a:xfrm>
          <a:prstGeom prst="roundRect">
            <a:avLst>
              <a:gd fmla="val 16960" name="adj"/>
            </a:avLst>
          </a:prstGeom>
          <a:noFill/>
          <a:ln>
            <a:noFill/>
          </a:ln>
        </p:spPr>
      </p:sp>
      <p:sp>
        <p:nvSpPr>
          <p:cNvPr id="749" name="Google Shape;749;p84"/>
          <p:cNvSpPr/>
          <p:nvPr>
            <p:ph idx="4" type="pic"/>
          </p:nvPr>
        </p:nvSpPr>
        <p:spPr>
          <a:xfrm>
            <a:off x="3185700" y="1440150"/>
            <a:ext cx="605100" cy="1413900"/>
          </a:xfrm>
          <a:prstGeom prst="roundRect">
            <a:avLst>
              <a:gd fmla="val 50000" name="adj"/>
            </a:avLst>
          </a:prstGeom>
          <a:noFill/>
          <a:ln>
            <a:noFill/>
          </a:ln>
        </p:spPr>
      </p:sp>
      <p:sp>
        <p:nvSpPr>
          <p:cNvPr id="750" name="Google Shape;750;p84"/>
          <p:cNvSpPr/>
          <p:nvPr>
            <p:ph idx="5" type="pic"/>
          </p:nvPr>
        </p:nvSpPr>
        <p:spPr>
          <a:xfrm>
            <a:off x="3903300" y="1440150"/>
            <a:ext cx="2055000" cy="1413900"/>
          </a:xfrm>
          <a:prstGeom prst="roundRect">
            <a:avLst>
              <a:gd fmla="val 16960" name="adj"/>
            </a:avLst>
          </a:prstGeom>
          <a:noFill/>
          <a:ln>
            <a:noFill/>
          </a:ln>
        </p:spPr>
      </p:sp>
      <p:sp>
        <p:nvSpPr>
          <p:cNvPr id="751" name="Google Shape;751;p84"/>
          <p:cNvSpPr/>
          <p:nvPr>
            <p:ph idx="6" type="pic"/>
          </p:nvPr>
        </p:nvSpPr>
        <p:spPr>
          <a:xfrm>
            <a:off x="6086700" y="1440150"/>
            <a:ext cx="605100" cy="1413900"/>
          </a:xfrm>
          <a:prstGeom prst="roundRect">
            <a:avLst>
              <a:gd fmla="val 50000" name="adj"/>
            </a:avLst>
          </a:prstGeom>
          <a:noFill/>
          <a:ln>
            <a:noFill/>
          </a:ln>
        </p:spPr>
      </p:sp>
      <p:sp>
        <p:nvSpPr>
          <p:cNvPr id="752" name="Google Shape;752;p84"/>
          <p:cNvSpPr/>
          <p:nvPr>
            <p:ph idx="7" type="pic"/>
          </p:nvPr>
        </p:nvSpPr>
        <p:spPr>
          <a:xfrm>
            <a:off x="6804300" y="1440150"/>
            <a:ext cx="2055000" cy="1413900"/>
          </a:xfrm>
          <a:prstGeom prst="roundRect">
            <a:avLst>
              <a:gd fmla="val 16960" name="adj"/>
            </a:avLst>
          </a:prstGeom>
          <a:noFill/>
          <a:ln>
            <a:noFill/>
          </a:ln>
        </p:spPr>
      </p:sp>
      <p:sp>
        <p:nvSpPr>
          <p:cNvPr id="753" name="Google Shape;753;p84"/>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754" name="Google Shape;754;p84"/>
          <p:cNvSpPr txBox="1"/>
          <p:nvPr>
            <p:ph idx="1" type="body"/>
          </p:nvPr>
        </p:nvSpPr>
        <p:spPr>
          <a:xfrm>
            <a:off x="284700" y="3817800"/>
            <a:ext cx="2772600" cy="1042200"/>
          </a:xfrm>
          <a:prstGeom prst="rect">
            <a:avLst/>
          </a:prstGeom>
          <a:noFill/>
          <a:ln>
            <a:noFill/>
          </a:ln>
        </p:spPr>
        <p:txBody>
          <a:bodyPr anchorCtr="0" anchor="t" bIns="0" lIns="0" spcFirstLastPara="1" rIns="91425" wrap="square" tIns="0">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755" name="Google Shape;755;p84"/>
          <p:cNvSpPr txBox="1"/>
          <p:nvPr>
            <p:ph idx="8" type="subTitle"/>
          </p:nvPr>
        </p:nvSpPr>
        <p:spPr>
          <a:xfrm>
            <a:off x="284700" y="3421198"/>
            <a:ext cx="2772600" cy="1968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56" name="Google Shape;756;p84"/>
          <p:cNvSpPr txBox="1"/>
          <p:nvPr>
            <p:ph idx="9"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57" name="Google Shape;757;p84"/>
          <p:cNvSpPr txBox="1"/>
          <p:nvPr>
            <p:ph idx="1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58" name="Google Shape;758;p8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759" name="Google Shape;759;p84"/>
          <p:cNvSpPr txBox="1"/>
          <p:nvPr>
            <p:ph idx="14" type="body"/>
          </p:nvPr>
        </p:nvSpPr>
        <p:spPr>
          <a:xfrm>
            <a:off x="3185700" y="3817800"/>
            <a:ext cx="2772600" cy="1042200"/>
          </a:xfrm>
          <a:prstGeom prst="rect">
            <a:avLst/>
          </a:prstGeom>
          <a:noFill/>
          <a:ln>
            <a:noFill/>
          </a:ln>
        </p:spPr>
        <p:txBody>
          <a:bodyPr anchorCtr="0" anchor="t" bIns="0" lIns="0"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60" name="Google Shape;760;p84"/>
          <p:cNvSpPr txBox="1"/>
          <p:nvPr>
            <p:ph idx="15" type="subTitle"/>
          </p:nvPr>
        </p:nvSpPr>
        <p:spPr>
          <a:xfrm>
            <a:off x="3185700" y="3421198"/>
            <a:ext cx="2772600" cy="1968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a:latin typeface="Instrument Sans Medium"/>
                <a:ea typeface="Instrument Sans Medium"/>
                <a:cs typeface="Instrument Sans Medium"/>
                <a:sym typeface="Instrument Sans Medium"/>
              </a:defRPr>
            </a:lvl1pPr>
            <a:lvl2pPr lvl="1"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761" name="Google Shape;761;p84"/>
          <p:cNvSpPr txBox="1"/>
          <p:nvPr>
            <p:ph idx="16" type="body"/>
          </p:nvPr>
        </p:nvSpPr>
        <p:spPr>
          <a:xfrm>
            <a:off x="6086700" y="3817800"/>
            <a:ext cx="2772600" cy="1042200"/>
          </a:xfrm>
          <a:prstGeom prst="rect">
            <a:avLst/>
          </a:prstGeom>
          <a:noFill/>
          <a:ln>
            <a:noFill/>
          </a:ln>
        </p:spPr>
        <p:txBody>
          <a:bodyPr anchorCtr="0" anchor="t" bIns="0" lIns="0" spcFirstLastPara="1" rIns="9142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62" name="Google Shape;762;p84"/>
          <p:cNvSpPr txBox="1"/>
          <p:nvPr>
            <p:ph idx="17" type="subTitle"/>
          </p:nvPr>
        </p:nvSpPr>
        <p:spPr>
          <a:xfrm>
            <a:off x="6086700" y="3421198"/>
            <a:ext cx="2772600" cy="1968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000"/>
              <a:buNone/>
              <a:defRPr>
                <a:latin typeface="Instrument Sans Medium"/>
                <a:ea typeface="Instrument Sans Medium"/>
                <a:cs typeface="Instrument Sans Medium"/>
                <a:sym typeface="Instrument Sans Medium"/>
              </a:defRPr>
            </a:lvl1pPr>
            <a:lvl2pPr lvl="1"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text and images">
  <p:cSld name="CUSTOM_15">
    <p:bg>
      <p:bgPr>
        <a:blipFill>
          <a:blip r:embed="rId2">
            <a:alphaModFix/>
          </a:blip>
          <a:stretch>
            <a:fillRect/>
          </a:stretch>
        </a:blipFill>
      </p:bgPr>
    </p:bg>
    <p:spTree>
      <p:nvGrpSpPr>
        <p:cNvPr id="763" name="Shape 763"/>
        <p:cNvGrpSpPr/>
        <p:nvPr/>
      </p:nvGrpSpPr>
      <p:grpSpPr>
        <a:xfrm>
          <a:off x="0" y="0"/>
          <a:ext cx="0" cy="0"/>
          <a:chOff x="0" y="0"/>
          <a:chExt cx="0" cy="0"/>
        </a:xfrm>
      </p:grpSpPr>
      <p:sp>
        <p:nvSpPr>
          <p:cNvPr id="764" name="Google Shape;764;p85"/>
          <p:cNvSpPr/>
          <p:nvPr>
            <p:ph idx="2" type="pic"/>
          </p:nvPr>
        </p:nvSpPr>
        <p:spPr>
          <a:xfrm>
            <a:off x="284700" y="2901150"/>
            <a:ext cx="2772600" cy="1770900"/>
          </a:xfrm>
          <a:prstGeom prst="roundRect">
            <a:avLst>
              <a:gd fmla="val 16667" name="adj"/>
            </a:avLst>
          </a:prstGeom>
          <a:noFill/>
          <a:ln>
            <a:noFill/>
          </a:ln>
        </p:spPr>
      </p:sp>
      <p:sp>
        <p:nvSpPr>
          <p:cNvPr id="765" name="Google Shape;765;p85"/>
          <p:cNvSpPr/>
          <p:nvPr>
            <p:ph idx="3" type="pic"/>
          </p:nvPr>
        </p:nvSpPr>
        <p:spPr>
          <a:xfrm>
            <a:off x="3185800" y="2901150"/>
            <a:ext cx="2772600" cy="1770900"/>
          </a:xfrm>
          <a:prstGeom prst="roundRect">
            <a:avLst>
              <a:gd fmla="val 16667" name="adj"/>
            </a:avLst>
          </a:prstGeom>
          <a:noFill/>
          <a:ln>
            <a:noFill/>
          </a:ln>
        </p:spPr>
      </p:sp>
      <p:sp>
        <p:nvSpPr>
          <p:cNvPr id="766" name="Google Shape;766;p85"/>
          <p:cNvSpPr/>
          <p:nvPr>
            <p:ph idx="4" type="pic"/>
          </p:nvPr>
        </p:nvSpPr>
        <p:spPr>
          <a:xfrm>
            <a:off x="3185800" y="1440150"/>
            <a:ext cx="2772600" cy="1347600"/>
          </a:xfrm>
          <a:prstGeom prst="roundRect">
            <a:avLst>
              <a:gd fmla="val 16667" name="adj"/>
            </a:avLst>
          </a:prstGeom>
          <a:noFill/>
          <a:ln>
            <a:noFill/>
          </a:ln>
        </p:spPr>
      </p:sp>
      <p:sp>
        <p:nvSpPr>
          <p:cNvPr id="767" name="Google Shape;767;p85"/>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68" name="Google Shape;768;p85"/>
          <p:cNvSpPr txBox="1"/>
          <p:nvPr>
            <p:ph idx="5"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69" name="Google Shape;769;p85"/>
          <p:cNvSpPr txBox="1"/>
          <p:nvPr>
            <p:ph idx="6" type="body"/>
          </p:nvPr>
        </p:nvSpPr>
        <p:spPr>
          <a:xfrm>
            <a:off x="284700" y="1440225"/>
            <a:ext cx="2772600" cy="965400"/>
          </a:xfrm>
          <a:prstGeom prst="rect">
            <a:avLst/>
          </a:prstGeom>
          <a:noFill/>
          <a:ln>
            <a:noFill/>
          </a:ln>
        </p:spPr>
        <p:txBody>
          <a:bodyPr anchorCtr="0" anchor="t" bIns="0" lIns="0" spcFirstLastPara="1" rIns="91425" wrap="square" tIns="0">
            <a:noAutofit/>
          </a:bodyPr>
          <a:lstStyle>
            <a:lvl1pPr indent="-292100" lvl="0" marL="457200" algn="l">
              <a:lnSpc>
                <a:spcPct val="115000"/>
              </a:lnSpc>
              <a:spcBef>
                <a:spcPts val="0"/>
              </a:spcBef>
              <a:spcAft>
                <a:spcPts val="0"/>
              </a:spcAft>
              <a:buSzPts val="1000"/>
              <a:buFont typeface="Instrument Sans"/>
              <a:buChar char="●"/>
              <a:defRPr/>
            </a:lvl1pPr>
            <a:lvl2pPr indent="-292100" lvl="1" marL="914400" algn="l">
              <a:lnSpc>
                <a:spcPct val="115000"/>
              </a:lnSpc>
              <a:spcBef>
                <a:spcPts val="0"/>
              </a:spcBef>
              <a:spcAft>
                <a:spcPts val="0"/>
              </a:spcAft>
              <a:buSzPts val="1000"/>
              <a:buFont typeface="Instrument Sans"/>
              <a:buChar char="○"/>
              <a:defRPr/>
            </a:lvl2pPr>
            <a:lvl3pPr indent="-292100" lvl="2" marL="1371600" algn="l">
              <a:lnSpc>
                <a:spcPct val="115000"/>
              </a:lnSpc>
              <a:spcBef>
                <a:spcPts val="0"/>
              </a:spcBef>
              <a:spcAft>
                <a:spcPts val="0"/>
              </a:spcAft>
              <a:buSzPts val="1000"/>
              <a:buFont typeface="Instrument Sans"/>
              <a:buChar char="■"/>
              <a:defRPr/>
            </a:lvl3pPr>
            <a:lvl4pPr indent="-292100" lvl="3" marL="1828800" algn="l">
              <a:lnSpc>
                <a:spcPct val="115000"/>
              </a:lnSpc>
              <a:spcBef>
                <a:spcPts val="0"/>
              </a:spcBef>
              <a:spcAft>
                <a:spcPts val="0"/>
              </a:spcAft>
              <a:buSzPts val="1000"/>
              <a:buFont typeface="Instrument Sans"/>
              <a:buChar char="●"/>
              <a:defRPr/>
            </a:lvl4pPr>
            <a:lvl5pPr indent="-292100" lvl="4" marL="2286000" algn="l">
              <a:lnSpc>
                <a:spcPct val="115000"/>
              </a:lnSpc>
              <a:spcBef>
                <a:spcPts val="0"/>
              </a:spcBef>
              <a:spcAft>
                <a:spcPts val="0"/>
              </a:spcAft>
              <a:buSzPts val="1000"/>
              <a:buFont typeface="Instrument Sans"/>
              <a:buChar char="○"/>
              <a:defRPr/>
            </a:lvl5pPr>
            <a:lvl6pPr indent="-292100" lvl="5" marL="2743200" algn="l">
              <a:lnSpc>
                <a:spcPct val="115000"/>
              </a:lnSpc>
              <a:spcBef>
                <a:spcPts val="0"/>
              </a:spcBef>
              <a:spcAft>
                <a:spcPts val="0"/>
              </a:spcAft>
              <a:buSzPts val="1000"/>
              <a:buFont typeface="Instrument Sans"/>
              <a:buChar char="■"/>
              <a:defRPr/>
            </a:lvl6pPr>
            <a:lvl7pPr indent="-292100" lvl="6" marL="3200400" algn="l">
              <a:lnSpc>
                <a:spcPct val="115000"/>
              </a:lnSpc>
              <a:spcBef>
                <a:spcPts val="0"/>
              </a:spcBef>
              <a:spcAft>
                <a:spcPts val="0"/>
              </a:spcAft>
              <a:buSzPts val="1000"/>
              <a:buFont typeface="Instrument Sans"/>
              <a:buChar char="●"/>
              <a:defRPr/>
            </a:lvl7pPr>
            <a:lvl8pPr indent="-292100" lvl="7" marL="3657600" algn="l">
              <a:lnSpc>
                <a:spcPct val="115000"/>
              </a:lnSpc>
              <a:spcBef>
                <a:spcPts val="0"/>
              </a:spcBef>
              <a:spcAft>
                <a:spcPts val="0"/>
              </a:spcAft>
              <a:buSzPts val="1000"/>
              <a:buFont typeface="Instrument Sans"/>
              <a:buChar char="○"/>
              <a:defRPr/>
            </a:lvl8pPr>
            <a:lvl9pPr indent="-292100" lvl="8" marL="4114800" algn="l">
              <a:lnSpc>
                <a:spcPct val="115000"/>
              </a:lnSpc>
              <a:spcBef>
                <a:spcPts val="0"/>
              </a:spcBef>
              <a:spcAft>
                <a:spcPts val="0"/>
              </a:spcAft>
              <a:buSzPts val="1000"/>
              <a:buFont typeface="Instrument Sans"/>
              <a:buChar char="■"/>
              <a:defRPr/>
            </a:lvl9pPr>
          </a:lstStyle>
          <a:p/>
        </p:txBody>
      </p:sp>
      <p:sp>
        <p:nvSpPr>
          <p:cNvPr id="770" name="Google Shape;770;p85"/>
          <p:cNvSpPr txBox="1"/>
          <p:nvPr>
            <p:ph idx="7" type="body"/>
          </p:nvPr>
        </p:nvSpPr>
        <p:spPr>
          <a:xfrm>
            <a:off x="6086900" y="3095300"/>
            <a:ext cx="2772600" cy="6555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71" name="Google Shape;771;p85"/>
          <p:cNvSpPr txBox="1"/>
          <p:nvPr>
            <p:ph type="title"/>
          </p:nvPr>
        </p:nvSpPr>
        <p:spPr>
          <a:xfrm>
            <a:off x="284700" y="474750"/>
            <a:ext cx="5673600" cy="498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2pPr>
            <a:lvl3pPr lvl="2"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3pPr>
            <a:lvl4pPr lvl="3"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4pPr>
            <a:lvl5pPr lvl="4"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5pPr>
            <a:lvl6pPr lvl="5"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6pPr>
            <a:lvl7pPr lvl="6"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7pPr>
            <a:lvl8pPr lvl="7"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8pPr>
            <a:lvl9pPr lvl="8" algn="l">
              <a:lnSpc>
                <a:spcPct val="115000"/>
              </a:lnSpc>
              <a:spcBef>
                <a:spcPts val="0"/>
              </a:spcBef>
              <a:spcAft>
                <a:spcPts val="0"/>
              </a:spcAft>
              <a:buSzPts val="2400"/>
              <a:buNone/>
              <a:defRPr sz="2400">
                <a:latin typeface="Instrument Sans Medium"/>
                <a:ea typeface="Instrument Sans Medium"/>
                <a:cs typeface="Instrument Sans Medium"/>
                <a:sym typeface="Instrument Sans Medium"/>
              </a:defRPr>
            </a:lvl9pPr>
          </a:lstStyle>
          <a:p/>
        </p:txBody>
      </p:sp>
      <p:sp>
        <p:nvSpPr>
          <p:cNvPr id="772" name="Google Shape;772;p85"/>
          <p:cNvSpPr txBox="1"/>
          <p:nvPr>
            <p:ph idx="8" type="subTitle"/>
          </p:nvPr>
        </p:nvSpPr>
        <p:spPr>
          <a:xfrm>
            <a:off x="6084175" y="2787750"/>
            <a:ext cx="2772600" cy="192000"/>
          </a:xfrm>
          <a:prstGeom prst="rect">
            <a:avLst/>
          </a:prstGeom>
          <a:noFill/>
          <a:ln>
            <a:noFill/>
          </a:ln>
        </p:spPr>
        <p:txBody>
          <a:bodyPr anchorCtr="0" anchor="t" bIns="0" lIns="182875" spcFirstLastPara="1" rIns="182875" wrap="square" tIns="0">
            <a:noAutofit/>
          </a:bodyPr>
          <a:lstStyle>
            <a:lvl1pPr lvl="0"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1pPr>
            <a:lvl2pPr lvl="1"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2pPr>
            <a:lvl3pPr lvl="2"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3pPr>
            <a:lvl4pPr lvl="3"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4pPr>
            <a:lvl5pPr lvl="4"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5pPr>
            <a:lvl6pPr lvl="5"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6pPr>
            <a:lvl7pPr lvl="6"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7pPr>
            <a:lvl8pPr lvl="7"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8pPr>
            <a:lvl9pPr lvl="8" algn="l">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left box">
  <p:cSld name="BLANK_1_1_1_1_1_1_1_1_1_1_1_1_1_1_1_1_1_1_1_1_2">
    <p:spTree>
      <p:nvGrpSpPr>
        <p:cNvPr id="773" name="Shape 773"/>
        <p:cNvGrpSpPr/>
        <p:nvPr/>
      </p:nvGrpSpPr>
      <p:grpSpPr>
        <a:xfrm>
          <a:off x="0" y="0"/>
          <a:ext cx="0" cy="0"/>
          <a:chOff x="0" y="0"/>
          <a:chExt cx="0" cy="0"/>
        </a:xfrm>
      </p:grpSpPr>
      <p:sp>
        <p:nvSpPr>
          <p:cNvPr id="774" name="Google Shape;774;p86"/>
          <p:cNvSpPr/>
          <p:nvPr>
            <p:ph idx="2" type="pic"/>
          </p:nvPr>
        </p:nvSpPr>
        <p:spPr>
          <a:xfrm>
            <a:off x="-10475" y="0"/>
            <a:ext cx="9167700" cy="5143500"/>
          </a:xfrm>
          <a:prstGeom prst="rect">
            <a:avLst/>
          </a:prstGeom>
          <a:noFill/>
          <a:ln>
            <a:noFill/>
          </a:ln>
        </p:spPr>
      </p:sp>
      <p:sp>
        <p:nvSpPr>
          <p:cNvPr id="775" name="Google Shape;775;p86"/>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76" name="Google Shape;776;p86"/>
          <p:cNvSpPr txBox="1"/>
          <p:nvPr>
            <p:ph idx="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77" name="Google Shape;777;p86"/>
          <p:cNvSpPr txBox="1"/>
          <p:nvPr>
            <p:ph idx="4" type="body"/>
          </p:nvPr>
        </p:nvSpPr>
        <p:spPr>
          <a:xfrm>
            <a:off x="284800" y="3713250"/>
            <a:ext cx="4227300" cy="955200"/>
          </a:xfrm>
          <a:prstGeom prst="rect">
            <a:avLst/>
          </a:prstGeom>
          <a:noFill/>
          <a:ln>
            <a:noFill/>
          </a:ln>
        </p:spPr>
        <p:txBody>
          <a:bodyPr anchorCtr="0" anchor="b" bIns="182875"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78" name="Google Shape;778;p86"/>
          <p:cNvSpPr txBox="1"/>
          <p:nvPr>
            <p:ph type="title"/>
          </p:nvPr>
        </p:nvSpPr>
        <p:spPr>
          <a:xfrm>
            <a:off x="284700" y="474750"/>
            <a:ext cx="4227300" cy="96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vl2pPr>
            <a:lvl3pPr lvl="2" algn="l">
              <a:lnSpc>
                <a:spcPct val="115000"/>
              </a:lnSpc>
              <a:spcBef>
                <a:spcPts val="0"/>
              </a:spcBef>
              <a:spcAft>
                <a:spcPts val="0"/>
              </a:spcAft>
              <a:buSzPts val="2400"/>
              <a:buNone/>
              <a:defRPr sz="2400"/>
            </a:lvl3pPr>
            <a:lvl4pPr lvl="3" algn="l">
              <a:lnSpc>
                <a:spcPct val="115000"/>
              </a:lnSpc>
              <a:spcBef>
                <a:spcPts val="0"/>
              </a:spcBef>
              <a:spcAft>
                <a:spcPts val="0"/>
              </a:spcAft>
              <a:buSzPts val="2400"/>
              <a:buNone/>
              <a:defRPr sz="2400"/>
            </a:lvl4pPr>
            <a:lvl5pPr lvl="4" algn="l">
              <a:lnSpc>
                <a:spcPct val="115000"/>
              </a:lnSpc>
              <a:spcBef>
                <a:spcPts val="0"/>
              </a:spcBef>
              <a:spcAft>
                <a:spcPts val="0"/>
              </a:spcAft>
              <a:buSzPts val="2400"/>
              <a:buNone/>
              <a:defRPr sz="2400"/>
            </a:lvl5pPr>
            <a:lvl6pPr lvl="5" algn="l">
              <a:lnSpc>
                <a:spcPct val="115000"/>
              </a:lnSpc>
              <a:spcBef>
                <a:spcPts val="0"/>
              </a:spcBef>
              <a:spcAft>
                <a:spcPts val="0"/>
              </a:spcAft>
              <a:buSzPts val="2400"/>
              <a:buNone/>
              <a:defRPr sz="2400"/>
            </a:lvl6pPr>
            <a:lvl7pPr lvl="6" algn="l">
              <a:lnSpc>
                <a:spcPct val="115000"/>
              </a:lnSpc>
              <a:spcBef>
                <a:spcPts val="0"/>
              </a:spcBef>
              <a:spcAft>
                <a:spcPts val="0"/>
              </a:spcAft>
              <a:buSzPts val="2400"/>
              <a:buNone/>
              <a:defRPr sz="2400"/>
            </a:lvl7pPr>
            <a:lvl8pPr lvl="7" algn="l">
              <a:lnSpc>
                <a:spcPct val="115000"/>
              </a:lnSpc>
              <a:spcBef>
                <a:spcPts val="0"/>
              </a:spcBef>
              <a:spcAft>
                <a:spcPts val="0"/>
              </a:spcAft>
              <a:buSzPts val="2400"/>
              <a:buNone/>
              <a:defRPr sz="2400"/>
            </a:lvl8pPr>
            <a:lvl9pPr lvl="8" algn="l">
              <a:lnSpc>
                <a:spcPct val="115000"/>
              </a:lnSpc>
              <a:spcBef>
                <a:spcPts val="0"/>
              </a:spcBef>
              <a:spcAft>
                <a:spcPts val="0"/>
              </a:spcAft>
              <a:buSzPts val="2400"/>
              <a:buNone/>
              <a:defRPr sz="2400"/>
            </a:lvl9pPr>
          </a:lstStyle>
          <a:p/>
        </p:txBody>
      </p:sp>
      <p:sp>
        <p:nvSpPr>
          <p:cNvPr id="779" name="Google Shape;779;p8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right box ">
  <p:cSld name="BLANK_1_1_1_1_1_1_1_1_1_1_1_1_1_1_1_1_1_1_1_1_2_1">
    <p:spTree>
      <p:nvGrpSpPr>
        <p:cNvPr id="780" name="Shape 780"/>
        <p:cNvGrpSpPr/>
        <p:nvPr/>
      </p:nvGrpSpPr>
      <p:grpSpPr>
        <a:xfrm>
          <a:off x="0" y="0"/>
          <a:ext cx="0" cy="0"/>
          <a:chOff x="0" y="0"/>
          <a:chExt cx="0" cy="0"/>
        </a:xfrm>
      </p:grpSpPr>
      <p:sp>
        <p:nvSpPr>
          <p:cNvPr id="781" name="Google Shape;781;p87"/>
          <p:cNvSpPr/>
          <p:nvPr>
            <p:ph idx="2" type="pic"/>
          </p:nvPr>
        </p:nvSpPr>
        <p:spPr>
          <a:xfrm>
            <a:off x="-10475" y="0"/>
            <a:ext cx="9167700" cy="5143500"/>
          </a:xfrm>
          <a:prstGeom prst="rect">
            <a:avLst/>
          </a:prstGeom>
          <a:noFill/>
          <a:ln>
            <a:noFill/>
          </a:ln>
        </p:spPr>
      </p:sp>
      <p:sp>
        <p:nvSpPr>
          <p:cNvPr id="782" name="Google Shape;782;p87"/>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83" name="Google Shape;783;p87"/>
          <p:cNvSpPr txBox="1"/>
          <p:nvPr>
            <p:ph idx="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84" name="Google Shape;784;p87"/>
          <p:cNvSpPr txBox="1"/>
          <p:nvPr>
            <p:ph idx="4" type="body"/>
          </p:nvPr>
        </p:nvSpPr>
        <p:spPr>
          <a:xfrm>
            <a:off x="5078626" y="3728550"/>
            <a:ext cx="3767400" cy="941700"/>
          </a:xfrm>
          <a:prstGeom prst="rect">
            <a:avLst/>
          </a:prstGeom>
          <a:noFill/>
          <a:ln>
            <a:noFill/>
          </a:ln>
        </p:spPr>
        <p:txBody>
          <a:bodyPr anchorCtr="0" anchor="b" bIns="182875"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85" name="Google Shape;785;p87"/>
          <p:cNvSpPr txBox="1"/>
          <p:nvPr>
            <p:ph type="title"/>
          </p:nvPr>
        </p:nvSpPr>
        <p:spPr>
          <a:xfrm>
            <a:off x="284700" y="474750"/>
            <a:ext cx="4344900" cy="96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vl2pPr>
            <a:lvl3pPr lvl="2" algn="l">
              <a:lnSpc>
                <a:spcPct val="115000"/>
              </a:lnSpc>
              <a:spcBef>
                <a:spcPts val="0"/>
              </a:spcBef>
              <a:spcAft>
                <a:spcPts val="0"/>
              </a:spcAft>
              <a:buSzPts val="2400"/>
              <a:buNone/>
              <a:defRPr sz="2400"/>
            </a:lvl3pPr>
            <a:lvl4pPr lvl="3" algn="l">
              <a:lnSpc>
                <a:spcPct val="115000"/>
              </a:lnSpc>
              <a:spcBef>
                <a:spcPts val="0"/>
              </a:spcBef>
              <a:spcAft>
                <a:spcPts val="0"/>
              </a:spcAft>
              <a:buSzPts val="2400"/>
              <a:buNone/>
              <a:defRPr sz="2400"/>
            </a:lvl4pPr>
            <a:lvl5pPr lvl="4" algn="l">
              <a:lnSpc>
                <a:spcPct val="115000"/>
              </a:lnSpc>
              <a:spcBef>
                <a:spcPts val="0"/>
              </a:spcBef>
              <a:spcAft>
                <a:spcPts val="0"/>
              </a:spcAft>
              <a:buSzPts val="2400"/>
              <a:buNone/>
              <a:defRPr sz="2400"/>
            </a:lvl5pPr>
            <a:lvl6pPr lvl="5" algn="l">
              <a:lnSpc>
                <a:spcPct val="115000"/>
              </a:lnSpc>
              <a:spcBef>
                <a:spcPts val="0"/>
              </a:spcBef>
              <a:spcAft>
                <a:spcPts val="0"/>
              </a:spcAft>
              <a:buSzPts val="2400"/>
              <a:buNone/>
              <a:defRPr sz="2400"/>
            </a:lvl6pPr>
            <a:lvl7pPr lvl="6" algn="l">
              <a:lnSpc>
                <a:spcPct val="115000"/>
              </a:lnSpc>
              <a:spcBef>
                <a:spcPts val="0"/>
              </a:spcBef>
              <a:spcAft>
                <a:spcPts val="0"/>
              </a:spcAft>
              <a:buSzPts val="2400"/>
              <a:buNone/>
              <a:defRPr sz="2400"/>
            </a:lvl7pPr>
            <a:lvl8pPr lvl="7" algn="l">
              <a:lnSpc>
                <a:spcPct val="115000"/>
              </a:lnSpc>
              <a:spcBef>
                <a:spcPts val="0"/>
              </a:spcBef>
              <a:spcAft>
                <a:spcPts val="0"/>
              </a:spcAft>
              <a:buSzPts val="2400"/>
              <a:buNone/>
              <a:defRPr sz="2400"/>
            </a:lvl8pPr>
            <a:lvl9pPr lvl="8" algn="l">
              <a:lnSpc>
                <a:spcPct val="115000"/>
              </a:lnSpc>
              <a:spcBef>
                <a:spcPts val="0"/>
              </a:spcBef>
              <a:spcAft>
                <a:spcPts val="0"/>
              </a:spcAft>
              <a:buSzPts val="2400"/>
              <a:buNone/>
              <a:defRPr sz="2400"/>
            </a:lvl9pPr>
          </a:lstStyle>
          <a:p/>
        </p:txBody>
      </p:sp>
      <p:sp>
        <p:nvSpPr>
          <p:cNvPr id="786" name="Google Shape;786;p8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images and blocks">
  <p:cSld name="CUSTOM_7">
    <p:bg>
      <p:bgPr>
        <a:blipFill>
          <a:blip r:embed="rId2">
            <a:alphaModFix/>
          </a:blip>
          <a:stretch>
            <a:fillRect/>
          </a:stretch>
        </a:blipFill>
      </p:bgPr>
    </p:bg>
    <p:spTree>
      <p:nvGrpSpPr>
        <p:cNvPr id="787" name="Shape 787"/>
        <p:cNvGrpSpPr/>
        <p:nvPr/>
      </p:nvGrpSpPr>
      <p:grpSpPr>
        <a:xfrm>
          <a:off x="0" y="0"/>
          <a:ext cx="0" cy="0"/>
          <a:chOff x="0" y="0"/>
          <a:chExt cx="0" cy="0"/>
        </a:xfrm>
      </p:grpSpPr>
      <p:sp>
        <p:nvSpPr>
          <p:cNvPr id="788" name="Google Shape;788;p8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789" name="Google Shape;789;p88"/>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90" name="Google Shape;790;p88"/>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791" name="Google Shape;791;p88"/>
          <p:cNvSpPr txBox="1"/>
          <p:nvPr>
            <p:ph idx="3" type="body"/>
          </p:nvPr>
        </p:nvSpPr>
        <p:spPr>
          <a:xfrm>
            <a:off x="284700" y="1862325"/>
            <a:ext cx="4219200" cy="512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92" name="Google Shape;792;p88"/>
          <p:cNvSpPr/>
          <p:nvPr>
            <p:ph idx="4" type="pic"/>
          </p:nvPr>
        </p:nvSpPr>
        <p:spPr>
          <a:xfrm>
            <a:off x="4623425" y="672675"/>
            <a:ext cx="4247100" cy="1839300"/>
          </a:xfrm>
          <a:prstGeom prst="roundRect">
            <a:avLst>
              <a:gd fmla="val 14674" name="adj"/>
            </a:avLst>
          </a:prstGeom>
          <a:noFill/>
          <a:ln>
            <a:noFill/>
          </a:ln>
        </p:spPr>
      </p:sp>
      <p:sp>
        <p:nvSpPr>
          <p:cNvPr id="793" name="Google Shape;793;p88"/>
          <p:cNvSpPr/>
          <p:nvPr>
            <p:ph idx="5" type="pic"/>
          </p:nvPr>
        </p:nvSpPr>
        <p:spPr>
          <a:xfrm>
            <a:off x="4623425" y="2629425"/>
            <a:ext cx="4227600" cy="1074000"/>
          </a:xfrm>
          <a:prstGeom prst="roundRect">
            <a:avLst>
              <a:gd fmla="val 50000" name="adj"/>
            </a:avLst>
          </a:prstGeom>
          <a:noFill/>
          <a:ln>
            <a:noFill/>
          </a:ln>
        </p:spPr>
      </p:sp>
      <p:sp>
        <p:nvSpPr>
          <p:cNvPr id="794" name="Google Shape;794;p88"/>
          <p:cNvSpPr txBox="1"/>
          <p:nvPr>
            <p:ph idx="6" type="body"/>
          </p:nvPr>
        </p:nvSpPr>
        <p:spPr>
          <a:xfrm>
            <a:off x="4627625" y="4055988"/>
            <a:ext cx="4219200" cy="612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SzPts val="1000"/>
              <a:buFont typeface="Instrument Sans"/>
              <a:buChar char="●"/>
              <a:defRPr/>
            </a:lvl1pPr>
            <a:lvl2pPr indent="-292100" lvl="1" marL="914400" algn="l">
              <a:lnSpc>
                <a:spcPct val="115000"/>
              </a:lnSpc>
              <a:spcBef>
                <a:spcPts val="800"/>
              </a:spcBef>
              <a:spcAft>
                <a:spcPts val="0"/>
              </a:spcAft>
              <a:buSzPts val="1000"/>
              <a:buFont typeface="Instrument Sans"/>
              <a:buChar char="○"/>
              <a:defRPr/>
            </a:lvl2pPr>
            <a:lvl3pPr indent="-292100" lvl="2" marL="1371600" algn="l">
              <a:lnSpc>
                <a:spcPct val="115000"/>
              </a:lnSpc>
              <a:spcBef>
                <a:spcPts val="800"/>
              </a:spcBef>
              <a:spcAft>
                <a:spcPts val="0"/>
              </a:spcAft>
              <a:buSzPts val="1000"/>
              <a:buFont typeface="Instrument Sans"/>
              <a:buChar char="■"/>
              <a:defRPr/>
            </a:lvl3pPr>
            <a:lvl4pPr indent="-292100" lvl="3" marL="1828800" algn="l">
              <a:lnSpc>
                <a:spcPct val="115000"/>
              </a:lnSpc>
              <a:spcBef>
                <a:spcPts val="800"/>
              </a:spcBef>
              <a:spcAft>
                <a:spcPts val="0"/>
              </a:spcAft>
              <a:buSzPts val="1000"/>
              <a:buFont typeface="Instrument Sans"/>
              <a:buChar char="●"/>
              <a:defRPr/>
            </a:lvl4pPr>
            <a:lvl5pPr indent="-292100" lvl="4" marL="2286000" algn="l">
              <a:lnSpc>
                <a:spcPct val="115000"/>
              </a:lnSpc>
              <a:spcBef>
                <a:spcPts val="800"/>
              </a:spcBef>
              <a:spcAft>
                <a:spcPts val="0"/>
              </a:spcAft>
              <a:buSzPts val="1000"/>
              <a:buFont typeface="Instrument Sans"/>
              <a:buChar char="○"/>
              <a:defRPr/>
            </a:lvl5pPr>
            <a:lvl6pPr indent="-292100" lvl="5" marL="2743200" algn="l">
              <a:lnSpc>
                <a:spcPct val="115000"/>
              </a:lnSpc>
              <a:spcBef>
                <a:spcPts val="800"/>
              </a:spcBef>
              <a:spcAft>
                <a:spcPts val="0"/>
              </a:spcAft>
              <a:buSzPts val="1000"/>
              <a:buFont typeface="Instrument Sans"/>
              <a:buChar char="■"/>
              <a:defRPr/>
            </a:lvl6pPr>
            <a:lvl7pPr indent="-292100" lvl="6" marL="3200400" algn="l">
              <a:lnSpc>
                <a:spcPct val="115000"/>
              </a:lnSpc>
              <a:spcBef>
                <a:spcPts val="800"/>
              </a:spcBef>
              <a:spcAft>
                <a:spcPts val="0"/>
              </a:spcAft>
              <a:buSzPts val="1000"/>
              <a:buFont typeface="Instrument Sans"/>
              <a:buChar char="●"/>
              <a:defRPr/>
            </a:lvl7pPr>
            <a:lvl8pPr indent="-292100" lvl="7" marL="3657600" algn="l">
              <a:lnSpc>
                <a:spcPct val="115000"/>
              </a:lnSpc>
              <a:spcBef>
                <a:spcPts val="800"/>
              </a:spcBef>
              <a:spcAft>
                <a:spcPts val="0"/>
              </a:spcAft>
              <a:buSzPts val="1000"/>
              <a:buFont typeface="Instrument Sans"/>
              <a:buChar char="○"/>
              <a:defRPr/>
            </a:lvl8pPr>
            <a:lvl9pPr indent="-292100" lvl="8" marL="4114800" algn="l">
              <a:lnSpc>
                <a:spcPct val="115000"/>
              </a:lnSpc>
              <a:spcBef>
                <a:spcPts val="800"/>
              </a:spcBef>
              <a:spcAft>
                <a:spcPts val="800"/>
              </a:spcAft>
              <a:buSzPts val="1000"/>
              <a:buFont typeface="Instrument Sans"/>
              <a:buChar char="■"/>
              <a:defRPr/>
            </a:lvl9pPr>
          </a:lstStyle>
          <a:p/>
        </p:txBody>
      </p:sp>
      <p:sp>
        <p:nvSpPr>
          <p:cNvPr id="795" name="Google Shape;795;p88"/>
          <p:cNvSpPr txBox="1"/>
          <p:nvPr>
            <p:ph idx="7" type="body"/>
          </p:nvPr>
        </p:nvSpPr>
        <p:spPr>
          <a:xfrm>
            <a:off x="2450475" y="3154450"/>
            <a:ext cx="2055000" cy="546000"/>
          </a:xfrm>
          <a:prstGeom prst="rect">
            <a:avLst/>
          </a:prstGeom>
          <a:noFill/>
          <a:ln>
            <a:noFill/>
          </a:ln>
        </p:spPr>
        <p:txBody>
          <a:bodyPr anchorCtr="0" anchor="t" bIns="182875"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96" name="Google Shape;796;p88"/>
          <p:cNvSpPr txBox="1"/>
          <p:nvPr>
            <p:ph idx="8" type="body"/>
          </p:nvPr>
        </p:nvSpPr>
        <p:spPr>
          <a:xfrm>
            <a:off x="284700" y="3154450"/>
            <a:ext cx="2051400" cy="549000"/>
          </a:xfrm>
          <a:prstGeom prst="rect">
            <a:avLst/>
          </a:prstGeom>
          <a:noFill/>
          <a:ln>
            <a:noFill/>
          </a:ln>
        </p:spPr>
        <p:txBody>
          <a:bodyPr anchorCtr="0" anchor="t" bIns="182875" lIns="182875" spcFirstLastPara="1" rIns="182875" wrap="square" tIns="0">
            <a:noAutofit/>
          </a:bodyPr>
          <a:lstStyle>
            <a:lvl1pPr indent="-292100" lvl="0" marL="457200" algn="l">
              <a:lnSpc>
                <a:spcPct val="115000"/>
              </a:lnSpc>
              <a:spcBef>
                <a:spcPts val="0"/>
              </a:spcBef>
              <a:spcAft>
                <a:spcPts val="0"/>
              </a:spcAft>
              <a:buClr>
                <a:schemeClr val="lt1"/>
              </a:buClr>
              <a:buSzPts val="1000"/>
              <a:buFont typeface="Instrument Sans"/>
              <a:buChar char="●"/>
              <a:defRPr/>
            </a:lvl1pPr>
            <a:lvl2pPr indent="-292100" lvl="1" marL="914400" algn="l">
              <a:lnSpc>
                <a:spcPct val="115000"/>
              </a:lnSpc>
              <a:spcBef>
                <a:spcPts val="0"/>
              </a:spcBef>
              <a:spcAft>
                <a:spcPts val="0"/>
              </a:spcAft>
              <a:buClr>
                <a:schemeClr val="lt1"/>
              </a:buClr>
              <a:buSzPts val="1000"/>
              <a:buFont typeface="Instrument Sans"/>
              <a:buChar char="○"/>
              <a:defRPr/>
            </a:lvl2pPr>
            <a:lvl3pPr indent="-292100" lvl="2" marL="1371600" algn="l">
              <a:lnSpc>
                <a:spcPct val="115000"/>
              </a:lnSpc>
              <a:spcBef>
                <a:spcPts val="0"/>
              </a:spcBef>
              <a:spcAft>
                <a:spcPts val="0"/>
              </a:spcAft>
              <a:buClr>
                <a:schemeClr val="lt1"/>
              </a:buClr>
              <a:buSzPts val="1000"/>
              <a:buFont typeface="Instrument Sans"/>
              <a:buChar char="■"/>
              <a:defRPr/>
            </a:lvl3pPr>
            <a:lvl4pPr indent="-292100" lvl="3" marL="1828800" algn="l">
              <a:lnSpc>
                <a:spcPct val="115000"/>
              </a:lnSpc>
              <a:spcBef>
                <a:spcPts val="0"/>
              </a:spcBef>
              <a:spcAft>
                <a:spcPts val="0"/>
              </a:spcAft>
              <a:buClr>
                <a:schemeClr val="lt1"/>
              </a:buClr>
              <a:buSzPts val="1000"/>
              <a:buFont typeface="Instrument Sans"/>
              <a:buChar char="●"/>
              <a:defRPr/>
            </a:lvl4pPr>
            <a:lvl5pPr indent="-292100" lvl="4" marL="2286000" algn="l">
              <a:lnSpc>
                <a:spcPct val="115000"/>
              </a:lnSpc>
              <a:spcBef>
                <a:spcPts val="0"/>
              </a:spcBef>
              <a:spcAft>
                <a:spcPts val="0"/>
              </a:spcAft>
              <a:buClr>
                <a:schemeClr val="lt1"/>
              </a:buClr>
              <a:buSzPts val="1000"/>
              <a:buFont typeface="Instrument Sans"/>
              <a:buChar char="○"/>
              <a:defRPr/>
            </a:lvl5pPr>
            <a:lvl6pPr indent="-292100" lvl="5" marL="2743200" algn="l">
              <a:lnSpc>
                <a:spcPct val="115000"/>
              </a:lnSpc>
              <a:spcBef>
                <a:spcPts val="0"/>
              </a:spcBef>
              <a:spcAft>
                <a:spcPts val="0"/>
              </a:spcAft>
              <a:buClr>
                <a:schemeClr val="lt1"/>
              </a:buClr>
              <a:buSzPts val="1000"/>
              <a:buFont typeface="Instrument Sans"/>
              <a:buChar char="■"/>
              <a:defRPr/>
            </a:lvl6pPr>
            <a:lvl7pPr indent="-292100" lvl="6" marL="3200400" algn="l">
              <a:lnSpc>
                <a:spcPct val="115000"/>
              </a:lnSpc>
              <a:spcBef>
                <a:spcPts val="0"/>
              </a:spcBef>
              <a:spcAft>
                <a:spcPts val="0"/>
              </a:spcAft>
              <a:buClr>
                <a:schemeClr val="lt1"/>
              </a:buClr>
              <a:buSzPts val="1000"/>
              <a:buFont typeface="Instrument Sans"/>
              <a:buChar char="●"/>
              <a:defRPr/>
            </a:lvl7pPr>
            <a:lvl8pPr indent="-292100" lvl="7" marL="3657600" algn="l">
              <a:lnSpc>
                <a:spcPct val="115000"/>
              </a:lnSpc>
              <a:spcBef>
                <a:spcPts val="0"/>
              </a:spcBef>
              <a:spcAft>
                <a:spcPts val="0"/>
              </a:spcAft>
              <a:buClr>
                <a:schemeClr val="lt1"/>
              </a:buClr>
              <a:buSzPts val="1000"/>
              <a:buFont typeface="Instrument Sans"/>
              <a:buChar char="○"/>
              <a:defRPr/>
            </a:lvl8pPr>
            <a:lvl9pPr indent="-292100" lvl="8" marL="4114800" algn="l">
              <a:lnSpc>
                <a:spcPct val="115000"/>
              </a:lnSpc>
              <a:spcBef>
                <a:spcPts val="0"/>
              </a:spcBef>
              <a:spcAft>
                <a:spcPts val="0"/>
              </a:spcAft>
              <a:buClr>
                <a:schemeClr val="lt1"/>
              </a:buClr>
              <a:buSzPts val="1000"/>
              <a:buFont typeface="Instrument Sans"/>
              <a:buChar char="■"/>
              <a:defRPr/>
            </a:lvl9pPr>
          </a:lstStyle>
          <a:p/>
        </p:txBody>
      </p:sp>
      <p:sp>
        <p:nvSpPr>
          <p:cNvPr id="797" name="Google Shape;797;p88"/>
          <p:cNvSpPr txBox="1"/>
          <p:nvPr>
            <p:ph type="title"/>
          </p:nvPr>
        </p:nvSpPr>
        <p:spPr>
          <a:xfrm>
            <a:off x="284700" y="672675"/>
            <a:ext cx="4219200" cy="767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2400"/>
              <a:buNone/>
              <a:defRPr sz="2400"/>
            </a:lvl2pPr>
            <a:lvl3pPr lvl="2" algn="l">
              <a:lnSpc>
                <a:spcPct val="115000"/>
              </a:lnSpc>
              <a:spcBef>
                <a:spcPts val="0"/>
              </a:spcBef>
              <a:spcAft>
                <a:spcPts val="0"/>
              </a:spcAft>
              <a:buSzPts val="2400"/>
              <a:buNone/>
              <a:defRPr sz="2400"/>
            </a:lvl3pPr>
            <a:lvl4pPr lvl="3" algn="l">
              <a:lnSpc>
                <a:spcPct val="115000"/>
              </a:lnSpc>
              <a:spcBef>
                <a:spcPts val="0"/>
              </a:spcBef>
              <a:spcAft>
                <a:spcPts val="0"/>
              </a:spcAft>
              <a:buSzPts val="2400"/>
              <a:buNone/>
              <a:defRPr sz="2400"/>
            </a:lvl4pPr>
            <a:lvl5pPr lvl="4" algn="l">
              <a:lnSpc>
                <a:spcPct val="115000"/>
              </a:lnSpc>
              <a:spcBef>
                <a:spcPts val="0"/>
              </a:spcBef>
              <a:spcAft>
                <a:spcPts val="0"/>
              </a:spcAft>
              <a:buSzPts val="2400"/>
              <a:buNone/>
              <a:defRPr sz="2400"/>
            </a:lvl5pPr>
            <a:lvl6pPr lvl="5" algn="l">
              <a:lnSpc>
                <a:spcPct val="115000"/>
              </a:lnSpc>
              <a:spcBef>
                <a:spcPts val="0"/>
              </a:spcBef>
              <a:spcAft>
                <a:spcPts val="0"/>
              </a:spcAft>
              <a:buSzPts val="2400"/>
              <a:buNone/>
              <a:defRPr sz="2400"/>
            </a:lvl6pPr>
            <a:lvl7pPr lvl="6" algn="l">
              <a:lnSpc>
                <a:spcPct val="115000"/>
              </a:lnSpc>
              <a:spcBef>
                <a:spcPts val="0"/>
              </a:spcBef>
              <a:spcAft>
                <a:spcPts val="0"/>
              </a:spcAft>
              <a:buSzPts val="2400"/>
              <a:buNone/>
              <a:defRPr sz="2400"/>
            </a:lvl7pPr>
            <a:lvl8pPr lvl="7" algn="l">
              <a:lnSpc>
                <a:spcPct val="115000"/>
              </a:lnSpc>
              <a:spcBef>
                <a:spcPts val="0"/>
              </a:spcBef>
              <a:spcAft>
                <a:spcPts val="0"/>
              </a:spcAft>
              <a:buSzPts val="2400"/>
              <a:buNone/>
              <a:defRPr sz="2400"/>
            </a:lvl8pPr>
            <a:lvl9pPr lvl="8" algn="l">
              <a:lnSpc>
                <a:spcPct val="115000"/>
              </a:lnSpc>
              <a:spcBef>
                <a:spcPts val="0"/>
              </a:spcBef>
              <a:spcAft>
                <a:spcPts val="0"/>
              </a:spcAft>
              <a:buSzPts val="2400"/>
              <a:buNone/>
              <a:defRPr sz="2400"/>
            </a:lvl9pPr>
          </a:lstStyle>
          <a:p/>
        </p:txBody>
      </p:sp>
      <p:sp>
        <p:nvSpPr>
          <p:cNvPr id="798" name="Google Shape;798;p88"/>
          <p:cNvSpPr txBox="1"/>
          <p:nvPr>
            <p:ph idx="9" type="subTitle"/>
          </p:nvPr>
        </p:nvSpPr>
        <p:spPr>
          <a:xfrm>
            <a:off x="284700" y="2630400"/>
            <a:ext cx="2051400" cy="498900"/>
          </a:xfrm>
          <a:prstGeom prst="rect">
            <a:avLst/>
          </a:prstGeom>
          <a:noFill/>
          <a:ln>
            <a:noFill/>
          </a:ln>
        </p:spPr>
        <p:txBody>
          <a:bodyPr anchorCtr="0" anchor="t" bIns="0" lIns="182875" spcFirstLastPara="1" rIns="182875" wrap="square" tIns="182875">
            <a:noAutofit/>
          </a:bodyPr>
          <a:lstStyle>
            <a:lvl1pPr lvl="0" algn="l">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gn="l">
              <a:lnSpc>
                <a:spcPct val="85000"/>
              </a:lnSpc>
              <a:spcBef>
                <a:spcPts val="0"/>
              </a:spcBef>
              <a:spcAft>
                <a:spcPts val="0"/>
              </a:spcAft>
              <a:buSzPts val="1000"/>
              <a:buNone/>
              <a:defRPr sz="1200"/>
            </a:lvl2pPr>
            <a:lvl3pPr lvl="2" algn="l">
              <a:lnSpc>
                <a:spcPct val="85000"/>
              </a:lnSpc>
              <a:spcBef>
                <a:spcPts val="0"/>
              </a:spcBef>
              <a:spcAft>
                <a:spcPts val="0"/>
              </a:spcAft>
              <a:buSzPts val="1000"/>
              <a:buNone/>
              <a:defRPr sz="1200"/>
            </a:lvl3pPr>
            <a:lvl4pPr lvl="3" algn="l">
              <a:lnSpc>
                <a:spcPct val="85000"/>
              </a:lnSpc>
              <a:spcBef>
                <a:spcPts val="0"/>
              </a:spcBef>
              <a:spcAft>
                <a:spcPts val="0"/>
              </a:spcAft>
              <a:buSzPts val="1000"/>
              <a:buNone/>
              <a:defRPr sz="1200"/>
            </a:lvl4pPr>
            <a:lvl5pPr lvl="4" algn="l">
              <a:lnSpc>
                <a:spcPct val="85000"/>
              </a:lnSpc>
              <a:spcBef>
                <a:spcPts val="0"/>
              </a:spcBef>
              <a:spcAft>
                <a:spcPts val="0"/>
              </a:spcAft>
              <a:buSzPts val="1000"/>
              <a:buNone/>
              <a:defRPr sz="1200"/>
            </a:lvl5pPr>
            <a:lvl6pPr lvl="5" algn="l">
              <a:lnSpc>
                <a:spcPct val="85000"/>
              </a:lnSpc>
              <a:spcBef>
                <a:spcPts val="0"/>
              </a:spcBef>
              <a:spcAft>
                <a:spcPts val="0"/>
              </a:spcAft>
              <a:buSzPts val="1000"/>
              <a:buNone/>
              <a:defRPr sz="1200"/>
            </a:lvl6pPr>
            <a:lvl7pPr lvl="6" algn="l">
              <a:lnSpc>
                <a:spcPct val="85000"/>
              </a:lnSpc>
              <a:spcBef>
                <a:spcPts val="0"/>
              </a:spcBef>
              <a:spcAft>
                <a:spcPts val="0"/>
              </a:spcAft>
              <a:buSzPts val="1000"/>
              <a:buNone/>
              <a:defRPr sz="1200"/>
            </a:lvl7pPr>
            <a:lvl8pPr lvl="7" algn="l">
              <a:lnSpc>
                <a:spcPct val="85000"/>
              </a:lnSpc>
              <a:spcBef>
                <a:spcPts val="0"/>
              </a:spcBef>
              <a:spcAft>
                <a:spcPts val="0"/>
              </a:spcAft>
              <a:buSzPts val="1000"/>
              <a:buNone/>
              <a:defRPr sz="1200"/>
            </a:lvl8pPr>
            <a:lvl9pPr lvl="8" algn="l">
              <a:lnSpc>
                <a:spcPct val="85000"/>
              </a:lnSpc>
              <a:spcBef>
                <a:spcPts val="0"/>
              </a:spcBef>
              <a:spcAft>
                <a:spcPts val="0"/>
              </a:spcAft>
              <a:buSzPts val="1000"/>
              <a:buNone/>
              <a:defRPr sz="1200"/>
            </a:lvl9pPr>
          </a:lstStyle>
          <a:p/>
        </p:txBody>
      </p:sp>
      <p:sp>
        <p:nvSpPr>
          <p:cNvPr id="799" name="Google Shape;799;p88"/>
          <p:cNvSpPr txBox="1"/>
          <p:nvPr>
            <p:ph idx="13" type="subTitle"/>
          </p:nvPr>
        </p:nvSpPr>
        <p:spPr>
          <a:xfrm>
            <a:off x="2454069" y="2630400"/>
            <a:ext cx="2051400" cy="498900"/>
          </a:xfrm>
          <a:prstGeom prst="rect">
            <a:avLst/>
          </a:prstGeom>
          <a:noFill/>
          <a:ln>
            <a:noFill/>
          </a:ln>
        </p:spPr>
        <p:txBody>
          <a:bodyPr anchorCtr="0" anchor="t" bIns="0" lIns="182875" spcFirstLastPara="1" rIns="182875" wrap="square" tIns="182875">
            <a:noAutofit/>
          </a:bodyPr>
          <a:lstStyle>
            <a:lvl1pPr lvl="0" algn="l">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gn="l">
              <a:lnSpc>
                <a:spcPct val="85000"/>
              </a:lnSpc>
              <a:spcBef>
                <a:spcPts val="0"/>
              </a:spcBef>
              <a:spcAft>
                <a:spcPts val="0"/>
              </a:spcAft>
              <a:buSzPts val="1000"/>
              <a:buNone/>
              <a:defRPr sz="1200"/>
            </a:lvl2pPr>
            <a:lvl3pPr lvl="2" algn="l">
              <a:lnSpc>
                <a:spcPct val="85000"/>
              </a:lnSpc>
              <a:spcBef>
                <a:spcPts val="0"/>
              </a:spcBef>
              <a:spcAft>
                <a:spcPts val="0"/>
              </a:spcAft>
              <a:buSzPts val="1000"/>
              <a:buNone/>
              <a:defRPr sz="1200"/>
            </a:lvl3pPr>
            <a:lvl4pPr lvl="3" algn="l">
              <a:lnSpc>
                <a:spcPct val="85000"/>
              </a:lnSpc>
              <a:spcBef>
                <a:spcPts val="0"/>
              </a:spcBef>
              <a:spcAft>
                <a:spcPts val="0"/>
              </a:spcAft>
              <a:buSzPts val="1000"/>
              <a:buNone/>
              <a:defRPr sz="1200"/>
            </a:lvl4pPr>
            <a:lvl5pPr lvl="4" algn="l">
              <a:lnSpc>
                <a:spcPct val="85000"/>
              </a:lnSpc>
              <a:spcBef>
                <a:spcPts val="0"/>
              </a:spcBef>
              <a:spcAft>
                <a:spcPts val="0"/>
              </a:spcAft>
              <a:buSzPts val="1000"/>
              <a:buNone/>
              <a:defRPr sz="1200"/>
            </a:lvl5pPr>
            <a:lvl6pPr lvl="5" algn="l">
              <a:lnSpc>
                <a:spcPct val="85000"/>
              </a:lnSpc>
              <a:spcBef>
                <a:spcPts val="0"/>
              </a:spcBef>
              <a:spcAft>
                <a:spcPts val="0"/>
              </a:spcAft>
              <a:buSzPts val="1000"/>
              <a:buNone/>
              <a:defRPr sz="1200"/>
            </a:lvl6pPr>
            <a:lvl7pPr lvl="6" algn="l">
              <a:lnSpc>
                <a:spcPct val="85000"/>
              </a:lnSpc>
              <a:spcBef>
                <a:spcPts val="0"/>
              </a:spcBef>
              <a:spcAft>
                <a:spcPts val="0"/>
              </a:spcAft>
              <a:buSzPts val="1000"/>
              <a:buNone/>
              <a:defRPr sz="1200"/>
            </a:lvl7pPr>
            <a:lvl8pPr lvl="7" algn="l">
              <a:lnSpc>
                <a:spcPct val="85000"/>
              </a:lnSpc>
              <a:spcBef>
                <a:spcPts val="0"/>
              </a:spcBef>
              <a:spcAft>
                <a:spcPts val="0"/>
              </a:spcAft>
              <a:buSzPts val="1000"/>
              <a:buNone/>
              <a:defRPr sz="1200"/>
            </a:lvl8pPr>
            <a:lvl9pPr lvl="8" algn="l">
              <a:lnSpc>
                <a:spcPct val="85000"/>
              </a:lnSpc>
              <a:spcBef>
                <a:spcPts val="0"/>
              </a:spcBef>
              <a:spcAft>
                <a:spcPts val="0"/>
              </a:spcAft>
              <a:buSzPts val="1000"/>
              <a:buNone/>
              <a:defRPr sz="12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p:cSld name="CUSTOM_8">
    <p:spTree>
      <p:nvGrpSpPr>
        <p:cNvPr id="800" name="Shape 800"/>
        <p:cNvGrpSpPr/>
        <p:nvPr/>
      </p:nvGrpSpPr>
      <p:grpSpPr>
        <a:xfrm>
          <a:off x="0" y="0"/>
          <a:ext cx="0" cy="0"/>
          <a:chOff x="0" y="0"/>
          <a:chExt cx="0" cy="0"/>
        </a:xfrm>
      </p:grpSpPr>
      <p:sp>
        <p:nvSpPr>
          <p:cNvPr id="801" name="Google Shape;801;p89"/>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802" name="Google Shape;802;p89"/>
          <p:cNvSpPr txBox="1"/>
          <p:nvPr>
            <p:ph idx="1" type="body"/>
          </p:nvPr>
        </p:nvSpPr>
        <p:spPr>
          <a:xfrm>
            <a:off x="617750" y="775450"/>
            <a:ext cx="728100" cy="3021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03" name="Google Shape;803;p89"/>
          <p:cNvSpPr txBox="1"/>
          <p:nvPr>
            <p:ph idx="2" type="body"/>
          </p:nvPr>
        </p:nvSpPr>
        <p:spPr>
          <a:xfrm>
            <a:off x="617750" y="2630400"/>
            <a:ext cx="3889500" cy="1809600"/>
          </a:xfrm>
          <a:prstGeom prst="rect">
            <a:avLst/>
          </a:prstGeom>
          <a:noFill/>
          <a:ln>
            <a:noFill/>
          </a:ln>
        </p:spPr>
        <p:txBody>
          <a:bodyPr anchorCtr="0" anchor="b" bIns="0" lIns="0"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04" name="Google Shape;804;p89"/>
          <p:cNvSpPr/>
          <p:nvPr>
            <p:ph idx="3" type="pic"/>
          </p:nvPr>
        </p:nvSpPr>
        <p:spPr>
          <a:xfrm>
            <a:off x="6806700" y="1335775"/>
            <a:ext cx="1821600" cy="2563500"/>
          </a:xfrm>
          <a:prstGeom prst="roundRect">
            <a:avLst>
              <a:gd fmla="val 13098" name="adj"/>
            </a:avLst>
          </a:prstGeom>
          <a:noFill/>
          <a:ln>
            <a:noFill/>
          </a:ln>
        </p:spPr>
      </p:sp>
      <p:sp>
        <p:nvSpPr>
          <p:cNvPr id="805" name="Google Shape;805;p89"/>
          <p:cNvSpPr txBox="1"/>
          <p:nvPr>
            <p:ph type="title"/>
          </p:nvPr>
        </p:nvSpPr>
        <p:spPr>
          <a:xfrm>
            <a:off x="622700" y="1323975"/>
            <a:ext cx="3889500" cy="965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85000"/>
              </a:lnSpc>
              <a:spcBef>
                <a:spcPts val="0"/>
              </a:spcBef>
              <a:spcAft>
                <a:spcPts val="0"/>
              </a:spcAft>
              <a:buSzPts val="2400"/>
              <a:buNone/>
              <a:defRPr sz="2400"/>
            </a:lvl2pPr>
            <a:lvl3pPr lvl="2" algn="l">
              <a:lnSpc>
                <a:spcPct val="85000"/>
              </a:lnSpc>
              <a:spcBef>
                <a:spcPts val="0"/>
              </a:spcBef>
              <a:spcAft>
                <a:spcPts val="0"/>
              </a:spcAft>
              <a:buSzPts val="2400"/>
              <a:buNone/>
              <a:defRPr sz="2400"/>
            </a:lvl3pPr>
            <a:lvl4pPr lvl="3" algn="l">
              <a:lnSpc>
                <a:spcPct val="85000"/>
              </a:lnSpc>
              <a:spcBef>
                <a:spcPts val="0"/>
              </a:spcBef>
              <a:spcAft>
                <a:spcPts val="0"/>
              </a:spcAft>
              <a:buSzPts val="2400"/>
              <a:buNone/>
              <a:defRPr sz="2400"/>
            </a:lvl4pPr>
            <a:lvl5pPr lvl="4" algn="l">
              <a:lnSpc>
                <a:spcPct val="85000"/>
              </a:lnSpc>
              <a:spcBef>
                <a:spcPts val="0"/>
              </a:spcBef>
              <a:spcAft>
                <a:spcPts val="0"/>
              </a:spcAft>
              <a:buSzPts val="2400"/>
              <a:buNone/>
              <a:defRPr sz="2400"/>
            </a:lvl5pPr>
            <a:lvl6pPr lvl="5" algn="l">
              <a:lnSpc>
                <a:spcPct val="85000"/>
              </a:lnSpc>
              <a:spcBef>
                <a:spcPts val="0"/>
              </a:spcBef>
              <a:spcAft>
                <a:spcPts val="0"/>
              </a:spcAft>
              <a:buSzPts val="2400"/>
              <a:buNone/>
              <a:defRPr sz="2400"/>
            </a:lvl6pPr>
            <a:lvl7pPr lvl="6" algn="l">
              <a:lnSpc>
                <a:spcPct val="85000"/>
              </a:lnSpc>
              <a:spcBef>
                <a:spcPts val="0"/>
              </a:spcBef>
              <a:spcAft>
                <a:spcPts val="0"/>
              </a:spcAft>
              <a:buSzPts val="2400"/>
              <a:buNone/>
              <a:defRPr sz="2400"/>
            </a:lvl7pPr>
            <a:lvl8pPr lvl="7" algn="l">
              <a:lnSpc>
                <a:spcPct val="85000"/>
              </a:lnSpc>
              <a:spcBef>
                <a:spcPts val="0"/>
              </a:spcBef>
              <a:spcAft>
                <a:spcPts val="0"/>
              </a:spcAft>
              <a:buSzPts val="2400"/>
              <a:buNone/>
              <a:defRPr sz="2400"/>
            </a:lvl8pPr>
            <a:lvl9pPr lvl="8" algn="l">
              <a:lnSpc>
                <a:spcPct val="85000"/>
              </a:lnSpc>
              <a:spcBef>
                <a:spcPts val="0"/>
              </a:spcBef>
              <a:spcAft>
                <a:spcPts val="0"/>
              </a:spcAft>
              <a:buSzPts val="2400"/>
              <a:buNone/>
              <a:defRPr sz="2400"/>
            </a:lvl9pPr>
          </a:lstStyle>
          <a:p/>
        </p:txBody>
      </p:sp>
      <p:sp>
        <p:nvSpPr>
          <p:cNvPr id="806" name="Google Shape;806;p89"/>
          <p:cNvSpPr txBox="1"/>
          <p:nvPr>
            <p:ph idx="4"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07" name="Google Shape;807;p89"/>
          <p:cNvSpPr txBox="1"/>
          <p:nvPr>
            <p:ph idx="5"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08" name="Google Shape;808;p89"/>
          <p:cNvSpPr txBox="1"/>
          <p:nvPr>
            <p:ph idx="6" type="body"/>
          </p:nvPr>
        </p:nvSpPr>
        <p:spPr>
          <a:xfrm>
            <a:off x="4629475" y="2513100"/>
            <a:ext cx="2055000" cy="1926600"/>
          </a:xfrm>
          <a:prstGeom prst="rect">
            <a:avLst/>
          </a:prstGeom>
          <a:noFill/>
          <a:ln>
            <a:noFill/>
          </a:ln>
        </p:spPr>
        <p:txBody>
          <a:bodyPr anchorCtr="0" anchor="b" bIns="91425" lIns="91425" spcFirstLastPara="1" rIns="91425" wrap="square" tIns="91425">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09" name="Google Shape;809;p89"/>
          <p:cNvSpPr txBox="1"/>
          <p:nvPr>
            <p:ph idx="7" type="subTitle"/>
          </p:nvPr>
        </p:nvSpPr>
        <p:spPr>
          <a:xfrm>
            <a:off x="4783900" y="1539225"/>
            <a:ext cx="1821600" cy="56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b="1" sz="1200"/>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810" name="Google Shape;810;p8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2">
  <p:cSld name="CUSTOM_8_1">
    <p:spTree>
      <p:nvGrpSpPr>
        <p:cNvPr id="811" name="Shape 811"/>
        <p:cNvGrpSpPr/>
        <p:nvPr/>
      </p:nvGrpSpPr>
      <p:grpSpPr>
        <a:xfrm>
          <a:off x="0" y="0"/>
          <a:ext cx="0" cy="0"/>
          <a:chOff x="0" y="0"/>
          <a:chExt cx="0" cy="0"/>
        </a:xfrm>
      </p:grpSpPr>
      <p:sp>
        <p:nvSpPr>
          <p:cNvPr id="812" name="Google Shape;812;p90"/>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813" name="Google Shape;813;p90"/>
          <p:cNvSpPr txBox="1"/>
          <p:nvPr>
            <p:ph idx="1" type="body"/>
          </p:nvPr>
        </p:nvSpPr>
        <p:spPr>
          <a:xfrm>
            <a:off x="617750" y="775450"/>
            <a:ext cx="728100" cy="3021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14" name="Google Shape;814;p90"/>
          <p:cNvSpPr txBox="1"/>
          <p:nvPr>
            <p:ph idx="2" type="body"/>
          </p:nvPr>
        </p:nvSpPr>
        <p:spPr>
          <a:xfrm>
            <a:off x="617750" y="2630400"/>
            <a:ext cx="3889500" cy="1809600"/>
          </a:xfrm>
          <a:prstGeom prst="rect">
            <a:avLst/>
          </a:prstGeom>
          <a:noFill/>
          <a:ln>
            <a:noFill/>
          </a:ln>
        </p:spPr>
        <p:txBody>
          <a:bodyPr anchorCtr="0" anchor="b" bIns="0" lIns="0"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15" name="Google Shape;815;p90"/>
          <p:cNvSpPr txBox="1"/>
          <p:nvPr>
            <p:ph type="title"/>
          </p:nvPr>
        </p:nvSpPr>
        <p:spPr>
          <a:xfrm>
            <a:off x="622700" y="1323975"/>
            <a:ext cx="3889500" cy="965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85000"/>
              </a:lnSpc>
              <a:spcBef>
                <a:spcPts val="0"/>
              </a:spcBef>
              <a:spcAft>
                <a:spcPts val="0"/>
              </a:spcAft>
              <a:buSzPts val="2400"/>
              <a:buNone/>
              <a:defRPr sz="2400"/>
            </a:lvl2pPr>
            <a:lvl3pPr lvl="2" algn="l">
              <a:lnSpc>
                <a:spcPct val="85000"/>
              </a:lnSpc>
              <a:spcBef>
                <a:spcPts val="0"/>
              </a:spcBef>
              <a:spcAft>
                <a:spcPts val="0"/>
              </a:spcAft>
              <a:buSzPts val="2400"/>
              <a:buNone/>
              <a:defRPr sz="2400"/>
            </a:lvl3pPr>
            <a:lvl4pPr lvl="3" algn="l">
              <a:lnSpc>
                <a:spcPct val="85000"/>
              </a:lnSpc>
              <a:spcBef>
                <a:spcPts val="0"/>
              </a:spcBef>
              <a:spcAft>
                <a:spcPts val="0"/>
              </a:spcAft>
              <a:buSzPts val="2400"/>
              <a:buNone/>
              <a:defRPr sz="2400"/>
            </a:lvl4pPr>
            <a:lvl5pPr lvl="4" algn="l">
              <a:lnSpc>
                <a:spcPct val="85000"/>
              </a:lnSpc>
              <a:spcBef>
                <a:spcPts val="0"/>
              </a:spcBef>
              <a:spcAft>
                <a:spcPts val="0"/>
              </a:spcAft>
              <a:buSzPts val="2400"/>
              <a:buNone/>
              <a:defRPr sz="2400"/>
            </a:lvl5pPr>
            <a:lvl6pPr lvl="5" algn="l">
              <a:lnSpc>
                <a:spcPct val="85000"/>
              </a:lnSpc>
              <a:spcBef>
                <a:spcPts val="0"/>
              </a:spcBef>
              <a:spcAft>
                <a:spcPts val="0"/>
              </a:spcAft>
              <a:buSzPts val="2400"/>
              <a:buNone/>
              <a:defRPr sz="2400"/>
            </a:lvl6pPr>
            <a:lvl7pPr lvl="6" algn="l">
              <a:lnSpc>
                <a:spcPct val="85000"/>
              </a:lnSpc>
              <a:spcBef>
                <a:spcPts val="0"/>
              </a:spcBef>
              <a:spcAft>
                <a:spcPts val="0"/>
              </a:spcAft>
              <a:buSzPts val="2400"/>
              <a:buNone/>
              <a:defRPr sz="2400"/>
            </a:lvl7pPr>
            <a:lvl8pPr lvl="7" algn="l">
              <a:lnSpc>
                <a:spcPct val="85000"/>
              </a:lnSpc>
              <a:spcBef>
                <a:spcPts val="0"/>
              </a:spcBef>
              <a:spcAft>
                <a:spcPts val="0"/>
              </a:spcAft>
              <a:buSzPts val="2400"/>
              <a:buNone/>
              <a:defRPr sz="2400"/>
            </a:lvl8pPr>
            <a:lvl9pPr lvl="8" algn="l">
              <a:lnSpc>
                <a:spcPct val="85000"/>
              </a:lnSpc>
              <a:spcBef>
                <a:spcPts val="0"/>
              </a:spcBef>
              <a:spcAft>
                <a:spcPts val="0"/>
              </a:spcAft>
              <a:buSzPts val="2400"/>
              <a:buNone/>
              <a:defRPr sz="2400"/>
            </a:lvl9pPr>
          </a:lstStyle>
          <a:p/>
        </p:txBody>
      </p:sp>
      <p:sp>
        <p:nvSpPr>
          <p:cNvPr id="816" name="Google Shape;816;p90"/>
          <p:cNvSpPr txBox="1"/>
          <p:nvPr>
            <p:ph idx="3"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17" name="Google Shape;817;p90"/>
          <p:cNvSpPr txBox="1"/>
          <p:nvPr>
            <p:ph idx="4"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18" name="Google Shape;818;p90"/>
          <p:cNvSpPr txBox="1"/>
          <p:nvPr>
            <p:ph idx="5" type="body"/>
          </p:nvPr>
        </p:nvSpPr>
        <p:spPr>
          <a:xfrm>
            <a:off x="4629475" y="2513100"/>
            <a:ext cx="2055000" cy="1926600"/>
          </a:xfrm>
          <a:prstGeom prst="rect">
            <a:avLst/>
          </a:prstGeom>
          <a:noFill/>
          <a:ln>
            <a:noFill/>
          </a:ln>
        </p:spPr>
        <p:txBody>
          <a:bodyPr anchorCtr="0" anchor="b" bIns="91425" lIns="91425" spcFirstLastPara="1" rIns="91425" wrap="square" tIns="91425">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19" name="Google Shape;819;p90"/>
          <p:cNvSpPr txBox="1"/>
          <p:nvPr>
            <p:ph idx="6" type="subTitle"/>
          </p:nvPr>
        </p:nvSpPr>
        <p:spPr>
          <a:xfrm>
            <a:off x="4783900" y="1539225"/>
            <a:ext cx="1821600" cy="56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000"/>
              <a:buNone/>
              <a:defRPr b="1" sz="1200"/>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820" name="Google Shape;820;p9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and image">
  <p:cSld name="CUSTOM">
    <p:spTree>
      <p:nvGrpSpPr>
        <p:cNvPr id="821" name="Shape 821"/>
        <p:cNvGrpSpPr/>
        <p:nvPr/>
      </p:nvGrpSpPr>
      <p:grpSpPr>
        <a:xfrm>
          <a:off x="0" y="0"/>
          <a:ext cx="0" cy="0"/>
          <a:chOff x="0" y="0"/>
          <a:chExt cx="0" cy="0"/>
        </a:xfrm>
      </p:grpSpPr>
      <p:sp>
        <p:nvSpPr>
          <p:cNvPr id="822" name="Google Shape;822;p91"/>
          <p:cNvSpPr/>
          <p:nvPr/>
        </p:nvSpPr>
        <p:spPr>
          <a:xfrm>
            <a:off x="6084175" y="474900"/>
            <a:ext cx="2771400" cy="4193700"/>
          </a:xfrm>
          <a:prstGeom prst="roundRect">
            <a:avLst>
              <a:gd fmla="val 7333"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823" name="Google Shape;823;p9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824" name="Google Shape;824;p91"/>
          <p:cNvSpPr/>
          <p:nvPr/>
        </p:nvSpPr>
        <p:spPr>
          <a:xfrm>
            <a:off x="288400" y="474900"/>
            <a:ext cx="5670000" cy="4193700"/>
          </a:xfrm>
          <a:prstGeom prst="roundRect">
            <a:avLst>
              <a:gd fmla="val 407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strument Sans"/>
              <a:ea typeface="Instrument Sans"/>
              <a:cs typeface="Instrument Sans"/>
              <a:sym typeface="Instrument Sans"/>
            </a:endParaRPr>
          </a:p>
        </p:txBody>
      </p:sp>
      <p:sp>
        <p:nvSpPr>
          <p:cNvPr id="825" name="Google Shape;825;p91"/>
          <p:cNvSpPr/>
          <p:nvPr/>
        </p:nvSpPr>
        <p:spPr>
          <a:xfrm>
            <a:off x="567700"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Instrument Sans Medium"/>
              <a:ea typeface="Instrument Sans Medium"/>
              <a:cs typeface="Instrument Sans Medium"/>
              <a:sym typeface="Instrument Sans Medium"/>
            </a:endParaRPr>
          </a:p>
        </p:txBody>
      </p:sp>
      <p:sp>
        <p:nvSpPr>
          <p:cNvPr id="826" name="Google Shape;826;p91"/>
          <p:cNvSpPr/>
          <p:nvPr/>
        </p:nvSpPr>
        <p:spPr>
          <a:xfrm>
            <a:off x="1679742"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Instrument Sans Medium"/>
              <a:ea typeface="Instrument Sans Medium"/>
              <a:cs typeface="Instrument Sans Medium"/>
              <a:sym typeface="Instrument Sans Medium"/>
            </a:endParaRPr>
          </a:p>
        </p:txBody>
      </p:sp>
      <p:sp>
        <p:nvSpPr>
          <p:cNvPr id="827" name="Google Shape;827;p91"/>
          <p:cNvSpPr/>
          <p:nvPr/>
        </p:nvSpPr>
        <p:spPr>
          <a:xfrm>
            <a:off x="2791783"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Instrument Sans Medium"/>
              <a:ea typeface="Instrument Sans Medium"/>
              <a:cs typeface="Instrument Sans Medium"/>
              <a:sym typeface="Instrument Sans Medium"/>
            </a:endParaRPr>
          </a:p>
        </p:txBody>
      </p:sp>
      <p:sp>
        <p:nvSpPr>
          <p:cNvPr id="828" name="Google Shape;828;p91"/>
          <p:cNvSpPr txBox="1"/>
          <p:nvPr>
            <p:ph type="title"/>
          </p:nvPr>
        </p:nvSpPr>
        <p:spPr>
          <a:xfrm>
            <a:off x="586125" y="745875"/>
            <a:ext cx="4471200" cy="942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1pPr>
            <a:lvl2pPr lvl="1"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2pPr>
            <a:lvl3pPr lvl="2"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3pPr>
            <a:lvl4pPr lvl="3"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4pPr>
            <a:lvl5pPr lvl="4"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5pPr>
            <a:lvl6pPr lvl="5"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6pPr>
            <a:lvl7pPr lvl="6"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7pPr>
            <a:lvl8pPr lvl="7"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8pPr>
            <a:lvl9pPr lvl="8"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9pPr>
          </a:lstStyle>
          <a:p/>
        </p:txBody>
      </p:sp>
      <p:sp>
        <p:nvSpPr>
          <p:cNvPr id="829" name="Google Shape;829;p91"/>
          <p:cNvSpPr txBox="1"/>
          <p:nvPr>
            <p:ph idx="1" type="body"/>
          </p:nvPr>
        </p:nvSpPr>
        <p:spPr>
          <a:xfrm>
            <a:off x="6379950" y="3477525"/>
            <a:ext cx="2121300" cy="965100"/>
          </a:xfrm>
          <a:prstGeom prst="rect">
            <a:avLst/>
          </a:prstGeom>
          <a:noFill/>
          <a:ln>
            <a:noFill/>
          </a:ln>
        </p:spPr>
        <p:txBody>
          <a:bodyPr anchorCtr="0" anchor="b" bIns="0" lIns="0" spcFirstLastPara="1" rIns="0" wrap="square" tIns="0">
            <a:noAutofit/>
          </a:bodyPr>
          <a:lstStyle>
            <a:lvl1pPr indent="-228600" lvl="0" marL="457200" algn="l">
              <a:lnSpc>
                <a:spcPct val="115000"/>
              </a:lnSpc>
              <a:spcBef>
                <a:spcPts val="0"/>
              </a:spcBef>
              <a:spcAft>
                <a:spcPts val="0"/>
              </a:spcAft>
              <a:buSzPts val="1000"/>
              <a:buNone/>
              <a:defRPr/>
            </a:lvl1pPr>
            <a:lvl2pPr indent="-228600" lvl="1" marL="914400" algn="l">
              <a:lnSpc>
                <a:spcPct val="115000"/>
              </a:lnSpc>
              <a:spcBef>
                <a:spcPts val="0"/>
              </a:spcBef>
              <a:spcAft>
                <a:spcPts val="0"/>
              </a:spcAft>
              <a:buSzPts val="1000"/>
              <a:buNone/>
              <a:defRPr/>
            </a:lvl2pPr>
            <a:lvl3pPr indent="-228600" lvl="2" marL="1371600" algn="l">
              <a:lnSpc>
                <a:spcPct val="115000"/>
              </a:lnSpc>
              <a:spcBef>
                <a:spcPts val="0"/>
              </a:spcBef>
              <a:spcAft>
                <a:spcPts val="0"/>
              </a:spcAft>
              <a:buSzPts val="1000"/>
              <a:buNone/>
              <a:defRPr/>
            </a:lvl3pPr>
            <a:lvl4pPr indent="-228600" lvl="3" marL="1828800" algn="l">
              <a:lnSpc>
                <a:spcPct val="115000"/>
              </a:lnSpc>
              <a:spcBef>
                <a:spcPts val="0"/>
              </a:spcBef>
              <a:spcAft>
                <a:spcPts val="0"/>
              </a:spcAft>
              <a:buSzPts val="1000"/>
              <a:buNone/>
              <a:defRPr/>
            </a:lvl4pPr>
            <a:lvl5pPr indent="-228600" lvl="4" marL="2286000" algn="l">
              <a:lnSpc>
                <a:spcPct val="115000"/>
              </a:lnSpc>
              <a:spcBef>
                <a:spcPts val="0"/>
              </a:spcBef>
              <a:spcAft>
                <a:spcPts val="0"/>
              </a:spcAft>
              <a:buSzPts val="1000"/>
              <a:buNone/>
              <a:defRPr/>
            </a:lvl5pPr>
            <a:lvl6pPr indent="-228600" lvl="5" marL="2743200" algn="l">
              <a:lnSpc>
                <a:spcPct val="115000"/>
              </a:lnSpc>
              <a:spcBef>
                <a:spcPts val="0"/>
              </a:spcBef>
              <a:spcAft>
                <a:spcPts val="0"/>
              </a:spcAft>
              <a:buSzPts val="1000"/>
              <a:buNone/>
              <a:defRPr/>
            </a:lvl6pPr>
            <a:lvl7pPr indent="-228600" lvl="6" marL="3200400" algn="l">
              <a:lnSpc>
                <a:spcPct val="115000"/>
              </a:lnSpc>
              <a:spcBef>
                <a:spcPts val="0"/>
              </a:spcBef>
              <a:spcAft>
                <a:spcPts val="0"/>
              </a:spcAft>
              <a:buSzPts val="1000"/>
              <a:buNone/>
              <a:defRPr/>
            </a:lvl7pPr>
            <a:lvl8pPr indent="-228600" lvl="7" marL="3657600" algn="l">
              <a:lnSpc>
                <a:spcPct val="115000"/>
              </a:lnSpc>
              <a:spcBef>
                <a:spcPts val="0"/>
              </a:spcBef>
              <a:spcAft>
                <a:spcPts val="0"/>
              </a:spcAft>
              <a:buSzPts val="1000"/>
              <a:buNone/>
              <a:defRPr/>
            </a:lvl8pPr>
            <a:lvl9pPr indent="-228600" lvl="8" marL="4114800" algn="l">
              <a:lnSpc>
                <a:spcPct val="115000"/>
              </a:lnSpc>
              <a:spcBef>
                <a:spcPts val="0"/>
              </a:spcBef>
              <a:spcAft>
                <a:spcPts val="0"/>
              </a:spcAft>
              <a:buSzPts val="1000"/>
              <a:buNone/>
              <a:defRPr/>
            </a:lvl9pPr>
          </a:lstStyle>
          <a:p/>
        </p:txBody>
      </p:sp>
      <p:sp>
        <p:nvSpPr>
          <p:cNvPr id="830" name="Google Shape;830;p91"/>
          <p:cNvSpPr txBox="1"/>
          <p:nvPr>
            <p:ph idx="2"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31" name="Google Shape;831;p91"/>
          <p:cNvSpPr txBox="1"/>
          <p:nvPr>
            <p:ph idx="3"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Font typeface="Instrument Sans"/>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32" name="Google Shape;832;p91"/>
          <p:cNvSpPr/>
          <p:nvPr>
            <p:ph idx="4" type="pic"/>
          </p:nvPr>
        </p:nvSpPr>
        <p:spPr>
          <a:xfrm>
            <a:off x="6084175" y="474750"/>
            <a:ext cx="2771400" cy="1458300"/>
          </a:xfrm>
          <a:prstGeom prst="roundRect">
            <a:avLst>
              <a:gd fmla="val 11040" name="adj"/>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4 elements 1">
  <p:cSld name="CUSTOM_10_3">
    <p:bg>
      <p:bgPr>
        <a:solidFill>
          <a:schemeClr val="dk2"/>
        </a:solidFill>
      </p:bgPr>
    </p:bg>
    <p:spTree>
      <p:nvGrpSpPr>
        <p:cNvPr id="833" name="Shape 833"/>
        <p:cNvGrpSpPr/>
        <p:nvPr/>
      </p:nvGrpSpPr>
      <p:grpSpPr>
        <a:xfrm>
          <a:off x="0" y="0"/>
          <a:ext cx="0" cy="0"/>
          <a:chOff x="0" y="0"/>
          <a:chExt cx="0" cy="0"/>
        </a:xfrm>
      </p:grpSpPr>
      <p:pic>
        <p:nvPicPr>
          <p:cNvPr id="834" name="Google Shape;834;p92"/>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835" name="Google Shape;835;p92"/>
          <p:cNvSpPr txBox="1"/>
          <p:nvPr>
            <p:ph idx="1" type="subTitle"/>
          </p:nvPr>
        </p:nvSpPr>
        <p:spPr>
          <a:xfrm>
            <a:off x="284700" y="284400"/>
            <a:ext cx="1965900" cy="192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5"/>
              </a:buClr>
              <a:buSzPts val="700"/>
              <a:buFont typeface="Instrument Sans"/>
              <a:buNone/>
              <a:defRPr sz="700">
                <a:solidFill>
                  <a:schemeClr val="accent5"/>
                </a:solidFill>
              </a:defRPr>
            </a:lvl1pPr>
            <a:lvl2pPr lvl="1"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l">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36" name="Google Shape;836;p92"/>
          <p:cNvSpPr txBox="1"/>
          <p:nvPr>
            <p:ph idx="2" type="subTitle"/>
          </p:nvPr>
        </p:nvSpPr>
        <p:spPr>
          <a:xfrm>
            <a:off x="6890875" y="284400"/>
            <a:ext cx="1965900" cy="192000"/>
          </a:xfrm>
          <a:prstGeom prst="rect">
            <a:avLst/>
          </a:prstGeom>
          <a:noFill/>
          <a:ln>
            <a:noFill/>
          </a:ln>
        </p:spPr>
        <p:txBody>
          <a:bodyPr anchorCtr="0" anchor="t" bIns="0" lIns="0" spcFirstLastPara="1" rIns="0" wrap="square" tIns="0">
            <a:noAutofit/>
          </a:bodyPr>
          <a:lstStyle>
            <a:lvl1pPr lvl="0" algn="r">
              <a:lnSpc>
                <a:spcPct val="115000"/>
              </a:lnSpc>
              <a:spcBef>
                <a:spcPts val="0"/>
              </a:spcBef>
              <a:spcAft>
                <a:spcPts val="0"/>
              </a:spcAft>
              <a:buClr>
                <a:schemeClr val="accent5"/>
              </a:buClr>
              <a:buSzPts val="700"/>
              <a:buNone/>
              <a:defRPr sz="700">
                <a:solidFill>
                  <a:schemeClr val="accent5"/>
                </a:solidFill>
              </a:defRPr>
            </a:lvl1pPr>
            <a:lvl2pPr lvl="1"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lnSpc>
                <a:spcPct val="115000"/>
              </a:lnSpc>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837" name="Google Shape;837;p92"/>
          <p:cNvSpPr txBox="1"/>
          <p:nvPr>
            <p:ph type="title"/>
          </p:nvPr>
        </p:nvSpPr>
        <p:spPr>
          <a:xfrm>
            <a:off x="288400" y="476400"/>
            <a:ext cx="2769000" cy="4968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SzPts val="2400"/>
              <a:buNone/>
              <a:defRPr sz="2400">
                <a:latin typeface="Instrument Sans Medium"/>
                <a:ea typeface="Instrument Sans Medium"/>
                <a:cs typeface="Instrument Sans Medium"/>
                <a:sym typeface="Instrument Sans Medium"/>
              </a:defRPr>
            </a:lvl1pPr>
            <a:lvl2pPr lvl="1"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2pPr>
            <a:lvl3pPr lvl="2"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3pPr>
            <a:lvl4pPr lvl="3"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4pPr>
            <a:lvl5pPr lvl="4"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5pPr>
            <a:lvl6pPr lvl="5"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6pPr>
            <a:lvl7pPr lvl="6"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7pPr>
            <a:lvl8pPr lvl="7"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8pPr>
            <a:lvl9pPr lvl="8" algn="l">
              <a:lnSpc>
                <a:spcPct val="85000"/>
              </a:lnSpc>
              <a:spcBef>
                <a:spcPts val="0"/>
              </a:spcBef>
              <a:spcAft>
                <a:spcPts val="0"/>
              </a:spcAft>
              <a:buSzPts val="3600"/>
              <a:buNone/>
              <a:defRPr sz="3600">
                <a:latin typeface="Instrument Sans Medium"/>
                <a:ea typeface="Instrument Sans Medium"/>
                <a:cs typeface="Instrument Sans Medium"/>
                <a:sym typeface="Instrument Sans Medium"/>
              </a:defRPr>
            </a:lvl9pPr>
          </a:lstStyle>
          <a:p/>
        </p:txBody>
      </p:sp>
      <p:sp>
        <p:nvSpPr>
          <p:cNvPr id="838" name="Google Shape;838;p92"/>
          <p:cNvSpPr txBox="1"/>
          <p:nvPr>
            <p:ph idx="3" type="subTitle"/>
          </p:nvPr>
        </p:nvSpPr>
        <p:spPr>
          <a:xfrm>
            <a:off x="284701" y="1716225"/>
            <a:ext cx="854700" cy="646200"/>
          </a:xfrm>
          <a:prstGeom prst="rect">
            <a:avLst/>
          </a:prstGeom>
          <a:noFill/>
          <a:ln>
            <a:noFill/>
          </a:ln>
        </p:spPr>
        <p:txBody>
          <a:bodyPr anchorCtr="0" anchor="ctr" bIns="91425" lIns="182875" spcFirstLastPara="1" rIns="91425" wrap="square" tIns="91425">
            <a:noAutofit/>
          </a:bodyPr>
          <a:lstStyle>
            <a:lvl1pPr lvl="0" algn="l">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839" name="Google Shape;839;p92"/>
          <p:cNvSpPr txBox="1"/>
          <p:nvPr>
            <p:ph idx="4" type="subTitle"/>
          </p:nvPr>
        </p:nvSpPr>
        <p:spPr>
          <a:xfrm>
            <a:off x="1148000" y="1713825"/>
            <a:ext cx="2448600" cy="6462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000"/>
              <a:buNone/>
              <a:defRPr sz="12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0" name="Google Shape;840;p92"/>
          <p:cNvSpPr txBox="1"/>
          <p:nvPr>
            <p:ph idx="5" type="subTitle"/>
          </p:nvPr>
        </p:nvSpPr>
        <p:spPr>
          <a:xfrm>
            <a:off x="5842012" y="1713825"/>
            <a:ext cx="2448600" cy="6462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1" name="Google Shape;841;p92"/>
          <p:cNvSpPr txBox="1"/>
          <p:nvPr>
            <p:ph idx="6" type="subTitle"/>
          </p:nvPr>
        </p:nvSpPr>
        <p:spPr>
          <a:xfrm>
            <a:off x="284701" y="2506919"/>
            <a:ext cx="854700" cy="646200"/>
          </a:xfrm>
          <a:prstGeom prst="rect">
            <a:avLst/>
          </a:prstGeom>
          <a:noFill/>
          <a:ln>
            <a:noFill/>
          </a:ln>
        </p:spPr>
        <p:txBody>
          <a:bodyPr anchorCtr="0" anchor="ctr" bIns="91425" lIns="182875" spcFirstLastPara="1" rIns="91425" wrap="square" tIns="91425">
            <a:noAutofit/>
          </a:bodyPr>
          <a:lstStyle>
            <a:lvl1pPr lvl="0" algn="l">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842" name="Google Shape;842;p92"/>
          <p:cNvSpPr txBox="1"/>
          <p:nvPr>
            <p:ph idx="7" type="subTitle"/>
          </p:nvPr>
        </p:nvSpPr>
        <p:spPr>
          <a:xfrm>
            <a:off x="1148000" y="2504519"/>
            <a:ext cx="2448600" cy="6462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000"/>
              <a:buNone/>
              <a:defRPr sz="12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3" name="Google Shape;843;p92"/>
          <p:cNvSpPr txBox="1"/>
          <p:nvPr>
            <p:ph idx="8" type="subTitle"/>
          </p:nvPr>
        </p:nvSpPr>
        <p:spPr>
          <a:xfrm>
            <a:off x="5842012" y="2504519"/>
            <a:ext cx="2448600" cy="6462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4" name="Google Shape;844;p92"/>
          <p:cNvSpPr txBox="1"/>
          <p:nvPr>
            <p:ph idx="9" type="subTitle"/>
          </p:nvPr>
        </p:nvSpPr>
        <p:spPr>
          <a:xfrm>
            <a:off x="284701" y="3255713"/>
            <a:ext cx="854700" cy="646200"/>
          </a:xfrm>
          <a:prstGeom prst="rect">
            <a:avLst/>
          </a:prstGeom>
          <a:noFill/>
          <a:ln>
            <a:noFill/>
          </a:ln>
        </p:spPr>
        <p:txBody>
          <a:bodyPr anchorCtr="0" anchor="ctr" bIns="91425" lIns="182875" spcFirstLastPara="1" rIns="91425" wrap="square" tIns="91425">
            <a:noAutofit/>
          </a:bodyPr>
          <a:lstStyle>
            <a:lvl1pPr lvl="0" algn="l">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845" name="Google Shape;845;p92"/>
          <p:cNvSpPr txBox="1"/>
          <p:nvPr>
            <p:ph idx="13" type="subTitle"/>
          </p:nvPr>
        </p:nvSpPr>
        <p:spPr>
          <a:xfrm>
            <a:off x="1148000" y="3253313"/>
            <a:ext cx="2448600" cy="6462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000"/>
              <a:buNone/>
              <a:defRPr sz="12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6" name="Google Shape;846;p92"/>
          <p:cNvSpPr txBox="1"/>
          <p:nvPr>
            <p:ph idx="14" type="subTitle"/>
          </p:nvPr>
        </p:nvSpPr>
        <p:spPr>
          <a:xfrm>
            <a:off x="5842012" y="3253313"/>
            <a:ext cx="2448600" cy="6462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7" name="Google Shape;847;p92"/>
          <p:cNvSpPr txBox="1"/>
          <p:nvPr>
            <p:ph idx="15" type="subTitle"/>
          </p:nvPr>
        </p:nvSpPr>
        <p:spPr>
          <a:xfrm>
            <a:off x="284701" y="4029675"/>
            <a:ext cx="854700" cy="646200"/>
          </a:xfrm>
          <a:prstGeom prst="rect">
            <a:avLst/>
          </a:prstGeom>
          <a:noFill/>
          <a:ln>
            <a:noFill/>
          </a:ln>
        </p:spPr>
        <p:txBody>
          <a:bodyPr anchorCtr="0" anchor="ctr" bIns="91425" lIns="182875" spcFirstLastPara="1" rIns="91425" wrap="square" tIns="91425">
            <a:noAutofit/>
          </a:bodyPr>
          <a:lstStyle>
            <a:lvl1pPr lvl="0" algn="l">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Clr>
                <a:schemeClr val="lt1"/>
              </a:buClr>
              <a:buSzPts val="1400"/>
              <a:buFont typeface="Instrument Sans"/>
              <a:buNone/>
              <a:defRPr>
                <a:solidFill>
                  <a:schemeClr val="lt1"/>
                </a:solidFill>
              </a:defRPr>
            </a:lvl2pPr>
            <a:lvl3pPr lvl="2" algn="l">
              <a:lnSpc>
                <a:spcPct val="115000"/>
              </a:lnSpc>
              <a:spcBef>
                <a:spcPts val="0"/>
              </a:spcBef>
              <a:spcAft>
                <a:spcPts val="0"/>
              </a:spcAft>
              <a:buClr>
                <a:schemeClr val="lt1"/>
              </a:buClr>
              <a:buSzPts val="1400"/>
              <a:buFont typeface="Instrument Sans"/>
              <a:buNone/>
              <a:defRPr>
                <a:solidFill>
                  <a:schemeClr val="lt1"/>
                </a:solidFill>
              </a:defRPr>
            </a:lvl3pPr>
            <a:lvl4pPr lvl="3" algn="l">
              <a:lnSpc>
                <a:spcPct val="115000"/>
              </a:lnSpc>
              <a:spcBef>
                <a:spcPts val="0"/>
              </a:spcBef>
              <a:spcAft>
                <a:spcPts val="0"/>
              </a:spcAft>
              <a:buClr>
                <a:schemeClr val="lt1"/>
              </a:buClr>
              <a:buSzPts val="1400"/>
              <a:buFont typeface="Instrument Sans"/>
              <a:buNone/>
              <a:defRPr>
                <a:solidFill>
                  <a:schemeClr val="lt1"/>
                </a:solidFill>
              </a:defRPr>
            </a:lvl4pPr>
            <a:lvl5pPr lvl="4" algn="l">
              <a:lnSpc>
                <a:spcPct val="115000"/>
              </a:lnSpc>
              <a:spcBef>
                <a:spcPts val="0"/>
              </a:spcBef>
              <a:spcAft>
                <a:spcPts val="0"/>
              </a:spcAft>
              <a:buClr>
                <a:schemeClr val="lt1"/>
              </a:buClr>
              <a:buSzPts val="1400"/>
              <a:buFont typeface="Instrument Sans"/>
              <a:buNone/>
              <a:defRPr>
                <a:solidFill>
                  <a:schemeClr val="lt1"/>
                </a:solidFill>
              </a:defRPr>
            </a:lvl5pPr>
            <a:lvl6pPr lvl="5" algn="l">
              <a:lnSpc>
                <a:spcPct val="115000"/>
              </a:lnSpc>
              <a:spcBef>
                <a:spcPts val="0"/>
              </a:spcBef>
              <a:spcAft>
                <a:spcPts val="0"/>
              </a:spcAft>
              <a:buClr>
                <a:schemeClr val="lt1"/>
              </a:buClr>
              <a:buSzPts val="1400"/>
              <a:buFont typeface="Instrument Sans"/>
              <a:buNone/>
              <a:defRPr>
                <a:solidFill>
                  <a:schemeClr val="lt1"/>
                </a:solidFill>
              </a:defRPr>
            </a:lvl6pPr>
            <a:lvl7pPr lvl="6" algn="l">
              <a:lnSpc>
                <a:spcPct val="115000"/>
              </a:lnSpc>
              <a:spcBef>
                <a:spcPts val="0"/>
              </a:spcBef>
              <a:spcAft>
                <a:spcPts val="0"/>
              </a:spcAft>
              <a:buClr>
                <a:schemeClr val="lt1"/>
              </a:buClr>
              <a:buSzPts val="1400"/>
              <a:buFont typeface="Instrument Sans"/>
              <a:buNone/>
              <a:defRPr>
                <a:solidFill>
                  <a:schemeClr val="lt1"/>
                </a:solidFill>
              </a:defRPr>
            </a:lvl7pPr>
            <a:lvl8pPr lvl="7" algn="l">
              <a:lnSpc>
                <a:spcPct val="115000"/>
              </a:lnSpc>
              <a:spcBef>
                <a:spcPts val="0"/>
              </a:spcBef>
              <a:spcAft>
                <a:spcPts val="0"/>
              </a:spcAft>
              <a:buClr>
                <a:schemeClr val="lt1"/>
              </a:buClr>
              <a:buSzPts val="1400"/>
              <a:buFont typeface="Instrument Sans"/>
              <a:buNone/>
              <a:defRPr>
                <a:solidFill>
                  <a:schemeClr val="lt1"/>
                </a:solidFill>
              </a:defRPr>
            </a:lvl8pPr>
            <a:lvl9pPr lvl="8" algn="l">
              <a:lnSpc>
                <a:spcPct val="115000"/>
              </a:lnSpc>
              <a:spcBef>
                <a:spcPts val="0"/>
              </a:spcBef>
              <a:spcAft>
                <a:spcPts val="0"/>
              </a:spcAft>
              <a:buClr>
                <a:schemeClr val="lt1"/>
              </a:buClr>
              <a:buSzPts val="1400"/>
              <a:buFont typeface="Instrument Sans"/>
              <a:buNone/>
              <a:defRPr>
                <a:solidFill>
                  <a:schemeClr val="lt1"/>
                </a:solidFill>
              </a:defRPr>
            </a:lvl9pPr>
          </a:lstStyle>
          <a:p/>
        </p:txBody>
      </p:sp>
      <p:sp>
        <p:nvSpPr>
          <p:cNvPr id="848" name="Google Shape;848;p92"/>
          <p:cNvSpPr txBox="1"/>
          <p:nvPr>
            <p:ph idx="16" type="subTitle"/>
          </p:nvPr>
        </p:nvSpPr>
        <p:spPr>
          <a:xfrm>
            <a:off x="1148000" y="4027275"/>
            <a:ext cx="2448600" cy="6462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000"/>
              <a:buNone/>
              <a:defRPr sz="12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49" name="Google Shape;849;p92"/>
          <p:cNvSpPr txBox="1"/>
          <p:nvPr>
            <p:ph idx="17" type="subTitle"/>
          </p:nvPr>
        </p:nvSpPr>
        <p:spPr>
          <a:xfrm>
            <a:off x="5842012" y="4027275"/>
            <a:ext cx="2448600" cy="6462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000"/>
              <a:buNone/>
              <a:defRPr sz="1000">
                <a:latin typeface="Instrument Sans Medium"/>
                <a:ea typeface="Instrument Sans Medium"/>
                <a:cs typeface="Instrument Sans Medium"/>
                <a:sym typeface="Instrument Sans Medium"/>
              </a:defRPr>
            </a:lvl1pPr>
            <a:lvl2pPr lvl="1" algn="l">
              <a:lnSpc>
                <a:spcPct val="115000"/>
              </a:lnSpc>
              <a:spcBef>
                <a:spcPts val="0"/>
              </a:spcBef>
              <a:spcAft>
                <a:spcPts val="0"/>
              </a:spcAft>
              <a:buSzPts val="1000"/>
              <a:buNone/>
              <a:defRPr sz="1200"/>
            </a:lvl2pPr>
            <a:lvl3pPr lvl="2" algn="l">
              <a:lnSpc>
                <a:spcPct val="115000"/>
              </a:lnSpc>
              <a:spcBef>
                <a:spcPts val="0"/>
              </a:spcBef>
              <a:spcAft>
                <a:spcPts val="0"/>
              </a:spcAft>
              <a:buSzPts val="1000"/>
              <a:buNone/>
              <a:defRPr sz="1200"/>
            </a:lvl3pPr>
            <a:lvl4pPr lvl="3" algn="l">
              <a:lnSpc>
                <a:spcPct val="115000"/>
              </a:lnSpc>
              <a:spcBef>
                <a:spcPts val="0"/>
              </a:spcBef>
              <a:spcAft>
                <a:spcPts val="0"/>
              </a:spcAft>
              <a:buSzPts val="1000"/>
              <a:buNone/>
              <a:defRPr sz="1200"/>
            </a:lvl4pPr>
            <a:lvl5pPr lvl="4" algn="l">
              <a:lnSpc>
                <a:spcPct val="115000"/>
              </a:lnSpc>
              <a:spcBef>
                <a:spcPts val="0"/>
              </a:spcBef>
              <a:spcAft>
                <a:spcPts val="0"/>
              </a:spcAft>
              <a:buSzPts val="1000"/>
              <a:buNone/>
              <a:defRPr sz="1200"/>
            </a:lvl5pPr>
            <a:lvl6pPr lvl="5" algn="l">
              <a:lnSpc>
                <a:spcPct val="115000"/>
              </a:lnSpc>
              <a:spcBef>
                <a:spcPts val="0"/>
              </a:spcBef>
              <a:spcAft>
                <a:spcPts val="0"/>
              </a:spcAft>
              <a:buSzPts val="1000"/>
              <a:buNone/>
              <a:defRPr sz="1200"/>
            </a:lvl6pPr>
            <a:lvl7pPr lvl="6" algn="l">
              <a:lnSpc>
                <a:spcPct val="115000"/>
              </a:lnSpc>
              <a:spcBef>
                <a:spcPts val="0"/>
              </a:spcBef>
              <a:spcAft>
                <a:spcPts val="0"/>
              </a:spcAft>
              <a:buSzPts val="1000"/>
              <a:buNone/>
              <a:defRPr sz="1200"/>
            </a:lvl7pPr>
            <a:lvl8pPr lvl="7" algn="l">
              <a:lnSpc>
                <a:spcPct val="115000"/>
              </a:lnSpc>
              <a:spcBef>
                <a:spcPts val="0"/>
              </a:spcBef>
              <a:spcAft>
                <a:spcPts val="0"/>
              </a:spcAft>
              <a:buSzPts val="1000"/>
              <a:buNone/>
              <a:defRPr sz="1200"/>
            </a:lvl8pPr>
            <a:lvl9pPr lvl="8" algn="l">
              <a:lnSpc>
                <a:spcPct val="115000"/>
              </a:lnSpc>
              <a:spcBef>
                <a:spcPts val="0"/>
              </a:spcBef>
              <a:spcAft>
                <a:spcPts val="0"/>
              </a:spcAft>
              <a:buSzPts val="1000"/>
              <a:buNone/>
              <a:defRPr sz="1200"/>
            </a:lvl9pPr>
          </a:lstStyle>
          <a:p/>
        </p:txBody>
      </p:sp>
      <p:sp>
        <p:nvSpPr>
          <p:cNvPr id="850" name="Google Shape;850;p9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51" name="Shape 851"/>
        <p:cNvGrpSpPr/>
        <p:nvPr/>
      </p:nvGrpSpPr>
      <p:grpSpPr>
        <a:xfrm>
          <a:off x="0" y="0"/>
          <a:ext cx="0" cy="0"/>
          <a:chOff x="0" y="0"/>
          <a:chExt cx="0" cy="0"/>
        </a:xfrm>
      </p:grpSpPr>
      <p:sp>
        <p:nvSpPr>
          <p:cNvPr id="852" name="Google Shape;852;p93"/>
          <p:cNvSpPr txBox="1"/>
          <p:nvPr>
            <p:ph type="ctrTitle"/>
          </p:nvPr>
        </p:nvSpPr>
        <p:spPr>
          <a:xfrm>
            <a:off x="311708" y="744575"/>
            <a:ext cx="8520600" cy="2052600"/>
          </a:xfrm>
          <a:prstGeom prst="rect">
            <a:avLst/>
          </a:prstGeom>
          <a:noFill/>
          <a:ln>
            <a:noFill/>
          </a:ln>
        </p:spPr>
        <p:txBody>
          <a:bodyPr anchorCtr="0" anchor="b" bIns="0" lIns="0" spcFirstLastPara="1" rIns="91425" wrap="square" tIns="0">
            <a:spAutoFit/>
          </a:bodyPr>
          <a:lstStyle>
            <a:lvl1pPr lvl="0" algn="ctr">
              <a:lnSpc>
                <a:spcPct val="100000"/>
              </a:lnSpc>
              <a:spcBef>
                <a:spcPts val="0"/>
              </a:spcBef>
              <a:spcAft>
                <a:spcPts val="0"/>
              </a:spcAft>
              <a:buSzPts val="5200"/>
              <a:buChar char="●"/>
              <a:defRPr sz="5200"/>
            </a:lvl1pPr>
            <a:lvl2pPr lvl="1" algn="ctr">
              <a:lnSpc>
                <a:spcPct val="100000"/>
              </a:lnSpc>
              <a:spcBef>
                <a:spcPts val="0"/>
              </a:spcBef>
              <a:spcAft>
                <a:spcPts val="0"/>
              </a:spcAft>
              <a:buSzPts val="5200"/>
              <a:buChar char="○"/>
              <a:defRPr sz="5200"/>
            </a:lvl2pPr>
            <a:lvl3pPr lvl="2" algn="ctr">
              <a:lnSpc>
                <a:spcPct val="100000"/>
              </a:lnSpc>
              <a:spcBef>
                <a:spcPts val="0"/>
              </a:spcBef>
              <a:spcAft>
                <a:spcPts val="0"/>
              </a:spcAft>
              <a:buSzPts val="5200"/>
              <a:buChar char="■"/>
              <a:defRPr sz="5200"/>
            </a:lvl3pPr>
            <a:lvl4pPr lvl="3" algn="ctr">
              <a:lnSpc>
                <a:spcPct val="100000"/>
              </a:lnSpc>
              <a:spcBef>
                <a:spcPts val="0"/>
              </a:spcBef>
              <a:spcAft>
                <a:spcPts val="0"/>
              </a:spcAft>
              <a:buSzPts val="5200"/>
              <a:buChar char="●"/>
              <a:defRPr sz="5200"/>
            </a:lvl4pPr>
            <a:lvl5pPr lvl="4" algn="ctr">
              <a:lnSpc>
                <a:spcPct val="100000"/>
              </a:lnSpc>
              <a:spcBef>
                <a:spcPts val="0"/>
              </a:spcBef>
              <a:spcAft>
                <a:spcPts val="0"/>
              </a:spcAft>
              <a:buSzPts val="5200"/>
              <a:buChar char="○"/>
              <a:defRPr sz="5200"/>
            </a:lvl5pPr>
            <a:lvl6pPr lvl="5" algn="ctr">
              <a:lnSpc>
                <a:spcPct val="100000"/>
              </a:lnSpc>
              <a:spcBef>
                <a:spcPts val="0"/>
              </a:spcBef>
              <a:spcAft>
                <a:spcPts val="0"/>
              </a:spcAft>
              <a:buSzPts val="5200"/>
              <a:buChar char="■"/>
              <a:defRPr sz="5200"/>
            </a:lvl6pPr>
            <a:lvl7pPr lvl="6" algn="ctr">
              <a:lnSpc>
                <a:spcPct val="100000"/>
              </a:lnSpc>
              <a:spcBef>
                <a:spcPts val="0"/>
              </a:spcBef>
              <a:spcAft>
                <a:spcPts val="0"/>
              </a:spcAft>
              <a:buSzPts val="5200"/>
              <a:buChar char="●"/>
              <a:defRPr sz="5200"/>
            </a:lvl7pPr>
            <a:lvl8pPr lvl="7" algn="ctr">
              <a:lnSpc>
                <a:spcPct val="100000"/>
              </a:lnSpc>
              <a:spcBef>
                <a:spcPts val="0"/>
              </a:spcBef>
              <a:spcAft>
                <a:spcPts val="0"/>
              </a:spcAft>
              <a:buSzPts val="5200"/>
              <a:buChar char="○"/>
              <a:defRPr sz="5200"/>
            </a:lvl8pPr>
            <a:lvl9pPr lvl="8" algn="ctr">
              <a:lnSpc>
                <a:spcPct val="100000"/>
              </a:lnSpc>
              <a:spcBef>
                <a:spcPts val="0"/>
              </a:spcBef>
              <a:spcAft>
                <a:spcPts val="0"/>
              </a:spcAft>
              <a:buSzPts val="5200"/>
              <a:buChar char="■"/>
              <a:defRPr sz="5200"/>
            </a:lvl9pPr>
          </a:lstStyle>
          <a:p/>
        </p:txBody>
      </p:sp>
      <p:sp>
        <p:nvSpPr>
          <p:cNvPr id="853" name="Google Shape;853;p9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54" name="Shape 854"/>
        <p:cNvGrpSpPr/>
        <p:nvPr/>
      </p:nvGrpSpPr>
      <p:grpSpPr>
        <a:xfrm>
          <a:off x="0" y="0"/>
          <a:ext cx="0" cy="0"/>
          <a:chOff x="0" y="0"/>
          <a:chExt cx="0" cy="0"/>
        </a:xfrm>
      </p:grpSpPr>
      <p:sp>
        <p:nvSpPr>
          <p:cNvPr id="855" name="Google Shape;855;p94"/>
          <p:cNvSpPr txBox="1"/>
          <p:nvPr>
            <p:ph type="title"/>
          </p:nvPr>
        </p:nvSpPr>
        <p:spPr>
          <a:xfrm>
            <a:off x="311700" y="2150850"/>
            <a:ext cx="8520600" cy="841800"/>
          </a:xfrm>
          <a:prstGeom prst="rect">
            <a:avLst/>
          </a:prstGeom>
          <a:noFill/>
          <a:ln>
            <a:noFill/>
          </a:ln>
        </p:spPr>
        <p:txBody>
          <a:bodyPr anchorCtr="0" anchor="ctr" bIns="0" lIns="0" spcFirstLastPara="1" rIns="91425" wrap="square" tIns="0">
            <a:spAutoFit/>
          </a:bodyPr>
          <a:lstStyle>
            <a:lvl1pPr lvl="0" algn="ctr">
              <a:lnSpc>
                <a:spcPct val="100000"/>
              </a:lnSpc>
              <a:spcBef>
                <a:spcPts val="0"/>
              </a:spcBef>
              <a:spcAft>
                <a:spcPts val="0"/>
              </a:spcAft>
              <a:buSzPts val="3600"/>
              <a:buChar char="●"/>
              <a:defRPr sz="3600"/>
            </a:lvl1pPr>
            <a:lvl2pPr lvl="1" algn="ctr">
              <a:lnSpc>
                <a:spcPct val="100000"/>
              </a:lnSpc>
              <a:spcBef>
                <a:spcPts val="0"/>
              </a:spcBef>
              <a:spcAft>
                <a:spcPts val="0"/>
              </a:spcAft>
              <a:buSzPts val="3600"/>
              <a:buChar char="○"/>
              <a:defRPr sz="3600"/>
            </a:lvl2pPr>
            <a:lvl3pPr lvl="2" algn="ctr">
              <a:lnSpc>
                <a:spcPct val="100000"/>
              </a:lnSpc>
              <a:spcBef>
                <a:spcPts val="0"/>
              </a:spcBef>
              <a:spcAft>
                <a:spcPts val="0"/>
              </a:spcAft>
              <a:buSzPts val="3600"/>
              <a:buChar char="■"/>
              <a:defRPr sz="3600"/>
            </a:lvl3pPr>
            <a:lvl4pPr lvl="3" algn="ctr">
              <a:lnSpc>
                <a:spcPct val="100000"/>
              </a:lnSpc>
              <a:spcBef>
                <a:spcPts val="0"/>
              </a:spcBef>
              <a:spcAft>
                <a:spcPts val="0"/>
              </a:spcAft>
              <a:buSzPts val="3600"/>
              <a:buChar char="●"/>
              <a:defRPr sz="3600"/>
            </a:lvl4pPr>
            <a:lvl5pPr lvl="4" algn="ctr">
              <a:lnSpc>
                <a:spcPct val="100000"/>
              </a:lnSpc>
              <a:spcBef>
                <a:spcPts val="0"/>
              </a:spcBef>
              <a:spcAft>
                <a:spcPts val="0"/>
              </a:spcAft>
              <a:buSzPts val="3600"/>
              <a:buChar char="○"/>
              <a:defRPr sz="3600"/>
            </a:lvl5pPr>
            <a:lvl6pPr lvl="5" algn="ctr">
              <a:lnSpc>
                <a:spcPct val="100000"/>
              </a:lnSpc>
              <a:spcBef>
                <a:spcPts val="0"/>
              </a:spcBef>
              <a:spcAft>
                <a:spcPts val="0"/>
              </a:spcAft>
              <a:buSzPts val="3600"/>
              <a:buChar char="■"/>
              <a:defRPr sz="3600"/>
            </a:lvl6pPr>
            <a:lvl7pPr lvl="6" algn="ctr">
              <a:lnSpc>
                <a:spcPct val="100000"/>
              </a:lnSpc>
              <a:spcBef>
                <a:spcPts val="0"/>
              </a:spcBef>
              <a:spcAft>
                <a:spcPts val="0"/>
              </a:spcAft>
              <a:buSzPts val="3600"/>
              <a:buChar char="●"/>
              <a:defRPr sz="3600"/>
            </a:lvl7pPr>
            <a:lvl8pPr lvl="7" algn="ctr">
              <a:lnSpc>
                <a:spcPct val="100000"/>
              </a:lnSpc>
              <a:spcBef>
                <a:spcPts val="0"/>
              </a:spcBef>
              <a:spcAft>
                <a:spcPts val="0"/>
              </a:spcAft>
              <a:buSzPts val="3600"/>
              <a:buChar char="○"/>
              <a:defRPr sz="3600"/>
            </a:lvl8pPr>
            <a:lvl9pPr lvl="8" algn="ctr">
              <a:lnSpc>
                <a:spcPct val="100000"/>
              </a:lnSpc>
              <a:spcBef>
                <a:spcPts val="0"/>
              </a:spcBef>
              <a:spcAft>
                <a:spcPts val="0"/>
              </a:spcAft>
              <a:buSzPts val="3600"/>
              <a:buChar char="■"/>
              <a:defRPr sz="36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56" name="Shape 856"/>
        <p:cNvGrpSpPr/>
        <p:nvPr/>
      </p:nvGrpSpPr>
      <p:grpSpPr>
        <a:xfrm>
          <a:off x="0" y="0"/>
          <a:ext cx="0" cy="0"/>
          <a:chOff x="0" y="0"/>
          <a:chExt cx="0" cy="0"/>
        </a:xfrm>
      </p:grpSpPr>
      <p:sp>
        <p:nvSpPr>
          <p:cNvPr id="857" name="Google Shape;857;p95"/>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58" name="Google Shape;858;p9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59" name="Shape 859"/>
        <p:cNvGrpSpPr/>
        <p:nvPr/>
      </p:nvGrpSpPr>
      <p:grpSpPr>
        <a:xfrm>
          <a:off x="0" y="0"/>
          <a:ext cx="0" cy="0"/>
          <a:chOff x="0" y="0"/>
          <a:chExt cx="0" cy="0"/>
        </a:xfrm>
      </p:grpSpPr>
      <p:sp>
        <p:nvSpPr>
          <p:cNvPr id="860" name="Google Shape;860;p96"/>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61" name="Google Shape;861;p9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62" name="Google Shape;862;p96"/>
          <p:cNvSpPr txBox="1"/>
          <p:nvPr>
            <p:ph idx="2" type="body"/>
          </p:nvPr>
        </p:nvSpPr>
        <p:spPr>
          <a:xfrm>
            <a:off x="4832400" y="1152475"/>
            <a:ext cx="3999900" cy="3416400"/>
          </a:xfrm>
          <a:prstGeom prst="rect">
            <a:avLst/>
          </a:prstGeom>
          <a:noFill/>
          <a:ln>
            <a:noFill/>
          </a:ln>
        </p:spPr>
        <p:txBody>
          <a:bodyPr anchorCtr="0" anchor="t" bIns="91425" lIns="0"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63" name="Shape 863"/>
        <p:cNvGrpSpPr/>
        <p:nvPr/>
      </p:nvGrpSpPr>
      <p:grpSpPr>
        <a:xfrm>
          <a:off x="0" y="0"/>
          <a:ext cx="0" cy="0"/>
          <a:chOff x="0" y="0"/>
          <a:chExt cx="0" cy="0"/>
        </a:xfrm>
      </p:grpSpPr>
      <p:sp>
        <p:nvSpPr>
          <p:cNvPr id="864" name="Google Shape;864;p97"/>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65" name="Shape 865"/>
        <p:cNvGrpSpPr/>
        <p:nvPr/>
      </p:nvGrpSpPr>
      <p:grpSpPr>
        <a:xfrm>
          <a:off x="0" y="0"/>
          <a:ext cx="0" cy="0"/>
          <a:chOff x="0" y="0"/>
          <a:chExt cx="0" cy="0"/>
        </a:xfrm>
      </p:grpSpPr>
      <p:sp>
        <p:nvSpPr>
          <p:cNvPr id="866" name="Google Shape;866;p98"/>
          <p:cNvSpPr txBox="1"/>
          <p:nvPr>
            <p:ph type="title"/>
          </p:nvPr>
        </p:nvSpPr>
        <p:spPr>
          <a:xfrm>
            <a:off x="311700" y="555600"/>
            <a:ext cx="2808000" cy="755700"/>
          </a:xfrm>
          <a:prstGeom prst="rect">
            <a:avLst/>
          </a:prstGeom>
          <a:noFill/>
          <a:ln>
            <a:noFill/>
          </a:ln>
        </p:spPr>
        <p:txBody>
          <a:bodyPr anchorCtr="0" anchor="b" bIns="0" lIns="0" spcFirstLastPara="1" rIns="91425" wrap="square" tIns="0">
            <a:spAutoFit/>
          </a:bodyPr>
          <a:lstStyle>
            <a:lvl1pPr lvl="0" algn="l">
              <a:lnSpc>
                <a:spcPct val="100000"/>
              </a:lnSpc>
              <a:spcBef>
                <a:spcPts val="0"/>
              </a:spcBef>
              <a:spcAft>
                <a:spcPts val="0"/>
              </a:spcAft>
              <a:buSzPts val="2400"/>
              <a:buChar char="●"/>
              <a:defRPr sz="2400"/>
            </a:lvl1pPr>
            <a:lvl2pPr lvl="1" algn="l">
              <a:lnSpc>
                <a:spcPct val="100000"/>
              </a:lnSpc>
              <a:spcBef>
                <a:spcPts val="0"/>
              </a:spcBef>
              <a:spcAft>
                <a:spcPts val="0"/>
              </a:spcAft>
              <a:buSzPts val="2400"/>
              <a:buChar char="○"/>
              <a:defRPr sz="2400"/>
            </a:lvl2pPr>
            <a:lvl3pPr lvl="2" algn="l">
              <a:lnSpc>
                <a:spcPct val="100000"/>
              </a:lnSpc>
              <a:spcBef>
                <a:spcPts val="0"/>
              </a:spcBef>
              <a:spcAft>
                <a:spcPts val="0"/>
              </a:spcAft>
              <a:buSzPts val="2400"/>
              <a:buChar char="■"/>
              <a:defRPr sz="2400"/>
            </a:lvl3pPr>
            <a:lvl4pPr lvl="3" algn="l">
              <a:lnSpc>
                <a:spcPct val="100000"/>
              </a:lnSpc>
              <a:spcBef>
                <a:spcPts val="0"/>
              </a:spcBef>
              <a:spcAft>
                <a:spcPts val="0"/>
              </a:spcAft>
              <a:buSzPts val="2400"/>
              <a:buChar char="●"/>
              <a:defRPr sz="2400"/>
            </a:lvl4pPr>
            <a:lvl5pPr lvl="4" algn="l">
              <a:lnSpc>
                <a:spcPct val="100000"/>
              </a:lnSpc>
              <a:spcBef>
                <a:spcPts val="0"/>
              </a:spcBef>
              <a:spcAft>
                <a:spcPts val="0"/>
              </a:spcAft>
              <a:buSzPts val="2400"/>
              <a:buChar char="○"/>
              <a:defRPr sz="2400"/>
            </a:lvl5pPr>
            <a:lvl6pPr lvl="5" algn="l">
              <a:lnSpc>
                <a:spcPct val="100000"/>
              </a:lnSpc>
              <a:spcBef>
                <a:spcPts val="0"/>
              </a:spcBef>
              <a:spcAft>
                <a:spcPts val="0"/>
              </a:spcAft>
              <a:buSzPts val="2400"/>
              <a:buChar char="■"/>
              <a:defRPr sz="2400"/>
            </a:lvl6pPr>
            <a:lvl7pPr lvl="6" algn="l">
              <a:lnSpc>
                <a:spcPct val="100000"/>
              </a:lnSpc>
              <a:spcBef>
                <a:spcPts val="0"/>
              </a:spcBef>
              <a:spcAft>
                <a:spcPts val="0"/>
              </a:spcAft>
              <a:buSzPts val="2400"/>
              <a:buChar char="●"/>
              <a:defRPr sz="2400"/>
            </a:lvl7pPr>
            <a:lvl8pPr lvl="7" algn="l">
              <a:lnSpc>
                <a:spcPct val="100000"/>
              </a:lnSpc>
              <a:spcBef>
                <a:spcPts val="0"/>
              </a:spcBef>
              <a:spcAft>
                <a:spcPts val="0"/>
              </a:spcAft>
              <a:buSzPts val="2400"/>
              <a:buChar char="○"/>
              <a:defRPr sz="2400"/>
            </a:lvl8pPr>
            <a:lvl9pPr lvl="8" algn="l">
              <a:lnSpc>
                <a:spcPct val="100000"/>
              </a:lnSpc>
              <a:spcBef>
                <a:spcPts val="0"/>
              </a:spcBef>
              <a:spcAft>
                <a:spcPts val="0"/>
              </a:spcAft>
              <a:buSzPts val="2400"/>
              <a:buChar char="■"/>
              <a:defRPr sz="2400"/>
            </a:lvl9pPr>
          </a:lstStyle>
          <a:p/>
        </p:txBody>
      </p:sp>
      <p:sp>
        <p:nvSpPr>
          <p:cNvPr id="867" name="Google Shape;867;p9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68" name="Shape 868"/>
        <p:cNvGrpSpPr/>
        <p:nvPr/>
      </p:nvGrpSpPr>
      <p:grpSpPr>
        <a:xfrm>
          <a:off x="0" y="0"/>
          <a:ext cx="0" cy="0"/>
          <a:chOff x="0" y="0"/>
          <a:chExt cx="0" cy="0"/>
        </a:xfrm>
      </p:grpSpPr>
      <p:sp>
        <p:nvSpPr>
          <p:cNvPr id="869" name="Google Shape;869;p99"/>
          <p:cNvSpPr txBox="1"/>
          <p:nvPr>
            <p:ph type="title"/>
          </p:nvPr>
        </p:nvSpPr>
        <p:spPr>
          <a:xfrm>
            <a:off x="490250" y="450150"/>
            <a:ext cx="6367800" cy="4090800"/>
          </a:xfrm>
          <a:prstGeom prst="rect">
            <a:avLst/>
          </a:prstGeom>
          <a:noFill/>
          <a:ln>
            <a:noFill/>
          </a:ln>
        </p:spPr>
        <p:txBody>
          <a:bodyPr anchorCtr="0" anchor="ctr" bIns="0" lIns="0" spcFirstLastPara="1" rIns="91425" wrap="square" tIns="0">
            <a:spAutoFit/>
          </a:bodyPr>
          <a:lstStyle>
            <a:lvl1pPr lvl="0" algn="l">
              <a:lnSpc>
                <a:spcPct val="100000"/>
              </a:lnSpc>
              <a:spcBef>
                <a:spcPts val="0"/>
              </a:spcBef>
              <a:spcAft>
                <a:spcPts val="0"/>
              </a:spcAft>
              <a:buSzPts val="4800"/>
              <a:buChar char="●"/>
              <a:defRPr/>
            </a:lvl1pPr>
            <a:lvl2pPr lvl="1" algn="l">
              <a:lnSpc>
                <a:spcPct val="100000"/>
              </a:lnSpc>
              <a:spcBef>
                <a:spcPts val="0"/>
              </a:spcBef>
              <a:spcAft>
                <a:spcPts val="0"/>
              </a:spcAft>
              <a:buSzPts val="4800"/>
              <a:buChar char="○"/>
              <a:defRPr sz="4800"/>
            </a:lvl2pPr>
            <a:lvl3pPr lvl="2" algn="l">
              <a:lnSpc>
                <a:spcPct val="100000"/>
              </a:lnSpc>
              <a:spcBef>
                <a:spcPts val="0"/>
              </a:spcBef>
              <a:spcAft>
                <a:spcPts val="0"/>
              </a:spcAft>
              <a:buSzPts val="4800"/>
              <a:buChar char="■"/>
              <a:defRPr sz="4800"/>
            </a:lvl3pPr>
            <a:lvl4pPr lvl="3" algn="l">
              <a:lnSpc>
                <a:spcPct val="100000"/>
              </a:lnSpc>
              <a:spcBef>
                <a:spcPts val="0"/>
              </a:spcBef>
              <a:spcAft>
                <a:spcPts val="0"/>
              </a:spcAft>
              <a:buSzPts val="4800"/>
              <a:buChar char="●"/>
              <a:defRPr sz="4800"/>
            </a:lvl4pPr>
            <a:lvl5pPr lvl="4" algn="l">
              <a:lnSpc>
                <a:spcPct val="100000"/>
              </a:lnSpc>
              <a:spcBef>
                <a:spcPts val="0"/>
              </a:spcBef>
              <a:spcAft>
                <a:spcPts val="0"/>
              </a:spcAft>
              <a:buSzPts val="4800"/>
              <a:buChar char="○"/>
              <a:defRPr sz="4800"/>
            </a:lvl5pPr>
            <a:lvl6pPr lvl="5" algn="l">
              <a:lnSpc>
                <a:spcPct val="100000"/>
              </a:lnSpc>
              <a:spcBef>
                <a:spcPts val="0"/>
              </a:spcBef>
              <a:spcAft>
                <a:spcPts val="0"/>
              </a:spcAft>
              <a:buSzPts val="4800"/>
              <a:buChar char="■"/>
              <a:defRPr sz="4800"/>
            </a:lvl6pPr>
            <a:lvl7pPr lvl="6" algn="l">
              <a:lnSpc>
                <a:spcPct val="100000"/>
              </a:lnSpc>
              <a:spcBef>
                <a:spcPts val="0"/>
              </a:spcBef>
              <a:spcAft>
                <a:spcPts val="0"/>
              </a:spcAft>
              <a:buSzPts val="4800"/>
              <a:buChar char="●"/>
              <a:defRPr sz="4800"/>
            </a:lvl7pPr>
            <a:lvl8pPr lvl="7" algn="l">
              <a:lnSpc>
                <a:spcPct val="100000"/>
              </a:lnSpc>
              <a:spcBef>
                <a:spcPts val="0"/>
              </a:spcBef>
              <a:spcAft>
                <a:spcPts val="0"/>
              </a:spcAft>
              <a:buSzPts val="4800"/>
              <a:buChar char="○"/>
              <a:defRPr sz="4800"/>
            </a:lvl8pPr>
            <a:lvl9pPr lvl="8" algn="l">
              <a:lnSpc>
                <a:spcPct val="100000"/>
              </a:lnSpc>
              <a:spcBef>
                <a:spcPts val="0"/>
              </a:spcBef>
              <a:spcAft>
                <a:spcPts val="0"/>
              </a:spcAft>
              <a:buSzPts val="4800"/>
              <a:buChar char="■"/>
              <a:defRPr sz="48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70" name="Shape 870"/>
        <p:cNvGrpSpPr/>
        <p:nvPr/>
      </p:nvGrpSpPr>
      <p:grpSpPr>
        <a:xfrm>
          <a:off x="0" y="0"/>
          <a:ext cx="0" cy="0"/>
          <a:chOff x="0" y="0"/>
          <a:chExt cx="0" cy="0"/>
        </a:xfrm>
      </p:grpSpPr>
      <p:sp>
        <p:nvSpPr>
          <p:cNvPr id="871" name="Google Shape;871;p100"/>
          <p:cNvSpPr txBox="1"/>
          <p:nvPr>
            <p:ph type="title"/>
          </p:nvPr>
        </p:nvSpPr>
        <p:spPr>
          <a:xfrm>
            <a:off x="265500" y="1233175"/>
            <a:ext cx="4045200" cy="1482300"/>
          </a:xfrm>
          <a:prstGeom prst="rect">
            <a:avLst/>
          </a:prstGeom>
          <a:noFill/>
          <a:ln>
            <a:noFill/>
          </a:ln>
        </p:spPr>
        <p:txBody>
          <a:bodyPr anchorCtr="0" anchor="b" bIns="0" lIns="0" spcFirstLastPara="1" rIns="91425" wrap="square" tIns="0">
            <a:spAutoFit/>
          </a:bodyPr>
          <a:lstStyle>
            <a:lvl1pPr lvl="0" algn="ctr">
              <a:lnSpc>
                <a:spcPct val="100000"/>
              </a:lnSpc>
              <a:spcBef>
                <a:spcPts val="0"/>
              </a:spcBef>
              <a:spcAft>
                <a:spcPts val="0"/>
              </a:spcAft>
              <a:buSzPts val="4200"/>
              <a:buChar char="●"/>
              <a:defRPr sz="4200"/>
            </a:lvl1pPr>
            <a:lvl2pPr lvl="1" algn="ctr">
              <a:lnSpc>
                <a:spcPct val="100000"/>
              </a:lnSpc>
              <a:spcBef>
                <a:spcPts val="0"/>
              </a:spcBef>
              <a:spcAft>
                <a:spcPts val="0"/>
              </a:spcAft>
              <a:buSzPts val="4200"/>
              <a:buChar char="○"/>
              <a:defRPr sz="4200"/>
            </a:lvl2pPr>
            <a:lvl3pPr lvl="2" algn="ctr">
              <a:lnSpc>
                <a:spcPct val="100000"/>
              </a:lnSpc>
              <a:spcBef>
                <a:spcPts val="0"/>
              </a:spcBef>
              <a:spcAft>
                <a:spcPts val="0"/>
              </a:spcAft>
              <a:buSzPts val="4200"/>
              <a:buChar char="■"/>
              <a:defRPr sz="4200"/>
            </a:lvl3pPr>
            <a:lvl4pPr lvl="3" algn="ctr">
              <a:lnSpc>
                <a:spcPct val="100000"/>
              </a:lnSpc>
              <a:spcBef>
                <a:spcPts val="0"/>
              </a:spcBef>
              <a:spcAft>
                <a:spcPts val="0"/>
              </a:spcAft>
              <a:buSzPts val="4200"/>
              <a:buChar char="●"/>
              <a:defRPr sz="4200"/>
            </a:lvl4pPr>
            <a:lvl5pPr lvl="4" algn="ctr">
              <a:lnSpc>
                <a:spcPct val="100000"/>
              </a:lnSpc>
              <a:spcBef>
                <a:spcPts val="0"/>
              </a:spcBef>
              <a:spcAft>
                <a:spcPts val="0"/>
              </a:spcAft>
              <a:buSzPts val="4200"/>
              <a:buChar char="○"/>
              <a:defRPr sz="4200"/>
            </a:lvl5pPr>
            <a:lvl6pPr lvl="5" algn="ctr">
              <a:lnSpc>
                <a:spcPct val="100000"/>
              </a:lnSpc>
              <a:spcBef>
                <a:spcPts val="0"/>
              </a:spcBef>
              <a:spcAft>
                <a:spcPts val="0"/>
              </a:spcAft>
              <a:buSzPts val="4200"/>
              <a:buChar char="■"/>
              <a:defRPr sz="4200"/>
            </a:lvl6pPr>
            <a:lvl7pPr lvl="6" algn="ctr">
              <a:lnSpc>
                <a:spcPct val="100000"/>
              </a:lnSpc>
              <a:spcBef>
                <a:spcPts val="0"/>
              </a:spcBef>
              <a:spcAft>
                <a:spcPts val="0"/>
              </a:spcAft>
              <a:buSzPts val="4200"/>
              <a:buChar char="●"/>
              <a:defRPr sz="4200"/>
            </a:lvl7pPr>
            <a:lvl8pPr lvl="7" algn="ctr">
              <a:lnSpc>
                <a:spcPct val="100000"/>
              </a:lnSpc>
              <a:spcBef>
                <a:spcPts val="0"/>
              </a:spcBef>
              <a:spcAft>
                <a:spcPts val="0"/>
              </a:spcAft>
              <a:buSzPts val="4200"/>
              <a:buChar char="○"/>
              <a:defRPr sz="4200"/>
            </a:lvl8pPr>
            <a:lvl9pPr lvl="8" algn="ctr">
              <a:lnSpc>
                <a:spcPct val="100000"/>
              </a:lnSpc>
              <a:spcBef>
                <a:spcPts val="0"/>
              </a:spcBef>
              <a:spcAft>
                <a:spcPts val="0"/>
              </a:spcAft>
              <a:buSzPts val="4200"/>
              <a:buChar char="■"/>
              <a:defRPr sz="4200"/>
            </a:lvl9pPr>
          </a:lstStyle>
          <a:p/>
        </p:txBody>
      </p:sp>
      <p:sp>
        <p:nvSpPr>
          <p:cNvPr id="872" name="Google Shape;872;p10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873" name="Google Shape;873;p10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74" name="Shape 874"/>
        <p:cNvGrpSpPr/>
        <p:nvPr/>
      </p:nvGrpSpPr>
      <p:grpSpPr>
        <a:xfrm>
          <a:off x="0" y="0"/>
          <a:ext cx="0" cy="0"/>
          <a:chOff x="0" y="0"/>
          <a:chExt cx="0" cy="0"/>
        </a:xfrm>
      </p:grpSpPr>
      <p:sp>
        <p:nvSpPr>
          <p:cNvPr id="875" name="Google Shape;875;p10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000"/>
              <a:buNone/>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876" name="Shape 876"/>
        <p:cNvGrpSpPr/>
        <p:nvPr/>
      </p:nvGrpSpPr>
      <p:grpSpPr>
        <a:xfrm>
          <a:off x="0" y="0"/>
          <a:ext cx="0" cy="0"/>
          <a:chOff x="0" y="0"/>
          <a:chExt cx="0" cy="0"/>
        </a:xfrm>
      </p:grpSpPr>
      <p:sp>
        <p:nvSpPr>
          <p:cNvPr id="877" name="Google Shape;877;p102"/>
          <p:cNvSpPr txBox="1"/>
          <p:nvPr>
            <p:ph type="title"/>
          </p:nvPr>
        </p:nvSpPr>
        <p:spPr>
          <a:xfrm>
            <a:off x="311700" y="1106125"/>
            <a:ext cx="8520600" cy="1963500"/>
          </a:xfrm>
          <a:prstGeom prst="rect">
            <a:avLst/>
          </a:prstGeom>
          <a:noFill/>
          <a:ln>
            <a:noFill/>
          </a:ln>
        </p:spPr>
        <p:txBody>
          <a:bodyPr anchorCtr="0" anchor="b" bIns="0" lIns="0" spcFirstLastPara="1" rIns="91425" wrap="square" tIns="0">
            <a:spAutoFit/>
          </a:bodyPr>
          <a:lstStyle>
            <a:lvl1pPr lvl="0" algn="ctr">
              <a:lnSpc>
                <a:spcPct val="100000"/>
              </a:lnSpc>
              <a:spcBef>
                <a:spcPts val="0"/>
              </a:spcBef>
              <a:spcAft>
                <a:spcPts val="0"/>
              </a:spcAft>
              <a:buSzPts val="12000"/>
              <a:buChar char="●"/>
              <a:defRPr sz="12000"/>
            </a:lvl1pPr>
            <a:lvl2pPr lvl="1" algn="ctr">
              <a:lnSpc>
                <a:spcPct val="100000"/>
              </a:lnSpc>
              <a:spcBef>
                <a:spcPts val="0"/>
              </a:spcBef>
              <a:spcAft>
                <a:spcPts val="0"/>
              </a:spcAft>
              <a:buSzPts val="12000"/>
              <a:buChar char="○"/>
              <a:defRPr sz="12000"/>
            </a:lvl2pPr>
            <a:lvl3pPr lvl="2" algn="ctr">
              <a:lnSpc>
                <a:spcPct val="100000"/>
              </a:lnSpc>
              <a:spcBef>
                <a:spcPts val="0"/>
              </a:spcBef>
              <a:spcAft>
                <a:spcPts val="0"/>
              </a:spcAft>
              <a:buSzPts val="12000"/>
              <a:buChar char="■"/>
              <a:defRPr sz="12000"/>
            </a:lvl3pPr>
            <a:lvl4pPr lvl="3" algn="ctr">
              <a:lnSpc>
                <a:spcPct val="100000"/>
              </a:lnSpc>
              <a:spcBef>
                <a:spcPts val="0"/>
              </a:spcBef>
              <a:spcAft>
                <a:spcPts val="0"/>
              </a:spcAft>
              <a:buSzPts val="12000"/>
              <a:buChar char="●"/>
              <a:defRPr sz="12000"/>
            </a:lvl4pPr>
            <a:lvl5pPr lvl="4" algn="ctr">
              <a:lnSpc>
                <a:spcPct val="100000"/>
              </a:lnSpc>
              <a:spcBef>
                <a:spcPts val="0"/>
              </a:spcBef>
              <a:spcAft>
                <a:spcPts val="0"/>
              </a:spcAft>
              <a:buSzPts val="12000"/>
              <a:buChar char="○"/>
              <a:defRPr sz="12000"/>
            </a:lvl5pPr>
            <a:lvl6pPr lvl="5" algn="ctr">
              <a:lnSpc>
                <a:spcPct val="100000"/>
              </a:lnSpc>
              <a:spcBef>
                <a:spcPts val="0"/>
              </a:spcBef>
              <a:spcAft>
                <a:spcPts val="0"/>
              </a:spcAft>
              <a:buSzPts val="12000"/>
              <a:buChar char="■"/>
              <a:defRPr sz="12000"/>
            </a:lvl6pPr>
            <a:lvl7pPr lvl="6" algn="ctr">
              <a:lnSpc>
                <a:spcPct val="100000"/>
              </a:lnSpc>
              <a:spcBef>
                <a:spcPts val="0"/>
              </a:spcBef>
              <a:spcAft>
                <a:spcPts val="0"/>
              </a:spcAft>
              <a:buSzPts val="12000"/>
              <a:buChar char="●"/>
              <a:defRPr sz="12000"/>
            </a:lvl7pPr>
            <a:lvl8pPr lvl="7" algn="ctr">
              <a:lnSpc>
                <a:spcPct val="100000"/>
              </a:lnSpc>
              <a:spcBef>
                <a:spcPts val="0"/>
              </a:spcBef>
              <a:spcAft>
                <a:spcPts val="0"/>
              </a:spcAft>
              <a:buSzPts val="12000"/>
              <a:buChar char="○"/>
              <a:defRPr sz="12000"/>
            </a:lvl8pPr>
            <a:lvl9pPr lvl="8" algn="ctr">
              <a:lnSpc>
                <a:spcPct val="100000"/>
              </a:lnSpc>
              <a:spcBef>
                <a:spcPts val="0"/>
              </a:spcBef>
              <a:spcAft>
                <a:spcPts val="0"/>
              </a:spcAft>
              <a:buSzPts val="12000"/>
              <a:buChar char="■"/>
              <a:defRPr sz="12000"/>
            </a:lvl9pPr>
          </a:lstStyle>
          <a:p/>
        </p:txBody>
      </p:sp>
      <p:sp>
        <p:nvSpPr>
          <p:cNvPr id="878" name="Google Shape;878;p10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SzPts val="1000"/>
              <a:buChar char="●"/>
              <a:defRPr/>
            </a:lvl1pPr>
            <a:lvl2pPr indent="-292100" lvl="1" marL="914400" algn="ctr">
              <a:lnSpc>
                <a:spcPct val="115000"/>
              </a:lnSpc>
              <a:spcBef>
                <a:spcPts val="0"/>
              </a:spcBef>
              <a:spcAft>
                <a:spcPts val="0"/>
              </a:spcAft>
              <a:buSzPts val="1000"/>
              <a:buChar char="○"/>
              <a:defRPr/>
            </a:lvl2pPr>
            <a:lvl3pPr indent="-292100" lvl="2" marL="1371600" algn="ctr">
              <a:lnSpc>
                <a:spcPct val="115000"/>
              </a:lnSpc>
              <a:spcBef>
                <a:spcPts val="0"/>
              </a:spcBef>
              <a:spcAft>
                <a:spcPts val="0"/>
              </a:spcAft>
              <a:buSzPts val="1000"/>
              <a:buChar char="■"/>
              <a:defRPr/>
            </a:lvl3pPr>
            <a:lvl4pPr indent="-292100" lvl="3" marL="1828800" algn="ctr">
              <a:lnSpc>
                <a:spcPct val="115000"/>
              </a:lnSpc>
              <a:spcBef>
                <a:spcPts val="0"/>
              </a:spcBef>
              <a:spcAft>
                <a:spcPts val="0"/>
              </a:spcAft>
              <a:buSzPts val="1000"/>
              <a:buChar char="●"/>
              <a:defRPr/>
            </a:lvl4pPr>
            <a:lvl5pPr indent="-292100" lvl="4" marL="2286000" algn="ctr">
              <a:lnSpc>
                <a:spcPct val="115000"/>
              </a:lnSpc>
              <a:spcBef>
                <a:spcPts val="0"/>
              </a:spcBef>
              <a:spcAft>
                <a:spcPts val="0"/>
              </a:spcAft>
              <a:buSzPts val="1000"/>
              <a:buChar char="○"/>
              <a:defRPr/>
            </a:lvl5pPr>
            <a:lvl6pPr indent="-292100" lvl="5" marL="2743200" algn="ctr">
              <a:lnSpc>
                <a:spcPct val="115000"/>
              </a:lnSpc>
              <a:spcBef>
                <a:spcPts val="0"/>
              </a:spcBef>
              <a:spcAft>
                <a:spcPts val="0"/>
              </a:spcAft>
              <a:buSzPts val="1000"/>
              <a:buChar char="■"/>
              <a:defRPr/>
            </a:lvl6pPr>
            <a:lvl7pPr indent="-292100" lvl="6" marL="3200400" algn="ctr">
              <a:lnSpc>
                <a:spcPct val="115000"/>
              </a:lnSpc>
              <a:spcBef>
                <a:spcPts val="0"/>
              </a:spcBef>
              <a:spcAft>
                <a:spcPts val="0"/>
              </a:spcAft>
              <a:buSzPts val="1000"/>
              <a:buChar char="●"/>
              <a:defRPr/>
            </a:lvl7pPr>
            <a:lvl8pPr indent="-292100" lvl="7" marL="3657600" algn="ctr">
              <a:lnSpc>
                <a:spcPct val="115000"/>
              </a:lnSpc>
              <a:spcBef>
                <a:spcPts val="0"/>
              </a:spcBef>
              <a:spcAft>
                <a:spcPts val="0"/>
              </a:spcAft>
              <a:buSzPts val="1000"/>
              <a:buChar char="○"/>
              <a:defRPr/>
            </a:lvl8pPr>
            <a:lvl9pPr indent="-292100" lvl="8" marL="4114800" algn="ctr">
              <a:lnSpc>
                <a:spcPct val="115000"/>
              </a:lnSpc>
              <a:spcBef>
                <a:spcPts val="0"/>
              </a:spcBef>
              <a:spcAft>
                <a:spcPts val="0"/>
              </a:spcAft>
              <a:buSzPts val="10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79" name="Shape 879"/>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80" name="Shape 880"/>
        <p:cNvGrpSpPr/>
        <p:nvPr/>
      </p:nvGrpSpPr>
      <p:grpSpPr>
        <a:xfrm>
          <a:off x="0" y="0"/>
          <a:ext cx="0" cy="0"/>
          <a:chOff x="0" y="0"/>
          <a:chExt cx="0" cy="0"/>
        </a:xfrm>
      </p:grpSpPr>
      <p:sp>
        <p:nvSpPr>
          <p:cNvPr id="881" name="Google Shape;881;p104"/>
          <p:cNvSpPr txBox="1"/>
          <p:nvPr>
            <p:ph type="title"/>
          </p:nvPr>
        </p:nvSpPr>
        <p:spPr>
          <a:xfrm>
            <a:off x="677325" y="1832775"/>
            <a:ext cx="3217200" cy="1484100"/>
          </a:xfrm>
          <a:prstGeom prst="rect">
            <a:avLst/>
          </a:prstGeom>
          <a:noFill/>
          <a:ln>
            <a:noFill/>
          </a:ln>
        </p:spPr>
        <p:txBody>
          <a:bodyPr anchorCtr="0" anchor="ctr" bIns="0" lIns="0" spcFirstLastPara="1" rIns="91425" wrap="square" tIns="0">
            <a:sp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2" name="Google Shape;882;p104"/>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3" name="Google Shape;883;p104"/>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4" name="Google Shape;884;p104"/>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5" name="Google Shape;885;p104"/>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6" name="Google Shape;886;p104"/>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7" name="Google Shape;887;p104"/>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88" name="Shape 888"/>
        <p:cNvGrpSpPr/>
        <p:nvPr/>
      </p:nvGrpSpPr>
      <p:grpSpPr>
        <a:xfrm>
          <a:off x="0" y="0"/>
          <a:ext cx="0" cy="0"/>
          <a:chOff x="0" y="0"/>
          <a:chExt cx="0" cy="0"/>
        </a:xfrm>
      </p:grpSpPr>
      <p:sp>
        <p:nvSpPr>
          <p:cNvPr id="889" name="Google Shape;889;p105"/>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90" name="Google Shape;890;p105"/>
          <p:cNvSpPr txBox="1"/>
          <p:nvPr>
            <p:ph idx="1" type="body"/>
          </p:nvPr>
        </p:nvSpPr>
        <p:spPr>
          <a:xfrm>
            <a:off x="311700" y="1152475"/>
            <a:ext cx="4473900" cy="34164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891" name="Google Shape;891;p10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92" name="Shape 892"/>
        <p:cNvGrpSpPr/>
        <p:nvPr/>
      </p:nvGrpSpPr>
      <p:grpSpPr>
        <a:xfrm>
          <a:off x="0" y="0"/>
          <a:ext cx="0" cy="0"/>
          <a:chOff x="0" y="0"/>
          <a:chExt cx="0" cy="0"/>
        </a:xfrm>
      </p:grpSpPr>
      <p:sp>
        <p:nvSpPr>
          <p:cNvPr id="893" name="Google Shape;893;p106"/>
          <p:cNvSpPr txBox="1"/>
          <p:nvPr>
            <p:ph type="title"/>
          </p:nvPr>
        </p:nvSpPr>
        <p:spPr>
          <a:xfrm>
            <a:off x="483175" y="450025"/>
            <a:ext cx="8184600" cy="758100"/>
          </a:xfrm>
          <a:prstGeom prst="rect">
            <a:avLst/>
          </a:prstGeom>
          <a:noFill/>
          <a:ln>
            <a:noFill/>
          </a:ln>
        </p:spPr>
        <p:txBody>
          <a:bodyPr anchorCtr="0" anchor="ctr" bIns="0" lIns="0" spcFirstLastPara="1" rIns="91425" wrap="square" tIns="0">
            <a:spAutoFit/>
          </a:bodyPr>
          <a:lstStyle>
            <a:lvl1pPr lvl="0" algn="l">
              <a:lnSpc>
                <a:spcPct val="100000"/>
              </a:lnSpc>
              <a:spcBef>
                <a:spcPts val="0"/>
              </a:spcBef>
              <a:spcAft>
                <a:spcPts val="0"/>
              </a:spcAft>
              <a:buSzPts val="3000"/>
              <a:buChar char="●"/>
              <a:defRPr sz="3000"/>
            </a:lvl1pPr>
            <a:lvl2pPr lvl="1" algn="l">
              <a:lnSpc>
                <a:spcPct val="100000"/>
              </a:lnSpc>
              <a:spcBef>
                <a:spcPts val="0"/>
              </a:spcBef>
              <a:spcAft>
                <a:spcPts val="0"/>
              </a:spcAft>
              <a:buSzPts val="3000"/>
              <a:buChar char="○"/>
              <a:defRPr sz="3000"/>
            </a:lvl2pPr>
            <a:lvl3pPr lvl="2" algn="l">
              <a:lnSpc>
                <a:spcPct val="100000"/>
              </a:lnSpc>
              <a:spcBef>
                <a:spcPts val="0"/>
              </a:spcBef>
              <a:spcAft>
                <a:spcPts val="0"/>
              </a:spcAft>
              <a:buSzPts val="3000"/>
              <a:buChar char="■"/>
              <a:defRPr sz="3000"/>
            </a:lvl3pPr>
            <a:lvl4pPr lvl="3" algn="l">
              <a:lnSpc>
                <a:spcPct val="100000"/>
              </a:lnSpc>
              <a:spcBef>
                <a:spcPts val="0"/>
              </a:spcBef>
              <a:spcAft>
                <a:spcPts val="0"/>
              </a:spcAft>
              <a:buSzPts val="3000"/>
              <a:buChar char="●"/>
              <a:defRPr sz="3000"/>
            </a:lvl4pPr>
            <a:lvl5pPr lvl="4" algn="l">
              <a:lnSpc>
                <a:spcPct val="100000"/>
              </a:lnSpc>
              <a:spcBef>
                <a:spcPts val="0"/>
              </a:spcBef>
              <a:spcAft>
                <a:spcPts val="0"/>
              </a:spcAft>
              <a:buSzPts val="3000"/>
              <a:buChar char="○"/>
              <a:defRPr sz="3000"/>
            </a:lvl5pPr>
            <a:lvl6pPr lvl="5" algn="l">
              <a:lnSpc>
                <a:spcPct val="100000"/>
              </a:lnSpc>
              <a:spcBef>
                <a:spcPts val="0"/>
              </a:spcBef>
              <a:spcAft>
                <a:spcPts val="0"/>
              </a:spcAft>
              <a:buSzPts val="3000"/>
              <a:buChar char="■"/>
              <a:defRPr sz="3000"/>
            </a:lvl6pPr>
            <a:lvl7pPr lvl="6" algn="l">
              <a:lnSpc>
                <a:spcPct val="100000"/>
              </a:lnSpc>
              <a:spcBef>
                <a:spcPts val="0"/>
              </a:spcBef>
              <a:spcAft>
                <a:spcPts val="0"/>
              </a:spcAft>
              <a:buSzPts val="3000"/>
              <a:buChar char="●"/>
              <a:defRPr sz="3000"/>
            </a:lvl7pPr>
            <a:lvl8pPr lvl="7" algn="l">
              <a:lnSpc>
                <a:spcPct val="100000"/>
              </a:lnSpc>
              <a:spcBef>
                <a:spcPts val="0"/>
              </a:spcBef>
              <a:spcAft>
                <a:spcPts val="0"/>
              </a:spcAft>
              <a:buSzPts val="3000"/>
              <a:buChar char="○"/>
              <a:defRPr sz="3000"/>
            </a:lvl8pPr>
            <a:lvl9pPr lvl="8" algn="l">
              <a:lnSpc>
                <a:spcPct val="100000"/>
              </a:lnSpc>
              <a:spcBef>
                <a:spcPts val="0"/>
              </a:spcBef>
              <a:spcAft>
                <a:spcPts val="0"/>
              </a:spcAft>
              <a:buSzPts val="3000"/>
              <a:buChar char="■"/>
              <a:defRPr sz="3000"/>
            </a:lvl9pPr>
          </a:lstStyle>
          <a:p/>
        </p:txBody>
      </p:sp>
      <p:sp>
        <p:nvSpPr>
          <p:cNvPr id="894" name="Google Shape;894;p106"/>
          <p:cNvSpPr txBox="1"/>
          <p:nvPr>
            <p:ph idx="1" type="body"/>
          </p:nvPr>
        </p:nvSpPr>
        <p:spPr>
          <a:xfrm>
            <a:off x="483150" y="2237788"/>
            <a:ext cx="3619800" cy="2373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895" name="Google Shape;895;p106"/>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896" name="Google Shape;896;p106"/>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97" name="Google Shape;897;p106"/>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98" name="Shape 898"/>
        <p:cNvGrpSpPr/>
        <p:nvPr/>
      </p:nvGrpSpPr>
      <p:grpSpPr>
        <a:xfrm>
          <a:off x="0" y="0"/>
          <a:ext cx="0" cy="0"/>
          <a:chOff x="0" y="0"/>
          <a:chExt cx="0" cy="0"/>
        </a:xfrm>
      </p:grpSpPr>
      <p:sp>
        <p:nvSpPr>
          <p:cNvPr id="899" name="Google Shape;899;p107"/>
          <p:cNvSpPr txBox="1"/>
          <p:nvPr>
            <p:ph idx="1" type="body"/>
          </p:nvPr>
        </p:nvSpPr>
        <p:spPr>
          <a:xfrm>
            <a:off x="483175" y="2417500"/>
            <a:ext cx="2455500" cy="2373600"/>
          </a:xfrm>
          <a:prstGeom prst="rect">
            <a:avLst/>
          </a:prstGeom>
          <a:noFill/>
          <a:ln>
            <a:noFill/>
          </a:ln>
        </p:spPr>
        <p:txBody>
          <a:bodyPr anchorCtr="0" anchor="t" bIns="91425" lIns="0"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900" name="Google Shape;900;p107"/>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01" name="Google Shape;901;p107"/>
          <p:cNvSpPr txBox="1"/>
          <p:nvPr>
            <p:ph type="title"/>
          </p:nvPr>
        </p:nvSpPr>
        <p:spPr>
          <a:xfrm>
            <a:off x="483175" y="450025"/>
            <a:ext cx="8184600" cy="758100"/>
          </a:xfrm>
          <a:prstGeom prst="rect">
            <a:avLst/>
          </a:prstGeom>
          <a:noFill/>
          <a:ln>
            <a:noFill/>
          </a:ln>
        </p:spPr>
        <p:txBody>
          <a:bodyPr anchorCtr="0" anchor="ctr" bIns="0" lIns="0" spcFirstLastPara="1" rIns="91425" wrap="square" tIns="0">
            <a:spAutoFit/>
          </a:bodyPr>
          <a:lstStyle>
            <a:lvl1pPr lvl="0" algn="l">
              <a:lnSpc>
                <a:spcPct val="100000"/>
              </a:lnSpc>
              <a:spcBef>
                <a:spcPts val="0"/>
              </a:spcBef>
              <a:spcAft>
                <a:spcPts val="0"/>
              </a:spcAft>
              <a:buSzPts val="3000"/>
              <a:buChar char="●"/>
              <a:defRPr sz="3000"/>
            </a:lvl1pPr>
            <a:lvl2pPr lvl="1" algn="l">
              <a:lnSpc>
                <a:spcPct val="100000"/>
              </a:lnSpc>
              <a:spcBef>
                <a:spcPts val="0"/>
              </a:spcBef>
              <a:spcAft>
                <a:spcPts val="0"/>
              </a:spcAft>
              <a:buSzPts val="3000"/>
              <a:buChar char="○"/>
              <a:defRPr sz="3000"/>
            </a:lvl2pPr>
            <a:lvl3pPr lvl="2" algn="l">
              <a:lnSpc>
                <a:spcPct val="100000"/>
              </a:lnSpc>
              <a:spcBef>
                <a:spcPts val="0"/>
              </a:spcBef>
              <a:spcAft>
                <a:spcPts val="0"/>
              </a:spcAft>
              <a:buSzPts val="3000"/>
              <a:buChar char="■"/>
              <a:defRPr sz="3000"/>
            </a:lvl3pPr>
            <a:lvl4pPr lvl="3" algn="l">
              <a:lnSpc>
                <a:spcPct val="100000"/>
              </a:lnSpc>
              <a:spcBef>
                <a:spcPts val="0"/>
              </a:spcBef>
              <a:spcAft>
                <a:spcPts val="0"/>
              </a:spcAft>
              <a:buSzPts val="3000"/>
              <a:buChar char="●"/>
              <a:defRPr sz="3000"/>
            </a:lvl4pPr>
            <a:lvl5pPr lvl="4" algn="l">
              <a:lnSpc>
                <a:spcPct val="100000"/>
              </a:lnSpc>
              <a:spcBef>
                <a:spcPts val="0"/>
              </a:spcBef>
              <a:spcAft>
                <a:spcPts val="0"/>
              </a:spcAft>
              <a:buSzPts val="3000"/>
              <a:buChar char="○"/>
              <a:defRPr sz="3000"/>
            </a:lvl5pPr>
            <a:lvl6pPr lvl="5" algn="l">
              <a:lnSpc>
                <a:spcPct val="100000"/>
              </a:lnSpc>
              <a:spcBef>
                <a:spcPts val="0"/>
              </a:spcBef>
              <a:spcAft>
                <a:spcPts val="0"/>
              </a:spcAft>
              <a:buSzPts val="3000"/>
              <a:buChar char="■"/>
              <a:defRPr sz="3000"/>
            </a:lvl6pPr>
            <a:lvl7pPr lvl="6" algn="l">
              <a:lnSpc>
                <a:spcPct val="100000"/>
              </a:lnSpc>
              <a:spcBef>
                <a:spcPts val="0"/>
              </a:spcBef>
              <a:spcAft>
                <a:spcPts val="0"/>
              </a:spcAft>
              <a:buSzPts val="3000"/>
              <a:buChar char="●"/>
              <a:defRPr sz="3000"/>
            </a:lvl7pPr>
            <a:lvl8pPr lvl="7" algn="l">
              <a:lnSpc>
                <a:spcPct val="100000"/>
              </a:lnSpc>
              <a:spcBef>
                <a:spcPts val="0"/>
              </a:spcBef>
              <a:spcAft>
                <a:spcPts val="0"/>
              </a:spcAft>
              <a:buSzPts val="3000"/>
              <a:buChar char="○"/>
              <a:defRPr sz="3000"/>
            </a:lvl8pPr>
            <a:lvl9pPr lvl="8" algn="l">
              <a:lnSpc>
                <a:spcPct val="100000"/>
              </a:lnSpc>
              <a:spcBef>
                <a:spcPts val="0"/>
              </a:spcBef>
              <a:spcAft>
                <a:spcPts val="0"/>
              </a:spcAft>
              <a:buSzPts val="3000"/>
              <a:buChar char="■"/>
              <a:defRPr sz="3000"/>
            </a:lvl9pPr>
          </a:lstStyle>
          <a:p/>
        </p:txBody>
      </p:sp>
      <p:sp>
        <p:nvSpPr>
          <p:cNvPr id="902" name="Google Shape;902;p107"/>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03" name="Google Shape;903;p107"/>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04" name="Google Shape;904;p107"/>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05" name="Google Shape;905;p107"/>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906" name="Shape 906"/>
        <p:cNvGrpSpPr/>
        <p:nvPr/>
      </p:nvGrpSpPr>
      <p:grpSpPr>
        <a:xfrm>
          <a:off x="0" y="0"/>
          <a:ext cx="0" cy="0"/>
          <a:chOff x="0" y="0"/>
          <a:chExt cx="0" cy="0"/>
        </a:xfrm>
      </p:grpSpPr>
      <p:sp>
        <p:nvSpPr>
          <p:cNvPr id="907" name="Google Shape;907;p108"/>
          <p:cNvSpPr txBox="1"/>
          <p:nvPr>
            <p:ph idx="1" type="body"/>
          </p:nvPr>
        </p:nvSpPr>
        <p:spPr>
          <a:xfrm>
            <a:off x="366725" y="1759093"/>
            <a:ext cx="3838500" cy="1138500"/>
          </a:xfrm>
          <a:prstGeom prst="rect">
            <a:avLst/>
          </a:prstGeom>
          <a:noFill/>
          <a:ln>
            <a:noFill/>
          </a:ln>
        </p:spPr>
        <p:txBody>
          <a:bodyPr anchorCtr="0" anchor="t" bIns="91425" lIns="0"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800"/>
              </a:spcBef>
              <a:spcAft>
                <a:spcPts val="0"/>
              </a:spcAft>
              <a:buSzPts val="1000"/>
              <a:buChar char="○"/>
              <a:defRPr/>
            </a:lvl2pPr>
            <a:lvl3pPr indent="-292100" lvl="2" marL="1371600" algn="l">
              <a:lnSpc>
                <a:spcPct val="115000"/>
              </a:lnSpc>
              <a:spcBef>
                <a:spcPts val="800"/>
              </a:spcBef>
              <a:spcAft>
                <a:spcPts val="0"/>
              </a:spcAft>
              <a:buSzPts val="1000"/>
              <a:buChar char="■"/>
              <a:defRPr/>
            </a:lvl3pPr>
            <a:lvl4pPr indent="-292100" lvl="3" marL="1828800" algn="l">
              <a:lnSpc>
                <a:spcPct val="115000"/>
              </a:lnSpc>
              <a:spcBef>
                <a:spcPts val="800"/>
              </a:spcBef>
              <a:spcAft>
                <a:spcPts val="0"/>
              </a:spcAft>
              <a:buSzPts val="1000"/>
              <a:buChar char="●"/>
              <a:defRPr/>
            </a:lvl4pPr>
            <a:lvl5pPr indent="-292100" lvl="4" marL="2286000" algn="l">
              <a:lnSpc>
                <a:spcPct val="115000"/>
              </a:lnSpc>
              <a:spcBef>
                <a:spcPts val="800"/>
              </a:spcBef>
              <a:spcAft>
                <a:spcPts val="0"/>
              </a:spcAft>
              <a:buSzPts val="1000"/>
              <a:buChar char="○"/>
              <a:defRPr/>
            </a:lvl5pPr>
            <a:lvl6pPr indent="-292100" lvl="5" marL="2743200" algn="l">
              <a:lnSpc>
                <a:spcPct val="115000"/>
              </a:lnSpc>
              <a:spcBef>
                <a:spcPts val="800"/>
              </a:spcBef>
              <a:spcAft>
                <a:spcPts val="0"/>
              </a:spcAft>
              <a:buSzPts val="1000"/>
              <a:buChar char="■"/>
              <a:defRPr/>
            </a:lvl6pPr>
            <a:lvl7pPr indent="-292100" lvl="6" marL="3200400" algn="l">
              <a:lnSpc>
                <a:spcPct val="115000"/>
              </a:lnSpc>
              <a:spcBef>
                <a:spcPts val="800"/>
              </a:spcBef>
              <a:spcAft>
                <a:spcPts val="0"/>
              </a:spcAft>
              <a:buSzPts val="1000"/>
              <a:buChar char="●"/>
              <a:defRPr/>
            </a:lvl7pPr>
            <a:lvl8pPr indent="-292100" lvl="7" marL="3657600" algn="l">
              <a:lnSpc>
                <a:spcPct val="115000"/>
              </a:lnSpc>
              <a:spcBef>
                <a:spcPts val="800"/>
              </a:spcBef>
              <a:spcAft>
                <a:spcPts val="0"/>
              </a:spcAft>
              <a:buSzPts val="1000"/>
              <a:buChar char="○"/>
              <a:defRPr/>
            </a:lvl8pPr>
            <a:lvl9pPr indent="-292100" lvl="8" marL="4114800" algn="l">
              <a:lnSpc>
                <a:spcPct val="115000"/>
              </a:lnSpc>
              <a:spcBef>
                <a:spcPts val="800"/>
              </a:spcBef>
              <a:spcAft>
                <a:spcPts val="800"/>
              </a:spcAft>
              <a:buSzPts val="1000"/>
              <a:buChar char="■"/>
              <a:defRPr/>
            </a:lvl9pPr>
          </a:lstStyle>
          <a:p/>
        </p:txBody>
      </p:sp>
      <p:sp>
        <p:nvSpPr>
          <p:cNvPr id="908" name="Google Shape;908;p108"/>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09" name="Google Shape;909;p108"/>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10" name="Google Shape;910;p108"/>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92100" lvl="1" marL="914400" algn="l">
              <a:lnSpc>
                <a:spcPct val="115000"/>
              </a:lnSpc>
              <a:spcBef>
                <a:spcPts val="0"/>
              </a:spcBef>
              <a:spcAft>
                <a:spcPts val="0"/>
              </a:spcAft>
              <a:buSzPts val="10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911" name="Google Shape;911;p108"/>
          <p:cNvSpPr txBox="1"/>
          <p:nvPr>
            <p:ph type="title"/>
          </p:nvPr>
        </p:nvSpPr>
        <p:spPr>
          <a:xfrm>
            <a:off x="366750" y="450025"/>
            <a:ext cx="8184600" cy="758100"/>
          </a:xfrm>
          <a:prstGeom prst="rect">
            <a:avLst/>
          </a:prstGeom>
          <a:noFill/>
          <a:ln>
            <a:noFill/>
          </a:ln>
        </p:spPr>
        <p:txBody>
          <a:bodyPr anchorCtr="0" anchor="ctr" bIns="0" lIns="0" spcFirstLastPara="1" rIns="91425" wrap="square" tIns="0">
            <a:spAutoFit/>
          </a:bodyPr>
          <a:lstStyle>
            <a:lvl1pPr lvl="0" algn="l">
              <a:lnSpc>
                <a:spcPct val="100000"/>
              </a:lnSpc>
              <a:spcBef>
                <a:spcPts val="0"/>
              </a:spcBef>
              <a:spcAft>
                <a:spcPts val="0"/>
              </a:spcAft>
              <a:buSzPts val="3000"/>
              <a:buChar char="●"/>
              <a:defRPr sz="3000"/>
            </a:lvl1pPr>
            <a:lvl2pPr lvl="1" algn="l">
              <a:lnSpc>
                <a:spcPct val="100000"/>
              </a:lnSpc>
              <a:spcBef>
                <a:spcPts val="0"/>
              </a:spcBef>
              <a:spcAft>
                <a:spcPts val="0"/>
              </a:spcAft>
              <a:buSzPts val="3000"/>
              <a:buChar char="○"/>
              <a:defRPr sz="3000"/>
            </a:lvl2pPr>
            <a:lvl3pPr lvl="2" algn="l">
              <a:lnSpc>
                <a:spcPct val="100000"/>
              </a:lnSpc>
              <a:spcBef>
                <a:spcPts val="0"/>
              </a:spcBef>
              <a:spcAft>
                <a:spcPts val="0"/>
              </a:spcAft>
              <a:buSzPts val="3000"/>
              <a:buChar char="■"/>
              <a:defRPr sz="3000"/>
            </a:lvl3pPr>
            <a:lvl4pPr lvl="3" algn="l">
              <a:lnSpc>
                <a:spcPct val="100000"/>
              </a:lnSpc>
              <a:spcBef>
                <a:spcPts val="0"/>
              </a:spcBef>
              <a:spcAft>
                <a:spcPts val="0"/>
              </a:spcAft>
              <a:buSzPts val="3000"/>
              <a:buChar char="●"/>
              <a:defRPr sz="3000"/>
            </a:lvl4pPr>
            <a:lvl5pPr lvl="4" algn="l">
              <a:lnSpc>
                <a:spcPct val="100000"/>
              </a:lnSpc>
              <a:spcBef>
                <a:spcPts val="0"/>
              </a:spcBef>
              <a:spcAft>
                <a:spcPts val="0"/>
              </a:spcAft>
              <a:buSzPts val="3000"/>
              <a:buChar char="○"/>
              <a:defRPr sz="3000"/>
            </a:lvl5pPr>
            <a:lvl6pPr lvl="5" algn="l">
              <a:lnSpc>
                <a:spcPct val="100000"/>
              </a:lnSpc>
              <a:spcBef>
                <a:spcPts val="0"/>
              </a:spcBef>
              <a:spcAft>
                <a:spcPts val="0"/>
              </a:spcAft>
              <a:buSzPts val="3000"/>
              <a:buChar char="■"/>
              <a:defRPr sz="3000"/>
            </a:lvl6pPr>
            <a:lvl7pPr lvl="6" algn="l">
              <a:lnSpc>
                <a:spcPct val="100000"/>
              </a:lnSpc>
              <a:spcBef>
                <a:spcPts val="0"/>
              </a:spcBef>
              <a:spcAft>
                <a:spcPts val="0"/>
              </a:spcAft>
              <a:buSzPts val="3000"/>
              <a:buChar char="●"/>
              <a:defRPr sz="3000"/>
            </a:lvl7pPr>
            <a:lvl8pPr lvl="7" algn="l">
              <a:lnSpc>
                <a:spcPct val="100000"/>
              </a:lnSpc>
              <a:spcBef>
                <a:spcPts val="0"/>
              </a:spcBef>
              <a:spcAft>
                <a:spcPts val="0"/>
              </a:spcAft>
              <a:buSzPts val="3000"/>
              <a:buChar char="○"/>
              <a:defRPr sz="3000"/>
            </a:lvl8pPr>
            <a:lvl9pPr lvl="8" algn="l">
              <a:lnSpc>
                <a:spcPct val="100000"/>
              </a:lnSpc>
              <a:spcBef>
                <a:spcPts val="0"/>
              </a:spcBef>
              <a:spcAft>
                <a:spcPts val="0"/>
              </a:spcAft>
              <a:buSzPts val="3000"/>
              <a:buChar char="■"/>
              <a:defRPr sz="3000"/>
            </a:lvl9pPr>
          </a:lstStyle>
          <a:p/>
        </p:txBody>
      </p:sp>
      <p:sp>
        <p:nvSpPr>
          <p:cNvPr id="912" name="Google Shape;912;p108"/>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13" name="Google Shape;913;p108"/>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14" name="Google Shape;914;p108"/>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915" name="Google Shape;915;p108"/>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916" name="Shape 916"/>
        <p:cNvGrpSpPr/>
        <p:nvPr/>
      </p:nvGrpSpPr>
      <p:grpSpPr>
        <a:xfrm>
          <a:off x="0" y="0"/>
          <a:ext cx="0" cy="0"/>
          <a:chOff x="0" y="0"/>
          <a:chExt cx="0" cy="0"/>
        </a:xfrm>
      </p:grpSpPr>
      <p:sp>
        <p:nvSpPr>
          <p:cNvPr id="917" name="Google Shape;917;p109"/>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918" name="Google Shape;918;p10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919" name="Shape 919"/>
        <p:cNvGrpSpPr/>
        <p:nvPr/>
      </p:nvGrpSpPr>
      <p:grpSpPr>
        <a:xfrm>
          <a:off x="0" y="0"/>
          <a:ext cx="0" cy="0"/>
          <a:chOff x="0" y="0"/>
          <a:chExt cx="0" cy="0"/>
        </a:xfrm>
      </p:grpSpPr>
      <p:sp>
        <p:nvSpPr>
          <p:cNvPr id="920" name="Google Shape;920;p110"/>
          <p:cNvSpPr txBox="1"/>
          <p:nvPr>
            <p:ph idx="1" type="body"/>
          </p:nvPr>
        </p:nvSpPr>
        <p:spPr>
          <a:xfrm>
            <a:off x="311700" y="4080225"/>
            <a:ext cx="4027500" cy="926100"/>
          </a:xfrm>
          <a:prstGeom prst="rect">
            <a:avLst/>
          </a:prstGeom>
          <a:noFill/>
          <a:ln>
            <a:noFill/>
          </a:ln>
        </p:spPr>
        <p:txBody>
          <a:bodyPr anchorCtr="0" anchor="t" bIns="91425" lIns="0"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921" name="Google Shape;921;p110"/>
          <p:cNvSpPr/>
          <p:nvPr>
            <p:ph idx="2" type="pic"/>
          </p:nvPr>
        </p:nvSpPr>
        <p:spPr>
          <a:xfrm>
            <a:off x="4804825" y="1133300"/>
            <a:ext cx="4027500" cy="2392800"/>
          </a:xfrm>
          <a:prstGeom prst="rect">
            <a:avLst/>
          </a:prstGeom>
          <a:noFill/>
          <a:ln>
            <a:noFill/>
          </a:ln>
        </p:spPr>
      </p:sp>
      <p:sp>
        <p:nvSpPr>
          <p:cNvPr id="922" name="Google Shape;922;p110"/>
          <p:cNvSpPr/>
          <p:nvPr>
            <p:ph idx="3" type="pic"/>
          </p:nvPr>
        </p:nvSpPr>
        <p:spPr>
          <a:xfrm>
            <a:off x="311725" y="1133300"/>
            <a:ext cx="4027500" cy="2392800"/>
          </a:xfrm>
          <a:prstGeom prst="rect">
            <a:avLst/>
          </a:prstGeom>
          <a:noFill/>
          <a:ln>
            <a:noFill/>
          </a:ln>
        </p:spPr>
      </p:sp>
      <p:sp>
        <p:nvSpPr>
          <p:cNvPr id="923" name="Google Shape;923;p110"/>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24" name="Google Shape;924;p110"/>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925" name="Google Shape;925;p110"/>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926" name="Google Shape;926;p110"/>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27" name="Shape 927"/>
        <p:cNvGrpSpPr/>
        <p:nvPr/>
      </p:nvGrpSpPr>
      <p:grpSpPr>
        <a:xfrm>
          <a:off x="0" y="0"/>
          <a:ext cx="0" cy="0"/>
          <a:chOff x="0" y="0"/>
          <a:chExt cx="0" cy="0"/>
        </a:xfrm>
      </p:grpSpPr>
      <p:sp>
        <p:nvSpPr>
          <p:cNvPr id="928" name="Google Shape;928;p111"/>
          <p:cNvSpPr txBox="1"/>
          <p:nvPr>
            <p:ph idx="1" type="body"/>
          </p:nvPr>
        </p:nvSpPr>
        <p:spPr>
          <a:xfrm>
            <a:off x="311700" y="3911700"/>
            <a:ext cx="2627100" cy="1018500"/>
          </a:xfrm>
          <a:prstGeom prst="rect">
            <a:avLst/>
          </a:prstGeom>
          <a:noFill/>
          <a:ln>
            <a:noFill/>
          </a:ln>
        </p:spPr>
        <p:txBody>
          <a:bodyPr anchorCtr="0" anchor="t" bIns="91425" lIns="0"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929" name="Google Shape;929;p111"/>
          <p:cNvSpPr/>
          <p:nvPr>
            <p:ph idx="2" type="pic"/>
          </p:nvPr>
        </p:nvSpPr>
        <p:spPr>
          <a:xfrm>
            <a:off x="6205225" y="1128325"/>
            <a:ext cx="2627100" cy="2273100"/>
          </a:xfrm>
          <a:prstGeom prst="rect">
            <a:avLst/>
          </a:prstGeom>
          <a:noFill/>
          <a:ln>
            <a:noFill/>
          </a:ln>
        </p:spPr>
      </p:sp>
      <p:sp>
        <p:nvSpPr>
          <p:cNvPr id="930" name="Google Shape;930;p111"/>
          <p:cNvSpPr/>
          <p:nvPr>
            <p:ph idx="3" type="pic"/>
          </p:nvPr>
        </p:nvSpPr>
        <p:spPr>
          <a:xfrm>
            <a:off x="311725" y="1128325"/>
            <a:ext cx="2627100" cy="2273100"/>
          </a:xfrm>
          <a:prstGeom prst="rect">
            <a:avLst/>
          </a:prstGeom>
          <a:noFill/>
          <a:ln>
            <a:noFill/>
          </a:ln>
        </p:spPr>
      </p:sp>
      <p:sp>
        <p:nvSpPr>
          <p:cNvPr id="931" name="Google Shape;931;p111"/>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32" name="Google Shape;932;p111"/>
          <p:cNvSpPr/>
          <p:nvPr>
            <p:ph idx="5" type="pic"/>
          </p:nvPr>
        </p:nvSpPr>
        <p:spPr>
          <a:xfrm>
            <a:off x="3255250" y="1128325"/>
            <a:ext cx="2627100" cy="2273100"/>
          </a:xfrm>
          <a:prstGeom prst="rect">
            <a:avLst/>
          </a:prstGeom>
          <a:noFill/>
          <a:ln>
            <a:noFill/>
          </a:ln>
        </p:spPr>
      </p:sp>
      <p:sp>
        <p:nvSpPr>
          <p:cNvPr id="933" name="Google Shape;933;p111"/>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34" name="Google Shape;934;p111"/>
          <p:cNvSpPr txBox="1"/>
          <p:nvPr>
            <p:ph type="title"/>
          </p:nvPr>
        </p:nvSpPr>
        <p:spPr>
          <a:xfrm>
            <a:off x="311700" y="445025"/>
            <a:ext cx="8520600" cy="5727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935" name="Google Shape;935;p111"/>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936" name="Google Shape;936;p111"/>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937" name="Google Shape;937;p111"/>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38" name="Shape 938"/>
        <p:cNvGrpSpPr/>
        <p:nvPr/>
      </p:nvGrpSpPr>
      <p:grpSpPr>
        <a:xfrm>
          <a:off x="0" y="0"/>
          <a:ext cx="0" cy="0"/>
          <a:chOff x="0" y="0"/>
          <a:chExt cx="0" cy="0"/>
        </a:xfrm>
      </p:grpSpPr>
      <p:sp>
        <p:nvSpPr>
          <p:cNvPr id="939" name="Google Shape;939;p11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40" name="Shape 940"/>
        <p:cNvGrpSpPr/>
        <p:nvPr/>
      </p:nvGrpSpPr>
      <p:grpSpPr>
        <a:xfrm>
          <a:off x="0" y="0"/>
          <a:ext cx="0" cy="0"/>
          <a:chOff x="0" y="0"/>
          <a:chExt cx="0" cy="0"/>
        </a:xfrm>
      </p:grpSpPr>
      <p:sp>
        <p:nvSpPr>
          <p:cNvPr id="941" name="Google Shape;941;p113"/>
          <p:cNvSpPr/>
          <p:nvPr>
            <p:ph idx="2" type="pic"/>
          </p:nvPr>
        </p:nvSpPr>
        <p:spPr>
          <a:xfrm>
            <a:off x="3389600" y="118913"/>
            <a:ext cx="1643700" cy="1535100"/>
          </a:xfrm>
          <a:prstGeom prst="rect">
            <a:avLst/>
          </a:prstGeom>
          <a:noFill/>
          <a:ln>
            <a:noFill/>
          </a:ln>
        </p:spPr>
      </p:sp>
      <p:sp>
        <p:nvSpPr>
          <p:cNvPr id="942" name="Google Shape;942;p113"/>
          <p:cNvSpPr/>
          <p:nvPr>
            <p:ph idx="3" type="pic"/>
          </p:nvPr>
        </p:nvSpPr>
        <p:spPr>
          <a:xfrm>
            <a:off x="5195935" y="118913"/>
            <a:ext cx="1643700" cy="1535100"/>
          </a:xfrm>
          <a:prstGeom prst="rect">
            <a:avLst/>
          </a:prstGeom>
          <a:noFill/>
          <a:ln>
            <a:noFill/>
          </a:ln>
        </p:spPr>
      </p:sp>
      <p:sp>
        <p:nvSpPr>
          <p:cNvPr id="943" name="Google Shape;943;p113"/>
          <p:cNvSpPr/>
          <p:nvPr>
            <p:ph idx="4" type="pic"/>
          </p:nvPr>
        </p:nvSpPr>
        <p:spPr>
          <a:xfrm>
            <a:off x="7002270" y="118913"/>
            <a:ext cx="1643700" cy="1535100"/>
          </a:xfrm>
          <a:prstGeom prst="rect">
            <a:avLst/>
          </a:prstGeom>
          <a:noFill/>
          <a:ln>
            <a:noFill/>
          </a:ln>
        </p:spPr>
      </p:sp>
      <p:sp>
        <p:nvSpPr>
          <p:cNvPr id="944" name="Google Shape;944;p113"/>
          <p:cNvSpPr/>
          <p:nvPr>
            <p:ph idx="5" type="pic"/>
          </p:nvPr>
        </p:nvSpPr>
        <p:spPr>
          <a:xfrm>
            <a:off x="3389588" y="1804212"/>
            <a:ext cx="1643700" cy="1535100"/>
          </a:xfrm>
          <a:prstGeom prst="rect">
            <a:avLst/>
          </a:prstGeom>
          <a:noFill/>
          <a:ln>
            <a:noFill/>
          </a:ln>
        </p:spPr>
      </p:sp>
      <p:sp>
        <p:nvSpPr>
          <p:cNvPr id="945" name="Google Shape;945;p113"/>
          <p:cNvSpPr/>
          <p:nvPr>
            <p:ph idx="6" type="pic"/>
          </p:nvPr>
        </p:nvSpPr>
        <p:spPr>
          <a:xfrm>
            <a:off x="5195922" y="1804212"/>
            <a:ext cx="1643700" cy="1535100"/>
          </a:xfrm>
          <a:prstGeom prst="rect">
            <a:avLst/>
          </a:prstGeom>
          <a:noFill/>
          <a:ln>
            <a:noFill/>
          </a:ln>
        </p:spPr>
      </p:sp>
      <p:sp>
        <p:nvSpPr>
          <p:cNvPr id="946" name="Google Shape;946;p113"/>
          <p:cNvSpPr/>
          <p:nvPr>
            <p:ph idx="7" type="pic"/>
          </p:nvPr>
        </p:nvSpPr>
        <p:spPr>
          <a:xfrm>
            <a:off x="7002257" y="1804212"/>
            <a:ext cx="1643700" cy="1535100"/>
          </a:xfrm>
          <a:prstGeom prst="rect">
            <a:avLst/>
          </a:prstGeom>
          <a:noFill/>
          <a:ln>
            <a:noFill/>
          </a:ln>
        </p:spPr>
      </p:sp>
      <p:sp>
        <p:nvSpPr>
          <p:cNvPr id="947" name="Google Shape;947;p113"/>
          <p:cNvSpPr txBox="1"/>
          <p:nvPr>
            <p:ph type="title"/>
          </p:nvPr>
        </p:nvSpPr>
        <p:spPr>
          <a:xfrm>
            <a:off x="351550" y="445025"/>
            <a:ext cx="2596800" cy="1706400"/>
          </a:xfrm>
          <a:prstGeom prst="rect">
            <a:avLst/>
          </a:prstGeom>
          <a:noFill/>
          <a:ln>
            <a:noFill/>
          </a:ln>
        </p:spPr>
        <p:txBody>
          <a:bodyPr anchorCtr="0" anchor="t" bIns="0" lIns="0" spcFirstLastPara="1" rIns="91425" wrap="square" tIns="0">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948" name="Google Shape;948;p113"/>
          <p:cNvSpPr/>
          <p:nvPr>
            <p:ph idx="8" type="pic"/>
          </p:nvPr>
        </p:nvSpPr>
        <p:spPr>
          <a:xfrm>
            <a:off x="3389588" y="3489487"/>
            <a:ext cx="1643700" cy="1535100"/>
          </a:xfrm>
          <a:prstGeom prst="rect">
            <a:avLst/>
          </a:prstGeom>
          <a:noFill/>
          <a:ln>
            <a:noFill/>
          </a:ln>
        </p:spPr>
      </p:sp>
      <p:sp>
        <p:nvSpPr>
          <p:cNvPr id="949" name="Google Shape;949;p113"/>
          <p:cNvSpPr/>
          <p:nvPr>
            <p:ph idx="9" type="pic"/>
          </p:nvPr>
        </p:nvSpPr>
        <p:spPr>
          <a:xfrm>
            <a:off x="5195922" y="3489487"/>
            <a:ext cx="1643700" cy="1535100"/>
          </a:xfrm>
          <a:prstGeom prst="rect">
            <a:avLst/>
          </a:prstGeom>
          <a:noFill/>
          <a:ln>
            <a:noFill/>
          </a:ln>
        </p:spPr>
      </p:sp>
      <p:sp>
        <p:nvSpPr>
          <p:cNvPr id="950" name="Google Shape;950;p11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chemeClr val="accent3"/>
        </a:solidFill>
      </p:bgPr>
    </p:bg>
    <p:spTree>
      <p:nvGrpSpPr>
        <p:cNvPr id="951" name="Shape 951"/>
        <p:cNvGrpSpPr/>
        <p:nvPr/>
      </p:nvGrpSpPr>
      <p:grpSpPr>
        <a:xfrm>
          <a:off x="0" y="0"/>
          <a:ext cx="0" cy="0"/>
          <a:chOff x="0" y="0"/>
          <a:chExt cx="0" cy="0"/>
        </a:xfrm>
      </p:grpSpPr>
      <p:grpSp>
        <p:nvGrpSpPr>
          <p:cNvPr id="952" name="Google Shape;952;p114"/>
          <p:cNvGrpSpPr/>
          <p:nvPr/>
        </p:nvGrpSpPr>
        <p:grpSpPr>
          <a:xfrm>
            <a:off x="7343003" y="3409675"/>
            <a:ext cx="1691422" cy="1732548"/>
            <a:chOff x="7343003" y="3409675"/>
            <a:chExt cx="1691422" cy="1732548"/>
          </a:xfrm>
        </p:grpSpPr>
        <p:grpSp>
          <p:nvGrpSpPr>
            <p:cNvPr id="953" name="Google Shape;953;p114"/>
            <p:cNvGrpSpPr/>
            <p:nvPr/>
          </p:nvGrpSpPr>
          <p:grpSpPr>
            <a:xfrm>
              <a:off x="7343003" y="4453711"/>
              <a:ext cx="316800" cy="688512"/>
              <a:chOff x="7343003" y="4453711"/>
              <a:chExt cx="316800" cy="688512"/>
            </a:xfrm>
          </p:grpSpPr>
          <p:sp>
            <p:nvSpPr>
              <p:cNvPr id="954" name="Google Shape;954;p114"/>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14"/>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6" name="Google Shape;956;p114"/>
            <p:cNvGrpSpPr/>
            <p:nvPr/>
          </p:nvGrpSpPr>
          <p:grpSpPr>
            <a:xfrm>
              <a:off x="7801210" y="4105700"/>
              <a:ext cx="316800" cy="1036523"/>
              <a:chOff x="7801210" y="4105700"/>
              <a:chExt cx="316800" cy="1036523"/>
            </a:xfrm>
          </p:grpSpPr>
          <p:sp>
            <p:nvSpPr>
              <p:cNvPr id="957" name="Google Shape;957;p114"/>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14"/>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14"/>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0" name="Google Shape;960;p114"/>
            <p:cNvGrpSpPr/>
            <p:nvPr/>
          </p:nvGrpSpPr>
          <p:grpSpPr>
            <a:xfrm>
              <a:off x="8259418" y="3757688"/>
              <a:ext cx="316800" cy="1384535"/>
              <a:chOff x="8259418" y="3757688"/>
              <a:chExt cx="316800" cy="1384535"/>
            </a:xfrm>
          </p:grpSpPr>
          <p:sp>
            <p:nvSpPr>
              <p:cNvPr id="961" name="Google Shape;961;p114"/>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14"/>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14"/>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14"/>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5" name="Google Shape;965;p114"/>
            <p:cNvGrpSpPr/>
            <p:nvPr/>
          </p:nvGrpSpPr>
          <p:grpSpPr>
            <a:xfrm>
              <a:off x="8717625" y="3409675"/>
              <a:ext cx="316800" cy="1732548"/>
              <a:chOff x="8717625" y="3409675"/>
              <a:chExt cx="316800" cy="1732548"/>
            </a:xfrm>
          </p:grpSpPr>
          <p:sp>
            <p:nvSpPr>
              <p:cNvPr id="966" name="Google Shape;966;p114"/>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14"/>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14"/>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14"/>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14"/>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971" name="Google Shape;971;p114"/>
          <p:cNvGrpSpPr/>
          <p:nvPr/>
        </p:nvGrpSpPr>
        <p:grpSpPr>
          <a:xfrm>
            <a:off x="5043503" y="0"/>
            <a:ext cx="3814072" cy="3839102"/>
            <a:chOff x="5043503" y="0"/>
            <a:chExt cx="3814072" cy="3839102"/>
          </a:xfrm>
        </p:grpSpPr>
        <p:sp>
          <p:nvSpPr>
            <p:cNvPr id="972" name="Google Shape;972;p114"/>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14"/>
            <p:cNvSpPr/>
            <p:nvPr/>
          </p:nvSpPr>
          <p:spPr>
            <a:xfrm rot="-9830444">
              <a:off x="6469759" y="3480727"/>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74" name="Google Shape;974;p114"/>
            <p:cNvGrpSpPr/>
            <p:nvPr/>
          </p:nvGrpSpPr>
          <p:grpSpPr>
            <a:xfrm>
              <a:off x="7647815" y="2704283"/>
              <a:ext cx="635220" cy="635219"/>
              <a:chOff x="6725724" y="2701260"/>
              <a:chExt cx="1208101" cy="1208100"/>
            </a:xfrm>
          </p:grpSpPr>
          <p:sp>
            <p:nvSpPr>
              <p:cNvPr id="975" name="Google Shape;975;p114"/>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14"/>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14"/>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8" name="Google Shape;978;p114"/>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79" name="Google Shape;979;p114"/>
            <p:cNvGrpSpPr/>
            <p:nvPr/>
          </p:nvGrpSpPr>
          <p:grpSpPr>
            <a:xfrm>
              <a:off x="7952718" y="179238"/>
              <a:ext cx="873165" cy="873002"/>
              <a:chOff x="7754428" y="208725"/>
              <a:chExt cx="541800" cy="541800"/>
            </a:xfrm>
          </p:grpSpPr>
          <p:sp>
            <p:nvSpPr>
              <p:cNvPr id="980" name="Google Shape;980;p114"/>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14"/>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2" name="Google Shape;982;p114"/>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14"/>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14"/>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14"/>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14"/>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14"/>
            <p:cNvSpPr/>
            <p:nvPr/>
          </p:nvSpPr>
          <p:spPr>
            <a:xfrm rot="-9830444">
              <a:off x="6469759" y="3480726"/>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8" name="Google Shape;988;p114"/>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89" name="Google Shape;989;p114"/>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990" name="Google Shape;990;p11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3">
    <p:spTree>
      <p:nvGrpSpPr>
        <p:cNvPr id="991" name="Shape 991"/>
        <p:cNvGrpSpPr/>
        <p:nvPr/>
      </p:nvGrpSpPr>
      <p:grpSpPr>
        <a:xfrm>
          <a:off x="0" y="0"/>
          <a:ext cx="0" cy="0"/>
          <a:chOff x="0" y="0"/>
          <a:chExt cx="0" cy="0"/>
        </a:xfrm>
      </p:grpSpPr>
      <p:sp>
        <p:nvSpPr>
          <p:cNvPr id="992" name="Google Shape;992;p11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993" name="Google Shape;993;p11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994" name="Google Shape;994;p11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2.xml"/><Relationship Id="rId42" Type="http://schemas.openxmlformats.org/officeDocument/2006/relationships/slideLayout" Target="../slideLayouts/slideLayout54.xml"/><Relationship Id="rId41" Type="http://schemas.openxmlformats.org/officeDocument/2006/relationships/slideLayout" Target="../slideLayouts/slideLayout53.xml"/><Relationship Id="rId44" Type="http://schemas.openxmlformats.org/officeDocument/2006/relationships/slideLayout" Target="../slideLayouts/slideLayout56.xml"/><Relationship Id="rId43" Type="http://schemas.openxmlformats.org/officeDocument/2006/relationships/slideLayout" Target="../slideLayouts/slideLayout55.xml"/><Relationship Id="rId46" Type="http://schemas.openxmlformats.org/officeDocument/2006/relationships/slideLayout" Target="../slideLayouts/slideLayout58.xml"/><Relationship Id="rId45" Type="http://schemas.openxmlformats.org/officeDocument/2006/relationships/slideLayout" Target="../slideLayouts/slideLayout57.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48" Type="http://schemas.openxmlformats.org/officeDocument/2006/relationships/slideLayout" Target="../slideLayouts/slideLayout60.xml"/><Relationship Id="rId47" Type="http://schemas.openxmlformats.org/officeDocument/2006/relationships/slideLayout" Target="../slideLayouts/slideLayout59.xml"/><Relationship Id="rId49" Type="http://schemas.openxmlformats.org/officeDocument/2006/relationships/slideLayout" Target="../slideLayouts/slideLayout6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33" Type="http://schemas.openxmlformats.org/officeDocument/2006/relationships/slideLayout" Target="../slideLayouts/slideLayout45.xml"/><Relationship Id="rId32" Type="http://schemas.openxmlformats.org/officeDocument/2006/relationships/slideLayout" Target="../slideLayouts/slideLayout44.xml"/><Relationship Id="rId35" Type="http://schemas.openxmlformats.org/officeDocument/2006/relationships/slideLayout" Target="../slideLayouts/slideLayout47.xml"/><Relationship Id="rId34" Type="http://schemas.openxmlformats.org/officeDocument/2006/relationships/slideLayout" Target="../slideLayouts/slideLayout46.xml"/><Relationship Id="rId37" Type="http://schemas.openxmlformats.org/officeDocument/2006/relationships/slideLayout" Target="../slideLayouts/slideLayout49.xml"/><Relationship Id="rId36" Type="http://schemas.openxmlformats.org/officeDocument/2006/relationships/slideLayout" Target="../slideLayouts/slideLayout48.xml"/><Relationship Id="rId39" Type="http://schemas.openxmlformats.org/officeDocument/2006/relationships/slideLayout" Target="../slideLayouts/slideLayout51.xml"/><Relationship Id="rId38" Type="http://schemas.openxmlformats.org/officeDocument/2006/relationships/slideLayout" Target="../slideLayouts/slideLayout50.xml"/><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29" Type="http://schemas.openxmlformats.org/officeDocument/2006/relationships/slideLayout" Target="../slideLayouts/slideLayout41.xml"/><Relationship Id="rId50" Type="http://schemas.openxmlformats.org/officeDocument/2006/relationships/theme" Target="../theme/theme1.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1.xml"/><Relationship Id="rId42" Type="http://schemas.openxmlformats.org/officeDocument/2006/relationships/slideLayout" Target="../slideLayouts/slideLayout103.xml"/><Relationship Id="rId41" Type="http://schemas.openxmlformats.org/officeDocument/2006/relationships/slideLayout" Target="../slideLayouts/slideLayout102.xml"/><Relationship Id="rId44" Type="http://schemas.openxmlformats.org/officeDocument/2006/relationships/slideLayout" Target="../slideLayouts/slideLayout105.xml"/><Relationship Id="rId43" Type="http://schemas.openxmlformats.org/officeDocument/2006/relationships/slideLayout" Target="../slideLayouts/slideLayout104.xml"/><Relationship Id="rId46" Type="http://schemas.openxmlformats.org/officeDocument/2006/relationships/slideLayout" Target="../slideLayouts/slideLayout107.xml"/><Relationship Id="rId45" Type="http://schemas.openxmlformats.org/officeDocument/2006/relationships/slideLayout" Target="../slideLayouts/slideLayout106.xml"/><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9" Type="http://schemas.openxmlformats.org/officeDocument/2006/relationships/slideLayout" Target="../slideLayouts/slideLayout70.xml"/><Relationship Id="rId48" Type="http://schemas.openxmlformats.org/officeDocument/2006/relationships/slideLayout" Target="../slideLayouts/slideLayout109.xml"/><Relationship Id="rId47" Type="http://schemas.openxmlformats.org/officeDocument/2006/relationships/slideLayout" Target="../slideLayouts/slideLayout108.xml"/><Relationship Id="rId49" Type="http://schemas.openxmlformats.org/officeDocument/2006/relationships/slideLayout" Target="../slideLayouts/slideLayout110.xml"/><Relationship Id="rId5" Type="http://schemas.openxmlformats.org/officeDocument/2006/relationships/slideLayout" Target="../slideLayouts/slideLayout66.xml"/><Relationship Id="rId6" Type="http://schemas.openxmlformats.org/officeDocument/2006/relationships/slideLayout" Target="../slideLayouts/slideLayout67.xml"/><Relationship Id="rId7" Type="http://schemas.openxmlformats.org/officeDocument/2006/relationships/slideLayout" Target="../slideLayouts/slideLayout68.xml"/><Relationship Id="rId8" Type="http://schemas.openxmlformats.org/officeDocument/2006/relationships/slideLayout" Target="../slideLayouts/slideLayout69.xml"/><Relationship Id="rId31" Type="http://schemas.openxmlformats.org/officeDocument/2006/relationships/slideLayout" Target="../slideLayouts/slideLayout92.xml"/><Relationship Id="rId30" Type="http://schemas.openxmlformats.org/officeDocument/2006/relationships/slideLayout" Target="../slideLayouts/slideLayout91.xml"/><Relationship Id="rId33" Type="http://schemas.openxmlformats.org/officeDocument/2006/relationships/slideLayout" Target="../slideLayouts/slideLayout94.xml"/><Relationship Id="rId32" Type="http://schemas.openxmlformats.org/officeDocument/2006/relationships/slideLayout" Target="../slideLayouts/slideLayout93.xml"/><Relationship Id="rId35" Type="http://schemas.openxmlformats.org/officeDocument/2006/relationships/slideLayout" Target="../slideLayouts/slideLayout96.xml"/><Relationship Id="rId34" Type="http://schemas.openxmlformats.org/officeDocument/2006/relationships/slideLayout" Target="../slideLayouts/slideLayout95.xml"/><Relationship Id="rId37" Type="http://schemas.openxmlformats.org/officeDocument/2006/relationships/slideLayout" Target="../slideLayouts/slideLayout98.xml"/><Relationship Id="rId36" Type="http://schemas.openxmlformats.org/officeDocument/2006/relationships/slideLayout" Target="../slideLayouts/slideLayout97.xml"/><Relationship Id="rId39" Type="http://schemas.openxmlformats.org/officeDocument/2006/relationships/slideLayout" Target="../slideLayouts/slideLayout100.xml"/><Relationship Id="rId38" Type="http://schemas.openxmlformats.org/officeDocument/2006/relationships/slideLayout" Target="../slideLayouts/slideLayout99.xml"/><Relationship Id="rId20" Type="http://schemas.openxmlformats.org/officeDocument/2006/relationships/slideLayout" Target="../slideLayouts/slideLayout81.xml"/><Relationship Id="rId22" Type="http://schemas.openxmlformats.org/officeDocument/2006/relationships/slideLayout" Target="../slideLayouts/slideLayout83.xml"/><Relationship Id="rId21" Type="http://schemas.openxmlformats.org/officeDocument/2006/relationships/slideLayout" Target="../slideLayouts/slideLayout82.xml"/><Relationship Id="rId24" Type="http://schemas.openxmlformats.org/officeDocument/2006/relationships/slideLayout" Target="../slideLayouts/slideLayout85.xml"/><Relationship Id="rId23" Type="http://schemas.openxmlformats.org/officeDocument/2006/relationships/slideLayout" Target="../slideLayouts/slideLayout84.xml"/><Relationship Id="rId26" Type="http://schemas.openxmlformats.org/officeDocument/2006/relationships/slideLayout" Target="../slideLayouts/slideLayout87.xml"/><Relationship Id="rId25" Type="http://schemas.openxmlformats.org/officeDocument/2006/relationships/slideLayout" Target="../slideLayouts/slideLayout86.xml"/><Relationship Id="rId28" Type="http://schemas.openxmlformats.org/officeDocument/2006/relationships/slideLayout" Target="../slideLayouts/slideLayout89.xml"/><Relationship Id="rId27" Type="http://schemas.openxmlformats.org/officeDocument/2006/relationships/slideLayout" Target="../slideLayouts/slideLayout88.xml"/><Relationship Id="rId29" Type="http://schemas.openxmlformats.org/officeDocument/2006/relationships/slideLayout" Target="../slideLayouts/slideLayout90.xml"/><Relationship Id="rId51" Type="http://schemas.openxmlformats.org/officeDocument/2006/relationships/slideLayout" Target="../slideLayouts/slideLayout112.xml"/><Relationship Id="rId50" Type="http://schemas.openxmlformats.org/officeDocument/2006/relationships/slideLayout" Target="../slideLayouts/slideLayout111.xml"/><Relationship Id="rId52" Type="http://schemas.openxmlformats.org/officeDocument/2006/relationships/theme" Target="../theme/theme3.xml"/><Relationship Id="rId11" Type="http://schemas.openxmlformats.org/officeDocument/2006/relationships/slideLayout" Target="../slideLayouts/slideLayout72.xml"/><Relationship Id="rId10" Type="http://schemas.openxmlformats.org/officeDocument/2006/relationships/slideLayout" Target="../slideLayouts/slideLayout71.xml"/><Relationship Id="rId13" Type="http://schemas.openxmlformats.org/officeDocument/2006/relationships/slideLayout" Target="../slideLayouts/slideLayout74.xml"/><Relationship Id="rId12" Type="http://schemas.openxmlformats.org/officeDocument/2006/relationships/slideLayout" Target="../slideLayouts/slideLayout73.xml"/><Relationship Id="rId15" Type="http://schemas.openxmlformats.org/officeDocument/2006/relationships/slideLayout" Target="../slideLayouts/slideLayout76.xml"/><Relationship Id="rId14" Type="http://schemas.openxmlformats.org/officeDocument/2006/relationships/slideLayout" Target="../slideLayouts/slideLayout75.xml"/><Relationship Id="rId17" Type="http://schemas.openxmlformats.org/officeDocument/2006/relationships/slideLayout" Target="../slideLayouts/slideLayout78.xml"/><Relationship Id="rId16" Type="http://schemas.openxmlformats.org/officeDocument/2006/relationships/slideLayout" Target="../slideLayouts/slideLayout77.xml"/><Relationship Id="rId19" Type="http://schemas.openxmlformats.org/officeDocument/2006/relationships/slideLayout" Target="../slideLayouts/slideLayout80.xml"/><Relationship Id="rId1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1" name="Shape 51"/>
        <p:cNvGrpSpPr/>
        <p:nvPr/>
      </p:nvGrpSpPr>
      <p:grpSpPr>
        <a:xfrm>
          <a:off x="0" y="0"/>
          <a:ext cx="0" cy="0"/>
          <a:chOff x="0" y="0"/>
          <a:chExt cx="0" cy="0"/>
        </a:xfrm>
      </p:grpSpPr>
      <p:sp>
        <p:nvSpPr>
          <p:cNvPr id="52" name="Google Shape;52;p14"/>
          <p:cNvSpPr txBox="1"/>
          <p:nvPr>
            <p:ph idx="1" type="body"/>
          </p:nvPr>
        </p:nvSpPr>
        <p:spPr>
          <a:xfrm>
            <a:off x="228600" y="1833125"/>
            <a:ext cx="5760600" cy="3460200"/>
          </a:xfrm>
          <a:prstGeom prst="rect">
            <a:avLst/>
          </a:prstGeom>
          <a:noFill/>
          <a:ln>
            <a:noFill/>
          </a:ln>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lnSpc>
                <a:spcPct val="115000"/>
              </a:lnSpc>
              <a:spcBef>
                <a:spcPts val="800"/>
              </a:spcBef>
              <a:spcAft>
                <a:spcPts val="80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
        <p:nvSpPr>
          <p:cNvPr id="53" name="Google Shape;53;p14"/>
          <p:cNvSpPr txBox="1"/>
          <p:nvPr>
            <p:ph type="title"/>
          </p:nvPr>
        </p:nvSpPr>
        <p:spPr>
          <a:xfrm>
            <a:off x="228600" y="256925"/>
            <a:ext cx="8628300" cy="587700"/>
          </a:xfrm>
          <a:prstGeom prst="rect">
            <a:avLst/>
          </a:prstGeom>
          <a:noFill/>
          <a:ln>
            <a:noFill/>
          </a:ln>
        </p:spPr>
        <p:txBody>
          <a:bodyPr anchorCtr="0" anchor="t" bIns="0" lIns="0" spcFirstLastPara="1" rIns="91425" wrap="square" tIns="0">
            <a:spAutoFit/>
          </a:bodyPr>
          <a:lstStyle>
            <a:lvl1pPr lvl="0">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9pPr>
          </a:lstStyle>
          <a:p/>
        </p:txBody>
      </p:sp>
      <p:sp>
        <p:nvSpPr>
          <p:cNvPr id="54" name="Google Shape;54;p14"/>
          <p:cNvSpPr txBox="1"/>
          <p:nvPr>
            <p:ph idx="2" type="body"/>
          </p:nvPr>
        </p:nvSpPr>
        <p:spPr>
          <a:xfrm>
            <a:off x="4028050" y="1866850"/>
            <a:ext cx="3640800" cy="24246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474">
          <p15:clr>
            <a:srgbClr val="E46962"/>
          </p15:clr>
        </p15:guide>
        <p15:guide id="2" pos="1548">
          <p15:clr>
            <a:srgbClr val="E46962"/>
          </p15:clr>
        </p15:guide>
        <p15:guide id="3" pos="2842">
          <p15:clr>
            <a:srgbClr val="E46962"/>
          </p15:clr>
        </p15:guide>
        <p15:guide id="4" pos="2916">
          <p15:clr>
            <a:srgbClr val="E46962"/>
          </p15:clr>
        </p15:guide>
        <p15:guide id="5" pos="4211">
          <p15:clr>
            <a:srgbClr val="E46962"/>
          </p15:clr>
        </p15:guide>
        <p15:guide id="6" pos="4285">
          <p15:clr>
            <a:srgbClr val="E46962"/>
          </p15:clr>
        </p15:guide>
        <p15:guide id="7" pos="1926">
          <p15:clr>
            <a:srgbClr val="E46962"/>
          </p15:clr>
        </p15:guide>
        <p15:guide id="8" pos="2007">
          <p15:clr>
            <a:srgbClr val="E46962"/>
          </p15:clr>
        </p15:guide>
        <p15:guide id="9" pos="3753">
          <p15:clr>
            <a:srgbClr val="E46962"/>
          </p15:clr>
        </p15:guide>
        <p15:guide id="10" pos="3833">
          <p15:clr>
            <a:srgbClr val="E46962"/>
          </p15:clr>
        </p15:guide>
        <p15:guide id="11" orient="horz" pos="299">
          <p15:clr>
            <a:srgbClr val="E46962"/>
          </p15:clr>
        </p15:guide>
        <p15:guide id="12" orient="horz" pos="907">
          <p15:clr>
            <a:srgbClr val="E46962"/>
          </p15:clr>
        </p15:guide>
        <p15:guide id="13" orient="horz" pos="981">
          <p15:clr>
            <a:srgbClr val="E46962"/>
          </p15:clr>
        </p15:guide>
        <p15:guide id="14" orient="horz" pos="1583">
          <p15:clr>
            <a:srgbClr val="E46962"/>
          </p15:clr>
        </p15:guide>
        <p15:guide id="15" orient="horz" pos="1657">
          <p15:clr>
            <a:srgbClr val="E46962"/>
          </p15:clr>
        </p15:guide>
        <p15:guide id="16" orient="horz" pos="2259">
          <p15:clr>
            <a:srgbClr val="E46962"/>
          </p15:clr>
        </p15:guide>
        <p15:guide id="17" orient="horz" pos="2333">
          <p15:clr>
            <a:srgbClr val="E46962"/>
          </p15:clr>
        </p15:guide>
        <p15:guide id="18" orient="horz" pos="2941">
          <p15:clr>
            <a:srgbClr val="E46962"/>
          </p15:clr>
        </p15:guide>
        <p15:guide id="19" pos="179">
          <p15:clr>
            <a:srgbClr val="E46962"/>
          </p15:clr>
        </p15:guide>
        <p15:guide id="20" orient="horz" pos="180">
          <p15:clr>
            <a:srgbClr val="E46962"/>
          </p15:clr>
        </p15:guide>
        <p15:guide id="21" orient="horz" pos="3061">
          <p15:clr>
            <a:srgbClr val="E46962"/>
          </p15:clr>
        </p15:guide>
        <p15:guide id="22" pos="5579">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1" name="Shape 501"/>
        <p:cNvGrpSpPr/>
        <p:nvPr/>
      </p:nvGrpSpPr>
      <p:grpSpPr>
        <a:xfrm>
          <a:off x="0" y="0"/>
          <a:ext cx="0" cy="0"/>
          <a:chOff x="0" y="0"/>
          <a:chExt cx="0" cy="0"/>
        </a:xfrm>
      </p:grpSpPr>
      <p:sp>
        <p:nvSpPr>
          <p:cNvPr id="502" name="Google Shape;502;p64"/>
          <p:cNvSpPr txBox="1"/>
          <p:nvPr>
            <p:ph idx="1" type="body"/>
          </p:nvPr>
        </p:nvSpPr>
        <p:spPr>
          <a:xfrm>
            <a:off x="228600" y="1833125"/>
            <a:ext cx="5760600" cy="3460200"/>
          </a:xfrm>
          <a:prstGeom prst="rect">
            <a:avLst/>
          </a:prstGeom>
          <a:noFill/>
          <a:ln>
            <a:noFill/>
          </a:ln>
        </p:spPr>
        <p:txBody>
          <a:bodyPr anchorCtr="0" anchor="t" bIns="91425" lIns="0" spcFirstLastPara="1" rIns="91425" wrap="square" tIns="91425">
            <a:noAutofit/>
          </a:bodyPr>
          <a:lstStyle>
            <a:lvl1pPr indent="-292100" lvl="0" marL="457200" marR="0" algn="l">
              <a:lnSpc>
                <a:spcPct val="115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1pPr>
            <a:lvl2pPr indent="-292100" lvl="1" marL="9144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2pPr>
            <a:lvl3pPr indent="-292100" lvl="2" marL="13716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3pPr>
            <a:lvl4pPr indent="-292100" lvl="3" marL="18288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4pPr>
            <a:lvl5pPr indent="-292100" lvl="4" marL="22860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5pPr>
            <a:lvl6pPr indent="-292100" lvl="5" marL="27432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6pPr>
            <a:lvl7pPr indent="-292100" lvl="6" marL="32004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7pPr>
            <a:lvl8pPr indent="-292100" lvl="7" marL="3657600" marR="0" algn="l">
              <a:lnSpc>
                <a:spcPct val="115000"/>
              </a:lnSpc>
              <a:spcBef>
                <a:spcPts val="80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8pPr>
            <a:lvl9pPr indent="-292100" lvl="8" marL="4114800" marR="0" algn="l">
              <a:lnSpc>
                <a:spcPct val="115000"/>
              </a:lnSpc>
              <a:spcBef>
                <a:spcPts val="800"/>
              </a:spcBef>
              <a:spcAft>
                <a:spcPts val="80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9pPr>
          </a:lstStyle>
          <a:p/>
        </p:txBody>
      </p:sp>
      <p:sp>
        <p:nvSpPr>
          <p:cNvPr id="503" name="Google Shape;503;p64"/>
          <p:cNvSpPr txBox="1"/>
          <p:nvPr>
            <p:ph type="title"/>
          </p:nvPr>
        </p:nvSpPr>
        <p:spPr>
          <a:xfrm>
            <a:off x="228600" y="256925"/>
            <a:ext cx="8628300" cy="587700"/>
          </a:xfrm>
          <a:prstGeom prst="rect">
            <a:avLst/>
          </a:prstGeom>
          <a:noFill/>
          <a:ln>
            <a:noFill/>
          </a:ln>
        </p:spPr>
        <p:txBody>
          <a:bodyPr anchorCtr="0" anchor="t" bIns="0" lIns="0" spcFirstLastPara="1" rIns="91425" wrap="square" tIns="0">
            <a:spAutoFit/>
          </a:bodyPr>
          <a:lstStyle>
            <a:lvl1pPr lvl="0"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1pPr>
            <a:lvl2pPr lvl="1"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2pPr>
            <a:lvl3pPr lvl="2"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3pPr>
            <a:lvl4pPr lvl="3"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4pPr>
            <a:lvl5pPr lvl="4"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5pPr>
            <a:lvl6pPr lvl="5"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6pPr>
            <a:lvl7pPr lvl="6"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7pPr>
            <a:lvl8pPr lvl="7"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8pPr>
            <a:lvl9pPr lvl="8" marR="0" algn="l">
              <a:lnSpc>
                <a:spcPct val="100000"/>
              </a:lnSpc>
              <a:spcBef>
                <a:spcPts val="0"/>
              </a:spcBef>
              <a:spcAft>
                <a:spcPts val="0"/>
              </a:spcAft>
              <a:buClr>
                <a:srgbClr val="000000"/>
              </a:buClr>
              <a:buSzPts val="4800"/>
              <a:buFont typeface="Arial"/>
              <a:buNone/>
              <a:defRPr b="0" i="0" sz="4800" u="none" cap="none" strike="noStrike">
                <a:solidFill>
                  <a:schemeClr val="lt1"/>
                </a:solidFill>
                <a:latin typeface="Instrument Sans SemiBold"/>
                <a:ea typeface="Instrument Sans SemiBold"/>
                <a:cs typeface="Instrument Sans SemiBold"/>
                <a:sym typeface="Instrument Sans SemiBold"/>
              </a:defRPr>
            </a:lvl9pPr>
          </a:lstStyle>
          <a:p/>
        </p:txBody>
      </p:sp>
      <p:sp>
        <p:nvSpPr>
          <p:cNvPr id="504" name="Google Shape;504;p64"/>
          <p:cNvSpPr txBox="1"/>
          <p:nvPr>
            <p:ph idx="2" type="body"/>
          </p:nvPr>
        </p:nvSpPr>
        <p:spPr>
          <a:xfrm>
            <a:off x="4028050" y="1866850"/>
            <a:ext cx="3640800" cy="2424600"/>
          </a:xfrm>
          <a:prstGeom prst="rect">
            <a:avLst/>
          </a:prstGeom>
          <a:noFill/>
          <a:ln>
            <a:noFill/>
          </a:ln>
        </p:spPr>
        <p:txBody>
          <a:bodyPr anchorCtr="0" anchor="t" bIns="91425" lIns="91425" spcFirstLastPara="1" rIns="91425" wrap="square" tIns="91425">
            <a:noAutofit/>
          </a:bodyPr>
          <a:lstStyle>
            <a:lvl1pPr indent="-292100" lvl="0" marL="4572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1pPr>
            <a:lvl2pPr indent="-292100" lvl="1" marL="9144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2pPr>
            <a:lvl3pPr indent="-292100" lvl="2" marL="13716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3pPr>
            <a:lvl4pPr indent="-292100" lvl="3" marL="18288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4pPr>
            <a:lvl5pPr indent="-292100" lvl="4" marL="22860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5pPr>
            <a:lvl6pPr indent="-292100" lvl="5" marL="27432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6pPr>
            <a:lvl7pPr indent="-292100" lvl="6" marL="32004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7pPr>
            <a:lvl8pPr indent="-292100" lvl="7" marL="36576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8pPr>
            <a:lvl9pPr indent="-292100" lvl="8" marL="4114800" marR="0" algn="l">
              <a:lnSpc>
                <a:spcPct val="100000"/>
              </a:lnSpc>
              <a:spcBef>
                <a:spcPts val="0"/>
              </a:spcBef>
              <a:spcAft>
                <a:spcPts val="0"/>
              </a:spcAft>
              <a:buClr>
                <a:schemeClr val="lt1"/>
              </a:buClr>
              <a:buSzPts val="1000"/>
              <a:buFont typeface="Instrument Sans"/>
              <a:buChar char="■"/>
              <a:defRPr b="0" i="0" sz="1000" u="none" cap="none" strike="noStrike">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 id="2147483755" r:id="rId47"/>
    <p:sldLayoutId id="2147483756" r:id="rId48"/>
    <p:sldLayoutId id="2147483757" r:id="rId49"/>
    <p:sldLayoutId id="2147483758" r:id="rId50"/>
    <p:sldLayoutId id="2147483759"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474">
          <p15:clr>
            <a:srgbClr val="E46962"/>
          </p15:clr>
        </p15:guide>
        <p15:guide id="2" pos="1548">
          <p15:clr>
            <a:srgbClr val="E46962"/>
          </p15:clr>
        </p15:guide>
        <p15:guide id="3" pos="2842">
          <p15:clr>
            <a:srgbClr val="E46962"/>
          </p15:clr>
        </p15:guide>
        <p15:guide id="4" pos="2916">
          <p15:clr>
            <a:srgbClr val="E46962"/>
          </p15:clr>
        </p15:guide>
        <p15:guide id="5" pos="4211">
          <p15:clr>
            <a:srgbClr val="E46962"/>
          </p15:clr>
        </p15:guide>
        <p15:guide id="6" pos="4285">
          <p15:clr>
            <a:srgbClr val="E46962"/>
          </p15:clr>
        </p15:guide>
        <p15:guide id="7" pos="1926">
          <p15:clr>
            <a:srgbClr val="E46962"/>
          </p15:clr>
        </p15:guide>
        <p15:guide id="8" pos="2007">
          <p15:clr>
            <a:srgbClr val="E46962"/>
          </p15:clr>
        </p15:guide>
        <p15:guide id="9" pos="3753">
          <p15:clr>
            <a:srgbClr val="E46962"/>
          </p15:clr>
        </p15:guide>
        <p15:guide id="10" pos="3833">
          <p15:clr>
            <a:srgbClr val="E46962"/>
          </p15:clr>
        </p15:guide>
        <p15:guide id="11" orient="horz" pos="299">
          <p15:clr>
            <a:srgbClr val="E46962"/>
          </p15:clr>
        </p15:guide>
        <p15:guide id="12" orient="horz" pos="907">
          <p15:clr>
            <a:srgbClr val="E46962"/>
          </p15:clr>
        </p15:guide>
        <p15:guide id="13" orient="horz" pos="981">
          <p15:clr>
            <a:srgbClr val="E46962"/>
          </p15:clr>
        </p15:guide>
        <p15:guide id="14" orient="horz" pos="1583">
          <p15:clr>
            <a:srgbClr val="E46962"/>
          </p15:clr>
        </p15:guide>
        <p15:guide id="15" orient="horz" pos="1657">
          <p15:clr>
            <a:srgbClr val="E46962"/>
          </p15:clr>
        </p15:guide>
        <p15:guide id="16" orient="horz" pos="2259">
          <p15:clr>
            <a:srgbClr val="E46962"/>
          </p15:clr>
        </p15:guide>
        <p15:guide id="17" orient="horz" pos="2333">
          <p15:clr>
            <a:srgbClr val="E46962"/>
          </p15:clr>
        </p15:guide>
        <p15:guide id="18" orient="horz" pos="2941">
          <p15:clr>
            <a:srgbClr val="E46962"/>
          </p15:clr>
        </p15:guide>
        <p15:guide id="19" pos="179">
          <p15:clr>
            <a:srgbClr val="E46962"/>
          </p15:clr>
        </p15:guide>
        <p15:guide id="20" orient="horz" pos="180">
          <p15:clr>
            <a:srgbClr val="E46962"/>
          </p15:clr>
        </p15:guide>
        <p15:guide id="21" orient="horz" pos="3061">
          <p15:clr>
            <a:srgbClr val="E46962"/>
          </p15:clr>
        </p15:guide>
        <p15:guide id="22" pos="557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xml"/><Relationship Id="rId3" Type="http://schemas.openxmlformats.org/officeDocument/2006/relationships/image" Target="../media/image25.jpg"/><Relationship Id="rId4"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xml"/><Relationship Id="rId3" Type="http://schemas.openxmlformats.org/officeDocument/2006/relationships/image" Target="../media/image4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9.xml"/><Relationship Id="rId3" Type="http://schemas.openxmlformats.org/officeDocument/2006/relationships/image" Target="../media/image4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0.xml"/><Relationship Id="rId3" Type="http://schemas.openxmlformats.org/officeDocument/2006/relationships/image" Target="../media/image2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2.xml"/><Relationship Id="rId3" Type="http://schemas.openxmlformats.org/officeDocument/2006/relationships/image" Target="../media/image45.png"/><Relationship Id="rId4" Type="http://schemas.openxmlformats.org/officeDocument/2006/relationships/image" Target="../media/image2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3.xml"/><Relationship Id="rId3"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4.xml"/><Relationship Id="rId3" Type="http://schemas.openxmlformats.org/officeDocument/2006/relationships/image" Target="../media/image28.jp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5.xml"/><Relationship Id="rId3"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6.xml"/><Relationship Id="rId3"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7.xml"/><Relationship Id="rId3"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9.xml"/><Relationship Id="rId3"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2.xml"/><Relationship Id="rId3" Type="http://schemas.openxmlformats.org/officeDocument/2006/relationships/hyperlink" Target="http://www.youtube.com/watch?v=SApOxZ7BMwE" TargetMode="External"/><Relationship Id="rId4" Type="http://schemas.openxmlformats.org/officeDocument/2006/relationships/image" Target="../media/image3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4.xml"/><Relationship Id="rId3" Type="http://schemas.openxmlformats.org/officeDocument/2006/relationships/image" Target="../media/image32.jpg"/><Relationship Id="rId4"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8.xml"/><Relationship Id="rId3" Type="http://schemas.openxmlformats.org/officeDocument/2006/relationships/image" Target="../media/image35.jpg"/><Relationship Id="rId4" Type="http://schemas.openxmlformats.org/officeDocument/2006/relationships/image" Target="../media/image3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1.xml"/><Relationship Id="rId3" Type="http://schemas.openxmlformats.org/officeDocument/2006/relationships/hyperlink" Target="https://www.youtube.com/watch?v=sMY_HnLoEfk" TargetMode="External"/><Relationship Id="rId4" Type="http://schemas.openxmlformats.org/officeDocument/2006/relationships/hyperlink" Target="http://www.youtube.com/watch?v=sMY_HnLoEfk" TargetMode="External"/><Relationship Id="rId5" Type="http://schemas.openxmlformats.org/officeDocument/2006/relationships/image" Target="../media/image4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3.xml"/><Relationship Id="rId3"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4.xml"/><Relationship Id="rId3" Type="http://schemas.openxmlformats.org/officeDocument/2006/relationships/image" Target="../media/image38.jp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7.xml"/><Relationship Id="rId3" Type="http://schemas.openxmlformats.org/officeDocument/2006/relationships/image" Target="../media/image4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8.xml"/><Relationship Id="rId3" Type="http://schemas.openxmlformats.org/officeDocument/2006/relationships/hyperlink" Target="http://www.youtube.com/watch?v=lsw39ao17h0" TargetMode="External"/><Relationship Id="rId4" Type="http://schemas.openxmlformats.org/officeDocument/2006/relationships/image" Target="../media/image4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1.xml"/><Relationship Id="rId3" Type="http://schemas.openxmlformats.org/officeDocument/2006/relationships/image" Target="../media/image52.png"/><Relationship Id="rId4" Type="http://schemas.openxmlformats.org/officeDocument/2006/relationships/image" Target="../media/image5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www.youtube.com/watch?v=sMY_HnLoEfk" TargetMode="External"/><Relationship Id="rId4" Type="http://schemas.openxmlformats.org/officeDocument/2006/relationships/hyperlink" Target="https://www.youtube.com/watch?v=SApOxZ7BMw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16"/>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Student Questions</a:t>
            </a:r>
            <a:endParaRPr sz="3600"/>
          </a:p>
        </p:txBody>
      </p:sp>
      <p:sp>
        <p:nvSpPr>
          <p:cNvPr id="1000" name="Google Shape;1000;p11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01" name="Google Shape;1001;p116"/>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0"/>
              </a:spcBef>
              <a:spcAft>
                <a:spcPts val="0"/>
              </a:spcAft>
              <a:buNone/>
            </a:pPr>
            <a:r>
              <a:rPr lang="en" sz="3600">
                <a:solidFill>
                  <a:srgbClr val="4A86E8"/>
                </a:solidFill>
              </a:rPr>
              <a:t>Preguntas para los estudiantes</a:t>
            </a:r>
            <a:endParaRPr sz="3600">
              <a:solidFill>
                <a:srgbClr val="4A86E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05" name="Shape 1005"/>
        <p:cNvGrpSpPr/>
        <p:nvPr/>
      </p:nvGrpSpPr>
      <p:grpSpPr>
        <a:xfrm>
          <a:off x="0" y="0"/>
          <a:ext cx="0" cy="0"/>
          <a:chOff x="0" y="0"/>
          <a:chExt cx="0" cy="0"/>
        </a:xfrm>
      </p:grpSpPr>
      <p:sp>
        <p:nvSpPr>
          <p:cNvPr id="1006" name="Google Shape;1006;p117"/>
          <p:cNvSpPr txBox="1"/>
          <p:nvPr>
            <p:ph idx="3" type="body"/>
          </p:nvPr>
        </p:nvSpPr>
        <p:spPr>
          <a:xfrm>
            <a:off x="312950" y="424225"/>
            <a:ext cx="8427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100">
                <a:solidFill>
                  <a:srgbClr val="000000"/>
                </a:solidFill>
                <a:latin typeface="Instrument Sans SemiBold"/>
                <a:ea typeface="Instrument Sans SemiBold"/>
                <a:cs typeface="Instrument Sans SemiBold"/>
                <a:sym typeface="Instrument Sans SemiBold"/>
              </a:rPr>
              <a:t>How does AIDS affect meningitis &amp; how does it affect your body?</a:t>
            </a:r>
            <a:endParaRPr sz="2100">
              <a:solidFill>
                <a:srgbClr val="000000"/>
              </a:solidFill>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100">
                <a:solidFill>
                  <a:srgbClr val="0000FF"/>
                </a:solidFill>
                <a:latin typeface="Instrument Sans SemiBold"/>
                <a:ea typeface="Instrument Sans SemiBold"/>
                <a:cs typeface="Instrument Sans SemiBold"/>
                <a:sym typeface="Instrument Sans SemiBold"/>
              </a:rPr>
              <a:t>¿Cómo afecta el SIDA a la meningitis y cómo afecta al cuerpo?</a:t>
            </a:r>
            <a:endParaRPr sz="2100">
              <a:solidFill>
                <a:srgbClr val="0000FF"/>
              </a:solidFill>
              <a:latin typeface="Instrument Sans SemiBold"/>
              <a:ea typeface="Instrument Sans SemiBold"/>
              <a:cs typeface="Instrument Sans SemiBold"/>
              <a:sym typeface="Instrument Sans SemiBold"/>
            </a:endParaRPr>
          </a:p>
        </p:txBody>
      </p:sp>
      <p:sp>
        <p:nvSpPr>
          <p:cNvPr id="1007" name="Google Shape;1007;p11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08" name="Google Shape;1008;p117"/>
          <p:cNvSpPr txBox="1"/>
          <p:nvPr/>
        </p:nvSpPr>
        <p:spPr>
          <a:xfrm>
            <a:off x="312950" y="1339525"/>
            <a:ext cx="4259100" cy="3804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lt1"/>
              </a:buClr>
              <a:buSzPts val="1100"/>
              <a:buFont typeface="Instrument Sans"/>
              <a:buChar char="●"/>
            </a:pPr>
            <a:r>
              <a:rPr lang="en" sz="1100">
                <a:solidFill>
                  <a:schemeClr val="lt1"/>
                </a:solidFill>
                <a:latin typeface="Instrument Sans"/>
                <a:ea typeface="Instrument Sans"/>
                <a:cs typeface="Instrument Sans"/>
                <a:sym typeface="Instrument Sans"/>
              </a:rPr>
              <a:t>HIV weakens the immune system, making it harder for the body to fight infections. </a:t>
            </a:r>
            <a:endParaRPr sz="1100">
              <a:solidFill>
                <a:schemeClr val="lt1"/>
              </a:solidFill>
              <a:latin typeface="Instrument Sans"/>
              <a:ea typeface="Instrument Sans"/>
              <a:cs typeface="Instrument Sans"/>
              <a:sym typeface="Instrument Sans"/>
            </a:endParaRPr>
          </a:p>
          <a:p>
            <a:pPr indent="-298450" lvl="0" marL="457200" rtl="0" algn="l">
              <a:lnSpc>
                <a:spcPct val="115000"/>
              </a:lnSpc>
              <a:spcBef>
                <a:spcPts val="0"/>
              </a:spcBef>
              <a:spcAft>
                <a:spcPts val="0"/>
              </a:spcAft>
              <a:buClr>
                <a:schemeClr val="lt1"/>
              </a:buClr>
              <a:buSzPts val="1100"/>
              <a:buFont typeface="Instrument Sans"/>
              <a:buChar char="●"/>
            </a:pPr>
            <a:r>
              <a:rPr lang="en" sz="1100">
                <a:solidFill>
                  <a:schemeClr val="lt1"/>
                </a:solidFill>
                <a:latin typeface="Instrument Sans"/>
                <a:ea typeface="Instrument Sans"/>
                <a:cs typeface="Instrument Sans"/>
                <a:sym typeface="Instrument Sans"/>
              </a:rPr>
              <a:t>AIDS is the final stage of HIV</a:t>
            </a:r>
            <a:endParaRPr sz="1100">
              <a:solidFill>
                <a:schemeClr val="lt1"/>
              </a:solidFill>
              <a:latin typeface="Instrument Sans"/>
              <a:ea typeface="Instrument Sans"/>
              <a:cs typeface="Instrument Sans"/>
              <a:sym typeface="Instrument Sans"/>
            </a:endParaRPr>
          </a:p>
          <a:p>
            <a:pPr indent="-298450" lvl="0" marL="457200" rtl="0" algn="l">
              <a:lnSpc>
                <a:spcPct val="115000"/>
              </a:lnSpc>
              <a:spcBef>
                <a:spcPts val="0"/>
              </a:spcBef>
              <a:spcAft>
                <a:spcPts val="0"/>
              </a:spcAft>
              <a:buClr>
                <a:schemeClr val="lt1"/>
              </a:buClr>
              <a:buSzPts val="1100"/>
              <a:buFont typeface="Instrument Sans"/>
              <a:buChar char="●"/>
            </a:pPr>
            <a:r>
              <a:rPr lang="en" sz="1100">
                <a:solidFill>
                  <a:schemeClr val="lt1"/>
                </a:solidFill>
                <a:latin typeface="Instrument Sans"/>
                <a:ea typeface="Instrument Sans"/>
                <a:cs typeface="Instrument Sans"/>
                <a:sym typeface="Instrument Sans"/>
              </a:rPr>
              <a:t>Meningitis is inflammation of the meninges (the protective area surrounding the brain and spinal cord). </a:t>
            </a:r>
            <a:endParaRPr sz="1100">
              <a:solidFill>
                <a:schemeClr val="lt1"/>
              </a:solidFill>
              <a:latin typeface="Instrument Sans"/>
              <a:ea typeface="Instrument Sans"/>
              <a:cs typeface="Instrument Sans"/>
              <a:sym typeface="Instrument Sans"/>
            </a:endParaRPr>
          </a:p>
          <a:p>
            <a:pPr indent="-298450" lvl="0" marL="457200" rtl="0" algn="l">
              <a:lnSpc>
                <a:spcPct val="115000"/>
              </a:lnSpc>
              <a:spcBef>
                <a:spcPts val="0"/>
              </a:spcBef>
              <a:spcAft>
                <a:spcPts val="0"/>
              </a:spcAft>
              <a:buClr>
                <a:schemeClr val="lt1"/>
              </a:buClr>
              <a:buSzPts val="1100"/>
              <a:buFont typeface="Instrument Sans"/>
              <a:buChar char="●"/>
            </a:pPr>
            <a:r>
              <a:rPr lang="en" sz="1100">
                <a:solidFill>
                  <a:schemeClr val="lt1"/>
                </a:solidFill>
                <a:latin typeface="Instrument Sans"/>
                <a:ea typeface="Instrument Sans"/>
                <a:cs typeface="Instrument Sans"/>
                <a:sym typeface="Instrument Sans"/>
              </a:rPr>
              <a:t>Because the immune system is weakened, they are at greater risk for  infections that can be more difficult to fight and may become more severe.</a:t>
            </a:r>
            <a:endParaRPr sz="1100">
              <a:solidFill>
                <a:schemeClr val="lt1"/>
              </a:solidFill>
              <a:latin typeface="Instrument Sans"/>
              <a:ea typeface="Instrument Sans"/>
              <a:cs typeface="Instrument Sans"/>
              <a:sym typeface="Instrument Sans"/>
            </a:endParaRPr>
          </a:p>
          <a:p>
            <a:pPr indent="-298450" lvl="0" marL="457200" rtl="0" algn="l">
              <a:lnSpc>
                <a:spcPct val="115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El SIDA debilita el sistema inmunitario, lo que dificulta que el cuerpo combata las infecciones. </a:t>
            </a:r>
            <a:endParaRPr sz="1100">
              <a:solidFill>
                <a:srgbClr val="0000FF"/>
              </a:solidFill>
              <a:latin typeface="Instrument Sans"/>
              <a:ea typeface="Instrument Sans"/>
              <a:cs typeface="Instrument Sans"/>
              <a:sym typeface="Instrument Sans"/>
            </a:endParaRPr>
          </a:p>
          <a:p>
            <a:pPr indent="-298450" lvl="0" marL="457200" rtl="0" algn="l">
              <a:lnSpc>
                <a:spcPct val="115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 meningitis es la inflamación de las meninges (el área protectora que rodea el cerebro y la médula espinal). </a:t>
            </a:r>
            <a:endParaRPr sz="1100">
              <a:solidFill>
                <a:srgbClr val="0000FF"/>
              </a:solidFill>
              <a:latin typeface="Instrument Sans"/>
              <a:ea typeface="Instrument Sans"/>
              <a:cs typeface="Instrument Sans"/>
              <a:sym typeface="Instrument Sans"/>
            </a:endParaRPr>
          </a:p>
          <a:p>
            <a:pPr indent="-298450" lvl="0" marL="457200" rtl="0" algn="l">
              <a:lnSpc>
                <a:spcPct val="115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Las personas con SIDA tienen un mayor riesgo de ciertas infecciones que pueden causar meningitis, especialmente la meningitis criptocócica. Debido a que el sistema inmunitario está debilitado, estas infecciones pueden ser más difíciles de combatir y pueden volverse más graves.</a:t>
            </a:r>
            <a:endParaRPr sz="1100">
              <a:solidFill>
                <a:srgbClr val="0000FF"/>
              </a:solidFill>
              <a:latin typeface="Instrument Sans"/>
              <a:ea typeface="Instrument Sans"/>
              <a:cs typeface="Instrument Sans"/>
              <a:sym typeface="Instrument Sans"/>
            </a:endParaRPr>
          </a:p>
        </p:txBody>
      </p:sp>
      <p:pic>
        <p:nvPicPr>
          <p:cNvPr id="1009" name="Google Shape;1009;p117" title="illustrated-infographic-depicting-the-impact-of-hivaids-on-the-bodys-immune-system-2T0TMRT.jpg"/>
          <p:cNvPicPr preferRelativeResize="0"/>
          <p:nvPr/>
        </p:nvPicPr>
        <p:blipFill>
          <a:blip r:embed="rId3">
            <a:alphaModFix/>
          </a:blip>
          <a:stretch>
            <a:fillRect/>
          </a:stretch>
        </p:blipFill>
        <p:spPr>
          <a:xfrm>
            <a:off x="4735550" y="1339525"/>
            <a:ext cx="1909050" cy="1942849"/>
          </a:xfrm>
          <a:prstGeom prst="rect">
            <a:avLst/>
          </a:prstGeom>
          <a:noFill/>
          <a:ln>
            <a:noFill/>
          </a:ln>
        </p:spPr>
      </p:pic>
      <p:pic>
        <p:nvPicPr>
          <p:cNvPr id="1010" name="Google Shape;1010;p117" title="Screenshot 2026-08-25 at 1.18.51 PM.png"/>
          <p:cNvPicPr preferRelativeResize="0"/>
          <p:nvPr/>
        </p:nvPicPr>
        <p:blipFill>
          <a:blip r:embed="rId4">
            <a:alphaModFix/>
          </a:blip>
          <a:stretch>
            <a:fillRect/>
          </a:stretch>
        </p:blipFill>
        <p:spPr>
          <a:xfrm>
            <a:off x="6892896" y="1329025"/>
            <a:ext cx="1847655" cy="19638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4" name="Shape 1014"/>
        <p:cNvGrpSpPr/>
        <p:nvPr/>
      </p:nvGrpSpPr>
      <p:grpSpPr>
        <a:xfrm>
          <a:off x="0" y="0"/>
          <a:ext cx="0" cy="0"/>
          <a:chOff x="0" y="0"/>
          <a:chExt cx="0" cy="0"/>
        </a:xfrm>
      </p:grpSpPr>
      <p:sp>
        <p:nvSpPr>
          <p:cNvPr id="1015" name="Google Shape;1015;p118"/>
          <p:cNvSpPr txBox="1"/>
          <p:nvPr>
            <p:ph idx="3" type="body"/>
          </p:nvPr>
        </p:nvSpPr>
        <p:spPr>
          <a:xfrm>
            <a:off x="312950" y="424225"/>
            <a:ext cx="8427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1700">
                <a:solidFill>
                  <a:srgbClr val="000000"/>
                </a:solidFill>
                <a:latin typeface="Instrument Sans SemiBold"/>
                <a:ea typeface="Instrument Sans SemiBold"/>
                <a:cs typeface="Instrument Sans SemiBold"/>
                <a:sym typeface="Instrument Sans SemiBold"/>
              </a:rPr>
              <a:t>Is a brain still faster than a computer? (Due to advances in AI and processing speed for computers)</a:t>
            </a:r>
            <a:endParaRPr sz="1700">
              <a:solidFill>
                <a:srgbClr val="000000"/>
              </a:solidFill>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1700">
                <a:solidFill>
                  <a:srgbClr val="0000FF"/>
                </a:solidFill>
                <a:latin typeface="Instrument Sans SemiBold"/>
                <a:ea typeface="Instrument Sans SemiBold"/>
                <a:cs typeface="Instrument Sans SemiBold"/>
                <a:sym typeface="Instrument Sans SemiBold"/>
              </a:rPr>
              <a:t>¿Sigue siendo el cerebro más rápido que una computadora? (Debido a los avances en la IA y la velocidad de procesamiento de las computadoras)</a:t>
            </a:r>
            <a:endParaRPr sz="1700">
              <a:solidFill>
                <a:srgbClr val="0000FF"/>
              </a:solidFill>
              <a:latin typeface="Instrument Sans SemiBold"/>
              <a:ea typeface="Instrument Sans SemiBold"/>
              <a:cs typeface="Instrument Sans SemiBold"/>
              <a:sym typeface="Instrument Sans SemiBold"/>
            </a:endParaRPr>
          </a:p>
        </p:txBody>
      </p:sp>
      <p:sp>
        <p:nvSpPr>
          <p:cNvPr id="1016" name="Google Shape;1016;p11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17" name="Google Shape;1017;p118"/>
          <p:cNvSpPr txBox="1"/>
          <p:nvPr/>
        </p:nvSpPr>
        <p:spPr>
          <a:xfrm>
            <a:off x="312950" y="1339525"/>
            <a:ext cx="4259100" cy="38040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Font typeface="Instrument Sans"/>
              <a:buChar char="●"/>
            </a:pPr>
            <a:r>
              <a:rPr lang="en" sz="1300"/>
              <a:t>Computers can perform individual operations much faster than a single neurons in the brain. </a:t>
            </a:r>
            <a:endParaRPr sz="1300"/>
          </a:p>
          <a:p>
            <a:pPr indent="-311150" lvl="0" marL="457200" rtl="0" algn="l">
              <a:lnSpc>
                <a:spcPct val="115000"/>
              </a:lnSpc>
              <a:spcBef>
                <a:spcPts val="0"/>
              </a:spcBef>
              <a:spcAft>
                <a:spcPts val="0"/>
              </a:spcAft>
              <a:buSzPts val="1300"/>
              <a:buFont typeface="Instrument Sans"/>
              <a:buChar char="●"/>
            </a:pPr>
            <a:r>
              <a:rPr lang="en" sz="1300"/>
              <a:t>The brain processes information through billions of neurons and trillions of connections working together and at the same time. </a:t>
            </a:r>
            <a:endParaRPr sz="1300"/>
          </a:p>
          <a:p>
            <a:pPr indent="-311150" lvl="0" marL="457200" rtl="0" algn="l">
              <a:lnSpc>
                <a:spcPct val="115000"/>
              </a:lnSpc>
              <a:spcBef>
                <a:spcPts val="0"/>
              </a:spcBef>
              <a:spcAft>
                <a:spcPts val="0"/>
              </a:spcAft>
              <a:buSzPts val="1300"/>
              <a:buFont typeface="Instrument Sans"/>
              <a:buChar char="●"/>
            </a:pPr>
            <a:r>
              <a:rPr lang="en" sz="1300"/>
              <a:t>Computers are generally better at fast, precise calculations and repetitive tasks, while the brain is much more energy-efficient and excels at processing many different types of information simultaneously.</a:t>
            </a:r>
            <a:endParaRPr sz="1300">
              <a:solidFill>
                <a:srgbClr val="0000FF"/>
              </a:solidFill>
              <a:latin typeface="Instrument Sans"/>
              <a:ea typeface="Instrument Sans"/>
              <a:cs typeface="Instrument Sans"/>
              <a:sym typeface="Instrument Sans"/>
            </a:endParaRPr>
          </a:p>
        </p:txBody>
      </p:sp>
      <p:sp>
        <p:nvSpPr>
          <p:cNvPr id="1018" name="Google Shape;1018;p118"/>
          <p:cNvSpPr txBox="1"/>
          <p:nvPr/>
        </p:nvSpPr>
        <p:spPr>
          <a:xfrm>
            <a:off x="4555425" y="1339525"/>
            <a:ext cx="4259100" cy="38040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Las computadoras pueden realizar operaciones individuales mucho más rápido que una sola neurona del cerebro.</a:t>
            </a:r>
            <a:endParaRPr sz="1300">
              <a:solidFill>
                <a:srgbClr val="0000FF"/>
              </a:solidFill>
              <a:latin typeface="Instrument Sans"/>
              <a:ea typeface="Instrument Sans"/>
              <a:cs typeface="Instrument Sans"/>
              <a:sym typeface="Instrument Sans"/>
            </a:endParaRPr>
          </a:p>
          <a:p>
            <a:pPr indent="-311150" lvl="0" marL="457200" rtl="0" algn="l">
              <a:lnSpc>
                <a:spcPct val="115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El cerebro procesa información mediante miles de millones de neuronas y billones de conexiones que trabajan juntas y al mismo tiempo.</a:t>
            </a:r>
            <a:endParaRPr sz="1300">
              <a:solidFill>
                <a:srgbClr val="0000FF"/>
              </a:solidFill>
              <a:latin typeface="Instrument Sans"/>
              <a:ea typeface="Instrument Sans"/>
              <a:cs typeface="Instrument Sans"/>
              <a:sym typeface="Instrument Sans"/>
            </a:endParaRPr>
          </a:p>
          <a:p>
            <a:pPr indent="-311150" lvl="0" marL="457200" rtl="0" algn="l">
              <a:lnSpc>
                <a:spcPct val="115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Por lo general, las computadoras son mejores para realizar cálculos rápidos y precisos y tareas repetitivas, mientras que el cerebro es mucho más eficiente en el uso de energía y sobresale en el procesamiento simultáneo de muchos tipos diferentes de información.</a:t>
            </a:r>
            <a:endParaRPr sz="1300">
              <a:solidFill>
                <a:srgbClr val="0000FF"/>
              </a:solidFill>
              <a:latin typeface="Instrument Sans"/>
              <a:ea typeface="Instrument Sans"/>
              <a:cs typeface="Instrument Sans"/>
              <a:sym typeface="Instrument Sans"/>
            </a:endParaRPr>
          </a:p>
        </p:txBody>
      </p:sp>
      <p:pic>
        <p:nvPicPr>
          <p:cNvPr id="1019" name="Google Shape;1019;p118" title="Screenshot 2026-08-25 at 1.45.36 PM.png"/>
          <p:cNvPicPr preferRelativeResize="0"/>
          <p:nvPr/>
        </p:nvPicPr>
        <p:blipFill>
          <a:blip r:embed="rId3">
            <a:alphaModFix/>
          </a:blip>
          <a:stretch>
            <a:fillRect/>
          </a:stretch>
        </p:blipFill>
        <p:spPr>
          <a:xfrm>
            <a:off x="1112900" y="3703650"/>
            <a:ext cx="3034424" cy="1458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19"/>
          <p:cNvSpPr txBox="1"/>
          <p:nvPr>
            <p:ph type="title"/>
          </p:nvPr>
        </p:nvSpPr>
        <p:spPr>
          <a:xfrm>
            <a:off x="291800" y="465200"/>
            <a:ext cx="5666400" cy="3925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Psychological Disorders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Trastornos psicológicos</a:t>
            </a:r>
            <a:endParaRPr>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20"/>
          <p:cNvSpPr/>
          <p:nvPr/>
        </p:nvSpPr>
        <p:spPr>
          <a:xfrm>
            <a:off x="284700" y="2037676"/>
            <a:ext cx="2055000" cy="2632200"/>
          </a:xfrm>
          <a:prstGeom prst="roundRect">
            <a:avLst>
              <a:gd fmla="val 1134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030" name="Google Shape;1030;p120"/>
          <p:cNvSpPr/>
          <p:nvPr/>
        </p:nvSpPr>
        <p:spPr>
          <a:xfrm>
            <a:off x="3485225" y="2037676"/>
            <a:ext cx="2055000" cy="2632200"/>
          </a:xfrm>
          <a:prstGeom prst="roundRect">
            <a:avLst>
              <a:gd fmla="val 100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031" name="Google Shape;1031;p120"/>
          <p:cNvSpPr/>
          <p:nvPr/>
        </p:nvSpPr>
        <p:spPr>
          <a:xfrm>
            <a:off x="6801850" y="2037676"/>
            <a:ext cx="2055000" cy="2632200"/>
          </a:xfrm>
          <a:prstGeom prst="roundRect">
            <a:avLst>
              <a:gd fmla="val 978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032" name="Google Shape;1032;p120"/>
          <p:cNvSpPr txBox="1"/>
          <p:nvPr>
            <p:ph idx="3" type="body"/>
          </p:nvPr>
        </p:nvSpPr>
        <p:spPr>
          <a:xfrm>
            <a:off x="280875" y="2623228"/>
            <a:ext cx="2055000" cy="1281600"/>
          </a:xfrm>
          <a:prstGeom prst="rect">
            <a:avLst/>
          </a:prstGeom>
        </p:spPr>
        <p:txBody>
          <a:bodyPr anchorCtr="0" anchor="t" bIns="91425" lIns="137150" spcFirstLastPara="1" rIns="91425" wrap="square" tIns="91425">
            <a:noAutofit/>
          </a:bodyPr>
          <a:lstStyle/>
          <a:p>
            <a:pPr indent="0" lvl="0" marL="0" rtl="0" algn="l">
              <a:spcBef>
                <a:spcPts val="0"/>
              </a:spcBef>
              <a:spcAft>
                <a:spcPts val="0"/>
              </a:spcAft>
              <a:buNone/>
            </a:pPr>
            <a:r>
              <a:rPr lang="en" sz="1400"/>
              <a:t>The Brain, Stimuli, and Emotions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solidFill>
                  <a:srgbClr val="0000FF"/>
                </a:solidFill>
              </a:rPr>
              <a:t>El cerebro, los estímulos y las emociones</a:t>
            </a:r>
            <a:endParaRPr sz="1400">
              <a:solidFill>
                <a:srgbClr val="0000FF"/>
              </a:solidFill>
            </a:endParaRPr>
          </a:p>
        </p:txBody>
      </p:sp>
      <p:sp>
        <p:nvSpPr>
          <p:cNvPr id="1033" name="Google Shape;1033;p120"/>
          <p:cNvSpPr txBox="1"/>
          <p:nvPr>
            <p:ph idx="1" type="body"/>
          </p:nvPr>
        </p:nvSpPr>
        <p:spPr>
          <a:xfrm>
            <a:off x="3483925" y="2623228"/>
            <a:ext cx="2055000" cy="1281600"/>
          </a:xfrm>
          <a:prstGeom prst="rect">
            <a:avLst/>
          </a:prstGeom>
        </p:spPr>
        <p:txBody>
          <a:bodyPr anchorCtr="0" anchor="t" bIns="91425" lIns="137150" spcFirstLastPara="1" rIns="91425" wrap="square" tIns="91425">
            <a:noAutofit/>
          </a:bodyPr>
          <a:lstStyle/>
          <a:p>
            <a:pPr indent="0" lvl="0" marL="0" rtl="0" algn="l">
              <a:spcBef>
                <a:spcPts val="0"/>
              </a:spcBef>
              <a:spcAft>
                <a:spcPts val="0"/>
              </a:spcAft>
              <a:buNone/>
            </a:pPr>
            <a:r>
              <a:rPr lang="en" sz="1400"/>
              <a:t>Psychological disorders</a:t>
            </a:r>
            <a:endParaRPr sz="1400"/>
          </a:p>
          <a:p>
            <a:pPr indent="0" lvl="0" marL="0" rtl="0" algn="l">
              <a:spcBef>
                <a:spcPts val="0"/>
              </a:spcBef>
              <a:spcAft>
                <a:spcPts val="0"/>
              </a:spcAft>
              <a:buNone/>
            </a:pPr>
            <a:r>
              <a:t/>
            </a:r>
            <a:endParaRPr sz="1400"/>
          </a:p>
          <a:p>
            <a:pPr indent="0" lvl="0" marL="0" rtl="0" algn="l">
              <a:lnSpc>
                <a:spcPct val="85000"/>
              </a:lnSpc>
              <a:spcBef>
                <a:spcPts val="0"/>
              </a:spcBef>
              <a:spcAft>
                <a:spcPts val="0"/>
              </a:spcAft>
              <a:buNone/>
            </a:pPr>
            <a:r>
              <a:rPr lang="en" sz="1400">
                <a:solidFill>
                  <a:srgbClr val="0000FF"/>
                </a:solidFill>
              </a:rPr>
              <a:t>Trastornos psicológicos</a:t>
            </a:r>
            <a:endParaRPr sz="1400">
              <a:solidFill>
                <a:srgbClr val="0000FF"/>
              </a:solidFill>
            </a:endParaRPr>
          </a:p>
          <a:p>
            <a:pPr indent="0" lvl="0" marL="0" rtl="0" algn="l">
              <a:spcBef>
                <a:spcPts val="0"/>
              </a:spcBef>
              <a:spcAft>
                <a:spcPts val="0"/>
              </a:spcAft>
              <a:buNone/>
            </a:pPr>
            <a:r>
              <a:t/>
            </a:r>
            <a:endParaRPr sz="1400"/>
          </a:p>
        </p:txBody>
      </p:sp>
      <p:sp>
        <p:nvSpPr>
          <p:cNvPr id="1034" name="Google Shape;1034;p120"/>
          <p:cNvSpPr txBox="1"/>
          <p:nvPr>
            <p:ph idx="2" type="body"/>
          </p:nvPr>
        </p:nvSpPr>
        <p:spPr>
          <a:xfrm>
            <a:off x="6801875" y="2623228"/>
            <a:ext cx="2055000" cy="1281600"/>
          </a:xfrm>
          <a:prstGeom prst="rect">
            <a:avLst/>
          </a:prstGeom>
        </p:spPr>
        <p:txBody>
          <a:bodyPr anchorCtr="0" anchor="t" bIns="91425" lIns="137150" spcFirstLastPara="1" rIns="91425" wrap="square" tIns="91425">
            <a:noAutofit/>
          </a:bodyPr>
          <a:lstStyle/>
          <a:p>
            <a:pPr indent="0" lvl="0" marL="0" rtl="0" algn="l">
              <a:spcBef>
                <a:spcPts val="0"/>
              </a:spcBef>
              <a:spcAft>
                <a:spcPts val="0"/>
              </a:spcAft>
              <a:buNone/>
            </a:pPr>
            <a:r>
              <a:rPr lang="en" sz="1400"/>
              <a:t>Activities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solidFill>
                  <a:srgbClr val="0000FF"/>
                </a:solidFill>
              </a:rPr>
              <a:t>Actividades</a:t>
            </a:r>
            <a:endParaRPr sz="1400">
              <a:solidFill>
                <a:srgbClr val="0000FF"/>
              </a:solidFill>
            </a:endParaRPr>
          </a:p>
        </p:txBody>
      </p:sp>
      <p:sp>
        <p:nvSpPr>
          <p:cNvPr id="1035" name="Google Shape;1035;p120"/>
          <p:cNvSpPr txBox="1"/>
          <p:nvPr>
            <p:ph idx="12" type="sldNum"/>
          </p:nvPr>
        </p:nvSpPr>
        <p:spPr>
          <a:xfrm>
            <a:off x="8556779" y="4668600"/>
            <a:ext cx="300000" cy="1968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36" name="Google Shape;1036;p120"/>
          <p:cNvSpPr txBox="1"/>
          <p:nvPr>
            <p:ph type="title"/>
          </p:nvPr>
        </p:nvSpPr>
        <p:spPr>
          <a:xfrm>
            <a:off x="292597" y="474750"/>
            <a:ext cx="6390300" cy="498600"/>
          </a:xfrm>
          <a:prstGeom prst="rect">
            <a:avLst/>
          </a:prstGeom>
        </p:spPr>
        <p:txBody>
          <a:bodyPr anchorCtr="0" anchor="b" bIns="0" lIns="0" spcFirstLastPara="1" rIns="0" wrap="square" tIns="0">
            <a:noAutofit/>
          </a:bodyPr>
          <a:lstStyle/>
          <a:p>
            <a:pPr indent="0" lvl="0" marL="0" rtl="0" algn="l">
              <a:lnSpc>
                <a:spcPct val="85000"/>
              </a:lnSpc>
              <a:spcBef>
                <a:spcPts val="0"/>
              </a:spcBef>
              <a:spcAft>
                <a:spcPts val="0"/>
              </a:spcAft>
              <a:buNone/>
            </a:pPr>
            <a:r>
              <a:rPr lang="en"/>
              <a:t>Outline</a:t>
            </a:r>
            <a:endParaRPr/>
          </a:p>
          <a:p>
            <a:pPr indent="0" lvl="0" marL="0" rtl="0" algn="l">
              <a:lnSpc>
                <a:spcPct val="85000"/>
              </a:lnSpc>
              <a:spcBef>
                <a:spcPts val="0"/>
              </a:spcBef>
              <a:spcAft>
                <a:spcPts val="0"/>
              </a:spcAft>
              <a:buNone/>
            </a:pPr>
            <a:r>
              <a:rPr lang="en">
                <a:solidFill>
                  <a:srgbClr val="0000FF"/>
                </a:solidFill>
              </a:rPr>
              <a:t>E</a:t>
            </a:r>
            <a:r>
              <a:rPr lang="en">
                <a:solidFill>
                  <a:srgbClr val="0000FF"/>
                </a:solidFill>
              </a:rPr>
              <a:t>squema</a:t>
            </a:r>
            <a:endParaRPr>
              <a:solidFill>
                <a:srgbClr val="0000FF"/>
              </a:solidFill>
            </a:endParaRPr>
          </a:p>
        </p:txBody>
      </p:sp>
      <p:sp>
        <p:nvSpPr>
          <p:cNvPr id="1037" name="Google Shape;1037;p120"/>
          <p:cNvSpPr txBox="1"/>
          <p:nvPr>
            <p:ph idx="14" type="subTitle"/>
          </p:nvPr>
        </p:nvSpPr>
        <p:spPr>
          <a:xfrm>
            <a:off x="282950" y="2144530"/>
            <a:ext cx="900900" cy="312600"/>
          </a:xfrm>
          <a:prstGeom prst="rect">
            <a:avLst/>
          </a:prstGeom>
        </p:spPr>
        <p:txBody>
          <a:bodyPr anchorCtr="0" anchor="t" bIns="91425" lIns="137150" spcFirstLastPara="1" rIns="91425" wrap="square" tIns="91425">
            <a:noAutofit/>
          </a:bodyPr>
          <a:lstStyle/>
          <a:p>
            <a:pPr indent="0" lvl="0" marL="0" rtl="0" algn="l">
              <a:spcBef>
                <a:spcPts val="0"/>
              </a:spcBef>
              <a:spcAft>
                <a:spcPts val="0"/>
              </a:spcAft>
              <a:buNone/>
            </a:pPr>
            <a:r>
              <a:rPr lang="en"/>
              <a:t>1</a:t>
            </a:r>
            <a:endParaRPr/>
          </a:p>
        </p:txBody>
      </p:sp>
      <p:sp>
        <p:nvSpPr>
          <p:cNvPr id="1038" name="Google Shape;1038;p120"/>
          <p:cNvSpPr txBox="1"/>
          <p:nvPr>
            <p:ph idx="16" type="subTitle"/>
          </p:nvPr>
        </p:nvSpPr>
        <p:spPr>
          <a:xfrm>
            <a:off x="3484775" y="2144530"/>
            <a:ext cx="900900" cy="312600"/>
          </a:xfrm>
          <a:prstGeom prst="rect">
            <a:avLst/>
          </a:prstGeom>
        </p:spPr>
        <p:txBody>
          <a:bodyPr anchorCtr="0" anchor="t" bIns="91425" lIns="137150" spcFirstLastPara="1" rIns="91425" wrap="square" tIns="91425">
            <a:noAutofit/>
          </a:bodyPr>
          <a:lstStyle/>
          <a:p>
            <a:pPr indent="0" lvl="0" marL="0" rtl="0" algn="l">
              <a:spcBef>
                <a:spcPts val="0"/>
              </a:spcBef>
              <a:spcAft>
                <a:spcPts val="0"/>
              </a:spcAft>
              <a:buNone/>
            </a:pPr>
            <a:r>
              <a:rPr lang="en"/>
              <a:t>2</a:t>
            </a:r>
            <a:endParaRPr/>
          </a:p>
        </p:txBody>
      </p:sp>
      <p:sp>
        <p:nvSpPr>
          <p:cNvPr id="1039" name="Google Shape;1039;p120"/>
          <p:cNvSpPr txBox="1"/>
          <p:nvPr>
            <p:ph idx="17" type="subTitle"/>
          </p:nvPr>
        </p:nvSpPr>
        <p:spPr>
          <a:xfrm>
            <a:off x="6801875" y="2144530"/>
            <a:ext cx="900900" cy="312600"/>
          </a:xfrm>
          <a:prstGeom prst="rect">
            <a:avLst/>
          </a:prstGeom>
        </p:spPr>
        <p:txBody>
          <a:bodyPr anchorCtr="0" anchor="t" bIns="91425" lIns="137150" spcFirstLastPara="1" rIns="91425" wrap="square" tIns="91425">
            <a:noAutofit/>
          </a:bodyPr>
          <a:lstStyle/>
          <a:p>
            <a:pPr indent="0" lvl="0" marL="0" rtl="0" algn="l">
              <a:spcBef>
                <a:spcPts val="0"/>
              </a:spcBef>
              <a:spcAft>
                <a:spcPts val="0"/>
              </a:spcAft>
              <a:buNone/>
            </a:pPr>
            <a:r>
              <a:rPr lang="en"/>
              <a:t>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3" name="Shape 1043"/>
        <p:cNvGrpSpPr/>
        <p:nvPr/>
      </p:nvGrpSpPr>
      <p:grpSpPr>
        <a:xfrm>
          <a:off x="0" y="0"/>
          <a:ext cx="0" cy="0"/>
          <a:chOff x="0" y="0"/>
          <a:chExt cx="0" cy="0"/>
        </a:xfrm>
      </p:grpSpPr>
      <p:sp>
        <p:nvSpPr>
          <p:cNvPr id="1044" name="Google Shape;1044;p121"/>
          <p:cNvSpPr txBox="1"/>
          <p:nvPr>
            <p:ph idx="3" type="body"/>
          </p:nvPr>
        </p:nvSpPr>
        <p:spPr>
          <a:xfrm>
            <a:off x="312950" y="424225"/>
            <a:ext cx="8427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000">
                <a:latin typeface="Instrument Sans SemiBold"/>
                <a:ea typeface="Instrument Sans SemiBold"/>
                <a:cs typeface="Instrument Sans SemiBold"/>
                <a:sym typeface="Instrument Sans SemiBold"/>
              </a:rPr>
              <a:t>Content Warning      </a:t>
            </a:r>
            <a:r>
              <a:rPr lang="en" sz="3000">
                <a:solidFill>
                  <a:srgbClr val="0000FF"/>
                </a:solidFill>
                <a:latin typeface="Instrument Sans SemiBold"/>
                <a:ea typeface="Instrument Sans SemiBold"/>
                <a:cs typeface="Instrument Sans SemiBold"/>
                <a:sym typeface="Instrument Sans SemiBold"/>
              </a:rPr>
              <a:t>Advertencia de contenido</a:t>
            </a:r>
            <a:endParaRPr sz="3000">
              <a:solidFill>
                <a:srgbClr val="0000FF"/>
              </a:solidFill>
              <a:latin typeface="Instrument Sans SemiBold"/>
              <a:ea typeface="Instrument Sans SemiBold"/>
              <a:cs typeface="Instrument Sans SemiBold"/>
              <a:sym typeface="Instrument Sans SemiBold"/>
            </a:endParaRPr>
          </a:p>
        </p:txBody>
      </p:sp>
      <p:sp>
        <p:nvSpPr>
          <p:cNvPr id="1045" name="Google Shape;1045;p12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46" name="Google Shape;1046;p121"/>
          <p:cNvSpPr txBox="1"/>
          <p:nvPr/>
        </p:nvSpPr>
        <p:spPr>
          <a:xfrm>
            <a:off x="312950" y="1232600"/>
            <a:ext cx="4259100" cy="3719400"/>
          </a:xfrm>
          <a:prstGeom prst="rect">
            <a:avLst/>
          </a:prstGeom>
          <a:noFill/>
          <a:ln>
            <a:noFill/>
          </a:ln>
        </p:spPr>
        <p:txBody>
          <a:bodyPr anchorCtr="0" anchor="t" bIns="91425" lIns="91425" spcFirstLastPara="1" rIns="91425" wrap="square" tIns="91425">
            <a:noAutofit/>
          </a:bodyPr>
          <a:lstStyle/>
          <a:p>
            <a:pPr indent="0" lvl="0" marL="0" marR="38100" rtl="0" algn="l">
              <a:lnSpc>
                <a:spcPct val="115000"/>
              </a:lnSpc>
              <a:spcBef>
                <a:spcPts val="0"/>
              </a:spcBef>
              <a:spcAft>
                <a:spcPts val="0"/>
              </a:spcAft>
              <a:buNone/>
            </a:pPr>
            <a:r>
              <a:rPr lang="en" sz="1500">
                <a:latin typeface="Instrument Sans"/>
                <a:ea typeface="Instrument Sans"/>
                <a:cs typeface="Instrument Sans"/>
                <a:sym typeface="Instrument Sans"/>
              </a:rPr>
              <a:t>Today’s lesson discusses psychological disorders and mental health conditions. Some of the topics may feel personal, uncomfortable, or emotionally difficult. Some of the subject matters may be triggering. If something we discuss affects you, it is okay to pause, take a moment, and focus on your own well-being. You are not required to share personal experiences or participate in personal discussions. Our goal is to learn about these topics respectfully, without judgment, and with consideration for everyone in the room.</a:t>
            </a:r>
            <a:endParaRPr b="0" i="0" sz="1500" u="none" cap="none" strike="noStrike">
              <a:latin typeface="Instrument Sans"/>
              <a:ea typeface="Instrument Sans"/>
              <a:cs typeface="Instrument Sans"/>
              <a:sym typeface="Instrument Sans"/>
            </a:endParaRPr>
          </a:p>
        </p:txBody>
      </p:sp>
      <p:sp>
        <p:nvSpPr>
          <p:cNvPr id="1047" name="Google Shape;1047;p121"/>
          <p:cNvSpPr txBox="1"/>
          <p:nvPr/>
        </p:nvSpPr>
        <p:spPr>
          <a:xfrm>
            <a:off x="4572050" y="1232600"/>
            <a:ext cx="4259100" cy="371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500">
                <a:solidFill>
                  <a:srgbClr val="0000FF"/>
                </a:solidFill>
                <a:latin typeface="Instrument Sans"/>
                <a:ea typeface="Instrument Sans"/>
                <a:cs typeface="Instrument Sans"/>
                <a:sym typeface="Instrument Sans"/>
              </a:rPr>
              <a:t>La lección de hoy trata sobre los trastornos psicológicos y las condiciones de salud mental. Algunos de los temas pueden resultar personales, incómodos o emocionalmente difíciles. Algunos de los temas tratados pueden ser desencadenantes. Si algo de lo que hablamos te afecta, está bien hacer una pausa, tomarte un momento y concentrarte en tu bienestar. No estás obligado(a) a compartir experiencias personales ni a participar en conversaciones personales. Nuestro objetivo es aprender sobre estos temas con respeto, sin juzgar y teniendo consideración por todas las personas presentes en el salón.</a:t>
            </a:r>
            <a:endParaRPr sz="1500">
              <a:solidFill>
                <a:srgbClr val="0000FF"/>
              </a:solidFill>
              <a:latin typeface="Instrument Sans"/>
              <a:ea typeface="Instrument Sans"/>
              <a:cs typeface="Instrument Sans"/>
              <a:sym typeface="Instrumen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2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53" name="Google Shape;1053;p122"/>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1054" name="Google Shape;1054;p122"/>
          <p:cNvSpPr txBox="1"/>
          <p:nvPr>
            <p:ph idx="3" type="body"/>
          </p:nvPr>
        </p:nvSpPr>
        <p:spPr>
          <a:xfrm>
            <a:off x="95625" y="981750"/>
            <a:ext cx="8496600" cy="2486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a:t>
            </a:r>
            <a:endParaRPr/>
          </a:p>
          <a:p>
            <a:pPr indent="0" lvl="0" marL="0" rtl="0" algn="l">
              <a:spcBef>
                <a:spcPts val="0"/>
              </a:spcBef>
              <a:spcAft>
                <a:spcPts val="0"/>
              </a:spcAft>
              <a:buNone/>
            </a:pPr>
            <a:r>
              <a:rPr lang="en"/>
              <a:t>Biopsycho-</a:t>
            </a:r>
            <a:endParaRPr/>
          </a:p>
          <a:p>
            <a:pPr indent="0" lvl="0" marL="0" rtl="0" algn="l">
              <a:spcBef>
                <a:spcPts val="0"/>
              </a:spcBef>
              <a:spcAft>
                <a:spcPts val="0"/>
              </a:spcAft>
              <a:buNone/>
            </a:pPr>
            <a:r>
              <a:rPr lang="en"/>
              <a:t>social Model</a:t>
            </a:r>
            <a:endParaRPr/>
          </a:p>
        </p:txBody>
      </p:sp>
      <p:pic>
        <p:nvPicPr>
          <p:cNvPr id="1055" name="Google Shape;1055;p122"/>
          <p:cNvPicPr preferRelativeResize="0"/>
          <p:nvPr/>
        </p:nvPicPr>
        <p:blipFill>
          <a:blip r:embed="rId3">
            <a:alphaModFix/>
          </a:blip>
          <a:stretch>
            <a:fillRect/>
          </a:stretch>
        </p:blipFill>
        <p:spPr>
          <a:xfrm>
            <a:off x="3273525" y="98550"/>
            <a:ext cx="5622744" cy="4828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23"/>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The Brain, Emotions, and Stimuli</a:t>
            </a:r>
            <a:endParaRPr sz="3600"/>
          </a:p>
        </p:txBody>
      </p:sp>
      <p:sp>
        <p:nvSpPr>
          <p:cNvPr id="1061" name="Google Shape;1061;p12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62" name="Google Shape;1062;p123"/>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0"/>
              </a:spcBef>
              <a:spcAft>
                <a:spcPts val="0"/>
              </a:spcAft>
              <a:buNone/>
            </a:pPr>
            <a:r>
              <a:rPr lang="en" sz="3600">
                <a:solidFill>
                  <a:srgbClr val="4A86E8"/>
                </a:solidFill>
              </a:rPr>
              <a:t>El cerebro, los estímulos y las emociones</a:t>
            </a:r>
            <a:endParaRPr sz="3600">
              <a:solidFill>
                <a:srgbClr val="4A86E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66" name="Shape 1066"/>
        <p:cNvGrpSpPr/>
        <p:nvPr/>
      </p:nvGrpSpPr>
      <p:grpSpPr>
        <a:xfrm>
          <a:off x="0" y="0"/>
          <a:ext cx="0" cy="0"/>
          <a:chOff x="0" y="0"/>
          <a:chExt cx="0" cy="0"/>
        </a:xfrm>
      </p:grpSpPr>
      <p:sp>
        <p:nvSpPr>
          <p:cNvPr id="1067" name="Google Shape;1067;p124"/>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Stimuli </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Estímulos</a:t>
            </a:r>
            <a:endParaRPr>
              <a:solidFill>
                <a:srgbClr val="0000FF"/>
              </a:solidFill>
              <a:latin typeface="Instrument Sans SemiBold"/>
              <a:ea typeface="Instrument Sans SemiBold"/>
              <a:cs typeface="Instrument Sans SemiBold"/>
              <a:sym typeface="Instrument Sans SemiBold"/>
            </a:endParaRPr>
          </a:p>
        </p:txBody>
      </p:sp>
      <p:sp>
        <p:nvSpPr>
          <p:cNvPr id="1068" name="Google Shape;1068;p12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69" name="Google Shape;1069;p124"/>
          <p:cNvSpPr txBox="1"/>
          <p:nvPr/>
        </p:nvSpPr>
        <p:spPr>
          <a:xfrm>
            <a:off x="312950" y="1232600"/>
            <a:ext cx="4864500" cy="39108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Definition: </a:t>
            </a:r>
            <a:endParaRPr sz="12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A detectable changes or signals in an external or internal environment that trigger a physical, biological, or behavioral reaction.</a:t>
            </a:r>
            <a:endParaRPr sz="11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External stimuli: </a:t>
            </a:r>
            <a:endParaRPr sz="12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Signals from outside the body. </a:t>
            </a:r>
            <a:endParaRPr sz="11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Ex: noises, lights, touches, or temperature changes.</a:t>
            </a:r>
            <a:endParaRPr sz="11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Internal stimuli: </a:t>
            </a:r>
            <a:endParaRPr sz="12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Signals from inside the body.</a:t>
            </a:r>
            <a:endParaRPr sz="11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Ex: hunger, thirst, or blood pressure.</a:t>
            </a:r>
            <a:endParaRPr sz="11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Definición: </a:t>
            </a:r>
            <a:endParaRPr sz="12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Un cambio o señal detectable en un entorno externo o interno que desencadena una reacción física, biológica o conductual.</a:t>
            </a:r>
            <a:endParaRPr sz="11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Estímulos externos: </a:t>
            </a:r>
            <a:endParaRPr sz="12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Señales provenientes del exterior del cuerpo.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Ejemplos: ruidos, luces, contacto físico o cambios de temperatura.</a:t>
            </a:r>
            <a:endParaRPr sz="11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Estímulos internos: </a:t>
            </a:r>
            <a:endParaRPr sz="12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Señales provenientes del interior del cuerpo.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Ejemplos: hambre, sed o presión arterial.</a:t>
            </a:r>
            <a:endParaRPr sz="1100">
              <a:solidFill>
                <a:srgbClr val="0000FF"/>
              </a:solidFill>
              <a:latin typeface="Instrument Sans"/>
              <a:ea typeface="Instrument Sans"/>
              <a:cs typeface="Instrument Sans"/>
              <a:sym typeface="Instrument Sans"/>
            </a:endParaRPr>
          </a:p>
        </p:txBody>
      </p:sp>
      <p:pic>
        <p:nvPicPr>
          <p:cNvPr id="1070" name="Google Shape;1070;p124" title="stimuli-in_behavioral_psychology_diagram-1.jpg"/>
          <p:cNvPicPr preferRelativeResize="0"/>
          <p:nvPr/>
        </p:nvPicPr>
        <p:blipFill>
          <a:blip r:embed="rId3">
            <a:alphaModFix/>
          </a:blip>
          <a:stretch>
            <a:fillRect/>
          </a:stretch>
        </p:blipFill>
        <p:spPr>
          <a:xfrm>
            <a:off x="5583100" y="448600"/>
            <a:ext cx="3273668" cy="4363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4" name="Shape 1074"/>
        <p:cNvGrpSpPr/>
        <p:nvPr/>
      </p:nvGrpSpPr>
      <p:grpSpPr>
        <a:xfrm>
          <a:off x="0" y="0"/>
          <a:ext cx="0" cy="0"/>
          <a:chOff x="0" y="0"/>
          <a:chExt cx="0" cy="0"/>
        </a:xfrm>
      </p:grpSpPr>
      <p:sp>
        <p:nvSpPr>
          <p:cNvPr id="1075" name="Google Shape;1075;p125"/>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200">
                <a:latin typeface="Instrument Sans SemiBold"/>
                <a:ea typeface="Instrument Sans SemiBold"/>
                <a:cs typeface="Instrument Sans SemiBold"/>
                <a:sym typeface="Instrument Sans SemiBold"/>
              </a:rPr>
              <a:t>How the Brain Reacts to Stimuli</a:t>
            </a:r>
            <a:endParaRPr sz="32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3200">
                <a:solidFill>
                  <a:srgbClr val="0000FF"/>
                </a:solidFill>
                <a:latin typeface="Instrument Sans SemiBold"/>
                <a:ea typeface="Instrument Sans SemiBold"/>
                <a:cs typeface="Instrument Sans SemiBold"/>
                <a:sym typeface="Instrument Sans SemiBold"/>
              </a:rPr>
              <a:t>Cómo reacciona el cerebro a los estímulos</a:t>
            </a:r>
            <a:endParaRPr sz="3200">
              <a:solidFill>
                <a:srgbClr val="0000FF"/>
              </a:solidFill>
              <a:latin typeface="Instrument Sans SemiBold"/>
              <a:ea typeface="Instrument Sans SemiBold"/>
              <a:cs typeface="Instrument Sans SemiBold"/>
              <a:sym typeface="Instrument Sans SemiBold"/>
            </a:endParaRPr>
          </a:p>
        </p:txBody>
      </p:sp>
      <p:sp>
        <p:nvSpPr>
          <p:cNvPr id="1076" name="Google Shape;1076;p12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77" name="Google Shape;1077;p125"/>
          <p:cNvSpPr txBox="1"/>
          <p:nvPr/>
        </p:nvSpPr>
        <p:spPr>
          <a:xfrm>
            <a:off x="312950" y="1339525"/>
            <a:ext cx="4864500" cy="3612600"/>
          </a:xfrm>
          <a:prstGeom prst="rect">
            <a:avLst/>
          </a:prstGeom>
          <a:noFill/>
          <a:ln>
            <a:noFill/>
          </a:ln>
        </p:spPr>
        <p:txBody>
          <a:bodyPr anchorCtr="0" anchor="t" bIns="91425" lIns="91425" spcFirstLastPara="1" rIns="91425" wrap="square" tIns="91425">
            <a:noAutofit/>
          </a:bodyPr>
          <a:lstStyle/>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The brain responds to a stimulus by detecting </a:t>
            </a:r>
            <a:r>
              <a:rPr lang="en" sz="1500">
                <a:latin typeface="Instrument Sans"/>
                <a:ea typeface="Instrument Sans"/>
                <a:cs typeface="Instrument Sans"/>
                <a:sym typeface="Instrument Sans"/>
              </a:rPr>
              <a:t>and</a:t>
            </a:r>
            <a:r>
              <a:rPr lang="en" sz="1500">
                <a:latin typeface="Instrument Sans"/>
                <a:ea typeface="Instrument Sans"/>
                <a:cs typeface="Instrument Sans"/>
                <a:sym typeface="Instrument Sans"/>
              </a:rPr>
              <a:t> interpreting it, creating an emotional response, and then producing a physical or behavioral reaction.</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Stimulus → Sensory system → Brain interpretation → Emotion → Body response → Behavior</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El cerebro responde a un estímulo: lo detecta e interpreta, genera una respuesta emocional y produce una reacción física o conductual.</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Estímulo → Sistema sensorial → Interpretación del cerebro → Emoción → Respuesta corporal → Comportamiento</a:t>
            </a:r>
            <a:endParaRPr sz="1500">
              <a:solidFill>
                <a:srgbClr val="0000FF"/>
              </a:solidFill>
              <a:latin typeface="Instrument Sans"/>
              <a:ea typeface="Instrument Sans"/>
              <a:cs typeface="Instrument Sans"/>
              <a:sym typeface="Instrument Sans"/>
            </a:endParaRPr>
          </a:p>
        </p:txBody>
      </p:sp>
      <p:pic>
        <p:nvPicPr>
          <p:cNvPr id="1078" name="Google Shape;1078;p125" title="maxresdefault.jpg"/>
          <p:cNvPicPr preferRelativeResize="0"/>
          <p:nvPr/>
        </p:nvPicPr>
        <p:blipFill rotWithShape="1">
          <a:blip r:embed="rId3">
            <a:alphaModFix/>
          </a:blip>
          <a:srcRect b="2612" l="0" r="0" t="3429"/>
          <a:stretch/>
        </p:blipFill>
        <p:spPr>
          <a:xfrm>
            <a:off x="5271300" y="2220400"/>
            <a:ext cx="3661750" cy="1935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2" name="Shape 1082"/>
        <p:cNvGrpSpPr/>
        <p:nvPr/>
      </p:nvGrpSpPr>
      <p:grpSpPr>
        <a:xfrm>
          <a:off x="0" y="0"/>
          <a:ext cx="0" cy="0"/>
          <a:chOff x="0" y="0"/>
          <a:chExt cx="0" cy="0"/>
        </a:xfrm>
      </p:grpSpPr>
      <p:sp>
        <p:nvSpPr>
          <p:cNvPr id="1083" name="Google Shape;1083;p126"/>
          <p:cNvSpPr txBox="1"/>
          <p:nvPr>
            <p:ph idx="3" type="body"/>
          </p:nvPr>
        </p:nvSpPr>
        <p:spPr>
          <a:xfrm>
            <a:off x="312950" y="424225"/>
            <a:ext cx="57720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300">
                <a:latin typeface="Instrument Sans SemiBold"/>
                <a:ea typeface="Instrument Sans SemiBold"/>
                <a:cs typeface="Instrument Sans SemiBold"/>
                <a:sym typeface="Instrument Sans SemiBold"/>
              </a:rPr>
              <a:t>Emotion, Mood, and Feelings</a:t>
            </a:r>
            <a:endParaRPr sz="23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300">
                <a:solidFill>
                  <a:srgbClr val="0000FF"/>
                </a:solidFill>
                <a:latin typeface="Instrument Sans SemiBold"/>
                <a:ea typeface="Instrument Sans SemiBold"/>
                <a:cs typeface="Instrument Sans SemiBold"/>
                <a:sym typeface="Instrument Sans SemiBold"/>
              </a:rPr>
              <a:t>Emoción, estado de ánimo y sentimientos </a:t>
            </a:r>
            <a:endParaRPr sz="2300">
              <a:solidFill>
                <a:srgbClr val="0000FF"/>
              </a:solidFill>
              <a:highlight>
                <a:schemeClr val="accent1"/>
              </a:highlight>
              <a:latin typeface="Arial"/>
              <a:ea typeface="Arial"/>
              <a:cs typeface="Arial"/>
              <a:sym typeface="Arial"/>
            </a:endParaRPr>
          </a:p>
        </p:txBody>
      </p:sp>
      <p:sp>
        <p:nvSpPr>
          <p:cNvPr id="1084" name="Google Shape;1084;p12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rgbClr val="000000"/>
              </a:buClr>
              <a:buSzPts val="700"/>
              <a:buFont typeface="Arial"/>
              <a:buNone/>
            </a:pPr>
            <a:fld id="{00000000-1234-1234-1234-123412341234}" type="slidenum">
              <a:rPr lang="en"/>
              <a:t>‹#›</a:t>
            </a:fld>
            <a:endParaRPr/>
          </a:p>
        </p:txBody>
      </p:sp>
      <p:sp>
        <p:nvSpPr>
          <p:cNvPr id="1085" name="Google Shape;1085;p126"/>
          <p:cNvSpPr txBox="1"/>
          <p:nvPr/>
        </p:nvSpPr>
        <p:spPr>
          <a:xfrm>
            <a:off x="312950" y="1339525"/>
            <a:ext cx="4864500" cy="3612600"/>
          </a:xfrm>
          <a:prstGeom prst="rect">
            <a:avLst/>
          </a:prstGeom>
          <a:noFill/>
          <a:ln>
            <a:noFill/>
          </a:ln>
        </p:spPr>
        <p:txBody>
          <a:bodyPr anchorCtr="0" anchor="t" bIns="91425" lIns="91425" spcFirstLastPara="1" rIns="91425" wrap="square" tIns="91425">
            <a:noAutofit/>
          </a:bodyPr>
          <a:lstStyle/>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Emotions:  mental and </a:t>
            </a:r>
            <a:r>
              <a:rPr lang="en" sz="1500">
                <a:latin typeface="Instrument Sans"/>
                <a:ea typeface="Instrument Sans"/>
                <a:cs typeface="Instrument Sans"/>
                <a:sym typeface="Instrument Sans"/>
              </a:rPr>
              <a:t>physical</a:t>
            </a:r>
            <a:r>
              <a:rPr lang="en" sz="1500">
                <a:latin typeface="Instrument Sans"/>
                <a:ea typeface="Instrument Sans"/>
                <a:cs typeface="Instrument Sans"/>
                <a:sym typeface="Instrument Sans"/>
              </a:rPr>
              <a:t> reactions to our surroundings.</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Feelings: how our </a:t>
            </a:r>
            <a:r>
              <a:rPr lang="en" sz="1500">
                <a:latin typeface="Instrument Sans"/>
                <a:ea typeface="Instrument Sans"/>
                <a:cs typeface="Instrument Sans"/>
                <a:sym typeface="Instrument Sans"/>
              </a:rPr>
              <a:t>conscious</a:t>
            </a:r>
            <a:r>
              <a:rPr lang="en" sz="1500">
                <a:latin typeface="Instrument Sans"/>
                <a:ea typeface="Instrument Sans"/>
                <a:cs typeface="Instrument Sans"/>
                <a:sym typeface="Instrument Sans"/>
              </a:rPr>
              <a:t> </a:t>
            </a:r>
            <a:r>
              <a:rPr lang="en" sz="1500">
                <a:latin typeface="Instrument Sans"/>
                <a:ea typeface="Instrument Sans"/>
                <a:cs typeface="Instrument Sans"/>
                <a:sym typeface="Instrument Sans"/>
              </a:rPr>
              <a:t>interprets</a:t>
            </a:r>
            <a:r>
              <a:rPr lang="en" sz="1500">
                <a:latin typeface="Instrument Sans"/>
                <a:ea typeface="Instrument Sans"/>
                <a:cs typeface="Instrument Sans"/>
                <a:sym typeface="Instrument Sans"/>
              </a:rPr>
              <a:t> and thinks about </a:t>
            </a:r>
            <a:r>
              <a:rPr lang="en" sz="1500">
                <a:latin typeface="Instrument Sans"/>
                <a:ea typeface="Instrument Sans"/>
                <a:cs typeface="Instrument Sans"/>
                <a:sym typeface="Instrument Sans"/>
              </a:rPr>
              <a:t>emotions</a:t>
            </a:r>
            <a:r>
              <a:rPr lang="en" sz="1500">
                <a:latin typeface="Instrument Sans"/>
                <a:ea typeface="Instrument Sans"/>
                <a:cs typeface="Instrument Sans"/>
                <a:sym typeface="Instrument Sans"/>
              </a:rPr>
              <a:t>. </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Mood: last longer than emotions or feelings and is the internal feeling that shapes a person’s </a:t>
            </a:r>
            <a:r>
              <a:rPr lang="en" sz="1500">
                <a:latin typeface="Instrument Sans"/>
                <a:ea typeface="Instrument Sans"/>
                <a:cs typeface="Instrument Sans"/>
                <a:sym typeface="Instrument Sans"/>
              </a:rPr>
              <a:t>outlook</a:t>
            </a:r>
            <a:r>
              <a:rPr lang="en" sz="1500">
                <a:latin typeface="Instrument Sans"/>
                <a:ea typeface="Instrument Sans"/>
                <a:cs typeface="Instrument Sans"/>
                <a:sym typeface="Instrument Sans"/>
              </a:rPr>
              <a:t>. </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Emociones: reacciones mentales y físicas a nuestro entorno.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Sentimientos: la manera en que nuestra conciencia interpreta y piensa sobre las emociones.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Estado de ánimo: dura más que las emociones o los sentimientos y es la sensación interna que influye en la perspectiva de una persona.</a:t>
            </a:r>
            <a:endParaRPr sz="1500">
              <a:solidFill>
                <a:srgbClr val="0000FF"/>
              </a:solidFill>
              <a:latin typeface="Instrument Sans"/>
              <a:ea typeface="Instrument Sans"/>
              <a:cs typeface="Instrument Sans"/>
              <a:sym typeface="Instrument Sans"/>
            </a:endParaRPr>
          </a:p>
        </p:txBody>
      </p:sp>
      <p:pic>
        <p:nvPicPr>
          <p:cNvPr id="1086" name="Google Shape;1086;p126" title="Screenshot 2026-08-24 at 5.04.33 PM.png"/>
          <p:cNvPicPr preferRelativeResize="0"/>
          <p:nvPr/>
        </p:nvPicPr>
        <p:blipFill>
          <a:blip r:embed="rId3">
            <a:alphaModFix/>
          </a:blip>
          <a:stretch>
            <a:fillRect/>
          </a:stretch>
        </p:blipFill>
        <p:spPr>
          <a:xfrm>
            <a:off x="5894641" y="2571750"/>
            <a:ext cx="2570435" cy="2513000"/>
          </a:xfrm>
          <a:prstGeom prst="rect">
            <a:avLst/>
          </a:prstGeom>
          <a:noFill/>
          <a:ln>
            <a:noFill/>
          </a:ln>
        </p:spPr>
      </p:pic>
      <p:pic>
        <p:nvPicPr>
          <p:cNvPr id="1087" name="Google Shape;1087;p126" title="Screenshot 2026-08-24 at 5.05.03 PM.png"/>
          <p:cNvPicPr preferRelativeResize="0"/>
          <p:nvPr/>
        </p:nvPicPr>
        <p:blipFill>
          <a:blip r:embed="rId4">
            <a:alphaModFix/>
          </a:blip>
          <a:stretch>
            <a:fillRect/>
          </a:stretch>
        </p:blipFill>
        <p:spPr>
          <a:xfrm>
            <a:off x="6084901" y="58750"/>
            <a:ext cx="1998962" cy="251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91" name="Shape 1091"/>
        <p:cNvGrpSpPr/>
        <p:nvPr/>
      </p:nvGrpSpPr>
      <p:grpSpPr>
        <a:xfrm>
          <a:off x="0" y="0"/>
          <a:ext cx="0" cy="0"/>
          <a:chOff x="0" y="0"/>
          <a:chExt cx="0" cy="0"/>
        </a:xfrm>
      </p:grpSpPr>
      <p:sp>
        <p:nvSpPr>
          <p:cNvPr id="1092" name="Google Shape;1092;p127"/>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Emotion</a:t>
            </a:r>
            <a:endParaRPr>
              <a:latin typeface="Instrument Sans SemiBold"/>
              <a:ea typeface="Instrument Sans SemiBold"/>
              <a:cs typeface="Instrument Sans SemiBold"/>
              <a:sym typeface="Instrument Sans SemiBold"/>
            </a:endParaRPr>
          </a:p>
          <a:p>
            <a:pPr indent="0" lvl="0" marL="0" rtl="0" algn="l">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Emoción</a:t>
            </a:r>
            <a:endParaRPr>
              <a:latin typeface="Instrument Sans SemiBold"/>
              <a:ea typeface="Instrument Sans SemiBold"/>
              <a:cs typeface="Instrument Sans SemiBold"/>
              <a:sym typeface="Instrument Sans SemiBold"/>
            </a:endParaRPr>
          </a:p>
        </p:txBody>
      </p:sp>
      <p:sp>
        <p:nvSpPr>
          <p:cNvPr id="1093" name="Google Shape;1093;p12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94" name="Google Shape;1094;p127"/>
          <p:cNvSpPr txBox="1"/>
          <p:nvPr/>
        </p:nvSpPr>
        <p:spPr>
          <a:xfrm>
            <a:off x="312950" y="1232600"/>
            <a:ext cx="4864500" cy="3719400"/>
          </a:xfrm>
          <a:prstGeom prst="rect">
            <a:avLst/>
          </a:prstGeom>
          <a:noFill/>
          <a:ln>
            <a:noFill/>
          </a:ln>
        </p:spPr>
        <p:txBody>
          <a:bodyPr anchorCtr="0" anchor="t" bIns="91425" lIns="91425" spcFirstLastPara="1" rIns="91425" wrap="square" tIns="91425">
            <a:noAutofit/>
          </a:bodyPr>
          <a:lstStyle/>
          <a:p>
            <a:pPr indent="-342900" lvl="0" marL="457200" marR="38100" rtl="0" algn="l">
              <a:lnSpc>
                <a:spcPct val="100000"/>
              </a:lnSpc>
              <a:spcBef>
                <a:spcPts val="0"/>
              </a:spcBef>
              <a:spcAft>
                <a:spcPts val="0"/>
              </a:spcAft>
              <a:buSzPts val="1800"/>
              <a:buFont typeface="Instrument Sans"/>
              <a:buChar char="●"/>
            </a:pPr>
            <a:r>
              <a:rPr lang="en" sz="1800">
                <a:latin typeface="Instrument Sans"/>
                <a:ea typeface="Instrument Sans"/>
                <a:cs typeface="Instrument Sans"/>
                <a:sym typeface="Instrument Sans"/>
              </a:rPr>
              <a:t>Emotions are rooted in biology. </a:t>
            </a:r>
            <a:endParaRPr sz="1800">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SzPts val="1800"/>
              <a:buFont typeface="Instrument Sans"/>
              <a:buChar char="●"/>
            </a:pPr>
            <a:r>
              <a:rPr lang="en" sz="1800">
                <a:latin typeface="Instrument Sans"/>
                <a:ea typeface="Instrument Sans"/>
                <a:cs typeface="Instrument Sans"/>
                <a:sym typeface="Instrument Sans"/>
              </a:rPr>
              <a:t>When you </a:t>
            </a:r>
            <a:r>
              <a:rPr lang="en" sz="1800">
                <a:latin typeface="Instrument Sans"/>
                <a:ea typeface="Instrument Sans"/>
                <a:cs typeface="Instrument Sans"/>
                <a:sym typeface="Instrument Sans"/>
              </a:rPr>
              <a:t>experience</a:t>
            </a:r>
            <a:r>
              <a:rPr lang="en" sz="1800">
                <a:latin typeface="Instrument Sans"/>
                <a:ea typeface="Instrument Sans"/>
                <a:cs typeface="Instrument Sans"/>
                <a:sym typeface="Instrument Sans"/>
              </a:rPr>
              <a:t> something your body can </a:t>
            </a:r>
            <a:r>
              <a:rPr lang="en" sz="1800">
                <a:latin typeface="Instrument Sans"/>
                <a:ea typeface="Instrument Sans"/>
                <a:cs typeface="Instrument Sans"/>
                <a:sym typeface="Instrument Sans"/>
              </a:rPr>
              <a:t>change</a:t>
            </a:r>
            <a:r>
              <a:rPr lang="en" sz="1800">
                <a:latin typeface="Instrument Sans"/>
                <a:ea typeface="Instrument Sans"/>
                <a:cs typeface="Instrument Sans"/>
                <a:sym typeface="Instrument Sans"/>
              </a:rPr>
              <a:t> physiologically.</a:t>
            </a:r>
            <a:endParaRPr sz="1800">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SzPts val="1800"/>
              <a:buFont typeface="Instrument Sans"/>
              <a:buChar char="●"/>
            </a:pPr>
            <a:r>
              <a:rPr lang="en" sz="1800">
                <a:latin typeface="Instrument Sans"/>
                <a:ea typeface="Instrument Sans"/>
                <a:cs typeface="Instrument Sans"/>
                <a:sym typeface="Instrument Sans"/>
              </a:rPr>
              <a:t>Ex: Changes in </a:t>
            </a:r>
            <a:r>
              <a:rPr lang="en" sz="1800">
                <a:latin typeface="Instrument Sans"/>
                <a:ea typeface="Instrument Sans"/>
                <a:cs typeface="Instrument Sans"/>
                <a:sym typeface="Instrument Sans"/>
              </a:rPr>
              <a:t>heartbeat</a:t>
            </a:r>
            <a:r>
              <a:rPr lang="en" sz="1800">
                <a:latin typeface="Instrument Sans"/>
                <a:ea typeface="Instrument Sans"/>
                <a:cs typeface="Instrument Sans"/>
                <a:sym typeface="Instrument Sans"/>
              </a:rPr>
              <a:t>, sweating, crying, or smiling.</a:t>
            </a:r>
            <a:endParaRPr sz="1800">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Clr>
                <a:srgbClr val="0000FF"/>
              </a:buClr>
              <a:buSzPts val="1800"/>
              <a:buFont typeface="Instrument Sans"/>
              <a:buChar char="●"/>
            </a:pPr>
            <a:r>
              <a:rPr lang="en" sz="1800">
                <a:solidFill>
                  <a:srgbClr val="0000FF"/>
                </a:solidFill>
                <a:latin typeface="Instrument Sans"/>
                <a:ea typeface="Instrument Sans"/>
                <a:cs typeface="Instrument Sans"/>
                <a:sym typeface="Instrument Sans"/>
              </a:rPr>
              <a:t>Las emociones tienen sus raíces en la biología. </a:t>
            </a:r>
            <a:endParaRPr sz="1800">
              <a:solidFill>
                <a:srgbClr val="0000FF"/>
              </a:solidFill>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Clr>
                <a:srgbClr val="0000FF"/>
              </a:buClr>
              <a:buSzPts val="1800"/>
              <a:buFont typeface="Instrument Sans"/>
              <a:buChar char="●"/>
            </a:pPr>
            <a:r>
              <a:rPr lang="en" sz="1800">
                <a:solidFill>
                  <a:srgbClr val="0000FF"/>
                </a:solidFill>
                <a:latin typeface="Instrument Sans"/>
                <a:ea typeface="Instrument Sans"/>
                <a:cs typeface="Instrument Sans"/>
                <a:sym typeface="Instrument Sans"/>
              </a:rPr>
              <a:t>Cuando experimentas algo, tu cuerpo puede cambiar fisiológicamente. </a:t>
            </a:r>
            <a:endParaRPr sz="1800">
              <a:solidFill>
                <a:srgbClr val="0000FF"/>
              </a:solidFill>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Clr>
                <a:srgbClr val="0000FF"/>
              </a:buClr>
              <a:buSzPts val="1800"/>
              <a:buFont typeface="Instrument Sans"/>
              <a:buChar char="●"/>
            </a:pPr>
            <a:r>
              <a:rPr lang="en" sz="1800">
                <a:solidFill>
                  <a:srgbClr val="0000FF"/>
                </a:solidFill>
                <a:latin typeface="Instrument Sans"/>
                <a:ea typeface="Instrument Sans"/>
                <a:cs typeface="Instrument Sans"/>
                <a:sym typeface="Instrument Sans"/>
              </a:rPr>
              <a:t>Ejemplos: cambios en los latidos del corazón, sudoración, llanto o sonreír.</a:t>
            </a:r>
            <a:endParaRPr sz="1800">
              <a:solidFill>
                <a:srgbClr val="0000FF"/>
              </a:solidFill>
              <a:latin typeface="Instrument Sans"/>
              <a:ea typeface="Instrument Sans"/>
              <a:cs typeface="Instrument Sans"/>
              <a:sym typeface="Instrument Sans"/>
            </a:endParaRPr>
          </a:p>
        </p:txBody>
      </p:sp>
      <p:pic>
        <p:nvPicPr>
          <p:cNvPr id="1095" name="Google Shape;1095;p127" title="6-emotions.png"/>
          <p:cNvPicPr preferRelativeResize="0"/>
          <p:nvPr/>
        </p:nvPicPr>
        <p:blipFill>
          <a:blip r:embed="rId3">
            <a:alphaModFix/>
          </a:blip>
          <a:stretch>
            <a:fillRect/>
          </a:stretch>
        </p:blipFill>
        <p:spPr>
          <a:xfrm>
            <a:off x="5143813" y="0"/>
            <a:ext cx="3661751" cy="2441168"/>
          </a:xfrm>
          <a:prstGeom prst="rect">
            <a:avLst/>
          </a:prstGeom>
          <a:noFill/>
          <a:ln>
            <a:noFill/>
          </a:ln>
        </p:spPr>
      </p:pic>
      <p:pic>
        <p:nvPicPr>
          <p:cNvPr id="1096" name="Google Shape;1096;p127" title="ekmans-6-basic-emotions.jpg"/>
          <p:cNvPicPr preferRelativeResize="0"/>
          <p:nvPr/>
        </p:nvPicPr>
        <p:blipFill>
          <a:blip r:embed="rId4">
            <a:alphaModFix/>
          </a:blip>
          <a:stretch>
            <a:fillRect/>
          </a:stretch>
        </p:blipFill>
        <p:spPr>
          <a:xfrm>
            <a:off x="5575850" y="2571750"/>
            <a:ext cx="2797708" cy="25680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00" name="Shape 1100"/>
        <p:cNvGrpSpPr/>
        <p:nvPr/>
      </p:nvGrpSpPr>
      <p:grpSpPr>
        <a:xfrm>
          <a:off x="0" y="0"/>
          <a:ext cx="0" cy="0"/>
          <a:chOff x="0" y="0"/>
          <a:chExt cx="0" cy="0"/>
        </a:xfrm>
      </p:grpSpPr>
      <p:sp>
        <p:nvSpPr>
          <p:cNvPr id="1101" name="Google Shape;1101;p128"/>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400">
                <a:latin typeface="Instrument Sans SemiBold"/>
                <a:ea typeface="Instrument Sans SemiBold"/>
                <a:cs typeface="Instrument Sans SemiBold"/>
                <a:sym typeface="Instrument Sans SemiBold"/>
              </a:rPr>
              <a:t>Emotional Extremes</a:t>
            </a:r>
            <a:endParaRPr sz="34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3400">
                <a:solidFill>
                  <a:srgbClr val="0000FF"/>
                </a:solidFill>
                <a:latin typeface="Instrument Sans SemiBold"/>
                <a:ea typeface="Instrument Sans SemiBold"/>
                <a:cs typeface="Instrument Sans SemiBold"/>
                <a:sym typeface="Instrument Sans SemiBold"/>
              </a:rPr>
              <a:t>Extremos emocionales</a:t>
            </a:r>
            <a:endParaRPr sz="3400">
              <a:solidFill>
                <a:srgbClr val="0000FF"/>
              </a:solidFill>
              <a:latin typeface="Instrument Sans SemiBold"/>
              <a:ea typeface="Instrument Sans SemiBold"/>
              <a:cs typeface="Instrument Sans SemiBold"/>
              <a:sym typeface="Instrument Sans SemiBold"/>
            </a:endParaRPr>
          </a:p>
        </p:txBody>
      </p:sp>
      <p:sp>
        <p:nvSpPr>
          <p:cNvPr id="1102" name="Google Shape;1102;p12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03" name="Google Shape;1103;p128"/>
          <p:cNvSpPr txBox="1"/>
          <p:nvPr/>
        </p:nvSpPr>
        <p:spPr>
          <a:xfrm>
            <a:off x="312950" y="1232600"/>
            <a:ext cx="4864500" cy="3719400"/>
          </a:xfrm>
          <a:prstGeom prst="rect">
            <a:avLst/>
          </a:prstGeom>
          <a:noFill/>
          <a:ln>
            <a:noFill/>
          </a:ln>
        </p:spPr>
        <p:txBody>
          <a:bodyPr anchorCtr="0" anchor="t" bIns="91425" lIns="91425" spcFirstLastPara="1" rIns="91425" wrap="square" tIns="91425">
            <a:noAutofit/>
          </a:bodyPr>
          <a:lstStyle/>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When we experience emotional </a:t>
            </a:r>
            <a:r>
              <a:rPr lang="en" sz="1500">
                <a:latin typeface="Instrument Sans"/>
                <a:ea typeface="Instrument Sans"/>
                <a:cs typeface="Instrument Sans"/>
                <a:sym typeface="Instrument Sans"/>
              </a:rPr>
              <a:t>extremes</a:t>
            </a:r>
            <a:r>
              <a:rPr lang="en" sz="1500">
                <a:latin typeface="Instrument Sans"/>
                <a:ea typeface="Instrument Sans"/>
                <a:cs typeface="Instrument Sans"/>
                <a:sym typeface="Instrument Sans"/>
              </a:rPr>
              <a:t> our brain and body can become overloaded. </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This </a:t>
            </a:r>
            <a:r>
              <a:rPr lang="en" sz="1500">
                <a:latin typeface="Instrument Sans"/>
                <a:ea typeface="Instrument Sans"/>
                <a:cs typeface="Instrument Sans"/>
                <a:sym typeface="Instrument Sans"/>
              </a:rPr>
              <a:t>can</a:t>
            </a:r>
            <a:r>
              <a:rPr lang="en" sz="1500">
                <a:latin typeface="Instrument Sans"/>
                <a:ea typeface="Instrument Sans"/>
                <a:cs typeface="Instrument Sans"/>
                <a:sym typeface="Instrument Sans"/>
              </a:rPr>
              <a:t> trigger stress, impulsive behavior, difficulty thinking, and fatigue. </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Extreme emotions trigger </a:t>
            </a:r>
            <a:r>
              <a:rPr lang="en" sz="1500">
                <a:latin typeface="Instrument Sans"/>
                <a:ea typeface="Instrument Sans"/>
                <a:cs typeface="Instrument Sans"/>
                <a:sym typeface="Instrument Sans"/>
              </a:rPr>
              <a:t>stress</a:t>
            </a:r>
            <a:r>
              <a:rPr lang="en" sz="1500">
                <a:latin typeface="Instrument Sans"/>
                <a:ea typeface="Instrument Sans"/>
                <a:cs typeface="Instrument Sans"/>
                <a:sym typeface="Instrument Sans"/>
              </a:rPr>
              <a:t> hormones and the fight-or-flight center of the brain.</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Cuando experimentamos emociones extremas, nuestro cerebro y cuerpo pueden sobrecargarse.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Esto puede desencadenar estrés, comportamientos impulsivos, dificultad para pensar y fatiga.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Las emociones extremas activan las hormonas del estrés y el centro de lucha o huida del cerebro.</a:t>
            </a:r>
            <a:endParaRPr sz="1500">
              <a:solidFill>
                <a:srgbClr val="0000FF"/>
              </a:solidFill>
              <a:latin typeface="Instrument Sans"/>
              <a:ea typeface="Instrument Sans"/>
              <a:cs typeface="Instrument Sans"/>
              <a:sym typeface="Instrument Sans"/>
            </a:endParaRPr>
          </a:p>
        </p:txBody>
      </p:sp>
      <p:pic>
        <p:nvPicPr>
          <p:cNvPr id="1104" name="Google Shape;1104;p128" title="Screenshot 2026-08-18 at 1.29.40 PM.png"/>
          <p:cNvPicPr preferRelativeResize="0"/>
          <p:nvPr/>
        </p:nvPicPr>
        <p:blipFill>
          <a:blip r:embed="rId3">
            <a:alphaModFix/>
          </a:blip>
          <a:stretch>
            <a:fillRect/>
          </a:stretch>
        </p:blipFill>
        <p:spPr>
          <a:xfrm>
            <a:off x="5361951" y="603436"/>
            <a:ext cx="3782049" cy="39366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08" name="Shape 1108"/>
        <p:cNvGrpSpPr/>
        <p:nvPr/>
      </p:nvGrpSpPr>
      <p:grpSpPr>
        <a:xfrm>
          <a:off x="0" y="0"/>
          <a:ext cx="0" cy="0"/>
          <a:chOff x="0" y="0"/>
          <a:chExt cx="0" cy="0"/>
        </a:xfrm>
      </p:grpSpPr>
      <p:sp>
        <p:nvSpPr>
          <p:cNvPr id="1109" name="Google Shape;1109;p129"/>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Neural</a:t>
            </a:r>
            <a:r>
              <a:rPr lang="en">
                <a:latin typeface="Instrument Sans SemiBold"/>
                <a:ea typeface="Instrument Sans SemiBold"/>
                <a:cs typeface="Instrument Sans SemiBold"/>
                <a:sym typeface="Instrument Sans SemiBold"/>
              </a:rPr>
              <a:t> Plasticity</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Plasticidad neuronal</a:t>
            </a:r>
            <a:endParaRPr>
              <a:solidFill>
                <a:srgbClr val="0000FF"/>
              </a:solidFill>
              <a:latin typeface="Instrument Sans SemiBold"/>
              <a:ea typeface="Instrument Sans SemiBold"/>
              <a:cs typeface="Instrument Sans SemiBold"/>
              <a:sym typeface="Instrument Sans SemiBold"/>
            </a:endParaRPr>
          </a:p>
        </p:txBody>
      </p:sp>
      <p:sp>
        <p:nvSpPr>
          <p:cNvPr id="1110" name="Google Shape;1110;p12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11" name="Google Shape;1111;p129"/>
          <p:cNvSpPr txBox="1"/>
          <p:nvPr/>
        </p:nvSpPr>
        <p:spPr>
          <a:xfrm>
            <a:off x="312950" y="1232600"/>
            <a:ext cx="4864500" cy="3719400"/>
          </a:xfrm>
          <a:prstGeom prst="rect">
            <a:avLst/>
          </a:prstGeom>
          <a:noFill/>
          <a:ln>
            <a:noFill/>
          </a:ln>
        </p:spPr>
        <p:txBody>
          <a:bodyPr anchorCtr="0" anchor="t" bIns="91425" lIns="91425" spcFirstLastPara="1" rIns="91425" wrap="square" tIns="91425">
            <a:noAutofit/>
          </a:bodyPr>
          <a:lstStyle/>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Neural plasticity is the brain’s ability to change its structure and function over time. </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Emotions, stress, and experiences can all change how the brain </a:t>
            </a:r>
            <a:r>
              <a:rPr lang="en" sz="1500">
                <a:latin typeface="Instrument Sans"/>
                <a:ea typeface="Instrument Sans"/>
                <a:cs typeface="Instrument Sans"/>
                <a:sym typeface="Instrument Sans"/>
              </a:rPr>
              <a:t>functions</a:t>
            </a:r>
            <a:r>
              <a:rPr lang="en" sz="1500">
                <a:latin typeface="Instrument Sans"/>
                <a:ea typeface="Instrument Sans"/>
                <a:cs typeface="Instrument Sans"/>
                <a:sym typeface="Instrument Sans"/>
              </a:rPr>
              <a:t>.</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Practicing health habits, </a:t>
            </a:r>
            <a:r>
              <a:rPr lang="en" sz="1500">
                <a:latin typeface="Instrument Sans"/>
                <a:ea typeface="Instrument Sans"/>
                <a:cs typeface="Instrument Sans"/>
                <a:sym typeface="Instrument Sans"/>
              </a:rPr>
              <a:t>de-stressing</a:t>
            </a:r>
            <a:r>
              <a:rPr lang="en" sz="1500">
                <a:latin typeface="Instrument Sans"/>
                <a:ea typeface="Instrument Sans"/>
                <a:cs typeface="Instrument Sans"/>
                <a:sym typeface="Instrument Sans"/>
              </a:rPr>
              <a:t>, and </a:t>
            </a:r>
            <a:r>
              <a:rPr lang="en" sz="1500">
                <a:latin typeface="Instrument Sans"/>
                <a:ea typeface="Instrument Sans"/>
                <a:cs typeface="Instrument Sans"/>
                <a:sym typeface="Instrument Sans"/>
              </a:rPr>
              <a:t>receiving</a:t>
            </a:r>
            <a:r>
              <a:rPr lang="en" sz="1500">
                <a:latin typeface="Instrument Sans"/>
                <a:ea typeface="Instrument Sans"/>
                <a:cs typeface="Instrument Sans"/>
                <a:sym typeface="Instrument Sans"/>
              </a:rPr>
              <a:t> treatment can cause </a:t>
            </a:r>
            <a:r>
              <a:rPr lang="en" sz="1500">
                <a:latin typeface="Instrument Sans"/>
                <a:ea typeface="Instrument Sans"/>
                <a:cs typeface="Instrument Sans"/>
                <a:sym typeface="Instrument Sans"/>
              </a:rPr>
              <a:t>positive</a:t>
            </a:r>
            <a:r>
              <a:rPr lang="en" sz="1500">
                <a:latin typeface="Instrument Sans"/>
                <a:ea typeface="Instrument Sans"/>
                <a:cs typeface="Instrument Sans"/>
                <a:sym typeface="Instrument Sans"/>
              </a:rPr>
              <a:t> </a:t>
            </a:r>
            <a:r>
              <a:rPr lang="en" sz="1500">
                <a:latin typeface="Instrument Sans"/>
                <a:ea typeface="Instrument Sans"/>
                <a:cs typeface="Instrument Sans"/>
                <a:sym typeface="Instrument Sans"/>
              </a:rPr>
              <a:t>neuroplasticity</a:t>
            </a:r>
            <a:r>
              <a:rPr lang="en" sz="1500">
                <a:latin typeface="Instrument Sans"/>
                <a:ea typeface="Instrument Sans"/>
                <a:cs typeface="Instrument Sans"/>
                <a:sym typeface="Instrument Sans"/>
              </a:rPr>
              <a:t> </a:t>
            </a:r>
            <a:r>
              <a:rPr lang="en" sz="1500">
                <a:latin typeface="Instrument Sans"/>
                <a:ea typeface="Instrument Sans"/>
                <a:cs typeface="Instrument Sans"/>
                <a:sym typeface="Instrument Sans"/>
              </a:rPr>
              <a:t>changes</a:t>
            </a:r>
            <a:r>
              <a:rPr lang="en" sz="1500">
                <a:latin typeface="Instrument Sans"/>
                <a:ea typeface="Instrument Sans"/>
                <a:cs typeface="Instrument Sans"/>
                <a:sym typeface="Instrument Sans"/>
              </a:rPr>
              <a:t>. </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La plasticidad neuronal es la capacidad del cerebro para cambiar su estructura y funcionamiento con el tiempo.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Las emociones, el estrés y las experiencias pueden cambiar la manera en que funciona el cerebro.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Practicar hábitos saludables, reducir el estrés y recibir tratamiento pueden generar cambios positivos en la neuroplasticidad.</a:t>
            </a:r>
            <a:endParaRPr sz="1500">
              <a:solidFill>
                <a:srgbClr val="0000FF"/>
              </a:solidFill>
              <a:latin typeface="Instrument Sans"/>
              <a:ea typeface="Instrument Sans"/>
              <a:cs typeface="Instrument Sans"/>
              <a:sym typeface="Instrument Sans"/>
            </a:endParaRPr>
          </a:p>
        </p:txBody>
      </p:sp>
      <p:pic>
        <p:nvPicPr>
          <p:cNvPr id="1112" name="Google Shape;1112;p129" title="images.jpg"/>
          <p:cNvPicPr preferRelativeResize="0"/>
          <p:nvPr/>
        </p:nvPicPr>
        <p:blipFill>
          <a:blip r:embed="rId3">
            <a:alphaModFix/>
          </a:blip>
          <a:stretch>
            <a:fillRect/>
          </a:stretch>
        </p:blipFill>
        <p:spPr>
          <a:xfrm>
            <a:off x="5036238" y="0"/>
            <a:ext cx="3661750" cy="2758756"/>
          </a:xfrm>
          <a:prstGeom prst="rect">
            <a:avLst/>
          </a:prstGeom>
          <a:noFill/>
          <a:ln>
            <a:noFill/>
          </a:ln>
        </p:spPr>
      </p:pic>
      <p:pic>
        <p:nvPicPr>
          <p:cNvPr id="1113" name="Google Shape;1113;p129" title="what-is-brain-plasticity-2794886-01-cb68ba43ed534fb4b220ff86bf28a0e4.png"/>
          <p:cNvPicPr preferRelativeResize="0"/>
          <p:nvPr/>
        </p:nvPicPr>
        <p:blipFill>
          <a:blip r:embed="rId4">
            <a:alphaModFix/>
          </a:blip>
          <a:stretch>
            <a:fillRect/>
          </a:stretch>
        </p:blipFill>
        <p:spPr>
          <a:xfrm>
            <a:off x="5177464" y="2890617"/>
            <a:ext cx="3379324" cy="22528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17" name="Shape 1117"/>
        <p:cNvGrpSpPr/>
        <p:nvPr/>
      </p:nvGrpSpPr>
      <p:grpSpPr>
        <a:xfrm>
          <a:off x="0" y="0"/>
          <a:ext cx="0" cy="0"/>
          <a:chOff x="0" y="0"/>
          <a:chExt cx="0" cy="0"/>
        </a:xfrm>
      </p:grpSpPr>
      <p:sp>
        <p:nvSpPr>
          <p:cNvPr id="1118" name="Google Shape;1118;p130"/>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Social </a:t>
            </a:r>
            <a:r>
              <a:rPr lang="en">
                <a:latin typeface="Instrument Sans SemiBold"/>
                <a:ea typeface="Instrument Sans SemiBold"/>
                <a:cs typeface="Instrument Sans SemiBold"/>
                <a:sym typeface="Instrument Sans SemiBold"/>
              </a:rPr>
              <a:t>Determinants</a:t>
            </a:r>
            <a:r>
              <a:rPr lang="en">
                <a:latin typeface="Instrument Sans SemiBold"/>
                <a:ea typeface="Instrument Sans SemiBold"/>
                <a:cs typeface="Instrument Sans SemiBold"/>
                <a:sym typeface="Instrument Sans SemiBold"/>
              </a:rPr>
              <a:t> of Health</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Determinantes sociales de la salud</a:t>
            </a:r>
            <a:endParaRPr>
              <a:solidFill>
                <a:srgbClr val="0000FF"/>
              </a:solidFill>
              <a:latin typeface="Instrument Sans SemiBold"/>
              <a:ea typeface="Instrument Sans SemiBold"/>
              <a:cs typeface="Instrument Sans SemiBold"/>
              <a:sym typeface="Instrument Sans SemiBold"/>
            </a:endParaRPr>
          </a:p>
        </p:txBody>
      </p:sp>
      <p:sp>
        <p:nvSpPr>
          <p:cNvPr id="1119" name="Google Shape;1119;p13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120" name="Google Shape;1120;p130" title="Screenshot 2026-08-20 at 2.33.09 PM.png"/>
          <p:cNvPicPr preferRelativeResize="0"/>
          <p:nvPr/>
        </p:nvPicPr>
        <p:blipFill>
          <a:blip r:embed="rId3">
            <a:alphaModFix/>
          </a:blip>
          <a:stretch>
            <a:fillRect/>
          </a:stretch>
        </p:blipFill>
        <p:spPr>
          <a:xfrm>
            <a:off x="1175975" y="1439875"/>
            <a:ext cx="6792052" cy="36388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24" name="Shape 1124"/>
        <p:cNvGrpSpPr/>
        <p:nvPr/>
      </p:nvGrpSpPr>
      <p:grpSpPr>
        <a:xfrm>
          <a:off x="0" y="0"/>
          <a:ext cx="0" cy="0"/>
          <a:chOff x="0" y="0"/>
          <a:chExt cx="0" cy="0"/>
        </a:xfrm>
      </p:grpSpPr>
      <p:sp>
        <p:nvSpPr>
          <p:cNvPr id="1125" name="Google Shape;1125;p13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126" name="Google Shape;1126;p131" title="Screenshot 2026-08-18 at 1.29.40 PM.png"/>
          <p:cNvPicPr preferRelativeResize="0"/>
          <p:nvPr/>
        </p:nvPicPr>
        <p:blipFill>
          <a:blip r:embed="rId3">
            <a:alphaModFix/>
          </a:blip>
          <a:stretch>
            <a:fillRect/>
          </a:stretch>
        </p:blipFill>
        <p:spPr>
          <a:xfrm>
            <a:off x="2101223" y="0"/>
            <a:ext cx="4941545"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30" name="Shape 1130"/>
        <p:cNvGrpSpPr/>
        <p:nvPr/>
      </p:nvGrpSpPr>
      <p:grpSpPr>
        <a:xfrm>
          <a:off x="0" y="0"/>
          <a:ext cx="0" cy="0"/>
          <a:chOff x="0" y="0"/>
          <a:chExt cx="0" cy="0"/>
        </a:xfrm>
      </p:grpSpPr>
      <p:sp>
        <p:nvSpPr>
          <p:cNvPr id="1131" name="Google Shape;1131;p132"/>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700">
                <a:latin typeface="Instrument Sans SemiBold"/>
                <a:ea typeface="Instrument Sans SemiBold"/>
                <a:cs typeface="Instrument Sans SemiBold"/>
                <a:sym typeface="Instrument Sans SemiBold"/>
              </a:rPr>
              <a:t>Diagnostic and Statistical Manual of Mental Disorders</a:t>
            </a:r>
            <a:endParaRPr sz="27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700">
                <a:solidFill>
                  <a:srgbClr val="0000FF"/>
                </a:solidFill>
                <a:latin typeface="Instrument Sans SemiBold"/>
                <a:ea typeface="Instrument Sans SemiBold"/>
                <a:cs typeface="Instrument Sans SemiBold"/>
                <a:sym typeface="Instrument Sans SemiBold"/>
              </a:rPr>
              <a:t>Manual diagnóstico y estadístico de los trastornos mentales</a:t>
            </a:r>
            <a:endParaRPr sz="2700">
              <a:solidFill>
                <a:srgbClr val="0000FF"/>
              </a:solidFill>
              <a:latin typeface="Instrument Sans SemiBold"/>
              <a:ea typeface="Instrument Sans SemiBold"/>
              <a:cs typeface="Instrument Sans SemiBold"/>
              <a:sym typeface="Instrument Sans SemiBold"/>
            </a:endParaRPr>
          </a:p>
        </p:txBody>
      </p:sp>
      <p:sp>
        <p:nvSpPr>
          <p:cNvPr id="1132" name="Google Shape;1132;p13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133" name="Google Shape;1133;p132" title="91LB+QTXQbL._AC_UL600_SR600,600_.jpg"/>
          <p:cNvPicPr preferRelativeResize="0"/>
          <p:nvPr/>
        </p:nvPicPr>
        <p:blipFill>
          <a:blip r:embed="rId3">
            <a:alphaModFix/>
          </a:blip>
          <a:stretch>
            <a:fillRect/>
          </a:stretch>
        </p:blipFill>
        <p:spPr>
          <a:xfrm>
            <a:off x="2778925" y="1557350"/>
            <a:ext cx="3586151" cy="3586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37" name="Shape 1137"/>
        <p:cNvGrpSpPr/>
        <p:nvPr/>
      </p:nvGrpSpPr>
      <p:grpSpPr>
        <a:xfrm>
          <a:off x="0" y="0"/>
          <a:ext cx="0" cy="0"/>
          <a:chOff x="0" y="0"/>
          <a:chExt cx="0" cy="0"/>
        </a:xfrm>
      </p:grpSpPr>
      <p:sp>
        <p:nvSpPr>
          <p:cNvPr id="1138" name="Google Shape;1138;p133"/>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Depression</a:t>
            </a:r>
            <a:endParaRPr sz="3600"/>
          </a:p>
        </p:txBody>
      </p:sp>
      <p:sp>
        <p:nvSpPr>
          <p:cNvPr id="1139" name="Google Shape;1139;p13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40" name="Google Shape;1140;p133"/>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0000FF"/>
                </a:solidFill>
              </a:rPr>
              <a:t>Depresión</a:t>
            </a:r>
            <a:endParaRPr sz="36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44" name="Shape 1144"/>
        <p:cNvGrpSpPr/>
        <p:nvPr/>
      </p:nvGrpSpPr>
      <p:grpSpPr>
        <a:xfrm>
          <a:off x="0" y="0"/>
          <a:ext cx="0" cy="0"/>
          <a:chOff x="0" y="0"/>
          <a:chExt cx="0" cy="0"/>
        </a:xfrm>
      </p:grpSpPr>
      <p:sp>
        <p:nvSpPr>
          <p:cNvPr id="1145" name="Google Shape;1145;p134"/>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Biology of Depression</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Biología de la depresión</a:t>
            </a:r>
            <a:endParaRPr>
              <a:solidFill>
                <a:srgbClr val="0000FF"/>
              </a:solidFill>
              <a:latin typeface="Instrument Sans SemiBold"/>
              <a:ea typeface="Instrument Sans SemiBold"/>
              <a:cs typeface="Instrument Sans SemiBold"/>
              <a:sym typeface="Instrument Sans SemiBold"/>
            </a:endParaRPr>
          </a:p>
        </p:txBody>
      </p:sp>
      <p:sp>
        <p:nvSpPr>
          <p:cNvPr id="1146" name="Google Shape;1146;p13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47" name="Google Shape;1147;p134"/>
          <p:cNvSpPr txBox="1"/>
          <p:nvPr/>
        </p:nvSpPr>
        <p:spPr>
          <a:xfrm>
            <a:off x="312950" y="1232600"/>
            <a:ext cx="4864500" cy="37194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Sadness is an emotion that occurs in response to loss, disappointment, stress, or other difficult experiences.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Multiple brain regions are involved, including the amygdala, prefrontal cortex, hippocampus, and reward/motivation systems.</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Neurotransmitters such as serotonin, dopamine, and norepinephrine are involved, but depression is not simply caused by a “chemical imbalance.”</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 tristeza es una emoción que ocurre como respuesta a una pérdida, decepción, estrés u otras experiencias difíciles.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Participan múltiples regiones del cerebro, entre ellas la amígdala, la corteza prefrontal, el hipocampo y los sistemas de recompensa y motivación.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Intervienen neurotransmisores como la serotonina, la dopamina y la norepinefrina, pero la depresión no es causada simplemente por un “desequilibrio químico”.</a:t>
            </a:r>
            <a:endParaRPr sz="1300">
              <a:solidFill>
                <a:srgbClr val="0000FF"/>
              </a:solidFill>
              <a:latin typeface="Instrument Sans"/>
              <a:ea typeface="Instrument Sans"/>
              <a:cs typeface="Instrument Sans"/>
              <a:sym typeface="Instrument Sans"/>
            </a:endParaRPr>
          </a:p>
        </p:txBody>
      </p:sp>
      <p:pic>
        <p:nvPicPr>
          <p:cNvPr id="1148" name="Google Shape;1148;p134" title="Screenshot 2026-08-24 at 5.28.29 PM.png"/>
          <p:cNvPicPr preferRelativeResize="0"/>
          <p:nvPr/>
        </p:nvPicPr>
        <p:blipFill>
          <a:blip r:embed="rId3">
            <a:alphaModFix/>
          </a:blip>
          <a:stretch>
            <a:fillRect/>
          </a:stretch>
        </p:blipFill>
        <p:spPr>
          <a:xfrm>
            <a:off x="5329850" y="1557350"/>
            <a:ext cx="3661749" cy="287472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52" name="Shape 1152"/>
        <p:cNvGrpSpPr/>
        <p:nvPr/>
      </p:nvGrpSpPr>
      <p:grpSpPr>
        <a:xfrm>
          <a:off x="0" y="0"/>
          <a:ext cx="0" cy="0"/>
          <a:chOff x="0" y="0"/>
          <a:chExt cx="0" cy="0"/>
        </a:xfrm>
      </p:grpSpPr>
      <p:sp>
        <p:nvSpPr>
          <p:cNvPr id="1153" name="Google Shape;1153;p135"/>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Depressive </a:t>
            </a:r>
            <a:r>
              <a:rPr lang="en">
                <a:latin typeface="Instrument Sans SemiBold"/>
                <a:ea typeface="Instrument Sans SemiBold"/>
                <a:cs typeface="Instrument Sans SemiBold"/>
                <a:sym typeface="Instrument Sans SemiBold"/>
              </a:rPr>
              <a:t>Psychological</a:t>
            </a:r>
            <a:r>
              <a:rPr lang="en">
                <a:latin typeface="Instrument Sans SemiBold"/>
                <a:ea typeface="Instrument Sans SemiBold"/>
                <a:cs typeface="Instrument Sans SemiBold"/>
                <a:sym typeface="Instrument Sans SemiBold"/>
              </a:rPr>
              <a:t> Disorders</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Trastornos psicológicos depresivos</a:t>
            </a:r>
            <a:endParaRPr>
              <a:solidFill>
                <a:srgbClr val="0000FF"/>
              </a:solidFill>
              <a:latin typeface="Instrument Sans SemiBold"/>
              <a:ea typeface="Instrument Sans SemiBold"/>
              <a:cs typeface="Instrument Sans SemiBold"/>
              <a:sym typeface="Instrument Sans SemiBold"/>
            </a:endParaRPr>
          </a:p>
        </p:txBody>
      </p:sp>
      <p:sp>
        <p:nvSpPr>
          <p:cNvPr id="1154" name="Google Shape;1154;p13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sz="1000"/>
              <a:t>‹#›</a:t>
            </a:fld>
            <a:endParaRPr sz="1000"/>
          </a:p>
        </p:txBody>
      </p:sp>
      <p:sp>
        <p:nvSpPr>
          <p:cNvPr id="1155" name="Google Shape;1155;p135"/>
          <p:cNvSpPr txBox="1"/>
          <p:nvPr/>
        </p:nvSpPr>
        <p:spPr>
          <a:xfrm>
            <a:off x="312950" y="1557350"/>
            <a:ext cx="4259100" cy="33945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Major Depressive Disorder (MDD): </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A mental health disorder characterized by persistent sadness or loss of interest/pleasure, along with symptoms such as changes in sleep, appetite, energy, concentration, or feelings of worthlessness.</a:t>
            </a:r>
            <a:endParaRPr sz="1200">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Seasonal Affective Disorder:</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A type of depression in which symptoms occur during a particular season, most commonly during fall and winter when daylight decreases.</a:t>
            </a:r>
            <a:endParaRPr sz="1200">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Post-Traumatic Stress Disorder:</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A mental health disorder that can develop after experiencing or witnessing a traumatic or extremely stressful event.</a:t>
            </a:r>
            <a:endParaRPr sz="1200">
              <a:latin typeface="Instrument Sans"/>
              <a:ea typeface="Instrument Sans"/>
              <a:cs typeface="Instrument Sans"/>
              <a:sym typeface="Instrument Sans"/>
            </a:endParaRPr>
          </a:p>
        </p:txBody>
      </p:sp>
      <p:sp>
        <p:nvSpPr>
          <p:cNvPr id="1156" name="Google Shape;1156;p135"/>
          <p:cNvSpPr txBox="1"/>
          <p:nvPr/>
        </p:nvSpPr>
        <p:spPr>
          <a:xfrm>
            <a:off x="4572050" y="1557350"/>
            <a:ext cx="4572000" cy="33945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Trastorno depresivo mayor (TDM):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Un trastorno de salud mental caracterizado por tristeza persistente o pérdida de interés o placer, junto con síntomas como cambios en el sueño, el apetito, la energía, la concentración o sentimientos de inutilidad.</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Trastorno afectivo estacional: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Un tipo de depresión cuyos síntomas aparecen durante una determinada estación, más comúnmente durante el otoño y el invierno, cuando disminuyen las horas de luz solar. </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Trastorno de estrés postraumático (TEPT):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Un trastorno de salud mental que puede desarrollarse después de experimentar o presenciar un acontecimiento traumático o extremadamente estresante.</a:t>
            </a:r>
            <a:endParaRPr sz="1200">
              <a:solidFill>
                <a:srgbClr val="0000FF"/>
              </a:solidFill>
              <a:latin typeface="Instrument Sans"/>
              <a:ea typeface="Instrument Sans"/>
              <a:cs typeface="Instrument Sans"/>
              <a:sym typeface="Instrument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60" name="Shape 1160"/>
        <p:cNvGrpSpPr/>
        <p:nvPr/>
      </p:nvGrpSpPr>
      <p:grpSpPr>
        <a:xfrm>
          <a:off x="0" y="0"/>
          <a:ext cx="0" cy="0"/>
          <a:chOff x="0" y="0"/>
          <a:chExt cx="0" cy="0"/>
        </a:xfrm>
      </p:grpSpPr>
      <p:sp>
        <p:nvSpPr>
          <p:cNvPr id="1161" name="Google Shape;1161;p136"/>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200">
                <a:latin typeface="Instrument Sans SemiBold"/>
                <a:ea typeface="Instrument Sans SemiBold"/>
                <a:cs typeface="Instrument Sans SemiBold"/>
                <a:sym typeface="Instrument Sans SemiBold"/>
              </a:rPr>
              <a:t>Treatment and Coping </a:t>
            </a:r>
            <a:r>
              <a:rPr lang="en" sz="3200">
                <a:latin typeface="Instrument Sans SemiBold"/>
                <a:ea typeface="Instrument Sans SemiBold"/>
                <a:cs typeface="Instrument Sans SemiBold"/>
                <a:sym typeface="Instrument Sans SemiBold"/>
              </a:rPr>
              <a:t>Strategies</a:t>
            </a:r>
            <a:endParaRPr sz="32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3200">
                <a:solidFill>
                  <a:srgbClr val="0000FF"/>
                </a:solidFill>
                <a:latin typeface="Instrument Sans SemiBold"/>
                <a:ea typeface="Instrument Sans SemiBold"/>
                <a:cs typeface="Instrument Sans SemiBold"/>
                <a:sym typeface="Instrument Sans SemiBold"/>
              </a:rPr>
              <a:t>Estrategias de tratamiento y afrontamiento</a:t>
            </a:r>
            <a:endParaRPr sz="3200">
              <a:solidFill>
                <a:srgbClr val="0000FF"/>
              </a:solidFill>
              <a:latin typeface="Instrument Sans SemiBold"/>
              <a:ea typeface="Instrument Sans SemiBold"/>
              <a:cs typeface="Instrument Sans SemiBold"/>
              <a:sym typeface="Instrument Sans SemiBold"/>
            </a:endParaRPr>
          </a:p>
        </p:txBody>
      </p:sp>
      <p:sp>
        <p:nvSpPr>
          <p:cNvPr id="1162" name="Google Shape;1162;p13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63" name="Google Shape;1163;p136"/>
          <p:cNvSpPr txBox="1"/>
          <p:nvPr/>
        </p:nvSpPr>
        <p:spPr>
          <a:xfrm>
            <a:off x="312950" y="1339525"/>
            <a:ext cx="4259100" cy="36126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Treatments include therapy, medication and </a:t>
            </a:r>
            <a:r>
              <a:rPr lang="en" sz="1300">
                <a:latin typeface="Instrument Sans"/>
                <a:ea typeface="Instrument Sans"/>
                <a:cs typeface="Instrument Sans"/>
                <a:sym typeface="Instrument Sans"/>
              </a:rPr>
              <a:t>exercise.</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Maintain a routine: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Regular responsibilities can provide structure when motivation is low.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Start small: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Breaking activities into small, manageable steps can make them easier to accomplish.</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Challenge negative thinking: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Notice overly negative or hopeless thoughts and practice considering more balanced alternatives.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Do meaningful or enjoyable activities: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Even when you don't feel motivated, gradually returning to activities you value can help rebuild positive experiences.</a:t>
            </a:r>
            <a:endParaRPr sz="1300">
              <a:latin typeface="Instrument Sans"/>
              <a:ea typeface="Instrument Sans"/>
              <a:cs typeface="Instrument Sans"/>
              <a:sym typeface="Instrument Sans"/>
            </a:endParaRPr>
          </a:p>
        </p:txBody>
      </p:sp>
      <p:sp>
        <p:nvSpPr>
          <p:cNvPr id="1164" name="Google Shape;1164;p136"/>
          <p:cNvSpPr txBox="1"/>
          <p:nvPr/>
        </p:nvSpPr>
        <p:spPr>
          <a:xfrm>
            <a:off x="4572050" y="1339525"/>
            <a:ext cx="4259100" cy="36126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Los tratamientos incluyen terapia, medicamentos y ejercicio.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Mantener una rutina: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Las responsabilidades habituales pueden proporcionar estructura cuando la motivación es baja.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Empezar poco a poco: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Dividir las actividades en pasos pequeños y manejables puede hacer que sean más fáciles de realizar.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Cuestionar los pensamientos negativos: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Identificar los pensamientos excesivamente negativos o desesperanzadores y practicar la consideración de alternativas más equilibradas.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Realizar actividades significativas o agradables: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Incluso cuando no tengas motivación, volver gradualmente a las actividades que valoras puede ayudar a recuperar experiencias positivas.</a:t>
            </a:r>
            <a:endParaRPr sz="1200">
              <a:solidFill>
                <a:srgbClr val="0000FF"/>
              </a:solidFill>
              <a:latin typeface="Instrument Sans"/>
              <a:ea typeface="Instrument Sans"/>
              <a:cs typeface="Instrument Sans"/>
              <a:sym typeface="Instrument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68" name="Shape 1168"/>
        <p:cNvGrpSpPr/>
        <p:nvPr/>
      </p:nvGrpSpPr>
      <p:grpSpPr>
        <a:xfrm>
          <a:off x="0" y="0"/>
          <a:ext cx="0" cy="0"/>
          <a:chOff x="0" y="0"/>
          <a:chExt cx="0" cy="0"/>
        </a:xfrm>
      </p:grpSpPr>
      <p:sp>
        <p:nvSpPr>
          <p:cNvPr id="1169" name="Google Shape;1169;p137"/>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700">
                <a:latin typeface="Instrument Sans SemiBold"/>
                <a:ea typeface="Instrument Sans SemiBold"/>
                <a:cs typeface="Instrument Sans SemiBold"/>
                <a:sym typeface="Instrument Sans SemiBold"/>
              </a:rPr>
              <a:t>Dealing with Major Depressive Disorder MDD</a:t>
            </a:r>
            <a:endParaRPr sz="27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700">
                <a:solidFill>
                  <a:srgbClr val="0000FF"/>
                </a:solidFill>
                <a:latin typeface="Instrument Sans SemiBold"/>
                <a:ea typeface="Instrument Sans SemiBold"/>
                <a:cs typeface="Instrument Sans SemiBold"/>
                <a:sym typeface="Instrument Sans SemiBold"/>
              </a:rPr>
              <a:t>Cómo afrontar el trastorno depresivo mayor (TDM)</a:t>
            </a:r>
            <a:endParaRPr sz="2700">
              <a:solidFill>
                <a:srgbClr val="0000FF"/>
              </a:solidFill>
              <a:latin typeface="Instrument Sans SemiBold"/>
              <a:ea typeface="Instrument Sans SemiBold"/>
              <a:cs typeface="Instrument Sans SemiBold"/>
              <a:sym typeface="Instrument Sans SemiBold"/>
            </a:endParaRPr>
          </a:p>
        </p:txBody>
      </p:sp>
      <p:sp>
        <p:nvSpPr>
          <p:cNvPr id="1170" name="Google Shape;1170;p13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descr="✨ UNLOCK YOUR BRAIN'S FULL POTENTIAL! My free 2-minute quiz reveals your unique &quot;Brain Operating System&quot; and gives you a personalized guide to master your focus, handle stress, and perform at your best. Take the Quiz → https://drmarks.co/BrainQuiz-yt&#10;&#10;Depression can create a vicious cycle of inactivity, deepening the feeling of isolation and worthlessness. But there's a powerful intervention that often goes overlooked: Behavioral Activation. Dr. Tracey Marks, a seasoned psychiatrist, delves deep into this transformative approach to battling depression. Discover the intricate relationship between mood and activity, understand the science behind the benefits of staying engaged, and gain actionable insights to help reclaim your life. Whether you're struggling with depression or know someone who is, this guide offers practical steps backed by science. Don't miss out on the essential tools and techniques that can help pave the path to recovery. Plus, gain access to exclusive resources, guides, and support to further enhance your journey towards mental wellness.&#10;&#10;Disclaimer: All of the information on this channel is for educational purposes and not intended to be specific/personal medical advice from me to you. Watching the videos or getting answers to comments/question, does not establish a doctor-patient relationship. If you have your own doctor, perhaps these videos can help prepare you for your discussion with your doctor." id="1171" name="Google Shape;1171;p137" title="The Hidden Weapon Against Depression: Behavioral Activation Explained">
            <a:hlinkClick r:id="rId3"/>
          </p:cNvPr>
          <p:cNvPicPr preferRelativeResize="0"/>
          <p:nvPr/>
        </p:nvPicPr>
        <p:blipFill>
          <a:blip r:embed="rId4">
            <a:alphaModFix/>
          </a:blip>
          <a:stretch>
            <a:fillRect/>
          </a:stretch>
        </p:blipFill>
        <p:spPr>
          <a:xfrm>
            <a:off x="2201700" y="1735656"/>
            <a:ext cx="4740600" cy="26665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1000"/>
                                        <p:tgtEl>
                                          <p:spTgt spid="1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175" name="Shape 1175"/>
        <p:cNvGrpSpPr/>
        <p:nvPr/>
      </p:nvGrpSpPr>
      <p:grpSpPr>
        <a:xfrm>
          <a:off x="0" y="0"/>
          <a:ext cx="0" cy="0"/>
          <a:chOff x="0" y="0"/>
          <a:chExt cx="0" cy="0"/>
        </a:xfrm>
      </p:grpSpPr>
      <p:sp>
        <p:nvSpPr>
          <p:cNvPr id="1176" name="Google Shape;1176;p138"/>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Anger</a:t>
            </a:r>
            <a:endParaRPr sz="3600"/>
          </a:p>
        </p:txBody>
      </p:sp>
      <p:sp>
        <p:nvSpPr>
          <p:cNvPr id="1177" name="Google Shape;1177;p13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78" name="Google Shape;1178;p138"/>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4A86E8"/>
                </a:solidFill>
              </a:rPr>
              <a:t>Enojo</a:t>
            </a:r>
            <a:endParaRPr sz="3600">
              <a:solidFill>
                <a:srgbClr val="4A86E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182" name="Shape 1182"/>
        <p:cNvGrpSpPr/>
        <p:nvPr/>
      </p:nvGrpSpPr>
      <p:grpSpPr>
        <a:xfrm>
          <a:off x="0" y="0"/>
          <a:ext cx="0" cy="0"/>
          <a:chOff x="0" y="0"/>
          <a:chExt cx="0" cy="0"/>
        </a:xfrm>
      </p:grpSpPr>
      <p:sp>
        <p:nvSpPr>
          <p:cNvPr id="1183" name="Google Shape;1183;p139"/>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Biology of Anger</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Biología de la ira</a:t>
            </a:r>
            <a:endParaRPr>
              <a:solidFill>
                <a:srgbClr val="0000FF"/>
              </a:solidFill>
              <a:latin typeface="Instrument Sans SemiBold"/>
              <a:ea typeface="Instrument Sans SemiBold"/>
              <a:cs typeface="Instrument Sans SemiBold"/>
              <a:sym typeface="Instrument Sans SemiBold"/>
            </a:endParaRPr>
          </a:p>
        </p:txBody>
      </p:sp>
      <p:sp>
        <p:nvSpPr>
          <p:cNvPr id="1184" name="Google Shape;1184;p13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85" name="Google Shape;1185;p139"/>
          <p:cNvSpPr txBox="1"/>
          <p:nvPr/>
        </p:nvSpPr>
        <p:spPr>
          <a:xfrm>
            <a:off x="312950" y="1557350"/>
            <a:ext cx="4864500" cy="33945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Anger is the emotion in response to threat, frustration, injustice, or </a:t>
            </a:r>
            <a:r>
              <a:rPr lang="en" sz="1300">
                <a:latin typeface="Instrument Sans"/>
                <a:ea typeface="Instrument Sans"/>
                <a:cs typeface="Instrument Sans"/>
                <a:sym typeface="Instrument Sans"/>
              </a:rPr>
              <a:t>obstacles</a:t>
            </a:r>
            <a:r>
              <a:rPr lang="en" sz="1300">
                <a:latin typeface="Instrument Sans"/>
                <a:ea typeface="Instrument Sans"/>
                <a:cs typeface="Instrument Sans"/>
                <a:sym typeface="Instrument Sans"/>
              </a:rPr>
              <a:t>.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The amygdala, hypothalamus, prefrontal cortex, and other brain regions work together to detect threats, respond, and regulate behavior.</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Chemicals such as adrenaline, cortisol, dopamine, and serotonin are involved in the body's emotional and behavioral response to anger.</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 ira es una emoción que surge como respuesta a una amenaza, frustración, injusticia u obstáculos.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 amígdala, el hipotálamo, la corteza prefrontal y otras regiones del cerebro trabajan juntas para detectar amenazas, responder a ellas y regular el comportamiento.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Sustancias como la adrenalina, el cortisol, la dopamina y la serotonina intervienen en la respuesta emocional y conductual del cuerpo ante la ira.</a:t>
            </a:r>
            <a:endParaRPr sz="1300">
              <a:solidFill>
                <a:srgbClr val="0000FF"/>
              </a:solidFill>
              <a:latin typeface="Instrument Sans"/>
              <a:ea typeface="Instrument Sans"/>
              <a:cs typeface="Instrument Sans"/>
              <a:sym typeface="Instrument Sans"/>
            </a:endParaRPr>
          </a:p>
        </p:txBody>
      </p:sp>
      <p:pic>
        <p:nvPicPr>
          <p:cNvPr id="1186" name="Google Shape;1186;p139" title="anger-infoG.jpg"/>
          <p:cNvPicPr preferRelativeResize="0"/>
          <p:nvPr/>
        </p:nvPicPr>
        <p:blipFill>
          <a:blip r:embed="rId3">
            <a:alphaModFix/>
          </a:blip>
          <a:stretch>
            <a:fillRect/>
          </a:stretch>
        </p:blipFill>
        <p:spPr>
          <a:xfrm>
            <a:off x="5902500" y="516375"/>
            <a:ext cx="2616575" cy="1847000"/>
          </a:xfrm>
          <a:prstGeom prst="rect">
            <a:avLst/>
          </a:prstGeom>
          <a:noFill/>
          <a:ln>
            <a:noFill/>
          </a:ln>
        </p:spPr>
      </p:pic>
      <p:pic>
        <p:nvPicPr>
          <p:cNvPr id="1187" name="Google Shape;1187;p139" title="scienceOfRage_cartoons.jpg"/>
          <p:cNvPicPr preferRelativeResize="0"/>
          <p:nvPr/>
        </p:nvPicPr>
        <p:blipFill>
          <a:blip r:embed="rId4">
            <a:alphaModFix/>
          </a:blip>
          <a:stretch>
            <a:fillRect/>
          </a:stretch>
        </p:blipFill>
        <p:spPr>
          <a:xfrm>
            <a:off x="5339025" y="2587512"/>
            <a:ext cx="3661750" cy="19973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191" name="Shape 1191"/>
        <p:cNvGrpSpPr/>
        <p:nvPr/>
      </p:nvGrpSpPr>
      <p:grpSpPr>
        <a:xfrm>
          <a:off x="0" y="0"/>
          <a:ext cx="0" cy="0"/>
          <a:chOff x="0" y="0"/>
          <a:chExt cx="0" cy="0"/>
        </a:xfrm>
      </p:grpSpPr>
      <p:sp>
        <p:nvSpPr>
          <p:cNvPr id="1192" name="Google Shape;1192;p140"/>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Anger Psychological Disorders</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Trastornos psicológicos relacionados con la ira</a:t>
            </a:r>
            <a:endParaRPr>
              <a:solidFill>
                <a:srgbClr val="0000FF"/>
              </a:solidFill>
              <a:latin typeface="Instrument Sans SemiBold"/>
              <a:ea typeface="Instrument Sans SemiBold"/>
              <a:cs typeface="Instrument Sans SemiBold"/>
              <a:sym typeface="Instrument Sans SemiBold"/>
            </a:endParaRPr>
          </a:p>
        </p:txBody>
      </p:sp>
      <p:sp>
        <p:nvSpPr>
          <p:cNvPr id="1193" name="Google Shape;1193;p14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sz="1200"/>
              <a:t>‹#›</a:t>
            </a:fld>
            <a:endParaRPr sz="1200"/>
          </a:p>
        </p:txBody>
      </p:sp>
      <p:sp>
        <p:nvSpPr>
          <p:cNvPr id="1194" name="Google Shape;1194;p140"/>
          <p:cNvSpPr txBox="1"/>
          <p:nvPr/>
        </p:nvSpPr>
        <p:spPr>
          <a:xfrm>
            <a:off x="312950" y="1557350"/>
            <a:ext cx="4259100" cy="35862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Conduct Disorders:</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Consist of aggressive, destructive, or rule-breaking behavior. Involves fighting, threatening, destroying property, or violating rules.</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Oppositional Defiant Disorders:</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Frequently lose one’s temper, easily annoyed, argues, refuse to follow rules, or act vindictively.</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Personality Disorders:</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Personality disorders involve long-term patterns of thinking, feeling, and behaving that affect relationships and daily functioning. Some personality disorders can involve feeling anger towards others. </a:t>
            </a:r>
            <a:endParaRPr sz="1200">
              <a:latin typeface="Instrument Sans"/>
              <a:ea typeface="Instrument Sans"/>
              <a:cs typeface="Instrument Sans"/>
              <a:sym typeface="Instrument Sans"/>
            </a:endParaRPr>
          </a:p>
        </p:txBody>
      </p:sp>
      <p:sp>
        <p:nvSpPr>
          <p:cNvPr id="1195" name="Google Shape;1195;p140"/>
          <p:cNvSpPr txBox="1"/>
          <p:nvPr/>
        </p:nvSpPr>
        <p:spPr>
          <a:xfrm>
            <a:off x="4572050" y="1557350"/>
            <a:ext cx="4259100" cy="35862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Trastornos de conducta: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Consisten en comportamientos agresivos, destructivos o que infringen las reglas. Incluyen pelear, amenazar, destruir propiedades o violar las normas.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Trastorno negativista desafiante: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Se caracteriza por perder la paciencia con frecuencia, irritarse fácilmente, discutir, negarse a seguir las reglas o actuar de manera vengativa.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Trastornos de la personalidad: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Los trastornos de la personalidad implican patrones duraderos de pensamiento, sentimiento y comportamiento que afectan las relaciones y el funcionamiento diario. Algunos trastornos de la personalidad pueden incluir sentimientos de ira hacia otras personas.</a:t>
            </a:r>
            <a:endParaRPr sz="1200">
              <a:solidFill>
                <a:srgbClr val="0000FF"/>
              </a:solidFill>
              <a:latin typeface="Instrument Sans"/>
              <a:ea typeface="Instrument Sans"/>
              <a:cs typeface="Instrument Sans"/>
              <a:sym typeface="Instrument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199" name="Shape 1199"/>
        <p:cNvGrpSpPr/>
        <p:nvPr/>
      </p:nvGrpSpPr>
      <p:grpSpPr>
        <a:xfrm>
          <a:off x="0" y="0"/>
          <a:ext cx="0" cy="0"/>
          <a:chOff x="0" y="0"/>
          <a:chExt cx="0" cy="0"/>
        </a:xfrm>
      </p:grpSpPr>
      <p:sp>
        <p:nvSpPr>
          <p:cNvPr id="1200" name="Google Shape;1200;p141"/>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200">
                <a:latin typeface="Instrument Sans SemiBold"/>
                <a:ea typeface="Instrument Sans SemiBold"/>
                <a:cs typeface="Instrument Sans SemiBold"/>
                <a:sym typeface="Instrument Sans SemiBold"/>
              </a:rPr>
              <a:t>Treatment and Coping </a:t>
            </a:r>
            <a:r>
              <a:rPr lang="en" sz="3200">
                <a:latin typeface="Instrument Sans SemiBold"/>
                <a:ea typeface="Instrument Sans SemiBold"/>
                <a:cs typeface="Instrument Sans SemiBold"/>
                <a:sym typeface="Instrument Sans SemiBold"/>
              </a:rPr>
              <a:t>Strategies</a:t>
            </a:r>
            <a:endParaRPr sz="32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3200">
                <a:solidFill>
                  <a:srgbClr val="0000FF"/>
                </a:solidFill>
                <a:latin typeface="Instrument Sans SemiBold"/>
                <a:ea typeface="Instrument Sans SemiBold"/>
                <a:cs typeface="Instrument Sans SemiBold"/>
                <a:sym typeface="Instrument Sans SemiBold"/>
              </a:rPr>
              <a:t>Estrategias de tratamiento y afrontamiento</a:t>
            </a:r>
            <a:endParaRPr sz="3200">
              <a:solidFill>
                <a:srgbClr val="0000FF"/>
              </a:solidFill>
              <a:latin typeface="Instrument Sans SemiBold"/>
              <a:ea typeface="Instrument Sans SemiBold"/>
              <a:cs typeface="Instrument Sans SemiBold"/>
              <a:sym typeface="Instrument Sans SemiBold"/>
            </a:endParaRPr>
          </a:p>
        </p:txBody>
      </p:sp>
      <p:sp>
        <p:nvSpPr>
          <p:cNvPr id="1201" name="Google Shape;1201;p14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02" name="Google Shape;1202;p141"/>
          <p:cNvSpPr txBox="1"/>
          <p:nvPr/>
        </p:nvSpPr>
        <p:spPr>
          <a:xfrm>
            <a:off x="312950" y="1557350"/>
            <a:ext cx="4259100" cy="33945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Recognize triggers: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Identify situations, thoughts, people, or circumstances that commonly lead to anger.</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Pause before reacting: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Create a brief gap between the emotion and the behavior. Count, step back, or give yourself time before responding.</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Use calming techniques: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Slow breathing, mindfulness, grounding exercises, and progressive muscle relaxation can reduce anger.</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Use healthy outlets: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Regular exercise, adequate sleep, journaling, hobbies, and talking with supportive people can help with emotional regulation.</a:t>
            </a:r>
            <a:endParaRPr sz="1300">
              <a:latin typeface="Instrument Sans"/>
              <a:ea typeface="Instrument Sans"/>
              <a:cs typeface="Instrument Sans"/>
              <a:sym typeface="Instrument Sans"/>
            </a:endParaRPr>
          </a:p>
        </p:txBody>
      </p:sp>
      <p:sp>
        <p:nvSpPr>
          <p:cNvPr id="1203" name="Google Shape;1203;p141"/>
          <p:cNvSpPr txBox="1"/>
          <p:nvPr/>
        </p:nvSpPr>
        <p:spPr>
          <a:xfrm>
            <a:off x="4572000" y="1621550"/>
            <a:ext cx="4259100" cy="3394500"/>
          </a:xfrm>
          <a:prstGeom prst="rect">
            <a:avLst/>
          </a:prstGeom>
          <a:noFill/>
          <a:ln>
            <a:noFill/>
          </a:ln>
        </p:spPr>
        <p:txBody>
          <a:bodyPr anchorCtr="0" anchor="t" bIns="91425" lIns="91425" spcFirstLastPara="1" rIns="91425" wrap="square" tIns="91425">
            <a:noAutofit/>
          </a:bodyPr>
          <a:lstStyle/>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Reconocer los factores desencadenantes: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Identificar las situaciones, pensamientos, personas o circunstancias que comúnmente provocan ira.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Hacer una pausa antes de reaccionar: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Crear un breve espacio entre la emoción y el comportamiento. Cuenta, aléjate un momento o date tiempo antes de responder.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Utilizar técnicas de relajación: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 respiración lenta, la atención plena, los ejercicios de conexión con el presente y la relajación muscular progresiva pueden ayudar a reducir la ira.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Utilizar formas saludables de canalizar las emociones: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El ejercicio regular, dormir lo suficiente, escribir en un diario, practicar pasatiempos y hablar con personas que brinden apoyo pueden ayudar a regular las emociones.</a:t>
            </a:r>
            <a:endParaRPr sz="1100">
              <a:solidFill>
                <a:srgbClr val="0000FF"/>
              </a:solidFill>
              <a:latin typeface="Instrument Sans"/>
              <a:ea typeface="Instrument Sans"/>
              <a:cs typeface="Instrument Sans"/>
              <a:sym typeface="Instrument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07" name="Shape 1207"/>
        <p:cNvGrpSpPr/>
        <p:nvPr/>
      </p:nvGrpSpPr>
      <p:grpSpPr>
        <a:xfrm>
          <a:off x="0" y="0"/>
          <a:ext cx="0" cy="0"/>
          <a:chOff x="0" y="0"/>
          <a:chExt cx="0" cy="0"/>
        </a:xfrm>
      </p:grpSpPr>
      <p:sp>
        <p:nvSpPr>
          <p:cNvPr id="1208" name="Google Shape;1208;p142"/>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Mania</a:t>
            </a:r>
            <a:endParaRPr sz="3600"/>
          </a:p>
        </p:txBody>
      </p:sp>
      <p:sp>
        <p:nvSpPr>
          <p:cNvPr id="1209" name="Google Shape;1209;p14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10" name="Google Shape;1210;p142"/>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4A86E8"/>
                </a:solidFill>
              </a:rPr>
              <a:t>Manía</a:t>
            </a:r>
            <a:endParaRPr sz="3600">
              <a:solidFill>
                <a:srgbClr val="4A86E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14" name="Shape 1214"/>
        <p:cNvGrpSpPr/>
        <p:nvPr/>
      </p:nvGrpSpPr>
      <p:grpSpPr>
        <a:xfrm>
          <a:off x="0" y="0"/>
          <a:ext cx="0" cy="0"/>
          <a:chOff x="0" y="0"/>
          <a:chExt cx="0" cy="0"/>
        </a:xfrm>
      </p:grpSpPr>
      <p:sp>
        <p:nvSpPr>
          <p:cNvPr id="1215" name="Google Shape;1215;p143"/>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Biology</a:t>
            </a:r>
            <a:r>
              <a:rPr lang="en">
                <a:latin typeface="Instrument Sans SemiBold"/>
                <a:ea typeface="Instrument Sans SemiBold"/>
                <a:cs typeface="Instrument Sans SemiBold"/>
                <a:sym typeface="Instrument Sans SemiBold"/>
              </a:rPr>
              <a:t> of Mania</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Biología de la manía</a:t>
            </a:r>
            <a:endParaRPr>
              <a:solidFill>
                <a:srgbClr val="0000FF"/>
              </a:solidFill>
              <a:latin typeface="Instrument Sans SemiBold"/>
              <a:ea typeface="Instrument Sans SemiBold"/>
              <a:cs typeface="Instrument Sans SemiBold"/>
              <a:sym typeface="Instrument Sans SemiBold"/>
            </a:endParaRPr>
          </a:p>
        </p:txBody>
      </p:sp>
      <p:sp>
        <p:nvSpPr>
          <p:cNvPr id="1216" name="Google Shape;1216;p14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17" name="Google Shape;1217;p143"/>
          <p:cNvSpPr txBox="1"/>
          <p:nvPr/>
        </p:nvSpPr>
        <p:spPr>
          <a:xfrm>
            <a:off x="312950" y="1557350"/>
            <a:ext cx="4259100" cy="3586200"/>
          </a:xfrm>
          <a:prstGeom prst="rect">
            <a:avLst/>
          </a:prstGeom>
          <a:noFill/>
          <a:ln>
            <a:noFill/>
          </a:ln>
        </p:spPr>
        <p:txBody>
          <a:bodyPr anchorCtr="0" anchor="t" bIns="91425" lIns="91425" spcFirstLastPara="1" rIns="91425" wrap="square" tIns="91425">
            <a:noAutofit/>
          </a:bodyPr>
          <a:lstStyle/>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Mania is a mental health condition defined by a persistent period of abnormally high energy, elevated mood, and extreme hyperactivity.</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Neurotransmitters such as dopamine, serotonin, norepinephrine, and glutamate are thought to be involved in the changes associated with mania.</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Mania can involve extreme energy, rapid speech, racing thoughts, decreased need for sleep, increased confidence, impulsive behavior, distractibility, and increased goal-directed activity.</a:t>
            </a:r>
            <a:endParaRPr sz="1100">
              <a:solidFill>
                <a:srgbClr val="0000FF"/>
              </a:solidFill>
              <a:latin typeface="Instrument Sans"/>
              <a:ea typeface="Instrument Sans"/>
              <a:cs typeface="Instrument Sans"/>
              <a:sym typeface="Instrument Sans"/>
            </a:endParaRPr>
          </a:p>
        </p:txBody>
      </p:sp>
      <p:sp>
        <p:nvSpPr>
          <p:cNvPr id="1218" name="Google Shape;1218;p143"/>
          <p:cNvSpPr txBox="1"/>
          <p:nvPr/>
        </p:nvSpPr>
        <p:spPr>
          <a:xfrm>
            <a:off x="4572000" y="1557350"/>
            <a:ext cx="4259100" cy="3586200"/>
          </a:xfrm>
          <a:prstGeom prst="rect">
            <a:avLst/>
          </a:prstGeom>
          <a:noFill/>
          <a:ln>
            <a:noFill/>
          </a:ln>
        </p:spPr>
        <p:txBody>
          <a:bodyPr anchorCtr="0" anchor="t" bIns="91425" lIns="91425" spcFirstLastPara="1" rIns="91425" wrap="square" tIns="91425">
            <a:noAutofit/>
          </a:bodyPr>
          <a:lstStyle/>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 manía es una condición de salud mental definida por un período persistente de energía anormalmente alta, estado de ánimo elevado e hiperactividad extrema.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Se cree que neurotransmisores como la dopamina, la serotonina, la norepinefrina y el glutamato intervienen en los cambios asociados con la manía.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 manía puede incluir energía extrema, habla acelerada, pensamientos acelerados, menor necesidad de dormir, mayor confianza en uno mismo, comportamiento impulsivo, facilidad para distraerse y un aumento de las actividades dirigidas hacia objetivos.</a:t>
            </a:r>
            <a:endParaRPr sz="1100">
              <a:solidFill>
                <a:srgbClr val="0000FF"/>
              </a:solidFill>
              <a:latin typeface="Instrument Sans"/>
              <a:ea typeface="Instrument Sans"/>
              <a:cs typeface="Instrument Sans"/>
              <a:sym typeface="Instrument Sans"/>
            </a:endParaRPr>
          </a:p>
        </p:txBody>
      </p:sp>
      <p:pic>
        <p:nvPicPr>
          <p:cNvPr id="1219" name="Google Shape;1219;p143" title="manic-definition-5188650-Final-a7904749c63940708f10407eec8e385c.jpg"/>
          <p:cNvPicPr preferRelativeResize="0"/>
          <p:nvPr/>
        </p:nvPicPr>
        <p:blipFill>
          <a:blip r:embed="rId3">
            <a:alphaModFix/>
          </a:blip>
          <a:stretch>
            <a:fillRect/>
          </a:stretch>
        </p:blipFill>
        <p:spPr>
          <a:xfrm>
            <a:off x="1371725" y="3394850"/>
            <a:ext cx="2623050" cy="1748700"/>
          </a:xfrm>
          <a:prstGeom prst="rect">
            <a:avLst/>
          </a:prstGeom>
          <a:noFill/>
          <a:ln>
            <a:noFill/>
          </a:ln>
        </p:spPr>
      </p:pic>
      <p:pic>
        <p:nvPicPr>
          <p:cNvPr id="1220" name="Google Shape;1220;p143" title="images.jpg"/>
          <p:cNvPicPr preferRelativeResize="0"/>
          <p:nvPr/>
        </p:nvPicPr>
        <p:blipFill>
          <a:blip r:embed="rId4">
            <a:alphaModFix/>
          </a:blip>
          <a:stretch>
            <a:fillRect/>
          </a:stretch>
        </p:blipFill>
        <p:spPr>
          <a:xfrm>
            <a:off x="5838149" y="3512249"/>
            <a:ext cx="2009400" cy="1513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24" name="Shape 1224"/>
        <p:cNvGrpSpPr/>
        <p:nvPr/>
      </p:nvGrpSpPr>
      <p:grpSpPr>
        <a:xfrm>
          <a:off x="0" y="0"/>
          <a:ext cx="0" cy="0"/>
          <a:chOff x="0" y="0"/>
          <a:chExt cx="0" cy="0"/>
        </a:xfrm>
      </p:grpSpPr>
      <p:sp>
        <p:nvSpPr>
          <p:cNvPr id="1225" name="Google Shape;1225;p144"/>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Manic Disorders</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Trastornos maníacos</a:t>
            </a:r>
            <a:endParaRPr>
              <a:solidFill>
                <a:srgbClr val="0000FF"/>
              </a:solidFill>
              <a:latin typeface="Instrument Sans SemiBold"/>
              <a:ea typeface="Instrument Sans SemiBold"/>
              <a:cs typeface="Instrument Sans SemiBold"/>
              <a:sym typeface="Instrument Sans SemiBold"/>
            </a:endParaRPr>
          </a:p>
        </p:txBody>
      </p:sp>
      <p:sp>
        <p:nvSpPr>
          <p:cNvPr id="1226" name="Google Shape;1226;p14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27" name="Google Shape;1227;p144"/>
          <p:cNvSpPr txBox="1"/>
          <p:nvPr/>
        </p:nvSpPr>
        <p:spPr>
          <a:xfrm>
            <a:off x="312950" y="1557350"/>
            <a:ext cx="4864500" cy="3394500"/>
          </a:xfrm>
          <a:prstGeom prst="rect">
            <a:avLst/>
          </a:prstGeom>
          <a:noFill/>
          <a:ln>
            <a:noFill/>
          </a:ln>
        </p:spPr>
        <p:txBody>
          <a:bodyPr anchorCtr="0" anchor="t" bIns="91425" lIns="91425" spcFirstLastPara="1" rIns="91425" wrap="square" tIns="91425">
            <a:noAutofit/>
          </a:bodyPr>
          <a:lstStyle/>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Bipolar I:</a:t>
            </a:r>
            <a:endParaRPr sz="1500">
              <a:latin typeface="Instrument Sans"/>
              <a:ea typeface="Instrument Sans"/>
              <a:cs typeface="Instrument Sans"/>
              <a:sym typeface="Instrument Sans"/>
            </a:endParaRPr>
          </a:p>
          <a:p>
            <a:pPr indent="-323850" lvl="1" marL="9144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 A cycle of extreme manic </a:t>
            </a:r>
            <a:r>
              <a:rPr lang="en" sz="1500">
                <a:latin typeface="Instrument Sans"/>
                <a:ea typeface="Instrument Sans"/>
                <a:cs typeface="Instrument Sans"/>
                <a:sym typeface="Instrument Sans"/>
              </a:rPr>
              <a:t>episodes</a:t>
            </a:r>
            <a:r>
              <a:rPr lang="en" sz="1500">
                <a:latin typeface="Instrument Sans"/>
                <a:ea typeface="Instrument Sans"/>
                <a:cs typeface="Instrument Sans"/>
                <a:sym typeface="Instrument Sans"/>
              </a:rPr>
              <a:t> often followed by depressive </a:t>
            </a:r>
            <a:r>
              <a:rPr lang="en" sz="1500">
                <a:latin typeface="Instrument Sans"/>
                <a:ea typeface="Instrument Sans"/>
                <a:cs typeface="Instrument Sans"/>
                <a:sym typeface="Instrument Sans"/>
              </a:rPr>
              <a:t>episodes</a:t>
            </a:r>
            <a:r>
              <a:rPr lang="en" sz="1500">
                <a:latin typeface="Instrument Sans"/>
                <a:ea typeface="Instrument Sans"/>
                <a:cs typeface="Instrument Sans"/>
                <a:sym typeface="Instrument Sans"/>
              </a:rPr>
              <a:t>.</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Bipolar II: </a:t>
            </a:r>
            <a:endParaRPr sz="1500">
              <a:latin typeface="Instrument Sans"/>
              <a:ea typeface="Instrument Sans"/>
              <a:cs typeface="Instrument Sans"/>
              <a:sym typeface="Instrument Sans"/>
            </a:endParaRPr>
          </a:p>
          <a:p>
            <a:pPr indent="-323850" lvl="1" marL="914400" marR="38100" rtl="0" algn="l">
              <a:lnSpc>
                <a:spcPct val="100000"/>
              </a:lnSpc>
              <a:spcBef>
                <a:spcPts val="0"/>
              </a:spcBef>
              <a:spcAft>
                <a:spcPts val="0"/>
              </a:spcAft>
              <a:buSzPts val="1500"/>
              <a:buFont typeface="Instrument Sans"/>
              <a:buChar char="○"/>
            </a:pPr>
            <a:r>
              <a:rPr lang="en" sz="1500">
                <a:latin typeface="Instrument Sans"/>
                <a:ea typeface="Instrument Sans"/>
                <a:cs typeface="Instrument Sans"/>
                <a:sym typeface="Instrument Sans"/>
              </a:rPr>
              <a:t>A hypomanic (less </a:t>
            </a:r>
            <a:r>
              <a:rPr lang="en" sz="1500">
                <a:latin typeface="Instrument Sans"/>
                <a:ea typeface="Instrument Sans"/>
                <a:cs typeface="Instrument Sans"/>
                <a:sym typeface="Instrument Sans"/>
              </a:rPr>
              <a:t>extreme</a:t>
            </a:r>
            <a:r>
              <a:rPr lang="en" sz="1500">
                <a:latin typeface="Instrument Sans"/>
                <a:ea typeface="Instrument Sans"/>
                <a:cs typeface="Instrument Sans"/>
                <a:sym typeface="Instrument Sans"/>
              </a:rPr>
              <a:t> mania) episodes followed by an extreme depressive episode.</a:t>
            </a:r>
            <a:endParaRPr sz="1500">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Trastorno bipolar I: </a:t>
            </a:r>
            <a:endParaRPr sz="1500">
              <a:solidFill>
                <a:srgbClr val="0000FF"/>
              </a:solidFill>
              <a:latin typeface="Instrument Sans"/>
              <a:ea typeface="Instrument Sans"/>
              <a:cs typeface="Instrument Sans"/>
              <a:sym typeface="Instrument Sans"/>
            </a:endParaRPr>
          </a:p>
          <a:p>
            <a:pPr indent="-323850" lvl="1" marL="9144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Un ciclo de episodios maníacos extremos, a menudo seguidos de episodios depresivos. </a:t>
            </a:r>
            <a:endParaRPr sz="1500">
              <a:solidFill>
                <a:srgbClr val="0000FF"/>
              </a:solidFill>
              <a:latin typeface="Instrument Sans"/>
              <a:ea typeface="Instrument Sans"/>
              <a:cs typeface="Instrument Sans"/>
              <a:sym typeface="Instrument Sans"/>
            </a:endParaRPr>
          </a:p>
          <a:p>
            <a:pPr indent="-323850" lvl="0" marL="4572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Trastorno bipolar II: </a:t>
            </a:r>
            <a:endParaRPr sz="1500">
              <a:solidFill>
                <a:srgbClr val="0000FF"/>
              </a:solidFill>
              <a:latin typeface="Instrument Sans"/>
              <a:ea typeface="Instrument Sans"/>
              <a:cs typeface="Instrument Sans"/>
              <a:sym typeface="Instrument Sans"/>
            </a:endParaRPr>
          </a:p>
          <a:p>
            <a:pPr indent="-323850" lvl="1" marL="914400" marR="38100" rtl="0" algn="l">
              <a:lnSpc>
                <a:spcPct val="100000"/>
              </a:lnSpc>
              <a:spcBef>
                <a:spcPts val="0"/>
              </a:spcBef>
              <a:spcAft>
                <a:spcPts val="0"/>
              </a:spcAft>
              <a:buClr>
                <a:srgbClr val="0000FF"/>
              </a:buClr>
              <a:buSzPts val="1500"/>
              <a:buFont typeface="Instrument Sans"/>
              <a:buChar char="○"/>
            </a:pPr>
            <a:r>
              <a:rPr lang="en" sz="1500">
                <a:solidFill>
                  <a:srgbClr val="0000FF"/>
                </a:solidFill>
                <a:latin typeface="Instrument Sans"/>
                <a:ea typeface="Instrument Sans"/>
                <a:cs typeface="Instrument Sans"/>
                <a:sym typeface="Instrument Sans"/>
              </a:rPr>
              <a:t>Episodios hipomaníacos (una forma menos extrema de manía) seguidos de un episodio depresivo intenso.</a:t>
            </a:r>
            <a:endParaRPr sz="1500">
              <a:solidFill>
                <a:srgbClr val="0000FF"/>
              </a:solidFill>
              <a:latin typeface="Instrument Sans"/>
              <a:ea typeface="Instrument Sans"/>
              <a:cs typeface="Instrument Sans"/>
              <a:sym typeface="Instrument Sans"/>
            </a:endParaRPr>
          </a:p>
        </p:txBody>
      </p:sp>
      <p:pic>
        <p:nvPicPr>
          <p:cNvPr id="1228" name="Google Shape;1228;p144" title="Prototypical-Courses-of-Illness-for-Bipolar-Subtypes-in-Contrast-to-Unipolar-Major.png"/>
          <p:cNvPicPr preferRelativeResize="0"/>
          <p:nvPr/>
        </p:nvPicPr>
        <p:blipFill>
          <a:blip r:embed="rId3">
            <a:alphaModFix/>
          </a:blip>
          <a:stretch>
            <a:fillRect/>
          </a:stretch>
        </p:blipFill>
        <p:spPr>
          <a:xfrm>
            <a:off x="5136075" y="1482512"/>
            <a:ext cx="3873849" cy="2178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32" name="Shape 1232"/>
        <p:cNvGrpSpPr/>
        <p:nvPr/>
      </p:nvGrpSpPr>
      <p:grpSpPr>
        <a:xfrm>
          <a:off x="0" y="0"/>
          <a:ext cx="0" cy="0"/>
          <a:chOff x="0" y="0"/>
          <a:chExt cx="0" cy="0"/>
        </a:xfrm>
      </p:grpSpPr>
      <p:sp>
        <p:nvSpPr>
          <p:cNvPr id="1233" name="Google Shape;1233;p145"/>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200">
                <a:latin typeface="Instrument Sans SemiBold"/>
                <a:ea typeface="Instrument Sans SemiBold"/>
                <a:cs typeface="Instrument Sans SemiBold"/>
                <a:sym typeface="Instrument Sans SemiBold"/>
              </a:rPr>
              <a:t>Treatment and Coping </a:t>
            </a:r>
            <a:r>
              <a:rPr lang="en" sz="3200">
                <a:latin typeface="Instrument Sans SemiBold"/>
                <a:ea typeface="Instrument Sans SemiBold"/>
                <a:cs typeface="Instrument Sans SemiBold"/>
                <a:sym typeface="Instrument Sans SemiBold"/>
              </a:rPr>
              <a:t>Strategies</a:t>
            </a:r>
            <a:endParaRPr sz="32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3200">
                <a:solidFill>
                  <a:srgbClr val="0000FF"/>
                </a:solidFill>
                <a:latin typeface="Instrument Sans SemiBold"/>
                <a:ea typeface="Instrument Sans SemiBold"/>
                <a:cs typeface="Instrument Sans SemiBold"/>
                <a:sym typeface="Instrument Sans SemiBold"/>
              </a:rPr>
              <a:t>Estrategias de tratamiento y afrontamiento</a:t>
            </a:r>
            <a:endParaRPr sz="3200">
              <a:solidFill>
                <a:srgbClr val="0000FF"/>
              </a:solidFill>
              <a:latin typeface="Instrument Sans SemiBold"/>
              <a:ea typeface="Instrument Sans SemiBold"/>
              <a:cs typeface="Instrument Sans SemiBold"/>
              <a:sym typeface="Instrument Sans SemiBold"/>
            </a:endParaRPr>
          </a:p>
        </p:txBody>
      </p:sp>
      <p:sp>
        <p:nvSpPr>
          <p:cNvPr id="1234" name="Google Shape;1234;p14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35" name="Google Shape;1235;p145"/>
          <p:cNvSpPr txBox="1"/>
          <p:nvPr/>
        </p:nvSpPr>
        <p:spPr>
          <a:xfrm>
            <a:off x="312950" y="1557350"/>
            <a:ext cx="4864500" cy="3394500"/>
          </a:xfrm>
          <a:prstGeom prst="rect">
            <a:avLst/>
          </a:prstGeom>
          <a:noFill/>
          <a:ln>
            <a:noFill/>
          </a:ln>
        </p:spPr>
        <p:txBody>
          <a:bodyPr anchorCtr="0" anchor="t" bIns="91425" lIns="91425" spcFirstLastPara="1" rIns="91425" wrap="square" tIns="91425">
            <a:noAutofit/>
          </a:bodyPr>
          <a:lstStyle/>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Medication: </a:t>
            </a:r>
            <a:endParaRPr sz="11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Mood stabilizers (such as lithium or valproate) are commonly used to treat or prevent manic episodes.</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Therapy: </a:t>
            </a:r>
            <a:endParaRPr sz="1100">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Cognitive behavioral therapy (CBT), psychoeducation, and family-focused therapy can help.</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Maintain a regular sleep schedule.</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Reduce stimulant and alcohol intake.</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Medicamentos: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Los estabilizadores del estado de ánimo (como el litio o el valproato) se utilizan comúnmente para tratar o prevenir los episodios maníacos.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Terapia: </a:t>
            </a:r>
            <a:endParaRPr sz="1100">
              <a:solidFill>
                <a:srgbClr val="0000FF"/>
              </a:solidFill>
              <a:latin typeface="Instrument Sans"/>
              <a:ea typeface="Instrument Sans"/>
              <a:cs typeface="Instrument Sans"/>
              <a:sym typeface="Instrument Sans"/>
            </a:endParaRPr>
          </a:p>
          <a:p>
            <a:pPr indent="-298450" lvl="1" marL="9144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 terapia cognitivo-conductual (TCC), la psicoeducación y la terapia centrada en la familia pueden ser útiles.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Mantener un horario de sueño regular.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Reducir el consumo de estimulantes y alcohol.</a:t>
            </a:r>
            <a:endParaRPr sz="1100">
              <a:solidFill>
                <a:srgbClr val="0000FF"/>
              </a:solidFill>
              <a:latin typeface="Instrument Sans"/>
              <a:ea typeface="Instrument Sans"/>
              <a:cs typeface="Instrument Sans"/>
              <a:sym typeface="Instrument Sans"/>
            </a:endParaRPr>
          </a:p>
        </p:txBody>
      </p:sp>
      <p:pic>
        <p:nvPicPr>
          <p:cNvPr id="1236" name="Google Shape;1236;p145" title="treating-bipolar-disorder-3576129_color2-5b32a5a546e0fb005b08b8f1.png"/>
          <p:cNvPicPr preferRelativeResize="0"/>
          <p:nvPr/>
        </p:nvPicPr>
        <p:blipFill>
          <a:blip r:embed="rId3">
            <a:alphaModFix/>
          </a:blip>
          <a:stretch>
            <a:fillRect/>
          </a:stretch>
        </p:blipFill>
        <p:spPr>
          <a:xfrm>
            <a:off x="5329850" y="1919791"/>
            <a:ext cx="3661751" cy="244116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40" name="Shape 1240"/>
        <p:cNvGrpSpPr/>
        <p:nvPr/>
      </p:nvGrpSpPr>
      <p:grpSpPr>
        <a:xfrm>
          <a:off x="0" y="0"/>
          <a:ext cx="0" cy="0"/>
          <a:chOff x="0" y="0"/>
          <a:chExt cx="0" cy="0"/>
        </a:xfrm>
      </p:grpSpPr>
      <p:sp>
        <p:nvSpPr>
          <p:cNvPr id="1241" name="Google Shape;1241;p146"/>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3300">
                <a:latin typeface="Instrument Sans SemiBold"/>
                <a:ea typeface="Instrument Sans SemiBold"/>
                <a:cs typeface="Instrument Sans SemiBold"/>
                <a:sym typeface="Instrument Sans SemiBold"/>
              </a:rPr>
              <a:t>Thriving with Bipolar</a:t>
            </a:r>
            <a:endParaRPr sz="33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3300">
                <a:solidFill>
                  <a:srgbClr val="0000FF"/>
                </a:solidFill>
                <a:latin typeface="Instrument Sans SemiBold"/>
                <a:ea typeface="Instrument Sans SemiBold"/>
                <a:cs typeface="Instrument Sans SemiBold"/>
                <a:sym typeface="Instrument Sans SemiBold"/>
              </a:rPr>
              <a:t>Vivir plenamente con el trastorno bipolar</a:t>
            </a:r>
            <a:endParaRPr sz="3300">
              <a:solidFill>
                <a:srgbClr val="0000FF"/>
              </a:solidFill>
              <a:latin typeface="Instrument Sans SemiBold"/>
              <a:ea typeface="Instrument Sans SemiBold"/>
              <a:cs typeface="Instrument Sans SemiBold"/>
              <a:sym typeface="Instrument Sans SemiBold"/>
            </a:endParaRPr>
          </a:p>
        </p:txBody>
      </p:sp>
      <p:sp>
        <p:nvSpPr>
          <p:cNvPr id="1242" name="Google Shape;1242;p14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43" name="Google Shape;1243;p146"/>
          <p:cNvSpPr txBox="1"/>
          <p:nvPr/>
        </p:nvSpPr>
        <p:spPr>
          <a:xfrm>
            <a:off x="2385150" y="4368138"/>
            <a:ext cx="4373700" cy="393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lang="en" u="sng">
                <a:solidFill>
                  <a:schemeClr val="folHlink"/>
                </a:solidFill>
                <a:hlinkClick r:id="rId3">
                  <a:extLst>
                    <a:ext uri="{A12FA001-AC4F-418D-AE19-62706E023703}">
                      <ahyp:hlinkClr val="tx"/>
                    </a:ext>
                  </a:extLst>
                </a:hlinkClick>
              </a:rPr>
              <a:t>https://www.youtube.com/watch?v=sMY_HnLoEfk</a:t>
            </a:r>
            <a:endParaRPr>
              <a:latin typeface="Instrument Sans"/>
              <a:ea typeface="Instrument Sans"/>
              <a:cs typeface="Instrument Sans"/>
              <a:sym typeface="Instrument Sans"/>
            </a:endParaRPr>
          </a:p>
        </p:txBody>
      </p:sp>
      <p:pic>
        <p:nvPicPr>
          <p:cNvPr descr="Learn how peers manage their symptoms and thrive with bipolar disorder. &#10;&#10;DBSA met with three individuals who live with bipolar disorder and asked about the unique ways they navigate their lives while living with this mood disorder. In this video, they provide insightful solutions to the challenges that people living with bipolar may face. &#10;&#10;In order to thrive, all aspects of a person must be evaluated including physical health, lifestyle, education, employment status or career goals, relationships, etc. Collaboration between health care providers and patients/clients is key to the future of treatment of mental health conditions if we hope to evolve to a person- or wellness-centered, whole-health approach. &#10;&#10;To learn more about Thriving with bipolar visit https://www.dbsalliance.org/thriving-with-bipolar/&#10;&#10;DBSA would like to thank Allergan for supporting the Thriving with Bipolar Campaign." id="1244" name="Google Shape;1244;p146" title="Thriving with bipolar looks different on everyone">
            <a:hlinkClick r:id="rId4"/>
          </p:cNvPr>
          <p:cNvPicPr preferRelativeResize="0"/>
          <p:nvPr/>
        </p:nvPicPr>
        <p:blipFill>
          <a:blip r:embed="rId5">
            <a:alphaModFix/>
          </a:blip>
          <a:stretch>
            <a:fillRect/>
          </a:stretch>
        </p:blipFill>
        <p:spPr>
          <a:xfrm>
            <a:off x="2385175" y="1907963"/>
            <a:ext cx="4373650" cy="2460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1000"/>
                                        <p:tgtEl>
                                          <p:spTgt spid="1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48" name="Shape 1248"/>
        <p:cNvGrpSpPr/>
        <p:nvPr/>
      </p:nvGrpSpPr>
      <p:grpSpPr>
        <a:xfrm>
          <a:off x="0" y="0"/>
          <a:ext cx="0" cy="0"/>
          <a:chOff x="0" y="0"/>
          <a:chExt cx="0" cy="0"/>
        </a:xfrm>
      </p:grpSpPr>
      <p:sp>
        <p:nvSpPr>
          <p:cNvPr id="1249" name="Google Shape;1249;p147"/>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Fear</a:t>
            </a:r>
            <a:endParaRPr sz="3600"/>
          </a:p>
        </p:txBody>
      </p:sp>
      <p:sp>
        <p:nvSpPr>
          <p:cNvPr id="1250" name="Google Shape;1250;p14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51" name="Google Shape;1251;p147"/>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4A86E8"/>
                </a:solidFill>
              </a:rPr>
              <a:t>Miedo</a:t>
            </a:r>
            <a:endParaRPr sz="3600">
              <a:solidFill>
                <a:srgbClr val="4A86E8"/>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55" name="Shape 1255"/>
        <p:cNvGrpSpPr/>
        <p:nvPr/>
      </p:nvGrpSpPr>
      <p:grpSpPr>
        <a:xfrm>
          <a:off x="0" y="0"/>
          <a:ext cx="0" cy="0"/>
          <a:chOff x="0" y="0"/>
          <a:chExt cx="0" cy="0"/>
        </a:xfrm>
      </p:grpSpPr>
      <p:sp>
        <p:nvSpPr>
          <p:cNvPr id="1256" name="Google Shape;1256;p148"/>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Biology of Fear</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Biología del miedo</a:t>
            </a:r>
            <a:endParaRPr>
              <a:solidFill>
                <a:srgbClr val="0000FF"/>
              </a:solidFill>
              <a:latin typeface="Instrument Sans SemiBold"/>
              <a:ea typeface="Instrument Sans SemiBold"/>
              <a:cs typeface="Instrument Sans SemiBold"/>
              <a:sym typeface="Instrument Sans SemiBold"/>
            </a:endParaRPr>
          </a:p>
        </p:txBody>
      </p:sp>
      <p:sp>
        <p:nvSpPr>
          <p:cNvPr id="1257" name="Google Shape;1257;p14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58" name="Google Shape;1258;p148"/>
          <p:cNvSpPr txBox="1"/>
          <p:nvPr/>
        </p:nvSpPr>
        <p:spPr>
          <a:xfrm>
            <a:off x="312950" y="1557350"/>
            <a:ext cx="4864500" cy="35862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Fear helps us detect and respond to potential threats. It can prepare the body to fight, flee, freeze, or seek safety.</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The amygdala plays a major role in detecting and responding to threats.</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Fear isn't always conscious or rational. The brain can respond to perceived threats and the body can produce a fear response.</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El miedo nos ayuda a detectar y responder ante posibles amenazas. Puede preparar al cuerpo para luchar, huir, quedarse paralizado o buscar seguridad.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 amígdala desempeña un papel importante en la detección y respuesta ante las amenazas.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El miedo no siempre es consciente ni racional. El cerebro puede responder a amenazas percibidas y el cuerpo puede producir una respuesta de miedo.</a:t>
            </a:r>
            <a:endParaRPr sz="1300">
              <a:solidFill>
                <a:srgbClr val="0000FF"/>
              </a:solidFill>
              <a:latin typeface="Instrument Sans"/>
              <a:ea typeface="Instrument Sans"/>
              <a:cs typeface="Instrument Sans"/>
              <a:sym typeface="Instrument Sans"/>
            </a:endParaRPr>
          </a:p>
        </p:txBody>
      </p:sp>
      <p:pic>
        <p:nvPicPr>
          <p:cNvPr id="1259" name="Google Shape;1259;p148" title="Screenshot 2026-08-24 at 5.59.17 PM.png"/>
          <p:cNvPicPr preferRelativeResize="0"/>
          <p:nvPr/>
        </p:nvPicPr>
        <p:blipFill>
          <a:blip r:embed="rId3">
            <a:alphaModFix/>
          </a:blip>
          <a:stretch>
            <a:fillRect/>
          </a:stretch>
        </p:blipFill>
        <p:spPr>
          <a:xfrm>
            <a:off x="5265650" y="737688"/>
            <a:ext cx="3661751" cy="378561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63" name="Shape 1263"/>
        <p:cNvGrpSpPr/>
        <p:nvPr/>
      </p:nvGrpSpPr>
      <p:grpSpPr>
        <a:xfrm>
          <a:off x="0" y="0"/>
          <a:ext cx="0" cy="0"/>
          <a:chOff x="0" y="0"/>
          <a:chExt cx="0" cy="0"/>
        </a:xfrm>
      </p:grpSpPr>
      <p:sp>
        <p:nvSpPr>
          <p:cNvPr id="1264" name="Google Shape;1264;p149"/>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Fear Disorders</a:t>
            </a:r>
            <a:endParaRPr>
              <a:highlight>
                <a:schemeClr val="accent1"/>
              </a:highlight>
              <a:latin typeface="Arial"/>
              <a:ea typeface="Arial"/>
              <a:cs typeface="Arial"/>
              <a:sym typeface="Arial"/>
            </a:endParaRPr>
          </a:p>
        </p:txBody>
      </p:sp>
      <p:sp>
        <p:nvSpPr>
          <p:cNvPr id="1265" name="Google Shape;1265;p14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66" name="Google Shape;1266;p149"/>
          <p:cNvSpPr txBox="1"/>
          <p:nvPr/>
        </p:nvSpPr>
        <p:spPr>
          <a:xfrm>
            <a:off x="312950" y="1557350"/>
            <a:ext cx="5951100" cy="3586200"/>
          </a:xfrm>
          <a:prstGeom prst="rect">
            <a:avLst/>
          </a:prstGeom>
          <a:noFill/>
          <a:ln>
            <a:noFill/>
          </a:ln>
        </p:spPr>
        <p:txBody>
          <a:bodyPr anchorCtr="0" anchor="t" bIns="91425" lIns="91425" spcFirstLastPara="1" rIns="91425" wrap="square" tIns="91425">
            <a:noAutofit/>
          </a:bodyPr>
          <a:lstStyle/>
          <a:p>
            <a:pPr indent="-292100" lvl="0" marL="457200" marR="38100" rtl="0" algn="l">
              <a:lnSpc>
                <a:spcPct val="100000"/>
              </a:lnSpc>
              <a:spcBef>
                <a:spcPts val="0"/>
              </a:spcBef>
              <a:spcAft>
                <a:spcPts val="0"/>
              </a:spcAft>
              <a:buSzPts val="1000"/>
              <a:buFont typeface="Instrument Sans"/>
              <a:buChar char="●"/>
            </a:pPr>
            <a:r>
              <a:rPr lang="en" sz="1000">
                <a:latin typeface="Instrument Sans"/>
                <a:ea typeface="Instrument Sans"/>
                <a:cs typeface="Instrument Sans"/>
                <a:sym typeface="Instrument Sans"/>
              </a:rPr>
              <a:t>General </a:t>
            </a:r>
            <a:r>
              <a:rPr lang="en" sz="1000">
                <a:latin typeface="Instrument Sans"/>
                <a:ea typeface="Instrument Sans"/>
                <a:cs typeface="Instrument Sans"/>
                <a:sym typeface="Instrument Sans"/>
              </a:rPr>
              <a:t>Anxiety</a:t>
            </a:r>
            <a:r>
              <a:rPr lang="en" sz="1000">
                <a:latin typeface="Instrument Sans"/>
                <a:ea typeface="Instrument Sans"/>
                <a:cs typeface="Instrument Sans"/>
                <a:sym typeface="Instrument Sans"/>
              </a:rPr>
              <a:t> Disorder:</a:t>
            </a:r>
            <a:endParaRPr sz="1000">
              <a:latin typeface="Instrument Sans"/>
              <a:ea typeface="Instrument Sans"/>
              <a:cs typeface="Instrument Sans"/>
              <a:sym typeface="Instrument Sans"/>
            </a:endParaRPr>
          </a:p>
          <a:p>
            <a:pPr indent="-292100" lvl="1" marL="914400" marR="38100" rtl="0" algn="l">
              <a:lnSpc>
                <a:spcPct val="100000"/>
              </a:lnSpc>
              <a:spcBef>
                <a:spcPts val="0"/>
              </a:spcBef>
              <a:spcAft>
                <a:spcPts val="0"/>
              </a:spcAft>
              <a:buSzPts val="1000"/>
              <a:buFont typeface="Instrument Sans"/>
              <a:buChar char="○"/>
            </a:pPr>
            <a:r>
              <a:rPr lang="en" sz="1000">
                <a:latin typeface="Instrument Sans"/>
                <a:ea typeface="Instrument Sans"/>
                <a:cs typeface="Instrument Sans"/>
                <a:sym typeface="Instrument Sans"/>
              </a:rPr>
              <a:t>The brain’s threat detection system stays on leading to excessive fear about multiple areas of life, often even when there is no immediate danger.</a:t>
            </a:r>
            <a:endParaRPr sz="1000">
              <a:latin typeface="Instrument Sans"/>
              <a:ea typeface="Instrument Sans"/>
              <a:cs typeface="Instrument Sans"/>
              <a:sym typeface="Instrument Sans"/>
            </a:endParaRPr>
          </a:p>
          <a:p>
            <a:pPr indent="-292100" lvl="0" marL="457200" marR="38100" rtl="0" algn="l">
              <a:lnSpc>
                <a:spcPct val="100000"/>
              </a:lnSpc>
              <a:spcBef>
                <a:spcPts val="0"/>
              </a:spcBef>
              <a:spcAft>
                <a:spcPts val="0"/>
              </a:spcAft>
              <a:buSzPts val="1000"/>
              <a:buFont typeface="Instrument Sans"/>
              <a:buChar char="●"/>
            </a:pPr>
            <a:r>
              <a:rPr lang="en" sz="1000">
                <a:latin typeface="Instrument Sans"/>
                <a:ea typeface="Instrument Sans"/>
                <a:cs typeface="Instrument Sans"/>
                <a:sym typeface="Instrument Sans"/>
              </a:rPr>
              <a:t>Phobia</a:t>
            </a:r>
            <a:endParaRPr sz="1000">
              <a:latin typeface="Instrument Sans"/>
              <a:ea typeface="Instrument Sans"/>
              <a:cs typeface="Instrument Sans"/>
              <a:sym typeface="Instrument Sans"/>
            </a:endParaRPr>
          </a:p>
          <a:p>
            <a:pPr indent="-292100" lvl="1" marL="914400" marR="38100" rtl="0" algn="l">
              <a:lnSpc>
                <a:spcPct val="100000"/>
              </a:lnSpc>
              <a:spcBef>
                <a:spcPts val="0"/>
              </a:spcBef>
              <a:spcAft>
                <a:spcPts val="0"/>
              </a:spcAft>
              <a:buSzPts val="1000"/>
              <a:buFont typeface="Instrument Sans"/>
              <a:buChar char="○"/>
            </a:pPr>
            <a:r>
              <a:rPr lang="en" sz="1000">
                <a:latin typeface="Instrument Sans"/>
                <a:ea typeface="Instrument Sans"/>
                <a:cs typeface="Instrument Sans"/>
                <a:sym typeface="Instrument Sans"/>
              </a:rPr>
              <a:t>An intense, disproportionate fear of a specific object or situation, such as heights, animals, flying, or needles. This can happen even when the person knows it is not harmful.</a:t>
            </a:r>
            <a:endParaRPr sz="1000">
              <a:latin typeface="Instrument Sans"/>
              <a:ea typeface="Instrument Sans"/>
              <a:cs typeface="Instrument Sans"/>
              <a:sym typeface="Instrument Sans"/>
            </a:endParaRPr>
          </a:p>
          <a:p>
            <a:pPr indent="-292100" lvl="0" marL="457200" marR="38100" rtl="0" algn="l">
              <a:lnSpc>
                <a:spcPct val="100000"/>
              </a:lnSpc>
              <a:spcBef>
                <a:spcPts val="0"/>
              </a:spcBef>
              <a:spcAft>
                <a:spcPts val="0"/>
              </a:spcAft>
              <a:buSzPts val="1000"/>
              <a:buFont typeface="Instrument Sans"/>
              <a:buChar char="●"/>
            </a:pPr>
            <a:r>
              <a:rPr lang="en" sz="1000">
                <a:latin typeface="Instrument Sans"/>
                <a:ea typeface="Instrument Sans"/>
                <a:cs typeface="Instrument Sans"/>
                <a:sym typeface="Instrument Sans"/>
              </a:rPr>
              <a:t>Panic Disorder</a:t>
            </a:r>
            <a:endParaRPr sz="1000">
              <a:latin typeface="Instrument Sans"/>
              <a:ea typeface="Instrument Sans"/>
              <a:cs typeface="Instrument Sans"/>
              <a:sym typeface="Instrument Sans"/>
            </a:endParaRPr>
          </a:p>
          <a:p>
            <a:pPr indent="-292100" lvl="1" marL="914400" marR="38100" rtl="0" algn="l">
              <a:lnSpc>
                <a:spcPct val="100000"/>
              </a:lnSpc>
              <a:spcBef>
                <a:spcPts val="0"/>
              </a:spcBef>
              <a:spcAft>
                <a:spcPts val="0"/>
              </a:spcAft>
              <a:buSzPts val="1000"/>
              <a:buFont typeface="Instrument Sans"/>
              <a:buChar char="○"/>
            </a:pPr>
            <a:r>
              <a:rPr lang="en" sz="1000">
                <a:latin typeface="Instrument Sans"/>
                <a:ea typeface="Instrument Sans"/>
                <a:cs typeface="Instrument Sans"/>
                <a:sym typeface="Instrument Sans"/>
              </a:rPr>
              <a:t>Sudden episodes of intense fear or discomfort accompanied by physical symptoms such as a racing heart, shortness of breath, dizziness, or sweating.</a:t>
            </a:r>
            <a:endParaRPr sz="1000">
              <a:latin typeface="Instrument Sans"/>
              <a:ea typeface="Instrument Sans"/>
              <a:cs typeface="Instrument Sans"/>
              <a:sym typeface="Instrument Sans"/>
            </a:endParaRPr>
          </a:p>
          <a:p>
            <a:pPr indent="-292100" lvl="0" marL="457200" marR="38100" rtl="0" algn="l">
              <a:lnSpc>
                <a:spcPct val="100000"/>
              </a:lnSpc>
              <a:spcBef>
                <a:spcPts val="0"/>
              </a:spcBef>
              <a:spcAft>
                <a:spcPts val="0"/>
              </a:spcAft>
              <a:buClr>
                <a:srgbClr val="0000FF"/>
              </a:buClr>
              <a:buSzPts val="1000"/>
              <a:buFont typeface="Instrument Sans"/>
              <a:buChar char="●"/>
            </a:pPr>
            <a:r>
              <a:rPr lang="en" sz="1000">
                <a:solidFill>
                  <a:srgbClr val="0000FF"/>
                </a:solidFill>
                <a:latin typeface="Instrument Sans"/>
                <a:ea typeface="Instrument Sans"/>
                <a:cs typeface="Instrument Sans"/>
                <a:sym typeface="Instrument Sans"/>
              </a:rPr>
              <a:t>Trastorno de ansiedad generalizada: </a:t>
            </a:r>
            <a:endParaRPr sz="1000">
              <a:solidFill>
                <a:srgbClr val="0000FF"/>
              </a:solidFill>
              <a:latin typeface="Instrument Sans"/>
              <a:ea typeface="Instrument Sans"/>
              <a:cs typeface="Instrument Sans"/>
              <a:sym typeface="Instrument Sans"/>
            </a:endParaRPr>
          </a:p>
          <a:p>
            <a:pPr indent="-292100" lvl="1" marL="914400" marR="38100" rtl="0" algn="l">
              <a:lnSpc>
                <a:spcPct val="100000"/>
              </a:lnSpc>
              <a:spcBef>
                <a:spcPts val="0"/>
              </a:spcBef>
              <a:spcAft>
                <a:spcPts val="0"/>
              </a:spcAft>
              <a:buClr>
                <a:srgbClr val="0000FF"/>
              </a:buClr>
              <a:buSzPts val="1000"/>
              <a:buFont typeface="Instrument Sans"/>
              <a:buChar char="○"/>
            </a:pPr>
            <a:r>
              <a:rPr lang="en" sz="1000">
                <a:solidFill>
                  <a:srgbClr val="0000FF"/>
                </a:solidFill>
                <a:latin typeface="Instrument Sans"/>
                <a:ea typeface="Instrument Sans"/>
                <a:cs typeface="Instrument Sans"/>
                <a:sym typeface="Instrument Sans"/>
              </a:rPr>
              <a:t>El sistema de detección de amenazas del cerebro permanece activado, lo que provoca un miedo excesivo relacionado con múltiples áreas de la vida, incluso cuando no existe un peligro inmediato. </a:t>
            </a:r>
            <a:endParaRPr sz="1000">
              <a:solidFill>
                <a:srgbClr val="0000FF"/>
              </a:solidFill>
              <a:latin typeface="Instrument Sans"/>
              <a:ea typeface="Instrument Sans"/>
              <a:cs typeface="Instrument Sans"/>
              <a:sym typeface="Instrument Sans"/>
            </a:endParaRPr>
          </a:p>
          <a:p>
            <a:pPr indent="-292100" lvl="0" marL="457200" marR="38100" rtl="0" algn="l">
              <a:lnSpc>
                <a:spcPct val="100000"/>
              </a:lnSpc>
              <a:spcBef>
                <a:spcPts val="0"/>
              </a:spcBef>
              <a:spcAft>
                <a:spcPts val="0"/>
              </a:spcAft>
              <a:buClr>
                <a:srgbClr val="0000FF"/>
              </a:buClr>
              <a:buSzPts val="1000"/>
              <a:buFont typeface="Instrument Sans"/>
              <a:buChar char="●"/>
            </a:pPr>
            <a:r>
              <a:rPr lang="en" sz="1000">
                <a:solidFill>
                  <a:srgbClr val="0000FF"/>
                </a:solidFill>
                <a:latin typeface="Instrument Sans"/>
                <a:ea typeface="Instrument Sans"/>
                <a:cs typeface="Instrument Sans"/>
                <a:sym typeface="Instrument Sans"/>
              </a:rPr>
              <a:t>Fobia: </a:t>
            </a:r>
            <a:endParaRPr sz="1000">
              <a:solidFill>
                <a:srgbClr val="0000FF"/>
              </a:solidFill>
              <a:latin typeface="Instrument Sans"/>
              <a:ea typeface="Instrument Sans"/>
              <a:cs typeface="Instrument Sans"/>
              <a:sym typeface="Instrument Sans"/>
            </a:endParaRPr>
          </a:p>
          <a:p>
            <a:pPr indent="-292100" lvl="1" marL="914400" marR="38100" rtl="0" algn="l">
              <a:lnSpc>
                <a:spcPct val="100000"/>
              </a:lnSpc>
              <a:spcBef>
                <a:spcPts val="0"/>
              </a:spcBef>
              <a:spcAft>
                <a:spcPts val="0"/>
              </a:spcAft>
              <a:buClr>
                <a:srgbClr val="0000FF"/>
              </a:buClr>
              <a:buSzPts val="1000"/>
              <a:buFont typeface="Instrument Sans"/>
              <a:buChar char="○"/>
            </a:pPr>
            <a:r>
              <a:rPr lang="en" sz="1000">
                <a:solidFill>
                  <a:srgbClr val="0000FF"/>
                </a:solidFill>
                <a:latin typeface="Instrument Sans"/>
                <a:ea typeface="Instrument Sans"/>
                <a:cs typeface="Instrument Sans"/>
                <a:sym typeface="Instrument Sans"/>
              </a:rPr>
              <a:t>Un miedo intenso y desproporcionado hacia un objeto o situación específica, como las alturas, los animales, volar o las agujas. Esto puede ocurrir incluso cuando la persona sabe que no es peligroso. </a:t>
            </a:r>
            <a:endParaRPr sz="1000">
              <a:solidFill>
                <a:srgbClr val="0000FF"/>
              </a:solidFill>
              <a:latin typeface="Instrument Sans"/>
              <a:ea typeface="Instrument Sans"/>
              <a:cs typeface="Instrument Sans"/>
              <a:sym typeface="Instrument Sans"/>
            </a:endParaRPr>
          </a:p>
          <a:p>
            <a:pPr indent="-292100" lvl="0" marL="457200" marR="38100" rtl="0" algn="l">
              <a:lnSpc>
                <a:spcPct val="100000"/>
              </a:lnSpc>
              <a:spcBef>
                <a:spcPts val="0"/>
              </a:spcBef>
              <a:spcAft>
                <a:spcPts val="0"/>
              </a:spcAft>
              <a:buClr>
                <a:srgbClr val="0000FF"/>
              </a:buClr>
              <a:buSzPts val="1000"/>
              <a:buFont typeface="Instrument Sans"/>
              <a:buChar char="●"/>
            </a:pPr>
            <a:r>
              <a:rPr lang="en" sz="1000">
                <a:solidFill>
                  <a:srgbClr val="0000FF"/>
                </a:solidFill>
                <a:latin typeface="Instrument Sans"/>
                <a:ea typeface="Instrument Sans"/>
                <a:cs typeface="Instrument Sans"/>
                <a:sym typeface="Instrument Sans"/>
              </a:rPr>
              <a:t>Trastorno de pánico: </a:t>
            </a:r>
            <a:endParaRPr sz="1000">
              <a:solidFill>
                <a:srgbClr val="0000FF"/>
              </a:solidFill>
              <a:latin typeface="Instrument Sans"/>
              <a:ea typeface="Instrument Sans"/>
              <a:cs typeface="Instrument Sans"/>
              <a:sym typeface="Instrument Sans"/>
            </a:endParaRPr>
          </a:p>
          <a:p>
            <a:pPr indent="-292100" lvl="1" marL="914400" marR="38100" rtl="0" algn="l">
              <a:lnSpc>
                <a:spcPct val="100000"/>
              </a:lnSpc>
              <a:spcBef>
                <a:spcPts val="0"/>
              </a:spcBef>
              <a:spcAft>
                <a:spcPts val="0"/>
              </a:spcAft>
              <a:buClr>
                <a:srgbClr val="0000FF"/>
              </a:buClr>
              <a:buSzPts val="1000"/>
              <a:buFont typeface="Instrument Sans"/>
              <a:buChar char="○"/>
            </a:pPr>
            <a:r>
              <a:rPr lang="en" sz="1000">
                <a:solidFill>
                  <a:srgbClr val="0000FF"/>
                </a:solidFill>
                <a:latin typeface="Instrument Sans"/>
                <a:ea typeface="Instrument Sans"/>
                <a:cs typeface="Instrument Sans"/>
                <a:sym typeface="Instrument Sans"/>
              </a:rPr>
              <a:t>Episodios repentinos de miedo o malestar intenso acompañados de síntomas físicos como aceleración del ritmo cardíaco, dificultad para respirar, mareos o sudoración.</a:t>
            </a:r>
            <a:endParaRPr sz="1000">
              <a:solidFill>
                <a:srgbClr val="0000FF"/>
              </a:solidFill>
              <a:latin typeface="Instrument Sans"/>
              <a:ea typeface="Instrument Sans"/>
              <a:cs typeface="Instrument Sans"/>
              <a:sym typeface="Instrument Sans"/>
            </a:endParaRPr>
          </a:p>
        </p:txBody>
      </p:sp>
      <p:pic>
        <p:nvPicPr>
          <p:cNvPr id="1267" name="Google Shape;1267;p149" title="23940-generalized-anxiety-disorder.jpg"/>
          <p:cNvPicPr preferRelativeResize="0"/>
          <p:nvPr/>
        </p:nvPicPr>
        <p:blipFill>
          <a:blip r:embed="rId3">
            <a:alphaModFix/>
          </a:blip>
          <a:stretch>
            <a:fillRect/>
          </a:stretch>
        </p:blipFill>
        <p:spPr>
          <a:xfrm>
            <a:off x="6732488" y="1"/>
            <a:ext cx="1742946" cy="3551248"/>
          </a:xfrm>
          <a:prstGeom prst="rect">
            <a:avLst/>
          </a:prstGeom>
          <a:noFill/>
          <a:ln>
            <a:noFill/>
          </a:ln>
        </p:spPr>
      </p:pic>
      <p:pic>
        <p:nvPicPr>
          <p:cNvPr id="1268" name="Google Shape;1268;p149" title="most-common-phobias-4136563_final2-5b32adb946e0fb003726204e.png"/>
          <p:cNvPicPr preferRelativeResize="0"/>
          <p:nvPr/>
        </p:nvPicPr>
        <p:blipFill>
          <a:blip r:embed="rId4">
            <a:alphaModFix/>
          </a:blip>
          <a:stretch>
            <a:fillRect/>
          </a:stretch>
        </p:blipFill>
        <p:spPr>
          <a:xfrm>
            <a:off x="6467475" y="3628161"/>
            <a:ext cx="2272976" cy="151532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72" name="Shape 1272"/>
        <p:cNvGrpSpPr/>
        <p:nvPr/>
      </p:nvGrpSpPr>
      <p:grpSpPr>
        <a:xfrm>
          <a:off x="0" y="0"/>
          <a:ext cx="0" cy="0"/>
          <a:chOff x="0" y="0"/>
          <a:chExt cx="0" cy="0"/>
        </a:xfrm>
      </p:grpSpPr>
      <p:sp>
        <p:nvSpPr>
          <p:cNvPr id="1273" name="Google Shape;1273;p150"/>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Treatment and Coping Strategies</a:t>
            </a:r>
            <a:endParaRPr>
              <a:latin typeface="Instrument Sans SemiBold"/>
              <a:ea typeface="Instrument Sans SemiBold"/>
              <a:cs typeface="Instrument Sans SemiBold"/>
              <a:sym typeface="Instrument Sans SemiBold"/>
            </a:endParaRPr>
          </a:p>
          <a:p>
            <a:pPr indent="0" lvl="0" marL="0" rtl="0" algn="l">
              <a:spcBef>
                <a:spcPts val="0"/>
              </a:spcBef>
              <a:spcAft>
                <a:spcPts val="0"/>
              </a:spcAft>
              <a:buSzPts val="1000"/>
              <a:buNone/>
            </a:pPr>
            <a:r>
              <a:rPr lang="en" sz="3200">
                <a:solidFill>
                  <a:srgbClr val="0000FF"/>
                </a:solidFill>
                <a:latin typeface="Instrument Sans SemiBold"/>
                <a:ea typeface="Instrument Sans SemiBold"/>
                <a:cs typeface="Instrument Sans SemiBold"/>
                <a:sym typeface="Instrument Sans SemiBold"/>
              </a:rPr>
              <a:t>Estrategias de tratamiento y afrontamiento</a:t>
            </a:r>
            <a:endParaRPr>
              <a:latin typeface="Instrument Sans SemiBold"/>
              <a:ea typeface="Instrument Sans SemiBold"/>
              <a:cs typeface="Instrument Sans SemiBold"/>
              <a:sym typeface="Instrument Sans SemiBold"/>
            </a:endParaRPr>
          </a:p>
        </p:txBody>
      </p:sp>
      <p:sp>
        <p:nvSpPr>
          <p:cNvPr id="1274" name="Google Shape;1274;p15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75" name="Google Shape;1275;p150"/>
          <p:cNvSpPr txBox="1"/>
          <p:nvPr/>
        </p:nvSpPr>
        <p:spPr>
          <a:xfrm>
            <a:off x="312950" y="1557350"/>
            <a:ext cx="4259100" cy="33945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Therapy:</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Can help people identify anxious thoughts, challenge fears, and develop healthier responses.</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Medication:</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Certain</a:t>
            </a:r>
            <a:r>
              <a:rPr lang="en" sz="1300">
                <a:latin typeface="Instrument Sans"/>
                <a:ea typeface="Instrument Sans"/>
                <a:cs typeface="Instrument Sans"/>
                <a:sym typeface="Instrument Sans"/>
              </a:rPr>
              <a:t> medications can help dampen anxiety responses.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Breathing and relaxation: </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Slow, controlled breathing, progressive muscle relaxation, mindfulness, and grounding techniques can help reduce the body's physical fear response.</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Sleep, </a:t>
            </a:r>
            <a:r>
              <a:rPr lang="en" sz="1300">
                <a:latin typeface="Instrument Sans"/>
                <a:ea typeface="Instrument Sans"/>
                <a:cs typeface="Instrument Sans"/>
                <a:sym typeface="Instrument Sans"/>
              </a:rPr>
              <a:t>Exercise</a:t>
            </a:r>
            <a:r>
              <a:rPr lang="en" sz="1300">
                <a:latin typeface="Instrument Sans"/>
                <a:ea typeface="Instrument Sans"/>
                <a:cs typeface="Instrument Sans"/>
                <a:sym typeface="Instrument Sans"/>
              </a:rPr>
              <a:t>, and Nutrition.</a:t>
            </a:r>
            <a:endParaRPr sz="1300">
              <a:latin typeface="Instrument Sans"/>
              <a:ea typeface="Instrument Sans"/>
              <a:cs typeface="Instrument Sans"/>
              <a:sym typeface="Instrument Sans"/>
            </a:endParaRPr>
          </a:p>
        </p:txBody>
      </p:sp>
      <p:sp>
        <p:nvSpPr>
          <p:cNvPr id="1276" name="Google Shape;1276;p150"/>
          <p:cNvSpPr txBox="1"/>
          <p:nvPr/>
        </p:nvSpPr>
        <p:spPr>
          <a:xfrm>
            <a:off x="4572050" y="1557350"/>
            <a:ext cx="4259100" cy="3394500"/>
          </a:xfrm>
          <a:prstGeom prst="rect">
            <a:avLst/>
          </a:prstGeom>
          <a:noFill/>
          <a:ln>
            <a:noFill/>
          </a:ln>
        </p:spPr>
        <p:txBody>
          <a:bodyPr anchorCtr="0" anchor="t" bIns="91425" lIns="91425" spcFirstLastPara="1" rIns="91425" wrap="square" tIns="91425">
            <a:noAutofit/>
          </a:bodyPr>
          <a:lstStyle/>
          <a:p>
            <a:pPr indent="-311150" lvl="0" marL="4572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Terapia: </a:t>
            </a:r>
            <a:endParaRPr sz="1300">
              <a:solidFill>
                <a:srgbClr val="0000FF"/>
              </a:solidFill>
              <a:latin typeface="Instrument Sans"/>
              <a:ea typeface="Instrument Sans"/>
              <a:cs typeface="Instrument Sans"/>
              <a:sym typeface="Instrument Sans"/>
            </a:endParaRPr>
          </a:p>
          <a:p>
            <a:pPr indent="-311150" lvl="1" marL="9144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Puede ayudar a las personas a identificar pensamientos ansiosos, enfrentar sus miedos y desarrollar respuestas más saludables. </a:t>
            </a:r>
            <a:endParaRPr sz="1300">
              <a:solidFill>
                <a:srgbClr val="0000FF"/>
              </a:solidFill>
              <a:latin typeface="Instrument Sans"/>
              <a:ea typeface="Instrument Sans"/>
              <a:cs typeface="Instrument Sans"/>
              <a:sym typeface="Instrument Sans"/>
            </a:endParaRPr>
          </a:p>
          <a:p>
            <a:pPr indent="-311150" lvl="0" marL="4572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Medicamentos: </a:t>
            </a:r>
            <a:endParaRPr sz="1300">
              <a:solidFill>
                <a:srgbClr val="0000FF"/>
              </a:solidFill>
              <a:latin typeface="Instrument Sans"/>
              <a:ea typeface="Instrument Sans"/>
              <a:cs typeface="Instrument Sans"/>
              <a:sym typeface="Instrument Sans"/>
            </a:endParaRPr>
          </a:p>
          <a:p>
            <a:pPr indent="-311150" lvl="1" marL="9144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Ciertos medicamentos pueden ayudar a disminuir las respuestas de ansiedad. </a:t>
            </a:r>
            <a:endParaRPr sz="1300">
              <a:solidFill>
                <a:srgbClr val="0000FF"/>
              </a:solidFill>
              <a:latin typeface="Instrument Sans"/>
              <a:ea typeface="Instrument Sans"/>
              <a:cs typeface="Instrument Sans"/>
              <a:sym typeface="Instrument Sans"/>
            </a:endParaRPr>
          </a:p>
          <a:p>
            <a:pPr indent="-311150" lvl="0" marL="4572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Respiración y relajación: </a:t>
            </a:r>
            <a:endParaRPr sz="1300">
              <a:solidFill>
                <a:srgbClr val="0000FF"/>
              </a:solidFill>
              <a:latin typeface="Instrument Sans"/>
              <a:ea typeface="Instrument Sans"/>
              <a:cs typeface="Instrument Sans"/>
              <a:sym typeface="Instrument Sans"/>
            </a:endParaRPr>
          </a:p>
          <a:p>
            <a:pPr indent="-311150" lvl="1" marL="9144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 respiración lenta y controlada, la relajación muscular progresiva, la atención plena y las técnicas de conexión con el presente pueden ayudar a reducir la respuesta física del cuerpo ante el miedo. </a:t>
            </a:r>
            <a:endParaRPr sz="1300">
              <a:solidFill>
                <a:srgbClr val="0000FF"/>
              </a:solidFill>
              <a:latin typeface="Instrument Sans"/>
              <a:ea typeface="Instrument Sans"/>
              <a:cs typeface="Instrument Sans"/>
              <a:sym typeface="Instrument Sans"/>
            </a:endParaRPr>
          </a:p>
          <a:p>
            <a:pPr indent="-311150" lvl="0" marL="457200" marR="38100" rtl="0" algn="l">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Sueño, ejercicio y nutrición.</a:t>
            </a:r>
            <a:endParaRPr sz="1300">
              <a:solidFill>
                <a:srgbClr val="0000FF"/>
              </a:solidFill>
              <a:latin typeface="Instrument Sans"/>
              <a:ea typeface="Instrument Sans"/>
              <a:cs typeface="Instrument Sans"/>
              <a:sym typeface="Instrument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80" name="Shape 1280"/>
        <p:cNvGrpSpPr/>
        <p:nvPr/>
      </p:nvGrpSpPr>
      <p:grpSpPr>
        <a:xfrm>
          <a:off x="0" y="0"/>
          <a:ext cx="0" cy="0"/>
          <a:chOff x="0" y="0"/>
          <a:chExt cx="0" cy="0"/>
        </a:xfrm>
      </p:grpSpPr>
      <p:sp>
        <p:nvSpPr>
          <p:cNvPr id="1281" name="Google Shape;1281;p151"/>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Time for an Activity</a:t>
            </a:r>
            <a:endParaRPr sz="3600"/>
          </a:p>
        </p:txBody>
      </p:sp>
      <p:sp>
        <p:nvSpPr>
          <p:cNvPr id="1282" name="Google Shape;1282;p15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83" name="Google Shape;1283;p151"/>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4A86E8"/>
                </a:solidFill>
              </a:rPr>
              <a:t>Hora de una actividad</a:t>
            </a:r>
            <a:endParaRPr sz="3600">
              <a:solidFill>
                <a:srgbClr val="4A86E8"/>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87" name="Shape 1287"/>
        <p:cNvGrpSpPr/>
        <p:nvPr/>
      </p:nvGrpSpPr>
      <p:grpSpPr>
        <a:xfrm>
          <a:off x="0" y="0"/>
          <a:ext cx="0" cy="0"/>
          <a:chOff x="0" y="0"/>
          <a:chExt cx="0" cy="0"/>
        </a:xfrm>
      </p:grpSpPr>
      <p:sp>
        <p:nvSpPr>
          <p:cNvPr id="1288" name="Google Shape;1288;p152"/>
          <p:cNvSpPr txBox="1"/>
          <p:nvPr>
            <p:ph idx="3" type="body"/>
          </p:nvPr>
        </p:nvSpPr>
        <p:spPr>
          <a:xfrm>
            <a:off x="312950" y="424225"/>
            <a:ext cx="47406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Box Breathing</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Respiración en caja</a:t>
            </a:r>
            <a:endParaRPr>
              <a:solidFill>
                <a:srgbClr val="0000FF"/>
              </a:solidFill>
              <a:latin typeface="Instrument Sans SemiBold"/>
              <a:ea typeface="Instrument Sans SemiBold"/>
              <a:cs typeface="Instrument Sans SemiBold"/>
              <a:sym typeface="Instrument Sans SemiBold"/>
            </a:endParaRPr>
          </a:p>
        </p:txBody>
      </p:sp>
      <p:sp>
        <p:nvSpPr>
          <p:cNvPr id="1289" name="Google Shape;1289;p15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90" name="Google Shape;1290;p152"/>
          <p:cNvSpPr txBox="1"/>
          <p:nvPr/>
        </p:nvSpPr>
        <p:spPr>
          <a:xfrm>
            <a:off x="312950" y="1232600"/>
            <a:ext cx="4864500" cy="37194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A simple and powerful relaxation technique that uses equal four-second counts of inhaling, holding, exhaling, and holding again to calm the nervous system and reduce stress.</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Box breathing is useful when you are feeling </a:t>
            </a:r>
            <a:r>
              <a:rPr lang="en" sz="1300">
                <a:latin typeface="Instrument Sans"/>
                <a:ea typeface="Instrument Sans"/>
                <a:cs typeface="Instrument Sans"/>
                <a:sym typeface="Instrument Sans"/>
              </a:rPr>
              <a:t>overwhelmed, before a stressful event, or during a panic attack.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You can incorporate it into your daily routine to help destress throughout the day. </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Una técnica de relajación sencilla y eficaz que utiliza intervalos iguales de cuatro segundos para inhalar, contener la respiración, exhalar y volver a contenerla, con el fin de calmar el sistema nervioso y reducir el estrés.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La respiración en caja es útil cuando te sientes abrumado, antes de un evento estresante o durante un ataque de pánico.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Puedes incorporarla a tu rutina diaria para ayudar a reducir el estrés a lo largo del día.</a:t>
            </a:r>
            <a:endParaRPr sz="1300">
              <a:solidFill>
                <a:srgbClr val="0000FF"/>
              </a:solidFill>
              <a:latin typeface="Instrument Sans"/>
              <a:ea typeface="Instrument Sans"/>
              <a:cs typeface="Instrument Sans"/>
              <a:sym typeface="Instrument Sans"/>
            </a:endParaRPr>
          </a:p>
        </p:txBody>
      </p:sp>
      <p:pic>
        <p:nvPicPr>
          <p:cNvPr id="1291" name="Google Shape;1291;p152" title="images.jpg"/>
          <p:cNvPicPr preferRelativeResize="0"/>
          <p:nvPr/>
        </p:nvPicPr>
        <p:blipFill>
          <a:blip r:embed="rId3">
            <a:alphaModFix/>
          </a:blip>
          <a:stretch>
            <a:fillRect/>
          </a:stretch>
        </p:blipFill>
        <p:spPr>
          <a:xfrm>
            <a:off x="5388075" y="1440425"/>
            <a:ext cx="3661750" cy="330374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95" name="Shape 1295"/>
        <p:cNvGrpSpPr/>
        <p:nvPr/>
      </p:nvGrpSpPr>
      <p:grpSpPr>
        <a:xfrm>
          <a:off x="0" y="0"/>
          <a:ext cx="0" cy="0"/>
          <a:chOff x="0" y="0"/>
          <a:chExt cx="0" cy="0"/>
        </a:xfrm>
      </p:grpSpPr>
      <p:sp>
        <p:nvSpPr>
          <p:cNvPr id="1296" name="Google Shape;1296;p15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descr="This is a quick 5-minute standing yoga stretch - perfect for mornings when you don't want to roll out your mat or anytime during the day to energize your whole body.&#10;👉 NEW 5 min STANDING MORNING YOGA STRETCH:&#10;https://www.youtube.com/watch?v=Z_zbSluHHuk&amp;t=&#10;&#10;👉 All STANDING YOGA VIDEOS in this playlist: &#10;https://www.youtube.com/playlist?list=PLa4p3v2FWEhycSVsyFJoCN5a9CnGQ1AbQ&#10;&#10;✉️ Sign up for my newsletter 👉 https://www.yogawithuliana.com/newsletter&#10;&#10;Buy me a coffee ☕ 😊 https://buymeacoffee.com/yogawithuliana&#10;&#10;Download FREE BEGINNER YOGA POSES GUIDE: 25 must-know yoga poses for beginners: &#10;👉 https://www.yogawithuliana.com/25-beginner-yoga-poses-pdf/&#10;&#10;❤ FAVOURITE YOGA GEAR ❤&#10;👉🏼 Jade Yoga Harmony Mat: https://amzn.to/3zrgVE4&#10;👉🏼 Jade Yoga Travel Mat: https://amzn.to/3aU5quE&#10;👉🏼 Cork Yoga Blocks: https://amzn.to/3HiiG8r&#10;👉🏼 Foam Yoga Blocks: https://amzn.to/3xFO11S&#10;👉🏼 Yoga Strap: https://amzn.to/3tuG4tP&#10;👉🏼 Yoga Bolster: https://amzn.to/3QiamtE&#10;&#10;📷 Youtube Gear 📷&#10;- Sony Alpha a6000: https://amzn.to/3NXtj2G&#10;- Tripod: https://amzn.to/3Hf0NHx&#10;-  Blue Snowball Mic: https://amzn.to/39eE7uI&#10;-  Music (Epidemic Sound): https://www.epidemicsound.com/referral/28sbuf/&#10;&#10; Website: https://www.yogawithuliana.com/&#10; Instagram: https://www.instagram.com/yogawithuliana/&#10; Facebook: https://www.facebook.com/yogawithuliana&#10; Pinterest: https://www.pinterest.com/yogawithuliana/&#10;&#10;Disclaimer:&#10;*Some links in the description box are affiliate links which means I earn a small commission from qualifying purchases at no extra cost for you. &#10;* If you are new to exercise or planning on embarking on a new fitness program, you should consult your physician. &#10;Please know that performing any exercise without supervision like with this video is solely at your own risk.  You should understand that when participating in any exercise or exercise program, there is the possibility of physical injury. Yoga with Uliana will not be responsible or liable for any injury you sustain as a result of this video.&#10;&#10;&#10;🙏&#10;Uliana&#10;&#10;#5minyoga #standingyoga #yogawithoutmat" id="1297" name="Google Shape;1297;p153" title="5 MIN STANDING MORNING YOGA STRETCH | Yoga without mat | Yoga with Uliana">
            <a:hlinkClick r:id="rId3"/>
          </p:cNvPr>
          <p:cNvPicPr preferRelativeResize="0"/>
          <p:nvPr/>
        </p:nvPicPr>
        <p:blipFill>
          <a:blip r:embed="rId4">
            <a:alphaModFix/>
          </a:blip>
          <a:stretch>
            <a:fillRect/>
          </a:stretch>
        </p:blipFill>
        <p:spPr>
          <a:xfrm>
            <a:off x="284175" y="213425"/>
            <a:ext cx="8272600" cy="46533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1000"/>
                                        <p:tgtEl>
                                          <p:spTgt spid="1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01" name="Shape 1301"/>
        <p:cNvGrpSpPr/>
        <p:nvPr/>
      </p:nvGrpSpPr>
      <p:grpSpPr>
        <a:xfrm>
          <a:off x="0" y="0"/>
          <a:ext cx="0" cy="0"/>
          <a:chOff x="0" y="0"/>
          <a:chExt cx="0" cy="0"/>
        </a:xfrm>
      </p:grpSpPr>
      <p:sp>
        <p:nvSpPr>
          <p:cNvPr id="1302" name="Google Shape;1302;p154"/>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Other Psychological Disorders</a:t>
            </a:r>
            <a:endParaRPr sz="3600"/>
          </a:p>
        </p:txBody>
      </p:sp>
      <p:sp>
        <p:nvSpPr>
          <p:cNvPr id="1303" name="Google Shape;1303;p15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04" name="Google Shape;1304;p154"/>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4A86E8"/>
                </a:solidFill>
              </a:rPr>
              <a:t>Otros trastornos psicológicos</a:t>
            </a:r>
            <a:endParaRPr sz="3600">
              <a:solidFill>
                <a:srgbClr val="4A86E8"/>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08" name="Shape 1308"/>
        <p:cNvGrpSpPr/>
        <p:nvPr/>
      </p:nvGrpSpPr>
      <p:grpSpPr>
        <a:xfrm>
          <a:off x="0" y="0"/>
          <a:ext cx="0" cy="0"/>
          <a:chOff x="0" y="0"/>
          <a:chExt cx="0" cy="0"/>
        </a:xfrm>
      </p:grpSpPr>
      <p:sp>
        <p:nvSpPr>
          <p:cNvPr id="1309" name="Google Shape;1309;p155"/>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Other </a:t>
            </a:r>
            <a:r>
              <a:rPr lang="en">
                <a:latin typeface="Instrument Sans SemiBold"/>
                <a:ea typeface="Instrument Sans SemiBold"/>
                <a:cs typeface="Instrument Sans SemiBold"/>
                <a:sym typeface="Instrument Sans SemiBold"/>
              </a:rPr>
              <a:t>Psychological</a:t>
            </a:r>
            <a:r>
              <a:rPr lang="en">
                <a:latin typeface="Instrument Sans SemiBold"/>
                <a:ea typeface="Instrument Sans SemiBold"/>
                <a:cs typeface="Instrument Sans SemiBold"/>
                <a:sym typeface="Instrument Sans SemiBold"/>
              </a:rPr>
              <a:t> Disorders</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Otros trastornos psicológicos</a:t>
            </a:r>
            <a:endParaRPr>
              <a:solidFill>
                <a:srgbClr val="0000FF"/>
              </a:solidFill>
              <a:latin typeface="Instrument Sans SemiBold"/>
              <a:ea typeface="Instrument Sans SemiBold"/>
              <a:cs typeface="Instrument Sans SemiBold"/>
              <a:sym typeface="Instrument Sans SemiBold"/>
            </a:endParaRPr>
          </a:p>
        </p:txBody>
      </p:sp>
      <p:sp>
        <p:nvSpPr>
          <p:cNvPr id="1310" name="Google Shape;1310;p15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11" name="Google Shape;1311;p155"/>
          <p:cNvSpPr txBox="1"/>
          <p:nvPr/>
        </p:nvSpPr>
        <p:spPr>
          <a:xfrm>
            <a:off x="312950" y="1557350"/>
            <a:ext cx="4259100" cy="33945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Schizophrenia:</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Hallucinations, delusions, disorganized thinking, and reduced motivation or expression. It can affect a person's ability to distinguish internal experiences from external reality.</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ADHD:</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Persistent difficulties with attention, impulse control, and/or hyperactivity.</a:t>
            </a:r>
            <a:endParaRPr sz="1300">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Substance use Disorder:</a:t>
            </a:r>
            <a:endParaRPr sz="1300">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SzPts val="1300"/>
              <a:buFont typeface="Instrument Sans"/>
              <a:buChar char="○"/>
            </a:pPr>
            <a:r>
              <a:rPr lang="en" sz="1300">
                <a:latin typeface="Instrument Sans"/>
                <a:ea typeface="Instrument Sans"/>
                <a:cs typeface="Instrument Sans"/>
                <a:sym typeface="Instrument Sans"/>
              </a:rPr>
              <a:t>Difficulty controlling their use of a substance despite negative consequences. </a:t>
            </a:r>
            <a:endParaRPr sz="1300">
              <a:latin typeface="Instrument Sans"/>
              <a:ea typeface="Instrument Sans"/>
              <a:cs typeface="Instrument Sans"/>
              <a:sym typeface="Instrument Sans"/>
            </a:endParaRPr>
          </a:p>
        </p:txBody>
      </p:sp>
      <p:sp>
        <p:nvSpPr>
          <p:cNvPr id="1312" name="Google Shape;1312;p155"/>
          <p:cNvSpPr txBox="1"/>
          <p:nvPr/>
        </p:nvSpPr>
        <p:spPr>
          <a:xfrm>
            <a:off x="4572000" y="1557350"/>
            <a:ext cx="4259100" cy="3394500"/>
          </a:xfrm>
          <a:prstGeom prst="rect">
            <a:avLst/>
          </a:prstGeom>
          <a:noFill/>
          <a:ln>
            <a:noFill/>
          </a:ln>
        </p:spPr>
        <p:txBody>
          <a:bodyPr anchorCtr="0" anchor="t" bIns="91425" lIns="91425" spcFirstLastPara="1" rIns="91425" wrap="square" tIns="91425">
            <a:noAutofit/>
          </a:bodyPr>
          <a:lstStyle/>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Esquizofrenia: </a:t>
            </a:r>
            <a:endParaRPr sz="1300">
              <a:solidFill>
                <a:srgbClr val="0000FF"/>
              </a:solidFill>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Alucinaciones, delirios, pensamiento desorganizado y disminución de la motivación o de la expresión emocional. Puede afectar la capacidad de una persona para distinguir las experiencias internas de la realidad externa.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TDAH (trastorno por déficit de atención e hiperactividad): </a:t>
            </a:r>
            <a:endParaRPr sz="1300">
              <a:solidFill>
                <a:srgbClr val="0000FF"/>
              </a:solidFill>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Dificultades persistentes con la atención, el control de los impulsos y/o la hiperactividad.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Trastorno por consumo de sustancias: </a:t>
            </a:r>
            <a:endParaRPr sz="1300">
              <a:solidFill>
                <a:srgbClr val="0000FF"/>
              </a:solidFill>
              <a:latin typeface="Instrument Sans"/>
              <a:ea typeface="Instrument Sans"/>
              <a:cs typeface="Instrument Sans"/>
              <a:sym typeface="Instrument Sans"/>
            </a:endParaRPr>
          </a:p>
          <a:p>
            <a:pPr indent="-311150" lvl="1" marL="9144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Dificultad para controlar el consumo de una sustancia a pesar de las consecuencias negativas.</a:t>
            </a:r>
            <a:endParaRPr sz="1300">
              <a:solidFill>
                <a:srgbClr val="0000FF"/>
              </a:solidFill>
              <a:latin typeface="Instrument Sans"/>
              <a:ea typeface="Instrument Sans"/>
              <a:cs typeface="Instrument Sans"/>
              <a:sym typeface="Instrument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16" name="Shape 1316"/>
        <p:cNvGrpSpPr/>
        <p:nvPr/>
      </p:nvGrpSpPr>
      <p:grpSpPr>
        <a:xfrm>
          <a:off x="0" y="0"/>
          <a:ext cx="0" cy="0"/>
          <a:chOff x="0" y="0"/>
          <a:chExt cx="0" cy="0"/>
        </a:xfrm>
      </p:grpSpPr>
      <p:sp>
        <p:nvSpPr>
          <p:cNvPr id="1317" name="Google Shape;1317;p156"/>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800">
                <a:latin typeface="Instrument Sans SemiBold"/>
                <a:ea typeface="Instrument Sans SemiBold"/>
                <a:cs typeface="Instrument Sans SemiBold"/>
                <a:sym typeface="Instrument Sans SemiBold"/>
              </a:rPr>
              <a:t>Substance Use </a:t>
            </a:r>
            <a:r>
              <a:rPr lang="en" sz="2800">
                <a:latin typeface="Instrument Sans SemiBold"/>
                <a:ea typeface="Instrument Sans SemiBold"/>
                <a:cs typeface="Instrument Sans SemiBold"/>
                <a:sym typeface="Instrument Sans SemiBold"/>
              </a:rPr>
              <a:t>Disorder Biology</a:t>
            </a:r>
            <a:endParaRPr sz="28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800">
                <a:solidFill>
                  <a:srgbClr val="0000FF"/>
                </a:solidFill>
                <a:latin typeface="Instrument Sans SemiBold"/>
                <a:ea typeface="Instrument Sans SemiBold"/>
                <a:cs typeface="Instrument Sans SemiBold"/>
                <a:sym typeface="Instrument Sans SemiBold"/>
              </a:rPr>
              <a:t>Biología del trastorno por consumo de sustancias</a:t>
            </a:r>
            <a:endParaRPr sz="2800">
              <a:solidFill>
                <a:srgbClr val="0000FF"/>
              </a:solidFill>
              <a:latin typeface="Instrument Sans SemiBold"/>
              <a:ea typeface="Instrument Sans SemiBold"/>
              <a:cs typeface="Instrument Sans SemiBold"/>
              <a:sym typeface="Instrument Sans SemiBold"/>
            </a:endParaRPr>
          </a:p>
        </p:txBody>
      </p:sp>
      <p:sp>
        <p:nvSpPr>
          <p:cNvPr id="1318" name="Google Shape;1318;p15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19" name="Google Shape;1319;p156"/>
          <p:cNvSpPr txBox="1"/>
          <p:nvPr/>
        </p:nvSpPr>
        <p:spPr>
          <a:xfrm>
            <a:off x="312950" y="1557350"/>
            <a:ext cx="4864500" cy="3394500"/>
          </a:xfrm>
          <a:prstGeom prst="rect">
            <a:avLst/>
          </a:prstGeom>
          <a:noFill/>
          <a:ln>
            <a:noFill/>
          </a:ln>
        </p:spPr>
        <p:txBody>
          <a:bodyPr anchorCtr="0" anchor="t" bIns="91425" lIns="91425" spcFirstLastPara="1" rIns="91425" wrap="square" tIns="91425">
            <a:noAutofit/>
          </a:bodyPr>
          <a:lstStyle/>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Addictive substances can strongly activate the brain’s reward pathway (like increasing dopamine) making the behavior feel rewarding.</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With repeated use, the brain adapts to the substance, so a person may need more of it to experience the same effect.</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SzPts val="1100"/>
              <a:buFont typeface="Instrument Sans"/>
              <a:buChar char="●"/>
            </a:pPr>
            <a:r>
              <a:rPr lang="en" sz="1100">
                <a:latin typeface="Instrument Sans"/>
                <a:ea typeface="Instrument Sans"/>
                <a:cs typeface="Instrument Sans"/>
                <a:sym typeface="Instrument Sans"/>
              </a:rPr>
              <a:t>When substance use stops, the brain and body may become unbalanced, producing symptoms such as anxiety, irritability, sleep problems, nausea, or strong cravings.</a:t>
            </a:r>
            <a:endParaRPr sz="1100">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Las sustancias adictivas pueden activar intensamente la vía de recompensa del cerebro (por ejemplo, aumentando la dopamina), haciendo que el comportamiento resulte gratificante.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Con el consumo repetido, el cerebro se adapta a la sustancia, por lo que una persona puede necesitar una mayor cantidad para experimentar el mismo efecto. </a:t>
            </a:r>
            <a:endParaRPr sz="1100">
              <a:solidFill>
                <a:srgbClr val="0000FF"/>
              </a:solidFill>
              <a:latin typeface="Instrument Sans"/>
              <a:ea typeface="Instrument Sans"/>
              <a:cs typeface="Instrument Sans"/>
              <a:sym typeface="Instrument Sans"/>
            </a:endParaRPr>
          </a:p>
          <a:p>
            <a:pPr indent="-298450" lvl="0" marL="457200" marR="38100" rtl="0" algn="l">
              <a:lnSpc>
                <a:spcPct val="100000"/>
              </a:lnSpc>
              <a:spcBef>
                <a:spcPts val="0"/>
              </a:spcBef>
              <a:spcAft>
                <a:spcPts val="0"/>
              </a:spcAft>
              <a:buClr>
                <a:srgbClr val="0000FF"/>
              </a:buClr>
              <a:buSzPts val="1100"/>
              <a:buFont typeface="Instrument Sans"/>
              <a:buChar char="●"/>
            </a:pPr>
            <a:r>
              <a:rPr lang="en" sz="1100">
                <a:solidFill>
                  <a:srgbClr val="0000FF"/>
                </a:solidFill>
                <a:latin typeface="Instrument Sans"/>
                <a:ea typeface="Instrument Sans"/>
                <a:cs typeface="Instrument Sans"/>
                <a:sym typeface="Instrument Sans"/>
              </a:rPr>
              <a:t>Cuando se suspende el consumo de la sustancia, el cerebro y el cuerpo pueden desequilibrarse, produciendo síntomas como ansiedad, irritabilidad, problemas para dormir, náuseas o fuertes deseos de consumirla.</a:t>
            </a:r>
            <a:endParaRPr sz="1100">
              <a:solidFill>
                <a:srgbClr val="0000FF"/>
              </a:solidFill>
              <a:latin typeface="Instrument Sans"/>
              <a:ea typeface="Instrument Sans"/>
              <a:cs typeface="Instrument Sans"/>
              <a:sym typeface="Instrument Sans"/>
            </a:endParaRPr>
          </a:p>
        </p:txBody>
      </p:sp>
      <p:pic>
        <p:nvPicPr>
          <p:cNvPr id="1320" name="Google Shape;1320;p156" title="dsm-5-criteria-for-substance-use-disorders-21926_V2-c979cb0780134583bc6fa3a6f2315d63.png"/>
          <p:cNvPicPr preferRelativeResize="0"/>
          <p:nvPr/>
        </p:nvPicPr>
        <p:blipFill>
          <a:blip r:embed="rId3">
            <a:alphaModFix/>
          </a:blip>
          <a:stretch>
            <a:fillRect/>
          </a:stretch>
        </p:blipFill>
        <p:spPr>
          <a:xfrm>
            <a:off x="6931452" y="2266550"/>
            <a:ext cx="2212549" cy="1475025"/>
          </a:xfrm>
          <a:prstGeom prst="rect">
            <a:avLst/>
          </a:prstGeom>
          <a:noFill/>
          <a:ln>
            <a:noFill/>
          </a:ln>
        </p:spPr>
      </p:pic>
      <p:pic>
        <p:nvPicPr>
          <p:cNvPr id="1321" name="Google Shape;1321;p156" title="image-2.jpg"/>
          <p:cNvPicPr preferRelativeResize="0"/>
          <p:nvPr/>
        </p:nvPicPr>
        <p:blipFill>
          <a:blip r:embed="rId4">
            <a:alphaModFix/>
          </a:blip>
          <a:stretch>
            <a:fillRect/>
          </a:stretch>
        </p:blipFill>
        <p:spPr>
          <a:xfrm>
            <a:off x="5053938" y="1712563"/>
            <a:ext cx="1877524" cy="258298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25" name="Shape 1325"/>
        <p:cNvGrpSpPr/>
        <p:nvPr/>
      </p:nvGrpSpPr>
      <p:grpSpPr>
        <a:xfrm>
          <a:off x="0" y="0"/>
          <a:ext cx="0" cy="0"/>
          <a:chOff x="0" y="0"/>
          <a:chExt cx="0" cy="0"/>
        </a:xfrm>
      </p:grpSpPr>
      <p:sp>
        <p:nvSpPr>
          <p:cNvPr id="1326" name="Google Shape;1326;p157"/>
          <p:cNvSpPr txBox="1"/>
          <p:nvPr>
            <p:ph idx="3" type="body"/>
          </p:nvPr>
        </p:nvSpPr>
        <p:spPr>
          <a:xfrm>
            <a:off x="312950" y="424225"/>
            <a:ext cx="85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600">
                <a:latin typeface="Instrument Sans SemiBold"/>
                <a:ea typeface="Instrument Sans SemiBold"/>
                <a:cs typeface="Instrument Sans SemiBold"/>
                <a:sym typeface="Instrument Sans SemiBold"/>
              </a:rPr>
              <a:t>Substance Use Disorder Treatment</a:t>
            </a:r>
            <a:endParaRPr sz="26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600">
                <a:solidFill>
                  <a:srgbClr val="0000FF"/>
                </a:solidFill>
                <a:latin typeface="Instrument Sans SemiBold"/>
                <a:ea typeface="Instrument Sans SemiBold"/>
                <a:cs typeface="Instrument Sans SemiBold"/>
                <a:sym typeface="Instrument Sans SemiBold"/>
              </a:rPr>
              <a:t>Tratamiento del trastorno por consumo de sustancias</a:t>
            </a:r>
            <a:endParaRPr sz="2600">
              <a:solidFill>
                <a:srgbClr val="0000FF"/>
              </a:solidFill>
              <a:latin typeface="Instrument Sans SemiBold"/>
              <a:ea typeface="Instrument Sans SemiBold"/>
              <a:cs typeface="Instrument Sans SemiBold"/>
              <a:sym typeface="Instrument Sans SemiBold"/>
            </a:endParaRPr>
          </a:p>
        </p:txBody>
      </p:sp>
      <p:sp>
        <p:nvSpPr>
          <p:cNvPr id="1327" name="Google Shape;1327;p15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28" name="Google Shape;1328;p157"/>
          <p:cNvSpPr txBox="1"/>
          <p:nvPr/>
        </p:nvSpPr>
        <p:spPr>
          <a:xfrm>
            <a:off x="312950" y="1557350"/>
            <a:ext cx="4259100" cy="33945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Therapy and Support:</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Therapy and/or support groups can help people identify triggers and provide care.</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Medication:</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Medications can reduce </a:t>
            </a:r>
            <a:r>
              <a:rPr lang="en" sz="1200">
                <a:latin typeface="Instrument Sans"/>
                <a:ea typeface="Instrument Sans"/>
                <a:cs typeface="Instrument Sans"/>
                <a:sym typeface="Instrument Sans"/>
              </a:rPr>
              <a:t>withdrawal</a:t>
            </a:r>
            <a:r>
              <a:rPr lang="en" sz="1200">
                <a:latin typeface="Instrument Sans"/>
                <a:ea typeface="Instrument Sans"/>
                <a:cs typeface="Instrument Sans"/>
                <a:sym typeface="Instrument Sans"/>
              </a:rPr>
              <a:t> and craving </a:t>
            </a:r>
            <a:r>
              <a:rPr lang="en" sz="1200">
                <a:latin typeface="Instrument Sans"/>
                <a:ea typeface="Instrument Sans"/>
                <a:cs typeface="Instrument Sans"/>
                <a:sym typeface="Instrument Sans"/>
              </a:rPr>
              <a:t>symptoms</a:t>
            </a:r>
            <a:r>
              <a:rPr lang="en" sz="1200">
                <a:latin typeface="Instrument Sans"/>
                <a:ea typeface="Instrument Sans"/>
                <a:cs typeface="Instrument Sans"/>
                <a:sym typeface="Instrument Sans"/>
              </a:rPr>
              <a:t>.</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Avoid Risky Situations:</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Avoid </a:t>
            </a:r>
            <a:r>
              <a:rPr lang="en" sz="1200">
                <a:latin typeface="Instrument Sans"/>
                <a:ea typeface="Instrument Sans"/>
                <a:cs typeface="Instrument Sans"/>
                <a:sym typeface="Instrument Sans"/>
              </a:rPr>
              <a:t>triggers</a:t>
            </a:r>
            <a:r>
              <a:rPr lang="en" sz="1200">
                <a:latin typeface="Instrument Sans"/>
                <a:ea typeface="Instrument Sans"/>
                <a:cs typeface="Instrument Sans"/>
                <a:sym typeface="Instrument Sans"/>
              </a:rPr>
              <a:t> and situations in which you are more prone to taking substances.</a:t>
            </a:r>
            <a:endParaRPr sz="1200">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Alternative Habits:</a:t>
            </a:r>
            <a:endParaRPr sz="1200">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SzPts val="1200"/>
              <a:buFont typeface="Instrument Sans"/>
              <a:buChar char="○"/>
            </a:pPr>
            <a:r>
              <a:rPr lang="en" sz="1200">
                <a:latin typeface="Instrument Sans"/>
                <a:ea typeface="Instrument Sans"/>
                <a:cs typeface="Instrument Sans"/>
                <a:sym typeface="Instrument Sans"/>
              </a:rPr>
              <a:t>Try to replace negative habits with health </a:t>
            </a:r>
            <a:r>
              <a:rPr lang="en" sz="1200">
                <a:latin typeface="Instrument Sans"/>
                <a:ea typeface="Instrument Sans"/>
                <a:cs typeface="Instrument Sans"/>
                <a:sym typeface="Instrument Sans"/>
              </a:rPr>
              <a:t>activities</a:t>
            </a:r>
            <a:r>
              <a:rPr lang="en" sz="1200">
                <a:latin typeface="Instrument Sans"/>
                <a:ea typeface="Instrument Sans"/>
                <a:cs typeface="Instrument Sans"/>
                <a:sym typeface="Instrument Sans"/>
              </a:rPr>
              <a:t> like </a:t>
            </a:r>
            <a:r>
              <a:rPr lang="en" sz="1200">
                <a:latin typeface="Instrument Sans"/>
                <a:ea typeface="Instrument Sans"/>
                <a:cs typeface="Instrument Sans"/>
                <a:sym typeface="Instrument Sans"/>
              </a:rPr>
              <a:t>exercise</a:t>
            </a:r>
            <a:r>
              <a:rPr lang="en" sz="1200">
                <a:latin typeface="Instrument Sans"/>
                <a:ea typeface="Instrument Sans"/>
                <a:cs typeface="Instrument Sans"/>
                <a:sym typeface="Instrument Sans"/>
              </a:rPr>
              <a:t>, hobbies, or talking with supportive people.</a:t>
            </a:r>
            <a:endParaRPr sz="1200">
              <a:latin typeface="Instrument Sans"/>
              <a:ea typeface="Instrument Sans"/>
              <a:cs typeface="Instrument Sans"/>
              <a:sym typeface="Instrument Sans"/>
            </a:endParaRPr>
          </a:p>
        </p:txBody>
      </p:sp>
      <p:sp>
        <p:nvSpPr>
          <p:cNvPr id="1329" name="Google Shape;1329;p157"/>
          <p:cNvSpPr txBox="1"/>
          <p:nvPr/>
        </p:nvSpPr>
        <p:spPr>
          <a:xfrm>
            <a:off x="4572050" y="1557350"/>
            <a:ext cx="4259100" cy="3394500"/>
          </a:xfrm>
          <a:prstGeom prst="rect">
            <a:avLst/>
          </a:prstGeom>
          <a:noFill/>
          <a:ln>
            <a:noFill/>
          </a:ln>
        </p:spPr>
        <p:txBody>
          <a:bodyPr anchorCtr="0" anchor="t" bIns="91425" lIns="91425" spcFirstLastPara="1" rIns="91425" wrap="square" tIns="91425">
            <a:noAutofit/>
          </a:bodyPr>
          <a:lstStyle/>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Terapia y apoyo: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La terapia y/o los grupos de apoyo pueden ayudar a las personas a identificar los factores desencadenantes y recibir atención.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Medicamentos: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Los medicamentos pueden reducir los síntomas de abstinencia y los deseos intensos de consumir.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Evitar situaciones de riesgo: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Evita los factores desencadenantes y las situaciones en las que tengas mayor probabilidad de consumir sustancias.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Hábitos alternativos: </a:t>
            </a:r>
            <a:endParaRPr sz="1200">
              <a:solidFill>
                <a:srgbClr val="0000FF"/>
              </a:solidFill>
              <a:latin typeface="Instrument Sans"/>
              <a:ea typeface="Instrument Sans"/>
              <a:cs typeface="Instrument Sans"/>
              <a:sym typeface="Instrument Sans"/>
            </a:endParaRPr>
          </a:p>
          <a:p>
            <a:pPr indent="-304800" lvl="1" marL="9144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Intenta reemplazar los hábitos negativos por actividades saludables, como hacer ejercicio, practicar pasatiempos o hablar con personas que te brinden apoyo.</a:t>
            </a:r>
            <a:endParaRPr sz="1200">
              <a:solidFill>
                <a:srgbClr val="0000FF"/>
              </a:solidFill>
              <a:latin typeface="Instrument Sans"/>
              <a:ea typeface="Instrument Sans"/>
              <a:cs typeface="Instrument Sans"/>
              <a:sym typeface="Instrument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33" name="Shape 1333"/>
        <p:cNvGrpSpPr/>
        <p:nvPr/>
      </p:nvGrpSpPr>
      <p:grpSpPr>
        <a:xfrm>
          <a:off x="0" y="0"/>
          <a:ext cx="0" cy="0"/>
          <a:chOff x="0" y="0"/>
          <a:chExt cx="0" cy="0"/>
        </a:xfrm>
      </p:grpSpPr>
      <p:sp>
        <p:nvSpPr>
          <p:cNvPr id="1334" name="Google Shape;1334;p158"/>
          <p:cNvSpPr txBox="1"/>
          <p:nvPr>
            <p:ph idx="3" type="body"/>
          </p:nvPr>
        </p:nvSpPr>
        <p:spPr>
          <a:xfrm>
            <a:off x="312950" y="424225"/>
            <a:ext cx="85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600">
                <a:latin typeface="Instrument Sans SemiBold"/>
                <a:ea typeface="Instrument Sans SemiBold"/>
                <a:cs typeface="Instrument Sans SemiBold"/>
                <a:sym typeface="Instrument Sans SemiBold"/>
              </a:rPr>
              <a:t>How Do Drugs Affect The Brain?</a:t>
            </a:r>
            <a:endParaRPr sz="26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600">
                <a:solidFill>
                  <a:srgbClr val="0000FF"/>
                </a:solidFill>
                <a:latin typeface="Instrument Sans SemiBold"/>
                <a:ea typeface="Instrument Sans SemiBold"/>
                <a:cs typeface="Instrument Sans SemiBold"/>
                <a:sym typeface="Instrument Sans SemiBold"/>
              </a:rPr>
              <a:t>¿Cómo afectan las drogas al cerebro? </a:t>
            </a:r>
            <a:endParaRPr sz="2600">
              <a:solidFill>
                <a:srgbClr val="0000FF"/>
              </a:solidFill>
              <a:latin typeface="Instrument Sans SemiBold"/>
              <a:ea typeface="Instrument Sans SemiBold"/>
              <a:cs typeface="Instrument Sans SemiBold"/>
              <a:sym typeface="Instrument Sans SemiBold"/>
            </a:endParaRPr>
          </a:p>
        </p:txBody>
      </p:sp>
      <p:sp>
        <p:nvSpPr>
          <p:cNvPr id="1335" name="Google Shape;1335;p15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36" name="Google Shape;1336;p158"/>
          <p:cNvSpPr txBox="1"/>
          <p:nvPr/>
        </p:nvSpPr>
        <p:spPr>
          <a:xfrm>
            <a:off x="194825" y="1339525"/>
            <a:ext cx="4317000" cy="3612300"/>
          </a:xfrm>
          <a:prstGeom prst="rect">
            <a:avLst/>
          </a:prstGeom>
          <a:noFill/>
          <a:ln>
            <a:noFill/>
          </a:ln>
        </p:spPr>
        <p:txBody>
          <a:bodyPr anchorCtr="0" anchor="t" bIns="91425" lIns="91425" spcFirstLastPara="1" rIns="91425" wrap="square" tIns="91425">
            <a:noAutofit/>
          </a:bodyPr>
          <a:lstStyle/>
          <a:p>
            <a:pPr indent="0" lvl="0" marL="0" marR="38100" rtl="0" algn="l">
              <a:lnSpc>
                <a:spcPct val="100000"/>
              </a:lnSpc>
              <a:spcBef>
                <a:spcPts val="0"/>
              </a:spcBef>
              <a:spcAft>
                <a:spcPts val="0"/>
              </a:spcAft>
              <a:buNone/>
            </a:pPr>
            <a:r>
              <a:rPr lang="en" sz="1200">
                <a:latin typeface="Instrument Sans"/>
                <a:ea typeface="Instrument Sans"/>
                <a:cs typeface="Instrument Sans"/>
                <a:sym typeface="Instrument Sans"/>
              </a:rPr>
              <a:t>Drugs change how neurons talk to each other. Most drugs alter signaling in brain circuits involved in mood, perception, motivation, cognition, and behavior.</a:t>
            </a:r>
            <a:endParaRPr sz="1200">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200">
                <a:latin typeface="Instrument Sans"/>
                <a:ea typeface="Instrument Sans"/>
                <a:cs typeface="Instrument Sans"/>
                <a:sym typeface="Instrument Sans"/>
              </a:rPr>
              <a:t>Drugs can change how brain cells communicate:</a:t>
            </a:r>
            <a:endParaRPr sz="1200">
              <a:latin typeface="Instrument Sans"/>
              <a:ea typeface="Instrument Sans"/>
              <a:cs typeface="Instrument Sans"/>
              <a:sym typeface="Instrument Sans"/>
            </a:endParaRPr>
          </a:p>
          <a:p>
            <a:pPr indent="-304800" lvl="0" marL="457200" rtl="0" algn="l">
              <a:lnSpc>
                <a:spcPct val="115000"/>
              </a:lnSpc>
              <a:spcBef>
                <a:spcPts val="1200"/>
              </a:spcBef>
              <a:spcAft>
                <a:spcPts val="0"/>
              </a:spcAft>
              <a:buSzPts val="1200"/>
              <a:buChar char="●"/>
            </a:pPr>
            <a:r>
              <a:rPr b="1" lang="en" sz="1200">
                <a:latin typeface="Instrument Sans"/>
                <a:ea typeface="Instrument Sans"/>
                <a:cs typeface="Instrument Sans"/>
                <a:sym typeface="Instrument Sans"/>
              </a:rPr>
              <a:t>Act like neurotransmitters</a:t>
            </a:r>
            <a:r>
              <a:rPr lang="en" sz="1200">
                <a:latin typeface="Instrument Sans"/>
                <a:ea typeface="Instrument Sans"/>
                <a:cs typeface="Instrument Sans"/>
                <a:sym typeface="Instrument Sans"/>
              </a:rPr>
              <a:t>: pretend to be the brain’s natural chemical messengers</a:t>
            </a:r>
            <a:endParaRPr sz="1200">
              <a:latin typeface="Instrument Sans"/>
              <a:ea typeface="Instrument Sans"/>
              <a:cs typeface="Instrument Sans"/>
              <a:sym typeface="Instrument Sans"/>
            </a:endParaRPr>
          </a:p>
          <a:p>
            <a:pPr indent="-304800" lvl="0" marL="457200" rtl="0" algn="l">
              <a:lnSpc>
                <a:spcPct val="115000"/>
              </a:lnSpc>
              <a:spcBef>
                <a:spcPts val="0"/>
              </a:spcBef>
              <a:spcAft>
                <a:spcPts val="0"/>
              </a:spcAft>
              <a:buSzPts val="1200"/>
              <a:buChar char="●"/>
            </a:pPr>
            <a:r>
              <a:rPr lang="en" sz="1200">
                <a:latin typeface="Instrument Sans"/>
                <a:ea typeface="Instrument Sans"/>
                <a:cs typeface="Instrument Sans"/>
                <a:sym typeface="Instrument Sans"/>
              </a:rPr>
              <a:t> </a:t>
            </a:r>
            <a:r>
              <a:rPr b="1" lang="en" sz="1200">
                <a:latin typeface="Instrument Sans"/>
                <a:ea typeface="Instrument Sans"/>
                <a:cs typeface="Instrument Sans"/>
                <a:sym typeface="Instrument Sans"/>
              </a:rPr>
              <a:t>Block signals</a:t>
            </a:r>
            <a:r>
              <a:rPr lang="en" sz="1200">
                <a:latin typeface="Instrument Sans"/>
                <a:ea typeface="Instrument Sans"/>
                <a:cs typeface="Instrument Sans"/>
                <a:sym typeface="Instrument Sans"/>
              </a:rPr>
              <a:t>: stop messages from getting through</a:t>
            </a:r>
            <a:endParaRPr sz="1200">
              <a:latin typeface="Instrument Sans"/>
              <a:ea typeface="Instrument Sans"/>
              <a:cs typeface="Instrument Sans"/>
              <a:sym typeface="Instrument Sans"/>
            </a:endParaRPr>
          </a:p>
          <a:p>
            <a:pPr indent="-304800" lvl="0" marL="457200" rtl="0" algn="l">
              <a:lnSpc>
                <a:spcPct val="115000"/>
              </a:lnSpc>
              <a:spcBef>
                <a:spcPts val="0"/>
              </a:spcBef>
              <a:spcAft>
                <a:spcPts val="0"/>
              </a:spcAft>
              <a:buSzPts val="1200"/>
              <a:buChar char="●"/>
            </a:pPr>
            <a:r>
              <a:rPr b="1" lang="en" sz="1200">
                <a:latin typeface="Instrument Sans"/>
                <a:ea typeface="Instrument Sans"/>
                <a:cs typeface="Instrument Sans"/>
                <a:sym typeface="Instrument Sans"/>
              </a:rPr>
              <a:t>Turn signals up</a:t>
            </a:r>
            <a:r>
              <a:rPr lang="en" sz="1200">
                <a:latin typeface="Instrument Sans"/>
                <a:ea typeface="Instrument Sans"/>
                <a:cs typeface="Instrument Sans"/>
                <a:sym typeface="Instrument Sans"/>
              </a:rPr>
              <a:t>: make certain brain messages stronger or last longer</a:t>
            </a:r>
            <a:endParaRPr sz="1200">
              <a:latin typeface="Instrument Sans"/>
              <a:ea typeface="Instrument Sans"/>
              <a:cs typeface="Instrument Sans"/>
              <a:sym typeface="Instrument Sans"/>
            </a:endParaRPr>
          </a:p>
          <a:p>
            <a:pPr indent="-304800" lvl="0" marL="457200" rtl="0" algn="l">
              <a:lnSpc>
                <a:spcPct val="115000"/>
              </a:lnSpc>
              <a:spcBef>
                <a:spcPts val="0"/>
              </a:spcBef>
              <a:spcAft>
                <a:spcPts val="0"/>
              </a:spcAft>
              <a:buSzPts val="1200"/>
              <a:buChar char="●"/>
            </a:pPr>
            <a:r>
              <a:rPr b="1" lang="en" sz="1200">
                <a:latin typeface="Instrument Sans"/>
                <a:ea typeface="Instrument Sans"/>
                <a:cs typeface="Instrument Sans"/>
                <a:sym typeface="Instrument Sans"/>
              </a:rPr>
              <a:t>Turn signals down</a:t>
            </a:r>
            <a:r>
              <a:rPr lang="en" sz="1200">
                <a:latin typeface="Instrument Sans"/>
                <a:ea typeface="Instrument Sans"/>
                <a:cs typeface="Instrument Sans"/>
                <a:sym typeface="Instrument Sans"/>
              </a:rPr>
              <a:t>: make brain messages weaker</a:t>
            </a:r>
            <a:endParaRPr sz="1200">
              <a:latin typeface="Instrument Sans"/>
              <a:ea typeface="Instrument Sans"/>
              <a:cs typeface="Instrument Sans"/>
              <a:sym typeface="Instrument Sans"/>
            </a:endParaRPr>
          </a:p>
          <a:p>
            <a:pPr indent="-304800" lvl="0" marL="457200" rtl="0" algn="l">
              <a:lnSpc>
                <a:spcPct val="115000"/>
              </a:lnSpc>
              <a:spcBef>
                <a:spcPts val="0"/>
              </a:spcBef>
              <a:spcAft>
                <a:spcPts val="0"/>
              </a:spcAft>
              <a:buSzPts val="1200"/>
              <a:buChar char="●"/>
            </a:pPr>
            <a:r>
              <a:rPr b="1" lang="en" sz="1200">
                <a:latin typeface="Instrument Sans"/>
                <a:ea typeface="Instrument Sans"/>
                <a:cs typeface="Instrument Sans"/>
                <a:sym typeface="Instrument Sans"/>
              </a:rPr>
              <a:t>Change the brain over time</a:t>
            </a:r>
            <a:r>
              <a:rPr lang="en" sz="1200">
                <a:latin typeface="Instrument Sans"/>
                <a:ea typeface="Instrument Sans"/>
                <a:cs typeface="Instrument Sans"/>
                <a:sym typeface="Instrument Sans"/>
              </a:rPr>
              <a:t>: repeated drug use can cause the brain to adapt, leading to tolerance and dependence</a:t>
            </a:r>
            <a:endParaRPr sz="1200">
              <a:latin typeface="Instrument Sans"/>
              <a:ea typeface="Instrument Sans"/>
              <a:cs typeface="Instrument Sans"/>
              <a:sym typeface="Instrument Sans"/>
            </a:endParaRPr>
          </a:p>
          <a:p>
            <a:pPr indent="0" lvl="0" marL="0" marR="38100" rtl="0" algn="l">
              <a:lnSpc>
                <a:spcPct val="100000"/>
              </a:lnSpc>
              <a:spcBef>
                <a:spcPts val="1200"/>
              </a:spcBef>
              <a:spcAft>
                <a:spcPts val="0"/>
              </a:spcAft>
              <a:buNone/>
            </a:pPr>
            <a:r>
              <a:t/>
            </a:r>
            <a:endParaRPr sz="1200">
              <a:latin typeface="Instrument Sans"/>
              <a:ea typeface="Instrument Sans"/>
              <a:cs typeface="Instrument Sans"/>
              <a:sym typeface="Instrument Sans"/>
            </a:endParaRPr>
          </a:p>
        </p:txBody>
      </p:sp>
      <p:sp>
        <p:nvSpPr>
          <p:cNvPr id="1337" name="Google Shape;1337;p158"/>
          <p:cNvSpPr txBox="1"/>
          <p:nvPr/>
        </p:nvSpPr>
        <p:spPr>
          <a:xfrm>
            <a:off x="4511675" y="1339525"/>
            <a:ext cx="4632300" cy="3394500"/>
          </a:xfrm>
          <a:prstGeom prst="rect">
            <a:avLst/>
          </a:prstGeom>
          <a:noFill/>
          <a:ln>
            <a:noFill/>
          </a:ln>
        </p:spPr>
        <p:txBody>
          <a:bodyPr anchorCtr="0" anchor="t" bIns="91425" lIns="91425" spcFirstLastPara="1" rIns="91425" wrap="square" tIns="91425">
            <a:noAutofit/>
          </a:bodyPr>
          <a:lstStyle/>
          <a:p>
            <a:pPr indent="0" lvl="0" marL="0" marR="38100" rtl="0" algn="l">
              <a:lnSpc>
                <a:spcPct val="100000"/>
              </a:lnSpc>
              <a:spcBef>
                <a:spcPts val="0"/>
              </a:spcBef>
              <a:spcAft>
                <a:spcPts val="0"/>
              </a:spcAft>
              <a:buNone/>
            </a:pPr>
            <a:r>
              <a:rPr lang="en" sz="1200">
                <a:solidFill>
                  <a:srgbClr val="0000FF"/>
                </a:solidFill>
                <a:latin typeface="Instrument Sans"/>
                <a:ea typeface="Instrument Sans"/>
                <a:cs typeface="Instrument Sans"/>
                <a:sym typeface="Instrument Sans"/>
              </a:rPr>
              <a:t>La mayoría de las drogas alteran la comunicación en los circuitos cerebrales involucrados en el estado de ánimo, la percepción, la motivación, el pensamiento y el comportamiento.</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rPr lang="en" sz="1200">
                <a:solidFill>
                  <a:srgbClr val="0000FF"/>
                </a:solidFill>
                <a:latin typeface="Instrument Sans"/>
                <a:ea typeface="Instrument Sans"/>
                <a:cs typeface="Instrument Sans"/>
                <a:sym typeface="Instrument Sans"/>
              </a:rPr>
              <a:t>Las drogas pueden cambiar la forma en que se comunican las células del cerebro:</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Actuar como neurotransmisores: “imitar” a los mensajeros químicos naturales del cerebro</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Bloquear señales: impedir que los mensajes lleguen a su destino</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Aumentar las señales: hacer que ciertos mensajes sean más fuertes o duren más tiempo</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Disminuir las señales: hacer que ciertos mensajes sean más débiles</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Cambiar el cerebro con el tiempo: el consumo repetido de drogas puede hacer que el cerebro se adapte, lo que puede llevar a tolerancia y dependencia</a:t>
            </a:r>
            <a:endParaRPr sz="1200">
              <a:solidFill>
                <a:srgbClr val="0000FF"/>
              </a:solidFill>
              <a:latin typeface="Instrument Sans"/>
              <a:ea typeface="Instrument Sans"/>
              <a:cs typeface="Instrument Sans"/>
              <a:sym typeface="Instrument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41" name="Shape 1341"/>
        <p:cNvGrpSpPr/>
        <p:nvPr/>
      </p:nvGrpSpPr>
      <p:grpSpPr>
        <a:xfrm>
          <a:off x="0" y="0"/>
          <a:ext cx="0" cy="0"/>
          <a:chOff x="0" y="0"/>
          <a:chExt cx="0" cy="0"/>
        </a:xfrm>
      </p:grpSpPr>
      <p:sp>
        <p:nvSpPr>
          <p:cNvPr id="1342" name="Google Shape;1342;p159"/>
          <p:cNvSpPr txBox="1"/>
          <p:nvPr>
            <p:ph idx="3" type="body"/>
          </p:nvPr>
        </p:nvSpPr>
        <p:spPr>
          <a:xfrm>
            <a:off x="312950" y="424225"/>
            <a:ext cx="85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600">
                <a:latin typeface="Instrument Sans SemiBold"/>
                <a:ea typeface="Instrument Sans SemiBold"/>
                <a:cs typeface="Instrument Sans SemiBold"/>
                <a:sym typeface="Instrument Sans SemiBold"/>
              </a:rPr>
              <a:t>How Does Alcohol Affect the Brain? </a:t>
            </a:r>
            <a:endParaRPr sz="26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600">
                <a:solidFill>
                  <a:srgbClr val="0000FF"/>
                </a:solidFill>
                <a:latin typeface="Instrument Sans SemiBold"/>
                <a:ea typeface="Instrument Sans SemiBold"/>
                <a:cs typeface="Instrument Sans SemiBold"/>
                <a:sym typeface="Instrument Sans SemiBold"/>
              </a:rPr>
              <a:t>¿Cómo afecta el alcohol al cerebro?</a:t>
            </a:r>
            <a:endParaRPr sz="2600">
              <a:solidFill>
                <a:srgbClr val="0000FF"/>
              </a:solidFill>
              <a:latin typeface="Instrument Sans SemiBold"/>
              <a:ea typeface="Instrument Sans SemiBold"/>
              <a:cs typeface="Instrument Sans SemiBold"/>
              <a:sym typeface="Instrument Sans SemiBold"/>
            </a:endParaRPr>
          </a:p>
        </p:txBody>
      </p:sp>
      <p:sp>
        <p:nvSpPr>
          <p:cNvPr id="1343" name="Google Shape;1343;p15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44" name="Google Shape;1344;p159"/>
          <p:cNvSpPr txBox="1"/>
          <p:nvPr/>
        </p:nvSpPr>
        <p:spPr>
          <a:xfrm>
            <a:off x="194825" y="1339525"/>
            <a:ext cx="4377300" cy="361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Instrument Sans"/>
                <a:ea typeface="Instrument Sans"/>
                <a:cs typeface="Instrument Sans"/>
                <a:sym typeface="Instrument Sans"/>
              </a:rPr>
              <a:t>Alcohol is a depressant that slows activity in the brain. It does this by changing the balance between the chemicals that </a:t>
            </a:r>
            <a:r>
              <a:rPr lang="en">
                <a:latin typeface="Instrument Sans"/>
                <a:ea typeface="Instrument Sans"/>
                <a:cs typeface="Instrument Sans"/>
                <a:sym typeface="Instrument Sans"/>
              </a:rPr>
              <a:t>control</a:t>
            </a:r>
            <a:r>
              <a:rPr lang="en">
                <a:latin typeface="Instrument Sans"/>
                <a:ea typeface="Instrument Sans"/>
                <a:cs typeface="Instrument Sans"/>
                <a:sym typeface="Instrument Sans"/>
              </a:rPr>
              <a:t> the brain’s “brakes” and </a:t>
            </a:r>
            <a:r>
              <a:rPr lang="en">
                <a:latin typeface="Instrument Sans"/>
                <a:ea typeface="Instrument Sans"/>
                <a:cs typeface="Instrument Sans"/>
                <a:sym typeface="Instrument Sans"/>
              </a:rPr>
              <a:t>“</a:t>
            </a:r>
            <a:r>
              <a:rPr lang="en">
                <a:latin typeface="Instrument Sans"/>
                <a:ea typeface="Instrument Sans"/>
                <a:cs typeface="Instrument Sans"/>
                <a:sym typeface="Instrument Sans"/>
              </a:rPr>
              <a:t>gas pedal</a:t>
            </a:r>
            <a:r>
              <a:rPr lang="en">
                <a:latin typeface="Instrument Sans"/>
                <a:ea typeface="Instrument Sans"/>
                <a:cs typeface="Instrument Sans"/>
                <a:sym typeface="Instrument Sans"/>
              </a:rPr>
              <a:t>”</a:t>
            </a:r>
            <a:r>
              <a:rPr lang="en" sz="1300">
                <a:latin typeface="Instrument Sans"/>
                <a:ea typeface="Instrument Sans"/>
                <a:cs typeface="Instrument Sans"/>
                <a:sym typeface="Instrument Sans"/>
              </a:rPr>
              <a:t>:</a:t>
            </a:r>
            <a:endParaRPr sz="1300">
              <a:latin typeface="Instrument Sans"/>
              <a:ea typeface="Instrument Sans"/>
              <a:cs typeface="Instrument Sans"/>
              <a:sym typeface="Instrument Sans"/>
            </a:endParaRPr>
          </a:p>
          <a:p>
            <a:pPr indent="-311150" lvl="0" marL="457200" rtl="0" algn="l">
              <a:lnSpc>
                <a:spcPct val="115000"/>
              </a:lnSpc>
              <a:spcBef>
                <a:spcPts val="1200"/>
              </a:spcBef>
              <a:spcAft>
                <a:spcPts val="0"/>
              </a:spcAft>
              <a:buSzPts val="1300"/>
              <a:buFont typeface="Instrument Sans"/>
              <a:buChar char="●"/>
            </a:pPr>
            <a:r>
              <a:rPr lang="en" sz="1300">
                <a:latin typeface="Instrument Sans"/>
                <a:ea typeface="Instrument Sans"/>
                <a:cs typeface="Instrument Sans"/>
                <a:sym typeface="Instrument Sans"/>
              </a:rPr>
              <a:t> </a:t>
            </a:r>
            <a:r>
              <a:rPr b="1" lang="en" sz="1300">
                <a:latin typeface="Instrument Sans"/>
                <a:ea typeface="Instrument Sans"/>
                <a:cs typeface="Instrument Sans"/>
                <a:sym typeface="Instrument Sans"/>
              </a:rPr>
              <a:t>↑</a:t>
            </a:r>
            <a:r>
              <a:rPr lang="en" sz="1300">
                <a:latin typeface="Instrument Sans"/>
                <a:ea typeface="Instrument Sans"/>
                <a:cs typeface="Instrument Sans"/>
                <a:sym typeface="Instrument Sans"/>
              </a:rPr>
              <a:t> GABA:  increases the brain’s “braking” signals  = relaxation, sleepiness, slower reactions</a:t>
            </a:r>
            <a:endParaRPr sz="1300">
              <a:latin typeface="Instrument Sans"/>
              <a:ea typeface="Instrument Sans"/>
              <a:cs typeface="Instrument Sans"/>
              <a:sym typeface="Instrument Sans"/>
            </a:endParaRPr>
          </a:p>
          <a:p>
            <a:pPr indent="-311150" lvl="0" marL="457200" rtl="0" algn="l">
              <a:lnSpc>
                <a:spcPct val="115000"/>
              </a:lnSpc>
              <a:spcBef>
                <a:spcPts val="1000"/>
              </a:spcBef>
              <a:spcAft>
                <a:spcPts val="0"/>
              </a:spcAft>
              <a:buSzPts val="1300"/>
              <a:buFont typeface="Instrument Sans"/>
              <a:buChar char="●"/>
            </a:pPr>
            <a:r>
              <a:rPr b="1" lang="en" sz="1300">
                <a:latin typeface="Instrument Sans"/>
                <a:ea typeface="Instrument Sans"/>
                <a:cs typeface="Instrument Sans"/>
                <a:sym typeface="Instrument Sans"/>
              </a:rPr>
              <a:t>↓</a:t>
            </a:r>
            <a:r>
              <a:rPr lang="en" sz="1300">
                <a:latin typeface="Instrument Sans"/>
                <a:ea typeface="Instrument Sans"/>
                <a:cs typeface="Instrument Sans"/>
                <a:sym typeface="Instrument Sans"/>
              </a:rPr>
              <a:t> Glutamate: decreases the brain’s “gas pedal”     = impaired attention, learning, and memory</a:t>
            </a:r>
            <a:endParaRPr sz="1300">
              <a:latin typeface="Instrument Sans"/>
              <a:ea typeface="Instrument Sans"/>
              <a:cs typeface="Instrument Sans"/>
              <a:sym typeface="Instrument Sans"/>
            </a:endParaRPr>
          </a:p>
          <a:p>
            <a:pPr indent="-311150" lvl="0" marL="457200" rtl="0" algn="l">
              <a:lnSpc>
                <a:spcPct val="115000"/>
              </a:lnSpc>
              <a:spcBef>
                <a:spcPts val="1000"/>
              </a:spcBef>
              <a:spcAft>
                <a:spcPts val="0"/>
              </a:spcAft>
              <a:buSzPts val="1300"/>
              <a:buFont typeface="Instrument Sans"/>
              <a:buChar char="●"/>
            </a:pPr>
            <a:r>
              <a:rPr b="1" lang="en" sz="1300">
                <a:latin typeface="Instrument Sans"/>
                <a:ea typeface="Instrument Sans"/>
                <a:cs typeface="Instrument Sans"/>
                <a:sym typeface="Instrument Sans"/>
              </a:rPr>
              <a:t>↑</a:t>
            </a:r>
            <a:r>
              <a:rPr lang="en" sz="1300">
                <a:latin typeface="Instrument Sans"/>
                <a:ea typeface="Instrument Sans"/>
                <a:cs typeface="Instrument Sans"/>
                <a:sym typeface="Instrument Sans"/>
              </a:rPr>
              <a:t> Dopamine:  activates the brain’s reward system = pleasurable feelings and reinforcement</a:t>
            </a:r>
            <a:endParaRPr sz="1300">
              <a:latin typeface="Instrument Sans"/>
              <a:ea typeface="Instrument Sans"/>
              <a:cs typeface="Instrument Sans"/>
              <a:sym typeface="Instrument Sans"/>
            </a:endParaRPr>
          </a:p>
          <a:p>
            <a:pPr indent="0" lvl="0" marL="0" marR="38100" rtl="0" algn="l">
              <a:lnSpc>
                <a:spcPct val="100000"/>
              </a:lnSpc>
              <a:spcBef>
                <a:spcPts val="1000"/>
              </a:spcBef>
              <a:spcAft>
                <a:spcPts val="0"/>
              </a:spcAft>
              <a:buNone/>
            </a:pPr>
            <a:r>
              <a:rPr lang="en" sz="1300">
                <a:latin typeface="Instrument Sans"/>
                <a:ea typeface="Instrument Sans"/>
                <a:cs typeface="Instrument Sans"/>
                <a:sym typeface="Instrument Sans"/>
              </a:rPr>
              <a:t>Alcohol turns up the brakes, turns down the gas, and activates the reward system. </a:t>
            </a:r>
            <a:endParaRPr sz="1300">
              <a:latin typeface="Instrument Sans"/>
              <a:ea typeface="Instrument Sans"/>
              <a:cs typeface="Instrument Sans"/>
              <a:sym typeface="Instrument Sans"/>
            </a:endParaRPr>
          </a:p>
        </p:txBody>
      </p:sp>
      <p:sp>
        <p:nvSpPr>
          <p:cNvPr id="1345" name="Google Shape;1345;p159"/>
          <p:cNvSpPr txBox="1"/>
          <p:nvPr/>
        </p:nvSpPr>
        <p:spPr>
          <a:xfrm>
            <a:off x="4572125" y="1339525"/>
            <a:ext cx="4572000" cy="3394500"/>
          </a:xfrm>
          <a:prstGeom prst="rect">
            <a:avLst/>
          </a:prstGeom>
          <a:noFill/>
          <a:ln>
            <a:noFill/>
          </a:ln>
        </p:spPr>
        <p:txBody>
          <a:bodyPr anchorCtr="0" anchor="t" bIns="91425" lIns="91425" spcFirstLastPara="1" rIns="91425" wrap="square" tIns="91425">
            <a:noAutofit/>
          </a:bodyPr>
          <a:lstStyle/>
          <a:p>
            <a:pPr indent="0" lvl="0" marL="0" marR="38100" rtl="0" algn="l">
              <a:lnSpc>
                <a:spcPct val="100000"/>
              </a:lnSpc>
              <a:spcBef>
                <a:spcPts val="0"/>
              </a:spcBef>
              <a:spcAft>
                <a:spcPts val="0"/>
              </a:spcAft>
              <a:buNone/>
            </a:pPr>
            <a:r>
              <a:rPr lang="en" sz="1200">
                <a:solidFill>
                  <a:srgbClr val="0000FF"/>
                </a:solidFill>
                <a:latin typeface="Instrument Sans"/>
                <a:ea typeface="Instrument Sans"/>
                <a:cs typeface="Instrument Sans"/>
                <a:sym typeface="Instrument Sans"/>
              </a:rPr>
              <a:t>El alcohol es un depresor del sistema nervioso que disminuye la actividad cerebral. Lo hace cambiando el equilibrio entre las sustancias químicas que controlan los “frenos” y el “acelerador” del cerebro:</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 GABA: aumenta las señales de los “frenos” del cerebro = relajación, sueño y reacciones más lentas</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100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 Glutamato: disminuye el “acelerador” del cerebro          = dificultad para prestar atención, aprender y recordar</a:t>
            </a:r>
            <a:endParaRPr sz="1200">
              <a:solidFill>
                <a:srgbClr val="0000FF"/>
              </a:solidFill>
              <a:latin typeface="Instrument Sans"/>
              <a:ea typeface="Instrument Sans"/>
              <a:cs typeface="Instrument Sans"/>
              <a:sym typeface="Instrument Sans"/>
            </a:endParaRPr>
          </a:p>
          <a:p>
            <a:pPr indent="-304800" lvl="0" marL="457200" marR="38100" rtl="0" algn="l">
              <a:lnSpc>
                <a:spcPct val="100000"/>
              </a:lnSpc>
              <a:spcBef>
                <a:spcPts val="1000"/>
              </a:spcBef>
              <a:spcAft>
                <a:spcPts val="0"/>
              </a:spcAft>
              <a:buClr>
                <a:srgbClr val="0000FF"/>
              </a:buClr>
              <a:buSzPts val="1200"/>
              <a:buFont typeface="Instrument Sans"/>
              <a:buChar char="●"/>
            </a:pPr>
            <a:r>
              <a:rPr lang="en" sz="1200">
                <a:solidFill>
                  <a:srgbClr val="0000FF"/>
                </a:solidFill>
                <a:latin typeface="Instrument Sans"/>
                <a:ea typeface="Instrument Sans"/>
                <a:cs typeface="Instrument Sans"/>
                <a:sym typeface="Instrument Sans"/>
              </a:rPr>
              <a:t>↑ Dopamina: activa el sistema de recompensa                     = sensaciones placenteras y refuerzo</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1000"/>
              </a:spcBef>
              <a:spcAft>
                <a:spcPts val="0"/>
              </a:spcAft>
              <a:buNone/>
            </a:pPr>
            <a:r>
              <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2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rPr lang="en" sz="1200">
                <a:solidFill>
                  <a:srgbClr val="0000FF"/>
                </a:solidFill>
                <a:latin typeface="Instrument Sans"/>
                <a:ea typeface="Instrument Sans"/>
                <a:cs typeface="Instrument Sans"/>
                <a:sym typeface="Instrument Sans"/>
              </a:rPr>
              <a:t>El alcohol aumenta los frenos, disminuye el acelerador y activa el sistema de recompensa.</a:t>
            </a:r>
            <a:endParaRPr sz="1200">
              <a:solidFill>
                <a:srgbClr val="0000FF"/>
              </a:solidFill>
              <a:latin typeface="Instrument Sans"/>
              <a:ea typeface="Instrument Sans"/>
              <a:cs typeface="Instrument Sans"/>
              <a:sym typeface="Instrument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49" name="Shape 1349"/>
        <p:cNvGrpSpPr/>
        <p:nvPr/>
      </p:nvGrpSpPr>
      <p:grpSpPr>
        <a:xfrm>
          <a:off x="0" y="0"/>
          <a:ext cx="0" cy="0"/>
          <a:chOff x="0" y="0"/>
          <a:chExt cx="0" cy="0"/>
        </a:xfrm>
      </p:grpSpPr>
      <p:sp>
        <p:nvSpPr>
          <p:cNvPr id="1350" name="Google Shape;1350;p160"/>
          <p:cNvSpPr txBox="1"/>
          <p:nvPr>
            <p:ph idx="3" type="body"/>
          </p:nvPr>
        </p:nvSpPr>
        <p:spPr>
          <a:xfrm>
            <a:off x="312950" y="424225"/>
            <a:ext cx="85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sz="2600">
                <a:latin typeface="Instrument Sans SemiBold"/>
                <a:ea typeface="Instrument Sans SemiBold"/>
                <a:cs typeface="Instrument Sans SemiBold"/>
                <a:sym typeface="Instrument Sans SemiBold"/>
              </a:rPr>
              <a:t>How Does Alcohol Affect What We See?</a:t>
            </a:r>
            <a:endParaRPr sz="2600">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sz="2600">
                <a:solidFill>
                  <a:srgbClr val="0000FF"/>
                </a:solidFill>
                <a:latin typeface="Instrument Sans SemiBold"/>
                <a:ea typeface="Instrument Sans SemiBold"/>
                <a:cs typeface="Instrument Sans SemiBold"/>
                <a:sym typeface="Instrument Sans SemiBold"/>
              </a:rPr>
              <a:t>¿Cómo afecta el alcohol lo que vemos?</a:t>
            </a:r>
            <a:endParaRPr sz="2600">
              <a:solidFill>
                <a:srgbClr val="0000FF"/>
              </a:solidFill>
              <a:latin typeface="Instrument Sans SemiBold"/>
              <a:ea typeface="Instrument Sans SemiBold"/>
              <a:cs typeface="Instrument Sans SemiBold"/>
              <a:sym typeface="Instrument Sans SemiBold"/>
            </a:endParaRPr>
          </a:p>
        </p:txBody>
      </p:sp>
      <p:sp>
        <p:nvSpPr>
          <p:cNvPr id="1351" name="Google Shape;1351;p16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52" name="Google Shape;1352;p160"/>
          <p:cNvSpPr txBox="1"/>
          <p:nvPr/>
        </p:nvSpPr>
        <p:spPr>
          <a:xfrm>
            <a:off x="194825" y="1339525"/>
            <a:ext cx="4317000" cy="355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Instrument Sans"/>
                <a:ea typeface="Instrument Sans"/>
                <a:cs typeface="Instrument Sans"/>
                <a:sym typeface="Instrument Sans"/>
              </a:rPr>
              <a:t>Alcohol affects brain regions responsible for vision, coordination, judgment, and reaction time.</a:t>
            </a:r>
            <a:endParaRPr>
              <a:latin typeface="Instrument Sans"/>
              <a:ea typeface="Instrument Sans"/>
              <a:cs typeface="Instrument Sans"/>
              <a:sym typeface="Instrument Sans"/>
            </a:endParaRPr>
          </a:p>
          <a:p>
            <a:pPr indent="0" lvl="0" marL="0" rtl="0" algn="l">
              <a:lnSpc>
                <a:spcPct val="115000"/>
              </a:lnSpc>
              <a:spcBef>
                <a:spcPts val="1200"/>
              </a:spcBef>
              <a:spcAft>
                <a:spcPts val="0"/>
              </a:spcAft>
              <a:buNone/>
            </a:pPr>
            <a:r>
              <a:rPr b="1" lang="en">
                <a:latin typeface="Instrument Sans"/>
                <a:ea typeface="Instrument Sans"/>
                <a:cs typeface="Instrument Sans"/>
                <a:sym typeface="Instrument Sans"/>
              </a:rPr>
              <a:t>Why does vision change?</a:t>
            </a:r>
            <a:endParaRPr b="1">
              <a:latin typeface="Instrument Sans"/>
              <a:ea typeface="Instrument Sans"/>
              <a:cs typeface="Instrument Sans"/>
              <a:sym typeface="Instrument Sans"/>
            </a:endParaRPr>
          </a:p>
          <a:p>
            <a:pPr indent="0" lvl="0" marL="0" rtl="0" algn="l">
              <a:lnSpc>
                <a:spcPct val="115000"/>
              </a:lnSpc>
              <a:spcBef>
                <a:spcPts val="1200"/>
              </a:spcBef>
              <a:spcAft>
                <a:spcPts val="0"/>
              </a:spcAft>
              <a:buNone/>
            </a:pPr>
            <a:r>
              <a:rPr lang="en">
                <a:latin typeface="Instrument Sans"/>
                <a:ea typeface="Instrument Sans"/>
                <a:cs typeface="Instrument Sans"/>
                <a:sym typeface="Instrument Sans"/>
              </a:rPr>
              <a:t>Alcohol interferes with the brain circuits responsible for:</a:t>
            </a:r>
            <a:endParaRPr>
              <a:latin typeface="Instrument Sans"/>
              <a:ea typeface="Instrument Sans"/>
              <a:cs typeface="Instrument Sans"/>
              <a:sym typeface="Instrument Sans"/>
            </a:endParaRPr>
          </a:p>
          <a:p>
            <a:pPr indent="-317500" lvl="0" marL="457200" rtl="0" algn="l">
              <a:lnSpc>
                <a:spcPct val="115000"/>
              </a:lnSpc>
              <a:spcBef>
                <a:spcPts val="1200"/>
              </a:spcBef>
              <a:spcAft>
                <a:spcPts val="0"/>
              </a:spcAft>
              <a:buSzPts val="1400"/>
              <a:buFont typeface="Instrument Sans"/>
              <a:buChar char="●"/>
            </a:pPr>
            <a:r>
              <a:rPr lang="en">
                <a:latin typeface="Instrument Sans"/>
                <a:ea typeface="Instrument Sans"/>
                <a:cs typeface="Instrument Sans"/>
                <a:sym typeface="Instrument Sans"/>
              </a:rPr>
              <a:t>Eye coordination → blurred or double vision</a:t>
            </a:r>
            <a:endParaRPr>
              <a:latin typeface="Instrument Sans"/>
              <a:ea typeface="Instrument Sans"/>
              <a:cs typeface="Instrument Sans"/>
              <a:sym typeface="Instrument Sans"/>
            </a:endParaRPr>
          </a:p>
          <a:p>
            <a:pPr indent="-317500" lvl="0" marL="457200" rtl="0" algn="l">
              <a:lnSpc>
                <a:spcPct val="115000"/>
              </a:lnSpc>
              <a:spcBef>
                <a:spcPts val="0"/>
              </a:spcBef>
              <a:spcAft>
                <a:spcPts val="0"/>
              </a:spcAft>
              <a:buSzPts val="1400"/>
              <a:buFont typeface="Instrument Sans"/>
              <a:buChar char="●"/>
            </a:pPr>
            <a:r>
              <a:rPr lang="en">
                <a:latin typeface="Instrument Sans"/>
                <a:ea typeface="Instrument Sans"/>
                <a:cs typeface="Instrument Sans"/>
                <a:sym typeface="Instrument Sans"/>
              </a:rPr>
              <a:t>Eye movements → difficulty tracking moving objects</a:t>
            </a:r>
            <a:endParaRPr>
              <a:latin typeface="Instrument Sans"/>
              <a:ea typeface="Instrument Sans"/>
              <a:cs typeface="Instrument Sans"/>
              <a:sym typeface="Instrument Sans"/>
            </a:endParaRPr>
          </a:p>
          <a:p>
            <a:pPr indent="-317500" lvl="0" marL="457200" rtl="0" algn="l">
              <a:lnSpc>
                <a:spcPct val="115000"/>
              </a:lnSpc>
              <a:spcBef>
                <a:spcPts val="0"/>
              </a:spcBef>
              <a:spcAft>
                <a:spcPts val="0"/>
              </a:spcAft>
              <a:buSzPts val="1400"/>
              <a:buFont typeface="Instrument Sans"/>
              <a:buChar char="●"/>
            </a:pPr>
            <a:r>
              <a:rPr lang="en">
                <a:latin typeface="Instrument Sans"/>
                <a:ea typeface="Instrument Sans"/>
                <a:cs typeface="Instrument Sans"/>
                <a:sym typeface="Instrument Sans"/>
              </a:rPr>
              <a:t>Visual processing speed → slower reactions</a:t>
            </a:r>
            <a:endParaRPr>
              <a:latin typeface="Instrument Sans"/>
              <a:ea typeface="Instrument Sans"/>
              <a:cs typeface="Instrument Sans"/>
              <a:sym typeface="Instrument Sans"/>
            </a:endParaRPr>
          </a:p>
          <a:p>
            <a:pPr indent="-317500" lvl="0" marL="457200" rtl="0" algn="l">
              <a:lnSpc>
                <a:spcPct val="115000"/>
              </a:lnSpc>
              <a:spcBef>
                <a:spcPts val="0"/>
              </a:spcBef>
              <a:spcAft>
                <a:spcPts val="0"/>
              </a:spcAft>
              <a:buSzPts val="1400"/>
              <a:buFont typeface="Instrument Sans"/>
              <a:buChar char="●"/>
            </a:pPr>
            <a:r>
              <a:rPr lang="en">
                <a:latin typeface="Instrument Sans"/>
                <a:ea typeface="Instrument Sans"/>
                <a:cs typeface="Instrument Sans"/>
                <a:sym typeface="Instrument Sans"/>
              </a:rPr>
              <a:t>Depth perception → harder to judge distance</a:t>
            </a:r>
            <a:endParaRPr>
              <a:latin typeface="Instrument Sans"/>
              <a:ea typeface="Instrument Sans"/>
              <a:cs typeface="Instrument Sans"/>
              <a:sym typeface="Instrument Sans"/>
            </a:endParaRPr>
          </a:p>
          <a:p>
            <a:pPr indent="-317500" lvl="0" marL="457200" rtl="0" algn="l">
              <a:lnSpc>
                <a:spcPct val="115000"/>
              </a:lnSpc>
              <a:spcBef>
                <a:spcPts val="0"/>
              </a:spcBef>
              <a:spcAft>
                <a:spcPts val="0"/>
              </a:spcAft>
              <a:buSzPts val="1400"/>
              <a:buFont typeface="Instrument Sans"/>
              <a:buChar char="●"/>
            </a:pPr>
            <a:r>
              <a:rPr lang="en">
                <a:latin typeface="Instrument Sans"/>
                <a:ea typeface="Instrument Sans"/>
                <a:cs typeface="Instrument Sans"/>
                <a:sym typeface="Instrument Sans"/>
              </a:rPr>
              <a:t>Peripheral vision → reduced awareness of objects</a:t>
            </a:r>
            <a:endParaRPr>
              <a:latin typeface="Instrument Sans"/>
              <a:ea typeface="Instrument Sans"/>
              <a:cs typeface="Instrument Sans"/>
              <a:sym typeface="Instrument Sans"/>
            </a:endParaRPr>
          </a:p>
          <a:p>
            <a:pPr indent="0" lvl="0" marL="457200" rtl="0" algn="l">
              <a:lnSpc>
                <a:spcPct val="115000"/>
              </a:lnSpc>
              <a:spcBef>
                <a:spcPts val="1200"/>
              </a:spcBef>
              <a:spcAft>
                <a:spcPts val="0"/>
              </a:spcAft>
              <a:buNone/>
            </a:pPr>
            <a:r>
              <a:t/>
            </a:r>
            <a:endParaRPr>
              <a:latin typeface="Instrument Sans"/>
              <a:ea typeface="Instrument Sans"/>
              <a:cs typeface="Instrument Sans"/>
              <a:sym typeface="Instrument Sans"/>
            </a:endParaRPr>
          </a:p>
          <a:p>
            <a:pPr indent="0" lvl="0" marL="0" marR="38100" rtl="0" algn="l">
              <a:lnSpc>
                <a:spcPct val="100000"/>
              </a:lnSpc>
              <a:spcBef>
                <a:spcPts val="1200"/>
              </a:spcBef>
              <a:spcAft>
                <a:spcPts val="0"/>
              </a:spcAft>
              <a:buNone/>
            </a:pPr>
            <a:r>
              <a:t/>
            </a:r>
            <a:endParaRPr>
              <a:latin typeface="Instrument Sans"/>
              <a:ea typeface="Instrument Sans"/>
              <a:cs typeface="Instrument Sans"/>
              <a:sym typeface="Instrument Sans"/>
            </a:endParaRPr>
          </a:p>
        </p:txBody>
      </p:sp>
      <p:sp>
        <p:nvSpPr>
          <p:cNvPr id="1353" name="Google Shape;1353;p160"/>
          <p:cNvSpPr txBox="1"/>
          <p:nvPr/>
        </p:nvSpPr>
        <p:spPr>
          <a:xfrm>
            <a:off x="4511675" y="1339525"/>
            <a:ext cx="4632300" cy="3394500"/>
          </a:xfrm>
          <a:prstGeom prst="rect">
            <a:avLst/>
          </a:prstGeom>
          <a:noFill/>
          <a:ln>
            <a:noFill/>
          </a:ln>
        </p:spPr>
        <p:txBody>
          <a:bodyPr anchorCtr="0" anchor="t" bIns="91425" lIns="91425" spcFirstLastPara="1" rIns="91425" wrap="square" tIns="91425">
            <a:noAutofit/>
          </a:bodyPr>
          <a:lstStyle/>
          <a:p>
            <a:pPr indent="0" lvl="0" marL="0" marR="38100" rtl="0" algn="l">
              <a:lnSpc>
                <a:spcPct val="100000"/>
              </a:lnSpc>
              <a:spcBef>
                <a:spcPts val="0"/>
              </a:spcBef>
              <a:spcAft>
                <a:spcPts val="0"/>
              </a:spcAft>
              <a:buNone/>
            </a:pPr>
            <a:r>
              <a:rPr lang="en" sz="1300">
                <a:solidFill>
                  <a:srgbClr val="0000FF"/>
                </a:solidFill>
                <a:latin typeface="Instrument Sans"/>
                <a:ea typeface="Instrument Sans"/>
                <a:cs typeface="Instrument Sans"/>
                <a:sym typeface="Instrument Sans"/>
              </a:rPr>
              <a:t>El alcohol afecta las regiones del cerebro responsables de la visión, la coordinación, el juicio y el tiempo de reacción.</a:t>
            </a:r>
            <a:endParaRPr sz="13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3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rPr b="1" lang="en" sz="1300">
                <a:solidFill>
                  <a:srgbClr val="0000FF"/>
                </a:solidFill>
                <a:latin typeface="Instrument Sans"/>
                <a:ea typeface="Instrument Sans"/>
                <a:cs typeface="Instrument Sans"/>
                <a:sym typeface="Instrument Sans"/>
              </a:rPr>
              <a:t>¿Por qué cambia nuestra visión?</a:t>
            </a:r>
            <a:endParaRPr b="1" sz="13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3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rPr lang="en" sz="1300">
                <a:solidFill>
                  <a:srgbClr val="0000FF"/>
                </a:solidFill>
                <a:latin typeface="Instrument Sans"/>
                <a:ea typeface="Instrument Sans"/>
                <a:cs typeface="Instrument Sans"/>
                <a:sym typeface="Instrument Sans"/>
              </a:rPr>
              <a:t>El alcohol interfiere con los circuitos cerebrales responsables de:</a:t>
            </a:r>
            <a:endParaRPr sz="1300">
              <a:solidFill>
                <a:srgbClr val="0000FF"/>
              </a:solidFill>
              <a:latin typeface="Instrument Sans"/>
              <a:ea typeface="Instrument Sans"/>
              <a:cs typeface="Instrument Sans"/>
              <a:sym typeface="Instrument Sans"/>
            </a:endParaRPr>
          </a:p>
          <a:p>
            <a:pPr indent="0" lvl="0" marL="0" marR="38100" rtl="0" algn="l">
              <a:lnSpc>
                <a:spcPct val="100000"/>
              </a:lnSpc>
              <a:spcBef>
                <a:spcPts val="0"/>
              </a:spcBef>
              <a:spcAft>
                <a:spcPts val="0"/>
              </a:spcAft>
              <a:buNone/>
            </a:pPr>
            <a:r>
              <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Coordinación de los ojos → visión borrosa o doble</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Movimiento de los ojos → dificultad para seguir objetos en movimiento</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Velocidad de procesamiento visual → reacciones más lentas</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Percepción de profundidad → dificultad para calcular distancias</a:t>
            </a:r>
            <a:endParaRPr sz="1300">
              <a:solidFill>
                <a:srgbClr val="0000FF"/>
              </a:solidFill>
              <a:latin typeface="Instrument Sans"/>
              <a:ea typeface="Instrument Sans"/>
              <a:cs typeface="Instrument Sans"/>
              <a:sym typeface="Instrument Sans"/>
            </a:endParaRPr>
          </a:p>
          <a:p>
            <a:pPr indent="-311150" lvl="0" marL="457200" marR="38100" rtl="0" algn="l">
              <a:lnSpc>
                <a:spcPct val="100000"/>
              </a:lnSpc>
              <a:spcBef>
                <a:spcPts val="0"/>
              </a:spcBef>
              <a:spcAft>
                <a:spcPts val="0"/>
              </a:spcAft>
              <a:buClr>
                <a:srgbClr val="0000FF"/>
              </a:buClr>
              <a:buSzPts val="1300"/>
              <a:buFont typeface="Instrument Sans"/>
              <a:buChar char="●"/>
            </a:pPr>
            <a:r>
              <a:rPr lang="en" sz="1300">
                <a:solidFill>
                  <a:srgbClr val="0000FF"/>
                </a:solidFill>
                <a:latin typeface="Instrument Sans"/>
                <a:ea typeface="Instrument Sans"/>
                <a:cs typeface="Instrument Sans"/>
                <a:sym typeface="Instrument Sans"/>
              </a:rPr>
              <a:t>Visión periférica → menor capacidad para detectar objetos a los lados</a:t>
            </a:r>
            <a:endParaRPr sz="1300">
              <a:solidFill>
                <a:srgbClr val="0000FF"/>
              </a:solidFill>
              <a:latin typeface="Instrument Sans"/>
              <a:ea typeface="Instrument Sans"/>
              <a:cs typeface="Instrument Sans"/>
              <a:sym typeface="Instrument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57" name="Shape 1357"/>
        <p:cNvGrpSpPr/>
        <p:nvPr/>
      </p:nvGrpSpPr>
      <p:grpSpPr>
        <a:xfrm>
          <a:off x="0" y="0"/>
          <a:ext cx="0" cy="0"/>
          <a:chOff x="0" y="0"/>
          <a:chExt cx="0" cy="0"/>
        </a:xfrm>
      </p:grpSpPr>
      <p:sp>
        <p:nvSpPr>
          <p:cNvPr id="1358" name="Google Shape;1358;p161"/>
          <p:cNvSpPr txBox="1"/>
          <p:nvPr>
            <p:ph type="title"/>
          </p:nvPr>
        </p:nvSpPr>
        <p:spPr>
          <a:xfrm>
            <a:off x="284700" y="474750"/>
            <a:ext cx="4227300" cy="1544400"/>
          </a:xfrm>
          <a:prstGeom prst="rect">
            <a:avLst/>
          </a:prstGeom>
          <a:noFill/>
          <a:ln>
            <a:noFill/>
          </a:ln>
        </p:spPr>
        <p:txBody>
          <a:bodyPr anchorCtr="0" anchor="b" bIns="0" lIns="0" spcFirstLastPara="1" rIns="91425" wrap="square" tIns="0">
            <a:noAutofit/>
          </a:bodyPr>
          <a:lstStyle/>
          <a:p>
            <a:pPr indent="0" lvl="0" marL="0" rtl="0" algn="l">
              <a:lnSpc>
                <a:spcPct val="85000"/>
              </a:lnSpc>
              <a:spcBef>
                <a:spcPts val="0"/>
              </a:spcBef>
              <a:spcAft>
                <a:spcPts val="0"/>
              </a:spcAft>
              <a:buSzPts val="3600"/>
              <a:buNone/>
            </a:pPr>
            <a:r>
              <a:rPr lang="en" sz="3600"/>
              <a:t>Time for an Activity</a:t>
            </a:r>
            <a:endParaRPr sz="3600"/>
          </a:p>
        </p:txBody>
      </p:sp>
      <p:sp>
        <p:nvSpPr>
          <p:cNvPr id="1359" name="Google Shape;1359;p16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60" name="Google Shape;1360;p161"/>
          <p:cNvSpPr txBox="1"/>
          <p:nvPr>
            <p:ph type="title"/>
          </p:nvPr>
        </p:nvSpPr>
        <p:spPr>
          <a:xfrm>
            <a:off x="284700" y="2292400"/>
            <a:ext cx="4227300" cy="1835100"/>
          </a:xfrm>
          <a:prstGeom prst="rect">
            <a:avLst/>
          </a:prstGeom>
          <a:noFill/>
          <a:ln>
            <a:noFill/>
          </a:ln>
        </p:spPr>
        <p:txBody>
          <a:bodyPr anchorCtr="0" anchor="b" bIns="0" lIns="0" spcFirstLastPara="1" rIns="91425" wrap="square" tIns="0">
            <a:noAutofit/>
          </a:bodyPr>
          <a:lstStyle/>
          <a:p>
            <a:pPr indent="0" lvl="0" marL="0" rtl="0" algn="l">
              <a:lnSpc>
                <a:spcPct val="100000"/>
              </a:lnSpc>
              <a:spcBef>
                <a:spcPts val="1200"/>
              </a:spcBef>
              <a:spcAft>
                <a:spcPts val="1200"/>
              </a:spcAft>
              <a:buSzPts val="3600"/>
              <a:buNone/>
            </a:pPr>
            <a:r>
              <a:rPr lang="en" sz="3600">
                <a:solidFill>
                  <a:srgbClr val="4A86E8"/>
                </a:solidFill>
              </a:rPr>
              <a:t>Hora de una actividad</a:t>
            </a:r>
            <a:endParaRPr sz="3600">
              <a:solidFill>
                <a:srgbClr val="4A86E8"/>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64" name="Shape 1364"/>
        <p:cNvGrpSpPr/>
        <p:nvPr/>
      </p:nvGrpSpPr>
      <p:grpSpPr>
        <a:xfrm>
          <a:off x="0" y="0"/>
          <a:ext cx="0" cy="0"/>
          <a:chOff x="0" y="0"/>
          <a:chExt cx="0" cy="0"/>
        </a:xfrm>
      </p:grpSpPr>
      <p:sp>
        <p:nvSpPr>
          <p:cNvPr id="1365" name="Google Shape;1365;p162"/>
          <p:cNvSpPr txBox="1"/>
          <p:nvPr>
            <p:ph idx="3" type="body"/>
          </p:nvPr>
        </p:nvSpPr>
        <p:spPr>
          <a:xfrm>
            <a:off x="312950" y="424225"/>
            <a:ext cx="8243700" cy="915300"/>
          </a:xfrm>
          <a:prstGeom prst="rect">
            <a:avLst/>
          </a:prstGeom>
          <a:noFill/>
          <a:ln>
            <a:noFill/>
          </a:ln>
        </p:spPr>
        <p:txBody>
          <a:bodyPr anchorCtr="0" anchor="ctr" bIns="0" lIns="0" spcFirstLastPara="1" rIns="0" wrap="square" tIns="0">
            <a:noAutofit/>
          </a:bodyPr>
          <a:lstStyle/>
          <a:p>
            <a:pPr indent="0" lvl="0" marL="0" rtl="0" algn="l">
              <a:lnSpc>
                <a:spcPct val="85000"/>
              </a:lnSpc>
              <a:spcBef>
                <a:spcPts val="0"/>
              </a:spcBef>
              <a:spcAft>
                <a:spcPts val="0"/>
              </a:spcAft>
              <a:buSzPts val="1000"/>
              <a:buNone/>
            </a:pPr>
            <a:r>
              <a:rPr lang="en">
                <a:latin typeface="Instrument Sans SemiBold"/>
                <a:ea typeface="Instrument Sans SemiBold"/>
                <a:cs typeface="Instrument Sans SemiBold"/>
                <a:sym typeface="Instrument Sans SemiBold"/>
              </a:rPr>
              <a:t>Drunk Goggles </a:t>
            </a:r>
            <a:r>
              <a:rPr lang="en">
                <a:latin typeface="Instrument Sans SemiBold"/>
                <a:ea typeface="Instrument Sans SemiBold"/>
                <a:cs typeface="Instrument Sans SemiBold"/>
                <a:sym typeface="Instrument Sans SemiBold"/>
              </a:rPr>
              <a:t>Activity</a:t>
            </a:r>
            <a:endParaRPr>
              <a:latin typeface="Instrument Sans SemiBold"/>
              <a:ea typeface="Instrument Sans SemiBold"/>
              <a:cs typeface="Instrument Sans SemiBold"/>
              <a:sym typeface="Instrument Sans SemiBold"/>
            </a:endParaRPr>
          </a:p>
          <a:p>
            <a:pPr indent="0" lvl="0" marL="0" rtl="0" algn="l">
              <a:lnSpc>
                <a:spcPct val="85000"/>
              </a:lnSpc>
              <a:spcBef>
                <a:spcPts val="0"/>
              </a:spcBef>
              <a:spcAft>
                <a:spcPts val="0"/>
              </a:spcAft>
              <a:buSzPts val="1000"/>
              <a:buNone/>
            </a:pPr>
            <a:r>
              <a:rPr lang="en">
                <a:solidFill>
                  <a:srgbClr val="0000FF"/>
                </a:solidFill>
                <a:latin typeface="Instrument Sans SemiBold"/>
                <a:ea typeface="Instrument Sans SemiBold"/>
                <a:cs typeface="Instrument Sans SemiBold"/>
                <a:sym typeface="Instrument Sans SemiBold"/>
              </a:rPr>
              <a:t>Actividad de las gafas de borracho</a:t>
            </a:r>
            <a:endParaRPr>
              <a:solidFill>
                <a:srgbClr val="0000FF"/>
              </a:solidFill>
              <a:latin typeface="Instrument Sans SemiBold"/>
              <a:ea typeface="Instrument Sans SemiBold"/>
              <a:cs typeface="Instrument Sans SemiBold"/>
              <a:sym typeface="Instrument Sans SemiBold"/>
            </a:endParaRPr>
          </a:p>
        </p:txBody>
      </p:sp>
      <p:sp>
        <p:nvSpPr>
          <p:cNvPr id="1366" name="Google Shape;1366;p16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67" name="Google Shape;1367;p162"/>
          <p:cNvSpPr txBox="1"/>
          <p:nvPr/>
        </p:nvSpPr>
        <p:spPr>
          <a:xfrm>
            <a:off x="312950" y="1339525"/>
            <a:ext cx="4259100" cy="3612600"/>
          </a:xfrm>
          <a:prstGeom prst="rect">
            <a:avLst/>
          </a:prstGeom>
          <a:noFill/>
          <a:ln>
            <a:noFill/>
          </a:ln>
        </p:spPr>
        <p:txBody>
          <a:bodyPr anchorCtr="0" anchor="t" bIns="91425" lIns="91425" spcFirstLastPara="1" rIns="91425" wrap="square" tIns="91425">
            <a:noAutofit/>
          </a:bodyPr>
          <a:lstStyle/>
          <a:p>
            <a:pPr indent="-342900" lvl="0" marL="457200" marR="38100" rtl="0" algn="l">
              <a:lnSpc>
                <a:spcPct val="100000"/>
              </a:lnSpc>
              <a:spcBef>
                <a:spcPts val="0"/>
              </a:spcBef>
              <a:spcAft>
                <a:spcPts val="0"/>
              </a:spcAft>
              <a:buSzPts val="1800"/>
              <a:buFont typeface="Instrument Sans"/>
              <a:buAutoNum type="arabicPeriod"/>
            </a:pPr>
            <a:r>
              <a:rPr lang="en" sz="1800">
                <a:latin typeface="Instrument Sans"/>
                <a:ea typeface="Instrument Sans"/>
                <a:cs typeface="Instrument Sans"/>
                <a:sym typeface="Instrument Sans"/>
              </a:rPr>
              <a:t>Walk in a Straight Line.</a:t>
            </a:r>
            <a:endParaRPr sz="1800">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SzPts val="1800"/>
              <a:buFont typeface="Instrument Sans"/>
              <a:buAutoNum type="alphaLcPeriod"/>
            </a:pPr>
            <a:r>
              <a:rPr lang="en" sz="1800">
                <a:latin typeface="Instrument Sans"/>
                <a:ea typeface="Instrument Sans"/>
                <a:cs typeface="Instrument Sans"/>
                <a:sym typeface="Instrument Sans"/>
              </a:rPr>
              <a:t>Try your best to walk as straight as possible.</a:t>
            </a:r>
            <a:endParaRPr sz="1800">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SzPts val="1800"/>
              <a:buFont typeface="Instrument Sans"/>
              <a:buAutoNum type="alphaLcPeriod"/>
            </a:pPr>
            <a:r>
              <a:rPr lang="en" sz="1800">
                <a:latin typeface="Instrument Sans"/>
                <a:ea typeface="Instrument Sans"/>
                <a:cs typeface="Instrument Sans"/>
                <a:sym typeface="Instrument Sans"/>
              </a:rPr>
              <a:t>Try to see how long before you veer off the line</a:t>
            </a:r>
            <a:endParaRPr sz="1800">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SzPts val="1800"/>
              <a:buFont typeface="Instrument Sans"/>
              <a:buAutoNum type="arabicPeriod"/>
            </a:pPr>
            <a:r>
              <a:rPr lang="en" sz="1800">
                <a:latin typeface="Instrument Sans"/>
                <a:ea typeface="Instrument Sans"/>
                <a:cs typeface="Instrument Sans"/>
                <a:sym typeface="Instrument Sans"/>
              </a:rPr>
              <a:t> Draw Shapes</a:t>
            </a:r>
            <a:endParaRPr sz="1800">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SzPts val="1800"/>
              <a:buFont typeface="Instrument Sans"/>
              <a:buAutoNum type="alphaLcPeriod"/>
            </a:pPr>
            <a:r>
              <a:rPr lang="en" sz="1800">
                <a:latin typeface="Instrument Sans"/>
                <a:ea typeface="Instrument Sans"/>
                <a:cs typeface="Instrument Sans"/>
                <a:sym typeface="Instrument Sans"/>
              </a:rPr>
              <a:t>Try to draw triangles, circles, squares, etc.</a:t>
            </a:r>
            <a:endParaRPr sz="1800">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SzPts val="1800"/>
              <a:buFont typeface="Instrument Sans"/>
              <a:buAutoNum type="alphaLcPeriod"/>
            </a:pPr>
            <a:r>
              <a:rPr lang="en" sz="1800">
                <a:latin typeface="Instrument Sans"/>
                <a:ea typeface="Instrument Sans"/>
                <a:cs typeface="Instrument Sans"/>
                <a:sym typeface="Instrument Sans"/>
              </a:rPr>
              <a:t>How did your drawing turn out?</a:t>
            </a:r>
            <a:endParaRPr sz="1800">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SzPts val="1800"/>
              <a:buFont typeface="Instrument Sans"/>
              <a:buAutoNum type="arabicPeriod"/>
            </a:pPr>
            <a:r>
              <a:rPr lang="en" sz="1800">
                <a:latin typeface="Instrument Sans"/>
                <a:ea typeface="Instrument Sans"/>
                <a:cs typeface="Instrument Sans"/>
                <a:sym typeface="Instrument Sans"/>
              </a:rPr>
              <a:t>Bean Bag Toss</a:t>
            </a:r>
            <a:endParaRPr sz="1800">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SzPts val="1800"/>
              <a:buFont typeface="Instrument Sans"/>
              <a:buAutoNum type="alphaLcPeriod"/>
            </a:pPr>
            <a:r>
              <a:rPr lang="en" sz="1800">
                <a:latin typeface="Instrument Sans"/>
                <a:ea typeface="Instrument Sans"/>
                <a:cs typeface="Instrument Sans"/>
                <a:sym typeface="Instrument Sans"/>
              </a:rPr>
              <a:t>Try to throw the bean bags into the bucket. </a:t>
            </a:r>
            <a:endParaRPr sz="1800">
              <a:latin typeface="Instrument Sans"/>
              <a:ea typeface="Instrument Sans"/>
              <a:cs typeface="Instrument Sans"/>
              <a:sym typeface="Instrument Sans"/>
            </a:endParaRPr>
          </a:p>
        </p:txBody>
      </p:sp>
      <p:sp>
        <p:nvSpPr>
          <p:cNvPr id="1368" name="Google Shape;1368;p162"/>
          <p:cNvSpPr txBox="1"/>
          <p:nvPr/>
        </p:nvSpPr>
        <p:spPr>
          <a:xfrm>
            <a:off x="4572050" y="1339525"/>
            <a:ext cx="4259100" cy="3612600"/>
          </a:xfrm>
          <a:prstGeom prst="rect">
            <a:avLst/>
          </a:prstGeom>
          <a:noFill/>
          <a:ln>
            <a:noFill/>
          </a:ln>
        </p:spPr>
        <p:txBody>
          <a:bodyPr anchorCtr="0" anchor="t" bIns="91425" lIns="91425" spcFirstLastPara="1" rIns="91425" wrap="square" tIns="91425">
            <a:noAutofit/>
          </a:bodyPr>
          <a:lstStyle/>
          <a:p>
            <a:pPr indent="-342900" lvl="0" marL="457200" marR="38100" rtl="0" algn="l">
              <a:lnSpc>
                <a:spcPct val="100000"/>
              </a:lnSpc>
              <a:spcBef>
                <a:spcPts val="0"/>
              </a:spcBef>
              <a:spcAft>
                <a:spcPts val="0"/>
              </a:spcAft>
              <a:buClr>
                <a:srgbClr val="0000FF"/>
              </a:buClr>
              <a:buSzPts val="1800"/>
              <a:buFont typeface="Instrument Sans"/>
              <a:buAutoNum type="arabicPeriod"/>
            </a:pPr>
            <a:r>
              <a:rPr lang="en" sz="1800">
                <a:solidFill>
                  <a:srgbClr val="0000FF"/>
                </a:solidFill>
                <a:latin typeface="Instrument Sans"/>
                <a:ea typeface="Instrument Sans"/>
                <a:cs typeface="Instrument Sans"/>
                <a:sym typeface="Instrument Sans"/>
              </a:rPr>
              <a:t>Camina en línea recta </a:t>
            </a:r>
            <a:endParaRPr sz="1800">
              <a:solidFill>
                <a:srgbClr val="0000FF"/>
              </a:solidFill>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Clr>
                <a:srgbClr val="0000FF"/>
              </a:buClr>
              <a:buSzPts val="1800"/>
              <a:buFont typeface="Instrument Sans"/>
              <a:buAutoNum type="alphaLcPeriod"/>
            </a:pPr>
            <a:r>
              <a:rPr lang="en" sz="1800">
                <a:solidFill>
                  <a:srgbClr val="0000FF"/>
                </a:solidFill>
                <a:latin typeface="Instrument Sans"/>
                <a:ea typeface="Instrument Sans"/>
                <a:cs typeface="Instrument Sans"/>
                <a:sym typeface="Instrument Sans"/>
              </a:rPr>
              <a:t>Haz todo lo posible por caminar lo más recto posible. </a:t>
            </a:r>
            <a:endParaRPr sz="1800">
              <a:solidFill>
                <a:srgbClr val="0000FF"/>
              </a:solidFill>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Clr>
                <a:srgbClr val="0000FF"/>
              </a:buClr>
              <a:buSzPts val="1800"/>
              <a:buFont typeface="Instrument Sans"/>
              <a:buAutoNum type="alphaLcPeriod"/>
            </a:pPr>
            <a:r>
              <a:rPr lang="en" sz="1800">
                <a:solidFill>
                  <a:srgbClr val="0000FF"/>
                </a:solidFill>
                <a:latin typeface="Instrument Sans"/>
                <a:ea typeface="Instrument Sans"/>
                <a:cs typeface="Instrument Sans"/>
                <a:sym typeface="Instrument Sans"/>
              </a:rPr>
              <a:t>Intenta ver cuánto tiempo puedes caminar antes de desviarte de la línea. </a:t>
            </a:r>
            <a:endParaRPr sz="1800">
              <a:solidFill>
                <a:srgbClr val="0000FF"/>
              </a:solidFill>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Clr>
                <a:srgbClr val="0000FF"/>
              </a:buClr>
              <a:buSzPts val="1800"/>
              <a:buFont typeface="Instrument Sans"/>
              <a:buAutoNum type="arabicPeriod"/>
            </a:pPr>
            <a:r>
              <a:rPr lang="en" sz="1800">
                <a:solidFill>
                  <a:srgbClr val="0000FF"/>
                </a:solidFill>
                <a:latin typeface="Instrument Sans"/>
                <a:ea typeface="Instrument Sans"/>
                <a:cs typeface="Instrument Sans"/>
                <a:sym typeface="Instrument Sans"/>
              </a:rPr>
              <a:t>Dibuja figuras </a:t>
            </a:r>
            <a:endParaRPr sz="1800">
              <a:solidFill>
                <a:srgbClr val="0000FF"/>
              </a:solidFill>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Clr>
                <a:srgbClr val="0000FF"/>
              </a:buClr>
              <a:buSzPts val="1800"/>
              <a:buFont typeface="Instrument Sans"/>
              <a:buAutoNum type="alphaLcPeriod"/>
            </a:pPr>
            <a:r>
              <a:rPr lang="en" sz="1800">
                <a:solidFill>
                  <a:srgbClr val="0000FF"/>
                </a:solidFill>
                <a:latin typeface="Instrument Sans"/>
                <a:ea typeface="Instrument Sans"/>
                <a:cs typeface="Instrument Sans"/>
                <a:sym typeface="Instrument Sans"/>
              </a:rPr>
              <a:t>Intenta dibujar triángulos, círculos, cuadrados, etc. </a:t>
            </a:r>
            <a:endParaRPr sz="1800">
              <a:solidFill>
                <a:srgbClr val="0000FF"/>
              </a:solidFill>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Clr>
                <a:srgbClr val="0000FF"/>
              </a:buClr>
              <a:buSzPts val="1800"/>
              <a:buFont typeface="Instrument Sans"/>
              <a:buAutoNum type="alphaLcPeriod"/>
            </a:pPr>
            <a:r>
              <a:rPr lang="en" sz="1800">
                <a:solidFill>
                  <a:srgbClr val="0000FF"/>
                </a:solidFill>
                <a:latin typeface="Instrument Sans"/>
                <a:ea typeface="Instrument Sans"/>
                <a:cs typeface="Instrument Sans"/>
                <a:sym typeface="Instrument Sans"/>
              </a:rPr>
              <a:t>¿Cómo quedó tu dibujo? </a:t>
            </a:r>
            <a:endParaRPr sz="1800">
              <a:solidFill>
                <a:srgbClr val="0000FF"/>
              </a:solidFill>
              <a:latin typeface="Instrument Sans"/>
              <a:ea typeface="Instrument Sans"/>
              <a:cs typeface="Instrument Sans"/>
              <a:sym typeface="Instrument Sans"/>
            </a:endParaRPr>
          </a:p>
          <a:p>
            <a:pPr indent="-342900" lvl="0" marL="457200" marR="38100" rtl="0" algn="l">
              <a:lnSpc>
                <a:spcPct val="100000"/>
              </a:lnSpc>
              <a:spcBef>
                <a:spcPts val="0"/>
              </a:spcBef>
              <a:spcAft>
                <a:spcPts val="0"/>
              </a:spcAft>
              <a:buClr>
                <a:srgbClr val="0000FF"/>
              </a:buClr>
              <a:buSzPts val="1800"/>
              <a:buFont typeface="Instrument Sans"/>
              <a:buAutoNum type="arabicPeriod"/>
            </a:pPr>
            <a:r>
              <a:rPr lang="en" sz="1800">
                <a:solidFill>
                  <a:srgbClr val="0000FF"/>
                </a:solidFill>
                <a:latin typeface="Instrument Sans"/>
                <a:ea typeface="Instrument Sans"/>
                <a:cs typeface="Instrument Sans"/>
                <a:sym typeface="Instrument Sans"/>
              </a:rPr>
              <a:t>Lanza las bolsas de frijoles </a:t>
            </a:r>
            <a:endParaRPr sz="1800">
              <a:solidFill>
                <a:srgbClr val="0000FF"/>
              </a:solidFill>
              <a:latin typeface="Instrument Sans"/>
              <a:ea typeface="Instrument Sans"/>
              <a:cs typeface="Instrument Sans"/>
              <a:sym typeface="Instrument Sans"/>
            </a:endParaRPr>
          </a:p>
          <a:p>
            <a:pPr indent="-342900" lvl="1" marL="914400" marR="38100" rtl="0" algn="l">
              <a:lnSpc>
                <a:spcPct val="100000"/>
              </a:lnSpc>
              <a:spcBef>
                <a:spcPts val="0"/>
              </a:spcBef>
              <a:spcAft>
                <a:spcPts val="0"/>
              </a:spcAft>
              <a:buClr>
                <a:srgbClr val="0000FF"/>
              </a:buClr>
              <a:buSzPts val="1800"/>
              <a:buFont typeface="Instrument Sans"/>
              <a:buAutoNum type="alphaLcPeriod"/>
            </a:pPr>
            <a:r>
              <a:rPr lang="en" sz="1800">
                <a:solidFill>
                  <a:srgbClr val="0000FF"/>
                </a:solidFill>
                <a:latin typeface="Instrument Sans"/>
                <a:ea typeface="Instrument Sans"/>
                <a:cs typeface="Instrument Sans"/>
                <a:sym typeface="Instrument Sans"/>
              </a:rPr>
              <a:t>Intenta lanzar las bolsas de frijoles dentro del balde.</a:t>
            </a:r>
            <a:endParaRPr sz="1800">
              <a:solidFill>
                <a:srgbClr val="0000FF"/>
              </a:solidFill>
              <a:latin typeface="Instrument Sans"/>
              <a:ea typeface="Instrument Sans"/>
              <a:cs typeface="Instrument Sans"/>
              <a:sym typeface="Instrument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2" name="Shape 1372"/>
        <p:cNvGrpSpPr/>
        <p:nvPr/>
      </p:nvGrpSpPr>
      <p:grpSpPr>
        <a:xfrm>
          <a:off x="0" y="0"/>
          <a:ext cx="0" cy="0"/>
          <a:chOff x="0" y="0"/>
          <a:chExt cx="0" cy="0"/>
        </a:xfrm>
      </p:grpSpPr>
      <p:sp>
        <p:nvSpPr>
          <p:cNvPr id="1373" name="Google Shape;1373;p163"/>
          <p:cNvSpPr txBox="1"/>
          <p:nvPr>
            <p:ph type="title"/>
          </p:nvPr>
        </p:nvSpPr>
        <p:spPr>
          <a:xfrm>
            <a:off x="83100" y="2164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Vids from Lauren if you want to include any of them!</a:t>
            </a:r>
            <a:endParaRPr sz="2020"/>
          </a:p>
        </p:txBody>
      </p:sp>
      <p:sp>
        <p:nvSpPr>
          <p:cNvPr id="1374" name="Google Shape;1374;p163"/>
          <p:cNvSpPr txBox="1"/>
          <p:nvPr>
            <p:ph idx="1" type="body"/>
          </p:nvPr>
        </p:nvSpPr>
        <p:spPr>
          <a:xfrm>
            <a:off x="83100" y="771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Real patients m</a:t>
            </a:r>
            <a:r>
              <a:rPr lang="en" sz="1500">
                <a:solidFill>
                  <a:schemeClr val="dk1"/>
                </a:solidFill>
              </a:rPr>
              <a:t>anaging bipolar disorder (1:30-4:10 they talk about mindfulness, support systems, being aware of how factors in their environment impact their health):</a:t>
            </a:r>
            <a:r>
              <a:rPr lang="en" sz="1500"/>
              <a:t> </a:t>
            </a:r>
            <a:r>
              <a:rPr lang="en" sz="1500" u="sng">
                <a:solidFill>
                  <a:schemeClr val="hlink"/>
                </a:solidFill>
                <a:hlinkClick r:id="rId3"/>
              </a:rPr>
              <a:t>https://www.youtube.com/watch?v=sMY_HnLoEfk</a:t>
            </a:r>
            <a:endParaRPr sz="1500"/>
          </a:p>
          <a:p>
            <a:pPr indent="-323850" lvl="0" marL="457200" rtl="0" algn="l">
              <a:spcBef>
                <a:spcPts val="0"/>
              </a:spcBef>
              <a:spcAft>
                <a:spcPts val="0"/>
              </a:spcAft>
              <a:buClr>
                <a:schemeClr val="dk1"/>
              </a:buClr>
              <a:buSzPts val="1500"/>
              <a:buChar char="-"/>
            </a:pPr>
            <a:r>
              <a:rPr lang="en" sz="1500">
                <a:solidFill>
                  <a:schemeClr val="dk1"/>
                </a:solidFill>
              </a:rPr>
              <a:t>Psychiatrist talking about behavioral action in MDD: </a:t>
            </a:r>
            <a:r>
              <a:rPr lang="en" sz="1500" u="sng">
                <a:solidFill>
                  <a:schemeClr val="hlink"/>
                </a:solidFill>
                <a:hlinkClick r:id="rId4"/>
              </a:rPr>
              <a:t>https://www.youtube.com/watch?v=SApOxZ7BMwE</a:t>
            </a:r>
            <a:endParaRPr sz="1500">
              <a:solidFill>
                <a:schemeClr val="dk1"/>
              </a:solidFill>
            </a:endParaRPr>
          </a:p>
          <a:p>
            <a:pPr indent="-323850" lvl="0" marL="457200" rtl="0" algn="l">
              <a:spcBef>
                <a:spcPts val="0"/>
              </a:spcBef>
              <a:spcAft>
                <a:spcPts val="0"/>
              </a:spcAft>
              <a:buClr>
                <a:schemeClr val="dk1"/>
              </a:buClr>
              <a:buSzPts val="1500"/>
              <a:buChar char="-"/>
            </a:pPr>
            <a:r>
              <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stel gradients">
  <a:themeElements>
    <a:clrScheme name="Simple Light">
      <a:dk1>
        <a:srgbClr val="F4F4F4"/>
      </a:dk1>
      <a:lt1>
        <a:srgbClr val="202124"/>
      </a:lt1>
      <a:dk2>
        <a:srgbClr val="E8F0FE"/>
      </a:dk2>
      <a:lt2>
        <a:srgbClr val="FEFEFE"/>
      </a:lt2>
      <a:accent1>
        <a:srgbClr val="FFFFBE"/>
      </a:accent1>
      <a:accent2>
        <a:srgbClr val="AECBFA"/>
      </a:accent2>
      <a:accent3>
        <a:srgbClr val="FFC9C9"/>
      </a:accent3>
      <a:accent4>
        <a:srgbClr val="F9F93D"/>
      </a:accent4>
      <a:accent5>
        <a:srgbClr val="747474"/>
      </a:accent5>
      <a:accent6>
        <a:srgbClr val="5A5A5A"/>
      </a:accent6>
      <a:hlink>
        <a:srgbClr val="FFC9C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stel gradients">
  <a:themeElements>
    <a:clrScheme name="Simple Light">
      <a:dk1>
        <a:srgbClr val="F4F4F4"/>
      </a:dk1>
      <a:lt1>
        <a:srgbClr val="202124"/>
      </a:lt1>
      <a:dk2>
        <a:srgbClr val="E8F0FE"/>
      </a:dk2>
      <a:lt2>
        <a:srgbClr val="FEFEFE"/>
      </a:lt2>
      <a:accent1>
        <a:srgbClr val="FFFFBE"/>
      </a:accent1>
      <a:accent2>
        <a:srgbClr val="AECBFA"/>
      </a:accent2>
      <a:accent3>
        <a:srgbClr val="FFC9C9"/>
      </a:accent3>
      <a:accent4>
        <a:srgbClr val="F9F93D"/>
      </a:accent4>
      <a:accent5>
        <a:srgbClr val="747474"/>
      </a:accent5>
      <a:accent6>
        <a:srgbClr val="5A5A5A"/>
      </a:accent6>
      <a:hlink>
        <a:srgbClr val="FFC9C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