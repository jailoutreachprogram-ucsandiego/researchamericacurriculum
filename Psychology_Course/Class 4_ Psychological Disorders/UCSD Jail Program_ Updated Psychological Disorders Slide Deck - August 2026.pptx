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2.xml" ContentType="application/vnd.openxmlformats-officedocument.theme+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60" r:id="rId1"/>
    <p:sldMasterId id="2147483761" r:id="rId2"/>
    <p:sldMasterId id="2147483762" r:id="rId3"/>
  </p:sldMasterIdLst>
  <p:notesMasterIdLst>
    <p:notesMasterId r:id="rId49"/>
  </p:notesMasterIdLst>
  <p:sldIdLst>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Lst>
  <p:sldSz cx="9144000" cy="5143500" type="screen16x9"/>
  <p:notesSz cx="6858000" cy="9144000"/>
  <p:embeddedFontLst>
    <p:embeddedFont>
      <p:font typeface="Instrument Sans" panose="020B0604020202020204" charset="0"/>
      <p:regular r:id="rId50"/>
      <p:bold r:id="rId51"/>
      <p:italic r:id="rId52"/>
      <p:boldItalic r:id="rId53"/>
    </p:embeddedFont>
    <p:embeddedFont>
      <p:font typeface="Instrument Sans Medium" panose="020B0604020202020204" charset="0"/>
      <p:regular r:id="rId54"/>
      <p:bold r:id="rId55"/>
      <p:italic r:id="rId56"/>
      <p:boldItalic r:id="rId57"/>
    </p:embeddedFont>
    <p:embeddedFont>
      <p:font typeface="Instrument Sans SemiBold" panose="020B0604020202020204" charset="0"/>
      <p:regular r:id="rId58"/>
      <p:bold r:id="rId59"/>
      <p:italic r:id="rId60"/>
      <p:boldItalic r:id="rId61"/>
    </p:embeddedFont>
    <p:embeddedFont>
      <p:font typeface="Nunito" panose="020F0502020204030204" charset="0"/>
      <p:regular r:id="rId62"/>
      <p:bold r:id="rId63"/>
      <p:italic r:id="rId64"/>
      <p:boldItalic r:id="rId6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0" d="100"/>
          <a:sy n="100" d="100"/>
        </p:scale>
        <p:origin x="163" y="6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font" Target="fonts/font14.fntdata"/><Relationship Id="rId68"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presProps" Target="presProps.xml"/><Relationship Id="rId5" Type="http://schemas.openxmlformats.org/officeDocument/2006/relationships/slide" Target="slides/slide2.xml"/><Relationship Id="rId61" Type="http://schemas.openxmlformats.org/officeDocument/2006/relationships/font" Target="fonts/font12.fntdata"/><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tableStyles" Target="tableStyles.xml"/><Relationship Id="rId8" Type="http://schemas.openxmlformats.org/officeDocument/2006/relationships/slide" Target="slides/slide5.xml"/><Relationship Id="rId51" Type="http://schemas.openxmlformats.org/officeDocument/2006/relationships/font" Target="fonts/font2.fntdata"/><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font" Target="fonts/font10.fntdata"/><Relationship Id="rId67" Type="http://schemas.openxmlformats.org/officeDocument/2006/relationships/viewProps" Target="viewProps.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font" Target="fonts/font5.fntdata"/><Relationship Id="rId62" Type="http://schemas.openxmlformats.org/officeDocument/2006/relationships/font" Target="fonts/font13.fntdata"/><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font" Target="fonts/font1.fntdata"/><Relationship Id="rId55"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0"/>
        <p:cNvGrpSpPr/>
        <p:nvPr/>
      </p:nvGrpSpPr>
      <p:grpSpPr>
        <a:xfrm>
          <a:off x="0" y="0"/>
          <a:ext cx="0" cy="0"/>
          <a:chOff x="0" y="0"/>
          <a:chExt cx="0" cy="0"/>
        </a:xfrm>
      </p:grpSpPr>
      <p:sp>
        <p:nvSpPr>
          <p:cNvPr id="1021" name="Google Shape;1021;g3fabef7d45a_0_10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2" name="Google Shape;1022;g3fabef7d45a_0_10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5"/>
        <p:cNvGrpSpPr/>
        <p:nvPr/>
      </p:nvGrpSpPr>
      <p:grpSpPr>
        <a:xfrm>
          <a:off x="0" y="0"/>
          <a:ext cx="0" cy="0"/>
          <a:chOff x="0" y="0"/>
          <a:chExt cx="0" cy="0"/>
        </a:xfrm>
      </p:grpSpPr>
      <p:sp>
        <p:nvSpPr>
          <p:cNvPr id="1026" name="Google Shape;1026;g3fabef7d45a_0_10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7" name="Google Shape;1027;g3fabef7d45a_0_10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0"/>
        <p:cNvGrpSpPr/>
        <p:nvPr/>
      </p:nvGrpSpPr>
      <p:grpSpPr>
        <a:xfrm>
          <a:off x="0" y="0"/>
          <a:ext cx="0" cy="0"/>
          <a:chOff x="0" y="0"/>
          <a:chExt cx="0" cy="0"/>
        </a:xfrm>
      </p:grpSpPr>
      <p:sp>
        <p:nvSpPr>
          <p:cNvPr id="1041" name="Google Shape;1041;g3fabef7d45a_2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42" name="Google Shape;1042;g3fabef7d45a_2_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p:cNvGrpSpPr/>
        <p:nvPr/>
      </p:nvGrpSpPr>
      <p:grpSpPr>
        <a:xfrm>
          <a:off x="0" y="0"/>
          <a:ext cx="0" cy="0"/>
          <a:chOff x="0" y="0"/>
          <a:chExt cx="0" cy="0"/>
        </a:xfrm>
      </p:grpSpPr>
      <p:sp>
        <p:nvSpPr>
          <p:cNvPr id="1049" name="Google Shape;1049;g3f3f943cb59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3f3f943cb59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6"/>
        <p:cNvGrpSpPr/>
        <p:nvPr/>
      </p:nvGrpSpPr>
      <p:grpSpPr>
        <a:xfrm>
          <a:off x="0" y="0"/>
          <a:ext cx="0" cy="0"/>
          <a:chOff x="0" y="0"/>
          <a:chExt cx="0" cy="0"/>
        </a:xfrm>
      </p:grpSpPr>
      <p:sp>
        <p:nvSpPr>
          <p:cNvPr id="1057" name="Google Shape;1057;g3fabef7d45a_0_16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58" name="Google Shape;1058;g3fabef7d45a_0_160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First of all, the topic that we will be discussing today is Psychological Disorders or also known as Mental Disorders.</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r>
              <a:rPr lang="en"/>
              <a:t>Does anyone can explain roughly what it means by seeing this picture?</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3"/>
        <p:cNvGrpSpPr/>
        <p:nvPr/>
      </p:nvGrpSpPr>
      <p:grpSpPr>
        <a:xfrm>
          <a:off x="0" y="0"/>
          <a:ext cx="0" cy="0"/>
          <a:chOff x="0" y="0"/>
          <a:chExt cx="0" cy="0"/>
        </a:xfrm>
      </p:grpSpPr>
      <p:sp>
        <p:nvSpPr>
          <p:cNvPr id="1064" name="Google Shape;1064;g3fabef7d45a_0_36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65" name="Google Shape;1065;g3fabef7d45a_0_36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1"/>
        <p:cNvGrpSpPr/>
        <p:nvPr/>
      </p:nvGrpSpPr>
      <p:grpSpPr>
        <a:xfrm>
          <a:off x="0" y="0"/>
          <a:ext cx="0" cy="0"/>
          <a:chOff x="0" y="0"/>
          <a:chExt cx="0" cy="0"/>
        </a:xfrm>
      </p:grpSpPr>
      <p:sp>
        <p:nvSpPr>
          <p:cNvPr id="1072" name="Google Shape;1072;g3fabef7d45a_0_36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73" name="Google Shape;1073;g3fabef7d45a_0_36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9"/>
        <p:cNvGrpSpPr/>
        <p:nvPr/>
      </p:nvGrpSpPr>
      <p:grpSpPr>
        <a:xfrm>
          <a:off x="0" y="0"/>
          <a:ext cx="0" cy="0"/>
          <a:chOff x="0" y="0"/>
          <a:chExt cx="0" cy="0"/>
        </a:xfrm>
      </p:grpSpPr>
      <p:sp>
        <p:nvSpPr>
          <p:cNvPr id="1080" name="Google Shape;1080;g3fabef7d45a_0_2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81" name="Google Shape;1081;g3fabef7d45a_0_2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8"/>
        <p:cNvGrpSpPr/>
        <p:nvPr/>
      </p:nvGrpSpPr>
      <p:grpSpPr>
        <a:xfrm>
          <a:off x="0" y="0"/>
          <a:ext cx="0" cy="0"/>
          <a:chOff x="0" y="0"/>
          <a:chExt cx="0" cy="0"/>
        </a:xfrm>
      </p:grpSpPr>
      <p:sp>
        <p:nvSpPr>
          <p:cNvPr id="1089" name="Google Shape;1089;g3fabef7d45a_0_36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90" name="Google Shape;1090;g3fabef7d45a_0_36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7"/>
        <p:cNvGrpSpPr/>
        <p:nvPr/>
      </p:nvGrpSpPr>
      <p:grpSpPr>
        <a:xfrm>
          <a:off x="0" y="0"/>
          <a:ext cx="0" cy="0"/>
          <a:chOff x="0" y="0"/>
          <a:chExt cx="0" cy="0"/>
        </a:xfrm>
      </p:grpSpPr>
      <p:sp>
        <p:nvSpPr>
          <p:cNvPr id="1098" name="Google Shape;1098;g3fabef7d45a_0_36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99" name="Google Shape;1099;g3fabef7d45a_0_36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5"/>
        <p:cNvGrpSpPr/>
        <p:nvPr/>
      </p:nvGrpSpPr>
      <p:grpSpPr>
        <a:xfrm>
          <a:off x="0" y="0"/>
          <a:ext cx="0" cy="0"/>
          <a:chOff x="0" y="0"/>
          <a:chExt cx="0" cy="0"/>
        </a:xfrm>
      </p:grpSpPr>
      <p:sp>
        <p:nvSpPr>
          <p:cNvPr id="1106" name="Google Shape;1106;g3fabef7d45a_0_36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07" name="Google Shape;1107;g3fabef7d45a_0_36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4"/>
        <p:cNvGrpSpPr/>
        <p:nvPr/>
      </p:nvGrpSpPr>
      <p:grpSpPr>
        <a:xfrm>
          <a:off x="0" y="0"/>
          <a:ext cx="0" cy="0"/>
          <a:chOff x="0" y="0"/>
          <a:chExt cx="0" cy="0"/>
        </a:xfrm>
      </p:grpSpPr>
      <p:sp>
        <p:nvSpPr>
          <p:cNvPr id="1115" name="Google Shape;1115;g3fabef7d45a_0_36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6" name="Google Shape;1116;g3fabef7d45a_0_366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1"/>
        <p:cNvGrpSpPr/>
        <p:nvPr/>
      </p:nvGrpSpPr>
      <p:grpSpPr>
        <a:xfrm>
          <a:off x="0" y="0"/>
          <a:ext cx="0" cy="0"/>
          <a:chOff x="0" y="0"/>
          <a:chExt cx="0" cy="0"/>
        </a:xfrm>
      </p:grpSpPr>
      <p:sp>
        <p:nvSpPr>
          <p:cNvPr id="1122" name="Google Shape;1122;g3fabef7d45a_2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23" name="Google Shape;1123;g3fabef7d45a_2_4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7"/>
        <p:cNvGrpSpPr/>
        <p:nvPr/>
      </p:nvGrpSpPr>
      <p:grpSpPr>
        <a:xfrm>
          <a:off x="0" y="0"/>
          <a:ext cx="0" cy="0"/>
          <a:chOff x="0" y="0"/>
          <a:chExt cx="0" cy="0"/>
        </a:xfrm>
      </p:grpSpPr>
      <p:sp>
        <p:nvSpPr>
          <p:cNvPr id="1128" name="Google Shape;1128;g3fabef7d45a_2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29" name="Google Shape;1129;g3fabef7d45a_2_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4"/>
        <p:cNvGrpSpPr/>
        <p:nvPr/>
      </p:nvGrpSpPr>
      <p:grpSpPr>
        <a:xfrm>
          <a:off x="0" y="0"/>
          <a:ext cx="0" cy="0"/>
          <a:chOff x="0" y="0"/>
          <a:chExt cx="0" cy="0"/>
        </a:xfrm>
      </p:grpSpPr>
      <p:sp>
        <p:nvSpPr>
          <p:cNvPr id="1135" name="Google Shape;1135;g3fabef7d45a_0_36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36" name="Google Shape;1136;g3fabef7d45a_0_36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First of all, the topic that we will be discussing today is Psychological Disorders or also known as Mental Disorders.</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r>
              <a:rPr lang="en"/>
              <a:t>Does anyone can explain roughly what it means by seeing this picture?</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1"/>
        <p:cNvGrpSpPr/>
        <p:nvPr/>
      </p:nvGrpSpPr>
      <p:grpSpPr>
        <a:xfrm>
          <a:off x="0" y="0"/>
          <a:ext cx="0" cy="0"/>
          <a:chOff x="0" y="0"/>
          <a:chExt cx="0" cy="0"/>
        </a:xfrm>
      </p:grpSpPr>
      <p:sp>
        <p:nvSpPr>
          <p:cNvPr id="1142" name="Google Shape;1142;g3fabef7d45a_0_36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43" name="Google Shape;1143;g3fabef7d45a_0_365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9"/>
        <p:cNvGrpSpPr/>
        <p:nvPr/>
      </p:nvGrpSpPr>
      <p:grpSpPr>
        <a:xfrm>
          <a:off x="0" y="0"/>
          <a:ext cx="0" cy="0"/>
          <a:chOff x="0" y="0"/>
          <a:chExt cx="0" cy="0"/>
        </a:xfrm>
      </p:grpSpPr>
      <p:sp>
        <p:nvSpPr>
          <p:cNvPr id="1150" name="Google Shape;1150;g3fabef7d45a_0_36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51" name="Google Shape;1151;g3fabef7d45a_0_368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7"/>
        <p:cNvGrpSpPr/>
        <p:nvPr/>
      </p:nvGrpSpPr>
      <p:grpSpPr>
        <a:xfrm>
          <a:off x="0" y="0"/>
          <a:ext cx="0" cy="0"/>
          <a:chOff x="0" y="0"/>
          <a:chExt cx="0" cy="0"/>
        </a:xfrm>
      </p:grpSpPr>
      <p:sp>
        <p:nvSpPr>
          <p:cNvPr id="1158" name="Google Shape;1158;g3fabef7d45a_0_36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59" name="Google Shape;1159;g3fabef7d45a_0_368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5"/>
        <p:cNvGrpSpPr/>
        <p:nvPr/>
      </p:nvGrpSpPr>
      <p:grpSpPr>
        <a:xfrm>
          <a:off x="0" y="0"/>
          <a:ext cx="0" cy="0"/>
          <a:chOff x="0" y="0"/>
          <a:chExt cx="0" cy="0"/>
        </a:xfrm>
      </p:grpSpPr>
      <p:sp>
        <p:nvSpPr>
          <p:cNvPr id="1166" name="Google Shape;1166;g3f850684c03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67" name="Google Shape;1167;g3f850684c03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2"/>
        <p:cNvGrpSpPr/>
        <p:nvPr/>
      </p:nvGrpSpPr>
      <p:grpSpPr>
        <a:xfrm>
          <a:off x="0" y="0"/>
          <a:ext cx="0" cy="0"/>
          <a:chOff x="0" y="0"/>
          <a:chExt cx="0" cy="0"/>
        </a:xfrm>
      </p:grpSpPr>
      <p:sp>
        <p:nvSpPr>
          <p:cNvPr id="1173" name="Google Shape;1173;g3fabef7d45a_0_36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4" name="Google Shape;1174;g3fabef7d45a_0_369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First of all, the topic that we will be discussing today is Psychological Disorders or also known as Mental Disorders.</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r>
              <a:rPr lang="en"/>
              <a:t>Does anyone can explain roughly what it means by seeing this picture?</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9"/>
        <p:cNvGrpSpPr/>
        <p:nvPr/>
      </p:nvGrpSpPr>
      <p:grpSpPr>
        <a:xfrm>
          <a:off x="0" y="0"/>
          <a:ext cx="0" cy="0"/>
          <a:chOff x="0" y="0"/>
          <a:chExt cx="0" cy="0"/>
        </a:xfrm>
      </p:grpSpPr>
      <p:sp>
        <p:nvSpPr>
          <p:cNvPr id="1180" name="Google Shape;1180;g3fabef7d45a_0_37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81" name="Google Shape;1181;g3fabef7d45a_0_370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8"/>
        <p:cNvGrpSpPr/>
        <p:nvPr/>
      </p:nvGrpSpPr>
      <p:grpSpPr>
        <a:xfrm>
          <a:off x="0" y="0"/>
          <a:ext cx="0" cy="0"/>
          <a:chOff x="0" y="0"/>
          <a:chExt cx="0" cy="0"/>
        </a:xfrm>
      </p:grpSpPr>
      <p:sp>
        <p:nvSpPr>
          <p:cNvPr id="1189" name="Google Shape;1189;g3fabef7d45a_0_37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90" name="Google Shape;1190;g3fabef7d45a_0_37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6"/>
        <p:cNvGrpSpPr/>
        <p:nvPr/>
      </p:nvGrpSpPr>
      <p:grpSpPr>
        <a:xfrm>
          <a:off x="0" y="0"/>
          <a:ext cx="0" cy="0"/>
          <a:chOff x="0" y="0"/>
          <a:chExt cx="0" cy="0"/>
        </a:xfrm>
      </p:grpSpPr>
      <p:sp>
        <p:nvSpPr>
          <p:cNvPr id="1197" name="Google Shape;1197;g3fabef7d45a_0_37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98" name="Google Shape;1198;g3fabef7d45a_0_37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4"/>
        <p:cNvGrpSpPr/>
        <p:nvPr/>
      </p:nvGrpSpPr>
      <p:grpSpPr>
        <a:xfrm>
          <a:off x="0" y="0"/>
          <a:ext cx="0" cy="0"/>
          <a:chOff x="0" y="0"/>
          <a:chExt cx="0" cy="0"/>
        </a:xfrm>
      </p:grpSpPr>
      <p:sp>
        <p:nvSpPr>
          <p:cNvPr id="1205" name="Google Shape;1205;g3fabef7d45a_0_37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06" name="Google Shape;1206;g3fabef7d45a_0_37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First of all, the topic that we will be discussing today is Psychological Disorders or also known as Mental Disorders.</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r>
              <a:rPr lang="en"/>
              <a:t>Does anyone can explain roughly what it means by seeing this picture?</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p:cNvGrpSpPr/>
        <p:nvPr/>
      </p:nvGrpSpPr>
      <p:grpSpPr>
        <a:xfrm>
          <a:off x="0" y="0"/>
          <a:ext cx="0" cy="0"/>
          <a:chOff x="0" y="0"/>
          <a:chExt cx="0" cy="0"/>
        </a:xfrm>
      </p:grpSpPr>
      <p:sp>
        <p:nvSpPr>
          <p:cNvPr id="1212" name="Google Shape;1212;g3fabef7d45a_0_37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13" name="Google Shape;1213;g3fabef7d45a_0_37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1"/>
        <p:cNvGrpSpPr/>
        <p:nvPr/>
      </p:nvGrpSpPr>
      <p:grpSpPr>
        <a:xfrm>
          <a:off x="0" y="0"/>
          <a:ext cx="0" cy="0"/>
          <a:chOff x="0" y="0"/>
          <a:chExt cx="0" cy="0"/>
        </a:xfrm>
      </p:grpSpPr>
      <p:sp>
        <p:nvSpPr>
          <p:cNvPr id="1222" name="Google Shape;1222;g3fabef7d45a_0_37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23" name="Google Shape;1223;g3fabef7d45a_0_37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9"/>
        <p:cNvGrpSpPr/>
        <p:nvPr/>
      </p:nvGrpSpPr>
      <p:grpSpPr>
        <a:xfrm>
          <a:off x="0" y="0"/>
          <a:ext cx="0" cy="0"/>
          <a:chOff x="0" y="0"/>
          <a:chExt cx="0" cy="0"/>
        </a:xfrm>
      </p:grpSpPr>
      <p:sp>
        <p:nvSpPr>
          <p:cNvPr id="1230" name="Google Shape;1230;g3fabef7d45a_0_37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31" name="Google Shape;1231;g3fabef7d45a_0_37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7"/>
        <p:cNvGrpSpPr/>
        <p:nvPr/>
      </p:nvGrpSpPr>
      <p:grpSpPr>
        <a:xfrm>
          <a:off x="0" y="0"/>
          <a:ext cx="0" cy="0"/>
          <a:chOff x="0" y="0"/>
          <a:chExt cx="0" cy="0"/>
        </a:xfrm>
      </p:grpSpPr>
      <p:sp>
        <p:nvSpPr>
          <p:cNvPr id="1238" name="Google Shape;1238;g3f84c9141e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39" name="Google Shape;1239;g3f84c9141e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5"/>
        <p:cNvGrpSpPr/>
        <p:nvPr/>
      </p:nvGrpSpPr>
      <p:grpSpPr>
        <a:xfrm>
          <a:off x="0" y="0"/>
          <a:ext cx="0" cy="0"/>
          <a:chOff x="0" y="0"/>
          <a:chExt cx="0" cy="0"/>
        </a:xfrm>
      </p:grpSpPr>
      <p:sp>
        <p:nvSpPr>
          <p:cNvPr id="1246" name="Google Shape;1246;g3fabef7d45a_0_3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47" name="Google Shape;1247;g3fabef7d45a_0_375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First of all, the topic that we will be discussing today is Psychological Disorders or also known as Mental Disorders.</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r>
              <a:rPr lang="en"/>
              <a:t>Does anyone can explain roughly what it means by seeing this picture?</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2"/>
        <p:cNvGrpSpPr/>
        <p:nvPr/>
      </p:nvGrpSpPr>
      <p:grpSpPr>
        <a:xfrm>
          <a:off x="0" y="0"/>
          <a:ext cx="0" cy="0"/>
          <a:chOff x="0" y="0"/>
          <a:chExt cx="0" cy="0"/>
        </a:xfrm>
      </p:grpSpPr>
      <p:sp>
        <p:nvSpPr>
          <p:cNvPr id="1253" name="Google Shape;1253;g3fabef7d45a_0_37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54" name="Google Shape;1254;g3fabef7d45a_0_374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0"/>
        <p:cNvGrpSpPr/>
        <p:nvPr/>
      </p:nvGrpSpPr>
      <p:grpSpPr>
        <a:xfrm>
          <a:off x="0" y="0"/>
          <a:ext cx="0" cy="0"/>
          <a:chOff x="0" y="0"/>
          <a:chExt cx="0" cy="0"/>
        </a:xfrm>
      </p:grpSpPr>
      <p:sp>
        <p:nvSpPr>
          <p:cNvPr id="1261" name="Google Shape;1261;g3fabef7d45a_0_37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62" name="Google Shape;1262;g3fabef7d45a_0_37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9"/>
        <p:cNvGrpSpPr/>
        <p:nvPr/>
      </p:nvGrpSpPr>
      <p:grpSpPr>
        <a:xfrm>
          <a:off x="0" y="0"/>
          <a:ext cx="0" cy="0"/>
          <a:chOff x="0" y="0"/>
          <a:chExt cx="0" cy="0"/>
        </a:xfrm>
      </p:grpSpPr>
      <p:sp>
        <p:nvSpPr>
          <p:cNvPr id="1270" name="Google Shape;1270;g3fabef7d45a_0_37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71" name="Google Shape;1271;g3fabef7d45a_0_376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7"/>
        <p:cNvGrpSpPr/>
        <p:nvPr/>
      </p:nvGrpSpPr>
      <p:grpSpPr>
        <a:xfrm>
          <a:off x="0" y="0"/>
          <a:ext cx="0" cy="0"/>
          <a:chOff x="0" y="0"/>
          <a:chExt cx="0" cy="0"/>
        </a:xfrm>
      </p:grpSpPr>
      <p:sp>
        <p:nvSpPr>
          <p:cNvPr id="1278" name="Google Shape;1278;g3fabef7d45a_0_37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79" name="Google Shape;1279;g3fabef7d45a_0_378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First of all, the topic that we will be discussing today is Psychological Disorders or also known as Mental Disorders.</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r>
              <a:rPr lang="en"/>
              <a:t>Does anyone can explain roughly what it means by seeing this picture?</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4"/>
        <p:cNvGrpSpPr/>
        <p:nvPr/>
      </p:nvGrpSpPr>
      <p:grpSpPr>
        <a:xfrm>
          <a:off x="0" y="0"/>
          <a:ext cx="0" cy="0"/>
          <a:chOff x="0" y="0"/>
          <a:chExt cx="0" cy="0"/>
        </a:xfrm>
      </p:grpSpPr>
      <p:sp>
        <p:nvSpPr>
          <p:cNvPr id="1285" name="Google Shape;1285;g3fabef7d45a_0_37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86" name="Google Shape;1286;g3fabef7d45a_0_379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2"/>
        <p:cNvGrpSpPr/>
        <p:nvPr/>
      </p:nvGrpSpPr>
      <p:grpSpPr>
        <a:xfrm>
          <a:off x="0" y="0"/>
          <a:ext cx="0" cy="0"/>
          <a:chOff x="0" y="0"/>
          <a:chExt cx="0" cy="0"/>
        </a:xfrm>
      </p:grpSpPr>
      <p:sp>
        <p:nvSpPr>
          <p:cNvPr id="1293" name="Google Shape;1293;g3fabef7d45a_0_38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4" name="Google Shape;1294;g3fabef7d45a_0_38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8"/>
        <p:cNvGrpSpPr/>
        <p:nvPr/>
      </p:nvGrpSpPr>
      <p:grpSpPr>
        <a:xfrm>
          <a:off x="0" y="0"/>
          <a:ext cx="0" cy="0"/>
          <a:chOff x="0" y="0"/>
          <a:chExt cx="0" cy="0"/>
        </a:xfrm>
      </p:grpSpPr>
      <p:sp>
        <p:nvSpPr>
          <p:cNvPr id="1299" name="Google Shape;1299;g3fabef7d45a_0_37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00" name="Google Shape;1300;g3fabef7d45a_0_377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First of all, the topic that we will be discussing today is Psychological Disorders or also known as Mental Disorders.</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r>
              <a:rPr lang="en"/>
              <a:t>Does anyone can explain roughly what it means by seeing this picture?</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5"/>
        <p:cNvGrpSpPr/>
        <p:nvPr/>
      </p:nvGrpSpPr>
      <p:grpSpPr>
        <a:xfrm>
          <a:off x="0" y="0"/>
          <a:ext cx="0" cy="0"/>
          <a:chOff x="0" y="0"/>
          <a:chExt cx="0" cy="0"/>
        </a:xfrm>
      </p:grpSpPr>
      <p:sp>
        <p:nvSpPr>
          <p:cNvPr id="1306" name="Google Shape;1306;g3fabef7d45a_0_37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07" name="Google Shape;1307;g3fabef7d45a_0_37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3"/>
        <p:cNvGrpSpPr/>
        <p:nvPr/>
      </p:nvGrpSpPr>
      <p:grpSpPr>
        <a:xfrm>
          <a:off x="0" y="0"/>
          <a:ext cx="0" cy="0"/>
          <a:chOff x="0" y="0"/>
          <a:chExt cx="0" cy="0"/>
        </a:xfrm>
      </p:grpSpPr>
      <p:sp>
        <p:nvSpPr>
          <p:cNvPr id="1314" name="Google Shape;1314;g3f84c9141ec_1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5" name="Google Shape;1315;g3f84c9141ec_1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2"/>
        <p:cNvGrpSpPr/>
        <p:nvPr/>
      </p:nvGrpSpPr>
      <p:grpSpPr>
        <a:xfrm>
          <a:off x="0" y="0"/>
          <a:ext cx="0" cy="0"/>
          <a:chOff x="0" y="0"/>
          <a:chExt cx="0" cy="0"/>
        </a:xfrm>
      </p:grpSpPr>
      <p:sp>
        <p:nvSpPr>
          <p:cNvPr id="1323" name="Google Shape;1323;g3f84c9141ec_1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24" name="Google Shape;1324;g3f84c9141ec_1_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0"/>
        <p:cNvGrpSpPr/>
        <p:nvPr/>
      </p:nvGrpSpPr>
      <p:grpSpPr>
        <a:xfrm>
          <a:off x="0" y="0"/>
          <a:ext cx="0" cy="0"/>
          <a:chOff x="0" y="0"/>
          <a:chExt cx="0" cy="0"/>
        </a:xfrm>
      </p:grpSpPr>
      <p:sp>
        <p:nvSpPr>
          <p:cNvPr id="1331" name="Google Shape;1331;g3fadc34297a_2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32" name="Google Shape;1332;g3fadc34297a_2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8"/>
        <p:cNvGrpSpPr/>
        <p:nvPr/>
      </p:nvGrpSpPr>
      <p:grpSpPr>
        <a:xfrm>
          <a:off x="0" y="0"/>
          <a:ext cx="0" cy="0"/>
          <a:chOff x="0" y="0"/>
          <a:chExt cx="0" cy="0"/>
        </a:xfrm>
      </p:grpSpPr>
      <p:sp>
        <p:nvSpPr>
          <p:cNvPr id="1339" name="Google Shape;1339;g3fadc34297a_2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40" name="Google Shape;1340;g3fadc34297a_2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200"/>
              </a:spcAft>
              <a:buClr>
                <a:schemeClr val="dk1"/>
              </a:buClr>
              <a:buSzPts val="1100"/>
              <a:buFont typeface="Arial"/>
              <a:buNone/>
            </a:pPr>
            <a:r>
              <a:rPr lang="en" sz="1200">
                <a:solidFill>
                  <a:schemeClr val="dk1"/>
                </a:solidFill>
                <a:latin typeface="Instrument Sans"/>
                <a:ea typeface="Instrument Sans"/>
                <a:cs typeface="Instrument Sans"/>
                <a:sym typeface="Instrument Sans"/>
              </a:rPr>
              <a:t>Depressants increase the activity of GABA. GABA is an important brain chemical that reduces how fast neurons can talk to each other. It slows signals between the brain and body.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6"/>
        <p:cNvGrpSpPr/>
        <p:nvPr/>
      </p:nvGrpSpPr>
      <p:grpSpPr>
        <a:xfrm>
          <a:off x="0" y="0"/>
          <a:ext cx="0" cy="0"/>
          <a:chOff x="0" y="0"/>
          <a:chExt cx="0" cy="0"/>
        </a:xfrm>
      </p:grpSpPr>
      <p:sp>
        <p:nvSpPr>
          <p:cNvPr id="1347" name="Google Shape;1347;g3fadc34297a_2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48" name="Google Shape;1348;g3fadc34297a_2_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4"/>
        <p:cNvGrpSpPr/>
        <p:nvPr/>
      </p:nvGrpSpPr>
      <p:grpSpPr>
        <a:xfrm>
          <a:off x="0" y="0"/>
          <a:ext cx="0" cy="0"/>
          <a:chOff x="0" y="0"/>
          <a:chExt cx="0" cy="0"/>
        </a:xfrm>
      </p:grpSpPr>
      <p:sp>
        <p:nvSpPr>
          <p:cNvPr id="1355" name="Google Shape;1355;g3f850684c03_0_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6" name="Google Shape;1356;g3f850684c03_0_10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First of all, the topic that we will be discussing today is Psychological Disorders or also known as Mental Disorders.</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r>
              <a:rPr lang="en"/>
              <a:t>Does anyone can explain roughly what it means by seeing this picture?</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1"/>
        <p:cNvGrpSpPr/>
        <p:nvPr/>
      </p:nvGrpSpPr>
      <p:grpSpPr>
        <a:xfrm>
          <a:off x="0" y="0"/>
          <a:ext cx="0" cy="0"/>
          <a:chOff x="0" y="0"/>
          <a:chExt cx="0" cy="0"/>
        </a:xfrm>
      </p:grpSpPr>
      <p:sp>
        <p:nvSpPr>
          <p:cNvPr id="1362" name="Google Shape;1362;g3fabef7d45a_0_38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63" name="Google Shape;1363;g3fabef7d45a_0_38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9"/>
        <p:cNvGrpSpPr/>
        <p:nvPr/>
      </p:nvGrpSpPr>
      <p:grpSpPr>
        <a:xfrm>
          <a:off x="0" y="0"/>
          <a:ext cx="0" cy="0"/>
          <a:chOff x="0" y="0"/>
          <a:chExt cx="0" cy="0"/>
        </a:xfrm>
      </p:grpSpPr>
      <p:sp>
        <p:nvSpPr>
          <p:cNvPr id="1370" name="Google Shape;1370;g3f84c9141e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1" name="Google Shape;1371;g3f84c9141e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3.xml"/><Relationship Id="rId4" Type="http://schemas.openxmlformats.org/officeDocument/2006/relationships/image" Target="../media/image5.png"/></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3.xml"/><Relationship Id="rId4" Type="http://schemas.openxmlformats.org/officeDocument/2006/relationships/image" Target="../media/image5.png"/></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50"/>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Promotions" type="blank">
  <p:cSld name="BLANK">
    <p:spTree>
      <p:nvGrpSpPr>
        <p:cNvPr id="1" name="Shape 55"/>
        <p:cNvGrpSpPr/>
        <p:nvPr/>
      </p:nvGrpSpPr>
      <p:grpSpPr>
        <a:xfrm>
          <a:off x="0" y="0"/>
          <a:ext cx="0" cy="0"/>
          <a:chOff x="0" y="0"/>
          <a:chExt cx="0" cy="0"/>
        </a:xfrm>
      </p:grpSpPr>
      <p:sp>
        <p:nvSpPr>
          <p:cNvPr id="56" name="Google Shape;56;p15"/>
          <p:cNvSpPr txBox="1">
            <a:spLocks noGrp="1"/>
          </p:cNvSpPr>
          <p:nvPr>
            <p:ph type="subTitle" idx="1"/>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57" name="Google Shape;57;p15"/>
          <p:cNvSpPr txBox="1">
            <a:spLocks noGrp="1"/>
          </p:cNvSpPr>
          <p:nvPr>
            <p:ph type="subTitle" idx="2"/>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pic>
        <p:nvPicPr>
          <p:cNvPr id="58" name="Google Shape;58;p15" descr="A portrait of a smiling woman in casual attire. "/>
          <p:cNvPicPr preferRelativeResize="0"/>
          <p:nvPr/>
        </p:nvPicPr>
        <p:blipFill rotWithShape="1">
          <a:blip r:embed="rId2">
            <a:alphaModFix/>
          </a:blip>
          <a:srcRect l="26958" r="35833" b="23378"/>
          <a:stretch/>
        </p:blipFill>
        <p:spPr>
          <a:xfrm>
            <a:off x="284700" y="1847700"/>
            <a:ext cx="2055000" cy="2820900"/>
          </a:xfrm>
          <a:prstGeom prst="roundRect">
            <a:avLst>
              <a:gd name="adj" fmla="val 15597"/>
            </a:avLst>
          </a:prstGeom>
          <a:noFill/>
          <a:ln>
            <a:noFill/>
          </a:ln>
        </p:spPr>
      </p:pic>
      <p:pic>
        <p:nvPicPr>
          <p:cNvPr id="59" name="Google Shape;59;p15" descr="A confident man stands with his arms crossed in front of a white background. "/>
          <p:cNvPicPr preferRelativeResize="0"/>
          <p:nvPr/>
        </p:nvPicPr>
        <p:blipFill rotWithShape="1">
          <a:blip r:embed="rId3">
            <a:alphaModFix/>
          </a:blip>
          <a:srcRect l="28621" r="23422" b="1225"/>
          <a:stretch/>
        </p:blipFill>
        <p:spPr>
          <a:xfrm>
            <a:off x="4629476" y="1847700"/>
            <a:ext cx="2055000" cy="2820900"/>
          </a:xfrm>
          <a:prstGeom prst="roundRect">
            <a:avLst>
              <a:gd name="adj" fmla="val 15616"/>
            </a:avLst>
          </a:prstGeom>
          <a:noFill/>
          <a:ln>
            <a:noFill/>
          </a:ln>
        </p:spPr>
      </p:pic>
      <p:sp>
        <p:nvSpPr>
          <p:cNvPr id="60" name="Google Shape;60;p15"/>
          <p:cNvSpPr txBox="1">
            <a:spLocks noGrp="1"/>
          </p:cNvSpPr>
          <p:nvPr>
            <p:ph type="title"/>
          </p:nvPr>
        </p:nvSpPr>
        <p:spPr>
          <a:xfrm>
            <a:off x="284700" y="598950"/>
            <a:ext cx="6615900" cy="450600"/>
          </a:xfrm>
          <a:prstGeom prst="rect">
            <a:avLst/>
          </a:prstGeom>
        </p:spPr>
        <p:txBody>
          <a:bodyPr spcFirstLastPara="1" wrap="square" lIns="0" tIns="0" rIns="91425" bIns="0" anchor="t" anchorCtr="0">
            <a:spAutoFit/>
          </a:bodyPr>
          <a:lstStyle>
            <a:lvl1pPr lvl="0">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1pPr>
            <a:lvl2pPr lvl="1">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2pPr>
            <a:lvl3pPr lvl="2">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3pPr>
            <a:lvl4pPr lvl="3">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4pPr>
            <a:lvl5pPr lvl="4">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5pPr>
            <a:lvl6pPr lvl="5">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6pPr>
            <a:lvl7pPr lvl="6">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7pPr>
            <a:lvl8pPr lvl="7">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8pPr>
            <a:lvl9pPr lvl="8">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9pPr>
          </a:lstStyle>
          <a:p>
            <a:endParaRPr/>
          </a:p>
        </p:txBody>
      </p:sp>
      <p:sp>
        <p:nvSpPr>
          <p:cNvPr id="61" name="Google Shape;61;p15"/>
          <p:cNvSpPr txBox="1">
            <a:spLocks noGrp="1"/>
          </p:cNvSpPr>
          <p:nvPr>
            <p:ph type="subTitle" idx="3"/>
          </p:nvPr>
        </p:nvSpPr>
        <p:spPr>
          <a:xfrm>
            <a:off x="2541625" y="2578075"/>
            <a:ext cx="1796700" cy="317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1400"/>
              <a:buFont typeface="Instrument Sans Medium"/>
              <a:buNone/>
              <a:defRPr>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a:endParaRPr/>
          </a:p>
        </p:txBody>
      </p:sp>
      <p:sp>
        <p:nvSpPr>
          <p:cNvPr id="62" name="Google Shape;62;p15"/>
          <p:cNvSpPr txBox="1">
            <a:spLocks noGrp="1"/>
          </p:cNvSpPr>
          <p:nvPr>
            <p:ph type="subTitle" idx="4"/>
          </p:nvPr>
        </p:nvSpPr>
        <p:spPr>
          <a:xfrm>
            <a:off x="2640775" y="2819575"/>
            <a:ext cx="1485600" cy="4506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sz="1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5"/>
          <p:cNvSpPr txBox="1">
            <a:spLocks noGrp="1"/>
          </p:cNvSpPr>
          <p:nvPr>
            <p:ph type="subTitle" idx="5"/>
          </p:nvPr>
        </p:nvSpPr>
        <p:spPr>
          <a:xfrm>
            <a:off x="6895261" y="2578075"/>
            <a:ext cx="1796700" cy="317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1400"/>
              <a:buFont typeface="Instrument Sans Medium"/>
              <a:buNone/>
              <a:defRPr>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a:endParaRPr/>
          </a:p>
        </p:txBody>
      </p:sp>
      <p:sp>
        <p:nvSpPr>
          <p:cNvPr id="64" name="Google Shape;64;p15"/>
          <p:cNvSpPr txBox="1">
            <a:spLocks noGrp="1"/>
          </p:cNvSpPr>
          <p:nvPr>
            <p:ph type="subTitle" idx="6"/>
          </p:nvPr>
        </p:nvSpPr>
        <p:spPr>
          <a:xfrm>
            <a:off x="6895261" y="2819575"/>
            <a:ext cx="1485600" cy="4506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1200"/>
              <a:buFont typeface="Instrument Sans"/>
              <a:buNone/>
              <a:defRPr sz="1200"/>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a:endParaRPr/>
          </a:p>
        </p:txBody>
      </p:sp>
      <p:sp>
        <p:nvSpPr>
          <p:cNvPr id="65" name="Google Shape;65;p15"/>
          <p:cNvSpPr txBox="1">
            <a:spLocks noGrp="1"/>
          </p:cNvSpPr>
          <p:nvPr>
            <p:ph type="subTitle" idx="7"/>
          </p:nvPr>
        </p:nvSpPr>
        <p:spPr>
          <a:xfrm>
            <a:off x="2541000" y="3617250"/>
            <a:ext cx="1899900" cy="999300"/>
          </a:xfrm>
          <a:prstGeom prst="rect">
            <a:avLst/>
          </a:prstGeom>
        </p:spPr>
        <p:txBody>
          <a:bodyPr spcFirstLastPara="1" wrap="square" lIns="91425" tIns="91425" rIns="91425" bIns="91425" anchor="t" anchorCtr="0">
            <a:noAutofit/>
          </a:bodyPr>
          <a:lstStyle>
            <a:lvl1pPr lvl="0">
              <a:spcBef>
                <a:spcPts val="0"/>
              </a:spcBef>
              <a:spcAft>
                <a:spcPts val="0"/>
              </a:spcAft>
              <a:buClr>
                <a:schemeClr val="accent6"/>
              </a:buClr>
              <a:buSzPts val="1000"/>
              <a:buFont typeface="Instrument Sans"/>
              <a:buNone/>
              <a:defRPr sz="1000">
                <a:solidFill>
                  <a:schemeClr val="accent6"/>
                </a:solidFill>
              </a:defRPr>
            </a:lvl1pPr>
            <a:lvl2pPr lvl="1">
              <a:spcBef>
                <a:spcPts val="0"/>
              </a:spcBef>
              <a:spcAft>
                <a:spcPts val="0"/>
              </a:spcAft>
              <a:buClr>
                <a:schemeClr val="accent6"/>
              </a:buClr>
              <a:buSzPts val="1400"/>
              <a:buFont typeface="Instrument Sans"/>
              <a:buNone/>
              <a:defRPr>
                <a:solidFill>
                  <a:schemeClr val="accent6"/>
                </a:solidFill>
              </a:defRPr>
            </a:lvl2pPr>
            <a:lvl3pPr lvl="2">
              <a:spcBef>
                <a:spcPts val="0"/>
              </a:spcBef>
              <a:spcAft>
                <a:spcPts val="0"/>
              </a:spcAft>
              <a:buClr>
                <a:schemeClr val="accent6"/>
              </a:buClr>
              <a:buSzPts val="1400"/>
              <a:buFont typeface="Instrument Sans"/>
              <a:buNone/>
              <a:defRPr>
                <a:solidFill>
                  <a:schemeClr val="accent6"/>
                </a:solidFill>
              </a:defRPr>
            </a:lvl3pPr>
            <a:lvl4pPr lvl="3">
              <a:spcBef>
                <a:spcPts val="0"/>
              </a:spcBef>
              <a:spcAft>
                <a:spcPts val="0"/>
              </a:spcAft>
              <a:buClr>
                <a:schemeClr val="accent6"/>
              </a:buClr>
              <a:buSzPts val="1400"/>
              <a:buFont typeface="Instrument Sans"/>
              <a:buNone/>
              <a:defRPr>
                <a:solidFill>
                  <a:schemeClr val="accent6"/>
                </a:solidFill>
              </a:defRPr>
            </a:lvl4pPr>
            <a:lvl5pPr lvl="4">
              <a:spcBef>
                <a:spcPts val="0"/>
              </a:spcBef>
              <a:spcAft>
                <a:spcPts val="0"/>
              </a:spcAft>
              <a:buClr>
                <a:schemeClr val="accent6"/>
              </a:buClr>
              <a:buSzPts val="1400"/>
              <a:buFont typeface="Instrument Sans"/>
              <a:buNone/>
              <a:defRPr>
                <a:solidFill>
                  <a:schemeClr val="accent6"/>
                </a:solidFill>
              </a:defRPr>
            </a:lvl5pPr>
            <a:lvl6pPr lvl="5">
              <a:spcBef>
                <a:spcPts val="0"/>
              </a:spcBef>
              <a:spcAft>
                <a:spcPts val="0"/>
              </a:spcAft>
              <a:buClr>
                <a:schemeClr val="accent6"/>
              </a:buClr>
              <a:buSzPts val="1400"/>
              <a:buFont typeface="Instrument Sans"/>
              <a:buNone/>
              <a:defRPr>
                <a:solidFill>
                  <a:schemeClr val="accent6"/>
                </a:solidFill>
              </a:defRPr>
            </a:lvl6pPr>
            <a:lvl7pPr lvl="6">
              <a:spcBef>
                <a:spcPts val="0"/>
              </a:spcBef>
              <a:spcAft>
                <a:spcPts val="0"/>
              </a:spcAft>
              <a:buClr>
                <a:schemeClr val="accent6"/>
              </a:buClr>
              <a:buSzPts val="1400"/>
              <a:buFont typeface="Instrument Sans"/>
              <a:buNone/>
              <a:defRPr>
                <a:solidFill>
                  <a:schemeClr val="accent6"/>
                </a:solidFill>
              </a:defRPr>
            </a:lvl7pPr>
            <a:lvl8pPr lvl="7">
              <a:spcBef>
                <a:spcPts val="0"/>
              </a:spcBef>
              <a:spcAft>
                <a:spcPts val="0"/>
              </a:spcAft>
              <a:buClr>
                <a:schemeClr val="accent6"/>
              </a:buClr>
              <a:buSzPts val="1400"/>
              <a:buFont typeface="Instrument Sans"/>
              <a:buNone/>
              <a:defRPr>
                <a:solidFill>
                  <a:schemeClr val="accent6"/>
                </a:solidFill>
              </a:defRPr>
            </a:lvl8pPr>
            <a:lvl9pPr lvl="8">
              <a:spcBef>
                <a:spcPts val="0"/>
              </a:spcBef>
              <a:spcAft>
                <a:spcPts val="0"/>
              </a:spcAft>
              <a:buClr>
                <a:schemeClr val="accent6"/>
              </a:buClr>
              <a:buSzPts val="1400"/>
              <a:buFont typeface="Instrument Sans"/>
              <a:buNone/>
              <a:defRPr>
                <a:solidFill>
                  <a:schemeClr val="accent6"/>
                </a:solidFill>
              </a:defRPr>
            </a:lvl9pPr>
          </a:lstStyle>
          <a:p>
            <a:endParaRPr/>
          </a:p>
        </p:txBody>
      </p:sp>
      <p:sp>
        <p:nvSpPr>
          <p:cNvPr id="66" name="Google Shape;66;p15"/>
          <p:cNvSpPr txBox="1">
            <a:spLocks noGrp="1"/>
          </p:cNvSpPr>
          <p:nvPr>
            <p:ph type="subTitle" idx="8"/>
          </p:nvPr>
        </p:nvSpPr>
        <p:spPr>
          <a:xfrm>
            <a:off x="6886656" y="3627975"/>
            <a:ext cx="1899900" cy="999300"/>
          </a:xfrm>
          <a:prstGeom prst="rect">
            <a:avLst/>
          </a:prstGeom>
        </p:spPr>
        <p:txBody>
          <a:bodyPr spcFirstLastPara="1" wrap="square" lIns="91425" tIns="91425" rIns="91425" bIns="91425" anchor="t" anchorCtr="0">
            <a:noAutofit/>
          </a:bodyPr>
          <a:lstStyle>
            <a:lvl1pPr lvl="0">
              <a:spcBef>
                <a:spcPts val="0"/>
              </a:spcBef>
              <a:spcAft>
                <a:spcPts val="0"/>
              </a:spcAft>
              <a:buClr>
                <a:schemeClr val="accent6"/>
              </a:buClr>
              <a:buSzPts val="1000"/>
              <a:buFont typeface="Instrument Sans"/>
              <a:buNone/>
              <a:defRPr sz="1000">
                <a:solidFill>
                  <a:schemeClr val="accent6"/>
                </a:solidFill>
              </a:defRPr>
            </a:lvl1pPr>
            <a:lvl2pPr lvl="1">
              <a:spcBef>
                <a:spcPts val="0"/>
              </a:spcBef>
              <a:spcAft>
                <a:spcPts val="0"/>
              </a:spcAft>
              <a:buClr>
                <a:schemeClr val="accent6"/>
              </a:buClr>
              <a:buSzPts val="1400"/>
              <a:buFont typeface="Instrument Sans"/>
              <a:buNone/>
              <a:defRPr>
                <a:solidFill>
                  <a:schemeClr val="accent6"/>
                </a:solidFill>
              </a:defRPr>
            </a:lvl2pPr>
            <a:lvl3pPr lvl="2">
              <a:spcBef>
                <a:spcPts val="0"/>
              </a:spcBef>
              <a:spcAft>
                <a:spcPts val="0"/>
              </a:spcAft>
              <a:buClr>
                <a:schemeClr val="accent6"/>
              </a:buClr>
              <a:buSzPts val="1400"/>
              <a:buFont typeface="Instrument Sans"/>
              <a:buNone/>
              <a:defRPr>
                <a:solidFill>
                  <a:schemeClr val="accent6"/>
                </a:solidFill>
              </a:defRPr>
            </a:lvl3pPr>
            <a:lvl4pPr lvl="3">
              <a:spcBef>
                <a:spcPts val="0"/>
              </a:spcBef>
              <a:spcAft>
                <a:spcPts val="0"/>
              </a:spcAft>
              <a:buClr>
                <a:schemeClr val="accent6"/>
              </a:buClr>
              <a:buSzPts val="1400"/>
              <a:buFont typeface="Instrument Sans"/>
              <a:buNone/>
              <a:defRPr>
                <a:solidFill>
                  <a:schemeClr val="accent6"/>
                </a:solidFill>
              </a:defRPr>
            </a:lvl4pPr>
            <a:lvl5pPr lvl="4">
              <a:spcBef>
                <a:spcPts val="0"/>
              </a:spcBef>
              <a:spcAft>
                <a:spcPts val="0"/>
              </a:spcAft>
              <a:buClr>
                <a:schemeClr val="accent6"/>
              </a:buClr>
              <a:buSzPts val="1400"/>
              <a:buFont typeface="Instrument Sans"/>
              <a:buNone/>
              <a:defRPr>
                <a:solidFill>
                  <a:schemeClr val="accent6"/>
                </a:solidFill>
              </a:defRPr>
            </a:lvl5pPr>
            <a:lvl6pPr lvl="5">
              <a:spcBef>
                <a:spcPts val="0"/>
              </a:spcBef>
              <a:spcAft>
                <a:spcPts val="0"/>
              </a:spcAft>
              <a:buClr>
                <a:schemeClr val="accent6"/>
              </a:buClr>
              <a:buSzPts val="1400"/>
              <a:buFont typeface="Instrument Sans"/>
              <a:buNone/>
              <a:defRPr>
                <a:solidFill>
                  <a:schemeClr val="accent6"/>
                </a:solidFill>
              </a:defRPr>
            </a:lvl6pPr>
            <a:lvl7pPr lvl="6">
              <a:spcBef>
                <a:spcPts val="0"/>
              </a:spcBef>
              <a:spcAft>
                <a:spcPts val="0"/>
              </a:spcAft>
              <a:buClr>
                <a:schemeClr val="accent6"/>
              </a:buClr>
              <a:buSzPts val="1400"/>
              <a:buFont typeface="Instrument Sans"/>
              <a:buNone/>
              <a:defRPr>
                <a:solidFill>
                  <a:schemeClr val="accent6"/>
                </a:solidFill>
              </a:defRPr>
            </a:lvl7pPr>
            <a:lvl8pPr lvl="7">
              <a:spcBef>
                <a:spcPts val="0"/>
              </a:spcBef>
              <a:spcAft>
                <a:spcPts val="0"/>
              </a:spcAft>
              <a:buClr>
                <a:schemeClr val="accent6"/>
              </a:buClr>
              <a:buSzPts val="1400"/>
              <a:buFont typeface="Instrument Sans"/>
              <a:buNone/>
              <a:defRPr>
                <a:solidFill>
                  <a:schemeClr val="accent6"/>
                </a:solidFill>
              </a:defRPr>
            </a:lvl8pPr>
            <a:lvl9pPr lvl="8">
              <a:spcBef>
                <a:spcPts val="0"/>
              </a:spcBef>
              <a:spcAft>
                <a:spcPts val="0"/>
              </a:spcAft>
              <a:buClr>
                <a:schemeClr val="accent6"/>
              </a:buClr>
              <a:buSzPts val="1400"/>
              <a:buFont typeface="Instrument Sans"/>
              <a:buNone/>
              <a:defRPr>
                <a:solidFill>
                  <a:schemeClr val="accent6"/>
                </a:solidFill>
              </a:defRPr>
            </a:lvl9pPr>
          </a:lstStyle>
          <a:p>
            <a:endParaRPr/>
          </a:p>
        </p:txBody>
      </p:sp>
      <p:sp>
        <p:nvSpPr>
          <p:cNvPr id="67" name="Google Shape;67;p15"/>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ver">
  <p:cSld name="BLANK_2">
    <p:spTree>
      <p:nvGrpSpPr>
        <p:cNvPr id="1" name="Shape 68"/>
        <p:cNvGrpSpPr/>
        <p:nvPr/>
      </p:nvGrpSpPr>
      <p:grpSpPr>
        <a:xfrm>
          <a:off x="0" y="0"/>
          <a:ext cx="0" cy="0"/>
          <a:chOff x="0" y="0"/>
          <a:chExt cx="0" cy="0"/>
        </a:xfrm>
      </p:grpSpPr>
      <p:sp>
        <p:nvSpPr>
          <p:cNvPr id="69" name="Google Shape;69;p16"/>
          <p:cNvSpPr txBox="1">
            <a:spLocks noGrp="1"/>
          </p:cNvSpPr>
          <p:nvPr>
            <p:ph type="title"/>
          </p:nvPr>
        </p:nvSpPr>
        <p:spPr>
          <a:xfrm>
            <a:off x="291800" y="465200"/>
            <a:ext cx="5666400" cy="2047800"/>
          </a:xfrm>
          <a:prstGeom prst="rect">
            <a:avLst/>
          </a:prstGeom>
        </p:spPr>
        <p:txBody>
          <a:bodyPr spcFirstLastPara="1" wrap="square" lIns="0" tIns="0" rIns="0" bIns="0" anchor="t" anchorCtr="0">
            <a:spAutoFit/>
          </a:bodyPr>
          <a:lstStyle>
            <a:lvl1pPr lvl="0">
              <a:lnSpc>
                <a:spcPct val="85000"/>
              </a:lnSpc>
              <a:spcBef>
                <a:spcPts val="0"/>
              </a:spcBef>
              <a:spcAft>
                <a:spcPts val="0"/>
              </a:spcAft>
              <a:buClr>
                <a:schemeClr val="lt1"/>
              </a:buClr>
              <a:buSzPts val="6000"/>
              <a:buFont typeface="Instrument Sans SemiBold"/>
              <a:buNone/>
              <a:defRPr sz="6000"/>
            </a:lvl1pPr>
            <a:lvl2pPr lvl="1">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2pPr>
            <a:lvl3pPr lvl="2">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3pPr>
            <a:lvl4pPr lvl="3">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4pPr>
            <a:lvl5pPr lvl="4">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5pPr>
            <a:lvl6pPr lvl="5">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6pPr>
            <a:lvl7pPr lvl="6">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7pPr>
            <a:lvl8pPr lvl="7">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8pPr>
            <a:lvl9pPr lvl="8">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9pPr>
          </a:lstStyle>
          <a:p>
            <a:endParaRPr/>
          </a:p>
        </p:txBody>
      </p:sp>
      <p:grpSp>
        <p:nvGrpSpPr>
          <p:cNvPr id="70" name="Google Shape;70;p16"/>
          <p:cNvGrpSpPr/>
          <p:nvPr/>
        </p:nvGrpSpPr>
        <p:grpSpPr>
          <a:xfrm>
            <a:off x="5689900" y="0"/>
            <a:ext cx="2908801" cy="5143500"/>
            <a:chOff x="5689900" y="0"/>
            <a:chExt cx="2908801" cy="5143500"/>
          </a:xfrm>
        </p:grpSpPr>
        <p:pic>
          <p:nvPicPr>
            <p:cNvPr id="71" name="Google Shape;71;p16"/>
            <p:cNvPicPr preferRelativeResize="0"/>
            <p:nvPr/>
          </p:nvPicPr>
          <p:blipFill rotWithShape="1">
            <a:blip r:embed="rId2">
              <a:alphaModFix/>
            </a:blip>
            <a:srcRect b="18778"/>
            <a:stretch/>
          </p:blipFill>
          <p:spPr>
            <a:xfrm>
              <a:off x="5689900" y="2780975"/>
              <a:ext cx="2908800" cy="2362525"/>
            </a:xfrm>
            <a:prstGeom prst="rect">
              <a:avLst/>
            </a:prstGeom>
            <a:noFill/>
            <a:ln>
              <a:noFill/>
            </a:ln>
          </p:spPr>
        </p:pic>
        <p:pic>
          <p:nvPicPr>
            <p:cNvPr id="72" name="Google Shape;72;p16"/>
            <p:cNvPicPr preferRelativeResize="0"/>
            <p:nvPr/>
          </p:nvPicPr>
          <p:blipFill rotWithShape="1">
            <a:blip r:embed="rId3">
              <a:alphaModFix/>
            </a:blip>
            <a:srcRect t="25728"/>
            <a:stretch/>
          </p:blipFill>
          <p:spPr>
            <a:xfrm>
              <a:off x="5689900" y="0"/>
              <a:ext cx="2908800" cy="2160400"/>
            </a:xfrm>
            <a:prstGeom prst="rect">
              <a:avLst/>
            </a:prstGeom>
            <a:noFill/>
            <a:ln>
              <a:noFill/>
            </a:ln>
          </p:spPr>
        </p:pic>
        <p:pic>
          <p:nvPicPr>
            <p:cNvPr id="73" name="Google Shape;73;p16"/>
            <p:cNvPicPr preferRelativeResize="0"/>
            <p:nvPr/>
          </p:nvPicPr>
          <p:blipFill>
            <a:blip r:embed="rId4">
              <a:alphaModFix/>
            </a:blip>
            <a:stretch>
              <a:fillRect/>
            </a:stretch>
          </p:blipFill>
          <p:spPr>
            <a:xfrm>
              <a:off x="5689900" y="960725"/>
              <a:ext cx="2908800" cy="2908800"/>
            </a:xfrm>
            <a:prstGeom prst="rect">
              <a:avLst/>
            </a:prstGeom>
            <a:noFill/>
            <a:ln>
              <a:noFill/>
            </a:ln>
          </p:spPr>
        </p:pic>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hank you">
  <p:cSld name="BLANK_2_1">
    <p:spTree>
      <p:nvGrpSpPr>
        <p:cNvPr id="1" name="Shape 74"/>
        <p:cNvGrpSpPr/>
        <p:nvPr/>
      </p:nvGrpSpPr>
      <p:grpSpPr>
        <a:xfrm>
          <a:off x="0" y="0"/>
          <a:ext cx="0" cy="0"/>
          <a:chOff x="0" y="0"/>
          <a:chExt cx="0" cy="0"/>
        </a:xfrm>
      </p:grpSpPr>
      <p:sp>
        <p:nvSpPr>
          <p:cNvPr id="75" name="Google Shape;75;p17"/>
          <p:cNvSpPr/>
          <p:nvPr/>
        </p:nvSpPr>
        <p:spPr>
          <a:xfrm>
            <a:off x="608106" y="3907013"/>
            <a:ext cx="571200" cy="5712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strument Sans"/>
              <a:ea typeface="Instrument Sans"/>
              <a:cs typeface="Instrument Sans"/>
              <a:sym typeface="Instrument Sans"/>
            </a:endParaRPr>
          </a:p>
        </p:txBody>
      </p:sp>
      <p:sp>
        <p:nvSpPr>
          <p:cNvPr id="76" name="Google Shape;76;p17"/>
          <p:cNvSpPr>
            <a:spLocks noGrp="1"/>
          </p:cNvSpPr>
          <p:nvPr>
            <p:ph type="pic" idx="2"/>
          </p:nvPr>
        </p:nvSpPr>
        <p:spPr>
          <a:xfrm>
            <a:off x="598225" y="3900375"/>
            <a:ext cx="571200" cy="571200"/>
          </a:xfrm>
          <a:prstGeom prst="ellipse">
            <a:avLst/>
          </a:prstGeom>
          <a:noFill/>
          <a:ln>
            <a:noFill/>
          </a:ln>
        </p:spPr>
      </p:sp>
      <p:sp>
        <p:nvSpPr>
          <p:cNvPr id="77" name="Google Shape;77;p17"/>
          <p:cNvSpPr txBox="1">
            <a:spLocks noGrp="1"/>
          </p:cNvSpPr>
          <p:nvPr>
            <p:ph type="title"/>
          </p:nvPr>
        </p:nvSpPr>
        <p:spPr>
          <a:xfrm>
            <a:off x="291800" y="465200"/>
            <a:ext cx="5666400" cy="2047800"/>
          </a:xfrm>
          <a:prstGeom prst="rect">
            <a:avLst/>
          </a:prstGeom>
        </p:spPr>
        <p:txBody>
          <a:bodyPr spcFirstLastPara="1" wrap="square" lIns="0" tIns="0" rIns="0" bIns="0" anchor="t" anchorCtr="0">
            <a:spAutoFit/>
          </a:bodyPr>
          <a:lstStyle>
            <a:lvl1pPr lvl="0">
              <a:lnSpc>
                <a:spcPct val="85000"/>
              </a:lnSpc>
              <a:spcBef>
                <a:spcPts val="0"/>
              </a:spcBef>
              <a:spcAft>
                <a:spcPts val="0"/>
              </a:spcAft>
              <a:buClr>
                <a:schemeClr val="lt1"/>
              </a:buClr>
              <a:buSzPts val="6000"/>
              <a:buFont typeface="Instrument Sans SemiBold"/>
              <a:buNone/>
              <a:defRPr sz="6000"/>
            </a:lvl1pPr>
            <a:lvl2pPr lvl="1">
              <a:lnSpc>
                <a:spcPct val="85000"/>
              </a:lnSpc>
              <a:spcBef>
                <a:spcPts val="0"/>
              </a:spcBef>
              <a:spcAft>
                <a:spcPts val="0"/>
              </a:spcAft>
              <a:buClr>
                <a:schemeClr val="lt1"/>
              </a:buClr>
              <a:buSzPts val="6000"/>
              <a:buFont typeface="Instrument Sans SemiBold"/>
              <a:buNone/>
              <a:defRPr sz="6000">
                <a:solidFill>
                  <a:schemeClr val="lt1"/>
                </a:solidFill>
              </a:defRPr>
            </a:lvl2pPr>
            <a:lvl3pPr lvl="2">
              <a:lnSpc>
                <a:spcPct val="85000"/>
              </a:lnSpc>
              <a:spcBef>
                <a:spcPts val="0"/>
              </a:spcBef>
              <a:spcAft>
                <a:spcPts val="0"/>
              </a:spcAft>
              <a:buClr>
                <a:schemeClr val="lt1"/>
              </a:buClr>
              <a:buSzPts val="6000"/>
              <a:buFont typeface="Instrument Sans SemiBold"/>
              <a:buNone/>
              <a:defRPr sz="6000">
                <a:solidFill>
                  <a:schemeClr val="lt1"/>
                </a:solidFill>
              </a:defRPr>
            </a:lvl3pPr>
            <a:lvl4pPr lvl="3">
              <a:lnSpc>
                <a:spcPct val="85000"/>
              </a:lnSpc>
              <a:spcBef>
                <a:spcPts val="0"/>
              </a:spcBef>
              <a:spcAft>
                <a:spcPts val="0"/>
              </a:spcAft>
              <a:buClr>
                <a:schemeClr val="lt1"/>
              </a:buClr>
              <a:buSzPts val="6000"/>
              <a:buFont typeface="Instrument Sans SemiBold"/>
              <a:buNone/>
              <a:defRPr sz="6000">
                <a:solidFill>
                  <a:schemeClr val="lt1"/>
                </a:solidFill>
              </a:defRPr>
            </a:lvl4pPr>
            <a:lvl5pPr lvl="4">
              <a:lnSpc>
                <a:spcPct val="85000"/>
              </a:lnSpc>
              <a:spcBef>
                <a:spcPts val="0"/>
              </a:spcBef>
              <a:spcAft>
                <a:spcPts val="0"/>
              </a:spcAft>
              <a:buClr>
                <a:schemeClr val="lt1"/>
              </a:buClr>
              <a:buSzPts val="6000"/>
              <a:buFont typeface="Instrument Sans SemiBold"/>
              <a:buNone/>
              <a:defRPr sz="6000">
                <a:solidFill>
                  <a:schemeClr val="lt1"/>
                </a:solidFill>
              </a:defRPr>
            </a:lvl5pPr>
            <a:lvl6pPr lvl="5">
              <a:lnSpc>
                <a:spcPct val="85000"/>
              </a:lnSpc>
              <a:spcBef>
                <a:spcPts val="0"/>
              </a:spcBef>
              <a:spcAft>
                <a:spcPts val="0"/>
              </a:spcAft>
              <a:buClr>
                <a:schemeClr val="lt1"/>
              </a:buClr>
              <a:buSzPts val="6000"/>
              <a:buFont typeface="Instrument Sans SemiBold"/>
              <a:buNone/>
              <a:defRPr sz="6000">
                <a:solidFill>
                  <a:schemeClr val="lt1"/>
                </a:solidFill>
              </a:defRPr>
            </a:lvl6pPr>
            <a:lvl7pPr lvl="6">
              <a:lnSpc>
                <a:spcPct val="85000"/>
              </a:lnSpc>
              <a:spcBef>
                <a:spcPts val="0"/>
              </a:spcBef>
              <a:spcAft>
                <a:spcPts val="0"/>
              </a:spcAft>
              <a:buClr>
                <a:schemeClr val="lt1"/>
              </a:buClr>
              <a:buSzPts val="6000"/>
              <a:buFont typeface="Instrument Sans SemiBold"/>
              <a:buNone/>
              <a:defRPr sz="6000">
                <a:solidFill>
                  <a:schemeClr val="lt1"/>
                </a:solidFill>
              </a:defRPr>
            </a:lvl7pPr>
            <a:lvl8pPr lvl="7">
              <a:lnSpc>
                <a:spcPct val="85000"/>
              </a:lnSpc>
              <a:spcBef>
                <a:spcPts val="0"/>
              </a:spcBef>
              <a:spcAft>
                <a:spcPts val="0"/>
              </a:spcAft>
              <a:buClr>
                <a:schemeClr val="lt1"/>
              </a:buClr>
              <a:buSzPts val="6000"/>
              <a:buFont typeface="Instrument Sans SemiBold"/>
              <a:buNone/>
              <a:defRPr sz="6000">
                <a:solidFill>
                  <a:schemeClr val="lt1"/>
                </a:solidFill>
              </a:defRPr>
            </a:lvl8pPr>
            <a:lvl9pPr lvl="8">
              <a:lnSpc>
                <a:spcPct val="85000"/>
              </a:lnSpc>
              <a:spcBef>
                <a:spcPts val="0"/>
              </a:spcBef>
              <a:spcAft>
                <a:spcPts val="0"/>
              </a:spcAft>
              <a:buClr>
                <a:schemeClr val="lt1"/>
              </a:buClr>
              <a:buSzPts val="6000"/>
              <a:buFont typeface="Instrument Sans SemiBold"/>
              <a:buNone/>
              <a:defRPr sz="6000">
                <a:solidFill>
                  <a:schemeClr val="lt1"/>
                </a:solidFill>
              </a:defRPr>
            </a:lvl9pPr>
          </a:lstStyle>
          <a:p>
            <a:endParaRPr/>
          </a:p>
        </p:txBody>
      </p:sp>
      <p:sp>
        <p:nvSpPr>
          <p:cNvPr id="78" name="Google Shape;78;p17"/>
          <p:cNvSpPr txBox="1">
            <a:spLocks noGrp="1"/>
          </p:cNvSpPr>
          <p:nvPr>
            <p:ph type="subTitle" idx="1"/>
          </p:nvPr>
        </p:nvSpPr>
        <p:spPr>
          <a:xfrm>
            <a:off x="1416800" y="3864575"/>
            <a:ext cx="2908800" cy="308400"/>
          </a:xfrm>
          <a:prstGeom prst="rect">
            <a:avLst/>
          </a:prstGeom>
        </p:spPr>
        <p:txBody>
          <a:bodyPr spcFirstLastPara="1" wrap="square" lIns="0" tIns="0" rIns="0" bIns="0" anchor="b" anchorCtr="0">
            <a:noAutofit/>
          </a:bodyPr>
          <a:lstStyle>
            <a:lvl1pPr lvl="0">
              <a:spcBef>
                <a:spcPts val="0"/>
              </a:spcBef>
              <a:spcAft>
                <a:spcPts val="0"/>
              </a:spcAft>
              <a:buClr>
                <a:schemeClr val="lt1"/>
              </a:buClr>
              <a:buSzPts val="1400"/>
              <a:buFont typeface="Instrument Sans"/>
              <a:buNone/>
              <a:defRPr sz="12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a:endParaRPr/>
          </a:p>
        </p:txBody>
      </p:sp>
      <p:sp>
        <p:nvSpPr>
          <p:cNvPr id="79" name="Google Shape;79;p17"/>
          <p:cNvSpPr txBox="1">
            <a:spLocks noGrp="1"/>
          </p:cNvSpPr>
          <p:nvPr>
            <p:ph type="subTitle" idx="3"/>
          </p:nvPr>
        </p:nvSpPr>
        <p:spPr>
          <a:xfrm>
            <a:off x="1416800" y="4185969"/>
            <a:ext cx="2908800" cy="308400"/>
          </a:xfrm>
          <a:prstGeom prst="rect">
            <a:avLst/>
          </a:prstGeom>
        </p:spPr>
        <p:txBody>
          <a:bodyPr spcFirstLastPara="1" wrap="square" lIns="0" tIns="0" rIns="0" bIns="0" anchor="t" anchorCtr="0">
            <a:noAutofit/>
          </a:bodyPr>
          <a:lstStyle>
            <a:lvl1pPr lvl="0">
              <a:lnSpc>
                <a:spcPct val="110000"/>
              </a:lnSpc>
              <a:spcBef>
                <a:spcPts val="0"/>
              </a:spcBef>
              <a:spcAft>
                <a:spcPts val="0"/>
              </a:spcAft>
              <a:buNone/>
              <a:defRPr sz="1200" i="1">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Clr>
                <a:schemeClr val="accent5"/>
              </a:buClr>
              <a:buSzPts val="1400"/>
              <a:buFont typeface="Instrument Sans"/>
              <a:buNone/>
              <a:defRPr>
                <a:solidFill>
                  <a:schemeClr val="accent5"/>
                </a:solidFill>
              </a:defRPr>
            </a:lvl2pPr>
            <a:lvl3pPr lvl="2">
              <a:spcBef>
                <a:spcPts val="0"/>
              </a:spcBef>
              <a:spcAft>
                <a:spcPts val="0"/>
              </a:spcAft>
              <a:buClr>
                <a:schemeClr val="accent5"/>
              </a:buClr>
              <a:buSzPts val="1400"/>
              <a:buFont typeface="Instrument Sans"/>
              <a:buNone/>
              <a:defRPr>
                <a:solidFill>
                  <a:schemeClr val="accent5"/>
                </a:solidFill>
              </a:defRPr>
            </a:lvl3pPr>
            <a:lvl4pPr lvl="3">
              <a:spcBef>
                <a:spcPts val="0"/>
              </a:spcBef>
              <a:spcAft>
                <a:spcPts val="0"/>
              </a:spcAft>
              <a:buClr>
                <a:schemeClr val="accent5"/>
              </a:buClr>
              <a:buSzPts val="1400"/>
              <a:buFont typeface="Instrument Sans"/>
              <a:buNone/>
              <a:defRPr>
                <a:solidFill>
                  <a:schemeClr val="accent5"/>
                </a:solidFill>
              </a:defRPr>
            </a:lvl4pPr>
            <a:lvl5pPr lvl="4">
              <a:spcBef>
                <a:spcPts val="0"/>
              </a:spcBef>
              <a:spcAft>
                <a:spcPts val="0"/>
              </a:spcAft>
              <a:buClr>
                <a:schemeClr val="accent5"/>
              </a:buClr>
              <a:buSzPts val="1400"/>
              <a:buFont typeface="Instrument Sans"/>
              <a:buNone/>
              <a:defRPr>
                <a:solidFill>
                  <a:schemeClr val="accent5"/>
                </a:solidFill>
              </a:defRPr>
            </a:lvl5pPr>
            <a:lvl6pPr lvl="5">
              <a:spcBef>
                <a:spcPts val="0"/>
              </a:spcBef>
              <a:spcAft>
                <a:spcPts val="0"/>
              </a:spcAft>
              <a:buClr>
                <a:schemeClr val="accent5"/>
              </a:buClr>
              <a:buSzPts val="1400"/>
              <a:buFont typeface="Instrument Sans"/>
              <a:buNone/>
              <a:defRPr>
                <a:solidFill>
                  <a:schemeClr val="accent5"/>
                </a:solidFill>
              </a:defRPr>
            </a:lvl6pPr>
            <a:lvl7pPr lvl="6">
              <a:spcBef>
                <a:spcPts val="0"/>
              </a:spcBef>
              <a:spcAft>
                <a:spcPts val="0"/>
              </a:spcAft>
              <a:buClr>
                <a:schemeClr val="accent5"/>
              </a:buClr>
              <a:buSzPts val="1400"/>
              <a:buFont typeface="Instrument Sans"/>
              <a:buNone/>
              <a:defRPr>
                <a:solidFill>
                  <a:schemeClr val="accent5"/>
                </a:solidFill>
              </a:defRPr>
            </a:lvl7pPr>
            <a:lvl8pPr lvl="7">
              <a:spcBef>
                <a:spcPts val="0"/>
              </a:spcBef>
              <a:spcAft>
                <a:spcPts val="0"/>
              </a:spcAft>
              <a:buClr>
                <a:schemeClr val="accent5"/>
              </a:buClr>
              <a:buSzPts val="1400"/>
              <a:buFont typeface="Instrument Sans"/>
              <a:buNone/>
              <a:defRPr>
                <a:solidFill>
                  <a:schemeClr val="accent5"/>
                </a:solidFill>
              </a:defRPr>
            </a:lvl8pPr>
            <a:lvl9pPr lvl="8">
              <a:spcBef>
                <a:spcPts val="0"/>
              </a:spcBef>
              <a:spcAft>
                <a:spcPts val="0"/>
              </a:spcAft>
              <a:buClr>
                <a:schemeClr val="accent5"/>
              </a:buClr>
              <a:buSzPts val="1400"/>
              <a:buFont typeface="Instrument Sans"/>
              <a:buNone/>
              <a:defRPr>
                <a:solidFill>
                  <a:schemeClr val="accent5"/>
                </a:solidFill>
              </a:defRPr>
            </a:lvl9pPr>
          </a:lstStyle>
          <a:p>
            <a:endParaRPr/>
          </a:p>
        </p:txBody>
      </p:sp>
      <p:grpSp>
        <p:nvGrpSpPr>
          <p:cNvPr id="80" name="Google Shape;80;p17"/>
          <p:cNvGrpSpPr/>
          <p:nvPr/>
        </p:nvGrpSpPr>
        <p:grpSpPr>
          <a:xfrm>
            <a:off x="5689900" y="0"/>
            <a:ext cx="2908801" cy="5143500"/>
            <a:chOff x="5689900" y="0"/>
            <a:chExt cx="2908801" cy="5143500"/>
          </a:xfrm>
        </p:grpSpPr>
        <p:pic>
          <p:nvPicPr>
            <p:cNvPr id="81" name="Google Shape;81;p17"/>
            <p:cNvPicPr preferRelativeResize="0"/>
            <p:nvPr/>
          </p:nvPicPr>
          <p:blipFill rotWithShape="1">
            <a:blip r:embed="rId2">
              <a:alphaModFix/>
            </a:blip>
            <a:srcRect b="18778"/>
            <a:stretch/>
          </p:blipFill>
          <p:spPr>
            <a:xfrm>
              <a:off x="5689900" y="2780975"/>
              <a:ext cx="2908800" cy="2362525"/>
            </a:xfrm>
            <a:prstGeom prst="rect">
              <a:avLst/>
            </a:prstGeom>
            <a:noFill/>
            <a:ln>
              <a:noFill/>
            </a:ln>
          </p:spPr>
        </p:pic>
        <p:pic>
          <p:nvPicPr>
            <p:cNvPr id="82" name="Google Shape;82;p17"/>
            <p:cNvPicPr preferRelativeResize="0"/>
            <p:nvPr/>
          </p:nvPicPr>
          <p:blipFill rotWithShape="1">
            <a:blip r:embed="rId3">
              <a:alphaModFix/>
            </a:blip>
            <a:srcRect t="25728"/>
            <a:stretch/>
          </p:blipFill>
          <p:spPr>
            <a:xfrm>
              <a:off x="5689900" y="0"/>
              <a:ext cx="2908800" cy="2160400"/>
            </a:xfrm>
            <a:prstGeom prst="rect">
              <a:avLst/>
            </a:prstGeom>
            <a:noFill/>
            <a:ln>
              <a:noFill/>
            </a:ln>
          </p:spPr>
        </p:pic>
        <p:pic>
          <p:nvPicPr>
            <p:cNvPr id="83" name="Google Shape;83;p17"/>
            <p:cNvPicPr preferRelativeResize="0"/>
            <p:nvPr/>
          </p:nvPicPr>
          <p:blipFill>
            <a:blip r:embed="rId4">
              <a:alphaModFix/>
            </a:blip>
            <a:stretch>
              <a:fillRect/>
            </a:stretch>
          </p:blipFill>
          <p:spPr>
            <a:xfrm>
              <a:off x="5689900" y="960725"/>
              <a:ext cx="2908800" cy="2908800"/>
            </a:xfrm>
            <a:prstGeom prst="rect">
              <a:avLst/>
            </a:prstGeom>
            <a:noFill/>
            <a:ln>
              <a:noFill/>
            </a:ln>
          </p:spPr>
        </p:pic>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Agenda - Alt 4 elements">
  <p:cSld name="BLANK_1_1_1_1_1_1_1_1_1_1_1_2">
    <p:bg>
      <p:bgPr>
        <a:solidFill>
          <a:schemeClr val="dk2"/>
        </a:solidFill>
        <a:effectLst/>
      </p:bgPr>
    </p:bg>
    <p:spTree>
      <p:nvGrpSpPr>
        <p:cNvPr id="1" name="Shape 84"/>
        <p:cNvGrpSpPr/>
        <p:nvPr/>
      </p:nvGrpSpPr>
      <p:grpSpPr>
        <a:xfrm>
          <a:off x="0" y="0"/>
          <a:ext cx="0" cy="0"/>
          <a:chOff x="0" y="0"/>
          <a:chExt cx="0" cy="0"/>
        </a:xfrm>
      </p:grpSpPr>
      <p:pic>
        <p:nvPicPr>
          <p:cNvPr id="85" name="Google Shape;85;p18"/>
          <p:cNvPicPr preferRelativeResize="0"/>
          <p:nvPr/>
        </p:nvPicPr>
        <p:blipFill rotWithShape="1">
          <a:blip r:embed="rId2">
            <a:alphaModFix/>
          </a:blip>
          <a:srcRect t="12335" r="33444" b="31415"/>
          <a:stretch/>
        </p:blipFill>
        <p:spPr>
          <a:xfrm>
            <a:off x="3058325" y="0"/>
            <a:ext cx="6085676" cy="5143500"/>
          </a:xfrm>
          <a:prstGeom prst="rect">
            <a:avLst/>
          </a:prstGeom>
          <a:noFill/>
          <a:ln>
            <a:noFill/>
          </a:ln>
        </p:spPr>
      </p:pic>
      <p:sp>
        <p:nvSpPr>
          <p:cNvPr id="86" name="Google Shape;86;p18"/>
          <p:cNvSpPr txBox="1">
            <a:spLocks noGrp="1"/>
          </p:cNvSpPr>
          <p:nvPr>
            <p:ph type="body" idx="1"/>
          </p:nvPr>
        </p:nvSpPr>
        <p:spPr>
          <a:xfrm>
            <a:off x="4628175" y="2623228"/>
            <a:ext cx="2055000" cy="1281600"/>
          </a:xfrm>
          <a:prstGeom prst="rect">
            <a:avLst/>
          </a:prstGeom>
        </p:spPr>
        <p:txBody>
          <a:bodyPr spcFirstLastPara="1" wrap="square" lIns="137150" tIns="91425" rIns="91425" bIns="91425" anchor="t" anchorCtr="0">
            <a:noAutofit/>
          </a:bodyPr>
          <a:lstStyle>
            <a:lvl1pPr marL="457200" lvl="0"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87" name="Google Shape;87;p18"/>
          <p:cNvSpPr txBox="1">
            <a:spLocks noGrp="1"/>
          </p:cNvSpPr>
          <p:nvPr>
            <p:ph type="body" idx="2"/>
          </p:nvPr>
        </p:nvSpPr>
        <p:spPr>
          <a:xfrm>
            <a:off x="6801875" y="2623228"/>
            <a:ext cx="2055000" cy="1281600"/>
          </a:xfrm>
          <a:prstGeom prst="rect">
            <a:avLst/>
          </a:prstGeom>
        </p:spPr>
        <p:txBody>
          <a:bodyPr spcFirstLastPara="1" wrap="square" lIns="137150" tIns="91425" rIns="91425" bIns="91425" anchor="t" anchorCtr="0">
            <a:noAutofit/>
          </a:bodyPr>
          <a:lstStyle>
            <a:lvl1pPr marL="457200" lvl="0"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88" name="Google Shape;88;p18"/>
          <p:cNvSpPr txBox="1">
            <a:spLocks noGrp="1"/>
          </p:cNvSpPr>
          <p:nvPr>
            <p:ph type="body" idx="3"/>
          </p:nvPr>
        </p:nvSpPr>
        <p:spPr>
          <a:xfrm>
            <a:off x="280875" y="2623228"/>
            <a:ext cx="2055000" cy="1281600"/>
          </a:xfrm>
          <a:prstGeom prst="rect">
            <a:avLst/>
          </a:prstGeom>
        </p:spPr>
        <p:txBody>
          <a:bodyPr spcFirstLastPara="1" wrap="square" lIns="137150" tIns="91425" rIns="91425" bIns="91425" anchor="t" anchorCtr="0">
            <a:noAutofit/>
          </a:bodyPr>
          <a:lstStyle>
            <a:lvl1pPr marL="457200" lvl="0"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89" name="Google Shape;89;p18"/>
          <p:cNvSpPr txBox="1">
            <a:spLocks noGrp="1"/>
          </p:cNvSpPr>
          <p:nvPr>
            <p:ph type="body" idx="4"/>
          </p:nvPr>
        </p:nvSpPr>
        <p:spPr>
          <a:xfrm>
            <a:off x="2454525" y="2623228"/>
            <a:ext cx="2055000" cy="1281600"/>
          </a:xfrm>
          <a:prstGeom prst="rect">
            <a:avLst/>
          </a:prstGeom>
        </p:spPr>
        <p:txBody>
          <a:bodyPr spcFirstLastPara="1" wrap="square" lIns="137150" tIns="91425" rIns="91425" bIns="91425" anchor="t" anchorCtr="0">
            <a:noAutofit/>
          </a:bodyPr>
          <a:lstStyle>
            <a:lvl1pPr marL="457200" lvl="0" indent="-3175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1pPr>
            <a:lvl2pPr marL="914400" lvl="1" indent="-3175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2pPr>
            <a:lvl3pPr marL="1371600" lvl="2" indent="-3175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3pPr>
            <a:lvl4pPr marL="1828800" lvl="3" indent="-3175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4pPr>
            <a:lvl5pPr marL="2286000" lvl="4" indent="-3175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5pPr>
            <a:lvl6pPr marL="2743200" lvl="5" indent="-3175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6pPr>
            <a:lvl7pPr marL="3200400" lvl="6" indent="-3175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7pPr>
            <a:lvl8pPr marL="3657600" lvl="7" indent="-3175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8pPr>
            <a:lvl9pPr marL="4114800" lvl="8" indent="-3175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9pPr>
          </a:lstStyle>
          <a:p>
            <a:endParaRPr/>
          </a:p>
        </p:txBody>
      </p:sp>
      <p:sp>
        <p:nvSpPr>
          <p:cNvPr id="90" name="Google Shape;90;p18"/>
          <p:cNvSpPr txBox="1">
            <a:spLocks noGrp="1"/>
          </p:cNvSpPr>
          <p:nvPr>
            <p:ph type="subTitle" idx="5"/>
          </p:nvPr>
        </p:nvSpPr>
        <p:spPr>
          <a:xfrm>
            <a:off x="289100" y="4018750"/>
            <a:ext cx="2055000" cy="498600"/>
          </a:xfrm>
          <a:prstGeom prst="rect">
            <a:avLst/>
          </a:prstGeom>
        </p:spPr>
        <p:txBody>
          <a:bodyPr spcFirstLastPara="1" wrap="square" lIns="137150" tIns="0" rIns="137150" bIns="0" anchor="b" anchorCtr="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1" name="Google Shape;91;p18"/>
          <p:cNvSpPr txBox="1">
            <a:spLocks noGrp="1"/>
          </p:cNvSpPr>
          <p:nvPr>
            <p:ph type="subTitle" idx="6"/>
          </p:nvPr>
        </p:nvSpPr>
        <p:spPr>
          <a:xfrm>
            <a:off x="2459475" y="4018750"/>
            <a:ext cx="2055000" cy="498600"/>
          </a:xfrm>
          <a:prstGeom prst="rect">
            <a:avLst/>
          </a:prstGeom>
        </p:spPr>
        <p:txBody>
          <a:bodyPr spcFirstLastPara="1" wrap="square" lIns="137150" tIns="0" rIns="137150" bIns="0" anchor="b" anchorCtr="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18"/>
          <p:cNvSpPr txBox="1">
            <a:spLocks noGrp="1"/>
          </p:cNvSpPr>
          <p:nvPr>
            <p:ph type="subTitle" idx="7"/>
          </p:nvPr>
        </p:nvSpPr>
        <p:spPr>
          <a:xfrm>
            <a:off x="4629100" y="4018750"/>
            <a:ext cx="2055000" cy="498600"/>
          </a:xfrm>
          <a:prstGeom prst="rect">
            <a:avLst/>
          </a:prstGeom>
        </p:spPr>
        <p:txBody>
          <a:bodyPr spcFirstLastPara="1" wrap="square" lIns="137150" tIns="0" rIns="137150" bIns="0" anchor="b" anchorCtr="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3" name="Google Shape;93;p18"/>
          <p:cNvSpPr txBox="1">
            <a:spLocks noGrp="1"/>
          </p:cNvSpPr>
          <p:nvPr>
            <p:ph type="subTitle" idx="8"/>
          </p:nvPr>
        </p:nvSpPr>
        <p:spPr>
          <a:xfrm>
            <a:off x="6807639" y="4018750"/>
            <a:ext cx="2055000" cy="498600"/>
          </a:xfrm>
          <a:prstGeom prst="rect">
            <a:avLst/>
          </a:prstGeom>
        </p:spPr>
        <p:txBody>
          <a:bodyPr spcFirstLastPara="1" wrap="square" lIns="137150" tIns="0" rIns="137150" bIns="0" anchor="b" anchorCtr="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18"/>
          <p:cNvSpPr txBox="1">
            <a:spLocks noGrp="1"/>
          </p:cNvSpPr>
          <p:nvPr>
            <p:ph type="title"/>
          </p:nvPr>
        </p:nvSpPr>
        <p:spPr>
          <a:xfrm>
            <a:off x="292597" y="474750"/>
            <a:ext cx="6390300" cy="498600"/>
          </a:xfrm>
          <a:prstGeom prst="rect">
            <a:avLst/>
          </a:prstGeom>
        </p:spPr>
        <p:txBody>
          <a:bodyPr spcFirstLastPara="1" wrap="square" lIns="0" tIns="0" rIns="0" bIns="0" anchor="b" anchorCtr="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95" name="Google Shape;95;p18"/>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96" name="Google Shape;96;p18"/>
          <p:cNvSpPr txBox="1">
            <a:spLocks noGrp="1"/>
          </p:cNvSpPr>
          <p:nvPr>
            <p:ph type="subTitle" idx="9"/>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97" name="Google Shape;97;p18"/>
          <p:cNvSpPr txBox="1">
            <a:spLocks noGrp="1"/>
          </p:cNvSpPr>
          <p:nvPr>
            <p:ph type="subTitle" idx="13"/>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98" name="Google Shape;98;p18"/>
          <p:cNvSpPr txBox="1">
            <a:spLocks noGrp="1"/>
          </p:cNvSpPr>
          <p:nvPr>
            <p:ph type="subTitle" idx="14"/>
          </p:nvPr>
        </p:nvSpPr>
        <p:spPr>
          <a:xfrm>
            <a:off x="282950" y="2144530"/>
            <a:ext cx="900900" cy="312600"/>
          </a:xfrm>
          <a:prstGeom prst="rect">
            <a:avLst/>
          </a:prstGeom>
          <a:noFill/>
        </p:spPr>
        <p:txBody>
          <a:bodyPr spcFirstLastPara="1" wrap="square" lIns="137150" tIns="91425" rIns="91425" bIns="91425" anchor="t" anchorCtr="0">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99" name="Google Shape;99;p18"/>
          <p:cNvSpPr txBox="1">
            <a:spLocks noGrp="1"/>
          </p:cNvSpPr>
          <p:nvPr>
            <p:ph type="subTitle" idx="15"/>
          </p:nvPr>
        </p:nvSpPr>
        <p:spPr>
          <a:xfrm>
            <a:off x="2456213" y="2144530"/>
            <a:ext cx="900900" cy="312600"/>
          </a:xfrm>
          <a:prstGeom prst="rect">
            <a:avLst/>
          </a:prstGeom>
          <a:noFill/>
        </p:spPr>
        <p:txBody>
          <a:bodyPr spcFirstLastPara="1" wrap="square" lIns="137150" tIns="91425" rIns="91425" bIns="91425" anchor="t" anchorCtr="0">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100" name="Google Shape;100;p18"/>
          <p:cNvSpPr txBox="1">
            <a:spLocks noGrp="1"/>
          </p:cNvSpPr>
          <p:nvPr>
            <p:ph type="subTitle" idx="16"/>
          </p:nvPr>
        </p:nvSpPr>
        <p:spPr>
          <a:xfrm>
            <a:off x="4629025" y="2144530"/>
            <a:ext cx="900900" cy="312600"/>
          </a:xfrm>
          <a:prstGeom prst="rect">
            <a:avLst/>
          </a:prstGeom>
          <a:noFill/>
        </p:spPr>
        <p:txBody>
          <a:bodyPr spcFirstLastPara="1" wrap="square" lIns="137150" tIns="91425" rIns="91425" bIns="91425" anchor="t" anchorCtr="0">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101" name="Google Shape;101;p18"/>
          <p:cNvSpPr txBox="1">
            <a:spLocks noGrp="1"/>
          </p:cNvSpPr>
          <p:nvPr>
            <p:ph type="subTitle" idx="17"/>
          </p:nvPr>
        </p:nvSpPr>
        <p:spPr>
          <a:xfrm>
            <a:off x="6801875" y="2144530"/>
            <a:ext cx="900900" cy="312600"/>
          </a:xfrm>
          <a:prstGeom prst="rect">
            <a:avLst/>
          </a:prstGeom>
          <a:noFill/>
        </p:spPr>
        <p:txBody>
          <a:bodyPr spcFirstLastPara="1" wrap="square" lIns="137150" tIns="91425" rIns="91425" bIns="91425" anchor="t" anchorCtr="0">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Agenda - Alt 6 elements">
  <p:cSld name="BLANK_1_1_1_1_1_1_1_1_1_1_1_2_1">
    <p:bg>
      <p:bgPr>
        <a:solidFill>
          <a:schemeClr val="dk2"/>
        </a:solidFill>
        <a:effectLst/>
      </p:bgPr>
    </p:bg>
    <p:spTree>
      <p:nvGrpSpPr>
        <p:cNvPr id="1" name="Shape 102"/>
        <p:cNvGrpSpPr/>
        <p:nvPr/>
      </p:nvGrpSpPr>
      <p:grpSpPr>
        <a:xfrm>
          <a:off x="0" y="0"/>
          <a:ext cx="0" cy="0"/>
          <a:chOff x="0" y="0"/>
          <a:chExt cx="0" cy="0"/>
        </a:xfrm>
      </p:grpSpPr>
      <p:pic>
        <p:nvPicPr>
          <p:cNvPr id="103" name="Google Shape;103;p19"/>
          <p:cNvPicPr preferRelativeResize="0"/>
          <p:nvPr/>
        </p:nvPicPr>
        <p:blipFill rotWithShape="1">
          <a:blip r:embed="rId2">
            <a:alphaModFix/>
          </a:blip>
          <a:srcRect t="12335" r="33444" b="31415"/>
          <a:stretch/>
        </p:blipFill>
        <p:spPr>
          <a:xfrm>
            <a:off x="3058325" y="0"/>
            <a:ext cx="6085676" cy="5143500"/>
          </a:xfrm>
          <a:prstGeom prst="rect">
            <a:avLst/>
          </a:prstGeom>
          <a:noFill/>
          <a:ln>
            <a:noFill/>
          </a:ln>
        </p:spPr>
      </p:pic>
      <p:sp>
        <p:nvSpPr>
          <p:cNvPr id="104" name="Google Shape;104;p19"/>
          <p:cNvSpPr txBox="1">
            <a:spLocks noGrp="1"/>
          </p:cNvSpPr>
          <p:nvPr>
            <p:ph type="body" idx="1"/>
          </p:nvPr>
        </p:nvSpPr>
        <p:spPr>
          <a:xfrm>
            <a:off x="281050" y="2623225"/>
            <a:ext cx="1363500" cy="1323600"/>
          </a:xfrm>
          <a:prstGeom prst="rect">
            <a:avLst/>
          </a:prstGeom>
        </p:spPr>
        <p:txBody>
          <a:bodyPr spcFirstLastPara="1" wrap="square" lIns="137150" tIns="91425" rIns="90250" bIns="91425" anchor="t" anchorCtr="0">
            <a:noAutofit/>
          </a:bodyPr>
          <a:lstStyle>
            <a:lvl1pPr marL="457200" lvl="0"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1pPr>
            <a:lvl2pPr marL="914400" lvl="1"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2pPr>
            <a:lvl3pPr marL="1371600" lvl="2"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3pPr>
            <a:lvl4pPr marL="1828800" lvl="3"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4pPr>
            <a:lvl5pPr marL="2286000" lvl="4"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5pPr>
            <a:lvl6pPr marL="2743200" lvl="5"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6pPr>
            <a:lvl7pPr marL="3200400" lvl="6"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7pPr>
            <a:lvl8pPr marL="3657600" lvl="7"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8pPr>
            <a:lvl9pPr marL="4114800" lvl="8"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9pPr>
          </a:lstStyle>
          <a:p>
            <a:endParaRPr/>
          </a:p>
        </p:txBody>
      </p:sp>
      <p:sp>
        <p:nvSpPr>
          <p:cNvPr id="105" name="Google Shape;105;p19"/>
          <p:cNvSpPr txBox="1">
            <a:spLocks noGrp="1"/>
          </p:cNvSpPr>
          <p:nvPr>
            <p:ph type="body" idx="2"/>
          </p:nvPr>
        </p:nvSpPr>
        <p:spPr>
          <a:xfrm>
            <a:off x="1721100" y="2623225"/>
            <a:ext cx="1372500" cy="1323600"/>
          </a:xfrm>
          <a:prstGeom prst="rect">
            <a:avLst/>
          </a:prstGeom>
        </p:spPr>
        <p:txBody>
          <a:bodyPr spcFirstLastPara="1" wrap="square" lIns="137150" tIns="91425" rIns="91425" bIns="91425" anchor="t" anchorCtr="0">
            <a:noAutofit/>
          </a:bodyPr>
          <a:lstStyle>
            <a:lvl1pPr marL="457200" lvl="0" indent="-3048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1pPr>
            <a:lvl2pPr marL="914400" lvl="1" indent="-3048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2pPr>
            <a:lvl3pPr marL="1371600" lvl="2" indent="-3048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3pPr>
            <a:lvl4pPr marL="1828800" lvl="3" indent="-3048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4pPr>
            <a:lvl5pPr marL="2286000" lvl="4" indent="-3048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5pPr>
            <a:lvl6pPr marL="2743200" lvl="5" indent="-3048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6pPr>
            <a:lvl7pPr marL="3200400" lvl="6" indent="-3048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7pPr>
            <a:lvl8pPr marL="3657600" lvl="7" indent="-3048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8pPr>
            <a:lvl9pPr marL="4114800" lvl="8" indent="-3048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9pPr>
          </a:lstStyle>
          <a:p>
            <a:endParaRPr/>
          </a:p>
        </p:txBody>
      </p:sp>
      <p:sp>
        <p:nvSpPr>
          <p:cNvPr id="106" name="Google Shape;106;p19"/>
          <p:cNvSpPr txBox="1">
            <a:spLocks noGrp="1"/>
          </p:cNvSpPr>
          <p:nvPr>
            <p:ph type="body" idx="3"/>
          </p:nvPr>
        </p:nvSpPr>
        <p:spPr>
          <a:xfrm>
            <a:off x="3166974" y="2623225"/>
            <a:ext cx="1372500" cy="1323600"/>
          </a:xfrm>
          <a:prstGeom prst="rect">
            <a:avLst/>
          </a:prstGeom>
        </p:spPr>
        <p:txBody>
          <a:bodyPr spcFirstLastPara="1" wrap="square" lIns="137150" tIns="91425" rIns="91425" bIns="91425" anchor="t" anchorCtr="0">
            <a:noAutofit/>
          </a:bodyPr>
          <a:lstStyle>
            <a:lvl1pPr marL="457200" lvl="0"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1pPr>
            <a:lvl2pPr marL="914400" lvl="1"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2pPr>
            <a:lvl3pPr marL="1371600" lvl="2"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3pPr>
            <a:lvl4pPr marL="1828800" lvl="3"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4pPr>
            <a:lvl5pPr marL="2286000" lvl="4"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5pPr>
            <a:lvl6pPr marL="2743200" lvl="5"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6pPr>
            <a:lvl7pPr marL="3200400" lvl="6"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7pPr>
            <a:lvl8pPr marL="3657600" lvl="7"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8pPr>
            <a:lvl9pPr marL="4114800" lvl="8"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9pPr>
          </a:lstStyle>
          <a:p>
            <a:endParaRPr/>
          </a:p>
        </p:txBody>
      </p:sp>
      <p:sp>
        <p:nvSpPr>
          <p:cNvPr id="107" name="Google Shape;107;p19"/>
          <p:cNvSpPr txBox="1">
            <a:spLocks noGrp="1"/>
          </p:cNvSpPr>
          <p:nvPr>
            <p:ph type="body" idx="4"/>
          </p:nvPr>
        </p:nvSpPr>
        <p:spPr>
          <a:xfrm>
            <a:off x="4608100" y="2623225"/>
            <a:ext cx="1372500" cy="1323600"/>
          </a:xfrm>
          <a:prstGeom prst="rect">
            <a:avLst/>
          </a:prstGeom>
        </p:spPr>
        <p:txBody>
          <a:bodyPr spcFirstLastPara="1" wrap="square" lIns="137150" tIns="91425" rIns="91425" bIns="91425" anchor="t" anchorCtr="0">
            <a:noAutofit/>
          </a:bodyPr>
          <a:lstStyle>
            <a:lvl1pPr marL="457200" lvl="0"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1pPr>
            <a:lvl2pPr marL="914400" lvl="1"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2pPr>
            <a:lvl3pPr marL="1371600" lvl="2"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3pPr>
            <a:lvl4pPr marL="1828800" lvl="3"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4pPr>
            <a:lvl5pPr marL="2286000" lvl="4"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5pPr>
            <a:lvl6pPr marL="2743200" lvl="5"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6pPr>
            <a:lvl7pPr marL="3200400" lvl="6"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7pPr>
            <a:lvl8pPr marL="3657600" lvl="7"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8pPr>
            <a:lvl9pPr marL="4114800" lvl="8"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9pPr>
          </a:lstStyle>
          <a:p>
            <a:endParaRPr/>
          </a:p>
        </p:txBody>
      </p:sp>
      <p:sp>
        <p:nvSpPr>
          <p:cNvPr id="108" name="Google Shape;108;p19"/>
          <p:cNvSpPr txBox="1">
            <a:spLocks noGrp="1"/>
          </p:cNvSpPr>
          <p:nvPr>
            <p:ph type="body" idx="5"/>
          </p:nvPr>
        </p:nvSpPr>
        <p:spPr>
          <a:xfrm>
            <a:off x="6053974" y="2623225"/>
            <a:ext cx="1372500" cy="1323600"/>
          </a:xfrm>
          <a:prstGeom prst="rect">
            <a:avLst/>
          </a:prstGeom>
        </p:spPr>
        <p:txBody>
          <a:bodyPr spcFirstLastPara="1" wrap="square" lIns="137150" tIns="91425" rIns="91425" bIns="91425" anchor="t" anchorCtr="0">
            <a:noAutofit/>
          </a:bodyPr>
          <a:lstStyle>
            <a:lvl1pPr marL="457200" lvl="0"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1pPr>
            <a:lvl2pPr marL="914400" lvl="1"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2pPr>
            <a:lvl3pPr marL="1371600" lvl="2"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3pPr>
            <a:lvl4pPr marL="1828800" lvl="3"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4pPr>
            <a:lvl5pPr marL="2286000" lvl="4"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5pPr>
            <a:lvl6pPr marL="2743200" lvl="5"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6pPr>
            <a:lvl7pPr marL="3200400" lvl="6"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7pPr>
            <a:lvl8pPr marL="3657600" lvl="7"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8pPr>
            <a:lvl9pPr marL="4114800" lvl="8"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9pPr>
          </a:lstStyle>
          <a:p>
            <a:endParaRPr/>
          </a:p>
        </p:txBody>
      </p:sp>
      <p:sp>
        <p:nvSpPr>
          <p:cNvPr id="109" name="Google Shape;109;p19"/>
          <p:cNvSpPr txBox="1">
            <a:spLocks noGrp="1"/>
          </p:cNvSpPr>
          <p:nvPr>
            <p:ph type="body" idx="6"/>
          </p:nvPr>
        </p:nvSpPr>
        <p:spPr>
          <a:xfrm>
            <a:off x="7495100" y="2623225"/>
            <a:ext cx="1372500" cy="1323600"/>
          </a:xfrm>
          <a:prstGeom prst="rect">
            <a:avLst/>
          </a:prstGeom>
        </p:spPr>
        <p:txBody>
          <a:bodyPr spcFirstLastPara="1" wrap="square" lIns="137150" tIns="91425" rIns="91425" bIns="91425" anchor="t" anchorCtr="0">
            <a:noAutofit/>
          </a:bodyPr>
          <a:lstStyle>
            <a:lvl1pPr marL="457200" lvl="0"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1pPr>
            <a:lvl2pPr marL="914400" lvl="1"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2pPr>
            <a:lvl3pPr marL="1371600" lvl="2"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3pPr>
            <a:lvl4pPr marL="1828800" lvl="3"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4pPr>
            <a:lvl5pPr marL="2286000" lvl="4"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5pPr>
            <a:lvl6pPr marL="2743200" lvl="5"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6pPr>
            <a:lvl7pPr marL="3200400" lvl="6"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7pPr>
            <a:lvl8pPr marL="3657600" lvl="7"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8pPr>
            <a:lvl9pPr marL="4114800" lvl="8" indent="-30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9pPr>
          </a:lstStyle>
          <a:p>
            <a:endParaRPr/>
          </a:p>
        </p:txBody>
      </p:sp>
      <p:sp>
        <p:nvSpPr>
          <p:cNvPr id="110" name="Google Shape;110;p19"/>
          <p:cNvSpPr txBox="1">
            <a:spLocks noGrp="1"/>
          </p:cNvSpPr>
          <p:nvPr>
            <p:ph type="title"/>
          </p:nvPr>
        </p:nvSpPr>
        <p:spPr>
          <a:xfrm>
            <a:off x="292597" y="474750"/>
            <a:ext cx="6390300" cy="498600"/>
          </a:xfrm>
          <a:prstGeom prst="rect">
            <a:avLst/>
          </a:prstGeom>
        </p:spPr>
        <p:txBody>
          <a:bodyPr spcFirstLastPara="1" wrap="square" lIns="0" tIns="0" rIns="0" bIns="0" anchor="b" anchorCtr="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111" name="Google Shape;111;p19"/>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5"/>
                </a:solidFill>
                <a:latin typeface="Instrument Sans"/>
                <a:ea typeface="Instrument Sans"/>
                <a:cs typeface="Instrument Sans"/>
                <a:sym typeface="Instrument Sans"/>
              </a:defRPr>
            </a:lvl1pPr>
            <a:lvl2pPr lvl="1" algn="r">
              <a:buNone/>
              <a:defRPr sz="700">
                <a:solidFill>
                  <a:schemeClr val="accent5"/>
                </a:solidFill>
                <a:latin typeface="Instrument Sans"/>
                <a:ea typeface="Instrument Sans"/>
                <a:cs typeface="Instrument Sans"/>
                <a:sym typeface="Instrument Sans"/>
              </a:defRPr>
            </a:lvl2pPr>
            <a:lvl3pPr lvl="2" algn="r">
              <a:buNone/>
              <a:defRPr sz="700">
                <a:solidFill>
                  <a:schemeClr val="accent5"/>
                </a:solidFill>
                <a:latin typeface="Instrument Sans"/>
                <a:ea typeface="Instrument Sans"/>
                <a:cs typeface="Instrument Sans"/>
                <a:sym typeface="Instrument Sans"/>
              </a:defRPr>
            </a:lvl3pPr>
            <a:lvl4pPr lvl="3" algn="r">
              <a:buNone/>
              <a:defRPr sz="700">
                <a:solidFill>
                  <a:schemeClr val="accent5"/>
                </a:solidFill>
                <a:latin typeface="Instrument Sans"/>
                <a:ea typeface="Instrument Sans"/>
                <a:cs typeface="Instrument Sans"/>
                <a:sym typeface="Instrument Sans"/>
              </a:defRPr>
            </a:lvl4pPr>
            <a:lvl5pPr lvl="4" algn="r">
              <a:buNone/>
              <a:defRPr sz="700">
                <a:solidFill>
                  <a:schemeClr val="accent5"/>
                </a:solidFill>
                <a:latin typeface="Instrument Sans"/>
                <a:ea typeface="Instrument Sans"/>
                <a:cs typeface="Instrument Sans"/>
                <a:sym typeface="Instrument Sans"/>
              </a:defRPr>
            </a:lvl5pPr>
            <a:lvl6pPr lvl="5" algn="r">
              <a:buNone/>
              <a:defRPr sz="700">
                <a:solidFill>
                  <a:schemeClr val="accent5"/>
                </a:solidFill>
                <a:latin typeface="Instrument Sans"/>
                <a:ea typeface="Instrument Sans"/>
                <a:cs typeface="Instrument Sans"/>
                <a:sym typeface="Instrument Sans"/>
              </a:defRPr>
            </a:lvl6pPr>
            <a:lvl7pPr lvl="6" algn="r">
              <a:buNone/>
              <a:defRPr sz="700">
                <a:solidFill>
                  <a:schemeClr val="accent5"/>
                </a:solidFill>
                <a:latin typeface="Instrument Sans"/>
                <a:ea typeface="Instrument Sans"/>
                <a:cs typeface="Instrument Sans"/>
                <a:sym typeface="Instrument Sans"/>
              </a:defRPr>
            </a:lvl7pPr>
            <a:lvl8pPr lvl="7" algn="r">
              <a:buNone/>
              <a:defRPr sz="700">
                <a:solidFill>
                  <a:schemeClr val="accent5"/>
                </a:solidFill>
                <a:latin typeface="Instrument Sans"/>
                <a:ea typeface="Instrument Sans"/>
                <a:cs typeface="Instrument Sans"/>
                <a:sym typeface="Instrument Sans"/>
              </a:defRPr>
            </a:lvl8pPr>
            <a:lvl9pPr lvl="8" algn="r">
              <a:buNone/>
              <a:defRPr sz="700">
                <a:solidFill>
                  <a:schemeClr val="accent5"/>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112" name="Google Shape;112;p19"/>
          <p:cNvSpPr txBox="1">
            <a:spLocks noGrp="1"/>
          </p:cNvSpPr>
          <p:nvPr>
            <p:ph type="subTitle" idx="7"/>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113" name="Google Shape;113;p19"/>
          <p:cNvSpPr txBox="1">
            <a:spLocks noGrp="1"/>
          </p:cNvSpPr>
          <p:nvPr>
            <p:ph type="subTitle" idx="8"/>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114" name="Google Shape;114;p19"/>
          <p:cNvSpPr txBox="1">
            <a:spLocks noGrp="1"/>
          </p:cNvSpPr>
          <p:nvPr>
            <p:ph type="subTitle" idx="9"/>
          </p:nvPr>
        </p:nvSpPr>
        <p:spPr>
          <a:xfrm>
            <a:off x="282950" y="2148761"/>
            <a:ext cx="900900" cy="312600"/>
          </a:xfrm>
          <a:prstGeom prst="rect">
            <a:avLst/>
          </a:prstGeom>
          <a:noFill/>
        </p:spPr>
        <p:txBody>
          <a:bodyPr spcFirstLastPara="1" wrap="square" lIns="137150" tIns="91425" rIns="91425" bIns="91425" anchor="t" anchorCtr="0">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115" name="Google Shape;115;p19"/>
          <p:cNvSpPr txBox="1">
            <a:spLocks noGrp="1"/>
          </p:cNvSpPr>
          <p:nvPr>
            <p:ph type="subTitle" idx="13"/>
          </p:nvPr>
        </p:nvSpPr>
        <p:spPr>
          <a:xfrm>
            <a:off x="1724950" y="2148761"/>
            <a:ext cx="900900" cy="312600"/>
          </a:xfrm>
          <a:prstGeom prst="rect">
            <a:avLst/>
          </a:prstGeom>
          <a:noFill/>
        </p:spPr>
        <p:txBody>
          <a:bodyPr spcFirstLastPara="1" wrap="square" lIns="137150" tIns="91425" rIns="91425" bIns="91425" anchor="t" anchorCtr="0">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116" name="Google Shape;116;p19"/>
          <p:cNvSpPr txBox="1">
            <a:spLocks noGrp="1"/>
          </p:cNvSpPr>
          <p:nvPr>
            <p:ph type="subTitle" idx="14"/>
          </p:nvPr>
        </p:nvSpPr>
        <p:spPr>
          <a:xfrm>
            <a:off x="3166525" y="2148761"/>
            <a:ext cx="900900" cy="312600"/>
          </a:xfrm>
          <a:prstGeom prst="rect">
            <a:avLst/>
          </a:prstGeom>
          <a:noFill/>
        </p:spPr>
        <p:txBody>
          <a:bodyPr spcFirstLastPara="1" wrap="square" lIns="137150" tIns="91425" rIns="91425" bIns="91425" anchor="t" anchorCtr="0">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117" name="Google Shape;117;p19"/>
          <p:cNvSpPr txBox="1">
            <a:spLocks noGrp="1"/>
          </p:cNvSpPr>
          <p:nvPr>
            <p:ph type="subTitle" idx="15"/>
          </p:nvPr>
        </p:nvSpPr>
        <p:spPr>
          <a:xfrm>
            <a:off x="4607875" y="2148761"/>
            <a:ext cx="900900" cy="312600"/>
          </a:xfrm>
          <a:prstGeom prst="rect">
            <a:avLst/>
          </a:prstGeom>
          <a:noFill/>
        </p:spPr>
        <p:txBody>
          <a:bodyPr spcFirstLastPara="1" wrap="square" lIns="137150" tIns="91425" rIns="91425" bIns="91425" anchor="t" anchorCtr="0">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118" name="Google Shape;118;p19"/>
          <p:cNvSpPr txBox="1">
            <a:spLocks noGrp="1"/>
          </p:cNvSpPr>
          <p:nvPr>
            <p:ph type="subTitle" idx="16"/>
          </p:nvPr>
        </p:nvSpPr>
        <p:spPr>
          <a:xfrm>
            <a:off x="6049225" y="2148761"/>
            <a:ext cx="900900" cy="312600"/>
          </a:xfrm>
          <a:prstGeom prst="rect">
            <a:avLst/>
          </a:prstGeom>
          <a:noFill/>
        </p:spPr>
        <p:txBody>
          <a:bodyPr spcFirstLastPara="1" wrap="square" lIns="137150" tIns="91425" rIns="91425" bIns="91425" anchor="t" anchorCtr="0">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119" name="Google Shape;119;p19"/>
          <p:cNvSpPr txBox="1">
            <a:spLocks noGrp="1"/>
          </p:cNvSpPr>
          <p:nvPr>
            <p:ph type="subTitle" idx="17"/>
          </p:nvPr>
        </p:nvSpPr>
        <p:spPr>
          <a:xfrm>
            <a:off x="7490575" y="2148761"/>
            <a:ext cx="900900" cy="312600"/>
          </a:xfrm>
          <a:prstGeom prst="rect">
            <a:avLst/>
          </a:prstGeom>
          <a:noFill/>
        </p:spPr>
        <p:txBody>
          <a:bodyPr spcFirstLastPara="1" wrap="square" lIns="137150" tIns="91425" rIns="91425" bIns="91425" anchor="t" anchorCtr="0">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120" name="Google Shape;120;p19"/>
          <p:cNvSpPr txBox="1">
            <a:spLocks noGrp="1"/>
          </p:cNvSpPr>
          <p:nvPr>
            <p:ph type="subTitle" idx="18"/>
          </p:nvPr>
        </p:nvSpPr>
        <p:spPr>
          <a:xfrm>
            <a:off x="289100" y="4018750"/>
            <a:ext cx="1363500" cy="498600"/>
          </a:xfrm>
          <a:prstGeom prst="rect">
            <a:avLst/>
          </a:prstGeom>
        </p:spPr>
        <p:txBody>
          <a:bodyPr spcFirstLastPara="1" wrap="square" lIns="137150" tIns="0" rIns="137150" bIns="0" anchor="b" anchorCtr="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1" name="Google Shape;121;p19"/>
          <p:cNvSpPr txBox="1">
            <a:spLocks noGrp="1"/>
          </p:cNvSpPr>
          <p:nvPr>
            <p:ph type="subTitle" idx="19"/>
          </p:nvPr>
        </p:nvSpPr>
        <p:spPr>
          <a:xfrm>
            <a:off x="1728038" y="4018750"/>
            <a:ext cx="1363500" cy="498600"/>
          </a:xfrm>
          <a:prstGeom prst="rect">
            <a:avLst/>
          </a:prstGeom>
        </p:spPr>
        <p:txBody>
          <a:bodyPr spcFirstLastPara="1" wrap="square" lIns="137150" tIns="0" rIns="137150" bIns="0" anchor="b" anchorCtr="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2" name="Google Shape;122;p19"/>
          <p:cNvSpPr txBox="1">
            <a:spLocks noGrp="1"/>
          </p:cNvSpPr>
          <p:nvPr>
            <p:ph type="subTitle" idx="20"/>
          </p:nvPr>
        </p:nvSpPr>
        <p:spPr>
          <a:xfrm>
            <a:off x="3168063" y="4018750"/>
            <a:ext cx="1363500" cy="498600"/>
          </a:xfrm>
          <a:prstGeom prst="rect">
            <a:avLst/>
          </a:prstGeom>
        </p:spPr>
        <p:txBody>
          <a:bodyPr spcFirstLastPara="1" wrap="square" lIns="137150" tIns="0" rIns="137150" bIns="0" anchor="b" anchorCtr="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3" name="Google Shape;123;p19"/>
          <p:cNvSpPr txBox="1">
            <a:spLocks noGrp="1"/>
          </p:cNvSpPr>
          <p:nvPr>
            <p:ph type="subTitle" idx="21"/>
          </p:nvPr>
        </p:nvSpPr>
        <p:spPr>
          <a:xfrm>
            <a:off x="4608638" y="4018750"/>
            <a:ext cx="1363500" cy="498600"/>
          </a:xfrm>
          <a:prstGeom prst="rect">
            <a:avLst/>
          </a:prstGeom>
        </p:spPr>
        <p:txBody>
          <a:bodyPr spcFirstLastPara="1" wrap="square" lIns="137150" tIns="0" rIns="137150" bIns="0" anchor="b" anchorCtr="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4" name="Google Shape;124;p19"/>
          <p:cNvSpPr txBox="1">
            <a:spLocks noGrp="1"/>
          </p:cNvSpPr>
          <p:nvPr>
            <p:ph type="subTitle" idx="22"/>
          </p:nvPr>
        </p:nvSpPr>
        <p:spPr>
          <a:xfrm>
            <a:off x="6051325" y="4018750"/>
            <a:ext cx="1363500" cy="498600"/>
          </a:xfrm>
          <a:prstGeom prst="rect">
            <a:avLst/>
          </a:prstGeom>
        </p:spPr>
        <p:txBody>
          <a:bodyPr spcFirstLastPara="1" wrap="square" lIns="137150" tIns="0" rIns="137150" bIns="0" anchor="b" anchorCtr="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5" name="Google Shape;125;p19"/>
          <p:cNvSpPr txBox="1">
            <a:spLocks noGrp="1"/>
          </p:cNvSpPr>
          <p:nvPr>
            <p:ph type="subTitle" idx="23"/>
          </p:nvPr>
        </p:nvSpPr>
        <p:spPr>
          <a:xfrm>
            <a:off x="7490350" y="4018750"/>
            <a:ext cx="1363500" cy="498600"/>
          </a:xfrm>
          <a:prstGeom prst="rect">
            <a:avLst/>
          </a:prstGeom>
        </p:spPr>
        <p:txBody>
          <a:bodyPr spcFirstLastPara="1" wrap="square" lIns="137150" tIns="0" rIns="137150" bIns="0" anchor="b" anchorCtr="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peakers">
  <p:cSld name="BLANK_1_1_1_1_1_1_1_1_1_1_1_2_1_1">
    <p:bg>
      <p:bgPr>
        <a:solidFill>
          <a:schemeClr val="dk2"/>
        </a:solidFill>
        <a:effectLst/>
      </p:bgPr>
    </p:bg>
    <p:spTree>
      <p:nvGrpSpPr>
        <p:cNvPr id="1" name="Shape 126"/>
        <p:cNvGrpSpPr/>
        <p:nvPr/>
      </p:nvGrpSpPr>
      <p:grpSpPr>
        <a:xfrm>
          <a:off x="0" y="0"/>
          <a:ext cx="0" cy="0"/>
          <a:chOff x="0" y="0"/>
          <a:chExt cx="0" cy="0"/>
        </a:xfrm>
      </p:grpSpPr>
      <p:sp>
        <p:nvSpPr>
          <p:cNvPr id="127" name="Google Shape;127;p20"/>
          <p:cNvSpPr txBox="1">
            <a:spLocks noGrp="1"/>
          </p:cNvSpPr>
          <p:nvPr>
            <p:ph type="title"/>
          </p:nvPr>
        </p:nvSpPr>
        <p:spPr>
          <a:xfrm>
            <a:off x="292597" y="474750"/>
            <a:ext cx="6390300" cy="498600"/>
          </a:xfrm>
          <a:prstGeom prst="rect">
            <a:avLst/>
          </a:prstGeom>
        </p:spPr>
        <p:txBody>
          <a:bodyPr spcFirstLastPara="1" wrap="square" lIns="0" tIns="0" rIns="0" bIns="0" anchor="b" anchorCtr="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128" name="Google Shape;128;p20"/>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129" name="Google Shape;129;p20"/>
          <p:cNvSpPr>
            <a:spLocks noGrp="1"/>
          </p:cNvSpPr>
          <p:nvPr>
            <p:ph type="pic" idx="2"/>
          </p:nvPr>
        </p:nvSpPr>
        <p:spPr>
          <a:xfrm>
            <a:off x="477231" y="2396357"/>
            <a:ext cx="1243500" cy="1243500"/>
          </a:xfrm>
          <a:prstGeom prst="ellipse">
            <a:avLst/>
          </a:prstGeom>
          <a:noFill/>
          <a:ln>
            <a:noFill/>
          </a:ln>
        </p:spPr>
      </p:sp>
      <p:sp>
        <p:nvSpPr>
          <p:cNvPr id="130" name="Google Shape;130;p20"/>
          <p:cNvSpPr>
            <a:spLocks noGrp="1"/>
          </p:cNvSpPr>
          <p:nvPr>
            <p:ph type="pic" idx="3"/>
          </p:nvPr>
        </p:nvSpPr>
        <p:spPr>
          <a:xfrm>
            <a:off x="1867356" y="2396357"/>
            <a:ext cx="1243500" cy="1243500"/>
          </a:xfrm>
          <a:prstGeom prst="ellipse">
            <a:avLst/>
          </a:prstGeom>
          <a:noFill/>
          <a:ln>
            <a:noFill/>
          </a:ln>
        </p:spPr>
      </p:sp>
      <p:sp>
        <p:nvSpPr>
          <p:cNvPr id="131" name="Google Shape;131;p20"/>
          <p:cNvSpPr>
            <a:spLocks noGrp="1"/>
          </p:cNvSpPr>
          <p:nvPr>
            <p:ph type="pic" idx="4"/>
          </p:nvPr>
        </p:nvSpPr>
        <p:spPr>
          <a:xfrm>
            <a:off x="3257481" y="2396357"/>
            <a:ext cx="1243500" cy="1243500"/>
          </a:xfrm>
          <a:prstGeom prst="ellipse">
            <a:avLst/>
          </a:prstGeom>
          <a:noFill/>
          <a:ln>
            <a:noFill/>
          </a:ln>
        </p:spPr>
      </p:sp>
      <p:sp>
        <p:nvSpPr>
          <p:cNvPr id="132" name="Google Shape;132;p20"/>
          <p:cNvSpPr>
            <a:spLocks noGrp="1"/>
          </p:cNvSpPr>
          <p:nvPr>
            <p:ph type="pic" idx="5"/>
          </p:nvPr>
        </p:nvSpPr>
        <p:spPr>
          <a:xfrm>
            <a:off x="4647606" y="2396357"/>
            <a:ext cx="1243500" cy="1243500"/>
          </a:xfrm>
          <a:prstGeom prst="ellipse">
            <a:avLst/>
          </a:prstGeom>
          <a:noFill/>
          <a:ln>
            <a:noFill/>
          </a:ln>
        </p:spPr>
      </p:sp>
      <p:sp>
        <p:nvSpPr>
          <p:cNvPr id="133" name="Google Shape;133;p20"/>
          <p:cNvSpPr>
            <a:spLocks noGrp="1"/>
          </p:cNvSpPr>
          <p:nvPr>
            <p:ph type="pic" idx="6"/>
          </p:nvPr>
        </p:nvSpPr>
        <p:spPr>
          <a:xfrm>
            <a:off x="6037732" y="2396357"/>
            <a:ext cx="1243500" cy="1243500"/>
          </a:xfrm>
          <a:prstGeom prst="ellipse">
            <a:avLst/>
          </a:prstGeom>
          <a:noFill/>
          <a:ln>
            <a:noFill/>
          </a:ln>
        </p:spPr>
      </p:sp>
      <p:sp>
        <p:nvSpPr>
          <p:cNvPr id="134" name="Google Shape;134;p20"/>
          <p:cNvSpPr>
            <a:spLocks noGrp="1"/>
          </p:cNvSpPr>
          <p:nvPr>
            <p:ph type="pic" idx="7"/>
          </p:nvPr>
        </p:nvSpPr>
        <p:spPr>
          <a:xfrm>
            <a:off x="7427857" y="2396357"/>
            <a:ext cx="1243500" cy="1243500"/>
          </a:xfrm>
          <a:prstGeom prst="ellipse">
            <a:avLst/>
          </a:prstGeom>
          <a:noFill/>
          <a:ln>
            <a:noFill/>
          </a:ln>
        </p:spPr>
      </p:sp>
      <p:sp>
        <p:nvSpPr>
          <p:cNvPr id="135" name="Google Shape;135;p20"/>
          <p:cNvSpPr txBox="1">
            <a:spLocks noGrp="1"/>
          </p:cNvSpPr>
          <p:nvPr>
            <p:ph type="body" idx="1"/>
          </p:nvPr>
        </p:nvSpPr>
        <p:spPr>
          <a:xfrm>
            <a:off x="475200" y="3765475"/>
            <a:ext cx="1243500" cy="585300"/>
          </a:xfrm>
          <a:prstGeom prst="rect">
            <a:avLst/>
          </a:prstGeom>
        </p:spPr>
        <p:txBody>
          <a:bodyPr spcFirstLastPara="1" wrap="square" lIns="0" tIns="0" rIns="0" bIns="0" anchor="t" anchorCtr="0">
            <a:noAutofit/>
          </a:bodyPr>
          <a:lstStyle>
            <a:lvl1pPr marL="457200" lvl="0"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136" name="Google Shape;136;p20"/>
          <p:cNvSpPr txBox="1">
            <a:spLocks noGrp="1"/>
          </p:cNvSpPr>
          <p:nvPr>
            <p:ph type="body" idx="8"/>
          </p:nvPr>
        </p:nvSpPr>
        <p:spPr>
          <a:xfrm>
            <a:off x="1865730" y="3765475"/>
            <a:ext cx="1243500" cy="585300"/>
          </a:xfrm>
          <a:prstGeom prst="rect">
            <a:avLst/>
          </a:prstGeom>
        </p:spPr>
        <p:txBody>
          <a:bodyPr spcFirstLastPara="1" wrap="square" lIns="0" tIns="0" rIns="0" bIns="0" anchor="t" anchorCtr="0">
            <a:noAutofit/>
          </a:bodyPr>
          <a:lstStyle>
            <a:lvl1pPr marL="457200" lvl="0" indent="-292100" algn="ctr">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ctr">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ctr">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ctr">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ctr">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ctr">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ctr">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ctr">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ctr">
              <a:spcBef>
                <a:spcPts val="800"/>
              </a:spcBef>
              <a:spcAft>
                <a:spcPts val="800"/>
              </a:spcAft>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137" name="Google Shape;137;p20"/>
          <p:cNvSpPr txBox="1">
            <a:spLocks noGrp="1"/>
          </p:cNvSpPr>
          <p:nvPr>
            <p:ph type="body" idx="9"/>
          </p:nvPr>
        </p:nvSpPr>
        <p:spPr>
          <a:xfrm>
            <a:off x="3256260" y="3765475"/>
            <a:ext cx="1243500" cy="585300"/>
          </a:xfrm>
          <a:prstGeom prst="rect">
            <a:avLst/>
          </a:prstGeom>
        </p:spPr>
        <p:txBody>
          <a:bodyPr spcFirstLastPara="1" wrap="square" lIns="0" tIns="0" rIns="0" bIns="0" anchor="t" anchorCtr="0">
            <a:noAutofit/>
          </a:bodyPr>
          <a:lstStyle>
            <a:lvl1pPr marL="457200" lvl="0"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138" name="Google Shape;138;p20"/>
          <p:cNvSpPr txBox="1">
            <a:spLocks noGrp="1"/>
          </p:cNvSpPr>
          <p:nvPr>
            <p:ph type="body" idx="13"/>
          </p:nvPr>
        </p:nvSpPr>
        <p:spPr>
          <a:xfrm>
            <a:off x="4646790" y="3765475"/>
            <a:ext cx="1243500" cy="585300"/>
          </a:xfrm>
          <a:prstGeom prst="rect">
            <a:avLst/>
          </a:prstGeom>
        </p:spPr>
        <p:txBody>
          <a:bodyPr spcFirstLastPara="1" wrap="square" lIns="0" tIns="0" rIns="0" bIns="0" anchor="t" anchorCtr="0">
            <a:noAutofit/>
          </a:bodyPr>
          <a:lstStyle>
            <a:lvl1pPr marL="457200" lvl="0"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139" name="Google Shape;139;p20"/>
          <p:cNvSpPr txBox="1">
            <a:spLocks noGrp="1"/>
          </p:cNvSpPr>
          <p:nvPr>
            <p:ph type="body" idx="14"/>
          </p:nvPr>
        </p:nvSpPr>
        <p:spPr>
          <a:xfrm>
            <a:off x="6037320" y="3765475"/>
            <a:ext cx="1243500" cy="585300"/>
          </a:xfrm>
          <a:prstGeom prst="rect">
            <a:avLst/>
          </a:prstGeom>
        </p:spPr>
        <p:txBody>
          <a:bodyPr spcFirstLastPara="1" wrap="square" lIns="0" tIns="0" rIns="0" bIns="0" anchor="t" anchorCtr="0">
            <a:noAutofit/>
          </a:bodyPr>
          <a:lstStyle>
            <a:lvl1pPr marL="457200" lvl="0"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140" name="Google Shape;140;p20"/>
          <p:cNvSpPr txBox="1">
            <a:spLocks noGrp="1"/>
          </p:cNvSpPr>
          <p:nvPr>
            <p:ph type="body" idx="15"/>
          </p:nvPr>
        </p:nvSpPr>
        <p:spPr>
          <a:xfrm>
            <a:off x="7427850" y="3765475"/>
            <a:ext cx="1243500" cy="585300"/>
          </a:xfrm>
          <a:prstGeom prst="rect">
            <a:avLst/>
          </a:prstGeom>
        </p:spPr>
        <p:txBody>
          <a:bodyPr spcFirstLastPara="1" wrap="square" lIns="0" tIns="0" rIns="0" bIns="0" anchor="t" anchorCtr="0">
            <a:noAutofit/>
          </a:bodyPr>
          <a:lstStyle>
            <a:lvl1pPr marL="457200" lvl="0"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141" name="Google Shape;141;p20"/>
          <p:cNvSpPr txBox="1">
            <a:spLocks noGrp="1"/>
          </p:cNvSpPr>
          <p:nvPr>
            <p:ph type="subTitle" idx="16"/>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142" name="Google Shape;142;p20"/>
          <p:cNvSpPr txBox="1">
            <a:spLocks noGrp="1"/>
          </p:cNvSpPr>
          <p:nvPr>
            <p:ph type="subTitle" idx="17"/>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peakers 2">
  <p:cSld name="BLANK_1_1_1_1_1_1_1_1_1_1_1_2_1_1_1">
    <p:bg>
      <p:bgPr>
        <a:solidFill>
          <a:schemeClr val="lt2"/>
        </a:solidFill>
        <a:effectLst/>
      </p:bgPr>
    </p:bg>
    <p:spTree>
      <p:nvGrpSpPr>
        <p:cNvPr id="1" name="Shape 143"/>
        <p:cNvGrpSpPr/>
        <p:nvPr/>
      </p:nvGrpSpPr>
      <p:grpSpPr>
        <a:xfrm>
          <a:off x="0" y="0"/>
          <a:ext cx="0" cy="0"/>
          <a:chOff x="0" y="0"/>
          <a:chExt cx="0" cy="0"/>
        </a:xfrm>
      </p:grpSpPr>
      <p:sp>
        <p:nvSpPr>
          <p:cNvPr id="144" name="Google Shape;144;p21"/>
          <p:cNvSpPr txBox="1">
            <a:spLocks noGrp="1"/>
          </p:cNvSpPr>
          <p:nvPr>
            <p:ph type="title"/>
          </p:nvPr>
        </p:nvSpPr>
        <p:spPr>
          <a:xfrm>
            <a:off x="292597" y="474750"/>
            <a:ext cx="6390300" cy="498600"/>
          </a:xfrm>
          <a:prstGeom prst="rect">
            <a:avLst/>
          </a:prstGeom>
        </p:spPr>
        <p:txBody>
          <a:bodyPr spcFirstLastPara="1" wrap="square" lIns="0" tIns="0" rIns="0" bIns="0" anchor="b" anchorCtr="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145" name="Google Shape;145;p21"/>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146" name="Google Shape;146;p21"/>
          <p:cNvSpPr txBox="1">
            <a:spLocks noGrp="1"/>
          </p:cNvSpPr>
          <p:nvPr>
            <p:ph type="body" idx="1"/>
          </p:nvPr>
        </p:nvSpPr>
        <p:spPr>
          <a:xfrm>
            <a:off x="282017" y="2832891"/>
            <a:ext cx="1307700" cy="5439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147" name="Google Shape;147;p21"/>
          <p:cNvSpPr txBox="1">
            <a:spLocks noGrp="1"/>
          </p:cNvSpPr>
          <p:nvPr>
            <p:ph type="body" idx="2"/>
          </p:nvPr>
        </p:nvSpPr>
        <p:spPr>
          <a:xfrm>
            <a:off x="1735443" y="2832891"/>
            <a:ext cx="1307700" cy="543900"/>
          </a:xfrm>
          <a:prstGeom prst="rect">
            <a:avLst/>
          </a:prstGeom>
        </p:spPr>
        <p:txBody>
          <a:bodyPr spcFirstLastPara="1" wrap="square" lIns="0" tIns="0" rIns="0" bIns="0" anchor="t" anchorCtr="0">
            <a:noAutofit/>
          </a:bodyPr>
          <a:lstStyle>
            <a:lvl1pPr marL="457200" lvl="0" indent="-2921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1pPr>
            <a:lvl2pPr marL="914400" lvl="1" indent="-2921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148" name="Google Shape;148;p21"/>
          <p:cNvSpPr txBox="1">
            <a:spLocks noGrp="1"/>
          </p:cNvSpPr>
          <p:nvPr>
            <p:ph type="body" idx="3"/>
          </p:nvPr>
        </p:nvSpPr>
        <p:spPr>
          <a:xfrm>
            <a:off x="3188870" y="2832891"/>
            <a:ext cx="1307700" cy="5439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149" name="Google Shape;149;p21"/>
          <p:cNvSpPr txBox="1">
            <a:spLocks noGrp="1"/>
          </p:cNvSpPr>
          <p:nvPr>
            <p:ph type="body" idx="4"/>
          </p:nvPr>
        </p:nvSpPr>
        <p:spPr>
          <a:xfrm>
            <a:off x="4642297" y="2832891"/>
            <a:ext cx="1307700" cy="5439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150" name="Google Shape;150;p21"/>
          <p:cNvSpPr txBox="1">
            <a:spLocks noGrp="1"/>
          </p:cNvSpPr>
          <p:nvPr>
            <p:ph type="body" idx="5"/>
          </p:nvPr>
        </p:nvSpPr>
        <p:spPr>
          <a:xfrm>
            <a:off x="6095723" y="2832891"/>
            <a:ext cx="1307700" cy="5439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151" name="Google Shape;151;p21"/>
          <p:cNvSpPr txBox="1">
            <a:spLocks noGrp="1"/>
          </p:cNvSpPr>
          <p:nvPr>
            <p:ph type="body" idx="6"/>
          </p:nvPr>
        </p:nvSpPr>
        <p:spPr>
          <a:xfrm>
            <a:off x="7549150" y="2832891"/>
            <a:ext cx="1307700" cy="5439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152" name="Google Shape;152;p21"/>
          <p:cNvSpPr txBox="1">
            <a:spLocks noGrp="1"/>
          </p:cNvSpPr>
          <p:nvPr>
            <p:ph type="subTitle" idx="7"/>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153" name="Google Shape;153;p21"/>
          <p:cNvSpPr txBox="1">
            <a:spLocks noGrp="1"/>
          </p:cNvSpPr>
          <p:nvPr>
            <p:ph type="subTitle" idx="8"/>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154" name="Google Shape;154;p21"/>
          <p:cNvSpPr>
            <a:spLocks noGrp="1"/>
          </p:cNvSpPr>
          <p:nvPr>
            <p:ph type="pic" idx="9"/>
          </p:nvPr>
        </p:nvSpPr>
        <p:spPr>
          <a:xfrm>
            <a:off x="282017" y="1446074"/>
            <a:ext cx="1307700" cy="1307700"/>
          </a:xfrm>
          <a:prstGeom prst="roundRect">
            <a:avLst>
              <a:gd name="adj" fmla="val 16667"/>
            </a:avLst>
          </a:prstGeom>
          <a:noFill/>
          <a:ln>
            <a:noFill/>
          </a:ln>
        </p:spPr>
      </p:sp>
      <p:sp>
        <p:nvSpPr>
          <p:cNvPr id="155" name="Google Shape;155;p21"/>
          <p:cNvSpPr>
            <a:spLocks noGrp="1"/>
          </p:cNvSpPr>
          <p:nvPr>
            <p:ph type="pic" idx="13"/>
          </p:nvPr>
        </p:nvSpPr>
        <p:spPr>
          <a:xfrm>
            <a:off x="1735443" y="1446074"/>
            <a:ext cx="1307700" cy="1307700"/>
          </a:xfrm>
          <a:prstGeom prst="roundRect">
            <a:avLst>
              <a:gd name="adj" fmla="val 16667"/>
            </a:avLst>
          </a:prstGeom>
          <a:noFill/>
          <a:ln>
            <a:noFill/>
          </a:ln>
        </p:spPr>
      </p:sp>
      <p:sp>
        <p:nvSpPr>
          <p:cNvPr id="156" name="Google Shape;156;p21"/>
          <p:cNvSpPr>
            <a:spLocks noGrp="1"/>
          </p:cNvSpPr>
          <p:nvPr>
            <p:ph type="pic" idx="14"/>
          </p:nvPr>
        </p:nvSpPr>
        <p:spPr>
          <a:xfrm>
            <a:off x="3188870" y="1446074"/>
            <a:ext cx="1307700" cy="1307700"/>
          </a:xfrm>
          <a:prstGeom prst="roundRect">
            <a:avLst>
              <a:gd name="adj" fmla="val 16667"/>
            </a:avLst>
          </a:prstGeom>
          <a:noFill/>
          <a:ln>
            <a:noFill/>
          </a:ln>
        </p:spPr>
      </p:sp>
      <p:sp>
        <p:nvSpPr>
          <p:cNvPr id="157" name="Google Shape;157;p21"/>
          <p:cNvSpPr>
            <a:spLocks noGrp="1"/>
          </p:cNvSpPr>
          <p:nvPr>
            <p:ph type="pic" idx="15"/>
          </p:nvPr>
        </p:nvSpPr>
        <p:spPr>
          <a:xfrm>
            <a:off x="4642297" y="1446074"/>
            <a:ext cx="1307700" cy="1307700"/>
          </a:xfrm>
          <a:prstGeom prst="roundRect">
            <a:avLst>
              <a:gd name="adj" fmla="val 16667"/>
            </a:avLst>
          </a:prstGeom>
          <a:noFill/>
          <a:ln>
            <a:noFill/>
          </a:ln>
        </p:spPr>
      </p:sp>
      <p:sp>
        <p:nvSpPr>
          <p:cNvPr id="158" name="Google Shape;158;p21"/>
          <p:cNvSpPr>
            <a:spLocks noGrp="1"/>
          </p:cNvSpPr>
          <p:nvPr>
            <p:ph type="pic" idx="16"/>
          </p:nvPr>
        </p:nvSpPr>
        <p:spPr>
          <a:xfrm>
            <a:off x="6095723" y="1446074"/>
            <a:ext cx="1307700" cy="1307700"/>
          </a:xfrm>
          <a:prstGeom prst="roundRect">
            <a:avLst>
              <a:gd name="adj" fmla="val 16667"/>
            </a:avLst>
          </a:prstGeom>
          <a:noFill/>
          <a:ln>
            <a:noFill/>
          </a:ln>
        </p:spPr>
      </p:sp>
      <p:sp>
        <p:nvSpPr>
          <p:cNvPr id="159" name="Google Shape;159;p21"/>
          <p:cNvSpPr>
            <a:spLocks noGrp="1"/>
          </p:cNvSpPr>
          <p:nvPr>
            <p:ph type="pic" idx="17"/>
          </p:nvPr>
        </p:nvSpPr>
        <p:spPr>
          <a:xfrm>
            <a:off x="7549150" y="1446074"/>
            <a:ext cx="1307700" cy="1307700"/>
          </a:xfrm>
          <a:prstGeom prst="roundRect">
            <a:avLst>
              <a:gd name="adj" fmla="val 16667"/>
            </a:avLst>
          </a:prstGeom>
          <a:noFill/>
          <a:ln>
            <a:noFill/>
          </a:ln>
        </p:spPr>
      </p:sp>
      <p:sp>
        <p:nvSpPr>
          <p:cNvPr id="160" name="Google Shape;160;p21"/>
          <p:cNvSpPr txBox="1">
            <a:spLocks noGrp="1"/>
          </p:cNvSpPr>
          <p:nvPr>
            <p:ph type="body" idx="18"/>
          </p:nvPr>
        </p:nvSpPr>
        <p:spPr>
          <a:xfrm>
            <a:off x="279292" y="3564958"/>
            <a:ext cx="1307700" cy="10827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strument Sans"/>
              <a:buChar char="●"/>
              <a:defRPr/>
            </a:lvl1pPr>
            <a:lvl2pPr marL="914400" lvl="1" indent="-292100">
              <a:spcBef>
                <a:spcPts val="0"/>
              </a:spcBef>
              <a:spcAft>
                <a:spcPts val="0"/>
              </a:spcAft>
              <a:buClr>
                <a:schemeClr val="lt1"/>
              </a:buClr>
              <a:buSzPts val="1000"/>
              <a:buFont typeface="Instrument Sans"/>
              <a:buChar char="○"/>
              <a:defRPr/>
            </a:lvl2pPr>
            <a:lvl3pPr marL="1371600" lvl="2" indent="-292100">
              <a:spcBef>
                <a:spcPts val="0"/>
              </a:spcBef>
              <a:spcAft>
                <a:spcPts val="0"/>
              </a:spcAft>
              <a:buClr>
                <a:schemeClr val="lt1"/>
              </a:buClr>
              <a:buSzPts val="1000"/>
              <a:buFont typeface="Instrument Sans"/>
              <a:buChar char="■"/>
              <a:defRPr/>
            </a:lvl3pPr>
            <a:lvl4pPr marL="1828800" lvl="3" indent="-292100">
              <a:spcBef>
                <a:spcPts val="0"/>
              </a:spcBef>
              <a:spcAft>
                <a:spcPts val="0"/>
              </a:spcAft>
              <a:buClr>
                <a:schemeClr val="lt1"/>
              </a:buClr>
              <a:buSzPts val="1000"/>
              <a:buFont typeface="Instrument Sans"/>
              <a:buChar char="●"/>
              <a:defRPr/>
            </a:lvl4pPr>
            <a:lvl5pPr marL="2286000" lvl="4" indent="-292100">
              <a:spcBef>
                <a:spcPts val="0"/>
              </a:spcBef>
              <a:spcAft>
                <a:spcPts val="0"/>
              </a:spcAft>
              <a:buClr>
                <a:schemeClr val="lt1"/>
              </a:buClr>
              <a:buSzPts val="1000"/>
              <a:buFont typeface="Instrument Sans"/>
              <a:buChar char="○"/>
              <a:defRPr/>
            </a:lvl5pPr>
            <a:lvl6pPr marL="2743200" lvl="5" indent="-292100">
              <a:spcBef>
                <a:spcPts val="0"/>
              </a:spcBef>
              <a:spcAft>
                <a:spcPts val="0"/>
              </a:spcAft>
              <a:buClr>
                <a:schemeClr val="lt1"/>
              </a:buClr>
              <a:buSzPts val="1000"/>
              <a:buFont typeface="Instrument Sans"/>
              <a:buChar char="■"/>
              <a:defRPr/>
            </a:lvl6pPr>
            <a:lvl7pPr marL="3200400" lvl="6" indent="-292100">
              <a:spcBef>
                <a:spcPts val="0"/>
              </a:spcBef>
              <a:spcAft>
                <a:spcPts val="0"/>
              </a:spcAft>
              <a:buClr>
                <a:schemeClr val="lt1"/>
              </a:buClr>
              <a:buSzPts val="1000"/>
              <a:buFont typeface="Instrument Sans"/>
              <a:buChar char="●"/>
              <a:defRPr/>
            </a:lvl7pPr>
            <a:lvl8pPr marL="3657600" lvl="7" indent="-292100">
              <a:spcBef>
                <a:spcPts val="0"/>
              </a:spcBef>
              <a:spcAft>
                <a:spcPts val="0"/>
              </a:spcAft>
              <a:buClr>
                <a:schemeClr val="lt1"/>
              </a:buClr>
              <a:buSzPts val="1000"/>
              <a:buFont typeface="Instrument Sans"/>
              <a:buChar char="○"/>
              <a:defRPr/>
            </a:lvl8pPr>
            <a:lvl9pPr marL="4114800" lvl="8" indent="-292100">
              <a:spcBef>
                <a:spcPts val="0"/>
              </a:spcBef>
              <a:spcAft>
                <a:spcPts val="0"/>
              </a:spcAft>
              <a:buClr>
                <a:schemeClr val="lt1"/>
              </a:buClr>
              <a:buSzPts val="1000"/>
              <a:buFont typeface="Instrument Sans"/>
              <a:buChar char="■"/>
              <a:defRPr/>
            </a:lvl9pPr>
          </a:lstStyle>
          <a:p>
            <a:endParaRPr/>
          </a:p>
        </p:txBody>
      </p:sp>
      <p:sp>
        <p:nvSpPr>
          <p:cNvPr id="161" name="Google Shape;161;p21"/>
          <p:cNvSpPr txBox="1">
            <a:spLocks noGrp="1"/>
          </p:cNvSpPr>
          <p:nvPr>
            <p:ph type="body" idx="19"/>
          </p:nvPr>
        </p:nvSpPr>
        <p:spPr>
          <a:xfrm>
            <a:off x="1732718" y="3564958"/>
            <a:ext cx="1307700" cy="10827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strument Sans"/>
              <a:buChar char="●"/>
              <a:defRPr/>
            </a:lvl1pPr>
            <a:lvl2pPr marL="914400" lvl="1" indent="-292100">
              <a:spcBef>
                <a:spcPts val="0"/>
              </a:spcBef>
              <a:spcAft>
                <a:spcPts val="0"/>
              </a:spcAft>
              <a:buClr>
                <a:schemeClr val="lt1"/>
              </a:buClr>
              <a:buSzPts val="1000"/>
              <a:buFont typeface="Instrument Sans"/>
              <a:buChar char="○"/>
              <a:defRPr/>
            </a:lvl2pPr>
            <a:lvl3pPr marL="1371600" lvl="2" indent="-292100">
              <a:spcBef>
                <a:spcPts val="0"/>
              </a:spcBef>
              <a:spcAft>
                <a:spcPts val="0"/>
              </a:spcAft>
              <a:buClr>
                <a:schemeClr val="lt1"/>
              </a:buClr>
              <a:buSzPts val="1000"/>
              <a:buFont typeface="Instrument Sans"/>
              <a:buChar char="■"/>
              <a:defRPr/>
            </a:lvl3pPr>
            <a:lvl4pPr marL="1828800" lvl="3" indent="-292100">
              <a:spcBef>
                <a:spcPts val="0"/>
              </a:spcBef>
              <a:spcAft>
                <a:spcPts val="0"/>
              </a:spcAft>
              <a:buClr>
                <a:schemeClr val="lt1"/>
              </a:buClr>
              <a:buSzPts val="1000"/>
              <a:buFont typeface="Instrument Sans"/>
              <a:buChar char="●"/>
              <a:defRPr/>
            </a:lvl4pPr>
            <a:lvl5pPr marL="2286000" lvl="4" indent="-292100">
              <a:spcBef>
                <a:spcPts val="0"/>
              </a:spcBef>
              <a:spcAft>
                <a:spcPts val="0"/>
              </a:spcAft>
              <a:buClr>
                <a:schemeClr val="lt1"/>
              </a:buClr>
              <a:buSzPts val="1000"/>
              <a:buFont typeface="Instrument Sans"/>
              <a:buChar char="○"/>
              <a:defRPr/>
            </a:lvl5pPr>
            <a:lvl6pPr marL="2743200" lvl="5" indent="-292100">
              <a:spcBef>
                <a:spcPts val="0"/>
              </a:spcBef>
              <a:spcAft>
                <a:spcPts val="0"/>
              </a:spcAft>
              <a:buClr>
                <a:schemeClr val="lt1"/>
              </a:buClr>
              <a:buSzPts val="1000"/>
              <a:buFont typeface="Instrument Sans"/>
              <a:buChar char="■"/>
              <a:defRPr/>
            </a:lvl6pPr>
            <a:lvl7pPr marL="3200400" lvl="6" indent="-292100">
              <a:spcBef>
                <a:spcPts val="0"/>
              </a:spcBef>
              <a:spcAft>
                <a:spcPts val="0"/>
              </a:spcAft>
              <a:buClr>
                <a:schemeClr val="lt1"/>
              </a:buClr>
              <a:buSzPts val="1000"/>
              <a:buFont typeface="Instrument Sans"/>
              <a:buChar char="●"/>
              <a:defRPr/>
            </a:lvl7pPr>
            <a:lvl8pPr marL="3657600" lvl="7" indent="-292100">
              <a:spcBef>
                <a:spcPts val="0"/>
              </a:spcBef>
              <a:spcAft>
                <a:spcPts val="0"/>
              </a:spcAft>
              <a:buClr>
                <a:schemeClr val="lt1"/>
              </a:buClr>
              <a:buSzPts val="1000"/>
              <a:buFont typeface="Instrument Sans"/>
              <a:buChar char="○"/>
              <a:defRPr/>
            </a:lvl8pPr>
            <a:lvl9pPr marL="4114800" lvl="8" indent="-292100">
              <a:spcBef>
                <a:spcPts val="0"/>
              </a:spcBef>
              <a:spcAft>
                <a:spcPts val="0"/>
              </a:spcAft>
              <a:buClr>
                <a:schemeClr val="lt1"/>
              </a:buClr>
              <a:buSzPts val="1000"/>
              <a:buFont typeface="Instrument Sans"/>
              <a:buChar char="■"/>
              <a:defRPr/>
            </a:lvl9pPr>
          </a:lstStyle>
          <a:p>
            <a:endParaRPr/>
          </a:p>
        </p:txBody>
      </p:sp>
      <p:sp>
        <p:nvSpPr>
          <p:cNvPr id="162" name="Google Shape;162;p21"/>
          <p:cNvSpPr txBox="1">
            <a:spLocks noGrp="1"/>
          </p:cNvSpPr>
          <p:nvPr>
            <p:ph type="body" idx="20"/>
          </p:nvPr>
        </p:nvSpPr>
        <p:spPr>
          <a:xfrm>
            <a:off x="3186145" y="3564958"/>
            <a:ext cx="1307700" cy="10827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strument Sans"/>
              <a:buChar char="●"/>
              <a:defRPr/>
            </a:lvl1pPr>
            <a:lvl2pPr marL="914400" lvl="1" indent="-292100">
              <a:spcBef>
                <a:spcPts val="0"/>
              </a:spcBef>
              <a:spcAft>
                <a:spcPts val="0"/>
              </a:spcAft>
              <a:buClr>
                <a:schemeClr val="lt1"/>
              </a:buClr>
              <a:buSzPts val="1000"/>
              <a:buFont typeface="Instrument Sans"/>
              <a:buChar char="○"/>
              <a:defRPr/>
            </a:lvl2pPr>
            <a:lvl3pPr marL="1371600" lvl="2" indent="-292100">
              <a:spcBef>
                <a:spcPts val="0"/>
              </a:spcBef>
              <a:spcAft>
                <a:spcPts val="0"/>
              </a:spcAft>
              <a:buClr>
                <a:schemeClr val="lt1"/>
              </a:buClr>
              <a:buSzPts val="1000"/>
              <a:buFont typeface="Instrument Sans"/>
              <a:buChar char="■"/>
              <a:defRPr/>
            </a:lvl3pPr>
            <a:lvl4pPr marL="1828800" lvl="3" indent="-292100">
              <a:spcBef>
                <a:spcPts val="0"/>
              </a:spcBef>
              <a:spcAft>
                <a:spcPts val="0"/>
              </a:spcAft>
              <a:buClr>
                <a:schemeClr val="lt1"/>
              </a:buClr>
              <a:buSzPts val="1000"/>
              <a:buFont typeface="Instrument Sans"/>
              <a:buChar char="●"/>
              <a:defRPr/>
            </a:lvl4pPr>
            <a:lvl5pPr marL="2286000" lvl="4" indent="-292100">
              <a:spcBef>
                <a:spcPts val="0"/>
              </a:spcBef>
              <a:spcAft>
                <a:spcPts val="0"/>
              </a:spcAft>
              <a:buClr>
                <a:schemeClr val="lt1"/>
              </a:buClr>
              <a:buSzPts val="1000"/>
              <a:buFont typeface="Instrument Sans"/>
              <a:buChar char="○"/>
              <a:defRPr/>
            </a:lvl5pPr>
            <a:lvl6pPr marL="2743200" lvl="5" indent="-292100">
              <a:spcBef>
                <a:spcPts val="0"/>
              </a:spcBef>
              <a:spcAft>
                <a:spcPts val="0"/>
              </a:spcAft>
              <a:buClr>
                <a:schemeClr val="lt1"/>
              </a:buClr>
              <a:buSzPts val="1000"/>
              <a:buFont typeface="Instrument Sans"/>
              <a:buChar char="■"/>
              <a:defRPr/>
            </a:lvl6pPr>
            <a:lvl7pPr marL="3200400" lvl="6" indent="-292100">
              <a:spcBef>
                <a:spcPts val="0"/>
              </a:spcBef>
              <a:spcAft>
                <a:spcPts val="0"/>
              </a:spcAft>
              <a:buClr>
                <a:schemeClr val="lt1"/>
              </a:buClr>
              <a:buSzPts val="1000"/>
              <a:buFont typeface="Instrument Sans"/>
              <a:buChar char="●"/>
              <a:defRPr/>
            </a:lvl7pPr>
            <a:lvl8pPr marL="3657600" lvl="7" indent="-292100">
              <a:spcBef>
                <a:spcPts val="0"/>
              </a:spcBef>
              <a:spcAft>
                <a:spcPts val="0"/>
              </a:spcAft>
              <a:buClr>
                <a:schemeClr val="lt1"/>
              </a:buClr>
              <a:buSzPts val="1000"/>
              <a:buFont typeface="Instrument Sans"/>
              <a:buChar char="○"/>
              <a:defRPr/>
            </a:lvl8pPr>
            <a:lvl9pPr marL="4114800" lvl="8" indent="-292100">
              <a:spcBef>
                <a:spcPts val="0"/>
              </a:spcBef>
              <a:spcAft>
                <a:spcPts val="0"/>
              </a:spcAft>
              <a:buClr>
                <a:schemeClr val="lt1"/>
              </a:buClr>
              <a:buSzPts val="1000"/>
              <a:buFont typeface="Instrument Sans"/>
              <a:buChar char="■"/>
              <a:defRPr/>
            </a:lvl9pPr>
          </a:lstStyle>
          <a:p>
            <a:endParaRPr/>
          </a:p>
        </p:txBody>
      </p:sp>
      <p:sp>
        <p:nvSpPr>
          <p:cNvPr id="163" name="Google Shape;163;p21"/>
          <p:cNvSpPr txBox="1">
            <a:spLocks noGrp="1"/>
          </p:cNvSpPr>
          <p:nvPr>
            <p:ph type="body" idx="21"/>
          </p:nvPr>
        </p:nvSpPr>
        <p:spPr>
          <a:xfrm>
            <a:off x="4639572" y="3564958"/>
            <a:ext cx="1307700" cy="10827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strument Sans"/>
              <a:buChar char="●"/>
              <a:defRPr/>
            </a:lvl1pPr>
            <a:lvl2pPr marL="914400" lvl="1" indent="-292100">
              <a:spcBef>
                <a:spcPts val="0"/>
              </a:spcBef>
              <a:spcAft>
                <a:spcPts val="0"/>
              </a:spcAft>
              <a:buClr>
                <a:schemeClr val="lt1"/>
              </a:buClr>
              <a:buSzPts val="1000"/>
              <a:buFont typeface="Instrument Sans"/>
              <a:buChar char="○"/>
              <a:defRPr/>
            </a:lvl2pPr>
            <a:lvl3pPr marL="1371600" lvl="2" indent="-292100">
              <a:spcBef>
                <a:spcPts val="0"/>
              </a:spcBef>
              <a:spcAft>
                <a:spcPts val="0"/>
              </a:spcAft>
              <a:buClr>
                <a:schemeClr val="lt1"/>
              </a:buClr>
              <a:buSzPts val="1000"/>
              <a:buFont typeface="Instrument Sans"/>
              <a:buChar char="■"/>
              <a:defRPr/>
            </a:lvl3pPr>
            <a:lvl4pPr marL="1828800" lvl="3" indent="-292100">
              <a:spcBef>
                <a:spcPts val="0"/>
              </a:spcBef>
              <a:spcAft>
                <a:spcPts val="0"/>
              </a:spcAft>
              <a:buClr>
                <a:schemeClr val="lt1"/>
              </a:buClr>
              <a:buSzPts val="1000"/>
              <a:buFont typeface="Instrument Sans"/>
              <a:buChar char="●"/>
              <a:defRPr/>
            </a:lvl4pPr>
            <a:lvl5pPr marL="2286000" lvl="4" indent="-292100">
              <a:spcBef>
                <a:spcPts val="0"/>
              </a:spcBef>
              <a:spcAft>
                <a:spcPts val="0"/>
              </a:spcAft>
              <a:buClr>
                <a:schemeClr val="lt1"/>
              </a:buClr>
              <a:buSzPts val="1000"/>
              <a:buFont typeface="Instrument Sans"/>
              <a:buChar char="○"/>
              <a:defRPr/>
            </a:lvl5pPr>
            <a:lvl6pPr marL="2743200" lvl="5" indent="-292100">
              <a:spcBef>
                <a:spcPts val="0"/>
              </a:spcBef>
              <a:spcAft>
                <a:spcPts val="0"/>
              </a:spcAft>
              <a:buClr>
                <a:schemeClr val="lt1"/>
              </a:buClr>
              <a:buSzPts val="1000"/>
              <a:buFont typeface="Instrument Sans"/>
              <a:buChar char="■"/>
              <a:defRPr/>
            </a:lvl6pPr>
            <a:lvl7pPr marL="3200400" lvl="6" indent="-292100">
              <a:spcBef>
                <a:spcPts val="0"/>
              </a:spcBef>
              <a:spcAft>
                <a:spcPts val="0"/>
              </a:spcAft>
              <a:buClr>
                <a:schemeClr val="lt1"/>
              </a:buClr>
              <a:buSzPts val="1000"/>
              <a:buFont typeface="Instrument Sans"/>
              <a:buChar char="●"/>
              <a:defRPr/>
            </a:lvl7pPr>
            <a:lvl8pPr marL="3657600" lvl="7" indent="-292100">
              <a:spcBef>
                <a:spcPts val="0"/>
              </a:spcBef>
              <a:spcAft>
                <a:spcPts val="0"/>
              </a:spcAft>
              <a:buClr>
                <a:schemeClr val="lt1"/>
              </a:buClr>
              <a:buSzPts val="1000"/>
              <a:buFont typeface="Instrument Sans"/>
              <a:buChar char="○"/>
              <a:defRPr/>
            </a:lvl8pPr>
            <a:lvl9pPr marL="4114800" lvl="8" indent="-292100">
              <a:spcBef>
                <a:spcPts val="0"/>
              </a:spcBef>
              <a:spcAft>
                <a:spcPts val="0"/>
              </a:spcAft>
              <a:buClr>
                <a:schemeClr val="lt1"/>
              </a:buClr>
              <a:buSzPts val="1000"/>
              <a:buFont typeface="Instrument Sans"/>
              <a:buChar char="■"/>
              <a:defRPr/>
            </a:lvl9pPr>
          </a:lstStyle>
          <a:p>
            <a:endParaRPr/>
          </a:p>
        </p:txBody>
      </p:sp>
      <p:sp>
        <p:nvSpPr>
          <p:cNvPr id="164" name="Google Shape;164;p21"/>
          <p:cNvSpPr txBox="1">
            <a:spLocks noGrp="1"/>
          </p:cNvSpPr>
          <p:nvPr>
            <p:ph type="body" idx="22"/>
          </p:nvPr>
        </p:nvSpPr>
        <p:spPr>
          <a:xfrm>
            <a:off x="6092998" y="3564958"/>
            <a:ext cx="1307700" cy="10827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strument Sans"/>
              <a:buChar char="●"/>
              <a:defRPr/>
            </a:lvl1pPr>
            <a:lvl2pPr marL="914400" lvl="1" indent="-292100">
              <a:spcBef>
                <a:spcPts val="0"/>
              </a:spcBef>
              <a:spcAft>
                <a:spcPts val="0"/>
              </a:spcAft>
              <a:buClr>
                <a:schemeClr val="lt1"/>
              </a:buClr>
              <a:buSzPts val="1000"/>
              <a:buFont typeface="Instrument Sans"/>
              <a:buChar char="○"/>
              <a:defRPr/>
            </a:lvl2pPr>
            <a:lvl3pPr marL="1371600" lvl="2" indent="-292100">
              <a:spcBef>
                <a:spcPts val="0"/>
              </a:spcBef>
              <a:spcAft>
                <a:spcPts val="0"/>
              </a:spcAft>
              <a:buClr>
                <a:schemeClr val="lt1"/>
              </a:buClr>
              <a:buSzPts val="1000"/>
              <a:buFont typeface="Instrument Sans"/>
              <a:buChar char="■"/>
              <a:defRPr/>
            </a:lvl3pPr>
            <a:lvl4pPr marL="1828800" lvl="3" indent="-292100">
              <a:spcBef>
                <a:spcPts val="0"/>
              </a:spcBef>
              <a:spcAft>
                <a:spcPts val="0"/>
              </a:spcAft>
              <a:buClr>
                <a:schemeClr val="lt1"/>
              </a:buClr>
              <a:buSzPts val="1000"/>
              <a:buFont typeface="Instrument Sans"/>
              <a:buChar char="●"/>
              <a:defRPr/>
            </a:lvl4pPr>
            <a:lvl5pPr marL="2286000" lvl="4" indent="-292100">
              <a:spcBef>
                <a:spcPts val="0"/>
              </a:spcBef>
              <a:spcAft>
                <a:spcPts val="0"/>
              </a:spcAft>
              <a:buClr>
                <a:schemeClr val="lt1"/>
              </a:buClr>
              <a:buSzPts val="1000"/>
              <a:buFont typeface="Instrument Sans"/>
              <a:buChar char="○"/>
              <a:defRPr/>
            </a:lvl5pPr>
            <a:lvl6pPr marL="2743200" lvl="5" indent="-292100">
              <a:spcBef>
                <a:spcPts val="0"/>
              </a:spcBef>
              <a:spcAft>
                <a:spcPts val="0"/>
              </a:spcAft>
              <a:buClr>
                <a:schemeClr val="lt1"/>
              </a:buClr>
              <a:buSzPts val="1000"/>
              <a:buFont typeface="Instrument Sans"/>
              <a:buChar char="■"/>
              <a:defRPr/>
            </a:lvl6pPr>
            <a:lvl7pPr marL="3200400" lvl="6" indent="-292100">
              <a:spcBef>
                <a:spcPts val="0"/>
              </a:spcBef>
              <a:spcAft>
                <a:spcPts val="0"/>
              </a:spcAft>
              <a:buClr>
                <a:schemeClr val="lt1"/>
              </a:buClr>
              <a:buSzPts val="1000"/>
              <a:buFont typeface="Instrument Sans"/>
              <a:buChar char="●"/>
              <a:defRPr/>
            </a:lvl7pPr>
            <a:lvl8pPr marL="3657600" lvl="7" indent="-292100">
              <a:spcBef>
                <a:spcPts val="0"/>
              </a:spcBef>
              <a:spcAft>
                <a:spcPts val="0"/>
              </a:spcAft>
              <a:buClr>
                <a:schemeClr val="lt1"/>
              </a:buClr>
              <a:buSzPts val="1000"/>
              <a:buFont typeface="Instrument Sans"/>
              <a:buChar char="○"/>
              <a:defRPr/>
            </a:lvl8pPr>
            <a:lvl9pPr marL="4114800" lvl="8" indent="-292100">
              <a:spcBef>
                <a:spcPts val="0"/>
              </a:spcBef>
              <a:spcAft>
                <a:spcPts val="0"/>
              </a:spcAft>
              <a:buClr>
                <a:schemeClr val="lt1"/>
              </a:buClr>
              <a:buSzPts val="1000"/>
              <a:buFont typeface="Instrument Sans"/>
              <a:buChar char="■"/>
              <a:defRPr/>
            </a:lvl9pPr>
          </a:lstStyle>
          <a:p>
            <a:endParaRPr/>
          </a:p>
        </p:txBody>
      </p:sp>
      <p:sp>
        <p:nvSpPr>
          <p:cNvPr id="165" name="Google Shape;165;p21"/>
          <p:cNvSpPr txBox="1">
            <a:spLocks noGrp="1"/>
          </p:cNvSpPr>
          <p:nvPr>
            <p:ph type="body" idx="23"/>
          </p:nvPr>
        </p:nvSpPr>
        <p:spPr>
          <a:xfrm>
            <a:off x="7546425" y="3564958"/>
            <a:ext cx="1307700" cy="10827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strument Sans"/>
              <a:buChar char="●"/>
              <a:defRPr/>
            </a:lvl1pPr>
            <a:lvl2pPr marL="914400" lvl="1" indent="-292100">
              <a:spcBef>
                <a:spcPts val="0"/>
              </a:spcBef>
              <a:spcAft>
                <a:spcPts val="0"/>
              </a:spcAft>
              <a:buClr>
                <a:schemeClr val="lt1"/>
              </a:buClr>
              <a:buSzPts val="1000"/>
              <a:buFont typeface="Instrument Sans"/>
              <a:buChar char="○"/>
              <a:defRPr/>
            </a:lvl2pPr>
            <a:lvl3pPr marL="1371600" lvl="2" indent="-292100">
              <a:spcBef>
                <a:spcPts val="0"/>
              </a:spcBef>
              <a:spcAft>
                <a:spcPts val="0"/>
              </a:spcAft>
              <a:buClr>
                <a:schemeClr val="lt1"/>
              </a:buClr>
              <a:buSzPts val="1000"/>
              <a:buFont typeface="Instrument Sans"/>
              <a:buChar char="■"/>
              <a:defRPr/>
            </a:lvl3pPr>
            <a:lvl4pPr marL="1828800" lvl="3" indent="-292100">
              <a:spcBef>
                <a:spcPts val="0"/>
              </a:spcBef>
              <a:spcAft>
                <a:spcPts val="0"/>
              </a:spcAft>
              <a:buClr>
                <a:schemeClr val="lt1"/>
              </a:buClr>
              <a:buSzPts val="1000"/>
              <a:buFont typeface="Instrument Sans"/>
              <a:buChar char="●"/>
              <a:defRPr/>
            </a:lvl4pPr>
            <a:lvl5pPr marL="2286000" lvl="4" indent="-292100">
              <a:spcBef>
                <a:spcPts val="0"/>
              </a:spcBef>
              <a:spcAft>
                <a:spcPts val="0"/>
              </a:spcAft>
              <a:buClr>
                <a:schemeClr val="lt1"/>
              </a:buClr>
              <a:buSzPts val="1000"/>
              <a:buFont typeface="Instrument Sans"/>
              <a:buChar char="○"/>
              <a:defRPr/>
            </a:lvl5pPr>
            <a:lvl6pPr marL="2743200" lvl="5" indent="-292100">
              <a:spcBef>
                <a:spcPts val="0"/>
              </a:spcBef>
              <a:spcAft>
                <a:spcPts val="0"/>
              </a:spcAft>
              <a:buClr>
                <a:schemeClr val="lt1"/>
              </a:buClr>
              <a:buSzPts val="1000"/>
              <a:buFont typeface="Instrument Sans"/>
              <a:buChar char="■"/>
              <a:defRPr/>
            </a:lvl6pPr>
            <a:lvl7pPr marL="3200400" lvl="6" indent="-292100">
              <a:spcBef>
                <a:spcPts val="0"/>
              </a:spcBef>
              <a:spcAft>
                <a:spcPts val="0"/>
              </a:spcAft>
              <a:buClr>
                <a:schemeClr val="lt1"/>
              </a:buClr>
              <a:buSzPts val="1000"/>
              <a:buFont typeface="Instrument Sans"/>
              <a:buChar char="●"/>
              <a:defRPr/>
            </a:lvl7pPr>
            <a:lvl8pPr marL="3657600" lvl="7" indent="-292100">
              <a:spcBef>
                <a:spcPts val="0"/>
              </a:spcBef>
              <a:spcAft>
                <a:spcPts val="0"/>
              </a:spcAft>
              <a:buClr>
                <a:schemeClr val="lt1"/>
              </a:buClr>
              <a:buSzPts val="1000"/>
              <a:buFont typeface="Instrument Sans"/>
              <a:buChar char="○"/>
              <a:defRPr/>
            </a:lvl8pPr>
            <a:lvl9pPr marL="4114800" lvl="8" indent="-292100">
              <a:spcBef>
                <a:spcPts val="0"/>
              </a:spcBef>
              <a:spcAft>
                <a:spcPts val="0"/>
              </a:spcAft>
              <a:buClr>
                <a:schemeClr val="lt1"/>
              </a:buClr>
              <a:buSzPts val="1000"/>
              <a:buFont typeface="Instrument Sans"/>
              <a:buChar char="■"/>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ig statement 1">
  <p:cSld name="CUSTOM_4_1">
    <p:bg>
      <p:bgPr>
        <a:blipFill>
          <a:blip r:embed="rId2">
            <a:alphaModFix/>
          </a:blip>
          <a:stretch>
            <a:fillRect/>
          </a:stretch>
        </a:blipFill>
        <a:effectLst/>
      </p:bgPr>
    </p:bg>
    <p:spTree>
      <p:nvGrpSpPr>
        <p:cNvPr id="1" name="Shape 166"/>
        <p:cNvGrpSpPr/>
        <p:nvPr/>
      </p:nvGrpSpPr>
      <p:grpSpPr>
        <a:xfrm>
          <a:off x="0" y="0"/>
          <a:ext cx="0" cy="0"/>
          <a:chOff x="0" y="0"/>
          <a:chExt cx="0" cy="0"/>
        </a:xfrm>
      </p:grpSpPr>
      <p:sp>
        <p:nvSpPr>
          <p:cNvPr id="167" name="Google Shape;167;p22"/>
          <p:cNvSpPr txBox="1">
            <a:spLocks noGrp="1"/>
          </p:cNvSpPr>
          <p:nvPr>
            <p:ph type="subTitle" idx="1"/>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168" name="Google Shape;168;p22"/>
          <p:cNvSpPr txBox="1">
            <a:spLocks noGrp="1"/>
          </p:cNvSpPr>
          <p:nvPr>
            <p:ph type="subTitle" idx="2"/>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169" name="Google Shape;169;p22"/>
          <p:cNvSpPr txBox="1">
            <a:spLocks noGrp="1"/>
          </p:cNvSpPr>
          <p:nvPr>
            <p:ph type="body" idx="3"/>
          </p:nvPr>
        </p:nvSpPr>
        <p:spPr>
          <a:xfrm>
            <a:off x="360300" y="2181900"/>
            <a:ext cx="8496600" cy="2486700"/>
          </a:xfrm>
          <a:prstGeom prst="rect">
            <a:avLst/>
          </a:prstGeom>
        </p:spPr>
        <p:txBody>
          <a:bodyPr spcFirstLastPara="1" wrap="square" lIns="0" tIns="0" rIns="0" bIns="0" anchor="b" anchorCtr="0">
            <a:noAutofit/>
          </a:bodyPr>
          <a:lstStyle>
            <a:lvl1pPr marL="457200" lvl="0" indent="-228600">
              <a:lnSpc>
                <a:spcPct val="85000"/>
              </a:lnSpc>
              <a:spcBef>
                <a:spcPts val="0"/>
              </a:spcBef>
              <a:spcAft>
                <a:spcPts val="0"/>
              </a:spcAft>
              <a:buNone/>
              <a:defRPr sz="3600"/>
            </a:lvl1pPr>
            <a:lvl2pPr marL="914400" lvl="1" indent="-228600">
              <a:lnSpc>
                <a:spcPct val="85000"/>
              </a:lnSpc>
              <a:spcBef>
                <a:spcPts val="0"/>
              </a:spcBef>
              <a:spcAft>
                <a:spcPts val="0"/>
              </a:spcAft>
              <a:buNone/>
              <a:defRPr sz="3600"/>
            </a:lvl2pPr>
            <a:lvl3pPr marL="1371600" lvl="2" indent="-228600">
              <a:lnSpc>
                <a:spcPct val="85000"/>
              </a:lnSpc>
              <a:spcBef>
                <a:spcPts val="0"/>
              </a:spcBef>
              <a:spcAft>
                <a:spcPts val="0"/>
              </a:spcAft>
              <a:buNone/>
              <a:defRPr sz="3600"/>
            </a:lvl3pPr>
            <a:lvl4pPr marL="1828800" lvl="3" indent="-228600">
              <a:lnSpc>
                <a:spcPct val="85000"/>
              </a:lnSpc>
              <a:spcBef>
                <a:spcPts val="0"/>
              </a:spcBef>
              <a:spcAft>
                <a:spcPts val="0"/>
              </a:spcAft>
              <a:buNone/>
              <a:defRPr sz="3600"/>
            </a:lvl4pPr>
            <a:lvl5pPr marL="2286000" lvl="4" indent="-228600">
              <a:lnSpc>
                <a:spcPct val="85000"/>
              </a:lnSpc>
              <a:spcBef>
                <a:spcPts val="0"/>
              </a:spcBef>
              <a:spcAft>
                <a:spcPts val="0"/>
              </a:spcAft>
              <a:buNone/>
              <a:defRPr sz="3600"/>
            </a:lvl5pPr>
            <a:lvl6pPr marL="2743200" lvl="5" indent="-228600">
              <a:lnSpc>
                <a:spcPct val="85000"/>
              </a:lnSpc>
              <a:spcBef>
                <a:spcPts val="0"/>
              </a:spcBef>
              <a:spcAft>
                <a:spcPts val="0"/>
              </a:spcAft>
              <a:buNone/>
              <a:defRPr sz="3600"/>
            </a:lvl6pPr>
            <a:lvl7pPr marL="3200400" lvl="6" indent="-228600">
              <a:lnSpc>
                <a:spcPct val="85000"/>
              </a:lnSpc>
              <a:spcBef>
                <a:spcPts val="0"/>
              </a:spcBef>
              <a:spcAft>
                <a:spcPts val="0"/>
              </a:spcAft>
              <a:buNone/>
              <a:defRPr sz="3600"/>
            </a:lvl7pPr>
            <a:lvl8pPr marL="3657600" lvl="7" indent="-228600">
              <a:lnSpc>
                <a:spcPct val="85000"/>
              </a:lnSpc>
              <a:spcBef>
                <a:spcPts val="0"/>
              </a:spcBef>
              <a:spcAft>
                <a:spcPts val="0"/>
              </a:spcAft>
              <a:buNone/>
              <a:defRPr sz="3600"/>
            </a:lvl8pPr>
            <a:lvl9pPr marL="4114800" lvl="8" indent="-228600">
              <a:lnSpc>
                <a:spcPct val="85000"/>
              </a:lnSpc>
              <a:spcBef>
                <a:spcPts val="0"/>
              </a:spcBef>
              <a:spcAft>
                <a:spcPts val="0"/>
              </a:spcAft>
              <a:buNone/>
              <a:defRPr sz="3600"/>
            </a:lvl9pPr>
          </a:lstStyle>
          <a:p>
            <a:endParaRPr/>
          </a:p>
        </p:txBody>
      </p:sp>
      <p:sp>
        <p:nvSpPr>
          <p:cNvPr id="170" name="Google Shape;170;p22"/>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body and image ALT 1">
  <p:cSld name="BLANK_1_1_1_2">
    <p:bg>
      <p:bgPr>
        <a:blipFill>
          <a:blip r:embed="rId2">
            <a:alphaModFix/>
          </a:blip>
          <a:stretch>
            <a:fillRect/>
          </a:stretch>
        </a:blipFill>
        <a:effectLst/>
      </p:bgPr>
    </p:bg>
    <p:spTree>
      <p:nvGrpSpPr>
        <p:cNvPr id="1" name="Shape 171"/>
        <p:cNvGrpSpPr/>
        <p:nvPr/>
      </p:nvGrpSpPr>
      <p:grpSpPr>
        <a:xfrm>
          <a:off x="0" y="0"/>
          <a:ext cx="0" cy="0"/>
          <a:chOff x="0" y="0"/>
          <a:chExt cx="0" cy="0"/>
        </a:xfrm>
      </p:grpSpPr>
      <p:sp>
        <p:nvSpPr>
          <p:cNvPr id="172" name="Google Shape;172;p23"/>
          <p:cNvSpPr txBox="1">
            <a:spLocks noGrp="1"/>
          </p:cNvSpPr>
          <p:nvPr>
            <p:ph type="title"/>
          </p:nvPr>
        </p:nvSpPr>
        <p:spPr>
          <a:xfrm>
            <a:off x="284700" y="474750"/>
            <a:ext cx="4227300" cy="965400"/>
          </a:xfrm>
          <a:prstGeom prst="rect">
            <a:avLst/>
          </a:prstGeom>
        </p:spPr>
        <p:txBody>
          <a:bodyPr spcFirstLastPara="1" wrap="square" lIns="0" tIns="0" rIns="91425" bIns="0" anchor="b" anchorCtr="0">
            <a:no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173" name="Google Shape;173;p23"/>
          <p:cNvSpPr>
            <a:spLocks noGrp="1"/>
          </p:cNvSpPr>
          <p:nvPr>
            <p:ph type="pic" idx="2"/>
          </p:nvPr>
        </p:nvSpPr>
        <p:spPr>
          <a:xfrm>
            <a:off x="4629600" y="474750"/>
            <a:ext cx="4227300" cy="4194000"/>
          </a:xfrm>
          <a:prstGeom prst="roundRect">
            <a:avLst>
              <a:gd name="adj" fmla="val 5294"/>
            </a:avLst>
          </a:prstGeom>
          <a:noFill/>
          <a:ln>
            <a:noFill/>
          </a:ln>
        </p:spPr>
      </p:sp>
      <p:sp>
        <p:nvSpPr>
          <p:cNvPr id="174" name="Google Shape;174;p23"/>
          <p:cNvSpPr txBox="1">
            <a:spLocks noGrp="1"/>
          </p:cNvSpPr>
          <p:nvPr>
            <p:ph type="body" idx="1"/>
          </p:nvPr>
        </p:nvSpPr>
        <p:spPr>
          <a:xfrm>
            <a:off x="284700" y="3065325"/>
            <a:ext cx="2772600" cy="1603200"/>
          </a:xfrm>
          <a:prstGeom prst="rect">
            <a:avLst/>
          </a:prstGeom>
        </p:spPr>
        <p:txBody>
          <a:bodyPr spcFirstLastPara="1" wrap="square" lIns="0" tIns="0" rIns="0" bIns="0" anchor="b" anchorCtr="0">
            <a:noAutofit/>
          </a:bodyPr>
          <a:lstStyle>
            <a:lvl1pPr marL="457200" lvl="0" indent="-304800">
              <a:spcBef>
                <a:spcPts val="0"/>
              </a:spcBef>
              <a:spcAft>
                <a:spcPts val="0"/>
              </a:spcAft>
              <a:buClr>
                <a:schemeClr val="lt1"/>
              </a:buClr>
              <a:buSzPts val="1200"/>
              <a:buChar char="●"/>
              <a:defRPr sz="1200"/>
            </a:lvl1pPr>
            <a:lvl2pPr marL="914400" lvl="1" indent="-304800">
              <a:spcBef>
                <a:spcPts val="800"/>
              </a:spcBef>
              <a:spcAft>
                <a:spcPts val="0"/>
              </a:spcAft>
              <a:buClr>
                <a:schemeClr val="lt1"/>
              </a:buClr>
              <a:buSzPts val="1200"/>
              <a:buChar char="○"/>
              <a:defRPr sz="1200"/>
            </a:lvl2pPr>
            <a:lvl3pPr marL="1371600" lvl="2" indent="-304800">
              <a:spcBef>
                <a:spcPts val="800"/>
              </a:spcBef>
              <a:spcAft>
                <a:spcPts val="0"/>
              </a:spcAft>
              <a:buClr>
                <a:schemeClr val="lt1"/>
              </a:buClr>
              <a:buSzPts val="1200"/>
              <a:buChar char="■"/>
              <a:defRPr sz="1200"/>
            </a:lvl3pPr>
            <a:lvl4pPr marL="1828800" lvl="3" indent="-304800">
              <a:spcBef>
                <a:spcPts val="800"/>
              </a:spcBef>
              <a:spcAft>
                <a:spcPts val="0"/>
              </a:spcAft>
              <a:buClr>
                <a:schemeClr val="lt1"/>
              </a:buClr>
              <a:buSzPts val="1200"/>
              <a:buChar char="●"/>
              <a:defRPr sz="1200"/>
            </a:lvl4pPr>
            <a:lvl5pPr marL="2286000" lvl="4" indent="-304800">
              <a:spcBef>
                <a:spcPts val="800"/>
              </a:spcBef>
              <a:spcAft>
                <a:spcPts val="0"/>
              </a:spcAft>
              <a:buClr>
                <a:schemeClr val="lt1"/>
              </a:buClr>
              <a:buSzPts val="1200"/>
              <a:buChar char="○"/>
              <a:defRPr sz="1200"/>
            </a:lvl5pPr>
            <a:lvl6pPr marL="2743200" lvl="5" indent="-304800">
              <a:spcBef>
                <a:spcPts val="800"/>
              </a:spcBef>
              <a:spcAft>
                <a:spcPts val="0"/>
              </a:spcAft>
              <a:buClr>
                <a:schemeClr val="lt1"/>
              </a:buClr>
              <a:buSzPts val="1200"/>
              <a:buChar char="■"/>
              <a:defRPr sz="1200"/>
            </a:lvl6pPr>
            <a:lvl7pPr marL="3200400" lvl="6" indent="-304800">
              <a:spcBef>
                <a:spcPts val="800"/>
              </a:spcBef>
              <a:spcAft>
                <a:spcPts val="0"/>
              </a:spcAft>
              <a:buClr>
                <a:schemeClr val="lt1"/>
              </a:buClr>
              <a:buSzPts val="1200"/>
              <a:buChar char="●"/>
              <a:defRPr sz="1200"/>
            </a:lvl7pPr>
            <a:lvl8pPr marL="3657600" lvl="7" indent="-304800">
              <a:spcBef>
                <a:spcPts val="800"/>
              </a:spcBef>
              <a:spcAft>
                <a:spcPts val="0"/>
              </a:spcAft>
              <a:buClr>
                <a:schemeClr val="lt1"/>
              </a:buClr>
              <a:buSzPts val="1200"/>
              <a:buChar char="○"/>
              <a:defRPr sz="1200"/>
            </a:lvl8pPr>
            <a:lvl9pPr marL="4114800" lvl="8" indent="-304800">
              <a:spcBef>
                <a:spcPts val="800"/>
              </a:spcBef>
              <a:spcAft>
                <a:spcPts val="800"/>
              </a:spcAft>
              <a:buClr>
                <a:schemeClr val="lt1"/>
              </a:buClr>
              <a:buSzPts val="1200"/>
              <a:buChar char="■"/>
              <a:defRPr sz="1200"/>
            </a:lvl9pPr>
          </a:lstStyle>
          <a:p>
            <a:endParaRPr/>
          </a:p>
        </p:txBody>
      </p:sp>
      <p:sp>
        <p:nvSpPr>
          <p:cNvPr id="175" name="Google Shape;175;p23"/>
          <p:cNvSpPr txBox="1">
            <a:spLocks noGrp="1"/>
          </p:cNvSpPr>
          <p:nvPr>
            <p:ph type="subTitle" idx="3"/>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176" name="Google Shape;176;p23"/>
          <p:cNvSpPr txBox="1">
            <a:spLocks noGrp="1"/>
          </p:cNvSpPr>
          <p:nvPr>
            <p:ph type="subTitle" idx="4"/>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177" name="Google Shape;177;p23"/>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body and image ALT 2">
  <p:cSld name="BLANK_1_1_1_2_3_1">
    <p:bg>
      <p:bgPr>
        <a:blipFill>
          <a:blip r:embed="rId2">
            <a:alphaModFix/>
          </a:blip>
          <a:stretch>
            <a:fillRect/>
          </a:stretch>
        </a:blipFill>
        <a:effectLst/>
      </p:bgPr>
    </p:bg>
    <p:spTree>
      <p:nvGrpSpPr>
        <p:cNvPr id="1" name="Shape 178"/>
        <p:cNvGrpSpPr/>
        <p:nvPr/>
      </p:nvGrpSpPr>
      <p:grpSpPr>
        <a:xfrm>
          <a:off x="0" y="0"/>
          <a:ext cx="0" cy="0"/>
          <a:chOff x="0" y="0"/>
          <a:chExt cx="0" cy="0"/>
        </a:xfrm>
      </p:grpSpPr>
      <p:sp>
        <p:nvSpPr>
          <p:cNvPr id="179" name="Google Shape;179;p24"/>
          <p:cNvSpPr>
            <a:spLocks noGrp="1"/>
          </p:cNvSpPr>
          <p:nvPr>
            <p:ph type="pic" idx="2"/>
          </p:nvPr>
        </p:nvSpPr>
        <p:spPr>
          <a:xfrm>
            <a:off x="4629600" y="474750"/>
            <a:ext cx="4227300" cy="4194000"/>
          </a:xfrm>
          <a:prstGeom prst="roundRect">
            <a:avLst>
              <a:gd name="adj" fmla="val 10510"/>
            </a:avLst>
          </a:prstGeom>
          <a:noFill/>
          <a:ln>
            <a:noFill/>
          </a:ln>
        </p:spPr>
      </p:sp>
      <p:sp>
        <p:nvSpPr>
          <p:cNvPr id="180" name="Google Shape;180;p24"/>
          <p:cNvSpPr txBox="1">
            <a:spLocks noGrp="1"/>
          </p:cNvSpPr>
          <p:nvPr>
            <p:ph type="body" idx="1"/>
          </p:nvPr>
        </p:nvSpPr>
        <p:spPr>
          <a:xfrm>
            <a:off x="284700" y="1440225"/>
            <a:ext cx="2772600" cy="1603200"/>
          </a:xfrm>
          <a:prstGeom prst="rect">
            <a:avLst/>
          </a:prstGeom>
        </p:spPr>
        <p:txBody>
          <a:bodyPr spcFirstLastPara="1" wrap="square" lIns="0" tIns="0" rIns="0" bIns="0" anchor="t"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181" name="Google Shape;181;p24"/>
          <p:cNvSpPr txBox="1">
            <a:spLocks noGrp="1"/>
          </p:cNvSpPr>
          <p:nvPr>
            <p:ph type="subTitle" idx="3"/>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182" name="Google Shape;182;p24"/>
          <p:cNvSpPr txBox="1">
            <a:spLocks noGrp="1"/>
          </p:cNvSpPr>
          <p:nvPr>
            <p:ph type="subTitle" idx="4"/>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183" name="Google Shape;183;p24"/>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184" name="Google Shape;184;p24"/>
          <p:cNvSpPr txBox="1">
            <a:spLocks noGrp="1"/>
          </p:cNvSpPr>
          <p:nvPr>
            <p:ph type="title"/>
          </p:nvPr>
        </p:nvSpPr>
        <p:spPr>
          <a:xfrm>
            <a:off x="284700" y="474750"/>
            <a:ext cx="5673600" cy="498600"/>
          </a:xfrm>
          <a:prstGeom prst="rect">
            <a:avLst/>
          </a:prstGeom>
        </p:spPr>
        <p:txBody>
          <a:bodyPr spcFirstLastPara="1" wrap="square" lIns="0" tIns="0" rIns="0" bIns="0" anchor="b" anchorCtr="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atin typeface="Instrument Sans Medium"/>
                <a:ea typeface="Instrument Sans Medium"/>
                <a:cs typeface="Instrument Sans Medium"/>
                <a:sym typeface="Instrument Sans Medium"/>
              </a:defRPr>
            </a:lvl2pPr>
            <a:lvl3pPr lvl="2">
              <a:lnSpc>
                <a:spcPct val="115000"/>
              </a:lnSpc>
              <a:spcBef>
                <a:spcPts val="0"/>
              </a:spcBef>
              <a:spcAft>
                <a:spcPts val="0"/>
              </a:spcAft>
              <a:buNone/>
              <a:defRPr sz="2400">
                <a:latin typeface="Instrument Sans Medium"/>
                <a:ea typeface="Instrument Sans Medium"/>
                <a:cs typeface="Instrument Sans Medium"/>
                <a:sym typeface="Instrument Sans Medium"/>
              </a:defRPr>
            </a:lvl3pPr>
            <a:lvl4pPr lvl="3">
              <a:lnSpc>
                <a:spcPct val="115000"/>
              </a:lnSpc>
              <a:spcBef>
                <a:spcPts val="0"/>
              </a:spcBef>
              <a:spcAft>
                <a:spcPts val="0"/>
              </a:spcAft>
              <a:buNone/>
              <a:defRPr sz="2400">
                <a:latin typeface="Instrument Sans Medium"/>
                <a:ea typeface="Instrument Sans Medium"/>
                <a:cs typeface="Instrument Sans Medium"/>
                <a:sym typeface="Instrument Sans Medium"/>
              </a:defRPr>
            </a:lvl4pPr>
            <a:lvl5pPr lvl="4">
              <a:lnSpc>
                <a:spcPct val="115000"/>
              </a:lnSpc>
              <a:spcBef>
                <a:spcPts val="0"/>
              </a:spcBef>
              <a:spcAft>
                <a:spcPts val="0"/>
              </a:spcAft>
              <a:buNone/>
              <a:defRPr sz="2400">
                <a:latin typeface="Instrument Sans Medium"/>
                <a:ea typeface="Instrument Sans Medium"/>
                <a:cs typeface="Instrument Sans Medium"/>
                <a:sym typeface="Instrument Sans Medium"/>
              </a:defRPr>
            </a:lvl5pPr>
            <a:lvl6pPr lvl="5">
              <a:lnSpc>
                <a:spcPct val="115000"/>
              </a:lnSpc>
              <a:spcBef>
                <a:spcPts val="0"/>
              </a:spcBef>
              <a:spcAft>
                <a:spcPts val="0"/>
              </a:spcAft>
              <a:buNone/>
              <a:defRPr sz="2400">
                <a:latin typeface="Instrument Sans Medium"/>
                <a:ea typeface="Instrument Sans Medium"/>
                <a:cs typeface="Instrument Sans Medium"/>
                <a:sym typeface="Instrument Sans Medium"/>
              </a:defRPr>
            </a:lvl6pPr>
            <a:lvl7pPr lvl="6">
              <a:lnSpc>
                <a:spcPct val="115000"/>
              </a:lnSpc>
              <a:spcBef>
                <a:spcPts val="0"/>
              </a:spcBef>
              <a:spcAft>
                <a:spcPts val="0"/>
              </a:spcAft>
              <a:buNone/>
              <a:defRPr sz="2400">
                <a:latin typeface="Instrument Sans Medium"/>
                <a:ea typeface="Instrument Sans Medium"/>
                <a:cs typeface="Instrument Sans Medium"/>
                <a:sym typeface="Instrument Sans Medium"/>
              </a:defRPr>
            </a:lvl7pPr>
            <a:lvl8pPr lvl="7">
              <a:lnSpc>
                <a:spcPct val="115000"/>
              </a:lnSpc>
              <a:spcBef>
                <a:spcPts val="0"/>
              </a:spcBef>
              <a:spcAft>
                <a:spcPts val="0"/>
              </a:spcAft>
              <a:buNone/>
              <a:defRPr sz="2400">
                <a:latin typeface="Instrument Sans Medium"/>
                <a:ea typeface="Instrument Sans Medium"/>
                <a:cs typeface="Instrument Sans Medium"/>
                <a:sym typeface="Instrument Sans Medium"/>
              </a:defRPr>
            </a:lvl8pPr>
            <a:lvl9pPr lvl="8">
              <a:lnSpc>
                <a:spcPct val="115000"/>
              </a:lnSpc>
              <a:spcBef>
                <a:spcPts val="0"/>
              </a:spcBef>
              <a:spcAft>
                <a:spcPts val="0"/>
              </a:spcAft>
              <a:buNone/>
              <a:defRPr sz="2400">
                <a:latin typeface="Instrument Sans Medium"/>
                <a:ea typeface="Instrument Sans Medium"/>
                <a:cs typeface="Instrument Sans Medium"/>
                <a:sym typeface="Instrument Sans Medium"/>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body and image ALT 3">
  <p:cSld name="BLANK_1_1_1_2_3_1_1">
    <p:spTree>
      <p:nvGrpSpPr>
        <p:cNvPr id="1" name="Shape 185"/>
        <p:cNvGrpSpPr/>
        <p:nvPr/>
      </p:nvGrpSpPr>
      <p:grpSpPr>
        <a:xfrm>
          <a:off x="0" y="0"/>
          <a:ext cx="0" cy="0"/>
          <a:chOff x="0" y="0"/>
          <a:chExt cx="0" cy="0"/>
        </a:xfrm>
      </p:grpSpPr>
      <p:sp>
        <p:nvSpPr>
          <p:cNvPr id="186" name="Google Shape;186;p25"/>
          <p:cNvSpPr>
            <a:spLocks noGrp="1"/>
          </p:cNvSpPr>
          <p:nvPr>
            <p:ph type="pic" idx="2"/>
          </p:nvPr>
        </p:nvSpPr>
        <p:spPr>
          <a:xfrm>
            <a:off x="4629600" y="474750"/>
            <a:ext cx="4227300" cy="4194000"/>
          </a:xfrm>
          <a:prstGeom prst="roundRect">
            <a:avLst>
              <a:gd name="adj" fmla="val 10640"/>
            </a:avLst>
          </a:prstGeom>
          <a:noFill/>
          <a:ln>
            <a:noFill/>
          </a:ln>
        </p:spPr>
      </p:sp>
      <p:sp>
        <p:nvSpPr>
          <p:cNvPr id="187" name="Google Shape;187;p25"/>
          <p:cNvSpPr txBox="1">
            <a:spLocks noGrp="1"/>
          </p:cNvSpPr>
          <p:nvPr>
            <p:ph type="subTitle" idx="1"/>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188" name="Google Shape;188;p25"/>
          <p:cNvSpPr txBox="1">
            <a:spLocks noGrp="1"/>
          </p:cNvSpPr>
          <p:nvPr>
            <p:ph type="subTitle" idx="3"/>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189" name="Google Shape;189;p25"/>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190" name="Google Shape;190;p25"/>
          <p:cNvSpPr txBox="1">
            <a:spLocks noGrp="1"/>
          </p:cNvSpPr>
          <p:nvPr>
            <p:ph type="title"/>
          </p:nvPr>
        </p:nvSpPr>
        <p:spPr>
          <a:xfrm>
            <a:off x="284700" y="474750"/>
            <a:ext cx="5673600" cy="498600"/>
          </a:xfrm>
          <a:prstGeom prst="rect">
            <a:avLst/>
          </a:prstGeom>
        </p:spPr>
        <p:txBody>
          <a:bodyPr spcFirstLastPara="1" wrap="square" lIns="0" tIns="0" rIns="0" bIns="0" anchor="b" anchorCtr="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atin typeface="Instrument Sans Medium"/>
                <a:ea typeface="Instrument Sans Medium"/>
                <a:cs typeface="Instrument Sans Medium"/>
                <a:sym typeface="Instrument Sans Medium"/>
              </a:defRPr>
            </a:lvl2pPr>
            <a:lvl3pPr lvl="2">
              <a:lnSpc>
                <a:spcPct val="115000"/>
              </a:lnSpc>
              <a:spcBef>
                <a:spcPts val="0"/>
              </a:spcBef>
              <a:spcAft>
                <a:spcPts val="0"/>
              </a:spcAft>
              <a:buNone/>
              <a:defRPr sz="2400">
                <a:latin typeface="Instrument Sans Medium"/>
                <a:ea typeface="Instrument Sans Medium"/>
                <a:cs typeface="Instrument Sans Medium"/>
                <a:sym typeface="Instrument Sans Medium"/>
              </a:defRPr>
            </a:lvl3pPr>
            <a:lvl4pPr lvl="3">
              <a:lnSpc>
                <a:spcPct val="115000"/>
              </a:lnSpc>
              <a:spcBef>
                <a:spcPts val="0"/>
              </a:spcBef>
              <a:spcAft>
                <a:spcPts val="0"/>
              </a:spcAft>
              <a:buNone/>
              <a:defRPr sz="2400">
                <a:latin typeface="Instrument Sans Medium"/>
                <a:ea typeface="Instrument Sans Medium"/>
                <a:cs typeface="Instrument Sans Medium"/>
                <a:sym typeface="Instrument Sans Medium"/>
              </a:defRPr>
            </a:lvl4pPr>
            <a:lvl5pPr lvl="4">
              <a:lnSpc>
                <a:spcPct val="115000"/>
              </a:lnSpc>
              <a:spcBef>
                <a:spcPts val="0"/>
              </a:spcBef>
              <a:spcAft>
                <a:spcPts val="0"/>
              </a:spcAft>
              <a:buNone/>
              <a:defRPr sz="2400">
                <a:latin typeface="Instrument Sans Medium"/>
                <a:ea typeface="Instrument Sans Medium"/>
                <a:cs typeface="Instrument Sans Medium"/>
                <a:sym typeface="Instrument Sans Medium"/>
              </a:defRPr>
            </a:lvl5pPr>
            <a:lvl6pPr lvl="5">
              <a:lnSpc>
                <a:spcPct val="115000"/>
              </a:lnSpc>
              <a:spcBef>
                <a:spcPts val="0"/>
              </a:spcBef>
              <a:spcAft>
                <a:spcPts val="0"/>
              </a:spcAft>
              <a:buNone/>
              <a:defRPr sz="2400">
                <a:latin typeface="Instrument Sans Medium"/>
                <a:ea typeface="Instrument Sans Medium"/>
                <a:cs typeface="Instrument Sans Medium"/>
                <a:sym typeface="Instrument Sans Medium"/>
              </a:defRPr>
            </a:lvl6pPr>
            <a:lvl7pPr lvl="6">
              <a:lnSpc>
                <a:spcPct val="115000"/>
              </a:lnSpc>
              <a:spcBef>
                <a:spcPts val="0"/>
              </a:spcBef>
              <a:spcAft>
                <a:spcPts val="0"/>
              </a:spcAft>
              <a:buNone/>
              <a:defRPr sz="2400">
                <a:latin typeface="Instrument Sans Medium"/>
                <a:ea typeface="Instrument Sans Medium"/>
                <a:cs typeface="Instrument Sans Medium"/>
                <a:sym typeface="Instrument Sans Medium"/>
              </a:defRPr>
            </a:lvl7pPr>
            <a:lvl8pPr lvl="7">
              <a:lnSpc>
                <a:spcPct val="115000"/>
              </a:lnSpc>
              <a:spcBef>
                <a:spcPts val="0"/>
              </a:spcBef>
              <a:spcAft>
                <a:spcPts val="0"/>
              </a:spcAft>
              <a:buNone/>
              <a:defRPr sz="2400">
                <a:latin typeface="Instrument Sans Medium"/>
                <a:ea typeface="Instrument Sans Medium"/>
                <a:cs typeface="Instrument Sans Medium"/>
                <a:sym typeface="Instrument Sans Medium"/>
              </a:defRPr>
            </a:lvl8pPr>
            <a:lvl9pPr lvl="8">
              <a:lnSpc>
                <a:spcPct val="115000"/>
              </a:lnSpc>
              <a:spcBef>
                <a:spcPts val="0"/>
              </a:spcBef>
              <a:spcAft>
                <a:spcPts val="0"/>
              </a:spcAft>
              <a:buNone/>
              <a:defRPr sz="2400">
                <a:latin typeface="Instrument Sans Medium"/>
                <a:ea typeface="Instrument Sans Medium"/>
                <a:cs typeface="Instrument Sans Medium"/>
                <a:sym typeface="Instrument Sans Medium"/>
              </a:defRPr>
            </a:lvl9pPr>
          </a:lstStyle>
          <a:p>
            <a:endParaRPr/>
          </a:p>
        </p:txBody>
      </p:sp>
      <p:sp>
        <p:nvSpPr>
          <p:cNvPr id="191" name="Google Shape;191;p25"/>
          <p:cNvSpPr txBox="1">
            <a:spLocks noGrp="1"/>
          </p:cNvSpPr>
          <p:nvPr>
            <p:ph type="body" idx="4"/>
          </p:nvPr>
        </p:nvSpPr>
        <p:spPr>
          <a:xfrm>
            <a:off x="284700" y="1440225"/>
            <a:ext cx="2772600" cy="16032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strument Sans"/>
              <a:buChar char="●"/>
              <a:defRPr/>
            </a:lvl1pPr>
            <a:lvl2pPr marL="914400" lvl="1" indent="-292100">
              <a:spcBef>
                <a:spcPts val="0"/>
              </a:spcBef>
              <a:spcAft>
                <a:spcPts val="0"/>
              </a:spcAft>
              <a:buClr>
                <a:schemeClr val="lt1"/>
              </a:buClr>
              <a:buSzPts val="1000"/>
              <a:buFont typeface="Instrument Sans"/>
              <a:buChar char="○"/>
              <a:defRPr/>
            </a:lvl2pPr>
            <a:lvl3pPr marL="1371600" lvl="2" indent="-292100">
              <a:spcBef>
                <a:spcPts val="0"/>
              </a:spcBef>
              <a:spcAft>
                <a:spcPts val="0"/>
              </a:spcAft>
              <a:buClr>
                <a:schemeClr val="lt1"/>
              </a:buClr>
              <a:buSzPts val="1000"/>
              <a:buFont typeface="Instrument Sans"/>
              <a:buChar char="■"/>
              <a:defRPr/>
            </a:lvl3pPr>
            <a:lvl4pPr marL="1828800" lvl="3" indent="-292100">
              <a:spcBef>
                <a:spcPts val="0"/>
              </a:spcBef>
              <a:spcAft>
                <a:spcPts val="0"/>
              </a:spcAft>
              <a:buClr>
                <a:schemeClr val="lt1"/>
              </a:buClr>
              <a:buSzPts val="1000"/>
              <a:buFont typeface="Instrument Sans"/>
              <a:buChar char="●"/>
              <a:defRPr/>
            </a:lvl4pPr>
            <a:lvl5pPr marL="2286000" lvl="4" indent="-292100">
              <a:spcBef>
                <a:spcPts val="0"/>
              </a:spcBef>
              <a:spcAft>
                <a:spcPts val="0"/>
              </a:spcAft>
              <a:buClr>
                <a:schemeClr val="lt1"/>
              </a:buClr>
              <a:buSzPts val="1000"/>
              <a:buFont typeface="Instrument Sans"/>
              <a:buChar char="○"/>
              <a:defRPr/>
            </a:lvl5pPr>
            <a:lvl6pPr marL="2743200" lvl="5" indent="-292100">
              <a:spcBef>
                <a:spcPts val="0"/>
              </a:spcBef>
              <a:spcAft>
                <a:spcPts val="0"/>
              </a:spcAft>
              <a:buClr>
                <a:schemeClr val="lt1"/>
              </a:buClr>
              <a:buSzPts val="1000"/>
              <a:buFont typeface="Instrument Sans"/>
              <a:buChar char="■"/>
              <a:defRPr/>
            </a:lvl6pPr>
            <a:lvl7pPr marL="3200400" lvl="6" indent="-292100">
              <a:spcBef>
                <a:spcPts val="0"/>
              </a:spcBef>
              <a:spcAft>
                <a:spcPts val="0"/>
              </a:spcAft>
              <a:buClr>
                <a:schemeClr val="lt1"/>
              </a:buClr>
              <a:buSzPts val="1000"/>
              <a:buFont typeface="Instrument Sans"/>
              <a:buChar char="●"/>
              <a:defRPr/>
            </a:lvl7pPr>
            <a:lvl8pPr marL="3657600" lvl="7" indent="-292100">
              <a:spcBef>
                <a:spcPts val="0"/>
              </a:spcBef>
              <a:spcAft>
                <a:spcPts val="0"/>
              </a:spcAft>
              <a:buClr>
                <a:schemeClr val="lt1"/>
              </a:buClr>
              <a:buSzPts val="1000"/>
              <a:buFont typeface="Instrument Sans"/>
              <a:buChar char="○"/>
              <a:defRPr/>
            </a:lvl8pPr>
            <a:lvl9pPr marL="4114800" lvl="8" indent="-292100">
              <a:spcBef>
                <a:spcPts val="0"/>
              </a:spcBef>
              <a:spcAft>
                <a:spcPts val="0"/>
              </a:spcAft>
              <a:buClr>
                <a:schemeClr val="lt1"/>
              </a:buClr>
              <a:buSzPts val="1000"/>
              <a:buFont typeface="Instrument Sans"/>
              <a:buChar char="■"/>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body and image ALT 4">
  <p:cSld name="BLANK_1_1_1_2_2">
    <p:bg>
      <p:bgPr>
        <a:blipFill>
          <a:blip r:embed="rId2">
            <a:alphaModFix/>
          </a:blip>
          <a:stretch>
            <a:fillRect/>
          </a:stretch>
        </a:blipFill>
        <a:effectLst/>
      </p:bgPr>
    </p:bg>
    <p:spTree>
      <p:nvGrpSpPr>
        <p:cNvPr id="1" name="Shape 192"/>
        <p:cNvGrpSpPr/>
        <p:nvPr/>
      </p:nvGrpSpPr>
      <p:grpSpPr>
        <a:xfrm>
          <a:off x="0" y="0"/>
          <a:ext cx="0" cy="0"/>
          <a:chOff x="0" y="0"/>
          <a:chExt cx="0" cy="0"/>
        </a:xfrm>
      </p:grpSpPr>
      <p:sp>
        <p:nvSpPr>
          <p:cNvPr id="193" name="Google Shape;193;p26"/>
          <p:cNvSpPr/>
          <p:nvPr/>
        </p:nvSpPr>
        <p:spPr>
          <a:xfrm>
            <a:off x="284700" y="2630400"/>
            <a:ext cx="8572200" cy="2038200"/>
          </a:xfrm>
          <a:prstGeom prst="roundRect">
            <a:avLst>
              <a:gd name="adj" fmla="val 5000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strument Sans"/>
              <a:ea typeface="Instrument Sans"/>
              <a:cs typeface="Instrument Sans"/>
              <a:sym typeface="Instrument Sans"/>
            </a:endParaRPr>
          </a:p>
        </p:txBody>
      </p:sp>
      <p:sp>
        <p:nvSpPr>
          <p:cNvPr id="194" name="Google Shape;194;p26"/>
          <p:cNvSpPr/>
          <p:nvPr/>
        </p:nvSpPr>
        <p:spPr>
          <a:xfrm>
            <a:off x="463993" y="2779498"/>
            <a:ext cx="1783200" cy="17832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strument Sans"/>
              <a:ea typeface="Instrument Sans"/>
              <a:cs typeface="Instrument Sans"/>
              <a:sym typeface="Instrument Sans"/>
            </a:endParaRPr>
          </a:p>
        </p:txBody>
      </p:sp>
      <p:sp>
        <p:nvSpPr>
          <p:cNvPr id="195" name="Google Shape;195;p26"/>
          <p:cNvSpPr>
            <a:spLocks noGrp="1"/>
          </p:cNvSpPr>
          <p:nvPr>
            <p:ph type="pic" idx="2"/>
          </p:nvPr>
        </p:nvSpPr>
        <p:spPr>
          <a:xfrm>
            <a:off x="446675" y="2758375"/>
            <a:ext cx="1783200" cy="1783200"/>
          </a:xfrm>
          <a:prstGeom prst="ellipse">
            <a:avLst/>
          </a:prstGeom>
          <a:noFill/>
          <a:ln>
            <a:noFill/>
          </a:ln>
        </p:spPr>
      </p:sp>
      <p:sp>
        <p:nvSpPr>
          <p:cNvPr id="196" name="Google Shape;196;p26"/>
          <p:cNvSpPr txBox="1">
            <a:spLocks noGrp="1"/>
          </p:cNvSpPr>
          <p:nvPr>
            <p:ph type="subTitle" idx="1"/>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a:buNone/>
              <a:defRPr sz="1000">
                <a:solidFill>
                  <a:schemeClr val="accent5"/>
                </a:solidFill>
              </a:defRPr>
            </a:lvl2pPr>
            <a:lvl3pPr lvl="2">
              <a:spcBef>
                <a:spcPts val="0"/>
              </a:spcBef>
              <a:spcAft>
                <a:spcPts val="0"/>
              </a:spcAft>
              <a:buClr>
                <a:schemeClr val="accent5"/>
              </a:buClr>
              <a:buSzPts val="1000"/>
              <a:buFont typeface="Instrument Sans"/>
              <a:buNone/>
              <a:defRPr sz="1000">
                <a:solidFill>
                  <a:schemeClr val="accent5"/>
                </a:solidFill>
              </a:defRPr>
            </a:lvl3pPr>
            <a:lvl4pPr lvl="3">
              <a:spcBef>
                <a:spcPts val="0"/>
              </a:spcBef>
              <a:spcAft>
                <a:spcPts val="0"/>
              </a:spcAft>
              <a:buClr>
                <a:schemeClr val="accent5"/>
              </a:buClr>
              <a:buSzPts val="1000"/>
              <a:buFont typeface="Instrument Sans"/>
              <a:buNone/>
              <a:defRPr sz="1000">
                <a:solidFill>
                  <a:schemeClr val="accent5"/>
                </a:solidFill>
              </a:defRPr>
            </a:lvl4pPr>
            <a:lvl5pPr lvl="4">
              <a:spcBef>
                <a:spcPts val="0"/>
              </a:spcBef>
              <a:spcAft>
                <a:spcPts val="0"/>
              </a:spcAft>
              <a:buClr>
                <a:schemeClr val="accent5"/>
              </a:buClr>
              <a:buSzPts val="1000"/>
              <a:buFont typeface="Instrument Sans"/>
              <a:buNone/>
              <a:defRPr sz="1000">
                <a:solidFill>
                  <a:schemeClr val="accent5"/>
                </a:solidFill>
              </a:defRPr>
            </a:lvl5pPr>
            <a:lvl6pPr lvl="5">
              <a:spcBef>
                <a:spcPts val="0"/>
              </a:spcBef>
              <a:spcAft>
                <a:spcPts val="0"/>
              </a:spcAft>
              <a:buClr>
                <a:schemeClr val="accent5"/>
              </a:buClr>
              <a:buSzPts val="1000"/>
              <a:buFont typeface="Instrument Sans"/>
              <a:buNone/>
              <a:defRPr sz="1000">
                <a:solidFill>
                  <a:schemeClr val="accent5"/>
                </a:solidFill>
              </a:defRPr>
            </a:lvl6pPr>
            <a:lvl7pPr lvl="6">
              <a:spcBef>
                <a:spcPts val="0"/>
              </a:spcBef>
              <a:spcAft>
                <a:spcPts val="0"/>
              </a:spcAft>
              <a:buClr>
                <a:schemeClr val="accent5"/>
              </a:buClr>
              <a:buSzPts val="1000"/>
              <a:buFont typeface="Instrument Sans"/>
              <a:buNone/>
              <a:defRPr sz="1000">
                <a:solidFill>
                  <a:schemeClr val="accent5"/>
                </a:solidFill>
              </a:defRPr>
            </a:lvl7pPr>
            <a:lvl8pPr lvl="7">
              <a:spcBef>
                <a:spcPts val="0"/>
              </a:spcBef>
              <a:spcAft>
                <a:spcPts val="0"/>
              </a:spcAft>
              <a:buClr>
                <a:schemeClr val="accent5"/>
              </a:buClr>
              <a:buSzPts val="1000"/>
              <a:buFont typeface="Instrument Sans"/>
              <a:buNone/>
              <a:defRPr sz="1000">
                <a:solidFill>
                  <a:schemeClr val="accent5"/>
                </a:solidFill>
              </a:defRPr>
            </a:lvl8pPr>
            <a:lvl9pPr lvl="8">
              <a:spcBef>
                <a:spcPts val="0"/>
              </a:spcBef>
              <a:spcAft>
                <a:spcPts val="0"/>
              </a:spcAft>
              <a:buClr>
                <a:schemeClr val="accent5"/>
              </a:buClr>
              <a:buSzPts val="1000"/>
              <a:buFont typeface="Instrument Sans"/>
              <a:buNone/>
              <a:defRPr sz="1000">
                <a:solidFill>
                  <a:schemeClr val="accent5"/>
                </a:solidFill>
              </a:defRPr>
            </a:lvl9pPr>
          </a:lstStyle>
          <a:p>
            <a:endParaRPr/>
          </a:p>
        </p:txBody>
      </p:sp>
      <p:sp>
        <p:nvSpPr>
          <p:cNvPr id="197" name="Google Shape;197;p26"/>
          <p:cNvSpPr txBox="1">
            <a:spLocks noGrp="1"/>
          </p:cNvSpPr>
          <p:nvPr>
            <p:ph type="subTitle" idx="3"/>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a:buNone/>
              <a:defRPr sz="1000">
                <a:solidFill>
                  <a:schemeClr val="accent5"/>
                </a:solidFill>
              </a:defRPr>
            </a:lvl2pPr>
            <a:lvl3pPr lvl="2" algn="r">
              <a:spcBef>
                <a:spcPts val="0"/>
              </a:spcBef>
              <a:spcAft>
                <a:spcPts val="0"/>
              </a:spcAft>
              <a:buClr>
                <a:schemeClr val="accent5"/>
              </a:buClr>
              <a:buSzPts val="1000"/>
              <a:buFont typeface="Instrument Sans"/>
              <a:buNone/>
              <a:defRPr sz="1000">
                <a:solidFill>
                  <a:schemeClr val="accent5"/>
                </a:solidFill>
              </a:defRPr>
            </a:lvl3pPr>
            <a:lvl4pPr lvl="3" algn="r">
              <a:spcBef>
                <a:spcPts val="0"/>
              </a:spcBef>
              <a:spcAft>
                <a:spcPts val="0"/>
              </a:spcAft>
              <a:buClr>
                <a:schemeClr val="accent5"/>
              </a:buClr>
              <a:buSzPts val="1000"/>
              <a:buFont typeface="Instrument Sans"/>
              <a:buNone/>
              <a:defRPr sz="1000">
                <a:solidFill>
                  <a:schemeClr val="accent5"/>
                </a:solidFill>
              </a:defRPr>
            </a:lvl4pPr>
            <a:lvl5pPr lvl="4" algn="r">
              <a:spcBef>
                <a:spcPts val="0"/>
              </a:spcBef>
              <a:spcAft>
                <a:spcPts val="0"/>
              </a:spcAft>
              <a:buClr>
                <a:schemeClr val="accent5"/>
              </a:buClr>
              <a:buSzPts val="1000"/>
              <a:buFont typeface="Instrument Sans"/>
              <a:buNone/>
              <a:defRPr sz="1000">
                <a:solidFill>
                  <a:schemeClr val="accent5"/>
                </a:solidFill>
              </a:defRPr>
            </a:lvl5pPr>
            <a:lvl6pPr lvl="5" algn="r">
              <a:spcBef>
                <a:spcPts val="0"/>
              </a:spcBef>
              <a:spcAft>
                <a:spcPts val="0"/>
              </a:spcAft>
              <a:buClr>
                <a:schemeClr val="accent5"/>
              </a:buClr>
              <a:buSzPts val="1000"/>
              <a:buFont typeface="Instrument Sans"/>
              <a:buNone/>
              <a:defRPr sz="1000">
                <a:solidFill>
                  <a:schemeClr val="accent5"/>
                </a:solidFill>
              </a:defRPr>
            </a:lvl6pPr>
            <a:lvl7pPr lvl="6" algn="r">
              <a:spcBef>
                <a:spcPts val="0"/>
              </a:spcBef>
              <a:spcAft>
                <a:spcPts val="0"/>
              </a:spcAft>
              <a:buClr>
                <a:schemeClr val="accent5"/>
              </a:buClr>
              <a:buSzPts val="1000"/>
              <a:buFont typeface="Instrument Sans"/>
              <a:buNone/>
              <a:defRPr sz="1000">
                <a:solidFill>
                  <a:schemeClr val="accent5"/>
                </a:solidFill>
              </a:defRPr>
            </a:lvl7pPr>
            <a:lvl8pPr lvl="7" algn="r">
              <a:spcBef>
                <a:spcPts val="0"/>
              </a:spcBef>
              <a:spcAft>
                <a:spcPts val="0"/>
              </a:spcAft>
              <a:buClr>
                <a:schemeClr val="accent5"/>
              </a:buClr>
              <a:buSzPts val="1000"/>
              <a:buFont typeface="Instrument Sans"/>
              <a:buNone/>
              <a:defRPr sz="1000">
                <a:solidFill>
                  <a:schemeClr val="accent5"/>
                </a:solidFill>
              </a:defRPr>
            </a:lvl8pPr>
            <a:lvl9pPr lvl="8" algn="r">
              <a:spcBef>
                <a:spcPts val="0"/>
              </a:spcBef>
              <a:spcAft>
                <a:spcPts val="0"/>
              </a:spcAft>
              <a:buClr>
                <a:schemeClr val="accent5"/>
              </a:buClr>
              <a:buSzPts val="1000"/>
              <a:buFont typeface="Instrument Sans"/>
              <a:buNone/>
              <a:defRPr sz="1000">
                <a:solidFill>
                  <a:schemeClr val="accent5"/>
                </a:solidFill>
              </a:defRPr>
            </a:lvl9pPr>
          </a:lstStyle>
          <a:p>
            <a:endParaRPr/>
          </a:p>
        </p:txBody>
      </p:sp>
      <p:sp>
        <p:nvSpPr>
          <p:cNvPr id="198" name="Google Shape;198;p26"/>
          <p:cNvSpPr txBox="1">
            <a:spLocks noGrp="1"/>
          </p:cNvSpPr>
          <p:nvPr>
            <p:ph type="title"/>
          </p:nvPr>
        </p:nvSpPr>
        <p:spPr>
          <a:xfrm>
            <a:off x="284700" y="474750"/>
            <a:ext cx="4227300" cy="498600"/>
          </a:xfrm>
          <a:prstGeom prst="rect">
            <a:avLst/>
          </a:prstGeom>
        </p:spPr>
        <p:txBody>
          <a:bodyPr spcFirstLastPara="1" wrap="square" lIns="0" tIns="0" rIns="91425" bIns="0" anchor="b" anchorCtr="0">
            <a:noAutofit/>
          </a:bodyPr>
          <a:lstStyle>
            <a:lvl1pPr lvl="0">
              <a:lnSpc>
                <a:spcPct val="85000"/>
              </a:lnSpc>
              <a:spcBef>
                <a:spcPts val="0"/>
              </a:spcBef>
              <a:spcAft>
                <a:spcPts val="0"/>
              </a:spcAft>
              <a:buNone/>
              <a:defRPr sz="2400">
                <a:latin typeface="Instrument Sans"/>
                <a:ea typeface="Instrument Sans"/>
                <a:cs typeface="Instrument Sans"/>
                <a:sym typeface="Instrument Sans"/>
              </a:defRPr>
            </a:lvl1pPr>
            <a:lvl2pPr lvl="1">
              <a:lnSpc>
                <a:spcPct val="115000"/>
              </a:lnSpc>
              <a:spcBef>
                <a:spcPts val="0"/>
              </a:spcBef>
              <a:spcAft>
                <a:spcPts val="0"/>
              </a:spcAft>
              <a:buNone/>
              <a:defRPr sz="2400">
                <a:latin typeface="Instrument Sans"/>
                <a:ea typeface="Instrument Sans"/>
                <a:cs typeface="Instrument Sans"/>
                <a:sym typeface="Instrument Sans"/>
              </a:defRPr>
            </a:lvl2pPr>
            <a:lvl3pPr lvl="2">
              <a:lnSpc>
                <a:spcPct val="115000"/>
              </a:lnSpc>
              <a:spcBef>
                <a:spcPts val="0"/>
              </a:spcBef>
              <a:spcAft>
                <a:spcPts val="0"/>
              </a:spcAft>
              <a:buNone/>
              <a:defRPr sz="2400">
                <a:latin typeface="Instrument Sans"/>
                <a:ea typeface="Instrument Sans"/>
                <a:cs typeface="Instrument Sans"/>
                <a:sym typeface="Instrument Sans"/>
              </a:defRPr>
            </a:lvl3pPr>
            <a:lvl4pPr lvl="3">
              <a:lnSpc>
                <a:spcPct val="115000"/>
              </a:lnSpc>
              <a:spcBef>
                <a:spcPts val="0"/>
              </a:spcBef>
              <a:spcAft>
                <a:spcPts val="0"/>
              </a:spcAft>
              <a:buNone/>
              <a:defRPr sz="2400">
                <a:latin typeface="Instrument Sans"/>
                <a:ea typeface="Instrument Sans"/>
                <a:cs typeface="Instrument Sans"/>
                <a:sym typeface="Instrument Sans"/>
              </a:defRPr>
            </a:lvl4pPr>
            <a:lvl5pPr lvl="4">
              <a:lnSpc>
                <a:spcPct val="115000"/>
              </a:lnSpc>
              <a:spcBef>
                <a:spcPts val="0"/>
              </a:spcBef>
              <a:spcAft>
                <a:spcPts val="0"/>
              </a:spcAft>
              <a:buNone/>
              <a:defRPr sz="2400">
                <a:latin typeface="Instrument Sans"/>
                <a:ea typeface="Instrument Sans"/>
                <a:cs typeface="Instrument Sans"/>
                <a:sym typeface="Instrument Sans"/>
              </a:defRPr>
            </a:lvl5pPr>
            <a:lvl6pPr lvl="5">
              <a:lnSpc>
                <a:spcPct val="115000"/>
              </a:lnSpc>
              <a:spcBef>
                <a:spcPts val="0"/>
              </a:spcBef>
              <a:spcAft>
                <a:spcPts val="0"/>
              </a:spcAft>
              <a:buNone/>
              <a:defRPr sz="2400">
                <a:latin typeface="Instrument Sans"/>
                <a:ea typeface="Instrument Sans"/>
                <a:cs typeface="Instrument Sans"/>
                <a:sym typeface="Instrument Sans"/>
              </a:defRPr>
            </a:lvl6pPr>
            <a:lvl7pPr lvl="6">
              <a:lnSpc>
                <a:spcPct val="115000"/>
              </a:lnSpc>
              <a:spcBef>
                <a:spcPts val="0"/>
              </a:spcBef>
              <a:spcAft>
                <a:spcPts val="0"/>
              </a:spcAft>
              <a:buNone/>
              <a:defRPr sz="2400">
                <a:latin typeface="Instrument Sans"/>
                <a:ea typeface="Instrument Sans"/>
                <a:cs typeface="Instrument Sans"/>
                <a:sym typeface="Instrument Sans"/>
              </a:defRPr>
            </a:lvl7pPr>
            <a:lvl8pPr lvl="7">
              <a:lnSpc>
                <a:spcPct val="115000"/>
              </a:lnSpc>
              <a:spcBef>
                <a:spcPts val="0"/>
              </a:spcBef>
              <a:spcAft>
                <a:spcPts val="0"/>
              </a:spcAft>
              <a:buNone/>
              <a:defRPr sz="2400">
                <a:latin typeface="Instrument Sans"/>
                <a:ea typeface="Instrument Sans"/>
                <a:cs typeface="Instrument Sans"/>
                <a:sym typeface="Instrument Sans"/>
              </a:defRPr>
            </a:lvl8pPr>
            <a:lvl9pPr lvl="8">
              <a:lnSpc>
                <a:spcPct val="115000"/>
              </a:lnSpc>
              <a:spcBef>
                <a:spcPts val="0"/>
              </a:spcBef>
              <a:spcAft>
                <a:spcPts val="0"/>
              </a:spcAft>
              <a:buNone/>
              <a:defRPr sz="2400">
                <a:latin typeface="Instrument Sans"/>
                <a:ea typeface="Instrument Sans"/>
                <a:cs typeface="Instrument Sans"/>
                <a:sym typeface="Instrument Sans"/>
              </a:defRPr>
            </a:lvl9pPr>
          </a:lstStyle>
          <a:p>
            <a:endParaRPr/>
          </a:p>
        </p:txBody>
      </p:sp>
      <p:sp>
        <p:nvSpPr>
          <p:cNvPr id="199" name="Google Shape;199;p26"/>
          <p:cNvSpPr txBox="1">
            <a:spLocks noGrp="1"/>
          </p:cNvSpPr>
          <p:nvPr>
            <p:ph type="body" idx="4"/>
          </p:nvPr>
        </p:nvSpPr>
        <p:spPr>
          <a:xfrm>
            <a:off x="284700" y="1208750"/>
            <a:ext cx="4227300" cy="907200"/>
          </a:xfrm>
          <a:prstGeom prst="rect">
            <a:avLst/>
          </a:prstGeom>
        </p:spPr>
        <p:txBody>
          <a:bodyPr spcFirstLastPara="1" wrap="square" lIns="0" tIns="0" rIns="0" bIns="0" anchor="t" anchorCtr="0">
            <a:noAutofit/>
          </a:bodyPr>
          <a:lstStyle>
            <a:lvl1pPr marL="457200" lvl="0" indent="-304800">
              <a:lnSpc>
                <a:spcPct val="100000"/>
              </a:lnSpc>
              <a:spcBef>
                <a:spcPts val="0"/>
              </a:spcBef>
              <a:spcAft>
                <a:spcPts val="0"/>
              </a:spcAft>
              <a:buSzPts val="1200"/>
              <a:buChar char="●"/>
              <a:defRPr sz="1200"/>
            </a:lvl1pPr>
            <a:lvl2pPr marL="914400" lvl="1" indent="-304800">
              <a:lnSpc>
                <a:spcPct val="100000"/>
              </a:lnSpc>
              <a:spcBef>
                <a:spcPts val="0"/>
              </a:spcBef>
              <a:spcAft>
                <a:spcPts val="0"/>
              </a:spcAft>
              <a:buSzPts val="1200"/>
              <a:buChar char="○"/>
              <a:defRPr sz="1200"/>
            </a:lvl2pPr>
            <a:lvl3pPr marL="1371600" lvl="2" indent="-304800">
              <a:lnSpc>
                <a:spcPct val="100000"/>
              </a:lnSpc>
              <a:spcBef>
                <a:spcPts val="0"/>
              </a:spcBef>
              <a:spcAft>
                <a:spcPts val="0"/>
              </a:spcAft>
              <a:buSzPts val="1200"/>
              <a:buChar char="■"/>
              <a:defRPr sz="1200"/>
            </a:lvl3pPr>
            <a:lvl4pPr marL="1828800" lvl="3" indent="-304800">
              <a:lnSpc>
                <a:spcPct val="100000"/>
              </a:lnSpc>
              <a:spcBef>
                <a:spcPts val="0"/>
              </a:spcBef>
              <a:spcAft>
                <a:spcPts val="0"/>
              </a:spcAft>
              <a:buSzPts val="1200"/>
              <a:buChar char="●"/>
              <a:defRPr sz="1200"/>
            </a:lvl4pPr>
            <a:lvl5pPr marL="2286000" lvl="4" indent="-304800">
              <a:lnSpc>
                <a:spcPct val="100000"/>
              </a:lnSpc>
              <a:spcBef>
                <a:spcPts val="0"/>
              </a:spcBef>
              <a:spcAft>
                <a:spcPts val="0"/>
              </a:spcAft>
              <a:buSzPts val="1200"/>
              <a:buChar char="○"/>
              <a:defRPr sz="1200"/>
            </a:lvl5pPr>
            <a:lvl6pPr marL="2743200" lvl="5" indent="-304800">
              <a:lnSpc>
                <a:spcPct val="100000"/>
              </a:lnSpc>
              <a:spcBef>
                <a:spcPts val="0"/>
              </a:spcBef>
              <a:spcAft>
                <a:spcPts val="0"/>
              </a:spcAft>
              <a:buSzPts val="1200"/>
              <a:buChar char="■"/>
              <a:defRPr sz="1200"/>
            </a:lvl6pPr>
            <a:lvl7pPr marL="3200400" lvl="6" indent="-304800">
              <a:lnSpc>
                <a:spcPct val="100000"/>
              </a:lnSpc>
              <a:spcBef>
                <a:spcPts val="0"/>
              </a:spcBef>
              <a:spcAft>
                <a:spcPts val="0"/>
              </a:spcAft>
              <a:buSzPts val="1200"/>
              <a:buChar char="●"/>
              <a:defRPr sz="1200"/>
            </a:lvl7pPr>
            <a:lvl8pPr marL="3657600" lvl="7" indent="-304800">
              <a:lnSpc>
                <a:spcPct val="100000"/>
              </a:lnSpc>
              <a:spcBef>
                <a:spcPts val="0"/>
              </a:spcBef>
              <a:spcAft>
                <a:spcPts val="0"/>
              </a:spcAft>
              <a:buSzPts val="1200"/>
              <a:buChar char="○"/>
              <a:defRPr sz="1200"/>
            </a:lvl8pPr>
            <a:lvl9pPr marL="4114800" lvl="8" indent="-304800">
              <a:lnSpc>
                <a:spcPct val="100000"/>
              </a:lnSpc>
              <a:spcBef>
                <a:spcPts val="0"/>
              </a:spcBef>
              <a:spcAft>
                <a:spcPts val="0"/>
              </a:spcAft>
              <a:buSzPts val="1200"/>
              <a:buChar char="■"/>
              <a:defRPr sz="1200"/>
            </a:lvl9pPr>
          </a:lstStyle>
          <a:p>
            <a:endParaRPr/>
          </a:p>
        </p:txBody>
      </p:sp>
      <p:sp>
        <p:nvSpPr>
          <p:cNvPr id="200" name="Google Shape;200;p26"/>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201" name="Google Shape;201;p26"/>
          <p:cNvSpPr txBox="1">
            <a:spLocks noGrp="1"/>
          </p:cNvSpPr>
          <p:nvPr>
            <p:ph type="title" idx="5"/>
          </p:nvPr>
        </p:nvSpPr>
        <p:spPr>
          <a:xfrm>
            <a:off x="2457150" y="3051277"/>
            <a:ext cx="4227300" cy="498600"/>
          </a:xfrm>
          <a:prstGeom prst="rect">
            <a:avLst/>
          </a:prstGeom>
        </p:spPr>
        <p:txBody>
          <a:bodyPr spcFirstLastPara="1" wrap="square" lIns="0" tIns="0" rIns="91425" bIns="0" anchor="t" anchorCtr="0">
            <a:noAutofit/>
          </a:bodyPr>
          <a:lstStyle>
            <a:lvl1pPr lvl="0">
              <a:lnSpc>
                <a:spcPct val="85000"/>
              </a:lnSpc>
              <a:spcBef>
                <a:spcPts val="0"/>
              </a:spcBef>
              <a:spcAft>
                <a:spcPts val="0"/>
              </a:spcAft>
              <a:buNone/>
              <a:defRPr sz="3600">
                <a:latin typeface="Instrument Sans"/>
                <a:ea typeface="Instrument Sans"/>
                <a:cs typeface="Instrument Sans"/>
                <a:sym typeface="Instrument Sans"/>
              </a:defRPr>
            </a:lvl1pPr>
            <a:lvl2pPr lvl="1">
              <a:lnSpc>
                <a:spcPct val="115000"/>
              </a:lnSpc>
              <a:spcBef>
                <a:spcPts val="0"/>
              </a:spcBef>
              <a:spcAft>
                <a:spcPts val="0"/>
              </a:spcAft>
              <a:buNone/>
              <a:defRPr sz="3600">
                <a:latin typeface="Instrument Sans"/>
                <a:ea typeface="Instrument Sans"/>
                <a:cs typeface="Instrument Sans"/>
                <a:sym typeface="Instrument Sans"/>
              </a:defRPr>
            </a:lvl2pPr>
            <a:lvl3pPr lvl="2">
              <a:lnSpc>
                <a:spcPct val="115000"/>
              </a:lnSpc>
              <a:spcBef>
                <a:spcPts val="0"/>
              </a:spcBef>
              <a:spcAft>
                <a:spcPts val="0"/>
              </a:spcAft>
              <a:buNone/>
              <a:defRPr sz="3600">
                <a:latin typeface="Instrument Sans"/>
                <a:ea typeface="Instrument Sans"/>
                <a:cs typeface="Instrument Sans"/>
                <a:sym typeface="Instrument Sans"/>
              </a:defRPr>
            </a:lvl3pPr>
            <a:lvl4pPr lvl="3">
              <a:lnSpc>
                <a:spcPct val="115000"/>
              </a:lnSpc>
              <a:spcBef>
                <a:spcPts val="0"/>
              </a:spcBef>
              <a:spcAft>
                <a:spcPts val="0"/>
              </a:spcAft>
              <a:buNone/>
              <a:defRPr sz="3600">
                <a:latin typeface="Instrument Sans"/>
                <a:ea typeface="Instrument Sans"/>
                <a:cs typeface="Instrument Sans"/>
                <a:sym typeface="Instrument Sans"/>
              </a:defRPr>
            </a:lvl4pPr>
            <a:lvl5pPr lvl="4">
              <a:lnSpc>
                <a:spcPct val="115000"/>
              </a:lnSpc>
              <a:spcBef>
                <a:spcPts val="0"/>
              </a:spcBef>
              <a:spcAft>
                <a:spcPts val="0"/>
              </a:spcAft>
              <a:buNone/>
              <a:defRPr sz="3600">
                <a:latin typeface="Instrument Sans"/>
                <a:ea typeface="Instrument Sans"/>
                <a:cs typeface="Instrument Sans"/>
                <a:sym typeface="Instrument Sans"/>
              </a:defRPr>
            </a:lvl5pPr>
            <a:lvl6pPr lvl="5">
              <a:lnSpc>
                <a:spcPct val="115000"/>
              </a:lnSpc>
              <a:spcBef>
                <a:spcPts val="0"/>
              </a:spcBef>
              <a:spcAft>
                <a:spcPts val="0"/>
              </a:spcAft>
              <a:buNone/>
              <a:defRPr sz="3600">
                <a:latin typeface="Instrument Sans"/>
                <a:ea typeface="Instrument Sans"/>
                <a:cs typeface="Instrument Sans"/>
                <a:sym typeface="Instrument Sans"/>
              </a:defRPr>
            </a:lvl6pPr>
            <a:lvl7pPr lvl="6">
              <a:lnSpc>
                <a:spcPct val="115000"/>
              </a:lnSpc>
              <a:spcBef>
                <a:spcPts val="0"/>
              </a:spcBef>
              <a:spcAft>
                <a:spcPts val="0"/>
              </a:spcAft>
              <a:buNone/>
              <a:defRPr sz="3600">
                <a:latin typeface="Instrument Sans"/>
                <a:ea typeface="Instrument Sans"/>
                <a:cs typeface="Instrument Sans"/>
                <a:sym typeface="Instrument Sans"/>
              </a:defRPr>
            </a:lvl7pPr>
            <a:lvl8pPr lvl="7">
              <a:lnSpc>
                <a:spcPct val="115000"/>
              </a:lnSpc>
              <a:spcBef>
                <a:spcPts val="0"/>
              </a:spcBef>
              <a:spcAft>
                <a:spcPts val="0"/>
              </a:spcAft>
              <a:buNone/>
              <a:defRPr sz="3600">
                <a:latin typeface="Instrument Sans"/>
                <a:ea typeface="Instrument Sans"/>
                <a:cs typeface="Instrument Sans"/>
                <a:sym typeface="Instrument Sans"/>
              </a:defRPr>
            </a:lvl8pPr>
            <a:lvl9pPr lvl="8">
              <a:lnSpc>
                <a:spcPct val="115000"/>
              </a:lnSpc>
              <a:spcBef>
                <a:spcPts val="0"/>
              </a:spcBef>
              <a:spcAft>
                <a:spcPts val="0"/>
              </a:spcAft>
              <a:buNone/>
              <a:defRPr sz="3600">
                <a:latin typeface="Instrument Sans"/>
                <a:ea typeface="Instrument Sans"/>
                <a:cs typeface="Instrument Sans"/>
                <a:sym typeface="Instrument Sans"/>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wo blocks- two ideas">
  <p:cSld name="CUSTOM_5">
    <p:spTree>
      <p:nvGrpSpPr>
        <p:cNvPr id="1" name="Shape 202"/>
        <p:cNvGrpSpPr/>
        <p:nvPr/>
      </p:nvGrpSpPr>
      <p:grpSpPr>
        <a:xfrm>
          <a:off x="0" y="0"/>
          <a:ext cx="0" cy="0"/>
          <a:chOff x="0" y="0"/>
          <a:chExt cx="0" cy="0"/>
        </a:xfrm>
      </p:grpSpPr>
      <p:sp>
        <p:nvSpPr>
          <p:cNvPr id="203" name="Google Shape;203;p27"/>
          <p:cNvSpPr txBox="1">
            <a:spLocks noGrp="1"/>
          </p:cNvSpPr>
          <p:nvPr>
            <p:ph type="subTitle" idx="1"/>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204" name="Google Shape;204;p27"/>
          <p:cNvSpPr txBox="1">
            <a:spLocks noGrp="1"/>
          </p:cNvSpPr>
          <p:nvPr>
            <p:ph type="subTitle" idx="2"/>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205" name="Google Shape;205;p27"/>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hree elements">
  <p:cSld name="CUSTOM_6">
    <p:bg>
      <p:bgPr>
        <a:solidFill>
          <a:schemeClr val="dk2"/>
        </a:solidFill>
        <a:effectLst/>
      </p:bgPr>
    </p:bg>
    <p:spTree>
      <p:nvGrpSpPr>
        <p:cNvPr id="1" name="Shape 206"/>
        <p:cNvGrpSpPr/>
        <p:nvPr/>
      </p:nvGrpSpPr>
      <p:grpSpPr>
        <a:xfrm>
          <a:off x="0" y="0"/>
          <a:ext cx="0" cy="0"/>
          <a:chOff x="0" y="0"/>
          <a:chExt cx="0" cy="0"/>
        </a:xfrm>
      </p:grpSpPr>
      <p:sp>
        <p:nvSpPr>
          <p:cNvPr id="207" name="Google Shape;207;p28"/>
          <p:cNvSpPr txBox="1">
            <a:spLocks noGrp="1"/>
          </p:cNvSpPr>
          <p:nvPr>
            <p:ph type="body" idx="1"/>
          </p:nvPr>
        </p:nvSpPr>
        <p:spPr>
          <a:xfrm>
            <a:off x="284700" y="2630400"/>
            <a:ext cx="2055000" cy="2038200"/>
          </a:xfrm>
          <a:prstGeom prst="rect">
            <a:avLst/>
          </a:prstGeom>
        </p:spPr>
        <p:txBody>
          <a:bodyPr spcFirstLastPara="1" wrap="square" lIns="0" tIns="0" rIns="91425" bIns="0" anchor="t" anchorCtr="0">
            <a:noAutofit/>
          </a:bodyPr>
          <a:lstStyle>
            <a:lvl1pPr marL="457200" lvl="0" indent="-292100">
              <a:spcBef>
                <a:spcPts val="0"/>
              </a:spcBef>
              <a:spcAft>
                <a:spcPts val="0"/>
              </a:spcAft>
              <a:buClr>
                <a:schemeClr val="lt1"/>
              </a:buClr>
              <a:buSzPts val="1000"/>
              <a:buChar char="●"/>
              <a:defRPr/>
            </a:lvl1pPr>
            <a:lvl2pPr marL="914400" lvl="1" indent="-292100">
              <a:spcBef>
                <a:spcPts val="800"/>
              </a:spcBef>
              <a:spcAft>
                <a:spcPts val="0"/>
              </a:spcAft>
              <a:buClr>
                <a:schemeClr val="lt1"/>
              </a:buClr>
              <a:buSzPts val="1000"/>
              <a:buChar char="○"/>
              <a:defRPr/>
            </a:lvl2pPr>
            <a:lvl3pPr marL="1371600" lvl="2" indent="-292100">
              <a:spcBef>
                <a:spcPts val="800"/>
              </a:spcBef>
              <a:spcAft>
                <a:spcPts val="0"/>
              </a:spcAft>
              <a:buClr>
                <a:schemeClr val="lt1"/>
              </a:buClr>
              <a:buSzPts val="1000"/>
              <a:buChar char="■"/>
              <a:defRPr/>
            </a:lvl3pPr>
            <a:lvl4pPr marL="1828800" lvl="3" indent="-292100">
              <a:spcBef>
                <a:spcPts val="800"/>
              </a:spcBef>
              <a:spcAft>
                <a:spcPts val="0"/>
              </a:spcAft>
              <a:buClr>
                <a:schemeClr val="lt1"/>
              </a:buClr>
              <a:buSzPts val="1000"/>
              <a:buChar char="●"/>
              <a:defRPr/>
            </a:lvl4pPr>
            <a:lvl5pPr marL="2286000" lvl="4" indent="-292100">
              <a:spcBef>
                <a:spcPts val="800"/>
              </a:spcBef>
              <a:spcAft>
                <a:spcPts val="0"/>
              </a:spcAft>
              <a:buClr>
                <a:schemeClr val="lt1"/>
              </a:buClr>
              <a:buSzPts val="1000"/>
              <a:buChar char="○"/>
              <a:defRPr/>
            </a:lvl5pPr>
            <a:lvl6pPr marL="2743200" lvl="5" indent="-292100">
              <a:spcBef>
                <a:spcPts val="800"/>
              </a:spcBef>
              <a:spcAft>
                <a:spcPts val="0"/>
              </a:spcAft>
              <a:buClr>
                <a:schemeClr val="lt1"/>
              </a:buClr>
              <a:buSzPts val="1000"/>
              <a:buChar char="■"/>
              <a:defRPr/>
            </a:lvl6pPr>
            <a:lvl7pPr marL="3200400" lvl="6" indent="-292100">
              <a:spcBef>
                <a:spcPts val="800"/>
              </a:spcBef>
              <a:spcAft>
                <a:spcPts val="0"/>
              </a:spcAft>
              <a:buClr>
                <a:schemeClr val="lt1"/>
              </a:buClr>
              <a:buSzPts val="1000"/>
              <a:buChar char="●"/>
              <a:defRPr/>
            </a:lvl7pPr>
            <a:lvl8pPr marL="3657600" lvl="7" indent="-292100">
              <a:spcBef>
                <a:spcPts val="800"/>
              </a:spcBef>
              <a:spcAft>
                <a:spcPts val="0"/>
              </a:spcAft>
              <a:buClr>
                <a:schemeClr val="lt1"/>
              </a:buClr>
              <a:buSzPts val="1000"/>
              <a:buChar char="○"/>
              <a:defRPr/>
            </a:lvl8pPr>
            <a:lvl9pPr marL="4114800" lvl="8" indent="-292100">
              <a:spcBef>
                <a:spcPts val="800"/>
              </a:spcBef>
              <a:spcAft>
                <a:spcPts val="800"/>
              </a:spcAft>
              <a:buClr>
                <a:schemeClr val="lt1"/>
              </a:buClr>
              <a:buSzPts val="1000"/>
              <a:buChar char="■"/>
              <a:defRPr/>
            </a:lvl9pPr>
          </a:lstStyle>
          <a:p>
            <a:endParaRPr/>
          </a:p>
        </p:txBody>
      </p:sp>
      <p:sp>
        <p:nvSpPr>
          <p:cNvPr id="208" name="Google Shape;208;p28"/>
          <p:cNvSpPr>
            <a:spLocks noGrp="1"/>
          </p:cNvSpPr>
          <p:nvPr>
            <p:ph type="pic" idx="2"/>
          </p:nvPr>
        </p:nvSpPr>
        <p:spPr>
          <a:xfrm>
            <a:off x="4629600" y="2630549"/>
            <a:ext cx="4227300" cy="2038200"/>
          </a:xfrm>
          <a:prstGeom prst="roundRect">
            <a:avLst>
              <a:gd name="adj" fmla="val 9982"/>
            </a:avLst>
          </a:prstGeom>
          <a:noFill/>
          <a:ln>
            <a:noFill/>
          </a:ln>
        </p:spPr>
      </p:sp>
      <p:sp>
        <p:nvSpPr>
          <p:cNvPr id="209" name="Google Shape;209;p28"/>
          <p:cNvSpPr txBox="1">
            <a:spLocks noGrp="1"/>
          </p:cNvSpPr>
          <p:nvPr>
            <p:ph type="subTitle" idx="3"/>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210" name="Google Shape;210;p28"/>
          <p:cNvSpPr txBox="1">
            <a:spLocks noGrp="1"/>
          </p:cNvSpPr>
          <p:nvPr>
            <p:ph type="subTitle" idx="4"/>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211" name="Google Shape;211;p28"/>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Various boxes">
  <p:cSld name="CUSTOM_6_1">
    <p:spTree>
      <p:nvGrpSpPr>
        <p:cNvPr id="1" name="Shape 212"/>
        <p:cNvGrpSpPr/>
        <p:nvPr/>
      </p:nvGrpSpPr>
      <p:grpSpPr>
        <a:xfrm>
          <a:off x="0" y="0"/>
          <a:ext cx="0" cy="0"/>
          <a:chOff x="0" y="0"/>
          <a:chExt cx="0" cy="0"/>
        </a:xfrm>
      </p:grpSpPr>
      <p:sp>
        <p:nvSpPr>
          <p:cNvPr id="213" name="Google Shape;213;p29"/>
          <p:cNvSpPr>
            <a:spLocks noGrp="1"/>
          </p:cNvSpPr>
          <p:nvPr>
            <p:ph type="pic" idx="2"/>
          </p:nvPr>
        </p:nvSpPr>
        <p:spPr>
          <a:xfrm>
            <a:off x="4630975" y="1365900"/>
            <a:ext cx="2055000" cy="3302700"/>
          </a:xfrm>
          <a:prstGeom prst="roundRect">
            <a:avLst>
              <a:gd name="adj" fmla="val 11973"/>
            </a:avLst>
          </a:prstGeom>
          <a:noFill/>
          <a:ln>
            <a:noFill/>
          </a:ln>
        </p:spPr>
      </p:sp>
      <p:sp>
        <p:nvSpPr>
          <p:cNvPr id="214" name="Google Shape;214;p29"/>
          <p:cNvSpPr txBox="1">
            <a:spLocks noGrp="1"/>
          </p:cNvSpPr>
          <p:nvPr>
            <p:ph type="body" idx="1"/>
          </p:nvPr>
        </p:nvSpPr>
        <p:spPr>
          <a:xfrm>
            <a:off x="417625" y="2720125"/>
            <a:ext cx="3754500" cy="486300"/>
          </a:xfrm>
          <a:prstGeom prst="rect">
            <a:avLst/>
          </a:prstGeom>
        </p:spPr>
        <p:txBody>
          <a:bodyPr spcFirstLastPara="1" wrap="square" lIns="0" tIns="0" rIns="0" bIns="0" anchor="b" anchorCtr="0">
            <a:noAutofit/>
          </a:bodyPr>
          <a:lstStyle>
            <a:lvl1pPr marL="457200" lvl="0" indent="-228600">
              <a:lnSpc>
                <a:spcPct val="115000"/>
              </a:lnSpc>
              <a:spcBef>
                <a:spcPts val="0"/>
              </a:spcBef>
              <a:spcAft>
                <a:spcPts val="0"/>
              </a:spcAft>
              <a:buNone/>
              <a:defRPr/>
            </a:lvl1pPr>
            <a:lvl2pPr marL="914400" lvl="1" indent="-228600">
              <a:lnSpc>
                <a:spcPct val="115000"/>
              </a:lnSpc>
              <a:spcBef>
                <a:spcPts val="0"/>
              </a:spcBef>
              <a:spcAft>
                <a:spcPts val="0"/>
              </a:spcAft>
              <a:buNone/>
              <a:defRPr/>
            </a:lvl2pPr>
            <a:lvl3pPr marL="1371600" lvl="2" indent="-228600">
              <a:lnSpc>
                <a:spcPct val="115000"/>
              </a:lnSpc>
              <a:spcBef>
                <a:spcPts val="0"/>
              </a:spcBef>
              <a:spcAft>
                <a:spcPts val="0"/>
              </a:spcAft>
              <a:buNone/>
              <a:defRPr/>
            </a:lvl3pPr>
            <a:lvl4pPr marL="1828800" lvl="3" indent="-228600">
              <a:lnSpc>
                <a:spcPct val="115000"/>
              </a:lnSpc>
              <a:spcBef>
                <a:spcPts val="0"/>
              </a:spcBef>
              <a:spcAft>
                <a:spcPts val="0"/>
              </a:spcAft>
              <a:buNone/>
              <a:defRPr/>
            </a:lvl4pPr>
            <a:lvl5pPr marL="2286000" lvl="4" indent="-228600">
              <a:lnSpc>
                <a:spcPct val="115000"/>
              </a:lnSpc>
              <a:spcBef>
                <a:spcPts val="0"/>
              </a:spcBef>
              <a:spcAft>
                <a:spcPts val="0"/>
              </a:spcAft>
              <a:buNone/>
              <a:defRPr/>
            </a:lvl5pPr>
            <a:lvl6pPr marL="2743200" lvl="5" indent="-228600">
              <a:lnSpc>
                <a:spcPct val="115000"/>
              </a:lnSpc>
              <a:spcBef>
                <a:spcPts val="0"/>
              </a:spcBef>
              <a:spcAft>
                <a:spcPts val="0"/>
              </a:spcAft>
              <a:buNone/>
              <a:defRPr/>
            </a:lvl6pPr>
            <a:lvl7pPr marL="3200400" lvl="6" indent="-228600">
              <a:lnSpc>
                <a:spcPct val="115000"/>
              </a:lnSpc>
              <a:spcBef>
                <a:spcPts val="0"/>
              </a:spcBef>
              <a:spcAft>
                <a:spcPts val="0"/>
              </a:spcAft>
              <a:buNone/>
              <a:defRPr/>
            </a:lvl7pPr>
            <a:lvl8pPr marL="3657600" lvl="7" indent="-228600">
              <a:lnSpc>
                <a:spcPct val="115000"/>
              </a:lnSpc>
              <a:spcBef>
                <a:spcPts val="0"/>
              </a:spcBef>
              <a:spcAft>
                <a:spcPts val="0"/>
              </a:spcAft>
              <a:buNone/>
              <a:defRPr/>
            </a:lvl8pPr>
            <a:lvl9pPr marL="4114800" lvl="8" indent="-228600">
              <a:lnSpc>
                <a:spcPct val="115000"/>
              </a:lnSpc>
              <a:spcBef>
                <a:spcPts val="0"/>
              </a:spcBef>
              <a:spcAft>
                <a:spcPts val="0"/>
              </a:spcAft>
              <a:buNone/>
              <a:defRPr/>
            </a:lvl9pPr>
          </a:lstStyle>
          <a:p>
            <a:endParaRPr/>
          </a:p>
        </p:txBody>
      </p:sp>
      <p:sp>
        <p:nvSpPr>
          <p:cNvPr id="215" name="Google Shape;215;p29"/>
          <p:cNvSpPr txBox="1">
            <a:spLocks noGrp="1"/>
          </p:cNvSpPr>
          <p:nvPr>
            <p:ph type="body" idx="3"/>
          </p:nvPr>
        </p:nvSpPr>
        <p:spPr>
          <a:xfrm>
            <a:off x="417625" y="3990775"/>
            <a:ext cx="1875600" cy="548100"/>
          </a:xfrm>
          <a:prstGeom prst="rect">
            <a:avLst/>
          </a:prstGeom>
        </p:spPr>
        <p:txBody>
          <a:bodyPr spcFirstLastPara="1" wrap="square" lIns="0" tIns="0" rIns="0" bIns="0" anchor="t" anchorCtr="0">
            <a:noAutofit/>
          </a:bodyPr>
          <a:lstStyle>
            <a:lvl1pPr marL="457200" lvl="0" indent="-228600">
              <a:spcBef>
                <a:spcPts val="0"/>
              </a:spcBef>
              <a:spcAft>
                <a:spcPts val="0"/>
              </a:spcAft>
              <a:buNone/>
              <a:defRPr i="1"/>
            </a:lvl1pPr>
            <a:lvl2pPr marL="914400" lvl="1" indent="-228600">
              <a:spcBef>
                <a:spcPts val="0"/>
              </a:spcBef>
              <a:spcAft>
                <a:spcPts val="0"/>
              </a:spcAft>
              <a:buNone/>
              <a:defRPr i="1"/>
            </a:lvl2pPr>
            <a:lvl3pPr marL="1371600" lvl="2" indent="-228600">
              <a:spcBef>
                <a:spcPts val="0"/>
              </a:spcBef>
              <a:spcAft>
                <a:spcPts val="0"/>
              </a:spcAft>
              <a:buNone/>
              <a:defRPr i="1"/>
            </a:lvl3pPr>
            <a:lvl4pPr marL="1828800" lvl="3" indent="-228600">
              <a:spcBef>
                <a:spcPts val="0"/>
              </a:spcBef>
              <a:spcAft>
                <a:spcPts val="0"/>
              </a:spcAft>
              <a:buNone/>
              <a:defRPr i="1"/>
            </a:lvl4pPr>
            <a:lvl5pPr marL="2286000" lvl="4" indent="-228600">
              <a:spcBef>
                <a:spcPts val="0"/>
              </a:spcBef>
              <a:spcAft>
                <a:spcPts val="0"/>
              </a:spcAft>
              <a:buNone/>
              <a:defRPr i="1"/>
            </a:lvl5pPr>
            <a:lvl6pPr marL="2743200" lvl="5" indent="-228600">
              <a:spcBef>
                <a:spcPts val="0"/>
              </a:spcBef>
              <a:spcAft>
                <a:spcPts val="0"/>
              </a:spcAft>
              <a:buNone/>
              <a:defRPr i="1"/>
            </a:lvl6pPr>
            <a:lvl7pPr marL="3200400" lvl="6" indent="-228600">
              <a:spcBef>
                <a:spcPts val="0"/>
              </a:spcBef>
              <a:spcAft>
                <a:spcPts val="0"/>
              </a:spcAft>
              <a:buNone/>
              <a:defRPr i="1"/>
            </a:lvl7pPr>
            <a:lvl8pPr marL="3657600" lvl="7" indent="-228600">
              <a:spcBef>
                <a:spcPts val="0"/>
              </a:spcBef>
              <a:spcAft>
                <a:spcPts val="0"/>
              </a:spcAft>
              <a:buNone/>
              <a:defRPr i="1"/>
            </a:lvl8pPr>
            <a:lvl9pPr marL="4114800" lvl="8" indent="-228600">
              <a:spcBef>
                <a:spcPts val="0"/>
              </a:spcBef>
              <a:spcAft>
                <a:spcPts val="0"/>
              </a:spcAft>
              <a:buNone/>
              <a:defRPr i="1"/>
            </a:lvl9pPr>
          </a:lstStyle>
          <a:p>
            <a:endParaRPr/>
          </a:p>
        </p:txBody>
      </p:sp>
      <p:sp>
        <p:nvSpPr>
          <p:cNvPr id="216" name="Google Shape;216;p29"/>
          <p:cNvSpPr txBox="1">
            <a:spLocks noGrp="1"/>
          </p:cNvSpPr>
          <p:nvPr>
            <p:ph type="body" idx="4"/>
          </p:nvPr>
        </p:nvSpPr>
        <p:spPr>
          <a:xfrm>
            <a:off x="2457075" y="4311325"/>
            <a:ext cx="2053500" cy="354300"/>
          </a:xfrm>
          <a:prstGeom prst="rect">
            <a:avLst/>
          </a:prstGeom>
        </p:spPr>
        <p:txBody>
          <a:bodyPr spcFirstLastPara="1" wrap="square" lIns="182875" tIns="0" rIns="0" bIns="0" anchor="t" anchorCtr="0">
            <a:noAutofit/>
          </a:bodyPr>
          <a:lstStyle>
            <a:lvl1pPr marL="457200" lvl="0" indent="-228600">
              <a:lnSpc>
                <a:spcPct val="115000"/>
              </a:lnSpc>
              <a:spcBef>
                <a:spcPts val="0"/>
              </a:spcBef>
              <a:spcAft>
                <a:spcPts val="0"/>
              </a:spcAft>
              <a:buNone/>
              <a:defRPr/>
            </a:lvl1pPr>
            <a:lvl2pPr marL="914400" lvl="1" indent="-228600">
              <a:lnSpc>
                <a:spcPct val="115000"/>
              </a:lnSpc>
              <a:spcBef>
                <a:spcPts val="0"/>
              </a:spcBef>
              <a:spcAft>
                <a:spcPts val="0"/>
              </a:spcAft>
              <a:buNone/>
              <a:defRPr/>
            </a:lvl2pPr>
            <a:lvl3pPr marL="1371600" lvl="2" indent="-228600">
              <a:lnSpc>
                <a:spcPct val="115000"/>
              </a:lnSpc>
              <a:spcBef>
                <a:spcPts val="0"/>
              </a:spcBef>
              <a:spcAft>
                <a:spcPts val="0"/>
              </a:spcAft>
              <a:buNone/>
              <a:defRPr/>
            </a:lvl3pPr>
            <a:lvl4pPr marL="1828800" lvl="3" indent="-228600">
              <a:lnSpc>
                <a:spcPct val="115000"/>
              </a:lnSpc>
              <a:spcBef>
                <a:spcPts val="0"/>
              </a:spcBef>
              <a:spcAft>
                <a:spcPts val="0"/>
              </a:spcAft>
              <a:buNone/>
              <a:defRPr/>
            </a:lvl4pPr>
            <a:lvl5pPr marL="2286000" lvl="4" indent="-228600">
              <a:lnSpc>
                <a:spcPct val="115000"/>
              </a:lnSpc>
              <a:spcBef>
                <a:spcPts val="0"/>
              </a:spcBef>
              <a:spcAft>
                <a:spcPts val="0"/>
              </a:spcAft>
              <a:buNone/>
              <a:defRPr/>
            </a:lvl5pPr>
            <a:lvl6pPr marL="2743200" lvl="5" indent="-228600">
              <a:lnSpc>
                <a:spcPct val="115000"/>
              </a:lnSpc>
              <a:spcBef>
                <a:spcPts val="0"/>
              </a:spcBef>
              <a:spcAft>
                <a:spcPts val="0"/>
              </a:spcAft>
              <a:buNone/>
              <a:defRPr/>
            </a:lvl6pPr>
            <a:lvl7pPr marL="3200400" lvl="6" indent="-228600">
              <a:lnSpc>
                <a:spcPct val="115000"/>
              </a:lnSpc>
              <a:spcBef>
                <a:spcPts val="0"/>
              </a:spcBef>
              <a:spcAft>
                <a:spcPts val="0"/>
              </a:spcAft>
              <a:buNone/>
              <a:defRPr/>
            </a:lvl7pPr>
            <a:lvl8pPr marL="3657600" lvl="7" indent="-228600">
              <a:lnSpc>
                <a:spcPct val="115000"/>
              </a:lnSpc>
              <a:spcBef>
                <a:spcPts val="0"/>
              </a:spcBef>
              <a:spcAft>
                <a:spcPts val="0"/>
              </a:spcAft>
              <a:buNone/>
              <a:defRPr/>
            </a:lvl8pPr>
            <a:lvl9pPr marL="4114800" lvl="8" indent="-228600">
              <a:lnSpc>
                <a:spcPct val="115000"/>
              </a:lnSpc>
              <a:spcBef>
                <a:spcPts val="0"/>
              </a:spcBef>
              <a:spcAft>
                <a:spcPts val="0"/>
              </a:spcAft>
              <a:buNone/>
              <a:defRPr/>
            </a:lvl9pPr>
          </a:lstStyle>
          <a:p>
            <a:endParaRPr/>
          </a:p>
        </p:txBody>
      </p:sp>
      <p:sp>
        <p:nvSpPr>
          <p:cNvPr id="217" name="Google Shape;217;p29"/>
          <p:cNvSpPr txBox="1">
            <a:spLocks noGrp="1"/>
          </p:cNvSpPr>
          <p:nvPr>
            <p:ph type="body" idx="5"/>
          </p:nvPr>
        </p:nvSpPr>
        <p:spPr>
          <a:xfrm>
            <a:off x="6801300" y="2498700"/>
            <a:ext cx="2055000" cy="1204500"/>
          </a:xfrm>
          <a:prstGeom prst="rect">
            <a:avLst/>
          </a:prstGeom>
        </p:spPr>
        <p:txBody>
          <a:bodyPr spcFirstLastPara="1" wrap="square" lIns="182875" tIns="0" rIns="182875" bIns="0" anchor="t" anchorCtr="0">
            <a:noAutofit/>
          </a:bodyPr>
          <a:lstStyle>
            <a:lvl1pPr marL="457200" lvl="0" indent="-228600">
              <a:lnSpc>
                <a:spcPct val="115000"/>
              </a:lnSpc>
              <a:spcBef>
                <a:spcPts val="0"/>
              </a:spcBef>
              <a:spcAft>
                <a:spcPts val="0"/>
              </a:spcAft>
              <a:buSzPts val="1000"/>
              <a:buNone/>
              <a:defRPr/>
            </a:lvl1pPr>
            <a:lvl2pPr marL="914400" lvl="1" indent="-228600">
              <a:lnSpc>
                <a:spcPct val="115000"/>
              </a:lnSpc>
              <a:spcBef>
                <a:spcPts val="0"/>
              </a:spcBef>
              <a:spcAft>
                <a:spcPts val="0"/>
              </a:spcAft>
              <a:buSzPts val="1000"/>
              <a:buNone/>
              <a:defRPr/>
            </a:lvl2pPr>
            <a:lvl3pPr marL="1371600" lvl="2" indent="-228600">
              <a:lnSpc>
                <a:spcPct val="115000"/>
              </a:lnSpc>
              <a:spcBef>
                <a:spcPts val="0"/>
              </a:spcBef>
              <a:spcAft>
                <a:spcPts val="0"/>
              </a:spcAft>
              <a:buSzPts val="1000"/>
              <a:buNone/>
              <a:defRPr/>
            </a:lvl3pPr>
            <a:lvl4pPr marL="1828800" lvl="3" indent="-228600">
              <a:lnSpc>
                <a:spcPct val="115000"/>
              </a:lnSpc>
              <a:spcBef>
                <a:spcPts val="0"/>
              </a:spcBef>
              <a:spcAft>
                <a:spcPts val="0"/>
              </a:spcAft>
              <a:buSzPts val="1000"/>
              <a:buNone/>
              <a:defRPr/>
            </a:lvl4pPr>
            <a:lvl5pPr marL="2286000" lvl="4" indent="-228600">
              <a:lnSpc>
                <a:spcPct val="115000"/>
              </a:lnSpc>
              <a:spcBef>
                <a:spcPts val="0"/>
              </a:spcBef>
              <a:spcAft>
                <a:spcPts val="0"/>
              </a:spcAft>
              <a:buSzPts val="1000"/>
              <a:buNone/>
              <a:defRPr/>
            </a:lvl5pPr>
            <a:lvl6pPr marL="2743200" lvl="5" indent="-228600">
              <a:lnSpc>
                <a:spcPct val="115000"/>
              </a:lnSpc>
              <a:spcBef>
                <a:spcPts val="0"/>
              </a:spcBef>
              <a:spcAft>
                <a:spcPts val="0"/>
              </a:spcAft>
              <a:buSzPts val="1000"/>
              <a:buNone/>
              <a:defRPr/>
            </a:lvl6pPr>
            <a:lvl7pPr marL="3200400" lvl="6" indent="-228600">
              <a:lnSpc>
                <a:spcPct val="115000"/>
              </a:lnSpc>
              <a:spcBef>
                <a:spcPts val="0"/>
              </a:spcBef>
              <a:spcAft>
                <a:spcPts val="0"/>
              </a:spcAft>
              <a:buSzPts val="1000"/>
              <a:buNone/>
              <a:defRPr/>
            </a:lvl7pPr>
            <a:lvl8pPr marL="3657600" lvl="7" indent="-228600">
              <a:lnSpc>
                <a:spcPct val="115000"/>
              </a:lnSpc>
              <a:spcBef>
                <a:spcPts val="0"/>
              </a:spcBef>
              <a:spcAft>
                <a:spcPts val="0"/>
              </a:spcAft>
              <a:buSzPts val="1000"/>
              <a:buNone/>
              <a:defRPr/>
            </a:lvl8pPr>
            <a:lvl9pPr marL="4114800" lvl="8" indent="-228600">
              <a:lnSpc>
                <a:spcPct val="115000"/>
              </a:lnSpc>
              <a:spcBef>
                <a:spcPts val="0"/>
              </a:spcBef>
              <a:spcAft>
                <a:spcPts val="0"/>
              </a:spcAft>
              <a:buSzPts val="1000"/>
              <a:buNone/>
              <a:defRPr/>
            </a:lvl9pPr>
          </a:lstStyle>
          <a:p>
            <a:endParaRPr/>
          </a:p>
        </p:txBody>
      </p:sp>
      <p:sp>
        <p:nvSpPr>
          <p:cNvPr id="218" name="Google Shape;218;p29"/>
          <p:cNvSpPr txBox="1">
            <a:spLocks noGrp="1"/>
          </p:cNvSpPr>
          <p:nvPr>
            <p:ph type="title"/>
          </p:nvPr>
        </p:nvSpPr>
        <p:spPr>
          <a:xfrm>
            <a:off x="288350" y="1365975"/>
            <a:ext cx="4227300" cy="1156500"/>
          </a:xfrm>
          <a:prstGeom prst="rect">
            <a:avLst/>
          </a:prstGeom>
        </p:spPr>
        <p:txBody>
          <a:bodyPr spcFirstLastPara="1" wrap="square" lIns="182875" tIns="182875" rIns="182875" bIns="0" anchor="t" anchorCtr="0">
            <a:spAutoFit/>
          </a:bodyPr>
          <a:lstStyle>
            <a:lvl1pPr lvl="0">
              <a:lnSpc>
                <a:spcPct val="85000"/>
              </a:lnSpc>
              <a:spcBef>
                <a:spcPts val="0"/>
              </a:spcBef>
              <a:spcAft>
                <a:spcPts val="0"/>
              </a:spcAft>
              <a:buNone/>
              <a:defRPr sz="3600">
                <a:latin typeface="Instrument Sans Medium"/>
                <a:ea typeface="Instrument Sans Medium"/>
                <a:cs typeface="Instrument Sans Medium"/>
                <a:sym typeface="Instrument Sans Medium"/>
              </a:defRPr>
            </a:lvl1pPr>
            <a:lvl2pPr lvl="1">
              <a:lnSpc>
                <a:spcPct val="85000"/>
              </a:lnSpc>
              <a:spcBef>
                <a:spcPts val="0"/>
              </a:spcBef>
              <a:spcAft>
                <a:spcPts val="0"/>
              </a:spcAft>
              <a:buNone/>
              <a:defRPr sz="3600">
                <a:latin typeface="Instrument Sans Medium"/>
                <a:ea typeface="Instrument Sans Medium"/>
                <a:cs typeface="Instrument Sans Medium"/>
                <a:sym typeface="Instrument Sans Medium"/>
              </a:defRPr>
            </a:lvl2pPr>
            <a:lvl3pPr lvl="2">
              <a:lnSpc>
                <a:spcPct val="85000"/>
              </a:lnSpc>
              <a:spcBef>
                <a:spcPts val="0"/>
              </a:spcBef>
              <a:spcAft>
                <a:spcPts val="0"/>
              </a:spcAft>
              <a:buNone/>
              <a:defRPr sz="3600">
                <a:latin typeface="Instrument Sans Medium"/>
                <a:ea typeface="Instrument Sans Medium"/>
                <a:cs typeface="Instrument Sans Medium"/>
                <a:sym typeface="Instrument Sans Medium"/>
              </a:defRPr>
            </a:lvl3pPr>
            <a:lvl4pPr lvl="3">
              <a:lnSpc>
                <a:spcPct val="85000"/>
              </a:lnSpc>
              <a:spcBef>
                <a:spcPts val="0"/>
              </a:spcBef>
              <a:spcAft>
                <a:spcPts val="0"/>
              </a:spcAft>
              <a:buNone/>
              <a:defRPr sz="3600">
                <a:latin typeface="Instrument Sans Medium"/>
                <a:ea typeface="Instrument Sans Medium"/>
                <a:cs typeface="Instrument Sans Medium"/>
                <a:sym typeface="Instrument Sans Medium"/>
              </a:defRPr>
            </a:lvl4pPr>
            <a:lvl5pPr lvl="4">
              <a:lnSpc>
                <a:spcPct val="85000"/>
              </a:lnSpc>
              <a:spcBef>
                <a:spcPts val="0"/>
              </a:spcBef>
              <a:spcAft>
                <a:spcPts val="0"/>
              </a:spcAft>
              <a:buNone/>
              <a:defRPr sz="3600">
                <a:latin typeface="Instrument Sans Medium"/>
                <a:ea typeface="Instrument Sans Medium"/>
                <a:cs typeface="Instrument Sans Medium"/>
                <a:sym typeface="Instrument Sans Medium"/>
              </a:defRPr>
            </a:lvl5pPr>
            <a:lvl6pPr lvl="5">
              <a:lnSpc>
                <a:spcPct val="85000"/>
              </a:lnSpc>
              <a:spcBef>
                <a:spcPts val="0"/>
              </a:spcBef>
              <a:spcAft>
                <a:spcPts val="0"/>
              </a:spcAft>
              <a:buNone/>
              <a:defRPr sz="3600">
                <a:latin typeface="Instrument Sans Medium"/>
                <a:ea typeface="Instrument Sans Medium"/>
                <a:cs typeface="Instrument Sans Medium"/>
                <a:sym typeface="Instrument Sans Medium"/>
              </a:defRPr>
            </a:lvl6pPr>
            <a:lvl7pPr lvl="6">
              <a:lnSpc>
                <a:spcPct val="85000"/>
              </a:lnSpc>
              <a:spcBef>
                <a:spcPts val="0"/>
              </a:spcBef>
              <a:spcAft>
                <a:spcPts val="0"/>
              </a:spcAft>
              <a:buNone/>
              <a:defRPr sz="3600">
                <a:latin typeface="Instrument Sans Medium"/>
                <a:ea typeface="Instrument Sans Medium"/>
                <a:cs typeface="Instrument Sans Medium"/>
                <a:sym typeface="Instrument Sans Medium"/>
              </a:defRPr>
            </a:lvl7pPr>
            <a:lvl8pPr lvl="7">
              <a:lnSpc>
                <a:spcPct val="85000"/>
              </a:lnSpc>
              <a:spcBef>
                <a:spcPts val="0"/>
              </a:spcBef>
              <a:spcAft>
                <a:spcPts val="0"/>
              </a:spcAft>
              <a:buNone/>
              <a:defRPr sz="3600">
                <a:latin typeface="Instrument Sans Medium"/>
                <a:ea typeface="Instrument Sans Medium"/>
                <a:cs typeface="Instrument Sans Medium"/>
                <a:sym typeface="Instrument Sans Medium"/>
              </a:defRPr>
            </a:lvl8pPr>
            <a:lvl9pPr lvl="8">
              <a:lnSpc>
                <a:spcPct val="85000"/>
              </a:lnSpc>
              <a:spcBef>
                <a:spcPts val="0"/>
              </a:spcBef>
              <a:spcAft>
                <a:spcPts val="0"/>
              </a:spcAft>
              <a:buNone/>
              <a:defRPr sz="3600">
                <a:latin typeface="Instrument Sans Medium"/>
                <a:ea typeface="Instrument Sans Medium"/>
                <a:cs typeface="Instrument Sans Medium"/>
                <a:sym typeface="Instrument Sans Medium"/>
              </a:defRPr>
            </a:lvl9pPr>
          </a:lstStyle>
          <a:p>
            <a:endParaRPr/>
          </a:p>
        </p:txBody>
      </p:sp>
      <p:sp>
        <p:nvSpPr>
          <p:cNvPr id="219" name="Google Shape;219;p29"/>
          <p:cNvSpPr txBox="1">
            <a:spLocks noGrp="1"/>
          </p:cNvSpPr>
          <p:nvPr>
            <p:ph type="subTitle" idx="6"/>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220" name="Google Shape;220;p29"/>
          <p:cNvSpPr txBox="1">
            <a:spLocks noGrp="1"/>
          </p:cNvSpPr>
          <p:nvPr>
            <p:ph type="subTitle" idx="7"/>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221" name="Google Shape;221;p29"/>
          <p:cNvSpPr txBox="1">
            <a:spLocks noGrp="1"/>
          </p:cNvSpPr>
          <p:nvPr>
            <p:ph type="subTitle" idx="8"/>
          </p:nvPr>
        </p:nvSpPr>
        <p:spPr>
          <a:xfrm>
            <a:off x="2454063" y="3535641"/>
            <a:ext cx="2051400" cy="422700"/>
          </a:xfrm>
          <a:prstGeom prst="rect">
            <a:avLst/>
          </a:prstGeom>
        </p:spPr>
        <p:txBody>
          <a:bodyPr spcFirstLastPara="1" wrap="square" lIns="182875" tIns="182875" rIns="91425" bIns="91425" anchor="t" anchorCtr="0">
            <a:noAutofit/>
          </a:bodyPr>
          <a:lstStyle>
            <a:lvl1pPr lvl="0">
              <a:spcBef>
                <a:spcPts val="0"/>
              </a:spcBef>
              <a:spcAft>
                <a:spcPts val="0"/>
              </a:spcAft>
              <a:buSzPts val="2400"/>
              <a:buFont typeface="Instrument Sans SemiBold"/>
              <a:buNone/>
              <a:defRPr sz="2400">
                <a:latin typeface="Instrument Sans SemiBold"/>
                <a:ea typeface="Instrument Sans SemiBold"/>
                <a:cs typeface="Instrument Sans SemiBold"/>
                <a:sym typeface="Instrument Sans SemiBold"/>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a:endParaRPr/>
          </a:p>
        </p:txBody>
      </p:sp>
      <p:sp>
        <p:nvSpPr>
          <p:cNvPr id="222" name="Google Shape;222;p29"/>
          <p:cNvSpPr txBox="1">
            <a:spLocks noGrp="1"/>
          </p:cNvSpPr>
          <p:nvPr>
            <p:ph type="subTitle" idx="9"/>
          </p:nvPr>
        </p:nvSpPr>
        <p:spPr>
          <a:xfrm>
            <a:off x="6801300" y="1957926"/>
            <a:ext cx="2051400" cy="452700"/>
          </a:xfrm>
          <a:prstGeom prst="rect">
            <a:avLst/>
          </a:prstGeom>
        </p:spPr>
        <p:txBody>
          <a:bodyPr spcFirstLastPara="1" wrap="square" lIns="182875" tIns="182875" rIns="182875" bIns="0" anchor="t" anchorCtr="0">
            <a:noAutofit/>
          </a:bodyPr>
          <a:lstStyle>
            <a:lvl1pPr lvl="0">
              <a:spcBef>
                <a:spcPts val="0"/>
              </a:spcBef>
              <a:spcAft>
                <a:spcPts val="0"/>
              </a:spcAft>
              <a:buNone/>
              <a:defRPr>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a:endParaRPr/>
          </a:p>
        </p:txBody>
      </p:sp>
      <p:sp>
        <p:nvSpPr>
          <p:cNvPr id="223" name="Google Shape;223;p29"/>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589">
          <p15:clr>
            <a:srgbClr val="E46962"/>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hree big ideas ALT 3">
  <p:cSld name="BLANK_1_1_1_1_1_1_1_1_1_1_1_1_1_1_3_1_1">
    <p:spTree>
      <p:nvGrpSpPr>
        <p:cNvPr id="1" name="Shape 224"/>
        <p:cNvGrpSpPr/>
        <p:nvPr/>
      </p:nvGrpSpPr>
      <p:grpSpPr>
        <a:xfrm>
          <a:off x="0" y="0"/>
          <a:ext cx="0" cy="0"/>
          <a:chOff x="0" y="0"/>
          <a:chExt cx="0" cy="0"/>
        </a:xfrm>
      </p:grpSpPr>
      <p:sp>
        <p:nvSpPr>
          <p:cNvPr id="225" name="Google Shape;225;p30"/>
          <p:cNvSpPr>
            <a:spLocks noGrp="1"/>
          </p:cNvSpPr>
          <p:nvPr>
            <p:ph type="pic" idx="2"/>
          </p:nvPr>
        </p:nvSpPr>
        <p:spPr>
          <a:xfrm>
            <a:off x="6802025" y="1372800"/>
            <a:ext cx="2058600" cy="3296700"/>
          </a:xfrm>
          <a:prstGeom prst="roundRect">
            <a:avLst>
              <a:gd name="adj" fmla="val 11530"/>
            </a:avLst>
          </a:prstGeom>
          <a:noFill/>
          <a:ln>
            <a:noFill/>
          </a:ln>
        </p:spPr>
      </p:sp>
      <p:sp>
        <p:nvSpPr>
          <p:cNvPr id="226" name="Google Shape;226;p30"/>
          <p:cNvSpPr txBox="1">
            <a:spLocks noGrp="1"/>
          </p:cNvSpPr>
          <p:nvPr>
            <p:ph type="subTitle" idx="1"/>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227" name="Google Shape;227;p30"/>
          <p:cNvSpPr txBox="1">
            <a:spLocks noGrp="1"/>
          </p:cNvSpPr>
          <p:nvPr>
            <p:ph type="subTitle" idx="3"/>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228" name="Google Shape;228;p30"/>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229" name="Google Shape;229;p30"/>
          <p:cNvSpPr txBox="1">
            <a:spLocks noGrp="1"/>
          </p:cNvSpPr>
          <p:nvPr>
            <p:ph type="title"/>
          </p:nvPr>
        </p:nvSpPr>
        <p:spPr>
          <a:xfrm>
            <a:off x="284700" y="474750"/>
            <a:ext cx="5673600" cy="498600"/>
          </a:xfrm>
          <a:prstGeom prst="rect">
            <a:avLst/>
          </a:prstGeom>
        </p:spPr>
        <p:txBody>
          <a:bodyPr spcFirstLastPara="1" wrap="square" lIns="0" tIns="0" rIns="0" bIns="0" anchor="b" anchorCtr="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atin typeface="Instrument Sans Medium"/>
                <a:ea typeface="Instrument Sans Medium"/>
                <a:cs typeface="Instrument Sans Medium"/>
                <a:sym typeface="Instrument Sans Medium"/>
              </a:defRPr>
            </a:lvl2pPr>
            <a:lvl3pPr lvl="2">
              <a:lnSpc>
                <a:spcPct val="115000"/>
              </a:lnSpc>
              <a:spcBef>
                <a:spcPts val="0"/>
              </a:spcBef>
              <a:spcAft>
                <a:spcPts val="0"/>
              </a:spcAft>
              <a:buNone/>
              <a:defRPr sz="2400">
                <a:latin typeface="Instrument Sans Medium"/>
                <a:ea typeface="Instrument Sans Medium"/>
                <a:cs typeface="Instrument Sans Medium"/>
                <a:sym typeface="Instrument Sans Medium"/>
              </a:defRPr>
            </a:lvl3pPr>
            <a:lvl4pPr lvl="3">
              <a:lnSpc>
                <a:spcPct val="115000"/>
              </a:lnSpc>
              <a:spcBef>
                <a:spcPts val="0"/>
              </a:spcBef>
              <a:spcAft>
                <a:spcPts val="0"/>
              </a:spcAft>
              <a:buNone/>
              <a:defRPr sz="2400">
                <a:latin typeface="Instrument Sans Medium"/>
                <a:ea typeface="Instrument Sans Medium"/>
                <a:cs typeface="Instrument Sans Medium"/>
                <a:sym typeface="Instrument Sans Medium"/>
              </a:defRPr>
            </a:lvl4pPr>
            <a:lvl5pPr lvl="4">
              <a:lnSpc>
                <a:spcPct val="115000"/>
              </a:lnSpc>
              <a:spcBef>
                <a:spcPts val="0"/>
              </a:spcBef>
              <a:spcAft>
                <a:spcPts val="0"/>
              </a:spcAft>
              <a:buNone/>
              <a:defRPr sz="2400">
                <a:latin typeface="Instrument Sans Medium"/>
                <a:ea typeface="Instrument Sans Medium"/>
                <a:cs typeface="Instrument Sans Medium"/>
                <a:sym typeface="Instrument Sans Medium"/>
              </a:defRPr>
            </a:lvl5pPr>
            <a:lvl6pPr lvl="5">
              <a:lnSpc>
                <a:spcPct val="115000"/>
              </a:lnSpc>
              <a:spcBef>
                <a:spcPts val="0"/>
              </a:spcBef>
              <a:spcAft>
                <a:spcPts val="0"/>
              </a:spcAft>
              <a:buNone/>
              <a:defRPr sz="2400">
                <a:latin typeface="Instrument Sans Medium"/>
                <a:ea typeface="Instrument Sans Medium"/>
                <a:cs typeface="Instrument Sans Medium"/>
                <a:sym typeface="Instrument Sans Medium"/>
              </a:defRPr>
            </a:lvl6pPr>
            <a:lvl7pPr lvl="6">
              <a:lnSpc>
                <a:spcPct val="115000"/>
              </a:lnSpc>
              <a:spcBef>
                <a:spcPts val="0"/>
              </a:spcBef>
              <a:spcAft>
                <a:spcPts val="0"/>
              </a:spcAft>
              <a:buNone/>
              <a:defRPr sz="2400">
                <a:latin typeface="Instrument Sans Medium"/>
                <a:ea typeface="Instrument Sans Medium"/>
                <a:cs typeface="Instrument Sans Medium"/>
                <a:sym typeface="Instrument Sans Medium"/>
              </a:defRPr>
            </a:lvl7pPr>
            <a:lvl8pPr lvl="7">
              <a:lnSpc>
                <a:spcPct val="115000"/>
              </a:lnSpc>
              <a:spcBef>
                <a:spcPts val="0"/>
              </a:spcBef>
              <a:spcAft>
                <a:spcPts val="0"/>
              </a:spcAft>
              <a:buNone/>
              <a:defRPr sz="2400">
                <a:latin typeface="Instrument Sans Medium"/>
                <a:ea typeface="Instrument Sans Medium"/>
                <a:cs typeface="Instrument Sans Medium"/>
                <a:sym typeface="Instrument Sans Medium"/>
              </a:defRPr>
            </a:lvl8pPr>
            <a:lvl9pPr lvl="8">
              <a:lnSpc>
                <a:spcPct val="115000"/>
              </a:lnSpc>
              <a:spcBef>
                <a:spcPts val="0"/>
              </a:spcBef>
              <a:spcAft>
                <a:spcPts val="0"/>
              </a:spcAft>
              <a:buNone/>
              <a:defRPr sz="2400">
                <a:latin typeface="Instrument Sans Medium"/>
                <a:ea typeface="Instrument Sans Medium"/>
                <a:cs typeface="Instrument Sans Medium"/>
                <a:sym typeface="Instrument Sans Medium"/>
              </a:defRPr>
            </a:lvl9pPr>
          </a:lstStyle>
          <a:p>
            <a:endParaRPr/>
          </a:p>
        </p:txBody>
      </p:sp>
      <p:sp>
        <p:nvSpPr>
          <p:cNvPr id="230" name="Google Shape;230;p30"/>
          <p:cNvSpPr txBox="1">
            <a:spLocks noGrp="1"/>
          </p:cNvSpPr>
          <p:nvPr>
            <p:ph type="body" idx="4"/>
          </p:nvPr>
        </p:nvSpPr>
        <p:spPr>
          <a:xfrm>
            <a:off x="284700" y="2792774"/>
            <a:ext cx="2053500" cy="1569900"/>
          </a:xfrm>
          <a:prstGeom prst="rect">
            <a:avLst/>
          </a:prstGeom>
        </p:spPr>
        <p:txBody>
          <a:bodyPr spcFirstLastPara="1" wrap="square" lIns="182875" tIns="0" rIns="182875" bIns="0" anchor="t" anchorCtr="0">
            <a:noAutofit/>
          </a:bodyPr>
          <a:lstStyle>
            <a:lvl1pPr marL="457200" lvl="0" indent="-292100">
              <a:spcBef>
                <a:spcPts val="0"/>
              </a:spcBef>
              <a:spcAft>
                <a:spcPts val="0"/>
              </a:spcAft>
              <a:buSzPts val="1000"/>
              <a:buFont typeface="Instrument Sans"/>
              <a:buChar char="●"/>
              <a:defRPr/>
            </a:lvl1pPr>
            <a:lvl2pPr marL="914400" lvl="1" indent="-292100">
              <a:spcBef>
                <a:spcPts val="0"/>
              </a:spcBef>
              <a:spcAft>
                <a:spcPts val="0"/>
              </a:spcAft>
              <a:buSzPts val="1000"/>
              <a:buFont typeface="Instrument Sans"/>
              <a:buChar char="○"/>
              <a:defRPr/>
            </a:lvl2pPr>
            <a:lvl3pPr marL="1371600" lvl="2" indent="-292100">
              <a:spcBef>
                <a:spcPts val="0"/>
              </a:spcBef>
              <a:spcAft>
                <a:spcPts val="0"/>
              </a:spcAft>
              <a:buSzPts val="1000"/>
              <a:buFont typeface="Instrument Sans"/>
              <a:buChar char="■"/>
              <a:defRPr/>
            </a:lvl3pPr>
            <a:lvl4pPr marL="1828800" lvl="3" indent="-292100">
              <a:spcBef>
                <a:spcPts val="0"/>
              </a:spcBef>
              <a:spcAft>
                <a:spcPts val="0"/>
              </a:spcAft>
              <a:buSzPts val="1000"/>
              <a:buFont typeface="Instrument Sans"/>
              <a:buChar char="●"/>
              <a:defRPr/>
            </a:lvl4pPr>
            <a:lvl5pPr marL="2286000" lvl="4" indent="-292100">
              <a:spcBef>
                <a:spcPts val="0"/>
              </a:spcBef>
              <a:spcAft>
                <a:spcPts val="0"/>
              </a:spcAft>
              <a:buSzPts val="1000"/>
              <a:buFont typeface="Instrument Sans"/>
              <a:buChar char="○"/>
              <a:defRPr/>
            </a:lvl5pPr>
            <a:lvl6pPr marL="2743200" lvl="5" indent="-292100">
              <a:spcBef>
                <a:spcPts val="0"/>
              </a:spcBef>
              <a:spcAft>
                <a:spcPts val="0"/>
              </a:spcAft>
              <a:buSzPts val="1000"/>
              <a:buFont typeface="Instrument Sans"/>
              <a:buChar char="■"/>
              <a:defRPr/>
            </a:lvl6pPr>
            <a:lvl7pPr marL="3200400" lvl="6" indent="-292100">
              <a:spcBef>
                <a:spcPts val="0"/>
              </a:spcBef>
              <a:spcAft>
                <a:spcPts val="0"/>
              </a:spcAft>
              <a:buSzPts val="1000"/>
              <a:buFont typeface="Instrument Sans"/>
              <a:buChar char="●"/>
              <a:defRPr/>
            </a:lvl7pPr>
            <a:lvl8pPr marL="3657600" lvl="7" indent="-292100">
              <a:spcBef>
                <a:spcPts val="0"/>
              </a:spcBef>
              <a:spcAft>
                <a:spcPts val="0"/>
              </a:spcAft>
              <a:buSzPts val="1000"/>
              <a:buFont typeface="Instrument Sans"/>
              <a:buChar char="○"/>
              <a:defRPr/>
            </a:lvl8pPr>
            <a:lvl9pPr marL="4114800" lvl="8" indent="-292100">
              <a:spcBef>
                <a:spcPts val="0"/>
              </a:spcBef>
              <a:spcAft>
                <a:spcPts val="0"/>
              </a:spcAft>
              <a:buSzPts val="1000"/>
              <a:buFont typeface="Instrument Sans"/>
              <a:buChar char="■"/>
              <a:defRPr/>
            </a:lvl9pPr>
          </a:lstStyle>
          <a:p>
            <a:endParaRPr/>
          </a:p>
        </p:txBody>
      </p:sp>
      <p:sp>
        <p:nvSpPr>
          <p:cNvPr id="231" name="Google Shape;231;p30"/>
          <p:cNvSpPr txBox="1">
            <a:spLocks noGrp="1"/>
          </p:cNvSpPr>
          <p:nvPr>
            <p:ph type="title" idx="5"/>
          </p:nvPr>
        </p:nvSpPr>
        <p:spPr>
          <a:xfrm>
            <a:off x="284700" y="2053175"/>
            <a:ext cx="2058600" cy="498600"/>
          </a:xfrm>
          <a:prstGeom prst="rect">
            <a:avLst/>
          </a:prstGeom>
        </p:spPr>
        <p:txBody>
          <a:bodyPr spcFirstLastPara="1" wrap="square" lIns="182875" tIns="0" rIns="182875" bIns="0" anchor="ctr" anchorCtr="0">
            <a:noAutofit/>
          </a:bodyPr>
          <a:lstStyle>
            <a:lvl1pPr lvl="0">
              <a:spcBef>
                <a:spcPts val="0"/>
              </a:spcBef>
              <a:spcAft>
                <a:spcPts val="0"/>
              </a:spcAft>
              <a:buNone/>
              <a:defRPr sz="1400">
                <a:latin typeface="Instrument Sans Medium"/>
                <a:ea typeface="Instrument Sans Medium"/>
                <a:cs typeface="Instrument Sans Medium"/>
                <a:sym typeface="Instrument Sans Medium"/>
              </a:defRPr>
            </a:lvl1pPr>
            <a:lvl2pPr lvl="1">
              <a:spcBef>
                <a:spcPts val="0"/>
              </a:spcBef>
              <a:spcAft>
                <a:spcPts val="0"/>
              </a:spcAft>
              <a:buNone/>
              <a:defRPr sz="2400">
                <a:latin typeface="Instrument Sans Medium"/>
                <a:ea typeface="Instrument Sans Medium"/>
                <a:cs typeface="Instrument Sans Medium"/>
                <a:sym typeface="Instrument Sans Medium"/>
              </a:defRPr>
            </a:lvl2pPr>
            <a:lvl3pPr lvl="2">
              <a:spcBef>
                <a:spcPts val="0"/>
              </a:spcBef>
              <a:spcAft>
                <a:spcPts val="0"/>
              </a:spcAft>
              <a:buNone/>
              <a:defRPr sz="2400">
                <a:latin typeface="Instrument Sans Medium"/>
                <a:ea typeface="Instrument Sans Medium"/>
                <a:cs typeface="Instrument Sans Medium"/>
                <a:sym typeface="Instrument Sans Medium"/>
              </a:defRPr>
            </a:lvl3pPr>
            <a:lvl4pPr lvl="3">
              <a:spcBef>
                <a:spcPts val="0"/>
              </a:spcBef>
              <a:spcAft>
                <a:spcPts val="0"/>
              </a:spcAft>
              <a:buNone/>
              <a:defRPr sz="2400">
                <a:latin typeface="Instrument Sans Medium"/>
                <a:ea typeface="Instrument Sans Medium"/>
                <a:cs typeface="Instrument Sans Medium"/>
                <a:sym typeface="Instrument Sans Medium"/>
              </a:defRPr>
            </a:lvl4pPr>
            <a:lvl5pPr lvl="4">
              <a:spcBef>
                <a:spcPts val="0"/>
              </a:spcBef>
              <a:spcAft>
                <a:spcPts val="0"/>
              </a:spcAft>
              <a:buNone/>
              <a:defRPr sz="2400">
                <a:latin typeface="Instrument Sans Medium"/>
                <a:ea typeface="Instrument Sans Medium"/>
                <a:cs typeface="Instrument Sans Medium"/>
                <a:sym typeface="Instrument Sans Medium"/>
              </a:defRPr>
            </a:lvl5pPr>
            <a:lvl6pPr lvl="5">
              <a:spcBef>
                <a:spcPts val="0"/>
              </a:spcBef>
              <a:spcAft>
                <a:spcPts val="0"/>
              </a:spcAft>
              <a:buNone/>
              <a:defRPr sz="2400">
                <a:latin typeface="Instrument Sans Medium"/>
                <a:ea typeface="Instrument Sans Medium"/>
                <a:cs typeface="Instrument Sans Medium"/>
                <a:sym typeface="Instrument Sans Medium"/>
              </a:defRPr>
            </a:lvl6pPr>
            <a:lvl7pPr lvl="6">
              <a:spcBef>
                <a:spcPts val="0"/>
              </a:spcBef>
              <a:spcAft>
                <a:spcPts val="0"/>
              </a:spcAft>
              <a:buNone/>
              <a:defRPr sz="2400">
                <a:latin typeface="Instrument Sans Medium"/>
                <a:ea typeface="Instrument Sans Medium"/>
                <a:cs typeface="Instrument Sans Medium"/>
                <a:sym typeface="Instrument Sans Medium"/>
              </a:defRPr>
            </a:lvl7pPr>
            <a:lvl8pPr lvl="7">
              <a:spcBef>
                <a:spcPts val="0"/>
              </a:spcBef>
              <a:spcAft>
                <a:spcPts val="0"/>
              </a:spcAft>
              <a:buNone/>
              <a:defRPr sz="2400">
                <a:latin typeface="Instrument Sans Medium"/>
                <a:ea typeface="Instrument Sans Medium"/>
                <a:cs typeface="Instrument Sans Medium"/>
                <a:sym typeface="Instrument Sans Medium"/>
              </a:defRPr>
            </a:lvl8pPr>
            <a:lvl9pPr lvl="8">
              <a:spcBef>
                <a:spcPts val="0"/>
              </a:spcBef>
              <a:spcAft>
                <a:spcPts val="0"/>
              </a:spcAft>
              <a:buNone/>
              <a:defRPr sz="2400">
                <a:latin typeface="Instrument Sans Medium"/>
                <a:ea typeface="Instrument Sans Medium"/>
                <a:cs typeface="Instrument Sans Medium"/>
                <a:sym typeface="Instrument Sans Medium"/>
              </a:defRPr>
            </a:lvl9pPr>
          </a:lstStyle>
          <a:p>
            <a:endParaRPr/>
          </a:p>
        </p:txBody>
      </p:sp>
      <p:sp>
        <p:nvSpPr>
          <p:cNvPr id="232" name="Google Shape;232;p30"/>
          <p:cNvSpPr txBox="1">
            <a:spLocks noGrp="1"/>
          </p:cNvSpPr>
          <p:nvPr>
            <p:ph type="title" idx="6"/>
          </p:nvPr>
        </p:nvSpPr>
        <p:spPr>
          <a:xfrm>
            <a:off x="284700" y="1557525"/>
            <a:ext cx="1068000" cy="440700"/>
          </a:xfrm>
          <a:prstGeom prst="rect">
            <a:avLst/>
          </a:prstGeom>
          <a:noFill/>
        </p:spPr>
        <p:txBody>
          <a:bodyPr spcFirstLastPara="1" wrap="square" lIns="182875" tIns="0" rIns="182875" bIns="0" anchor="t" anchorCtr="0">
            <a:noAutofit/>
          </a:bodyPr>
          <a:lstStyle>
            <a:lvl1pPr lvl="0">
              <a:spcBef>
                <a:spcPts val="0"/>
              </a:spcBef>
              <a:spcAft>
                <a:spcPts val="0"/>
              </a:spcAft>
              <a:buNone/>
              <a:defRPr sz="1000">
                <a:latin typeface="Instrument Sans"/>
                <a:ea typeface="Instrument Sans"/>
                <a:cs typeface="Instrument Sans"/>
                <a:sym typeface="Instrument Sans"/>
              </a:defRPr>
            </a:lvl1pPr>
            <a:lvl2pPr lvl="1">
              <a:spcBef>
                <a:spcPts val="0"/>
              </a:spcBef>
              <a:spcAft>
                <a:spcPts val="0"/>
              </a:spcAft>
              <a:buNone/>
              <a:defRPr sz="2400">
                <a:latin typeface="Instrument Sans Medium"/>
                <a:ea typeface="Instrument Sans Medium"/>
                <a:cs typeface="Instrument Sans Medium"/>
                <a:sym typeface="Instrument Sans Medium"/>
              </a:defRPr>
            </a:lvl2pPr>
            <a:lvl3pPr lvl="2">
              <a:spcBef>
                <a:spcPts val="0"/>
              </a:spcBef>
              <a:spcAft>
                <a:spcPts val="0"/>
              </a:spcAft>
              <a:buNone/>
              <a:defRPr sz="2400">
                <a:latin typeface="Instrument Sans Medium"/>
                <a:ea typeface="Instrument Sans Medium"/>
                <a:cs typeface="Instrument Sans Medium"/>
                <a:sym typeface="Instrument Sans Medium"/>
              </a:defRPr>
            </a:lvl3pPr>
            <a:lvl4pPr lvl="3">
              <a:spcBef>
                <a:spcPts val="0"/>
              </a:spcBef>
              <a:spcAft>
                <a:spcPts val="0"/>
              </a:spcAft>
              <a:buNone/>
              <a:defRPr sz="2400">
                <a:latin typeface="Instrument Sans Medium"/>
                <a:ea typeface="Instrument Sans Medium"/>
                <a:cs typeface="Instrument Sans Medium"/>
                <a:sym typeface="Instrument Sans Medium"/>
              </a:defRPr>
            </a:lvl4pPr>
            <a:lvl5pPr lvl="4">
              <a:spcBef>
                <a:spcPts val="0"/>
              </a:spcBef>
              <a:spcAft>
                <a:spcPts val="0"/>
              </a:spcAft>
              <a:buNone/>
              <a:defRPr sz="2400">
                <a:latin typeface="Instrument Sans Medium"/>
                <a:ea typeface="Instrument Sans Medium"/>
                <a:cs typeface="Instrument Sans Medium"/>
                <a:sym typeface="Instrument Sans Medium"/>
              </a:defRPr>
            </a:lvl5pPr>
            <a:lvl6pPr lvl="5">
              <a:spcBef>
                <a:spcPts val="0"/>
              </a:spcBef>
              <a:spcAft>
                <a:spcPts val="0"/>
              </a:spcAft>
              <a:buNone/>
              <a:defRPr sz="2400">
                <a:latin typeface="Instrument Sans Medium"/>
                <a:ea typeface="Instrument Sans Medium"/>
                <a:cs typeface="Instrument Sans Medium"/>
                <a:sym typeface="Instrument Sans Medium"/>
              </a:defRPr>
            </a:lvl6pPr>
            <a:lvl7pPr lvl="6">
              <a:spcBef>
                <a:spcPts val="0"/>
              </a:spcBef>
              <a:spcAft>
                <a:spcPts val="0"/>
              </a:spcAft>
              <a:buNone/>
              <a:defRPr sz="2400">
                <a:latin typeface="Instrument Sans Medium"/>
                <a:ea typeface="Instrument Sans Medium"/>
                <a:cs typeface="Instrument Sans Medium"/>
                <a:sym typeface="Instrument Sans Medium"/>
              </a:defRPr>
            </a:lvl7pPr>
            <a:lvl8pPr lvl="7">
              <a:spcBef>
                <a:spcPts val="0"/>
              </a:spcBef>
              <a:spcAft>
                <a:spcPts val="0"/>
              </a:spcAft>
              <a:buNone/>
              <a:defRPr sz="2400">
                <a:latin typeface="Instrument Sans Medium"/>
                <a:ea typeface="Instrument Sans Medium"/>
                <a:cs typeface="Instrument Sans Medium"/>
                <a:sym typeface="Instrument Sans Medium"/>
              </a:defRPr>
            </a:lvl8pPr>
            <a:lvl9pPr lvl="8">
              <a:spcBef>
                <a:spcPts val="0"/>
              </a:spcBef>
              <a:spcAft>
                <a:spcPts val="0"/>
              </a:spcAft>
              <a:buNone/>
              <a:defRPr sz="2400">
                <a:latin typeface="Instrument Sans Medium"/>
                <a:ea typeface="Instrument Sans Medium"/>
                <a:cs typeface="Instrument Sans Medium"/>
                <a:sym typeface="Instrument Sans Medium"/>
              </a:defRPr>
            </a:lvl9pPr>
          </a:lstStyle>
          <a:p>
            <a:endParaRPr/>
          </a:p>
        </p:txBody>
      </p:sp>
      <p:sp>
        <p:nvSpPr>
          <p:cNvPr id="233" name="Google Shape;233;p30"/>
          <p:cNvSpPr txBox="1">
            <a:spLocks noGrp="1"/>
          </p:cNvSpPr>
          <p:nvPr>
            <p:ph type="body" idx="7"/>
          </p:nvPr>
        </p:nvSpPr>
        <p:spPr>
          <a:xfrm>
            <a:off x="2457088" y="2792774"/>
            <a:ext cx="2053500" cy="1569900"/>
          </a:xfrm>
          <a:prstGeom prst="rect">
            <a:avLst/>
          </a:prstGeom>
        </p:spPr>
        <p:txBody>
          <a:bodyPr spcFirstLastPara="1" wrap="square" lIns="182875" tIns="0" rIns="182875" bIns="0" anchor="t" anchorCtr="0">
            <a:noAutofit/>
          </a:bodyPr>
          <a:lstStyle>
            <a:lvl1pPr marL="457200" lvl="0" indent="-292100">
              <a:lnSpc>
                <a:spcPct val="115000"/>
              </a:lnSpc>
              <a:spcBef>
                <a:spcPts val="0"/>
              </a:spcBef>
              <a:spcAft>
                <a:spcPts val="0"/>
              </a:spcAft>
              <a:buClr>
                <a:schemeClr val="lt1"/>
              </a:buClr>
              <a:buSzPts val="1000"/>
              <a:buFont typeface="Instrument Sans"/>
              <a:buChar char="●"/>
              <a:defRPr/>
            </a:lvl1pPr>
            <a:lvl2pPr marL="914400" lvl="1" indent="-292100">
              <a:lnSpc>
                <a:spcPct val="115000"/>
              </a:lnSpc>
              <a:spcBef>
                <a:spcPts val="0"/>
              </a:spcBef>
              <a:spcAft>
                <a:spcPts val="0"/>
              </a:spcAft>
              <a:buClr>
                <a:schemeClr val="lt1"/>
              </a:buClr>
              <a:buSzPts val="1000"/>
              <a:buFont typeface="Instrument Sans"/>
              <a:buChar char="○"/>
              <a:defRPr/>
            </a:lvl2pPr>
            <a:lvl3pPr marL="1371600" lvl="2" indent="-292100">
              <a:lnSpc>
                <a:spcPct val="115000"/>
              </a:lnSpc>
              <a:spcBef>
                <a:spcPts val="0"/>
              </a:spcBef>
              <a:spcAft>
                <a:spcPts val="0"/>
              </a:spcAft>
              <a:buClr>
                <a:schemeClr val="lt1"/>
              </a:buClr>
              <a:buSzPts val="1000"/>
              <a:buFont typeface="Instrument Sans"/>
              <a:buChar char="■"/>
              <a:defRPr/>
            </a:lvl3pPr>
            <a:lvl4pPr marL="1828800" lvl="3" indent="-292100">
              <a:lnSpc>
                <a:spcPct val="115000"/>
              </a:lnSpc>
              <a:spcBef>
                <a:spcPts val="0"/>
              </a:spcBef>
              <a:spcAft>
                <a:spcPts val="0"/>
              </a:spcAft>
              <a:buClr>
                <a:schemeClr val="lt1"/>
              </a:buClr>
              <a:buSzPts val="1000"/>
              <a:buFont typeface="Instrument Sans"/>
              <a:buChar char="●"/>
              <a:defRPr/>
            </a:lvl4pPr>
            <a:lvl5pPr marL="2286000" lvl="4" indent="-292100">
              <a:lnSpc>
                <a:spcPct val="115000"/>
              </a:lnSpc>
              <a:spcBef>
                <a:spcPts val="0"/>
              </a:spcBef>
              <a:spcAft>
                <a:spcPts val="0"/>
              </a:spcAft>
              <a:buClr>
                <a:schemeClr val="lt1"/>
              </a:buClr>
              <a:buSzPts val="1000"/>
              <a:buFont typeface="Instrument Sans"/>
              <a:buChar char="○"/>
              <a:defRPr/>
            </a:lvl5pPr>
            <a:lvl6pPr marL="2743200" lvl="5" indent="-292100">
              <a:lnSpc>
                <a:spcPct val="115000"/>
              </a:lnSpc>
              <a:spcBef>
                <a:spcPts val="0"/>
              </a:spcBef>
              <a:spcAft>
                <a:spcPts val="0"/>
              </a:spcAft>
              <a:buClr>
                <a:schemeClr val="lt1"/>
              </a:buClr>
              <a:buSzPts val="1000"/>
              <a:buFont typeface="Instrument Sans"/>
              <a:buChar char="■"/>
              <a:defRPr/>
            </a:lvl6pPr>
            <a:lvl7pPr marL="3200400" lvl="6" indent="-292100">
              <a:lnSpc>
                <a:spcPct val="115000"/>
              </a:lnSpc>
              <a:spcBef>
                <a:spcPts val="0"/>
              </a:spcBef>
              <a:spcAft>
                <a:spcPts val="0"/>
              </a:spcAft>
              <a:buClr>
                <a:schemeClr val="lt1"/>
              </a:buClr>
              <a:buSzPts val="1000"/>
              <a:buFont typeface="Instrument Sans"/>
              <a:buChar char="●"/>
              <a:defRPr/>
            </a:lvl7pPr>
            <a:lvl8pPr marL="3657600" lvl="7" indent="-292100">
              <a:lnSpc>
                <a:spcPct val="115000"/>
              </a:lnSpc>
              <a:spcBef>
                <a:spcPts val="0"/>
              </a:spcBef>
              <a:spcAft>
                <a:spcPts val="0"/>
              </a:spcAft>
              <a:buClr>
                <a:schemeClr val="lt1"/>
              </a:buClr>
              <a:buSzPts val="1000"/>
              <a:buFont typeface="Instrument Sans"/>
              <a:buChar char="○"/>
              <a:defRPr/>
            </a:lvl8pPr>
            <a:lvl9pPr marL="4114800" lvl="8" indent="-292100">
              <a:lnSpc>
                <a:spcPct val="115000"/>
              </a:lnSpc>
              <a:spcBef>
                <a:spcPts val="0"/>
              </a:spcBef>
              <a:spcAft>
                <a:spcPts val="0"/>
              </a:spcAft>
              <a:buClr>
                <a:schemeClr val="lt1"/>
              </a:buClr>
              <a:buSzPts val="1000"/>
              <a:buFont typeface="Instrument Sans"/>
              <a:buChar char="■"/>
              <a:defRPr/>
            </a:lvl9pPr>
          </a:lstStyle>
          <a:p>
            <a:endParaRPr/>
          </a:p>
        </p:txBody>
      </p:sp>
      <p:sp>
        <p:nvSpPr>
          <p:cNvPr id="234" name="Google Shape;234;p30"/>
          <p:cNvSpPr txBox="1">
            <a:spLocks noGrp="1"/>
          </p:cNvSpPr>
          <p:nvPr>
            <p:ph type="title" idx="8"/>
          </p:nvPr>
        </p:nvSpPr>
        <p:spPr>
          <a:xfrm>
            <a:off x="2457088" y="2053175"/>
            <a:ext cx="2058600" cy="498600"/>
          </a:xfrm>
          <a:prstGeom prst="rect">
            <a:avLst/>
          </a:prstGeom>
        </p:spPr>
        <p:txBody>
          <a:bodyPr spcFirstLastPara="1" wrap="square" lIns="182875" tIns="0" rIns="182875" bIns="0" anchor="ctr" anchorCtr="0">
            <a:noAutofit/>
          </a:bodyPr>
          <a:lstStyle>
            <a:lvl1pPr lvl="0">
              <a:spcBef>
                <a:spcPts val="0"/>
              </a:spcBef>
              <a:spcAft>
                <a:spcPts val="0"/>
              </a:spcAft>
              <a:buNone/>
              <a:defRPr sz="1400">
                <a:latin typeface="Instrument Sans Medium"/>
                <a:ea typeface="Instrument Sans Medium"/>
                <a:cs typeface="Instrument Sans Medium"/>
                <a:sym typeface="Instrument Sans Medium"/>
              </a:defRPr>
            </a:lvl1pPr>
            <a:lvl2pPr lvl="1">
              <a:spcBef>
                <a:spcPts val="0"/>
              </a:spcBef>
              <a:spcAft>
                <a:spcPts val="0"/>
              </a:spcAft>
              <a:buNone/>
              <a:defRPr sz="2400">
                <a:latin typeface="Instrument Sans Medium"/>
                <a:ea typeface="Instrument Sans Medium"/>
                <a:cs typeface="Instrument Sans Medium"/>
                <a:sym typeface="Instrument Sans Medium"/>
              </a:defRPr>
            </a:lvl2pPr>
            <a:lvl3pPr lvl="2">
              <a:spcBef>
                <a:spcPts val="0"/>
              </a:spcBef>
              <a:spcAft>
                <a:spcPts val="0"/>
              </a:spcAft>
              <a:buNone/>
              <a:defRPr sz="2400">
                <a:latin typeface="Instrument Sans Medium"/>
                <a:ea typeface="Instrument Sans Medium"/>
                <a:cs typeface="Instrument Sans Medium"/>
                <a:sym typeface="Instrument Sans Medium"/>
              </a:defRPr>
            </a:lvl3pPr>
            <a:lvl4pPr lvl="3">
              <a:spcBef>
                <a:spcPts val="0"/>
              </a:spcBef>
              <a:spcAft>
                <a:spcPts val="0"/>
              </a:spcAft>
              <a:buNone/>
              <a:defRPr sz="2400">
                <a:latin typeface="Instrument Sans Medium"/>
                <a:ea typeface="Instrument Sans Medium"/>
                <a:cs typeface="Instrument Sans Medium"/>
                <a:sym typeface="Instrument Sans Medium"/>
              </a:defRPr>
            </a:lvl4pPr>
            <a:lvl5pPr lvl="4">
              <a:spcBef>
                <a:spcPts val="0"/>
              </a:spcBef>
              <a:spcAft>
                <a:spcPts val="0"/>
              </a:spcAft>
              <a:buNone/>
              <a:defRPr sz="2400">
                <a:latin typeface="Instrument Sans Medium"/>
                <a:ea typeface="Instrument Sans Medium"/>
                <a:cs typeface="Instrument Sans Medium"/>
                <a:sym typeface="Instrument Sans Medium"/>
              </a:defRPr>
            </a:lvl5pPr>
            <a:lvl6pPr lvl="5">
              <a:spcBef>
                <a:spcPts val="0"/>
              </a:spcBef>
              <a:spcAft>
                <a:spcPts val="0"/>
              </a:spcAft>
              <a:buNone/>
              <a:defRPr sz="2400">
                <a:latin typeface="Instrument Sans Medium"/>
                <a:ea typeface="Instrument Sans Medium"/>
                <a:cs typeface="Instrument Sans Medium"/>
                <a:sym typeface="Instrument Sans Medium"/>
              </a:defRPr>
            </a:lvl6pPr>
            <a:lvl7pPr lvl="6">
              <a:spcBef>
                <a:spcPts val="0"/>
              </a:spcBef>
              <a:spcAft>
                <a:spcPts val="0"/>
              </a:spcAft>
              <a:buNone/>
              <a:defRPr sz="2400">
                <a:latin typeface="Instrument Sans Medium"/>
                <a:ea typeface="Instrument Sans Medium"/>
                <a:cs typeface="Instrument Sans Medium"/>
                <a:sym typeface="Instrument Sans Medium"/>
              </a:defRPr>
            </a:lvl7pPr>
            <a:lvl8pPr lvl="7">
              <a:spcBef>
                <a:spcPts val="0"/>
              </a:spcBef>
              <a:spcAft>
                <a:spcPts val="0"/>
              </a:spcAft>
              <a:buNone/>
              <a:defRPr sz="2400">
                <a:latin typeface="Instrument Sans Medium"/>
                <a:ea typeface="Instrument Sans Medium"/>
                <a:cs typeface="Instrument Sans Medium"/>
                <a:sym typeface="Instrument Sans Medium"/>
              </a:defRPr>
            </a:lvl8pPr>
            <a:lvl9pPr lvl="8">
              <a:spcBef>
                <a:spcPts val="0"/>
              </a:spcBef>
              <a:spcAft>
                <a:spcPts val="0"/>
              </a:spcAft>
              <a:buNone/>
              <a:defRPr sz="2400">
                <a:latin typeface="Instrument Sans Medium"/>
                <a:ea typeface="Instrument Sans Medium"/>
                <a:cs typeface="Instrument Sans Medium"/>
                <a:sym typeface="Instrument Sans Medium"/>
              </a:defRPr>
            </a:lvl9pPr>
          </a:lstStyle>
          <a:p>
            <a:endParaRPr/>
          </a:p>
        </p:txBody>
      </p:sp>
      <p:sp>
        <p:nvSpPr>
          <p:cNvPr id="235" name="Google Shape;235;p30"/>
          <p:cNvSpPr txBox="1">
            <a:spLocks noGrp="1"/>
          </p:cNvSpPr>
          <p:nvPr>
            <p:ph type="title" idx="9"/>
          </p:nvPr>
        </p:nvSpPr>
        <p:spPr>
          <a:xfrm>
            <a:off x="2457088" y="1557525"/>
            <a:ext cx="1068000" cy="440700"/>
          </a:xfrm>
          <a:prstGeom prst="rect">
            <a:avLst/>
          </a:prstGeom>
          <a:noFill/>
        </p:spPr>
        <p:txBody>
          <a:bodyPr spcFirstLastPara="1" wrap="square" lIns="182875" tIns="0" rIns="182875" bIns="0" anchor="t" anchorCtr="0">
            <a:noAutofit/>
          </a:bodyPr>
          <a:lstStyle>
            <a:lvl1pPr lvl="0">
              <a:spcBef>
                <a:spcPts val="0"/>
              </a:spcBef>
              <a:spcAft>
                <a:spcPts val="0"/>
              </a:spcAft>
              <a:buNone/>
              <a:defRPr sz="1000">
                <a:latin typeface="Instrument Sans"/>
                <a:ea typeface="Instrument Sans"/>
                <a:cs typeface="Instrument Sans"/>
                <a:sym typeface="Instrument Sans"/>
              </a:defRPr>
            </a:lvl1pPr>
            <a:lvl2pPr lvl="1">
              <a:spcBef>
                <a:spcPts val="0"/>
              </a:spcBef>
              <a:spcAft>
                <a:spcPts val="0"/>
              </a:spcAft>
              <a:buNone/>
              <a:defRPr sz="2400">
                <a:latin typeface="Instrument Sans Medium"/>
                <a:ea typeface="Instrument Sans Medium"/>
                <a:cs typeface="Instrument Sans Medium"/>
                <a:sym typeface="Instrument Sans Medium"/>
              </a:defRPr>
            </a:lvl2pPr>
            <a:lvl3pPr lvl="2">
              <a:spcBef>
                <a:spcPts val="0"/>
              </a:spcBef>
              <a:spcAft>
                <a:spcPts val="0"/>
              </a:spcAft>
              <a:buNone/>
              <a:defRPr sz="2400">
                <a:latin typeface="Instrument Sans Medium"/>
                <a:ea typeface="Instrument Sans Medium"/>
                <a:cs typeface="Instrument Sans Medium"/>
                <a:sym typeface="Instrument Sans Medium"/>
              </a:defRPr>
            </a:lvl3pPr>
            <a:lvl4pPr lvl="3">
              <a:spcBef>
                <a:spcPts val="0"/>
              </a:spcBef>
              <a:spcAft>
                <a:spcPts val="0"/>
              </a:spcAft>
              <a:buNone/>
              <a:defRPr sz="2400">
                <a:latin typeface="Instrument Sans Medium"/>
                <a:ea typeface="Instrument Sans Medium"/>
                <a:cs typeface="Instrument Sans Medium"/>
                <a:sym typeface="Instrument Sans Medium"/>
              </a:defRPr>
            </a:lvl4pPr>
            <a:lvl5pPr lvl="4">
              <a:spcBef>
                <a:spcPts val="0"/>
              </a:spcBef>
              <a:spcAft>
                <a:spcPts val="0"/>
              </a:spcAft>
              <a:buNone/>
              <a:defRPr sz="2400">
                <a:latin typeface="Instrument Sans Medium"/>
                <a:ea typeface="Instrument Sans Medium"/>
                <a:cs typeface="Instrument Sans Medium"/>
                <a:sym typeface="Instrument Sans Medium"/>
              </a:defRPr>
            </a:lvl5pPr>
            <a:lvl6pPr lvl="5">
              <a:spcBef>
                <a:spcPts val="0"/>
              </a:spcBef>
              <a:spcAft>
                <a:spcPts val="0"/>
              </a:spcAft>
              <a:buNone/>
              <a:defRPr sz="2400">
                <a:latin typeface="Instrument Sans Medium"/>
                <a:ea typeface="Instrument Sans Medium"/>
                <a:cs typeface="Instrument Sans Medium"/>
                <a:sym typeface="Instrument Sans Medium"/>
              </a:defRPr>
            </a:lvl6pPr>
            <a:lvl7pPr lvl="6">
              <a:spcBef>
                <a:spcPts val="0"/>
              </a:spcBef>
              <a:spcAft>
                <a:spcPts val="0"/>
              </a:spcAft>
              <a:buNone/>
              <a:defRPr sz="2400">
                <a:latin typeface="Instrument Sans Medium"/>
                <a:ea typeface="Instrument Sans Medium"/>
                <a:cs typeface="Instrument Sans Medium"/>
                <a:sym typeface="Instrument Sans Medium"/>
              </a:defRPr>
            </a:lvl7pPr>
            <a:lvl8pPr lvl="7">
              <a:spcBef>
                <a:spcPts val="0"/>
              </a:spcBef>
              <a:spcAft>
                <a:spcPts val="0"/>
              </a:spcAft>
              <a:buNone/>
              <a:defRPr sz="2400">
                <a:latin typeface="Instrument Sans Medium"/>
                <a:ea typeface="Instrument Sans Medium"/>
                <a:cs typeface="Instrument Sans Medium"/>
                <a:sym typeface="Instrument Sans Medium"/>
              </a:defRPr>
            </a:lvl8pPr>
            <a:lvl9pPr lvl="8">
              <a:spcBef>
                <a:spcPts val="0"/>
              </a:spcBef>
              <a:spcAft>
                <a:spcPts val="0"/>
              </a:spcAft>
              <a:buNone/>
              <a:defRPr sz="2400">
                <a:latin typeface="Instrument Sans Medium"/>
                <a:ea typeface="Instrument Sans Medium"/>
                <a:cs typeface="Instrument Sans Medium"/>
                <a:sym typeface="Instrument Sans Medium"/>
              </a:defRPr>
            </a:lvl9pPr>
          </a:lstStyle>
          <a:p>
            <a:endParaRPr/>
          </a:p>
        </p:txBody>
      </p:sp>
      <p:sp>
        <p:nvSpPr>
          <p:cNvPr id="236" name="Google Shape;236;p30"/>
          <p:cNvSpPr txBox="1">
            <a:spLocks noGrp="1"/>
          </p:cNvSpPr>
          <p:nvPr>
            <p:ph type="body" idx="13"/>
          </p:nvPr>
        </p:nvSpPr>
        <p:spPr>
          <a:xfrm>
            <a:off x="4629475" y="2792774"/>
            <a:ext cx="2053500" cy="1569900"/>
          </a:xfrm>
          <a:prstGeom prst="rect">
            <a:avLst/>
          </a:prstGeom>
        </p:spPr>
        <p:txBody>
          <a:bodyPr spcFirstLastPara="1" wrap="square" lIns="182875" tIns="0" rIns="182875" bIns="0" anchor="t" anchorCtr="0">
            <a:noAutofit/>
          </a:bodyPr>
          <a:lstStyle>
            <a:lvl1pPr marL="457200" lvl="0" indent="-292100">
              <a:lnSpc>
                <a:spcPct val="115000"/>
              </a:lnSpc>
              <a:spcBef>
                <a:spcPts val="0"/>
              </a:spcBef>
              <a:spcAft>
                <a:spcPts val="0"/>
              </a:spcAft>
              <a:buClr>
                <a:schemeClr val="lt1"/>
              </a:buClr>
              <a:buSzPts val="1000"/>
              <a:buFont typeface="Instrument Sans"/>
              <a:buChar char="●"/>
              <a:defRPr/>
            </a:lvl1pPr>
            <a:lvl2pPr marL="914400" lvl="1" indent="-292100">
              <a:lnSpc>
                <a:spcPct val="115000"/>
              </a:lnSpc>
              <a:spcBef>
                <a:spcPts val="0"/>
              </a:spcBef>
              <a:spcAft>
                <a:spcPts val="0"/>
              </a:spcAft>
              <a:buClr>
                <a:schemeClr val="lt1"/>
              </a:buClr>
              <a:buSzPts val="1000"/>
              <a:buFont typeface="Instrument Sans"/>
              <a:buChar char="○"/>
              <a:defRPr/>
            </a:lvl2pPr>
            <a:lvl3pPr marL="1371600" lvl="2" indent="-292100">
              <a:lnSpc>
                <a:spcPct val="115000"/>
              </a:lnSpc>
              <a:spcBef>
                <a:spcPts val="0"/>
              </a:spcBef>
              <a:spcAft>
                <a:spcPts val="0"/>
              </a:spcAft>
              <a:buClr>
                <a:schemeClr val="lt1"/>
              </a:buClr>
              <a:buSzPts val="1000"/>
              <a:buFont typeface="Instrument Sans"/>
              <a:buChar char="■"/>
              <a:defRPr/>
            </a:lvl3pPr>
            <a:lvl4pPr marL="1828800" lvl="3" indent="-292100">
              <a:lnSpc>
                <a:spcPct val="115000"/>
              </a:lnSpc>
              <a:spcBef>
                <a:spcPts val="0"/>
              </a:spcBef>
              <a:spcAft>
                <a:spcPts val="0"/>
              </a:spcAft>
              <a:buClr>
                <a:schemeClr val="lt1"/>
              </a:buClr>
              <a:buSzPts val="1000"/>
              <a:buFont typeface="Instrument Sans"/>
              <a:buChar char="●"/>
              <a:defRPr/>
            </a:lvl4pPr>
            <a:lvl5pPr marL="2286000" lvl="4" indent="-292100">
              <a:lnSpc>
                <a:spcPct val="115000"/>
              </a:lnSpc>
              <a:spcBef>
                <a:spcPts val="0"/>
              </a:spcBef>
              <a:spcAft>
                <a:spcPts val="0"/>
              </a:spcAft>
              <a:buClr>
                <a:schemeClr val="lt1"/>
              </a:buClr>
              <a:buSzPts val="1000"/>
              <a:buFont typeface="Instrument Sans"/>
              <a:buChar char="○"/>
              <a:defRPr/>
            </a:lvl5pPr>
            <a:lvl6pPr marL="2743200" lvl="5" indent="-292100">
              <a:lnSpc>
                <a:spcPct val="115000"/>
              </a:lnSpc>
              <a:spcBef>
                <a:spcPts val="0"/>
              </a:spcBef>
              <a:spcAft>
                <a:spcPts val="0"/>
              </a:spcAft>
              <a:buClr>
                <a:schemeClr val="lt1"/>
              </a:buClr>
              <a:buSzPts val="1000"/>
              <a:buFont typeface="Instrument Sans"/>
              <a:buChar char="■"/>
              <a:defRPr/>
            </a:lvl6pPr>
            <a:lvl7pPr marL="3200400" lvl="6" indent="-292100">
              <a:lnSpc>
                <a:spcPct val="115000"/>
              </a:lnSpc>
              <a:spcBef>
                <a:spcPts val="0"/>
              </a:spcBef>
              <a:spcAft>
                <a:spcPts val="0"/>
              </a:spcAft>
              <a:buClr>
                <a:schemeClr val="lt1"/>
              </a:buClr>
              <a:buSzPts val="1000"/>
              <a:buFont typeface="Instrument Sans"/>
              <a:buChar char="●"/>
              <a:defRPr/>
            </a:lvl7pPr>
            <a:lvl8pPr marL="3657600" lvl="7" indent="-292100">
              <a:lnSpc>
                <a:spcPct val="115000"/>
              </a:lnSpc>
              <a:spcBef>
                <a:spcPts val="0"/>
              </a:spcBef>
              <a:spcAft>
                <a:spcPts val="0"/>
              </a:spcAft>
              <a:buClr>
                <a:schemeClr val="lt1"/>
              </a:buClr>
              <a:buSzPts val="1000"/>
              <a:buFont typeface="Instrument Sans"/>
              <a:buChar char="○"/>
              <a:defRPr/>
            </a:lvl8pPr>
            <a:lvl9pPr marL="4114800" lvl="8" indent="-292100">
              <a:lnSpc>
                <a:spcPct val="115000"/>
              </a:lnSpc>
              <a:spcBef>
                <a:spcPts val="0"/>
              </a:spcBef>
              <a:spcAft>
                <a:spcPts val="0"/>
              </a:spcAft>
              <a:buClr>
                <a:schemeClr val="lt1"/>
              </a:buClr>
              <a:buSzPts val="1000"/>
              <a:buFont typeface="Instrument Sans"/>
              <a:buChar char="■"/>
              <a:defRPr/>
            </a:lvl9pPr>
          </a:lstStyle>
          <a:p>
            <a:endParaRPr/>
          </a:p>
        </p:txBody>
      </p:sp>
      <p:sp>
        <p:nvSpPr>
          <p:cNvPr id="237" name="Google Shape;237;p30"/>
          <p:cNvSpPr txBox="1">
            <a:spLocks noGrp="1"/>
          </p:cNvSpPr>
          <p:nvPr>
            <p:ph type="title" idx="14"/>
          </p:nvPr>
        </p:nvSpPr>
        <p:spPr>
          <a:xfrm>
            <a:off x="4629475" y="2053175"/>
            <a:ext cx="2058600" cy="498600"/>
          </a:xfrm>
          <a:prstGeom prst="rect">
            <a:avLst/>
          </a:prstGeom>
        </p:spPr>
        <p:txBody>
          <a:bodyPr spcFirstLastPara="1" wrap="square" lIns="182875" tIns="0" rIns="182875" bIns="0" anchor="ctr" anchorCtr="0">
            <a:noAutofit/>
          </a:bodyPr>
          <a:lstStyle>
            <a:lvl1pPr lvl="0">
              <a:spcBef>
                <a:spcPts val="0"/>
              </a:spcBef>
              <a:spcAft>
                <a:spcPts val="0"/>
              </a:spcAft>
              <a:buNone/>
              <a:defRPr sz="1400">
                <a:latin typeface="Instrument Sans Medium"/>
                <a:ea typeface="Instrument Sans Medium"/>
                <a:cs typeface="Instrument Sans Medium"/>
                <a:sym typeface="Instrument Sans Medium"/>
              </a:defRPr>
            </a:lvl1pPr>
            <a:lvl2pPr lvl="1">
              <a:spcBef>
                <a:spcPts val="0"/>
              </a:spcBef>
              <a:spcAft>
                <a:spcPts val="0"/>
              </a:spcAft>
              <a:buNone/>
              <a:defRPr sz="2400">
                <a:latin typeface="Instrument Sans Medium"/>
                <a:ea typeface="Instrument Sans Medium"/>
                <a:cs typeface="Instrument Sans Medium"/>
                <a:sym typeface="Instrument Sans Medium"/>
              </a:defRPr>
            </a:lvl2pPr>
            <a:lvl3pPr lvl="2">
              <a:spcBef>
                <a:spcPts val="0"/>
              </a:spcBef>
              <a:spcAft>
                <a:spcPts val="0"/>
              </a:spcAft>
              <a:buNone/>
              <a:defRPr sz="2400">
                <a:latin typeface="Instrument Sans Medium"/>
                <a:ea typeface="Instrument Sans Medium"/>
                <a:cs typeface="Instrument Sans Medium"/>
                <a:sym typeface="Instrument Sans Medium"/>
              </a:defRPr>
            </a:lvl3pPr>
            <a:lvl4pPr lvl="3">
              <a:spcBef>
                <a:spcPts val="0"/>
              </a:spcBef>
              <a:spcAft>
                <a:spcPts val="0"/>
              </a:spcAft>
              <a:buNone/>
              <a:defRPr sz="2400">
                <a:latin typeface="Instrument Sans Medium"/>
                <a:ea typeface="Instrument Sans Medium"/>
                <a:cs typeface="Instrument Sans Medium"/>
                <a:sym typeface="Instrument Sans Medium"/>
              </a:defRPr>
            </a:lvl4pPr>
            <a:lvl5pPr lvl="4">
              <a:spcBef>
                <a:spcPts val="0"/>
              </a:spcBef>
              <a:spcAft>
                <a:spcPts val="0"/>
              </a:spcAft>
              <a:buNone/>
              <a:defRPr sz="2400">
                <a:latin typeface="Instrument Sans Medium"/>
                <a:ea typeface="Instrument Sans Medium"/>
                <a:cs typeface="Instrument Sans Medium"/>
                <a:sym typeface="Instrument Sans Medium"/>
              </a:defRPr>
            </a:lvl5pPr>
            <a:lvl6pPr lvl="5">
              <a:spcBef>
                <a:spcPts val="0"/>
              </a:spcBef>
              <a:spcAft>
                <a:spcPts val="0"/>
              </a:spcAft>
              <a:buNone/>
              <a:defRPr sz="2400">
                <a:latin typeface="Instrument Sans Medium"/>
                <a:ea typeface="Instrument Sans Medium"/>
                <a:cs typeface="Instrument Sans Medium"/>
                <a:sym typeface="Instrument Sans Medium"/>
              </a:defRPr>
            </a:lvl6pPr>
            <a:lvl7pPr lvl="6">
              <a:spcBef>
                <a:spcPts val="0"/>
              </a:spcBef>
              <a:spcAft>
                <a:spcPts val="0"/>
              </a:spcAft>
              <a:buNone/>
              <a:defRPr sz="2400">
                <a:latin typeface="Instrument Sans Medium"/>
                <a:ea typeface="Instrument Sans Medium"/>
                <a:cs typeface="Instrument Sans Medium"/>
                <a:sym typeface="Instrument Sans Medium"/>
              </a:defRPr>
            </a:lvl7pPr>
            <a:lvl8pPr lvl="7">
              <a:spcBef>
                <a:spcPts val="0"/>
              </a:spcBef>
              <a:spcAft>
                <a:spcPts val="0"/>
              </a:spcAft>
              <a:buNone/>
              <a:defRPr sz="2400">
                <a:latin typeface="Instrument Sans Medium"/>
                <a:ea typeface="Instrument Sans Medium"/>
                <a:cs typeface="Instrument Sans Medium"/>
                <a:sym typeface="Instrument Sans Medium"/>
              </a:defRPr>
            </a:lvl8pPr>
            <a:lvl9pPr lvl="8">
              <a:spcBef>
                <a:spcPts val="0"/>
              </a:spcBef>
              <a:spcAft>
                <a:spcPts val="0"/>
              </a:spcAft>
              <a:buNone/>
              <a:defRPr sz="2400">
                <a:latin typeface="Instrument Sans Medium"/>
                <a:ea typeface="Instrument Sans Medium"/>
                <a:cs typeface="Instrument Sans Medium"/>
                <a:sym typeface="Instrument Sans Medium"/>
              </a:defRPr>
            </a:lvl9pPr>
          </a:lstStyle>
          <a:p>
            <a:endParaRPr/>
          </a:p>
        </p:txBody>
      </p:sp>
      <p:sp>
        <p:nvSpPr>
          <p:cNvPr id="238" name="Google Shape;238;p30"/>
          <p:cNvSpPr txBox="1">
            <a:spLocks noGrp="1"/>
          </p:cNvSpPr>
          <p:nvPr>
            <p:ph type="title" idx="15"/>
          </p:nvPr>
        </p:nvSpPr>
        <p:spPr>
          <a:xfrm>
            <a:off x="4629475" y="1557525"/>
            <a:ext cx="1068000" cy="440700"/>
          </a:xfrm>
          <a:prstGeom prst="rect">
            <a:avLst/>
          </a:prstGeom>
          <a:noFill/>
        </p:spPr>
        <p:txBody>
          <a:bodyPr spcFirstLastPara="1" wrap="square" lIns="182875" tIns="0" rIns="182875" bIns="0" anchor="t" anchorCtr="0">
            <a:noAutofit/>
          </a:bodyPr>
          <a:lstStyle>
            <a:lvl1pPr lvl="0">
              <a:spcBef>
                <a:spcPts val="0"/>
              </a:spcBef>
              <a:spcAft>
                <a:spcPts val="0"/>
              </a:spcAft>
              <a:buNone/>
              <a:defRPr sz="1000">
                <a:latin typeface="Instrument Sans"/>
                <a:ea typeface="Instrument Sans"/>
                <a:cs typeface="Instrument Sans"/>
                <a:sym typeface="Instrument Sans"/>
              </a:defRPr>
            </a:lvl1pPr>
            <a:lvl2pPr lvl="1">
              <a:spcBef>
                <a:spcPts val="0"/>
              </a:spcBef>
              <a:spcAft>
                <a:spcPts val="0"/>
              </a:spcAft>
              <a:buNone/>
              <a:defRPr sz="2400">
                <a:latin typeface="Instrument Sans Medium"/>
                <a:ea typeface="Instrument Sans Medium"/>
                <a:cs typeface="Instrument Sans Medium"/>
                <a:sym typeface="Instrument Sans Medium"/>
              </a:defRPr>
            </a:lvl2pPr>
            <a:lvl3pPr lvl="2">
              <a:spcBef>
                <a:spcPts val="0"/>
              </a:spcBef>
              <a:spcAft>
                <a:spcPts val="0"/>
              </a:spcAft>
              <a:buNone/>
              <a:defRPr sz="2400">
                <a:latin typeface="Instrument Sans Medium"/>
                <a:ea typeface="Instrument Sans Medium"/>
                <a:cs typeface="Instrument Sans Medium"/>
                <a:sym typeface="Instrument Sans Medium"/>
              </a:defRPr>
            </a:lvl3pPr>
            <a:lvl4pPr lvl="3">
              <a:spcBef>
                <a:spcPts val="0"/>
              </a:spcBef>
              <a:spcAft>
                <a:spcPts val="0"/>
              </a:spcAft>
              <a:buNone/>
              <a:defRPr sz="2400">
                <a:latin typeface="Instrument Sans Medium"/>
                <a:ea typeface="Instrument Sans Medium"/>
                <a:cs typeface="Instrument Sans Medium"/>
                <a:sym typeface="Instrument Sans Medium"/>
              </a:defRPr>
            </a:lvl4pPr>
            <a:lvl5pPr lvl="4">
              <a:spcBef>
                <a:spcPts val="0"/>
              </a:spcBef>
              <a:spcAft>
                <a:spcPts val="0"/>
              </a:spcAft>
              <a:buNone/>
              <a:defRPr sz="2400">
                <a:latin typeface="Instrument Sans Medium"/>
                <a:ea typeface="Instrument Sans Medium"/>
                <a:cs typeface="Instrument Sans Medium"/>
                <a:sym typeface="Instrument Sans Medium"/>
              </a:defRPr>
            </a:lvl5pPr>
            <a:lvl6pPr lvl="5">
              <a:spcBef>
                <a:spcPts val="0"/>
              </a:spcBef>
              <a:spcAft>
                <a:spcPts val="0"/>
              </a:spcAft>
              <a:buNone/>
              <a:defRPr sz="2400">
                <a:latin typeface="Instrument Sans Medium"/>
                <a:ea typeface="Instrument Sans Medium"/>
                <a:cs typeface="Instrument Sans Medium"/>
                <a:sym typeface="Instrument Sans Medium"/>
              </a:defRPr>
            </a:lvl6pPr>
            <a:lvl7pPr lvl="6">
              <a:spcBef>
                <a:spcPts val="0"/>
              </a:spcBef>
              <a:spcAft>
                <a:spcPts val="0"/>
              </a:spcAft>
              <a:buNone/>
              <a:defRPr sz="2400">
                <a:latin typeface="Instrument Sans Medium"/>
                <a:ea typeface="Instrument Sans Medium"/>
                <a:cs typeface="Instrument Sans Medium"/>
                <a:sym typeface="Instrument Sans Medium"/>
              </a:defRPr>
            </a:lvl7pPr>
            <a:lvl8pPr lvl="7">
              <a:spcBef>
                <a:spcPts val="0"/>
              </a:spcBef>
              <a:spcAft>
                <a:spcPts val="0"/>
              </a:spcAft>
              <a:buNone/>
              <a:defRPr sz="2400">
                <a:latin typeface="Instrument Sans Medium"/>
                <a:ea typeface="Instrument Sans Medium"/>
                <a:cs typeface="Instrument Sans Medium"/>
                <a:sym typeface="Instrument Sans Medium"/>
              </a:defRPr>
            </a:lvl8pPr>
            <a:lvl9pPr lvl="8">
              <a:spcBef>
                <a:spcPts val="0"/>
              </a:spcBef>
              <a:spcAft>
                <a:spcPts val="0"/>
              </a:spcAft>
              <a:buNone/>
              <a:defRPr sz="2400">
                <a:latin typeface="Instrument Sans Medium"/>
                <a:ea typeface="Instrument Sans Medium"/>
                <a:cs typeface="Instrument Sans Medium"/>
                <a:sym typeface="Instrument Sans Medium"/>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hart 1">
  <p:cSld name="BLANK_1_1_1_1_2_2_3">
    <p:bg>
      <p:bgPr>
        <a:solidFill>
          <a:schemeClr val="lt2"/>
        </a:solidFill>
        <a:effectLst/>
      </p:bgPr>
    </p:bg>
    <p:spTree>
      <p:nvGrpSpPr>
        <p:cNvPr id="1" name="Shape 239"/>
        <p:cNvGrpSpPr/>
        <p:nvPr/>
      </p:nvGrpSpPr>
      <p:grpSpPr>
        <a:xfrm>
          <a:off x="0" y="0"/>
          <a:ext cx="0" cy="0"/>
          <a:chOff x="0" y="0"/>
          <a:chExt cx="0" cy="0"/>
        </a:xfrm>
      </p:grpSpPr>
      <p:sp>
        <p:nvSpPr>
          <p:cNvPr id="240" name="Google Shape;240;p31"/>
          <p:cNvSpPr txBox="1">
            <a:spLocks noGrp="1"/>
          </p:cNvSpPr>
          <p:nvPr>
            <p:ph type="subTitle" idx="1"/>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241" name="Google Shape;241;p31"/>
          <p:cNvSpPr txBox="1">
            <a:spLocks noGrp="1"/>
          </p:cNvSpPr>
          <p:nvPr>
            <p:ph type="subTitle" idx="2"/>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242" name="Google Shape;242;p31"/>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243" name="Google Shape;243;p31"/>
          <p:cNvSpPr txBox="1">
            <a:spLocks noGrp="1"/>
          </p:cNvSpPr>
          <p:nvPr>
            <p:ph type="subTitle" idx="3"/>
          </p:nvPr>
        </p:nvSpPr>
        <p:spPr>
          <a:xfrm>
            <a:off x="385925" y="1306050"/>
            <a:ext cx="1617900" cy="129600"/>
          </a:xfrm>
          <a:prstGeom prst="rect">
            <a:avLst/>
          </a:prstGeom>
        </p:spPr>
        <p:txBody>
          <a:bodyPr spcFirstLastPara="1" wrap="square" lIns="0" tIns="0" rIns="91425" bIns="0" anchor="t" anchorCtr="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244" name="Google Shape;244;p31"/>
          <p:cNvSpPr txBox="1">
            <a:spLocks noGrp="1"/>
          </p:cNvSpPr>
          <p:nvPr>
            <p:ph type="subTitle" idx="4"/>
          </p:nvPr>
        </p:nvSpPr>
        <p:spPr>
          <a:xfrm>
            <a:off x="2650250" y="1306050"/>
            <a:ext cx="1617900" cy="129600"/>
          </a:xfrm>
          <a:prstGeom prst="rect">
            <a:avLst/>
          </a:prstGeom>
        </p:spPr>
        <p:txBody>
          <a:bodyPr spcFirstLastPara="1" wrap="square" lIns="0" tIns="0" rIns="91425" bIns="0" anchor="t" anchorCtr="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245" name="Google Shape;245;p31"/>
          <p:cNvSpPr txBox="1">
            <a:spLocks noGrp="1"/>
          </p:cNvSpPr>
          <p:nvPr>
            <p:ph type="subTitle" idx="5"/>
          </p:nvPr>
        </p:nvSpPr>
        <p:spPr>
          <a:xfrm>
            <a:off x="4721750" y="1306050"/>
            <a:ext cx="1617900" cy="129600"/>
          </a:xfrm>
          <a:prstGeom prst="rect">
            <a:avLst/>
          </a:prstGeom>
        </p:spPr>
        <p:txBody>
          <a:bodyPr spcFirstLastPara="1" wrap="square" lIns="0" tIns="0" rIns="91425" bIns="0" anchor="t" anchorCtr="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246" name="Google Shape;246;p31"/>
          <p:cNvSpPr txBox="1">
            <a:spLocks noGrp="1"/>
          </p:cNvSpPr>
          <p:nvPr>
            <p:ph type="subTitle" idx="6"/>
          </p:nvPr>
        </p:nvSpPr>
        <p:spPr>
          <a:xfrm>
            <a:off x="6986075" y="1306050"/>
            <a:ext cx="1617900" cy="129600"/>
          </a:xfrm>
          <a:prstGeom prst="rect">
            <a:avLst/>
          </a:prstGeom>
        </p:spPr>
        <p:txBody>
          <a:bodyPr spcFirstLastPara="1" wrap="square" lIns="0" tIns="0" rIns="91425" bIns="0" anchor="t" anchorCtr="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247" name="Google Shape;247;p31"/>
          <p:cNvSpPr txBox="1">
            <a:spLocks noGrp="1"/>
          </p:cNvSpPr>
          <p:nvPr>
            <p:ph type="body" idx="7"/>
          </p:nvPr>
        </p:nvSpPr>
        <p:spPr>
          <a:xfrm>
            <a:off x="284700" y="4170025"/>
            <a:ext cx="2772600" cy="695400"/>
          </a:xfrm>
          <a:prstGeom prst="rect">
            <a:avLst/>
          </a:prstGeom>
        </p:spPr>
        <p:txBody>
          <a:bodyPr spcFirstLastPara="1" wrap="square" lIns="0" tIns="0" rIns="91425" bIns="0" anchor="t" anchorCtr="0">
            <a:noAutofit/>
          </a:bodyPr>
          <a:lstStyle>
            <a:lvl1pPr marL="457200" lvl="0" indent="-279400">
              <a:spcBef>
                <a:spcPts val="0"/>
              </a:spcBef>
              <a:spcAft>
                <a:spcPts val="0"/>
              </a:spcAft>
              <a:buClr>
                <a:schemeClr val="lt1"/>
              </a:buClr>
              <a:buSzPts val="800"/>
              <a:buChar char="●"/>
              <a:defRPr sz="800"/>
            </a:lvl1pPr>
            <a:lvl2pPr marL="914400" lvl="1" indent="-279400">
              <a:spcBef>
                <a:spcPts val="0"/>
              </a:spcBef>
              <a:spcAft>
                <a:spcPts val="0"/>
              </a:spcAft>
              <a:buClr>
                <a:schemeClr val="lt1"/>
              </a:buClr>
              <a:buSzPts val="800"/>
              <a:buChar char="○"/>
              <a:defRPr sz="800"/>
            </a:lvl2pPr>
            <a:lvl3pPr marL="1371600" lvl="2" indent="-279400">
              <a:spcBef>
                <a:spcPts val="0"/>
              </a:spcBef>
              <a:spcAft>
                <a:spcPts val="0"/>
              </a:spcAft>
              <a:buClr>
                <a:schemeClr val="lt1"/>
              </a:buClr>
              <a:buSzPts val="800"/>
              <a:buChar char="■"/>
              <a:defRPr sz="800"/>
            </a:lvl3pPr>
            <a:lvl4pPr marL="1828800" lvl="3" indent="-279400">
              <a:spcBef>
                <a:spcPts val="0"/>
              </a:spcBef>
              <a:spcAft>
                <a:spcPts val="0"/>
              </a:spcAft>
              <a:buClr>
                <a:schemeClr val="lt1"/>
              </a:buClr>
              <a:buSzPts val="800"/>
              <a:buChar char="●"/>
              <a:defRPr sz="800"/>
            </a:lvl4pPr>
            <a:lvl5pPr marL="2286000" lvl="4" indent="-279400">
              <a:spcBef>
                <a:spcPts val="0"/>
              </a:spcBef>
              <a:spcAft>
                <a:spcPts val="0"/>
              </a:spcAft>
              <a:buClr>
                <a:schemeClr val="lt1"/>
              </a:buClr>
              <a:buSzPts val="800"/>
              <a:buChar char="○"/>
              <a:defRPr sz="800"/>
            </a:lvl5pPr>
            <a:lvl6pPr marL="2743200" lvl="5" indent="-279400">
              <a:spcBef>
                <a:spcPts val="0"/>
              </a:spcBef>
              <a:spcAft>
                <a:spcPts val="0"/>
              </a:spcAft>
              <a:buClr>
                <a:schemeClr val="lt1"/>
              </a:buClr>
              <a:buSzPts val="800"/>
              <a:buChar char="■"/>
              <a:defRPr sz="800"/>
            </a:lvl6pPr>
            <a:lvl7pPr marL="3200400" lvl="6" indent="-279400">
              <a:spcBef>
                <a:spcPts val="0"/>
              </a:spcBef>
              <a:spcAft>
                <a:spcPts val="0"/>
              </a:spcAft>
              <a:buClr>
                <a:schemeClr val="lt1"/>
              </a:buClr>
              <a:buSzPts val="800"/>
              <a:buChar char="●"/>
              <a:defRPr sz="800"/>
            </a:lvl7pPr>
            <a:lvl8pPr marL="3657600" lvl="7" indent="-279400">
              <a:spcBef>
                <a:spcPts val="0"/>
              </a:spcBef>
              <a:spcAft>
                <a:spcPts val="0"/>
              </a:spcAft>
              <a:buClr>
                <a:schemeClr val="lt1"/>
              </a:buClr>
              <a:buSzPts val="800"/>
              <a:buChar char="○"/>
              <a:defRPr sz="800"/>
            </a:lvl8pPr>
            <a:lvl9pPr marL="4114800" lvl="8" indent="-279400">
              <a:spcBef>
                <a:spcPts val="0"/>
              </a:spcBef>
              <a:spcAft>
                <a:spcPts val="0"/>
              </a:spcAft>
              <a:buClr>
                <a:schemeClr val="lt1"/>
              </a:buClr>
              <a:buSzPts val="800"/>
              <a:buChar char="■"/>
              <a:defRPr sz="800"/>
            </a:lvl9pPr>
          </a:lstStyle>
          <a:p>
            <a:endParaRPr/>
          </a:p>
        </p:txBody>
      </p:sp>
      <p:sp>
        <p:nvSpPr>
          <p:cNvPr id="248" name="Google Shape;248;p31"/>
          <p:cNvSpPr txBox="1">
            <a:spLocks noGrp="1"/>
          </p:cNvSpPr>
          <p:nvPr>
            <p:ph type="subTitle" idx="8"/>
          </p:nvPr>
        </p:nvSpPr>
        <p:spPr>
          <a:xfrm>
            <a:off x="284700" y="3693600"/>
            <a:ext cx="27726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49" name="Google Shape;249;p31"/>
          <p:cNvSpPr txBox="1">
            <a:spLocks noGrp="1"/>
          </p:cNvSpPr>
          <p:nvPr>
            <p:ph type="subTitle" idx="9"/>
          </p:nvPr>
        </p:nvSpPr>
        <p:spPr>
          <a:xfrm>
            <a:off x="284700" y="3880329"/>
            <a:ext cx="27726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i="1">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50" name="Google Shape;250;p31"/>
          <p:cNvSpPr txBox="1">
            <a:spLocks noGrp="1"/>
          </p:cNvSpPr>
          <p:nvPr>
            <p:ph type="body" idx="13"/>
          </p:nvPr>
        </p:nvSpPr>
        <p:spPr>
          <a:xfrm>
            <a:off x="3185700" y="4170025"/>
            <a:ext cx="2772600" cy="695400"/>
          </a:xfrm>
          <a:prstGeom prst="rect">
            <a:avLst/>
          </a:prstGeom>
        </p:spPr>
        <p:txBody>
          <a:bodyPr spcFirstLastPara="1" wrap="square" lIns="0" tIns="0" rIns="91425" bIns="0" anchor="t" anchorCtr="0">
            <a:noAutofit/>
          </a:bodyPr>
          <a:lstStyle>
            <a:lvl1pPr marL="457200" lvl="0" indent="-279400">
              <a:lnSpc>
                <a:spcPct val="115000"/>
              </a:lnSpc>
              <a:spcBef>
                <a:spcPts val="0"/>
              </a:spcBef>
              <a:spcAft>
                <a:spcPts val="0"/>
              </a:spcAft>
              <a:buClr>
                <a:schemeClr val="lt1"/>
              </a:buClr>
              <a:buSzPts val="800"/>
              <a:buFont typeface="Instrument Sans"/>
              <a:buChar char="●"/>
              <a:defRPr sz="800"/>
            </a:lvl1pPr>
            <a:lvl2pPr marL="914400" lvl="1" indent="-279400">
              <a:lnSpc>
                <a:spcPct val="115000"/>
              </a:lnSpc>
              <a:spcBef>
                <a:spcPts val="0"/>
              </a:spcBef>
              <a:spcAft>
                <a:spcPts val="0"/>
              </a:spcAft>
              <a:buClr>
                <a:schemeClr val="lt1"/>
              </a:buClr>
              <a:buSzPts val="800"/>
              <a:buFont typeface="Instrument Sans"/>
              <a:buChar char="○"/>
              <a:defRPr sz="800"/>
            </a:lvl2pPr>
            <a:lvl3pPr marL="1371600" lvl="2" indent="-279400">
              <a:lnSpc>
                <a:spcPct val="115000"/>
              </a:lnSpc>
              <a:spcBef>
                <a:spcPts val="0"/>
              </a:spcBef>
              <a:spcAft>
                <a:spcPts val="0"/>
              </a:spcAft>
              <a:buClr>
                <a:schemeClr val="lt1"/>
              </a:buClr>
              <a:buSzPts val="800"/>
              <a:buFont typeface="Instrument Sans"/>
              <a:buChar char="■"/>
              <a:defRPr sz="800"/>
            </a:lvl3pPr>
            <a:lvl4pPr marL="1828800" lvl="3" indent="-279400">
              <a:lnSpc>
                <a:spcPct val="115000"/>
              </a:lnSpc>
              <a:spcBef>
                <a:spcPts val="0"/>
              </a:spcBef>
              <a:spcAft>
                <a:spcPts val="0"/>
              </a:spcAft>
              <a:buClr>
                <a:schemeClr val="lt1"/>
              </a:buClr>
              <a:buSzPts val="800"/>
              <a:buFont typeface="Instrument Sans"/>
              <a:buChar char="●"/>
              <a:defRPr sz="800"/>
            </a:lvl4pPr>
            <a:lvl5pPr marL="2286000" lvl="4" indent="-279400">
              <a:lnSpc>
                <a:spcPct val="115000"/>
              </a:lnSpc>
              <a:spcBef>
                <a:spcPts val="0"/>
              </a:spcBef>
              <a:spcAft>
                <a:spcPts val="0"/>
              </a:spcAft>
              <a:buClr>
                <a:schemeClr val="lt1"/>
              </a:buClr>
              <a:buSzPts val="800"/>
              <a:buFont typeface="Instrument Sans"/>
              <a:buChar char="○"/>
              <a:defRPr sz="800"/>
            </a:lvl5pPr>
            <a:lvl6pPr marL="2743200" lvl="5" indent="-279400">
              <a:lnSpc>
                <a:spcPct val="115000"/>
              </a:lnSpc>
              <a:spcBef>
                <a:spcPts val="0"/>
              </a:spcBef>
              <a:spcAft>
                <a:spcPts val="0"/>
              </a:spcAft>
              <a:buClr>
                <a:schemeClr val="lt1"/>
              </a:buClr>
              <a:buSzPts val="800"/>
              <a:buFont typeface="Instrument Sans"/>
              <a:buChar char="■"/>
              <a:defRPr sz="800"/>
            </a:lvl6pPr>
            <a:lvl7pPr marL="3200400" lvl="6" indent="-279400">
              <a:lnSpc>
                <a:spcPct val="115000"/>
              </a:lnSpc>
              <a:spcBef>
                <a:spcPts val="0"/>
              </a:spcBef>
              <a:spcAft>
                <a:spcPts val="0"/>
              </a:spcAft>
              <a:buClr>
                <a:schemeClr val="lt1"/>
              </a:buClr>
              <a:buSzPts val="800"/>
              <a:buFont typeface="Instrument Sans"/>
              <a:buChar char="●"/>
              <a:defRPr sz="800"/>
            </a:lvl7pPr>
            <a:lvl8pPr marL="3657600" lvl="7" indent="-279400">
              <a:lnSpc>
                <a:spcPct val="115000"/>
              </a:lnSpc>
              <a:spcBef>
                <a:spcPts val="0"/>
              </a:spcBef>
              <a:spcAft>
                <a:spcPts val="0"/>
              </a:spcAft>
              <a:buClr>
                <a:schemeClr val="lt1"/>
              </a:buClr>
              <a:buSzPts val="800"/>
              <a:buFont typeface="Instrument Sans"/>
              <a:buChar char="○"/>
              <a:defRPr sz="800"/>
            </a:lvl8pPr>
            <a:lvl9pPr marL="4114800" lvl="8" indent="-279400">
              <a:lnSpc>
                <a:spcPct val="115000"/>
              </a:lnSpc>
              <a:spcBef>
                <a:spcPts val="0"/>
              </a:spcBef>
              <a:spcAft>
                <a:spcPts val="0"/>
              </a:spcAft>
              <a:buClr>
                <a:schemeClr val="lt1"/>
              </a:buClr>
              <a:buSzPts val="800"/>
              <a:buFont typeface="Instrument Sans"/>
              <a:buChar char="■"/>
              <a:defRPr sz="800"/>
            </a:lvl9pPr>
          </a:lstStyle>
          <a:p>
            <a:endParaRPr/>
          </a:p>
        </p:txBody>
      </p:sp>
      <p:sp>
        <p:nvSpPr>
          <p:cNvPr id="251" name="Google Shape;251;p31"/>
          <p:cNvSpPr txBox="1">
            <a:spLocks noGrp="1"/>
          </p:cNvSpPr>
          <p:nvPr>
            <p:ph type="subTitle" idx="14"/>
          </p:nvPr>
        </p:nvSpPr>
        <p:spPr>
          <a:xfrm>
            <a:off x="3185700" y="3693600"/>
            <a:ext cx="27726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52" name="Google Shape;252;p31"/>
          <p:cNvSpPr txBox="1">
            <a:spLocks noGrp="1"/>
          </p:cNvSpPr>
          <p:nvPr>
            <p:ph type="subTitle" idx="15"/>
          </p:nvPr>
        </p:nvSpPr>
        <p:spPr>
          <a:xfrm>
            <a:off x="3185700" y="3880329"/>
            <a:ext cx="27726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i="1">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53" name="Google Shape;253;p31"/>
          <p:cNvSpPr txBox="1">
            <a:spLocks noGrp="1"/>
          </p:cNvSpPr>
          <p:nvPr>
            <p:ph type="body" idx="16"/>
          </p:nvPr>
        </p:nvSpPr>
        <p:spPr>
          <a:xfrm>
            <a:off x="6086700" y="4170025"/>
            <a:ext cx="2772600" cy="695400"/>
          </a:xfrm>
          <a:prstGeom prst="rect">
            <a:avLst/>
          </a:prstGeom>
        </p:spPr>
        <p:txBody>
          <a:bodyPr spcFirstLastPara="1" wrap="square" lIns="0" tIns="0" rIns="91425" bIns="0" anchor="t" anchorCtr="0">
            <a:noAutofit/>
          </a:bodyPr>
          <a:lstStyle>
            <a:lvl1pPr marL="457200" lvl="0" indent="-279400">
              <a:lnSpc>
                <a:spcPct val="115000"/>
              </a:lnSpc>
              <a:spcBef>
                <a:spcPts val="0"/>
              </a:spcBef>
              <a:spcAft>
                <a:spcPts val="0"/>
              </a:spcAft>
              <a:buClr>
                <a:schemeClr val="lt1"/>
              </a:buClr>
              <a:buSzPts val="800"/>
              <a:buFont typeface="Instrument Sans"/>
              <a:buChar char="●"/>
              <a:defRPr sz="800"/>
            </a:lvl1pPr>
            <a:lvl2pPr marL="914400" lvl="1" indent="-279400">
              <a:lnSpc>
                <a:spcPct val="115000"/>
              </a:lnSpc>
              <a:spcBef>
                <a:spcPts val="0"/>
              </a:spcBef>
              <a:spcAft>
                <a:spcPts val="0"/>
              </a:spcAft>
              <a:buClr>
                <a:schemeClr val="lt1"/>
              </a:buClr>
              <a:buSzPts val="800"/>
              <a:buFont typeface="Instrument Sans"/>
              <a:buChar char="○"/>
              <a:defRPr sz="800"/>
            </a:lvl2pPr>
            <a:lvl3pPr marL="1371600" lvl="2" indent="-279400">
              <a:lnSpc>
                <a:spcPct val="115000"/>
              </a:lnSpc>
              <a:spcBef>
                <a:spcPts val="0"/>
              </a:spcBef>
              <a:spcAft>
                <a:spcPts val="0"/>
              </a:spcAft>
              <a:buClr>
                <a:schemeClr val="lt1"/>
              </a:buClr>
              <a:buSzPts val="800"/>
              <a:buFont typeface="Instrument Sans"/>
              <a:buChar char="■"/>
              <a:defRPr sz="800"/>
            </a:lvl3pPr>
            <a:lvl4pPr marL="1828800" lvl="3" indent="-279400">
              <a:lnSpc>
                <a:spcPct val="115000"/>
              </a:lnSpc>
              <a:spcBef>
                <a:spcPts val="0"/>
              </a:spcBef>
              <a:spcAft>
                <a:spcPts val="0"/>
              </a:spcAft>
              <a:buClr>
                <a:schemeClr val="lt1"/>
              </a:buClr>
              <a:buSzPts val="800"/>
              <a:buFont typeface="Instrument Sans"/>
              <a:buChar char="●"/>
              <a:defRPr sz="800"/>
            </a:lvl4pPr>
            <a:lvl5pPr marL="2286000" lvl="4" indent="-279400">
              <a:lnSpc>
                <a:spcPct val="115000"/>
              </a:lnSpc>
              <a:spcBef>
                <a:spcPts val="0"/>
              </a:spcBef>
              <a:spcAft>
                <a:spcPts val="0"/>
              </a:spcAft>
              <a:buClr>
                <a:schemeClr val="lt1"/>
              </a:buClr>
              <a:buSzPts val="800"/>
              <a:buFont typeface="Instrument Sans"/>
              <a:buChar char="○"/>
              <a:defRPr sz="800"/>
            </a:lvl5pPr>
            <a:lvl6pPr marL="2743200" lvl="5" indent="-279400">
              <a:lnSpc>
                <a:spcPct val="115000"/>
              </a:lnSpc>
              <a:spcBef>
                <a:spcPts val="0"/>
              </a:spcBef>
              <a:spcAft>
                <a:spcPts val="0"/>
              </a:spcAft>
              <a:buClr>
                <a:schemeClr val="lt1"/>
              </a:buClr>
              <a:buSzPts val="800"/>
              <a:buFont typeface="Instrument Sans"/>
              <a:buChar char="■"/>
              <a:defRPr sz="800"/>
            </a:lvl6pPr>
            <a:lvl7pPr marL="3200400" lvl="6" indent="-279400">
              <a:lnSpc>
                <a:spcPct val="115000"/>
              </a:lnSpc>
              <a:spcBef>
                <a:spcPts val="0"/>
              </a:spcBef>
              <a:spcAft>
                <a:spcPts val="0"/>
              </a:spcAft>
              <a:buClr>
                <a:schemeClr val="lt1"/>
              </a:buClr>
              <a:buSzPts val="800"/>
              <a:buFont typeface="Instrument Sans"/>
              <a:buChar char="●"/>
              <a:defRPr sz="800"/>
            </a:lvl7pPr>
            <a:lvl8pPr marL="3657600" lvl="7" indent="-279400">
              <a:lnSpc>
                <a:spcPct val="115000"/>
              </a:lnSpc>
              <a:spcBef>
                <a:spcPts val="0"/>
              </a:spcBef>
              <a:spcAft>
                <a:spcPts val="0"/>
              </a:spcAft>
              <a:buClr>
                <a:schemeClr val="lt1"/>
              </a:buClr>
              <a:buSzPts val="800"/>
              <a:buFont typeface="Instrument Sans"/>
              <a:buChar char="○"/>
              <a:defRPr sz="800"/>
            </a:lvl8pPr>
            <a:lvl9pPr marL="4114800" lvl="8" indent="-279400">
              <a:lnSpc>
                <a:spcPct val="115000"/>
              </a:lnSpc>
              <a:spcBef>
                <a:spcPts val="0"/>
              </a:spcBef>
              <a:spcAft>
                <a:spcPts val="0"/>
              </a:spcAft>
              <a:buClr>
                <a:schemeClr val="lt1"/>
              </a:buClr>
              <a:buSzPts val="800"/>
              <a:buFont typeface="Instrument Sans"/>
              <a:buChar char="■"/>
              <a:defRPr sz="800"/>
            </a:lvl9pPr>
          </a:lstStyle>
          <a:p>
            <a:endParaRPr/>
          </a:p>
        </p:txBody>
      </p:sp>
      <p:sp>
        <p:nvSpPr>
          <p:cNvPr id="254" name="Google Shape;254;p31"/>
          <p:cNvSpPr txBox="1">
            <a:spLocks noGrp="1"/>
          </p:cNvSpPr>
          <p:nvPr>
            <p:ph type="subTitle" idx="17"/>
          </p:nvPr>
        </p:nvSpPr>
        <p:spPr>
          <a:xfrm>
            <a:off x="6086700" y="3693600"/>
            <a:ext cx="27726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55" name="Google Shape;255;p31"/>
          <p:cNvSpPr txBox="1">
            <a:spLocks noGrp="1"/>
          </p:cNvSpPr>
          <p:nvPr>
            <p:ph type="subTitle" idx="18"/>
          </p:nvPr>
        </p:nvSpPr>
        <p:spPr>
          <a:xfrm>
            <a:off x="6086700" y="3880329"/>
            <a:ext cx="27726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i="1">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56" name="Google Shape;256;p31"/>
          <p:cNvSpPr txBox="1">
            <a:spLocks noGrp="1"/>
          </p:cNvSpPr>
          <p:nvPr>
            <p:ph type="title"/>
          </p:nvPr>
        </p:nvSpPr>
        <p:spPr>
          <a:xfrm>
            <a:off x="284700" y="474750"/>
            <a:ext cx="5673600" cy="498600"/>
          </a:xfrm>
          <a:prstGeom prst="rect">
            <a:avLst/>
          </a:prstGeom>
        </p:spPr>
        <p:txBody>
          <a:bodyPr spcFirstLastPara="1" wrap="square" lIns="0" tIns="0" rIns="0" bIns="0" anchor="b" anchorCtr="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atin typeface="Instrument Sans Medium"/>
                <a:ea typeface="Instrument Sans Medium"/>
                <a:cs typeface="Instrument Sans Medium"/>
                <a:sym typeface="Instrument Sans Medium"/>
              </a:defRPr>
            </a:lvl2pPr>
            <a:lvl3pPr lvl="2">
              <a:lnSpc>
                <a:spcPct val="115000"/>
              </a:lnSpc>
              <a:spcBef>
                <a:spcPts val="0"/>
              </a:spcBef>
              <a:spcAft>
                <a:spcPts val="0"/>
              </a:spcAft>
              <a:buNone/>
              <a:defRPr sz="2400">
                <a:latin typeface="Instrument Sans Medium"/>
                <a:ea typeface="Instrument Sans Medium"/>
                <a:cs typeface="Instrument Sans Medium"/>
                <a:sym typeface="Instrument Sans Medium"/>
              </a:defRPr>
            </a:lvl3pPr>
            <a:lvl4pPr lvl="3">
              <a:lnSpc>
                <a:spcPct val="115000"/>
              </a:lnSpc>
              <a:spcBef>
                <a:spcPts val="0"/>
              </a:spcBef>
              <a:spcAft>
                <a:spcPts val="0"/>
              </a:spcAft>
              <a:buNone/>
              <a:defRPr sz="2400">
                <a:latin typeface="Instrument Sans Medium"/>
                <a:ea typeface="Instrument Sans Medium"/>
                <a:cs typeface="Instrument Sans Medium"/>
                <a:sym typeface="Instrument Sans Medium"/>
              </a:defRPr>
            </a:lvl4pPr>
            <a:lvl5pPr lvl="4">
              <a:lnSpc>
                <a:spcPct val="115000"/>
              </a:lnSpc>
              <a:spcBef>
                <a:spcPts val="0"/>
              </a:spcBef>
              <a:spcAft>
                <a:spcPts val="0"/>
              </a:spcAft>
              <a:buNone/>
              <a:defRPr sz="2400">
                <a:latin typeface="Instrument Sans Medium"/>
                <a:ea typeface="Instrument Sans Medium"/>
                <a:cs typeface="Instrument Sans Medium"/>
                <a:sym typeface="Instrument Sans Medium"/>
              </a:defRPr>
            </a:lvl5pPr>
            <a:lvl6pPr lvl="5">
              <a:lnSpc>
                <a:spcPct val="115000"/>
              </a:lnSpc>
              <a:spcBef>
                <a:spcPts val="0"/>
              </a:spcBef>
              <a:spcAft>
                <a:spcPts val="0"/>
              </a:spcAft>
              <a:buNone/>
              <a:defRPr sz="2400">
                <a:latin typeface="Instrument Sans Medium"/>
                <a:ea typeface="Instrument Sans Medium"/>
                <a:cs typeface="Instrument Sans Medium"/>
                <a:sym typeface="Instrument Sans Medium"/>
              </a:defRPr>
            </a:lvl6pPr>
            <a:lvl7pPr lvl="6">
              <a:lnSpc>
                <a:spcPct val="115000"/>
              </a:lnSpc>
              <a:spcBef>
                <a:spcPts val="0"/>
              </a:spcBef>
              <a:spcAft>
                <a:spcPts val="0"/>
              </a:spcAft>
              <a:buNone/>
              <a:defRPr sz="2400">
                <a:latin typeface="Instrument Sans Medium"/>
                <a:ea typeface="Instrument Sans Medium"/>
                <a:cs typeface="Instrument Sans Medium"/>
                <a:sym typeface="Instrument Sans Medium"/>
              </a:defRPr>
            </a:lvl7pPr>
            <a:lvl8pPr lvl="7">
              <a:lnSpc>
                <a:spcPct val="115000"/>
              </a:lnSpc>
              <a:spcBef>
                <a:spcPts val="0"/>
              </a:spcBef>
              <a:spcAft>
                <a:spcPts val="0"/>
              </a:spcAft>
              <a:buNone/>
              <a:defRPr sz="2400">
                <a:latin typeface="Instrument Sans Medium"/>
                <a:ea typeface="Instrument Sans Medium"/>
                <a:cs typeface="Instrument Sans Medium"/>
                <a:sym typeface="Instrument Sans Medium"/>
              </a:defRPr>
            </a:lvl8pPr>
            <a:lvl9pPr lvl="8">
              <a:lnSpc>
                <a:spcPct val="115000"/>
              </a:lnSpc>
              <a:spcBef>
                <a:spcPts val="0"/>
              </a:spcBef>
              <a:spcAft>
                <a:spcPts val="0"/>
              </a:spcAft>
              <a:buNone/>
              <a:defRPr sz="2400">
                <a:latin typeface="Instrument Sans Medium"/>
                <a:ea typeface="Instrument Sans Medium"/>
                <a:cs typeface="Instrument Sans Medium"/>
                <a:sym typeface="Instrument Sans Medium"/>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hart 2">
  <p:cSld name="BLANK_1_1_1_1_2_2_3_1">
    <p:bg>
      <p:bgPr>
        <a:solidFill>
          <a:schemeClr val="lt2"/>
        </a:solidFill>
        <a:effectLst/>
      </p:bgPr>
    </p:bg>
    <p:spTree>
      <p:nvGrpSpPr>
        <p:cNvPr id="1" name="Shape 257"/>
        <p:cNvGrpSpPr/>
        <p:nvPr/>
      </p:nvGrpSpPr>
      <p:grpSpPr>
        <a:xfrm>
          <a:off x="0" y="0"/>
          <a:ext cx="0" cy="0"/>
          <a:chOff x="0" y="0"/>
          <a:chExt cx="0" cy="0"/>
        </a:xfrm>
      </p:grpSpPr>
      <p:sp>
        <p:nvSpPr>
          <p:cNvPr id="258" name="Google Shape;258;p32"/>
          <p:cNvSpPr txBox="1">
            <a:spLocks noGrp="1"/>
          </p:cNvSpPr>
          <p:nvPr>
            <p:ph type="subTitle" idx="1"/>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259" name="Google Shape;259;p32"/>
          <p:cNvSpPr txBox="1">
            <a:spLocks noGrp="1"/>
          </p:cNvSpPr>
          <p:nvPr>
            <p:ph type="subTitle" idx="2"/>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260" name="Google Shape;260;p32"/>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261" name="Google Shape;261;p32"/>
          <p:cNvSpPr txBox="1">
            <a:spLocks noGrp="1"/>
          </p:cNvSpPr>
          <p:nvPr>
            <p:ph type="body" idx="3"/>
          </p:nvPr>
        </p:nvSpPr>
        <p:spPr>
          <a:xfrm>
            <a:off x="284700" y="3703925"/>
            <a:ext cx="2772600" cy="695400"/>
          </a:xfrm>
          <a:prstGeom prst="rect">
            <a:avLst/>
          </a:prstGeom>
        </p:spPr>
        <p:txBody>
          <a:bodyPr spcFirstLastPara="1" wrap="square" lIns="0" tIns="0" rIns="91425" bIns="0" anchor="t" anchorCtr="0">
            <a:noAutofit/>
          </a:bodyPr>
          <a:lstStyle>
            <a:lvl1pPr marL="457200" lvl="0" indent="-279400">
              <a:spcBef>
                <a:spcPts val="0"/>
              </a:spcBef>
              <a:spcAft>
                <a:spcPts val="0"/>
              </a:spcAft>
              <a:buClr>
                <a:schemeClr val="lt1"/>
              </a:buClr>
              <a:buSzPts val="800"/>
              <a:buFont typeface="Instrument Sans"/>
              <a:buChar char="●"/>
              <a:defRPr sz="800"/>
            </a:lvl1pPr>
            <a:lvl2pPr marL="914400" lvl="1" indent="-279400">
              <a:spcBef>
                <a:spcPts val="0"/>
              </a:spcBef>
              <a:spcAft>
                <a:spcPts val="0"/>
              </a:spcAft>
              <a:buClr>
                <a:schemeClr val="lt1"/>
              </a:buClr>
              <a:buSzPts val="800"/>
              <a:buFont typeface="Instrument Sans"/>
              <a:buChar char="○"/>
              <a:defRPr sz="800"/>
            </a:lvl2pPr>
            <a:lvl3pPr marL="1371600" lvl="2" indent="-279400">
              <a:spcBef>
                <a:spcPts val="0"/>
              </a:spcBef>
              <a:spcAft>
                <a:spcPts val="0"/>
              </a:spcAft>
              <a:buClr>
                <a:schemeClr val="lt1"/>
              </a:buClr>
              <a:buSzPts val="800"/>
              <a:buFont typeface="Instrument Sans"/>
              <a:buChar char="■"/>
              <a:defRPr sz="800"/>
            </a:lvl3pPr>
            <a:lvl4pPr marL="1828800" lvl="3" indent="-279400">
              <a:spcBef>
                <a:spcPts val="0"/>
              </a:spcBef>
              <a:spcAft>
                <a:spcPts val="0"/>
              </a:spcAft>
              <a:buClr>
                <a:schemeClr val="lt1"/>
              </a:buClr>
              <a:buSzPts val="800"/>
              <a:buFont typeface="Instrument Sans"/>
              <a:buChar char="●"/>
              <a:defRPr sz="800"/>
            </a:lvl4pPr>
            <a:lvl5pPr marL="2286000" lvl="4" indent="-279400">
              <a:spcBef>
                <a:spcPts val="0"/>
              </a:spcBef>
              <a:spcAft>
                <a:spcPts val="0"/>
              </a:spcAft>
              <a:buClr>
                <a:schemeClr val="lt1"/>
              </a:buClr>
              <a:buSzPts val="800"/>
              <a:buFont typeface="Instrument Sans"/>
              <a:buChar char="○"/>
              <a:defRPr sz="800"/>
            </a:lvl5pPr>
            <a:lvl6pPr marL="2743200" lvl="5" indent="-279400">
              <a:spcBef>
                <a:spcPts val="0"/>
              </a:spcBef>
              <a:spcAft>
                <a:spcPts val="0"/>
              </a:spcAft>
              <a:buClr>
                <a:schemeClr val="lt1"/>
              </a:buClr>
              <a:buSzPts val="800"/>
              <a:buFont typeface="Instrument Sans"/>
              <a:buChar char="■"/>
              <a:defRPr sz="800"/>
            </a:lvl6pPr>
            <a:lvl7pPr marL="3200400" lvl="6" indent="-279400">
              <a:spcBef>
                <a:spcPts val="0"/>
              </a:spcBef>
              <a:spcAft>
                <a:spcPts val="0"/>
              </a:spcAft>
              <a:buClr>
                <a:schemeClr val="lt1"/>
              </a:buClr>
              <a:buSzPts val="800"/>
              <a:buFont typeface="Instrument Sans"/>
              <a:buChar char="●"/>
              <a:defRPr sz="800"/>
            </a:lvl7pPr>
            <a:lvl8pPr marL="3657600" lvl="7" indent="-279400">
              <a:spcBef>
                <a:spcPts val="0"/>
              </a:spcBef>
              <a:spcAft>
                <a:spcPts val="0"/>
              </a:spcAft>
              <a:buClr>
                <a:schemeClr val="lt1"/>
              </a:buClr>
              <a:buSzPts val="800"/>
              <a:buFont typeface="Instrument Sans"/>
              <a:buChar char="○"/>
              <a:defRPr sz="800"/>
            </a:lvl8pPr>
            <a:lvl9pPr marL="4114800" lvl="8" indent="-279400">
              <a:spcBef>
                <a:spcPts val="0"/>
              </a:spcBef>
              <a:spcAft>
                <a:spcPts val="0"/>
              </a:spcAft>
              <a:buClr>
                <a:schemeClr val="lt1"/>
              </a:buClr>
              <a:buSzPts val="800"/>
              <a:buFont typeface="Instrument Sans"/>
              <a:buChar char="■"/>
              <a:defRPr sz="800"/>
            </a:lvl9pPr>
          </a:lstStyle>
          <a:p>
            <a:endParaRPr/>
          </a:p>
        </p:txBody>
      </p:sp>
      <p:sp>
        <p:nvSpPr>
          <p:cNvPr id="262" name="Google Shape;262;p32"/>
          <p:cNvSpPr txBox="1">
            <a:spLocks noGrp="1"/>
          </p:cNvSpPr>
          <p:nvPr>
            <p:ph type="subTitle" idx="4"/>
          </p:nvPr>
        </p:nvSpPr>
        <p:spPr>
          <a:xfrm>
            <a:off x="284700" y="3227500"/>
            <a:ext cx="27726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63" name="Google Shape;263;p32"/>
          <p:cNvSpPr txBox="1">
            <a:spLocks noGrp="1"/>
          </p:cNvSpPr>
          <p:nvPr>
            <p:ph type="subTitle" idx="5"/>
          </p:nvPr>
        </p:nvSpPr>
        <p:spPr>
          <a:xfrm>
            <a:off x="284700" y="3414229"/>
            <a:ext cx="27726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i="1">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64" name="Google Shape;264;p32"/>
          <p:cNvSpPr txBox="1">
            <a:spLocks noGrp="1"/>
          </p:cNvSpPr>
          <p:nvPr>
            <p:ph type="body" idx="6"/>
          </p:nvPr>
        </p:nvSpPr>
        <p:spPr>
          <a:xfrm>
            <a:off x="3185700" y="3703925"/>
            <a:ext cx="2772600" cy="695400"/>
          </a:xfrm>
          <a:prstGeom prst="rect">
            <a:avLst/>
          </a:prstGeom>
        </p:spPr>
        <p:txBody>
          <a:bodyPr spcFirstLastPara="1" wrap="square" lIns="0" tIns="0" rIns="91425" bIns="0" anchor="t" anchorCtr="0">
            <a:noAutofit/>
          </a:bodyPr>
          <a:lstStyle>
            <a:lvl1pPr marL="457200" lvl="0" indent="-279400">
              <a:lnSpc>
                <a:spcPct val="115000"/>
              </a:lnSpc>
              <a:spcBef>
                <a:spcPts val="0"/>
              </a:spcBef>
              <a:spcAft>
                <a:spcPts val="0"/>
              </a:spcAft>
              <a:buClr>
                <a:schemeClr val="lt1"/>
              </a:buClr>
              <a:buSzPts val="800"/>
              <a:buFont typeface="Instrument Sans"/>
              <a:buChar char="●"/>
              <a:defRPr sz="800"/>
            </a:lvl1pPr>
            <a:lvl2pPr marL="914400" lvl="1" indent="-279400">
              <a:lnSpc>
                <a:spcPct val="115000"/>
              </a:lnSpc>
              <a:spcBef>
                <a:spcPts val="0"/>
              </a:spcBef>
              <a:spcAft>
                <a:spcPts val="0"/>
              </a:spcAft>
              <a:buClr>
                <a:schemeClr val="lt1"/>
              </a:buClr>
              <a:buSzPts val="800"/>
              <a:buFont typeface="Instrument Sans"/>
              <a:buChar char="○"/>
              <a:defRPr sz="800"/>
            </a:lvl2pPr>
            <a:lvl3pPr marL="1371600" lvl="2" indent="-279400">
              <a:lnSpc>
                <a:spcPct val="115000"/>
              </a:lnSpc>
              <a:spcBef>
                <a:spcPts val="0"/>
              </a:spcBef>
              <a:spcAft>
                <a:spcPts val="0"/>
              </a:spcAft>
              <a:buClr>
                <a:schemeClr val="lt1"/>
              </a:buClr>
              <a:buSzPts val="800"/>
              <a:buFont typeface="Instrument Sans"/>
              <a:buChar char="■"/>
              <a:defRPr sz="800"/>
            </a:lvl3pPr>
            <a:lvl4pPr marL="1828800" lvl="3" indent="-279400">
              <a:lnSpc>
                <a:spcPct val="115000"/>
              </a:lnSpc>
              <a:spcBef>
                <a:spcPts val="0"/>
              </a:spcBef>
              <a:spcAft>
                <a:spcPts val="0"/>
              </a:spcAft>
              <a:buClr>
                <a:schemeClr val="lt1"/>
              </a:buClr>
              <a:buSzPts val="800"/>
              <a:buFont typeface="Instrument Sans"/>
              <a:buChar char="●"/>
              <a:defRPr sz="800"/>
            </a:lvl4pPr>
            <a:lvl5pPr marL="2286000" lvl="4" indent="-279400">
              <a:lnSpc>
                <a:spcPct val="115000"/>
              </a:lnSpc>
              <a:spcBef>
                <a:spcPts val="0"/>
              </a:spcBef>
              <a:spcAft>
                <a:spcPts val="0"/>
              </a:spcAft>
              <a:buClr>
                <a:schemeClr val="lt1"/>
              </a:buClr>
              <a:buSzPts val="800"/>
              <a:buFont typeface="Instrument Sans"/>
              <a:buChar char="○"/>
              <a:defRPr sz="800"/>
            </a:lvl5pPr>
            <a:lvl6pPr marL="2743200" lvl="5" indent="-279400">
              <a:lnSpc>
                <a:spcPct val="115000"/>
              </a:lnSpc>
              <a:spcBef>
                <a:spcPts val="0"/>
              </a:spcBef>
              <a:spcAft>
                <a:spcPts val="0"/>
              </a:spcAft>
              <a:buClr>
                <a:schemeClr val="lt1"/>
              </a:buClr>
              <a:buSzPts val="800"/>
              <a:buFont typeface="Instrument Sans"/>
              <a:buChar char="■"/>
              <a:defRPr sz="800"/>
            </a:lvl6pPr>
            <a:lvl7pPr marL="3200400" lvl="6" indent="-279400">
              <a:lnSpc>
                <a:spcPct val="115000"/>
              </a:lnSpc>
              <a:spcBef>
                <a:spcPts val="0"/>
              </a:spcBef>
              <a:spcAft>
                <a:spcPts val="0"/>
              </a:spcAft>
              <a:buClr>
                <a:schemeClr val="lt1"/>
              </a:buClr>
              <a:buSzPts val="800"/>
              <a:buFont typeface="Instrument Sans"/>
              <a:buChar char="●"/>
              <a:defRPr sz="800"/>
            </a:lvl7pPr>
            <a:lvl8pPr marL="3657600" lvl="7" indent="-279400">
              <a:lnSpc>
                <a:spcPct val="115000"/>
              </a:lnSpc>
              <a:spcBef>
                <a:spcPts val="0"/>
              </a:spcBef>
              <a:spcAft>
                <a:spcPts val="0"/>
              </a:spcAft>
              <a:buClr>
                <a:schemeClr val="lt1"/>
              </a:buClr>
              <a:buSzPts val="800"/>
              <a:buFont typeface="Instrument Sans"/>
              <a:buChar char="○"/>
              <a:defRPr sz="800"/>
            </a:lvl8pPr>
            <a:lvl9pPr marL="4114800" lvl="8" indent="-279400">
              <a:lnSpc>
                <a:spcPct val="115000"/>
              </a:lnSpc>
              <a:spcBef>
                <a:spcPts val="0"/>
              </a:spcBef>
              <a:spcAft>
                <a:spcPts val="0"/>
              </a:spcAft>
              <a:buClr>
                <a:schemeClr val="lt1"/>
              </a:buClr>
              <a:buSzPts val="800"/>
              <a:buFont typeface="Instrument Sans"/>
              <a:buChar char="■"/>
              <a:defRPr sz="800"/>
            </a:lvl9pPr>
          </a:lstStyle>
          <a:p>
            <a:endParaRPr/>
          </a:p>
        </p:txBody>
      </p:sp>
      <p:sp>
        <p:nvSpPr>
          <p:cNvPr id="265" name="Google Shape;265;p32"/>
          <p:cNvSpPr txBox="1">
            <a:spLocks noGrp="1"/>
          </p:cNvSpPr>
          <p:nvPr>
            <p:ph type="subTitle" idx="7"/>
          </p:nvPr>
        </p:nvSpPr>
        <p:spPr>
          <a:xfrm>
            <a:off x="3185700" y="3227500"/>
            <a:ext cx="27726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66" name="Google Shape;266;p32"/>
          <p:cNvSpPr txBox="1">
            <a:spLocks noGrp="1"/>
          </p:cNvSpPr>
          <p:nvPr>
            <p:ph type="subTitle" idx="8"/>
          </p:nvPr>
        </p:nvSpPr>
        <p:spPr>
          <a:xfrm>
            <a:off x="3185700" y="3414229"/>
            <a:ext cx="27726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i="1">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67" name="Google Shape;267;p32"/>
          <p:cNvSpPr txBox="1">
            <a:spLocks noGrp="1"/>
          </p:cNvSpPr>
          <p:nvPr>
            <p:ph type="body" idx="9"/>
          </p:nvPr>
        </p:nvSpPr>
        <p:spPr>
          <a:xfrm>
            <a:off x="6086700" y="3703925"/>
            <a:ext cx="2772600" cy="695400"/>
          </a:xfrm>
          <a:prstGeom prst="rect">
            <a:avLst/>
          </a:prstGeom>
        </p:spPr>
        <p:txBody>
          <a:bodyPr spcFirstLastPara="1" wrap="square" lIns="0" tIns="0" rIns="91425" bIns="0" anchor="t" anchorCtr="0">
            <a:noAutofit/>
          </a:bodyPr>
          <a:lstStyle>
            <a:lvl1pPr marL="457200" lvl="0" indent="-279400">
              <a:lnSpc>
                <a:spcPct val="115000"/>
              </a:lnSpc>
              <a:spcBef>
                <a:spcPts val="0"/>
              </a:spcBef>
              <a:spcAft>
                <a:spcPts val="0"/>
              </a:spcAft>
              <a:buClr>
                <a:schemeClr val="lt1"/>
              </a:buClr>
              <a:buSzPts val="800"/>
              <a:buFont typeface="Instrument Sans"/>
              <a:buChar char="●"/>
              <a:defRPr sz="800"/>
            </a:lvl1pPr>
            <a:lvl2pPr marL="914400" lvl="1" indent="-279400">
              <a:lnSpc>
                <a:spcPct val="115000"/>
              </a:lnSpc>
              <a:spcBef>
                <a:spcPts val="0"/>
              </a:spcBef>
              <a:spcAft>
                <a:spcPts val="0"/>
              </a:spcAft>
              <a:buClr>
                <a:schemeClr val="lt1"/>
              </a:buClr>
              <a:buSzPts val="800"/>
              <a:buFont typeface="Instrument Sans"/>
              <a:buChar char="○"/>
              <a:defRPr sz="800"/>
            </a:lvl2pPr>
            <a:lvl3pPr marL="1371600" lvl="2" indent="-279400">
              <a:lnSpc>
                <a:spcPct val="115000"/>
              </a:lnSpc>
              <a:spcBef>
                <a:spcPts val="0"/>
              </a:spcBef>
              <a:spcAft>
                <a:spcPts val="0"/>
              </a:spcAft>
              <a:buClr>
                <a:schemeClr val="lt1"/>
              </a:buClr>
              <a:buSzPts val="800"/>
              <a:buFont typeface="Instrument Sans"/>
              <a:buChar char="■"/>
              <a:defRPr sz="800"/>
            </a:lvl3pPr>
            <a:lvl4pPr marL="1828800" lvl="3" indent="-279400">
              <a:lnSpc>
                <a:spcPct val="115000"/>
              </a:lnSpc>
              <a:spcBef>
                <a:spcPts val="0"/>
              </a:spcBef>
              <a:spcAft>
                <a:spcPts val="0"/>
              </a:spcAft>
              <a:buClr>
                <a:schemeClr val="lt1"/>
              </a:buClr>
              <a:buSzPts val="800"/>
              <a:buFont typeface="Instrument Sans"/>
              <a:buChar char="●"/>
              <a:defRPr sz="800"/>
            </a:lvl4pPr>
            <a:lvl5pPr marL="2286000" lvl="4" indent="-279400">
              <a:lnSpc>
                <a:spcPct val="115000"/>
              </a:lnSpc>
              <a:spcBef>
                <a:spcPts val="0"/>
              </a:spcBef>
              <a:spcAft>
                <a:spcPts val="0"/>
              </a:spcAft>
              <a:buClr>
                <a:schemeClr val="lt1"/>
              </a:buClr>
              <a:buSzPts val="800"/>
              <a:buFont typeface="Instrument Sans"/>
              <a:buChar char="○"/>
              <a:defRPr sz="800"/>
            </a:lvl5pPr>
            <a:lvl6pPr marL="2743200" lvl="5" indent="-279400">
              <a:lnSpc>
                <a:spcPct val="115000"/>
              </a:lnSpc>
              <a:spcBef>
                <a:spcPts val="0"/>
              </a:spcBef>
              <a:spcAft>
                <a:spcPts val="0"/>
              </a:spcAft>
              <a:buClr>
                <a:schemeClr val="lt1"/>
              </a:buClr>
              <a:buSzPts val="800"/>
              <a:buFont typeface="Instrument Sans"/>
              <a:buChar char="■"/>
              <a:defRPr sz="800"/>
            </a:lvl6pPr>
            <a:lvl7pPr marL="3200400" lvl="6" indent="-279400">
              <a:lnSpc>
                <a:spcPct val="115000"/>
              </a:lnSpc>
              <a:spcBef>
                <a:spcPts val="0"/>
              </a:spcBef>
              <a:spcAft>
                <a:spcPts val="0"/>
              </a:spcAft>
              <a:buClr>
                <a:schemeClr val="lt1"/>
              </a:buClr>
              <a:buSzPts val="800"/>
              <a:buFont typeface="Instrument Sans"/>
              <a:buChar char="●"/>
              <a:defRPr sz="800"/>
            </a:lvl7pPr>
            <a:lvl8pPr marL="3657600" lvl="7" indent="-279400">
              <a:lnSpc>
                <a:spcPct val="115000"/>
              </a:lnSpc>
              <a:spcBef>
                <a:spcPts val="0"/>
              </a:spcBef>
              <a:spcAft>
                <a:spcPts val="0"/>
              </a:spcAft>
              <a:buClr>
                <a:schemeClr val="lt1"/>
              </a:buClr>
              <a:buSzPts val="800"/>
              <a:buFont typeface="Instrument Sans"/>
              <a:buChar char="○"/>
              <a:defRPr sz="800"/>
            </a:lvl8pPr>
            <a:lvl9pPr marL="4114800" lvl="8" indent="-279400">
              <a:lnSpc>
                <a:spcPct val="115000"/>
              </a:lnSpc>
              <a:spcBef>
                <a:spcPts val="0"/>
              </a:spcBef>
              <a:spcAft>
                <a:spcPts val="0"/>
              </a:spcAft>
              <a:buClr>
                <a:schemeClr val="lt1"/>
              </a:buClr>
              <a:buSzPts val="800"/>
              <a:buFont typeface="Instrument Sans"/>
              <a:buChar char="■"/>
              <a:defRPr sz="800"/>
            </a:lvl9pPr>
          </a:lstStyle>
          <a:p>
            <a:endParaRPr/>
          </a:p>
        </p:txBody>
      </p:sp>
      <p:sp>
        <p:nvSpPr>
          <p:cNvPr id="268" name="Google Shape;268;p32"/>
          <p:cNvSpPr txBox="1">
            <a:spLocks noGrp="1"/>
          </p:cNvSpPr>
          <p:nvPr>
            <p:ph type="subTitle" idx="13"/>
          </p:nvPr>
        </p:nvSpPr>
        <p:spPr>
          <a:xfrm>
            <a:off x="6086700" y="3227500"/>
            <a:ext cx="27726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69" name="Google Shape;269;p32"/>
          <p:cNvSpPr txBox="1">
            <a:spLocks noGrp="1"/>
          </p:cNvSpPr>
          <p:nvPr>
            <p:ph type="subTitle" idx="14"/>
          </p:nvPr>
        </p:nvSpPr>
        <p:spPr>
          <a:xfrm>
            <a:off x="6086700" y="3414229"/>
            <a:ext cx="27726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i="1">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cxnSp>
        <p:nvCxnSpPr>
          <p:cNvPr id="270" name="Google Shape;270;p32"/>
          <p:cNvCxnSpPr/>
          <p:nvPr/>
        </p:nvCxnSpPr>
        <p:spPr>
          <a:xfrm>
            <a:off x="306250" y="2632300"/>
            <a:ext cx="8545500" cy="0"/>
          </a:xfrm>
          <a:prstGeom prst="straightConnector1">
            <a:avLst/>
          </a:prstGeom>
          <a:noFill/>
          <a:ln w="9525" cap="flat" cmpd="sng">
            <a:solidFill>
              <a:schemeClr val="accent5"/>
            </a:solidFill>
            <a:prstDash val="solid"/>
            <a:round/>
            <a:headEnd type="none" w="med" len="med"/>
            <a:tailEnd type="none" w="med" len="med"/>
          </a:ln>
        </p:spPr>
      </p:cxnSp>
      <p:sp>
        <p:nvSpPr>
          <p:cNvPr id="271" name="Google Shape;271;p32"/>
          <p:cNvSpPr txBox="1">
            <a:spLocks noGrp="1"/>
          </p:cNvSpPr>
          <p:nvPr>
            <p:ph type="title"/>
          </p:nvPr>
        </p:nvSpPr>
        <p:spPr>
          <a:xfrm>
            <a:off x="284700" y="474750"/>
            <a:ext cx="5673600" cy="498600"/>
          </a:xfrm>
          <a:prstGeom prst="rect">
            <a:avLst/>
          </a:prstGeom>
        </p:spPr>
        <p:txBody>
          <a:bodyPr spcFirstLastPara="1" wrap="square" lIns="0" tIns="0" rIns="0" bIns="0" anchor="b" anchorCtr="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atin typeface="Instrument Sans Medium"/>
                <a:ea typeface="Instrument Sans Medium"/>
                <a:cs typeface="Instrument Sans Medium"/>
                <a:sym typeface="Instrument Sans Medium"/>
              </a:defRPr>
            </a:lvl2pPr>
            <a:lvl3pPr lvl="2">
              <a:lnSpc>
                <a:spcPct val="115000"/>
              </a:lnSpc>
              <a:spcBef>
                <a:spcPts val="0"/>
              </a:spcBef>
              <a:spcAft>
                <a:spcPts val="0"/>
              </a:spcAft>
              <a:buNone/>
              <a:defRPr sz="2400">
                <a:latin typeface="Instrument Sans Medium"/>
                <a:ea typeface="Instrument Sans Medium"/>
                <a:cs typeface="Instrument Sans Medium"/>
                <a:sym typeface="Instrument Sans Medium"/>
              </a:defRPr>
            </a:lvl3pPr>
            <a:lvl4pPr lvl="3">
              <a:lnSpc>
                <a:spcPct val="115000"/>
              </a:lnSpc>
              <a:spcBef>
                <a:spcPts val="0"/>
              </a:spcBef>
              <a:spcAft>
                <a:spcPts val="0"/>
              </a:spcAft>
              <a:buNone/>
              <a:defRPr sz="2400">
                <a:latin typeface="Instrument Sans Medium"/>
                <a:ea typeface="Instrument Sans Medium"/>
                <a:cs typeface="Instrument Sans Medium"/>
                <a:sym typeface="Instrument Sans Medium"/>
              </a:defRPr>
            </a:lvl4pPr>
            <a:lvl5pPr lvl="4">
              <a:lnSpc>
                <a:spcPct val="115000"/>
              </a:lnSpc>
              <a:spcBef>
                <a:spcPts val="0"/>
              </a:spcBef>
              <a:spcAft>
                <a:spcPts val="0"/>
              </a:spcAft>
              <a:buNone/>
              <a:defRPr sz="2400">
                <a:latin typeface="Instrument Sans Medium"/>
                <a:ea typeface="Instrument Sans Medium"/>
                <a:cs typeface="Instrument Sans Medium"/>
                <a:sym typeface="Instrument Sans Medium"/>
              </a:defRPr>
            </a:lvl5pPr>
            <a:lvl6pPr lvl="5">
              <a:lnSpc>
                <a:spcPct val="115000"/>
              </a:lnSpc>
              <a:spcBef>
                <a:spcPts val="0"/>
              </a:spcBef>
              <a:spcAft>
                <a:spcPts val="0"/>
              </a:spcAft>
              <a:buNone/>
              <a:defRPr sz="2400">
                <a:latin typeface="Instrument Sans Medium"/>
                <a:ea typeface="Instrument Sans Medium"/>
                <a:cs typeface="Instrument Sans Medium"/>
                <a:sym typeface="Instrument Sans Medium"/>
              </a:defRPr>
            </a:lvl6pPr>
            <a:lvl7pPr lvl="6">
              <a:lnSpc>
                <a:spcPct val="115000"/>
              </a:lnSpc>
              <a:spcBef>
                <a:spcPts val="0"/>
              </a:spcBef>
              <a:spcAft>
                <a:spcPts val="0"/>
              </a:spcAft>
              <a:buNone/>
              <a:defRPr sz="2400">
                <a:latin typeface="Instrument Sans Medium"/>
                <a:ea typeface="Instrument Sans Medium"/>
                <a:cs typeface="Instrument Sans Medium"/>
                <a:sym typeface="Instrument Sans Medium"/>
              </a:defRPr>
            </a:lvl7pPr>
            <a:lvl8pPr lvl="7">
              <a:lnSpc>
                <a:spcPct val="115000"/>
              </a:lnSpc>
              <a:spcBef>
                <a:spcPts val="0"/>
              </a:spcBef>
              <a:spcAft>
                <a:spcPts val="0"/>
              </a:spcAft>
              <a:buNone/>
              <a:defRPr sz="2400">
                <a:latin typeface="Instrument Sans Medium"/>
                <a:ea typeface="Instrument Sans Medium"/>
                <a:cs typeface="Instrument Sans Medium"/>
                <a:sym typeface="Instrument Sans Medium"/>
              </a:defRPr>
            </a:lvl8pPr>
            <a:lvl9pPr lvl="8">
              <a:lnSpc>
                <a:spcPct val="115000"/>
              </a:lnSpc>
              <a:spcBef>
                <a:spcPts val="0"/>
              </a:spcBef>
              <a:spcAft>
                <a:spcPts val="0"/>
              </a:spcAft>
              <a:buNone/>
              <a:defRPr sz="2400">
                <a:latin typeface="Instrument Sans Medium"/>
                <a:ea typeface="Instrument Sans Medium"/>
                <a:cs typeface="Instrument Sans Medium"/>
                <a:sym typeface="Instrument Sans Medium"/>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hart 3">
  <p:cSld name="BLANK_1_1_1_1_2_2_3_1_1">
    <p:bg>
      <p:bgPr>
        <a:solidFill>
          <a:schemeClr val="lt2"/>
        </a:solidFill>
        <a:effectLst/>
      </p:bgPr>
    </p:bg>
    <p:spTree>
      <p:nvGrpSpPr>
        <p:cNvPr id="1" name="Shape 272"/>
        <p:cNvGrpSpPr/>
        <p:nvPr/>
      </p:nvGrpSpPr>
      <p:grpSpPr>
        <a:xfrm>
          <a:off x="0" y="0"/>
          <a:ext cx="0" cy="0"/>
          <a:chOff x="0" y="0"/>
          <a:chExt cx="0" cy="0"/>
        </a:xfrm>
      </p:grpSpPr>
      <p:sp>
        <p:nvSpPr>
          <p:cNvPr id="273" name="Google Shape;273;p33"/>
          <p:cNvSpPr txBox="1">
            <a:spLocks noGrp="1"/>
          </p:cNvSpPr>
          <p:nvPr>
            <p:ph type="subTitle" idx="1"/>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274" name="Google Shape;274;p33"/>
          <p:cNvSpPr txBox="1">
            <a:spLocks noGrp="1"/>
          </p:cNvSpPr>
          <p:nvPr>
            <p:ph type="subTitle" idx="2"/>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275" name="Google Shape;275;p33"/>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276" name="Google Shape;276;p33"/>
          <p:cNvSpPr txBox="1">
            <a:spLocks noGrp="1"/>
          </p:cNvSpPr>
          <p:nvPr>
            <p:ph type="title"/>
          </p:nvPr>
        </p:nvSpPr>
        <p:spPr>
          <a:xfrm>
            <a:off x="284700" y="474750"/>
            <a:ext cx="5673600" cy="498600"/>
          </a:xfrm>
          <a:prstGeom prst="rect">
            <a:avLst/>
          </a:prstGeom>
        </p:spPr>
        <p:txBody>
          <a:bodyPr spcFirstLastPara="1" wrap="square" lIns="0" tIns="0" rIns="0" bIns="0" anchor="b" anchorCtr="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atin typeface="Instrument Sans Medium"/>
                <a:ea typeface="Instrument Sans Medium"/>
                <a:cs typeface="Instrument Sans Medium"/>
                <a:sym typeface="Instrument Sans Medium"/>
              </a:defRPr>
            </a:lvl2pPr>
            <a:lvl3pPr lvl="2">
              <a:lnSpc>
                <a:spcPct val="115000"/>
              </a:lnSpc>
              <a:spcBef>
                <a:spcPts val="0"/>
              </a:spcBef>
              <a:spcAft>
                <a:spcPts val="0"/>
              </a:spcAft>
              <a:buNone/>
              <a:defRPr sz="2400">
                <a:latin typeface="Instrument Sans Medium"/>
                <a:ea typeface="Instrument Sans Medium"/>
                <a:cs typeface="Instrument Sans Medium"/>
                <a:sym typeface="Instrument Sans Medium"/>
              </a:defRPr>
            </a:lvl3pPr>
            <a:lvl4pPr lvl="3">
              <a:lnSpc>
                <a:spcPct val="115000"/>
              </a:lnSpc>
              <a:spcBef>
                <a:spcPts val="0"/>
              </a:spcBef>
              <a:spcAft>
                <a:spcPts val="0"/>
              </a:spcAft>
              <a:buNone/>
              <a:defRPr sz="2400">
                <a:latin typeface="Instrument Sans Medium"/>
                <a:ea typeface="Instrument Sans Medium"/>
                <a:cs typeface="Instrument Sans Medium"/>
                <a:sym typeface="Instrument Sans Medium"/>
              </a:defRPr>
            </a:lvl4pPr>
            <a:lvl5pPr lvl="4">
              <a:lnSpc>
                <a:spcPct val="115000"/>
              </a:lnSpc>
              <a:spcBef>
                <a:spcPts val="0"/>
              </a:spcBef>
              <a:spcAft>
                <a:spcPts val="0"/>
              </a:spcAft>
              <a:buNone/>
              <a:defRPr sz="2400">
                <a:latin typeface="Instrument Sans Medium"/>
                <a:ea typeface="Instrument Sans Medium"/>
                <a:cs typeface="Instrument Sans Medium"/>
                <a:sym typeface="Instrument Sans Medium"/>
              </a:defRPr>
            </a:lvl5pPr>
            <a:lvl6pPr lvl="5">
              <a:lnSpc>
                <a:spcPct val="115000"/>
              </a:lnSpc>
              <a:spcBef>
                <a:spcPts val="0"/>
              </a:spcBef>
              <a:spcAft>
                <a:spcPts val="0"/>
              </a:spcAft>
              <a:buNone/>
              <a:defRPr sz="2400">
                <a:latin typeface="Instrument Sans Medium"/>
                <a:ea typeface="Instrument Sans Medium"/>
                <a:cs typeface="Instrument Sans Medium"/>
                <a:sym typeface="Instrument Sans Medium"/>
              </a:defRPr>
            </a:lvl6pPr>
            <a:lvl7pPr lvl="6">
              <a:lnSpc>
                <a:spcPct val="115000"/>
              </a:lnSpc>
              <a:spcBef>
                <a:spcPts val="0"/>
              </a:spcBef>
              <a:spcAft>
                <a:spcPts val="0"/>
              </a:spcAft>
              <a:buNone/>
              <a:defRPr sz="2400">
                <a:latin typeface="Instrument Sans Medium"/>
                <a:ea typeface="Instrument Sans Medium"/>
                <a:cs typeface="Instrument Sans Medium"/>
                <a:sym typeface="Instrument Sans Medium"/>
              </a:defRPr>
            </a:lvl7pPr>
            <a:lvl8pPr lvl="7">
              <a:lnSpc>
                <a:spcPct val="115000"/>
              </a:lnSpc>
              <a:spcBef>
                <a:spcPts val="0"/>
              </a:spcBef>
              <a:spcAft>
                <a:spcPts val="0"/>
              </a:spcAft>
              <a:buNone/>
              <a:defRPr sz="2400">
                <a:latin typeface="Instrument Sans Medium"/>
                <a:ea typeface="Instrument Sans Medium"/>
                <a:cs typeface="Instrument Sans Medium"/>
                <a:sym typeface="Instrument Sans Medium"/>
              </a:defRPr>
            </a:lvl8pPr>
            <a:lvl9pPr lvl="8">
              <a:lnSpc>
                <a:spcPct val="115000"/>
              </a:lnSpc>
              <a:spcBef>
                <a:spcPts val="0"/>
              </a:spcBef>
              <a:spcAft>
                <a:spcPts val="0"/>
              </a:spcAft>
              <a:buNone/>
              <a:defRPr sz="2400">
                <a:latin typeface="Instrument Sans Medium"/>
                <a:ea typeface="Instrument Sans Medium"/>
                <a:cs typeface="Instrument Sans Medium"/>
                <a:sym typeface="Instrument Sans Medium"/>
              </a:defRPr>
            </a:lvl9pPr>
          </a:lstStyle>
          <a:p>
            <a:endParaRPr/>
          </a:p>
        </p:txBody>
      </p:sp>
      <p:sp>
        <p:nvSpPr>
          <p:cNvPr id="277" name="Google Shape;277;p33"/>
          <p:cNvSpPr txBox="1">
            <a:spLocks noGrp="1"/>
          </p:cNvSpPr>
          <p:nvPr>
            <p:ph type="subTitle" idx="3"/>
          </p:nvPr>
        </p:nvSpPr>
        <p:spPr>
          <a:xfrm>
            <a:off x="2623525" y="1305637"/>
            <a:ext cx="826500" cy="129600"/>
          </a:xfrm>
          <a:prstGeom prst="rect">
            <a:avLst/>
          </a:prstGeom>
        </p:spPr>
        <p:txBody>
          <a:bodyPr spcFirstLastPara="1" wrap="square" lIns="0" tIns="0" rIns="91425" bIns="0" anchor="t" anchorCtr="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278" name="Google Shape;278;p33"/>
          <p:cNvSpPr txBox="1">
            <a:spLocks noGrp="1"/>
          </p:cNvSpPr>
          <p:nvPr>
            <p:ph type="subTitle" idx="4"/>
          </p:nvPr>
        </p:nvSpPr>
        <p:spPr>
          <a:xfrm>
            <a:off x="3519125" y="1305637"/>
            <a:ext cx="826500" cy="129600"/>
          </a:xfrm>
          <a:prstGeom prst="rect">
            <a:avLst/>
          </a:prstGeom>
        </p:spPr>
        <p:txBody>
          <a:bodyPr spcFirstLastPara="1" wrap="square" lIns="0" tIns="0" rIns="91425" bIns="0" anchor="t" anchorCtr="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279" name="Google Shape;279;p33"/>
          <p:cNvSpPr txBox="1">
            <a:spLocks noGrp="1"/>
          </p:cNvSpPr>
          <p:nvPr>
            <p:ph type="subTitle" idx="5"/>
          </p:nvPr>
        </p:nvSpPr>
        <p:spPr>
          <a:xfrm>
            <a:off x="4414725" y="1305637"/>
            <a:ext cx="826500" cy="129600"/>
          </a:xfrm>
          <a:prstGeom prst="rect">
            <a:avLst/>
          </a:prstGeom>
        </p:spPr>
        <p:txBody>
          <a:bodyPr spcFirstLastPara="1" wrap="square" lIns="0" tIns="0" rIns="91425" bIns="0" anchor="t" anchorCtr="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280" name="Google Shape;280;p33"/>
          <p:cNvSpPr txBox="1">
            <a:spLocks noGrp="1"/>
          </p:cNvSpPr>
          <p:nvPr>
            <p:ph type="subTitle" idx="6"/>
          </p:nvPr>
        </p:nvSpPr>
        <p:spPr>
          <a:xfrm>
            <a:off x="5310325" y="1305637"/>
            <a:ext cx="826500" cy="129600"/>
          </a:xfrm>
          <a:prstGeom prst="rect">
            <a:avLst/>
          </a:prstGeom>
        </p:spPr>
        <p:txBody>
          <a:bodyPr spcFirstLastPara="1" wrap="square" lIns="0" tIns="0" rIns="91425" bIns="0" anchor="t" anchorCtr="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281" name="Google Shape;281;p33"/>
          <p:cNvSpPr txBox="1">
            <a:spLocks noGrp="1"/>
          </p:cNvSpPr>
          <p:nvPr>
            <p:ph type="subTitle" idx="7"/>
          </p:nvPr>
        </p:nvSpPr>
        <p:spPr>
          <a:xfrm>
            <a:off x="6205925" y="1305637"/>
            <a:ext cx="826500" cy="129600"/>
          </a:xfrm>
          <a:prstGeom prst="rect">
            <a:avLst/>
          </a:prstGeom>
        </p:spPr>
        <p:txBody>
          <a:bodyPr spcFirstLastPara="1" wrap="square" lIns="0" tIns="0" rIns="91425" bIns="0" anchor="t" anchorCtr="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282" name="Google Shape;282;p33"/>
          <p:cNvSpPr txBox="1">
            <a:spLocks noGrp="1"/>
          </p:cNvSpPr>
          <p:nvPr>
            <p:ph type="subTitle" idx="8"/>
          </p:nvPr>
        </p:nvSpPr>
        <p:spPr>
          <a:xfrm>
            <a:off x="7101525" y="1305637"/>
            <a:ext cx="826500" cy="129600"/>
          </a:xfrm>
          <a:prstGeom prst="rect">
            <a:avLst/>
          </a:prstGeom>
        </p:spPr>
        <p:txBody>
          <a:bodyPr spcFirstLastPara="1" wrap="square" lIns="0" tIns="0" rIns="91425" bIns="0" anchor="t" anchorCtr="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283" name="Google Shape;283;p33"/>
          <p:cNvSpPr txBox="1">
            <a:spLocks noGrp="1"/>
          </p:cNvSpPr>
          <p:nvPr>
            <p:ph type="subTitle" idx="9"/>
          </p:nvPr>
        </p:nvSpPr>
        <p:spPr>
          <a:xfrm>
            <a:off x="7997125" y="1305637"/>
            <a:ext cx="826500" cy="129600"/>
          </a:xfrm>
          <a:prstGeom prst="rect">
            <a:avLst/>
          </a:prstGeom>
        </p:spPr>
        <p:txBody>
          <a:bodyPr spcFirstLastPara="1" wrap="square" lIns="0" tIns="0" rIns="91425" bIns="0" anchor="t" anchorCtr="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284" name="Google Shape;284;p33"/>
          <p:cNvSpPr txBox="1">
            <a:spLocks noGrp="1"/>
          </p:cNvSpPr>
          <p:nvPr>
            <p:ph type="subTitle" idx="13"/>
          </p:nvPr>
        </p:nvSpPr>
        <p:spPr>
          <a:xfrm>
            <a:off x="430525" y="1551325"/>
            <a:ext cx="21264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85" name="Google Shape;285;p33"/>
          <p:cNvSpPr txBox="1">
            <a:spLocks noGrp="1"/>
          </p:cNvSpPr>
          <p:nvPr>
            <p:ph type="subTitle" idx="14"/>
          </p:nvPr>
        </p:nvSpPr>
        <p:spPr>
          <a:xfrm>
            <a:off x="430525" y="1817255"/>
            <a:ext cx="21264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86" name="Google Shape;286;p33"/>
          <p:cNvSpPr txBox="1">
            <a:spLocks noGrp="1"/>
          </p:cNvSpPr>
          <p:nvPr>
            <p:ph type="subTitle" idx="15"/>
          </p:nvPr>
        </p:nvSpPr>
        <p:spPr>
          <a:xfrm>
            <a:off x="430525" y="2083184"/>
            <a:ext cx="21264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87" name="Google Shape;287;p33"/>
          <p:cNvSpPr txBox="1">
            <a:spLocks noGrp="1"/>
          </p:cNvSpPr>
          <p:nvPr>
            <p:ph type="subTitle" idx="16"/>
          </p:nvPr>
        </p:nvSpPr>
        <p:spPr>
          <a:xfrm>
            <a:off x="430525" y="2349114"/>
            <a:ext cx="21264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88" name="Google Shape;288;p33"/>
          <p:cNvSpPr txBox="1">
            <a:spLocks noGrp="1"/>
          </p:cNvSpPr>
          <p:nvPr>
            <p:ph type="subTitle" idx="17"/>
          </p:nvPr>
        </p:nvSpPr>
        <p:spPr>
          <a:xfrm>
            <a:off x="430525" y="2615043"/>
            <a:ext cx="21264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89" name="Google Shape;289;p33"/>
          <p:cNvSpPr txBox="1">
            <a:spLocks noGrp="1"/>
          </p:cNvSpPr>
          <p:nvPr>
            <p:ph type="subTitle" idx="18"/>
          </p:nvPr>
        </p:nvSpPr>
        <p:spPr>
          <a:xfrm>
            <a:off x="430525" y="2880973"/>
            <a:ext cx="21264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90" name="Google Shape;290;p33"/>
          <p:cNvSpPr txBox="1">
            <a:spLocks noGrp="1"/>
          </p:cNvSpPr>
          <p:nvPr>
            <p:ph type="subTitle" idx="19"/>
          </p:nvPr>
        </p:nvSpPr>
        <p:spPr>
          <a:xfrm>
            <a:off x="430525" y="3146902"/>
            <a:ext cx="21264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91" name="Google Shape;291;p33"/>
          <p:cNvSpPr txBox="1">
            <a:spLocks noGrp="1"/>
          </p:cNvSpPr>
          <p:nvPr>
            <p:ph type="subTitle" idx="20"/>
          </p:nvPr>
        </p:nvSpPr>
        <p:spPr>
          <a:xfrm>
            <a:off x="430525" y="3412832"/>
            <a:ext cx="21264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92" name="Google Shape;292;p33"/>
          <p:cNvSpPr txBox="1">
            <a:spLocks noGrp="1"/>
          </p:cNvSpPr>
          <p:nvPr>
            <p:ph type="subTitle" idx="21"/>
          </p:nvPr>
        </p:nvSpPr>
        <p:spPr>
          <a:xfrm>
            <a:off x="430525" y="3678761"/>
            <a:ext cx="21264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93" name="Google Shape;293;p33"/>
          <p:cNvSpPr txBox="1">
            <a:spLocks noGrp="1"/>
          </p:cNvSpPr>
          <p:nvPr>
            <p:ph type="subTitle" idx="22"/>
          </p:nvPr>
        </p:nvSpPr>
        <p:spPr>
          <a:xfrm>
            <a:off x="430525" y="3944691"/>
            <a:ext cx="21264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94" name="Google Shape;294;p33"/>
          <p:cNvSpPr txBox="1">
            <a:spLocks noGrp="1"/>
          </p:cNvSpPr>
          <p:nvPr>
            <p:ph type="subTitle" idx="23"/>
          </p:nvPr>
        </p:nvSpPr>
        <p:spPr>
          <a:xfrm>
            <a:off x="430525" y="4210620"/>
            <a:ext cx="21264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295" name="Google Shape;295;p33"/>
          <p:cNvSpPr txBox="1">
            <a:spLocks noGrp="1"/>
          </p:cNvSpPr>
          <p:nvPr>
            <p:ph type="subTitle" idx="24"/>
          </p:nvPr>
        </p:nvSpPr>
        <p:spPr>
          <a:xfrm>
            <a:off x="430525" y="4476550"/>
            <a:ext cx="2126400" cy="192000"/>
          </a:xfrm>
          <a:prstGeom prst="rect">
            <a:avLst/>
          </a:prstGeom>
        </p:spPr>
        <p:txBody>
          <a:bodyPr spcFirstLastPara="1" wrap="square" lIns="0" tIns="0" rIns="91425" bIns="0" anchor="t" anchorCtr="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hree storyboards 1">
  <p:cSld name="BLANK_1_1_1_1_2_2_2">
    <p:bg>
      <p:bgPr>
        <a:blipFill>
          <a:blip r:embed="rId2">
            <a:alphaModFix/>
          </a:blip>
          <a:stretch>
            <a:fillRect/>
          </a:stretch>
        </a:blipFill>
        <a:effectLst/>
      </p:bgPr>
    </p:bg>
    <p:spTree>
      <p:nvGrpSpPr>
        <p:cNvPr id="1" name="Shape 296"/>
        <p:cNvGrpSpPr/>
        <p:nvPr/>
      </p:nvGrpSpPr>
      <p:grpSpPr>
        <a:xfrm>
          <a:off x="0" y="0"/>
          <a:ext cx="0" cy="0"/>
          <a:chOff x="0" y="0"/>
          <a:chExt cx="0" cy="0"/>
        </a:xfrm>
      </p:grpSpPr>
      <p:sp>
        <p:nvSpPr>
          <p:cNvPr id="297" name="Google Shape;297;p34"/>
          <p:cNvSpPr>
            <a:spLocks noGrp="1"/>
          </p:cNvSpPr>
          <p:nvPr>
            <p:ph type="pic" idx="2"/>
          </p:nvPr>
        </p:nvSpPr>
        <p:spPr>
          <a:xfrm>
            <a:off x="284700" y="1440150"/>
            <a:ext cx="605100" cy="1413900"/>
          </a:xfrm>
          <a:prstGeom prst="roundRect">
            <a:avLst>
              <a:gd name="adj" fmla="val 50000"/>
            </a:avLst>
          </a:prstGeom>
          <a:noFill/>
          <a:ln>
            <a:noFill/>
          </a:ln>
        </p:spPr>
      </p:sp>
      <p:sp>
        <p:nvSpPr>
          <p:cNvPr id="298" name="Google Shape;298;p34"/>
          <p:cNvSpPr>
            <a:spLocks noGrp="1"/>
          </p:cNvSpPr>
          <p:nvPr>
            <p:ph type="pic" idx="3"/>
          </p:nvPr>
        </p:nvSpPr>
        <p:spPr>
          <a:xfrm>
            <a:off x="1002300" y="1440150"/>
            <a:ext cx="2055000" cy="1413900"/>
          </a:xfrm>
          <a:prstGeom prst="roundRect">
            <a:avLst>
              <a:gd name="adj" fmla="val 16960"/>
            </a:avLst>
          </a:prstGeom>
          <a:noFill/>
          <a:ln>
            <a:noFill/>
          </a:ln>
        </p:spPr>
      </p:sp>
      <p:sp>
        <p:nvSpPr>
          <p:cNvPr id="299" name="Google Shape;299;p34"/>
          <p:cNvSpPr>
            <a:spLocks noGrp="1"/>
          </p:cNvSpPr>
          <p:nvPr>
            <p:ph type="pic" idx="4"/>
          </p:nvPr>
        </p:nvSpPr>
        <p:spPr>
          <a:xfrm>
            <a:off x="3185700" y="1440150"/>
            <a:ext cx="605100" cy="1413900"/>
          </a:xfrm>
          <a:prstGeom prst="roundRect">
            <a:avLst>
              <a:gd name="adj" fmla="val 50000"/>
            </a:avLst>
          </a:prstGeom>
          <a:noFill/>
          <a:ln>
            <a:noFill/>
          </a:ln>
        </p:spPr>
      </p:sp>
      <p:sp>
        <p:nvSpPr>
          <p:cNvPr id="300" name="Google Shape;300;p34"/>
          <p:cNvSpPr>
            <a:spLocks noGrp="1"/>
          </p:cNvSpPr>
          <p:nvPr>
            <p:ph type="pic" idx="5"/>
          </p:nvPr>
        </p:nvSpPr>
        <p:spPr>
          <a:xfrm>
            <a:off x="3903300" y="1440150"/>
            <a:ext cx="2055000" cy="1413900"/>
          </a:xfrm>
          <a:prstGeom prst="roundRect">
            <a:avLst>
              <a:gd name="adj" fmla="val 16960"/>
            </a:avLst>
          </a:prstGeom>
          <a:noFill/>
          <a:ln>
            <a:noFill/>
          </a:ln>
        </p:spPr>
      </p:sp>
      <p:sp>
        <p:nvSpPr>
          <p:cNvPr id="301" name="Google Shape;301;p34"/>
          <p:cNvSpPr>
            <a:spLocks noGrp="1"/>
          </p:cNvSpPr>
          <p:nvPr>
            <p:ph type="pic" idx="6"/>
          </p:nvPr>
        </p:nvSpPr>
        <p:spPr>
          <a:xfrm>
            <a:off x="6086700" y="1440150"/>
            <a:ext cx="605100" cy="1413900"/>
          </a:xfrm>
          <a:prstGeom prst="roundRect">
            <a:avLst>
              <a:gd name="adj" fmla="val 50000"/>
            </a:avLst>
          </a:prstGeom>
          <a:noFill/>
          <a:ln>
            <a:noFill/>
          </a:ln>
        </p:spPr>
      </p:sp>
      <p:sp>
        <p:nvSpPr>
          <p:cNvPr id="302" name="Google Shape;302;p34"/>
          <p:cNvSpPr>
            <a:spLocks noGrp="1"/>
          </p:cNvSpPr>
          <p:nvPr>
            <p:ph type="pic" idx="7"/>
          </p:nvPr>
        </p:nvSpPr>
        <p:spPr>
          <a:xfrm>
            <a:off x="6804300" y="1440150"/>
            <a:ext cx="2055000" cy="1413900"/>
          </a:xfrm>
          <a:prstGeom prst="roundRect">
            <a:avLst>
              <a:gd name="adj" fmla="val 16960"/>
            </a:avLst>
          </a:prstGeom>
          <a:noFill/>
          <a:ln>
            <a:noFill/>
          </a:ln>
        </p:spPr>
      </p:sp>
      <p:sp>
        <p:nvSpPr>
          <p:cNvPr id="303" name="Google Shape;303;p34"/>
          <p:cNvSpPr txBox="1">
            <a:spLocks noGrp="1"/>
          </p:cNvSpPr>
          <p:nvPr>
            <p:ph type="title"/>
          </p:nvPr>
        </p:nvSpPr>
        <p:spPr>
          <a:xfrm>
            <a:off x="284700" y="474750"/>
            <a:ext cx="5673600" cy="498600"/>
          </a:xfrm>
          <a:prstGeom prst="rect">
            <a:avLst/>
          </a:prstGeom>
        </p:spPr>
        <p:txBody>
          <a:bodyPr spcFirstLastPara="1" wrap="square" lIns="0" tIns="0" rIns="0" bIns="0" anchor="b" anchorCtr="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atin typeface="Instrument Sans Medium"/>
                <a:ea typeface="Instrument Sans Medium"/>
                <a:cs typeface="Instrument Sans Medium"/>
                <a:sym typeface="Instrument Sans Medium"/>
              </a:defRPr>
            </a:lvl2pPr>
            <a:lvl3pPr lvl="2">
              <a:lnSpc>
                <a:spcPct val="115000"/>
              </a:lnSpc>
              <a:spcBef>
                <a:spcPts val="0"/>
              </a:spcBef>
              <a:spcAft>
                <a:spcPts val="0"/>
              </a:spcAft>
              <a:buNone/>
              <a:defRPr sz="2400">
                <a:latin typeface="Instrument Sans Medium"/>
                <a:ea typeface="Instrument Sans Medium"/>
                <a:cs typeface="Instrument Sans Medium"/>
                <a:sym typeface="Instrument Sans Medium"/>
              </a:defRPr>
            </a:lvl3pPr>
            <a:lvl4pPr lvl="3">
              <a:lnSpc>
                <a:spcPct val="115000"/>
              </a:lnSpc>
              <a:spcBef>
                <a:spcPts val="0"/>
              </a:spcBef>
              <a:spcAft>
                <a:spcPts val="0"/>
              </a:spcAft>
              <a:buNone/>
              <a:defRPr sz="2400">
                <a:latin typeface="Instrument Sans Medium"/>
                <a:ea typeface="Instrument Sans Medium"/>
                <a:cs typeface="Instrument Sans Medium"/>
                <a:sym typeface="Instrument Sans Medium"/>
              </a:defRPr>
            </a:lvl4pPr>
            <a:lvl5pPr lvl="4">
              <a:lnSpc>
                <a:spcPct val="115000"/>
              </a:lnSpc>
              <a:spcBef>
                <a:spcPts val="0"/>
              </a:spcBef>
              <a:spcAft>
                <a:spcPts val="0"/>
              </a:spcAft>
              <a:buNone/>
              <a:defRPr sz="2400">
                <a:latin typeface="Instrument Sans Medium"/>
                <a:ea typeface="Instrument Sans Medium"/>
                <a:cs typeface="Instrument Sans Medium"/>
                <a:sym typeface="Instrument Sans Medium"/>
              </a:defRPr>
            </a:lvl5pPr>
            <a:lvl6pPr lvl="5">
              <a:lnSpc>
                <a:spcPct val="115000"/>
              </a:lnSpc>
              <a:spcBef>
                <a:spcPts val="0"/>
              </a:spcBef>
              <a:spcAft>
                <a:spcPts val="0"/>
              </a:spcAft>
              <a:buNone/>
              <a:defRPr sz="2400">
                <a:latin typeface="Instrument Sans Medium"/>
                <a:ea typeface="Instrument Sans Medium"/>
                <a:cs typeface="Instrument Sans Medium"/>
                <a:sym typeface="Instrument Sans Medium"/>
              </a:defRPr>
            </a:lvl6pPr>
            <a:lvl7pPr lvl="6">
              <a:lnSpc>
                <a:spcPct val="115000"/>
              </a:lnSpc>
              <a:spcBef>
                <a:spcPts val="0"/>
              </a:spcBef>
              <a:spcAft>
                <a:spcPts val="0"/>
              </a:spcAft>
              <a:buNone/>
              <a:defRPr sz="2400">
                <a:latin typeface="Instrument Sans Medium"/>
                <a:ea typeface="Instrument Sans Medium"/>
                <a:cs typeface="Instrument Sans Medium"/>
                <a:sym typeface="Instrument Sans Medium"/>
              </a:defRPr>
            </a:lvl7pPr>
            <a:lvl8pPr lvl="7">
              <a:lnSpc>
                <a:spcPct val="115000"/>
              </a:lnSpc>
              <a:spcBef>
                <a:spcPts val="0"/>
              </a:spcBef>
              <a:spcAft>
                <a:spcPts val="0"/>
              </a:spcAft>
              <a:buNone/>
              <a:defRPr sz="2400">
                <a:latin typeface="Instrument Sans Medium"/>
                <a:ea typeface="Instrument Sans Medium"/>
                <a:cs typeface="Instrument Sans Medium"/>
                <a:sym typeface="Instrument Sans Medium"/>
              </a:defRPr>
            </a:lvl8pPr>
            <a:lvl9pPr lvl="8">
              <a:lnSpc>
                <a:spcPct val="115000"/>
              </a:lnSpc>
              <a:spcBef>
                <a:spcPts val="0"/>
              </a:spcBef>
              <a:spcAft>
                <a:spcPts val="0"/>
              </a:spcAft>
              <a:buNone/>
              <a:defRPr sz="2400">
                <a:latin typeface="Instrument Sans Medium"/>
                <a:ea typeface="Instrument Sans Medium"/>
                <a:cs typeface="Instrument Sans Medium"/>
                <a:sym typeface="Instrument Sans Medium"/>
              </a:defRPr>
            </a:lvl9pPr>
          </a:lstStyle>
          <a:p>
            <a:endParaRPr/>
          </a:p>
        </p:txBody>
      </p:sp>
      <p:sp>
        <p:nvSpPr>
          <p:cNvPr id="304" name="Google Shape;304;p34"/>
          <p:cNvSpPr txBox="1">
            <a:spLocks noGrp="1"/>
          </p:cNvSpPr>
          <p:nvPr>
            <p:ph type="body" idx="1"/>
          </p:nvPr>
        </p:nvSpPr>
        <p:spPr>
          <a:xfrm>
            <a:off x="284700" y="3817800"/>
            <a:ext cx="2772600" cy="1042200"/>
          </a:xfrm>
          <a:prstGeom prst="rect">
            <a:avLst/>
          </a:prstGeom>
        </p:spPr>
        <p:txBody>
          <a:bodyPr spcFirstLastPara="1" wrap="square" lIns="0" tIns="0" rIns="91425" bIns="0" anchor="t"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305" name="Google Shape;305;p34"/>
          <p:cNvSpPr txBox="1">
            <a:spLocks noGrp="1"/>
          </p:cNvSpPr>
          <p:nvPr>
            <p:ph type="subTitle" idx="8"/>
          </p:nvPr>
        </p:nvSpPr>
        <p:spPr>
          <a:xfrm>
            <a:off x="284700" y="3421198"/>
            <a:ext cx="2772600" cy="196800"/>
          </a:xfrm>
          <a:prstGeom prst="rect">
            <a:avLst/>
          </a:prstGeom>
        </p:spPr>
        <p:txBody>
          <a:bodyPr spcFirstLastPara="1" wrap="square" lIns="0" tIns="0" rIns="91425" bIns="0" anchor="t" anchorCtr="0">
            <a:noAutofit/>
          </a:bodyPr>
          <a:lstStyle>
            <a:lvl1pPr lvl="0">
              <a:spcBef>
                <a:spcPts val="0"/>
              </a:spcBef>
              <a:spcAft>
                <a:spcPts val="0"/>
              </a:spcAft>
              <a:buNone/>
              <a:defRPr>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306" name="Google Shape;306;p34"/>
          <p:cNvSpPr txBox="1">
            <a:spLocks noGrp="1"/>
          </p:cNvSpPr>
          <p:nvPr>
            <p:ph type="subTitle" idx="9"/>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07" name="Google Shape;307;p34"/>
          <p:cNvSpPr txBox="1">
            <a:spLocks noGrp="1"/>
          </p:cNvSpPr>
          <p:nvPr>
            <p:ph type="subTitle" idx="13"/>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08" name="Google Shape;308;p34"/>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309" name="Google Shape;309;p34"/>
          <p:cNvSpPr txBox="1">
            <a:spLocks noGrp="1"/>
          </p:cNvSpPr>
          <p:nvPr>
            <p:ph type="body" idx="14"/>
          </p:nvPr>
        </p:nvSpPr>
        <p:spPr>
          <a:xfrm>
            <a:off x="3185700" y="3817800"/>
            <a:ext cx="2772600" cy="1042200"/>
          </a:xfrm>
          <a:prstGeom prst="rect">
            <a:avLst/>
          </a:prstGeom>
        </p:spPr>
        <p:txBody>
          <a:bodyPr spcFirstLastPara="1" wrap="square" lIns="0" tIns="0" rIns="91425" bIns="0" anchor="t" anchorCtr="0">
            <a:noAutofit/>
          </a:bodyPr>
          <a:lstStyle>
            <a:lvl1pPr marL="457200" lvl="0" indent="-292100">
              <a:lnSpc>
                <a:spcPct val="115000"/>
              </a:lnSpc>
              <a:spcBef>
                <a:spcPts val="0"/>
              </a:spcBef>
              <a:spcAft>
                <a:spcPts val="0"/>
              </a:spcAft>
              <a:buClr>
                <a:schemeClr val="lt1"/>
              </a:buClr>
              <a:buSzPts val="1000"/>
              <a:buFont typeface="Instrument Sans"/>
              <a:buChar char="●"/>
              <a:defRPr/>
            </a:lvl1pPr>
            <a:lvl2pPr marL="914400" lvl="1" indent="-292100">
              <a:lnSpc>
                <a:spcPct val="115000"/>
              </a:lnSpc>
              <a:spcBef>
                <a:spcPts val="0"/>
              </a:spcBef>
              <a:spcAft>
                <a:spcPts val="0"/>
              </a:spcAft>
              <a:buClr>
                <a:schemeClr val="lt1"/>
              </a:buClr>
              <a:buSzPts val="1000"/>
              <a:buFont typeface="Instrument Sans"/>
              <a:buChar char="○"/>
              <a:defRPr/>
            </a:lvl2pPr>
            <a:lvl3pPr marL="1371600" lvl="2" indent="-292100">
              <a:lnSpc>
                <a:spcPct val="115000"/>
              </a:lnSpc>
              <a:spcBef>
                <a:spcPts val="0"/>
              </a:spcBef>
              <a:spcAft>
                <a:spcPts val="0"/>
              </a:spcAft>
              <a:buClr>
                <a:schemeClr val="lt1"/>
              </a:buClr>
              <a:buSzPts val="1000"/>
              <a:buFont typeface="Instrument Sans"/>
              <a:buChar char="■"/>
              <a:defRPr/>
            </a:lvl3pPr>
            <a:lvl4pPr marL="1828800" lvl="3" indent="-292100">
              <a:lnSpc>
                <a:spcPct val="115000"/>
              </a:lnSpc>
              <a:spcBef>
                <a:spcPts val="0"/>
              </a:spcBef>
              <a:spcAft>
                <a:spcPts val="0"/>
              </a:spcAft>
              <a:buClr>
                <a:schemeClr val="lt1"/>
              </a:buClr>
              <a:buSzPts val="1000"/>
              <a:buFont typeface="Instrument Sans"/>
              <a:buChar char="●"/>
              <a:defRPr/>
            </a:lvl4pPr>
            <a:lvl5pPr marL="2286000" lvl="4" indent="-292100">
              <a:lnSpc>
                <a:spcPct val="115000"/>
              </a:lnSpc>
              <a:spcBef>
                <a:spcPts val="0"/>
              </a:spcBef>
              <a:spcAft>
                <a:spcPts val="0"/>
              </a:spcAft>
              <a:buClr>
                <a:schemeClr val="lt1"/>
              </a:buClr>
              <a:buSzPts val="1000"/>
              <a:buFont typeface="Instrument Sans"/>
              <a:buChar char="○"/>
              <a:defRPr/>
            </a:lvl5pPr>
            <a:lvl6pPr marL="2743200" lvl="5" indent="-292100">
              <a:lnSpc>
                <a:spcPct val="115000"/>
              </a:lnSpc>
              <a:spcBef>
                <a:spcPts val="0"/>
              </a:spcBef>
              <a:spcAft>
                <a:spcPts val="0"/>
              </a:spcAft>
              <a:buClr>
                <a:schemeClr val="lt1"/>
              </a:buClr>
              <a:buSzPts val="1000"/>
              <a:buFont typeface="Instrument Sans"/>
              <a:buChar char="■"/>
              <a:defRPr/>
            </a:lvl6pPr>
            <a:lvl7pPr marL="3200400" lvl="6" indent="-292100">
              <a:lnSpc>
                <a:spcPct val="115000"/>
              </a:lnSpc>
              <a:spcBef>
                <a:spcPts val="0"/>
              </a:spcBef>
              <a:spcAft>
                <a:spcPts val="0"/>
              </a:spcAft>
              <a:buClr>
                <a:schemeClr val="lt1"/>
              </a:buClr>
              <a:buSzPts val="1000"/>
              <a:buFont typeface="Instrument Sans"/>
              <a:buChar char="●"/>
              <a:defRPr/>
            </a:lvl7pPr>
            <a:lvl8pPr marL="3657600" lvl="7" indent="-292100">
              <a:lnSpc>
                <a:spcPct val="115000"/>
              </a:lnSpc>
              <a:spcBef>
                <a:spcPts val="0"/>
              </a:spcBef>
              <a:spcAft>
                <a:spcPts val="0"/>
              </a:spcAft>
              <a:buClr>
                <a:schemeClr val="lt1"/>
              </a:buClr>
              <a:buSzPts val="1000"/>
              <a:buFont typeface="Instrument Sans"/>
              <a:buChar char="○"/>
              <a:defRPr/>
            </a:lvl8pPr>
            <a:lvl9pPr marL="4114800" lvl="8" indent="-292100">
              <a:lnSpc>
                <a:spcPct val="115000"/>
              </a:lnSpc>
              <a:spcBef>
                <a:spcPts val="0"/>
              </a:spcBef>
              <a:spcAft>
                <a:spcPts val="0"/>
              </a:spcAft>
              <a:buClr>
                <a:schemeClr val="lt1"/>
              </a:buClr>
              <a:buSzPts val="1000"/>
              <a:buFont typeface="Instrument Sans"/>
              <a:buChar char="■"/>
              <a:defRPr/>
            </a:lvl9pPr>
          </a:lstStyle>
          <a:p>
            <a:endParaRPr/>
          </a:p>
        </p:txBody>
      </p:sp>
      <p:sp>
        <p:nvSpPr>
          <p:cNvPr id="310" name="Google Shape;310;p34"/>
          <p:cNvSpPr txBox="1">
            <a:spLocks noGrp="1"/>
          </p:cNvSpPr>
          <p:nvPr>
            <p:ph type="subTitle" idx="15"/>
          </p:nvPr>
        </p:nvSpPr>
        <p:spPr>
          <a:xfrm>
            <a:off x="3185700" y="3421198"/>
            <a:ext cx="2772600" cy="196800"/>
          </a:xfrm>
          <a:prstGeom prst="rect">
            <a:avLst/>
          </a:prstGeom>
        </p:spPr>
        <p:txBody>
          <a:bodyPr spcFirstLastPara="1" wrap="square" lIns="0" tIns="0" rIns="91425" bIns="0" anchor="t" anchorCtr="0">
            <a:noAutofit/>
          </a:bodyPr>
          <a:lstStyle>
            <a:lvl1pPr lvl="0">
              <a:spcBef>
                <a:spcPts val="0"/>
              </a:spcBef>
              <a:spcAft>
                <a:spcPts val="0"/>
              </a:spcAft>
              <a:buNone/>
              <a:defRPr>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311" name="Google Shape;311;p34"/>
          <p:cNvSpPr txBox="1">
            <a:spLocks noGrp="1"/>
          </p:cNvSpPr>
          <p:nvPr>
            <p:ph type="body" idx="16"/>
          </p:nvPr>
        </p:nvSpPr>
        <p:spPr>
          <a:xfrm>
            <a:off x="6086700" y="3817800"/>
            <a:ext cx="2772600" cy="1042200"/>
          </a:xfrm>
          <a:prstGeom prst="rect">
            <a:avLst/>
          </a:prstGeom>
        </p:spPr>
        <p:txBody>
          <a:bodyPr spcFirstLastPara="1" wrap="square" lIns="0" tIns="0" rIns="91425" bIns="0" anchor="t" anchorCtr="0">
            <a:noAutofit/>
          </a:bodyPr>
          <a:lstStyle>
            <a:lvl1pPr marL="457200" lvl="0" indent="-292100">
              <a:lnSpc>
                <a:spcPct val="115000"/>
              </a:lnSpc>
              <a:spcBef>
                <a:spcPts val="0"/>
              </a:spcBef>
              <a:spcAft>
                <a:spcPts val="0"/>
              </a:spcAft>
              <a:buClr>
                <a:schemeClr val="lt1"/>
              </a:buClr>
              <a:buSzPts val="1000"/>
              <a:buFont typeface="Instrument Sans"/>
              <a:buChar char="●"/>
              <a:defRPr/>
            </a:lvl1pPr>
            <a:lvl2pPr marL="914400" lvl="1" indent="-292100">
              <a:lnSpc>
                <a:spcPct val="115000"/>
              </a:lnSpc>
              <a:spcBef>
                <a:spcPts val="0"/>
              </a:spcBef>
              <a:spcAft>
                <a:spcPts val="0"/>
              </a:spcAft>
              <a:buClr>
                <a:schemeClr val="lt1"/>
              </a:buClr>
              <a:buSzPts val="1000"/>
              <a:buFont typeface="Instrument Sans"/>
              <a:buChar char="○"/>
              <a:defRPr/>
            </a:lvl2pPr>
            <a:lvl3pPr marL="1371600" lvl="2" indent="-292100">
              <a:lnSpc>
                <a:spcPct val="115000"/>
              </a:lnSpc>
              <a:spcBef>
                <a:spcPts val="0"/>
              </a:spcBef>
              <a:spcAft>
                <a:spcPts val="0"/>
              </a:spcAft>
              <a:buClr>
                <a:schemeClr val="lt1"/>
              </a:buClr>
              <a:buSzPts val="1000"/>
              <a:buFont typeface="Instrument Sans"/>
              <a:buChar char="■"/>
              <a:defRPr/>
            </a:lvl3pPr>
            <a:lvl4pPr marL="1828800" lvl="3" indent="-292100">
              <a:lnSpc>
                <a:spcPct val="115000"/>
              </a:lnSpc>
              <a:spcBef>
                <a:spcPts val="0"/>
              </a:spcBef>
              <a:spcAft>
                <a:spcPts val="0"/>
              </a:spcAft>
              <a:buClr>
                <a:schemeClr val="lt1"/>
              </a:buClr>
              <a:buSzPts val="1000"/>
              <a:buFont typeface="Instrument Sans"/>
              <a:buChar char="●"/>
              <a:defRPr/>
            </a:lvl4pPr>
            <a:lvl5pPr marL="2286000" lvl="4" indent="-292100">
              <a:lnSpc>
                <a:spcPct val="115000"/>
              </a:lnSpc>
              <a:spcBef>
                <a:spcPts val="0"/>
              </a:spcBef>
              <a:spcAft>
                <a:spcPts val="0"/>
              </a:spcAft>
              <a:buClr>
                <a:schemeClr val="lt1"/>
              </a:buClr>
              <a:buSzPts val="1000"/>
              <a:buFont typeface="Instrument Sans"/>
              <a:buChar char="○"/>
              <a:defRPr/>
            </a:lvl5pPr>
            <a:lvl6pPr marL="2743200" lvl="5" indent="-292100">
              <a:lnSpc>
                <a:spcPct val="115000"/>
              </a:lnSpc>
              <a:spcBef>
                <a:spcPts val="0"/>
              </a:spcBef>
              <a:spcAft>
                <a:spcPts val="0"/>
              </a:spcAft>
              <a:buClr>
                <a:schemeClr val="lt1"/>
              </a:buClr>
              <a:buSzPts val="1000"/>
              <a:buFont typeface="Instrument Sans"/>
              <a:buChar char="■"/>
              <a:defRPr/>
            </a:lvl6pPr>
            <a:lvl7pPr marL="3200400" lvl="6" indent="-292100">
              <a:lnSpc>
                <a:spcPct val="115000"/>
              </a:lnSpc>
              <a:spcBef>
                <a:spcPts val="0"/>
              </a:spcBef>
              <a:spcAft>
                <a:spcPts val="0"/>
              </a:spcAft>
              <a:buClr>
                <a:schemeClr val="lt1"/>
              </a:buClr>
              <a:buSzPts val="1000"/>
              <a:buFont typeface="Instrument Sans"/>
              <a:buChar char="●"/>
              <a:defRPr/>
            </a:lvl7pPr>
            <a:lvl8pPr marL="3657600" lvl="7" indent="-292100">
              <a:lnSpc>
                <a:spcPct val="115000"/>
              </a:lnSpc>
              <a:spcBef>
                <a:spcPts val="0"/>
              </a:spcBef>
              <a:spcAft>
                <a:spcPts val="0"/>
              </a:spcAft>
              <a:buClr>
                <a:schemeClr val="lt1"/>
              </a:buClr>
              <a:buSzPts val="1000"/>
              <a:buFont typeface="Instrument Sans"/>
              <a:buChar char="○"/>
              <a:defRPr/>
            </a:lvl8pPr>
            <a:lvl9pPr marL="4114800" lvl="8" indent="-292100">
              <a:lnSpc>
                <a:spcPct val="115000"/>
              </a:lnSpc>
              <a:spcBef>
                <a:spcPts val="0"/>
              </a:spcBef>
              <a:spcAft>
                <a:spcPts val="0"/>
              </a:spcAft>
              <a:buClr>
                <a:schemeClr val="lt1"/>
              </a:buClr>
              <a:buSzPts val="1000"/>
              <a:buFont typeface="Instrument Sans"/>
              <a:buChar char="■"/>
              <a:defRPr/>
            </a:lvl9pPr>
          </a:lstStyle>
          <a:p>
            <a:endParaRPr/>
          </a:p>
        </p:txBody>
      </p:sp>
      <p:sp>
        <p:nvSpPr>
          <p:cNvPr id="312" name="Google Shape;312;p34"/>
          <p:cNvSpPr txBox="1">
            <a:spLocks noGrp="1"/>
          </p:cNvSpPr>
          <p:nvPr>
            <p:ph type="subTitle" idx="17"/>
          </p:nvPr>
        </p:nvSpPr>
        <p:spPr>
          <a:xfrm>
            <a:off x="6086700" y="3421198"/>
            <a:ext cx="2772600" cy="196800"/>
          </a:xfrm>
          <a:prstGeom prst="rect">
            <a:avLst/>
          </a:prstGeom>
        </p:spPr>
        <p:txBody>
          <a:bodyPr spcFirstLastPara="1" wrap="square" lIns="0" tIns="0" rIns="91425" bIns="0" anchor="t" anchorCtr="0">
            <a:noAutofit/>
          </a:bodyPr>
          <a:lstStyle>
            <a:lvl1pPr lvl="0">
              <a:spcBef>
                <a:spcPts val="0"/>
              </a:spcBef>
              <a:spcAft>
                <a:spcPts val="0"/>
              </a:spcAft>
              <a:buNone/>
              <a:defRPr>
                <a:latin typeface="Instrument Sans Medium"/>
                <a:ea typeface="Instrument Sans Medium"/>
                <a:cs typeface="Instrument Sans Medium"/>
                <a:sym typeface="Instrument Sans Medium"/>
              </a:defRPr>
            </a:lvl1pPr>
            <a:lvl2pPr lvl="1">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2pPr>
            <a:lvl3pPr lvl="2">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3pPr>
            <a:lvl4pPr lvl="3">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4pPr>
            <a:lvl5pPr lvl="4">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5pPr>
            <a:lvl6pPr lvl="5">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6pPr>
            <a:lvl7pPr lvl="6">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7pPr>
            <a:lvl8pPr lvl="7">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8pPr>
            <a:lvl9pPr lvl="8">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body text and images">
  <p:cSld name="CUSTOM_15">
    <p:bg>
      <p:bgPr>
        <a:blipFill>
          <a:blip r:embed="rId2">
            <a:alphaModFix/>
          </a:blip>
          <a:stretch>
            <a:fillRect/>
          </a:stretch>
        </a:blipFill>
        <a:effectLst/>
      </p:bgPr>
    </p:bg>
    <p:spTree>
      <p:nvGrpSpPr>
        <p:cNvPr id="1" name="Shape 313"/>
        <p:cNvGrpSpPr/>
        <p:nvPr/>
      </p:nvGrpSpPr>
      <p:grpSpPr>
        <a:xfrm>
          <a:off x="0" y="0"/>
          <a:ext cx="0" cy="0"/>
          <a:chOff x="0" y="0"/>
          <a:chExt cx="0" cy="0"/>
        </a:xfrm>
      </p:grpSpPr>
      <p:sp>
        <p:nvSpPr>
          <p:cNvPr id="314" name="Google Shape;314;p35"/>
          <p:cNvSpPr>
            <a:spLocks noGrp="1"/>
          </p:cNvSpPr>
          <p:nvPr>
            <p:ph type="pic" idx="2"/>
          </p:nvPr>
        </p:nvSpPr>
        <p:spPr>
          <a:xfrm>
            <a:off x="284700" y="2901150"/>
            <a:ext cx="2772600" cy="1770900"/>
          </a:xfrm>
          <a:prstGeom prst="roundRect">
            <a:avLst>
              <a:gd name="adj" fmla="val 16667"/>
            </a:avLst>
          </a:prstGeom>
          <a:noFill/>
          <a:ln>
            <a:noFill/>
          </a:ln>
        </p:spPr>
      </p:sp>
      <p:sp>
        <p:nvSpPr>
          <p:cNvPr id="315" name="Google Shape;315;p35"/>
          <p:cNvSpPr>
            <a:spLocks noGrp="1"/>
          </p:cNvSpPr>
          <p:nvPr>
            <p:ph type="pic" idx="3"/>
          </p:nvPr>
        </p:nvSpPr>
        <p:spPr>
          <a:xfrm>
            <a:off x="3185800" y="2901150"/>
            <a:ext cx="2772600" cy="1770900"/>
          </a:xfrm>
          <a:prstGeom prst="roundRect">
            <a:avLst>
              <a:gd name="adj" fmla="val 16667"/>
            </a:avLst>
          </a:prstGeom>
          <a:noFill/>
          <a:ln>
            <a:noFill/>
          </a:ln>
        </p:spPr>
      </p:sp>
      <p:sp>
        <p:nvSpPr>
          <p:cNvPr id="316" name="Google Shape;316;p35"/>
          <p:cNvSpPr>
            <a:spLocks noGrp="1"/>
          </p:cNvSpPr>
          <p:nvPr>
            <p:ph type="pic" idx="4"/>
          </p:nvPr>
        </p:nvSpPr>
        <p:spPr>
          <a:xfrm>
            <a:off x="3185800" y="1440150"/>
            <a:ext cx="2772600" cy="1347600"/>
          </a:xfrm>
          <a:prstGeom prst="roundRect">
            <a:avLst>
              <a:gd name="adj" fmla="val 16667"/>
            </a:avLst>
          </a:prstGeom>
          <a:noFill/>
          <a:ln>
            <a:noFill/>
          </a:ln>
        </p:spPr>
      </p:sp>
      <p:sp>
        <p:nvSpPr>
          <p:cNvPr id="317" name="Google Shape;317;p35"/>
          <p:cNvSpPr txBox="1">
            <a:spLocks noGrp="1"/>
          </p:cNvSpPr>
          <p:nvPr>
            <p:ph type="subTitle" idx="1"/>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18" name="Google Shape;318;p35"/>
          <p:cNvSpPr txBox="1">
            <a:spLocks noGrp="1"/>
          </p:cNvSpPr>
          <p:nvPr>
            <p:ph type="subTitle" idx="5"/>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19" name="Google Shape;319;p35"/>
          <p:cNvSpPr txBox="1">
            <a:spLocks noGrp="1"/>
          </p:cNvSpPr>
          <p:nvPr>
            <p:ph type="body" idx="6"/>
          </p:nvPr>
        </p:nvSpPr>
        <p:spPr>
          <a:xfrm>
            <a:off x="284700" y="1440225"/>
            <a:ext cx="2772600" cy="965400"/>
          </a:xfrm>
          <a:prstGeom prst="rect">
            <a:avLst/>
          </a:prstGeom>
        </p:spPr>
        <p:txBody>
          <a:bodyPr spcFirstLastPara="1" wrap="square" lIns="0" tIns="0" rIns="91425" bIns="0" anchor="t" anchorCtr="0">
            <a:noAutofit/>
          </a:bodyPr>
          <a:lstStyle>
            <a:lvl1pPr marL="457200" lvl="0" indent="-292100">
              <a:spcBef>
                <a:spcPts val="0"/>
              </a:spcBef>
              <a:spcAft>
                <a:spcPts val="0"/>
              </a:spcAft>
              <a:buSzPts val="1000"/>
              <a:buFont typeface="Instrument Sans"/>
              <a:buChar char="●"/>
              <a:defRPr/>
            </a:lvl1pPr>
            <a:lvl2pPr marL="914400" lvl="1" indent="-292100">
              <a:spcBef>
                <a:spcPts val="0"/>
              </a:spcBef>
              <a:spcAft>
                <a:spcPts val="0"/>
              </a:spcAft>
              <a:buSzPts val="1000"/>
              <a:buFont typeface="Instrument Sans"/>
              <a:buChar char="○"/>
              <a:defRPr/>
            </a:lvl2pPr>
            <a:lvl3pPr marL="1371600" lvl="2" indent="-292100">
              <a:spcBef>
                <a:spcPts val="0"/>
              </a:spcBef>
              <a:spcAft>
                <a:spcPts val="0"/>
              </a:spcAft>
              <a:buSzPts val="1000"/>
              <a:buFont typeface="Instrument Sans"/>
              <a:buChar char="■"/>
              <a:defRPr/>
            </a:lvl3pPr>
            <a:lvl4pPr marL="1828800" lvl="3" indent="-292100">
              <a:spcBef>
                <a:spcPts val="0"/>
              </a:spcBef>
              <a:spcAft>
                <a:spcPts val="0"/>
              </a:spcAft>
              <a:buSzPts val="1000"/>
              <a:buFont typeface="Instrument Sans"/>
              <a:buChar char="●"/>
              <a:defRPr/>
            </a:lvl4pPr>
            <a:lvl5pPr marL="2286000" lvl="4" indent="-292100">
              <a:spcBef>
                <a:spcPts val="0"/>
              </a:spcBef>
              <a:spcAft>
                <a:spcPts val="0"/>
              </a:spcAft>
              <a:buSzPts val="1000"/>
              <a:buFont typeface="Instrument Sans"/>
              <a:buChar char="○"/>
              <a:defRPr/>
            </a:lvl5pPr>
            <a:lvl6pPr marL="2743200" lvl="5" indent="-292100">
              <a:spcBef>
                <a:spcPts val="0"/>
              </a:spcBef>
              <a:spcAft>
                <a:spcPts val="0"/>
              </a:spcAft>
              <a:buSzPts val="1000"/>
              <a:buFont typeface="Instrument Sans"/>
              <a:buChar char="■"/>
              <a:defRPr/>
            </a:lvl6pPr>
            <a:lvl7pPr marL="3200400" lvl="6" indent="-292100">
              <a:spcBef>
                <a:spcPts val="0"/>
              </a:spcBef>
              <a:spcAft>
                <a:spcPts val="0"/>
              </a:spcAft>
              <a:buSzPts val="1000"/>
              <a:buFont typeface="Instrument Sans"/>
              <a:buChar char="●"/>
              <a:defRPr/>
            </a:lvl7pPr>
            <a:lvl8pPr marL="3657600" lvl="7" indent="-292100">
              <a:spcBef>
                <a:spcPts val="0"/>
              </a:spcBef>
              <a:spcAft>
                <a:spcPts val="0"/>
              </a:spcAft>
              <a:buSzPts val="1000"/>
              <a:buFont typeface="Instrument Sans"/>
              <a:buChar char="○"/>
              <a:defRPr/>
            </a:lvl8pPr>
            <a:lvl9pPr marL="4114800" lvl="8" indent="-292100">
              <a:spcBef>
                <a:spcPts val="0"/>
              </a:spcBef>
              <a:spcAft>
                <a:spcPts val="0"/>
              </a:spcAft>
              <a:buSzPts val="1000"/>
              <a:buFont typeface="Instrument Sans"/>
              <a:buChar char="■"/>
              <a:defRPr/>
            </a:lvl9pPr>
          </a:lstStyle>
          <a:p>
            <a:endParaRPr/>
          </a:p>
        </p:txBody>
      </p:sp>
      <p:sp>
        <p:nvSpPr>
          <p:cNvPr id="320" name="Google Shape;320;p35"/>
          <p:cNvSpPr txBox="1">
            <a:spLocks noGrp="1"/>
          </p:cNvSpPr>
          <p:nvPr>
            <p:ph type="body" idx="7"/>
          </p:nvPr>
        </p:nvSpPr>
        <p:spPr>
          <a:xfrm>
            <a:off x="6086900" y="3095300"/>
            <a:ext cx="2772600" cy="655500"/>
          </a:xfrm>
          <a:prstGeom prst="rect">
            <a:avLst/>
          </a:prstGeom>
        </p:spPr>
        <p:txBody>
          <a:bodyPr spcFirstLastPara="1" wrap="square" lIns="182875" tIns="0" rIns="182875" bIns="0" anchor="t" anchorCtr="0">
            <a:noAutofit/>
          </a:bodyPr>
          <a:lstStyle>
            <a:lvl1pPr marL="457200" lvl="0" indent="-292100">
              <a:lnSpc>
                <a:spcPct val="115000"/>
              </a:lnSpc>
              <a:spcBef>
                <a:spcPts val="0"/>
              </a:spcBef>
              <a:spcAft>
                <a:spcPts val="0"/>
              </a:spcAft>
              <a:buClr>
                <a:schemeClr val="lt1"/>
              </a:buClr>
              <a:buSzPts val="1000"/>
              <a:buFont typeface="Instrument Sans"/>
              <a:buChar char="●"/>
              <a:defRPr/>
            </a:lvl1pPr>
            <a:lvl2pPr marL="914400" lvl="1" indent="-292100">
              <a:lnSpc>
                <a:spcPct val="115000"/>
              </a:lnSpc>
              <a:spcBef>
                <a:spcPts val="0"/>
              </a:spcBef>
              <a:spcAft>
                <a:spcPts val="0"/>
              </a:spcAft>
              <a:buClr>
                <a:schemeClr val="lt1"/>
              </a:buClr>
              <a:buSzPts val="1000"/>
              <a:buFont typeface="Instrument Sans"/>
              <a:buChar char="○"/>
              <a:defRPr/>
            </a:lvl2pPr>
            <a:lvl3pPr marL="1371600" lvl="2" indent="-292100">
              <a:lnSpc>
                <a:spcPct val="115000"/>
              </a:lnSpc>
              <a:spcBef>
                <a:spcPts val="0"/>
              </a:spcBef>
              <a:spcAft>
                <a:spcPts val="0"/>
              </a:spcAft>
              <a:buClr>
                <a:schemeClr val="lt1"/>
              </a:buClr>
              <a:buSzPts val="1000"/>
              <a:buFont typeface="Instrument Sans"/>
              <a:buChar char="■"/>
              <a:defRPr/>
            </a:lvl3pPr>
            <a:lvl4pPr marL="1828800" lvl="3" indent="-292100">
              <a:lnSpc>
                <a:spcPct val="115000"/>
              </a:lnSpc>
              <a:spcBef>
                <a:spcPts val="0"/>
              </a:spcBef>
              <a:spcAft>
                <a:spcPts val="0"/>
              </a:spcAft>
              <a:buClr>
                <a:schemeClr val="lt1"/>
              </a:buClr>
              <a:buSzPts val="1000"/>
              <a:buFont typeface="Instrument Sans"/>
              <a:buChar char="●"/>
              <a:defRPr/>
            </a:lvl4pPr>
            <a:lvl5pPr marL="2286000" lvl="4" indent="-292100">
              <a:lnSpc>
                <a:spcPct val="115000"/>
              </a:lnSpc>
              <a:spcBef>
                <a:spcPts val="0"/>
              </a:spcBef>
              <a:spcAft>
                <a:spcPts val="0"/>
              </a:spcAft>
              <a:buClr>
                <a:schemeClr val="lt1"/>
              </a:buClr>
              <a:buSzPts val="1000"/>
              <a:buFont typeface="Instrument Sans"/>
              <a:buChar char="○"/>
              <a:defRPr/>
            </a:lvl5pPr>
            <a:lvl6pPr marL="2743200" lvl="5" indent="-292100">
              <a:lnSpc>
                <a:spcPct val="115000"/>
              </a:lnSpc>
              <a:spcBef>
                <a:spcPts val="0"/>
              </a:spcBef>
              <a:spcAft>
                <a:spcPts val="0"/>
              </a:spcAft>
              <a:buClr>
                <a:schemeClr val="lt1"/>
              </a:buClr>
              <a:buSzPts val="1000"/>
              <a:buFont typeface="Instrument Sans"/>
              <a:buChar char="■"/>
              <a:defRPr/>
            </a:lvl6pPr>
            <a:lvl7pPr marL="3200400" lvl="6" indent="-292100">
              <a:lnSpc>
                <a:spcPct val="115000"/>
              </a:lnSpc>
              <a:spcBef>
                <a:spcPts val="0"/>
              </a:spcBef>
              <a:spcAft>
                <a:spcPts val="0"/>
              </a:spcAft>
              <a:buClr>
                <a:schemeClr val="lt1"/>
              </a:buClr>
              <a:buSzPts val="1000"/>
              <a:buFont typeface="Instrument Sans"/>
              <a:buChar char="●"/>
              <a:defRPr/>
            </a:lvl7pPr>
            <a:lvl8pPr marL="3657600" lvl="7" indent="-292100">
              <a:lnSpc>
                <a:spcPct val="115000"/>
              </a:lnSpc>
              <a:spcBef>
                <a:spcPts val="0"/>
              </a:spcBef>
              <a:spcAft>
                <a:spcPts val="0"/>
              </a:spcAft>
              <a:buClr>
                <a:schemeClr val="lt1"/>
              </a:buClr>
              <a:buSzPts val="1000"/>
              <a:buFont typeface="Instrument Sans"/>
              <a:buChar char="○"/>
              <a:defRPr/>
            </a:lvl8pPr>
            <a:lvl9pPr marL="4114800" lvl="8" indent="-292100">
              <a:lnSpc>
                <a:spcPct val="115000"/>
              </a:lnSpc>
              <a:spcBef>
                <a:spcPts val="0"/>
              </a:spcBef>
              <a:spcAft>
                <a:spcPts val="0"/>
              </a:spcAft>
              <a:buClr>
                <a:schemeClr val="lt1"/>
              </a:buClr>
              <a:buSzPts val="1000"/>
              <a:buFont typeface="Instrument Sans"/>
              <a:buChar char="■"/>
              <a:defRPr/>
            </a:lvl9pPr>
          </a:lstStyle>
          <a:p>
            <a:endParaRPr/>
          </a:p>
        </p:txBody>
      </p:sp>
      <p:sp>
        <p:nvSpPr>
          <p:cNvPr id="321" name="Google Shape;321;p35"/>
          <p:cNvSpPr txBox="1">
            <a:spLocks noGrp="1"/>
          </p:cNvSpPr>
          <p:nvPr>
            <p:ph type="title"/>
          </p:nvPr>
        </p:nvSpPr>
        <p:spPr>
          <a:xfrm>
            <a:off x="284700" y="474750"/>
            <a:ext cx="5673600" cy="498600"/>
          </a:xfrm>
          <a:prstGeom prst="rect">
            <a:avLst/>
          </a:prstGeom>
        </p:spPr>
        <p:txBody>
          <a:bodyPr spcFirstLastPara="1" wrap="square" lIns="0" tIns="0" rIns="0" bIns="0" anchor="b" anchorCtr="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atin typeface="Instrument Sans Medium"/>
                <a:ea typeface="Instrument Sans Medium"/>
                <a:cs typeface="Instrument Sans Medium"/>
                <a:sym typeface="Instrument Sans Medium"/>
              </a:defRPr>
            </a:lvl2pPr>
            <a:lvl3pPr lvl="2">
              <a:lnSpc>
                <a:spcPct val="115000"/>
              </a:lnSpc>
              <a:spcBef>
                <a:spcPts val="0"/>
              </a:spcBef>
              <a:spcAft>
                <a:spcPts val="0"/>
              </a:spcAft>
              <a:buNone/>
              <a:defRPr sz="2400">
                <a:latin typeface="Instrument Sans Medium"/>
                <a:ea typeface="Instrument Sans Medium"/>
                <a:cs typeface="Instrument Sans Medium"/>
                <a:sym typeface="Instrument Sans Medium"/>
              </a:defRPr>
            </a:lvl3pPr>
            <a:lvl4pPr lvl="3">
              <a:lnSpc>
                <a:spcPct val="115000"/>
              </a:lnSpc>
              <a:spcBef>
                <a:spcPts val="0"/>
              </a:spcBef>
              <a:spcAft>
                <a:spcPts val="0"/>
              </a:spcAft>
              <a:buNone/>
              <a:defRPr sz="2400">
                <a:latin typeface="Instrument Sans Medium"/>
                <a:ea typeface="Instrument Sans Medium"/>
                <a:cs typeface="Instrument Sans Medium"/>
                <a:sym typeface="Instrument Sans Medium"/>
              </a:defRPr>
            </a:lvl4pPr>
            <a:lvl5pPr lvl="4">
              <a:lnSpc>
                <a:spcPct val="115000"/>
              </a:lnSpc>
              <a:spcBef>
                <a:spcPts val="0"/>
              </a:spcBef>
              <a:spcAft>
                <a:spcPts val="0"/>
              </a:spcAft>
              <a:buNone/>
              <a:defRPr sz="2400">
                <a:latin typeface="Instrument Sans Medium"/>
                <a:ea typeface="Instrument Sans Medium"/>
                <a:cs typeface="Instrument Sans Medium"/>
                <a:sym typeface="Instrument Sans Medium"/>
              </a:defRPr>
            </a:lvl5pPr>
            <a:lvl6pPr lvl="5">
              <a:lnSpc>
                <a:spcPct val="115000"/>
              </a:lnSpc>
              <a:spcBef>
                <a:spcPts val="0"/>
              </a:spcBef>
              <a:spcAft>
                <a:spcPts val="0"/>
              </a:spcAft>
              <a:buNone/>
              <a:defRPr sz="2400">
                <a:latin typeface="Instrument Sans Medium"/>
                <a:ea typeface="Instrument Sans Medium"/>
                <a:cs typeface="Instrument Sans Medium"/>
                <a:sym typeface="Instrument Sans Medium"/>
              </a:defRPr>
            </a:lvl6pPr>
            <a:lvl7pPr lvl="6">
              <a:lnSpc>
                <a:spcPct val="115000"/>
              </a:lnSpc>
              <a:spcBef>
                <a:spcPts val="0"/>
              </a:spcBef>
              <a:spcAft>
                <a:spcPts val="0"/>
              </a:spcAft>
              <a:buNone/>
              <a:defRPr sz="2400">
                <a:latin typeface="Instrument Sans Medium"/>
                <a:ea typeface="Instrument Sans Medium"/>
                <a:cs typeface="Instrument Sans Medium"/>
                <a:sym typeface="Instrument Sans Medium"/>
              </a:defRPr>
            </a:lvl7pPr>
            <a:lvl8pPr lvl="7">
              <a:lnSpc>
                <a:spcPct val="115000"/>
              </a:lnSpc>
              <a:spcBef>
                <a:spcPts val="0"/>
              </a:spcBef>
              <a:spcAft>
                <a:spcPts val="0"/>
              </a:spcAft>
              <a:buNone/>
              <a:defRPr sz="2400">
                <a:latin typeface="Instrument Sans Medium"/>
                <a:ea typeface="Instrument Sans Medium"/>
                <a:cs typeface="Instrument Sans Medium"/>
                <a:sym typeface="Instrument Sans Medium"/>
              </a:defRPr>
            </a:lvl8pPr>
            <a:lvl9pPr lvl="8">
              <a:lnSpc>
                <a:spcPct val="115000"/>
              </a:lnSpc>
              <a:spcBef>
                <a:spcPts val="0"/>
              </a:spcBef>
              <a:spcAft>
                <a:spcPts val="0"/>
              </a:spcAft>
              <a:buNone/>
              <a:defRPr sz="2400">
                <a:latin typeface="Instrument Sans Medium"/>
                <a:ea typeface="Instrument Sans Medium"/>
                <a:cs typeface="Instrument Sans Medium"/>
                <a:sym typeface="Instrument Sans Medium"/>
              </a:defRPr>
            </a:lvl9pPr>
          </a:lstStyle>
          <a:p>
            <a:endParaRPr/>
          </a:p>
        </p:txBody>
      </p:sp>
      <p:sp>
        <p:nvSpPr>
          <p:cNvPr id="322" name="Google Shape;322;p35"/>
          <p:cNvSpPr txBox="1">
            <a:spLocks noGrp="1"/>
          </p:cNvSpPr>
          <p:nvPr>
            <p:ph type="subTitle" idx="8"/>
          </p:nvPr>
        </p:nvSpPr>
        <p:spPr>
          <a:xfrm>
            <a:off x="6084175" y="2787750"/>
            <a:ext cx="2772600" cy="192000"/>
          </a:xfrm>
          <a:prstGeom prst="rect">
            <a:avLst/>
          </a:prstGeom>
        </p:spPr>
        <p:txBody>
          <a:bodyPr spcFirstLastPara="1" wrap="square" lIns="182875" tIns="0" rIns="182875" bIns="0" anchor="t" anchorCtr="0">
            <a:noAutofit/>
          </a:bodyPr>
          <a:lstStyle>
            <a:lvl1pPr lvl="0">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1pPr>
            <a:lvl2pPr lvl="1">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Full image w/ left box">
  <p:cSld name="BLANK_1_1_1_1_1_1_1_1_1_1_1_1_1_1_1_1_1_1_1_1_2">
    <p:spTree>
      <p:nvGrpSpPr>
        <p:cNvPr id="1" name="Shape 323"/>
        <p:cNvGrpSpPr/>
        <p:nvPr/>
      </p:nvGrpSpPr>
      <p:grpSpPr>
        <a:xfrm>
          <a:off x="0" y="0"/>
          <a:ext cx="0" cy="0"/>
          <a:chOff x="0" y="0"/>
          <a:chExt cx="0" cy="0"/>
        </a:xfrm>
      </p:grpSpPr>
      <p:sp>
        <p:nvSpPr>
          <p:cNvPr id="324" name="Google Shape;324;p36"/>
          <p:cNvSpPr>
            <a:spLocks noGrp="1"/>
          </p:cNvSpPr>
          <p:nvPr>
            <p:ph type="pic" idx="2"/>
          </p:nvPr>
        </p:nvSpPr>
        <p:spPr>
          <a:xfrm>
            <a:off x="-10475" y="0"/>
            <a:ext cx="9167700" cy="5143500"/>
          </a:xfrm>
          <a:prstGeom prst="rect">
            <a:avLst/>
          </a:prstGeom>
          <a:noFill/>
          <a:ln>
            <a:noFill/>
          </a:ln>
        </p:spPr>
      </p:sp>
      <p:sp>
        <p:nvSpPr>
          <p:cNvPr id="325" name="Google Shape;325;p36"/>
          <p:cNvSpPr txBox="1">
            <a:spLocks noGrp="1"/>
          </p:cNvSpPr>
          <p:nvPr>
            <p:ph type="subTitle" idx="1"/>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26" name="Google Shape;326;p36"/>
          <p:cNvSpPr txBox="1">
            <a:spLocks noGrp="1"/>
          </p:cNvSpPr>
          <p:nvPr>
            <p:ph type="subTitle" idx="3"/>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27" name="Google Shape;327;p36"/>
          <p:cNvSpPr txBox="1">
            <a:spLocks noGrp="1"/>
          </p:cNvSpPr>
          <p:nvPr>
            <p:ph type="body" idx="4"/>
          </p:nvPr>
        </p:nvSpPr>
        <p:spPr>
          <a:xfrm>
            <a:off x="284800" y="3713250"/>
            <a:ext cx="4227300" cy="955200"/>
          </a:xfrm>
          <a:prstGeom prst="rect">
            <a:avLst/>
          </a:prstGeom>
        </p:spPr>
        <p:txBody>
          <a:bodyPr spcFirstLastPara="1" wrap="square" lIns="182875" tIns="0" rIns="182875" bIns="182875" anchor="b" anchorCtr="0">
            <a:noAutofit/>
          </a:bodyPr>
          <a:lstStyle>
            <a:lvl1pPr marL="457200" lvl="0" indent="-292100">
              <a:spcBef>
                <a:spcPts val="0"/>
              </a:spcBef>
              <a:spcAft>
                <a:spcPts val="0"/>
              </a:spcAft>
              <a:buClr>
                <a:schemeClr val="lt1"/>
              </a:buClr>
              <a:buSzPts val="1000"/>
              <a:buFont typeface="Instrument Sans"/>
              <a:buChar char="●"/>
              <a:defRPr/>
            </a:lvl1pPr>
            <a:lvl2pPr marL="914400" lvl="1" indent="-292100">
              <a:spcBef>
                <a:spcPts val="0"/>
              </a:spcBef>
              <a:spcAft>
                <a:spcPts val="0"/>
              </a:spcAft>
              <a:buClr>
                <a:schemeClr val="lt1"/>
              </a:buClr>
              <a:buSzPts val="1000"/>
              <a:buFont typeface="Instrument Sans"/>
              <a:buChar char="○"/>
              <a:defRPr/>
            </a:lvl2pPr>
            <a:lvl3pPr marL="1371600" lvl="2" indent="-292100">
              <a:spcBef>
                <a:spcPts val="0"/>
              </a:spcBef>
              <a:spcAft>
                <a:spcPts val="0"/>
              </a:spcAft>
              <a:buClr>
                <a:schemeClr val="lt1"/>
              </a:buClr>
              <a:buSzPts val="1000"/>
              <a:buFont typeface="Instrument Sans"/>
              <a:buChar char="■"/>
              <a:defRPr/>
            </a:lvl3pPr>
            <a:lvl4pPr marL="1828800" lvl="3" indent="-292100">
              <a:spcBef>
                <a:spcPts val="0"/>
              </a:spcBef>
              <a:spcAft>
                <a:spcPts val="0"/>
              </a:spcAft>
              <a:buClr>
                <a:schemeClr val="lt1"/>
              </a:buClr>
              <a:buSzPts val="1000"/>
              <a:buFont typeface="Instrument Sans"/>
              <a:buChar char="●"/>
              <a:defRPr/>
            </a:lvl4pPr>
            <a:lvl5pPr marL="2286000" lvl="4" indent="-292100">
              <a:spcBef>
                <a:spcPts val="0"/>
              </a:spcBef>
              <a:spcAft>
                <a:spcPts val="0"/>
              </a:spcAft>
              <a:buClr>
                <a:schemeClr val="lt1"/>
              </a:buClr>
              <a:buSzPts val="1000"/>
              <a:buFont typeface="Instrument Sans"/>
              <a:buChar char="○"/>
              <a:defRPr/>
            </a:lvl5pPr>
            <a:lvl6pPr marL="2743200" lvl="5" indent="-292100">
              <a:spcBef>
                <a:spcPts val="0"/>
              </a:spcBef>
              <a:spcAft>
                <a:spcPts val="0"/>
              </a:spcAft>
              <a:buClr>
                <a:schemeClr val="lt1"/>
              </a:buClr>
              <a:buSzPts val="1000"/>
              <a:buFont typeface="Instrument Sans"/>
              <a:buChar char="■"/>
              <a:defRPr/>
            </a:lvl6pPr>
            <a:lvl7pPr marL="3200400" lvl="6" indent="-292100">
              <a:spcBef>
                <a:spcPts val="0"/>
              </a:spcBef>
              <a:spcAft>
                <a:spcPts val="0"/>
              </a:spcAft>
              <a:buClr>
                <a:schemeClr val="lt1"/>
              </a:buClr>
              <a:buSzPts val="1000"/>
              <a:buFont typeface="Instrument Sans"/>
              <a:buChar char="●"/>
              <a:defRPr/>
            </a:lvl7pPr>
            <a:lvl8pPr marL="3657600" lvl="7" indent="-292100">
              <a:spcBef>
                <a:spcPts val="0"/>
              </a:spcBef>
              <a:spcAft>
                <a:spcPts val="0"/>
              </a:spcAft>
              <a:buClr>
                <a:schemeClr val="lt1"/>
              </a:buClr>
              <a:buSzPts val="1000"/>
              <a:buFont typeface="Instrument Sans"/>
              <a:buChar char="○"/>
              <a:defRPr/>
            </a:lvl8pPr>
            <a:lvl9pPr marL="4114800" lvl="8" indent="-292100">
              <a:spcBef>
                <a:spcPts val="0"/>
              </a:spcBef>
              <a:spcAft>
                <a:spcPts val="0"/>
              </a:spcAft>
              <a:buClr>
                <a:schemeClr val="lt1"/>
              </a:buClr>
              <a:buSzPts val="1000"/>
              <a:buFont typeface="Instrument Sans"/>
              <a:buChar char="■"/>
              <a:defRPr/>
            </a:lvl9pPr>
          </a:lstStyle>
          <a:p>
            <a:endParaRPr/>
          </a:p>
        </p:txBody>
      </p:sp>
      <p:sp>
        <p:nvSpPr>
          <p:cNvPr id="328" name="Google Shape;328;p36"/>
          <p:cNvSpPr txBox="1">
            <a:spLocks noGrp="1"/>
          </p:cNvSpPr>
          <p:nvPr>
            <p:ph type="title"/>
          </p:nvPr>
        </p:nvSpPr>
        <p:spPr>
          <a:xfrm>
            <a:off x="284700" y="474750"/>
            <a:ext cx="4227300" cy="965400"/>
          </a:xfrm>
          <a:prstGeom prst="rect">
            <a:avLst/>
          </a:prstGeom>
        </p:spPr>
        <p:txBody>
          <a:bodyPr spcFirstLastPara="1" wrap="square" lIns="0" tIns="0" rIns="0" bIns="0" anchor="t" anchorCtr="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vl2pPr>
            <a:lvl3pPr lvl="2">
              <a:lnSpc>
                <a:spcPct val="115000"/>
              </a:lnSpc>
              <a:spcBef>
                <a:spcPts val="0"/>
              </a:spcBef>
              <a:spcAft>
                <a:spcPts val="0"/>
              </a:spcAft>
              <a:buNone/>
              <a:defRPr sz="2400"/>
            </a:lvl3pPr>
            <a:lvl4pPr lvl="3">
              <a:lnSpc>
                <a:spcPct val="115000"/>
              </a:lnSpc>
              <a:spcBef>
                <a:spcPts val="0"/>
              </a:spcBef>
              <a:spcAft>
                <a:spcPts val="0"/>
              </a:spcAft>
              <a:buNone/>
              <a:defRPr sz="2400"/>
            </a:lvl4pPr>
            <a:lvl5pPr lvl="4">
              <a:lnSpc>
                <a:spcPct val="115000"/>
              </a:lnSpc>
              <a:spcBef>
                <a:spcPts val="0"/>
              </a:spcBef>
              <a:spcAft>
                <a:spcPts val="0"/>
              </a:spcAft>
              <a:buNone/>
              <a:defRPr sz="2400"/>
            </a:lvl5pPr>
            <a:lvl6pPr lvl="5">
              <a:lnSpc>
                <a:spcPct val="115000"/>
              </a:lnSpc>
              <a:spcBef>
                <a:spcPts val="0"/>
              </a:spcBef>
              <a:spcAft>
                <a:spcPts val="0"/>
              </a:spcAft>
              <a:buNone/>
              <a:defRPr sz="2400"/>
            </a:lvl6pPr>
            <a:lvl7pPr lvl="6">
              <a:lnSpc>
                <a:spcPct val="115000"/>
              </a:lnSpc>
              <a:spcBef>
                <a:spcPts val="0"/>
              </a:spcBef>
              <a:spcAft>
                <a:spcPts val="0"/>
              </a:spcAft>
              <a:buNone/>
              <a:defRPr sz="2400"/>
            </a:lvl7pPr>
            <a:lvl8pPr lvl="7">
              <a:lnSpc>
                <a:spcPct val="115000"/>
              </a:lnSpc>
              <a:spcBef>
                <a:spcPts val="0"/>
              </a:spcBef>
              <a:spcAft>
                <a:spcPts val="0"/>
              </a:spcAft>
              <a:buNone/>
              <a:defRPr sz="2400"/>
            </a:lvl8pPr>
            <a:lvl9pPr lvl="8">
              <a:lnSpc>
                <a:spcPct val="115000"/>
              </a:lnSpc>
              <a:spcBef>
                <a:spcPts val="0"/>
              </a:spcBef>
              <a:spcAft>
                <a:spcPts val="0"/>
              </a:spcAft>
              <a:buNone/>
              <a:defRPr sz="2400"/>
            </a:lvl9pPr>
          </a:lstStyle>
          <a:p>
            <a:endParaRPr/>
          </a:p>
        </p:txBody>
      </p:sp>
      <p:sp>
        <p:nvSpPr>
          <p:cNvPr id="329" name="Google Shape;329;p36"/>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Full image w/ right box ">
  <p:cSld name="BLANK_1_1_1_1_1_1_1_1_1_1_1_1_1_1_1_1_1_1_1_1_2_1">
    <p:spTree>
      <p:nvGrpSpPr>
        <p:cNvPr id="1" name="Shape 330"/>
        <p:cNvGrpSpPr/>
        <p:nvPr/>
      </p:nvGrpSpPr>
      <p:grpSpPr>
        <a:xfrm>
          <a:off x="0" y="0"/>
          <a:ext cx="0" cy="0"/>
          <a:chOff x="0" y="0"/>
          <a:chExt cx="0" cy="0"/>
        </a:xfrm>
      </p:grpSpPr>
      <p:sp>
        <p:nvSpPr>
          <p:cNvPr id="331" name="Google Shape;331;p37"/>
          <p:cNvSpPr>
            <a:spLocks noGrp="1"/>
          </p:cNvSpPr>
          <p:nvPr>
            <p:ph type="pic" idx="2"/>
          </p:nvPr>
        </p:nvSpPr>
        <p:spPr>
          <a:xfrm>
            <a:off x="-10475" y="0"/>
            <a:ext cx="9167700" cy="5143500"/>
          </a:xfrm>
          <a:prstGeom prst="rect">
            <a:avLst/>
          </a:prstGeom>
          <a:noFill/>
          <a:ln>
            <a:noFill/>
          </a:ln>
        </p:spPr>
      </p:sp>
      <p:sp>
        <p:nvSpPr>
          <p:cNvPr id="332" name="Google Shape;332;p37"/>
          <p:cNvSpPr txBox="1">
            <a:spLocks noGrp="1"/>
          </p:cNvSpPr>
          <p:nvPr>
            <p:ph type="subTitle" idx="1"/>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33" name="Google Shape;333;p37"/>
          <p:cNvSpPr txBox="1">
            <a:spLocks noGrp="1"/>
          </p:cNvSpPr>
          <p:nvPr>
            <p:ph type="subTitle" idx="3"/>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34" name="Google Shape;334;p37"/>
          <p:cNvSpPr txBox="1">
            <a:spLocks noGrp="1"/>
          </p:cNvSpPr>
          <p:nvPr>
            <p:ph type="body" idx="4"/>
          </p:nvPr>
        </p:nvSpPr>
        <p:spPr>
          <a:xfrm>
            <a:off x="5078626" y="3728550"/>
            <a:ext cx="3767400" cy="941700"/>
          </a:xfrm>
          <a:prstGeom prst="rect">
            <a:avLst/>
          </a:prstGeom>
        </p:spPr>
        <p:txBody>
          <a:bodyPr spcFirstLastPara="1" wrap="square" lIns="182875" tIns="0" rIns="182875" bIns="182875" anchor="b" anchorCtr="0">
            <a:noAutofit/>
          </a:bodyPr>
          <a:lstStyle>
            <a:lvl1pPr marL="457200" lvl="0" indent="-292100">
              <a:spcBef>
                <a:spcPts val="0"/>
              </a:spcBef>
              <a:spcAft>
                <a:spcPts val="0"/>
              </a:spcAft>
              <a:buClr>
                <a:schemeClr val="lt1"/>
              </a:buClr>
              <a:buSzPts val="1000"/>
              <a:buFont typeface="Instrument Sans"/>
              <a:buChar char="●"/>
              <a:defRPr/>
            </a:lvl1pPr>
            <a:lvl2pPr marL="914400" lvl="1" indent="-292100">
              <a:spcBef>
                <a:spcPts val="0"/>
              </a:spcBef>
              <a:spcAft>
                <a:spcPts val="0"/>
              </a:spcAft>
              <a:buClr>
                <a:schemeClr val="lt1"/>
              </a:buClr>
              <a:buSzPts val="1000"/>
              <a:buFont typeface="Instrument Sans"/>
              <a:buChar char="○"/>
              <a:defRPr/>
            </a:lvl2pPr>
            <a:lvl3pPr marL="1371600" lvl="2" indent="-292100">
              <a:spcBef>
                <a:spcPts val="0"/>
              </a:spcBef>
              <a:spcAft>
                <a:spcPts val="0"/>
              </a:spcAft>
              <a:buClr>
                <a:schemeClr val="lt1"/>
              </a:buClr>
              <a:buSzPts val="1000"/>
              <a:buFont typeface="Instrument Sans"/>
              <a:buChar char="■"/>
              <a:defRPr/>
            </a:lvl3pPr>
            <a:lvl4pPr marL="1828800" lvl="3" indent="-292100">
              <a:spcBef>
                <a:spcPts val="0"/>
              </a:spcBef>
              <a:spcAft>
                <a:spcPts val="0"/>
              </a:spcAft>
              <a:buClr>
                <a:schemeClr val="lt1"/>
              </a:buClr>
              <a:buSzPts val="1000"/>
              <a:buFont typeface="Instrument Sans"/>
              <a:buChar char="●"/>
              <a:defRPr/>
            </a:lvl4pPr>
            <a:lvl5pPr marL="2286000" lvl="4" indent="-292100">
              <a:spcBef>
                <a:spcPts val="0"/>
              </a:spcBef>
              <a:spcAft>
                <a:spcPts val="0"/>
              </a:spcAft>
              <a:buClr>
                <a:schemeClr val="lt1"/>
              </a:buClr>
              <a:buSzPts val="1000"/>
              <a:buFont typeface="Instrument Sans"/>
              <a:buChar char="○"/>
              <a:defRPr/>
            </a:lvl5pPr>
            <a:lvl6pPr marL="2743200" lvl="5" indent="-292100">
              <a:spcBef>
                <a:spcPts val="0"/>
              </a:spcBef>
              <a:spcAft>
                <a:spcPts val="0"/>
              </a:spcAft>
              <a:buClr>
                <a:schemeClr val="lt1"/>
              </a:buClr>
              <a:buSzPts val="1000"/>
              <a:buFont typeface="Instrument Sans"/>
              <a:buChar char="■"/>
              <a:defRPr/>
            </a:lvl6pPr>
            <a:lvl7pPr marL="3200400" lvl="6" indent="-292100">
              <a:spcBef>
                <a:spcPts val="0"/>
              </a:spcBef>
              <a:spcAft>
                <a:spcPts val="0"/>
              </a:spcAft>
              <a:buClr>
                <a:schemeClr val="lt1"/>
              </a:buClr>
              <a:buSzPts val="1000"/>
              <a:buFont typeface="Instrument Sans"/>
              <a:buChar char="●"/>
              <a:defRPr/>
            </a:lvl7pPr>
            <a:lvl8pPr marL="3657600" lvl="7" indent="-292100">
              <a:spcBef>
                <a:spcPts val="0"/>
              </a:spcBef>
              <a:spcAft>
                <a:spcPts val="0"/>
              </a:spcAft>
              <a:buClr>
                <a:schemeClr val="lt1"/>
              </a:buClr>
              <a:buSzPts val="1000"/>
              <a:buFont typeface="Instrument Sans"/>
              <a:buChar char="○"/>
              <a:defRPr/>
            </a:lvl8pPr>
            <a:lvl9pPr marL="4114800" lvl="8" indent="-292100">
              <a:spcBef>
                <a:spcPts val="0"/>
              </a:spcBef>
              <a:spcAft>
                <a:spcPts val="0"/>
              </a:spcAft>
              <a:buClr>
                <a:schemeClr val="lt1"/>
              </a:buClr>
              <a:buSzPts val="1000"/>
              <a:buFont typeface="Instrument Sans"/>
              <a:buChar char="■"/>
              <a:defRPr/>
            </a:lvl9pPr>
          </a:lstStyle>
          <a:p>
            <a:endParaRPr/>
          </a:p>
        </p:txBody>
      </p:sp>
      <p:sp>
        <p:nvSpPr>
          <p:cNvPr id="335" name="Google Shape;335;p37"/>
          <p:cNvSpPr txBox="1">
            <a:spLocks noGrp="1"/>
          </p:cNvSpPr>
          <p:nvPr>
            <p:ph type="title"/>
          </p:nvPr>
        </p:nvSpPr>
        <p:spPr>
          <a:xfrm>
            <a:off x="284700" y="474750"/>
            <a:ext cx="4344900" cy="965400"/>
          </a:xfrm>
          <a:prstGeom prst="rect">
            <a:avLst/>
          </a:prstGeom>
        </p:spPr>
        <p:txBody>
          <a:bodyPr spcFirstLastPara="1" wrap="square" lIns="0" tIns="0" rIns="0" bIns="0" anchor="t" anchorCtr="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vl2pPr>
            <a:lvl3pPr lvl="2">
              <a:lnSpc>
                <a:spcPct val="115000"/>
              </a:lnSpc>
              <a:spcBef>
                <a:spcPts val="0"/>
              </a:spcBef>
              <a:spcAft>
                <a:spcPts val="0"/>
              </a:spcAft>
              <a:buNone/>
              <a:defRPr sz="2400"/>
            </a:lvl3pPr>
            <a:lvl4pPr lvl="3">
              <a:lnSpc>
                <a:spcPct val="115000"/>
              </a:lnSpc>
              <a:spcBef>
                <a:spcPts val="0"/>
              </a:spcBef>
              <a:spcAft>
                <a:spcPts val="0"/>
              </a:spcAft>
              <a:buNone/>
              <a:defRPr sz="2400"/>
            </a:lvl4pPr>
            <a:lvl5pPr lvl="4">
              <a:lnSpc>
                <a:spcPct val="115000"/>
              </a:lnSpc>
              <a:spcBef>
                <a:spcPts val="0"/>
              </a:spcBef>
              <a:spcAft>
                <a:spcPts val="0"/>
              </a:spcAft>
              <a:buNone/>
              <a:defRPr sz="2400"/>
            </a:lvl5pPr>
            <a:lvl6pPr lvl="5">
              <a:lnSpc>
                <a:spcPct val="115000"/>
              </a:lnSpc>
              <a:spcBef>
                <a:spcPts val="0"/>
              </a:spcBef>
              <a:spcAft>
                <a:spcPts val="0"/>
              </a:spcAft>
              <a:buNone/>
              <a:defRPr sz="2400"/>
            </a:lvl6pPr>
            <a:lvl7pPr lvl="6">
              <a:lnSpc>
                <a:spcPct val="115000"/>
              </a:lnSpc>
              <a:spcBef>
                <a:spcPts val="0"/>
              </a:spcBef>
              <a:spcAft>
                <a:spcPts val="0"/>
              </a:spcAft>
              <a:buNone/>
              <a:defRPr sz="2400"/>
            </a:lvl7pPr>
            <a:lvl8pPr lvl="7">
              <a:lnSpc>
                <a:spcPct val="115000"/>
              </a:lnSpc>
              <a:spcBef>
                <a:spcPts val="0"/>
              </a:spcBef>
              <a:spcAft>
                <a:spcPts val="0"/>
              </a:spcAft>
              <a:buNone/>
              <a:defRPr sz="2400"/>
            </a:lvl8pPr>
            <a:lvl9pPr lvl="8">
              <a:lnSpc>
                <a:spcPct val="115000"/>
              </a:lnSpc>
              <a:spcBef>
                <a:spcPts val="0"/>
              </a:spcBef>
              <a:spcAft>
                <a:spcPts val="0"/>
              </a:spcAft>
              <a:buNone/>
              <a:defRPr sz="2400"/>
            </a:lvl9pPr>
          </a:lstStyle>
          <a:p>
            <a:endParaRPr/>
          </a:p>
        </p:txBody>
      </p:sp>
      <p:sp>
        <p:nvSpPr>
          <p:cNvPr id="336" name="Google Shape;336;p37"/>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ext/images and blocks">
  <p:cSld name="CUSTOM_7">
    <p:bg>
      <p:bgPr>
        <a:blipFill>
          <a:blip r:embed="rId2">
            <a:alphaModFix/>
          </a:blip>
          <a:stretch>
            <a:fillRect/>
          </a:stretch>
        </a:blipFill>
        <a:effectLst/>
      </p:bgPr>
    </p:bg>
    <p:spTree>
      <p:nvGrpSpPr>
        <p:cNvPr id="1" name="Shape 337"/>
        <p:cNvGrpSpPr/>
        <p:nvPr/>
      </p:nvGrpSpPr>
      <p:grpSpPr>
        <a:xfrm>
          <a:off x="0" y="0"/>
          <a:ext cx="0" cy="0"/>
          <a:chOff x="0" y="0"/>
          <a:chExt cx="0" cy="0"/>
        </a:xfrm>
      </p:grpSpPr>
      <p:sp>
        <p:nvSpPr>
          <p:cNvPr id="338" name="Google Shape;338;p38"/>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339" name="Google Shape;339;p38"/>
          <p:cNvSpPr txBox="1">
            <a:spLocks noGrp="1"/>
          </p:cNvSpPr>
          <p:nvPr>
            <p:ph type="subTitle" idx="1"/>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40" name="Google Shape;340;p38"/>
          <p:cNvSpPr txBox="1">
            <a:spLocks noGrp="1"/>
          </p:cNvSpPr>
          <p:nvPr>
            <p:ph type="subTitle" idx="2"/>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41" name="Google Shape;341;p38"/>
          <p:cNvSpPr txBox="1">
            <a:spLocks noGrp="1"/>
          </p:cNvSpPr>
          <p:nvPr>
            <p:ph type="body" idx="3"/>
          </p:nvPr>
        </p:nvSpPr>
        <p:spPr>
          <a:xfrm>
            <a:off x="284700" y="1862325"/>
            <a:ext cx="4219200" cy="5121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strument Sans"/>
              <a:buChar char="●"/>
              <a:defRPr/>
            </a:lvl1pPr>
            <a:lvl2pPr marL="914400" lvl="1" indent="-292100">
              <a:spcBef>
                <a:spcPts val="0"/>
              </a:spcBef>
              <a:spcAft>
                <a:spcPts val="0"/>
              </a:spcAft>
              <a:buClr>
                <a:schemeClr val="lt1"/>
              </a:buClr>
              <a:buSzPts val="1000"/>
              <a:buFont typeface="Instrument Sans"/>
              <a:buChar char="○"/>
              <a:defRPr/>
            </a:lvl2pPr>
            <a:lvl3pPr marL="1371600" lvl="2" indent="-292100">
              <a:spcBef>
                <a:spcPts val="0"/>
              </a:spcBef>
              <a:spcAft>
                <a:spcPts val="0"/>
              </a:spcAft>
              <a:buClr>
                <a:schemeClr val="lt1"/>
              </a:buClr>
              <a:buSzPts val="1000"/>
              <a:buFont typeface="Instrument Sans"/>
              <a:buChar char="■"/>
              <a:defRPr/>
            </a:lvl3pPr>
            <a:lvl4pPr marL="1828800" lvl="3" indent="-292100">
              <a:spcBef>
                <a:spcPts val="0"/>
              </a:spcBef>
              <a:spcAft>
                <a:spcPts val="0"/>
              </a:spcAft>
              <a:buClr>
                <a:schemeClr val="lt1"/>
              </a:buClr>
              <a:buSzPts val="1000"/>
              <a:buFont typeface="Instrument Sans"/>
              <a:buChar char="●"/>
              <a:defRPr/>
            </a:lvl4pPr>
            <a:lvl5pPr marL="2286000" lvl="4" indent="-292100">
              <a:spcBef>
                <a:spcPts val="0"/>
              </a:spcBef>
              <a:spcAft>
                <a:spcPts val="0"/>
              </a:spcAft>
              <a:buClr>
                <a:schemeClr val="lt1"/>
              </a:buClr>
              <a:buSzPts val="1000"/>
              <a:buFont typeface="Instrument Sans"/>
              <a:buChar char="○"/>
              <a:defRPr/>
            </a:lvl5pPr>
            <a:lvl6pPr marL="2743200" lvl="5" indent="-292100">
              <a:spcBef>
                <a:spcPts val="0"/>
              </a:spcBef>
              <a:spcAft>
                <a:spcPts val="0"/>
              </a:spcAft>
              <a:buClr>
                <a:schemeClr val="lt1"/>
              </a:buClr>
              <a:buSzPts val="1000"/>
              <a:buFont typeface="Instrument Sans"/>
              <a:buChar char="■"/>
              <a:defRPr/>
            </a:lvl6pPr>
            <a:lvl7pPr marL="3200400" lvl="6" indent="-292100">
              <a:spcBef>
                <a:spcPts val="0"/>
              </a:spcBef>
              <a:spcAft>
                <a:spcPts val="0"/>
              </a:spcAft>
              <a:buClr>
                <a:schemeClr val="lt1"/>
              </a:buClr>
              <a:buSzPts val="1000"/>
              <a:buFont typeface="Instrument Sans"/>
              <a:buChar char="●"/>
              <a:defRPr/>
            </a:lvl7pPr>
            <a:lvl8pPr marL="3657600" lvl="7" indent="-292100">
              <a:spcBef>
                <a:spcPts val="0"/>
              </a:spcBef>
              <a:spcAft>
                <a:spcPts val="0"/>
              </a:spcAft>
              <a:buClr>
                <a:schemeClr val="lt1"/>
              </a:buClr>
              <a:buSzPts val="1000"/>
              <a:buFont typeface="Instrument Sans"/>
              <a:buChar char="○"/>
              <a:defRPr/>
            </a:lvl8pPr>
            <a:lvl9pPr marL="4114800" lvl="8" indent="-292100">
              <a:spcBef>
                <a:spcPts val="0"/>
              </a:spcBef>
              <a:spcAft>
                <a:spcPts val="0"/>
              </a:spcAft>
              <a:buClr>
                <a:schemeClr val="lt1"/>
              </a:buClr>
              <a:buSzPts val="1000"/>
              <a:buFont typeface="Instrument Sans"/>
              <a:buChar char="■"/>
              <a:defRPr/>
            </a:lvl9pPr>
          </a:lstStyle>
          <a:p>
            <a:endParaRPr/>
          </a:p>
        </p:txBody>
      </p:sp>
      <p:sp>
        <p:nvSpPr>
          <p:cNvPr id="342" name="Google Shape;342;p38"/>
          <p:cNvSpPr>
            <a:spLocks noGrp="1"/>
          </p:cNvSpPr>
          <p:nvPr>
            <p:ph type="pic" idx="4"/>
          </p:nvPr>
        </p:nvSpPr>
        <p:spPr>
          <a:xfrm>
            <a:off x="4623425" y="672675"/>
            <a:ext cx="4247100" cy="1839300"/>
          </a:xfrm>
          <a:prstGeom prst="roundRect">
            <a:avLst>
              <a:gd name="adj" fmla="val 14674"/>
            </a:avLst>
          </a:prstGeom>
          <a:noFill/>
          <a:ln>
            <a:noFill/>
          </a:ln>
        </p:spPr>
      </p:sp>
      <p:sp>
        <p:nvSpPr>
          <p:cNvPr id="343" name="Google Shape;343;p38"/>
          <p:cNvSpPr>
            <a:spLocks noGrp="1"/>
          </p:cNvSpPr>
          <p:nvPr>
            <p:ph type="pic" idx="5"/>
          </p:nvPr>
        </p:nvSpPr>
        <p:spPr>
          <a:xfrm>
            <a:off x="4623425" y="2629425"/>
            <a:ext cx="4227600" cy="1074000"/>
          </a:xfrm>
          <a:prstGeom prst="roundRect">
            <a:avLst>
              <a:gd name="adj" fmla="val 50000"/>
            </a:avLst>
          </a:prstGeom>
          <a:noFill/>
          <a:ln>
            <a:noFill/>
          </a:ln>
        </p:spPr>
      </p:sp>
      <p:sp>
        <p:nvSpPr>
          <p:cNvPr id="344" name="Google Shape;344;p38"/>
          <p:cNvSpPr txBox="1">
            <a:spLocks noGrp="1"/>
          </p:cNvSpPr>
          <p:nvPr>
            <p:ph type="body" idx="6"/>
          </p:nvPr>
        </p:nvSpPr>
        <p:spPr>
          <a:xfrm>
            <a:off x="4627625" y="4055988"/>
            <a:ext cx="4219200" cy="612600"/>
          </a:xfrm>
          <a:prstGeom prst="rect">
            <a:avLst/>
          </a:prstGeom>
        </p:spPr>
        <p:txBody>
          <a:bodyPr spcFirstLastPara="1" wrap="square" lIns="0" tIns="91425" rIns="91425" bIns="91425" anchor="t" anchorCtr="0">
            <a:noAutofit/>
          </a:bodyPr>
          <a:lstStyle>
            <a:lvl1pPr marL="457200" lvl="0" indent="-292100">
              <a:spcBef>
                <a:spcPts val="0"/>
              </a:spcBef>
              <a:spcAft>
                <a:spcPts val="0"/>
              </a:spcAft>
              <a:buSzPts val="1000"/>
              <a:buFont typeface="Instrument Sans"/>
              <a:buChar char="●"/>
              <a:defRPr/>
            </a:lvl1pPr>
            <a:lvl2pPr marL="914400" lvl="1" indent="-292100">
              <a:spcBef>
                <a:spcPts val="800"/>
              </a:spcBef>
              <a:spcAft>
                <a:spcPts val="0"/>
              </a:spcAft>
              <a:buSzPts val="1000"/>
              <a:buFont typeface="Instrument Sans"/>
              <a:buChar char="○"/>
              <a:defRPr/>
            </a:lvl2pPr>
            <a:lvl3pPr marL="1371600" lvl="2" indent="-292100">
              <a:spcBef>
                <a:spcPts val="800"/>
              </a:spcBef>
              <a:spcAft>
                <a:spcPts val="0"/>
              </a:spcAft>
              <a:buSzPts val="1000"/>
              <a:buFont typeface="Instrument Sans"/>
              <a:buChar char="■"/>
              <a:defRPr/>
            </a:lvl3pPr>
            <a:lvl4pPr marL="1828800" lvl="3" indent="-292100">
              <a:spcBef>
                <a:spcPts val="800"/>
              </a:spcBef>
              <a:spcAft>
                <a:spcPts val="0"/>
              </a:spcAft>
              <a:buSzPts val="1000"/>
              <a:buFont typeface="Instrument Sans"/>
              <a:buChar char="●"/>
              <a:defRPr/>
            </a:lvl4pPr>
            <a:lvl5pPr marL="2286000" lvl="4" indent="-292100">
              <a:spcBef>
                <a:spcPts val="800"/>
              </a:spcBef>
              <a:spcAft>
                <a:spcPts val="0"/>
              </a:spcAft>
              <a:buSzPts val="1000"/>
              <a:buFont typeface="Instrument Sans"/>
              <a:buChar char="○"/>
              <a:defRPr/>
            </a:lvl5pPr>
            <a:lvl6pPr marL="2743200" lvl="5" indent="-292100">
              <a:spcBef>
                <a:spcPts val="800"/>
              </a:spcBef>
              <a:spcAft>
                <a:spcPts val="0"/>
              </a:spcAft>
              <a:buSzPts val="1000"/>
              <a:buFont typeface="Instrument Sans"/>
              <a:buChar char="■"/>
              <a:defRPr/>
            </a:lvl6pPr>
            <a:lvl7pPr marL="3200400" lvl="6" indent="-292100">
              <a:spcBef>
                <a:spcPts val="800"/>
              </a:spcBef>
              <a:spcAft>
                <a:spcPts val="0"/>
              </a:spcAft>
              <a:buSzPts val="1000"/>
              <a:buFont typeface="Instrument Sans"/>
              <a:buChar char="●"/>
              <a:defRPr/>
            </a:lvl7pPr>
            <a:lvl8pPr marL="3657600" lvl="7" indent="-292100">
              <a:spcBef>
                <a:spcPts val="800"/>
              </a:spcBef>
              <a:spcAft>
                <a:spcPts val="0"/>
              </a:spcAft>
              <a:buSzPts val="1000"/>
              <a:buFont typeface="Instrument Sans"/>
              <a:buChar char="○"/>
              <a:defRPr/>
            </a:lvl8pPr>
            <a:lvl9pPr marL="4114800" lvl="8" indent="-292100">
              <a:spcBef>
                <a:spcPts val="800"/>
              </a:spcBef>
              <a:spcAft>
                <a:spcPts val="800"/>
              </a:spcAft>
              <a:buSzPts val="1000"/>
              <a:buFont typeface="Instrument Sans"/>
              <a:buChar char="■"/>
              <a:defRPr/>
            </a:lvl9pPr>
          </a:lstStyle>
          <a:p>
            <a:endParaRPr/>
          </a:p>
        </p:txBody>
      </p:sp>
      <p:sp>
        <p:nvSpPr>
          <p:cNvPr id="345" name="Google Shape;345;p38"/>
          <p:cNvSpPr txBox="1">
            <a:spLocks noGrp="1"/>
          </p:cNvSpPr>
          <p:nvPr>
            <p:ph type="body" idx="7"/>
          </p:nvPr>
        </p:nvSpPr>
        <p:spPr>
          <a:xfrm>
            <a:off x="2450475" y="3154450"/>
            <a:ext cx="2055000" cy="546000"/>
          </a:xfrm>
          <a:prstGeom prst="rect">
            <a:avLst/>
          </a:prstGeom>
        </p:spPr>
        <p:txBody>
          <a:bodyPr spcFirstLastPara="1" wrap="square" lIns="182875" tIns="0" rIns="182875" bIns="182875" anchor="t" anchorCtr="0">
            <a:noAutofit/>
          </a:bodyPr>
          <a:lstStyle>
            <a:lvl1pPr marL="457200" lvl="0" indent="-292100">
              <a:spcBef>
                <a:spcPts val="0"/>
              </a:spcBef>
              <a:spcAft>
                <a:spcPts val="0"/>
              </a:spcAft>
              <a:buClr>
                <a:schemeClr val="lt1"/>
              </a:buClr>
              <a:buSzPts val="1000"/>
              <a:buFont typeface="Instrument Sans"/>
              <a:buChar char="●"/>
              <a:defRPr/>
            </a:lvl1pPr>
            <a:lvl2pPr marL="914400" lvl="1" indent="-292100">
              <a:spcBef>
                <a:spcPts val="0"/>
              </a:spcBef>
              <a:spcAft>
                <a:spcPts val="0"/>
              </a:spcAft>
              <a:buClr>
                <a:schemeClr val="lt1"/>
              </a:buClr>
              <a:buSzPts val="1000"/>
              <a:buFont typeface="Instrument Sans"/>
              <a:buChar char="○"/>
              <a:defRPr/>
            </a:lvl2pPr>
            <a:lvl3pPr marL="1371600" lvl="2" indent="-292100">
              <a:spcBef>
                <a:spcPts val="0"/>
              </a:spcBef>
              <a:spcAft>
                <a:spcPts val="0"/>
              </a:spcAft>
              <a:buClr>
                <a:schemeClr val="lt1"/>
              </a:buClr>
              <a:buSzPts val="1000"/>
              <a:buFont typeface="Instrument Sans"/>
              <a:buChar char="■"/>
              <a:defRPr/>
            </a:lvl3pPr>
            <a:lvl4pPr marL="1828800" lvl="3" indent="-292100">
              <a:spcBef>
                <a:spcPts val="0"/>
              </a:spcBef>
              <a:spcAft>
                <a:spcPts val="0"/>
              </a:spcAft>
              <a:buClr>
                <a:schemeClr val="lt1"/>
              </a:buClr>
              <a:buSzPts val="1000"/>
              <a:buFont typeface="Instrument Sans"/>
              <a:buChar char="●"/>
              <a:defRPr/>
            </a:lvl4pPr>
            <a:lvl5pPr marL="2286000" lvl="4" indent="-292100">
              <a:spcBef>
                <a:spcPts val="0"/>
              </a:spcBef>
              <a:spcAft>
                <a:spcPts val="0"/>
              </a:spcAft>
              <a:buClr>
                <a:schemeClr val="lt1"/>
              </a:buClr>
              <a:buSzPts val="1000"/>
              <a:buFont typeface="Instrument Sans"/>
              <a:buChar char="○"/>
              <a:defRPr/>
            </a:lvl5pPr>
            <a:lvl6pPr marL="2743200" lvl="5" indent="-292100">
              <a:spcBef>
                <a:spcPts val="0"/>
              </a:spcBef>
              <a:spcAft>
                <a:spcPts val="0"/>
              </a:spcAft>
              <a:buClr>
                <a:schemeClr val="lt1"/>
              </a:buClr>
              <a:buSzPts val="1000"/>
              <a:buFont typeface="Instrument Sans"/>
              <a:buChar char="■"/>
              <a:defRPr/>
            </a:lvl6pPr>
            <a:lvl7pPr marL="3200400" lvl="6" indent="-292100">
              <a:spcBef>
                <a:spcPts val="0"/>
              </a:spcBef>
              <a:spcAft>
                <a:spcPts val="0"/>
              </a:spcAft>
              <a:buClr>
                <a:schemeClr val="lt1"/>
              </a:buClr>
              <a:buSzPts val="1000"/>
              <a:buFont typeface="Instrument Sans"/>
              <a:buChar char="●"/>
              <a:defRPr/>
            </a:lvl7pPr>
            <a:lvl8pPr marL="3657600" lvl="7" indent="-292100">
              <a:spcBef>
                <a:spcPts val="0"/>
              </a:spcBef>
              <a:spcAft>
                <a:spcPts val="0"/>
              </a:spcAft>
              <a:buClr>
                <a:schemeClr val="lt1"/>
              </a:buClr>
              <a:buSzPts val="1000"/>
              <a:buFont typeface="Instrument Sans"/>
              <a:buChar char="○"/>
              <a:defRPr/>
            </a:lvl8pPr>
            <a:lvl9pPr marL="4114800" lvl="8" indent="-292100">
              <a:spcBef>
                <a:spcPts val="0"/>
              </a:spcBef>
              <a:spcAft>
                <a:spcPts val="0"/>
              </a:spcAft>
              <a:buClr>
                <a:schemeClr val="lt1"/>
              </a:buClr>
              <a:buSzPts val="1000"/>
              <a:buFont typeface="Instrument Sans"/>
              <a:buChar char="■"/>
              <a:defRPr/>
            </a:lvl9pPr>
          </a:lstStyle>
          <a:p>
            <a:endParaRPr/>
          </a:p>
        </p:txBody>
      </p:sp>
      <p:sp>
        <p:nvSpPr>
          <p:cNvPr id="346" name="Google Shape;346;p38"/>
          <p:cNvSpPr txBox="1">
            <a:spLocks noGrp="1"/>
          </p:cNvSpPr>
          <p:nvPr>
            <p:ph type="body" idx="8"/>
          </p:nvPr>
        </p:nvSpPr>
        <p:spPr>
          <a:xfrm>
            <a:off x="284700" y="3154450"/>
            <a:ext cx="2051400" cy="549000"/>
          </a:xfrm>
          <a:prstGeom prst="rect">
            <a:avLst/>
          </a:prstGeom>
        </p:spPr>
        <p:txBody>
          <a:bodyPr spcFirstLastPara="1" wrap="square" lIns="182875" tIns="0" rIns="182875" bIns="182875" anchor="t" anchorCtr="0">
            <a:noAutofit/>
          </a:bodyPr>
          <a:lstStyle>
            <a:lvl1pPr marL="457200" lvl="0" indent="-292100">
              <a:spcBef>
                <a:spcPts val="0"/>
              </a:spcBef>
              <a:spcAft>
                <a:spcPts val="0"/>
              </a:spcAft>
              <a:buClr>
                <a:schemeClr val="lt1"/>
              </a:buClr>
              <a:buSzPts val="1000"/>
              <a:buFont typeface="Instrument Sans"/>
              <a:buChar char="●"/>
              <a:defRPr/>
            </a:lvl1pPr>
            <a:lvl2pPr marL="914400" lvl="1" indent="-292100">
              <a:spcBef>
                <a:spcPts val="0"/>
              </a:spcBef>
              <a:spcAft>
                <a:spcPts val="0"/>
              </a:spcAft>
              <a:buClr>
                <a:schemeClr val="lt1"/>
              </a:buClr>
              <a:buSzPts val="1000"/>
              <a:buFont typeface="Instrument Sans"/>
              <a:buChar char="○"/>
              <a:defRPr/>
            </a:lvl2pPr>
            <a:lvl3pPr marL="1371600" lvl="2" indent="-292100">
              <a:spcBef>
                <a:spcPts val="0"/>
              </a:spcBef>
              <a:spcAft>
                <a:spcPts val="0"/>
              </a:spcAft>
              <a:buClr>
                <a:schemeClr val="lt1"/>
              </a:buClr>
              <a:buSzPts val="1000"/>
              <a:buFont typeface="Instrument Sans"/>
              <a:buChar char="■"/>
              <a:defRPr/>
            </a:lvl3pPr>
            <a:lvl4pPr marL="1828800" lvl="3" indent="-292100">
              <a:spcBef>
                <a:spcPts val="0"/>
              </a:spcBef>
              <a:spcAft>
                <a:spcPts val="0"/>
              </a:spcAft>
              <a:buClr>
                <a:schemeClr val="lt1"/>
              </a:buClr>
              <a:buSzPts val="1000"/>
              <a:buFont typeface="Instrument Sans"/>
              <a:buChar char="●"/>
              <a:defRPr/>
            </a:lvl4pPr>
            <a:lvl5pPr marL="2286000" lvl="4" indent="-292100">
              <a:spcBef>
                <a:spcPts val="0"/>
              </a:spcBef>
              <a:spcAft>
                <a:spcPts val="0"/>
              </a:spcAft>
              <a:buClr>
                <a:schemeClr val="lt1"/>
              </a:buClr>
              <a:buSzPts val="1000"/>
              <a:buFont typeface="Instrument Sans"/>
              <a:buChar char="○"/>
              <a:defRPr/>
            </a:lvl5pPr>
            <a:lvl6pPr marL="2743200" lvl="5" indent="-292100">
              <a:spcBef>
                <a:spcPts val="0"/>
              </a:spcBef>
              <a:spcAft>
                <a:spcPts val="0"/>
              </a:spcAft>
              <a:buClr>
                <a:schemeClr val="lt1"/>
              </a:buClr>
              <a:buSzPts val="1000"/>
              <a:buFont typeface="Instrument Sans"/>
              <a:buChar char="■"/>
              <a:defRPr/>
            </a:lvl6pPr>
            <a:lvl7pPr marL="3200400" lvl="6" indent="-292100">
              <a:spcBef>
                <a:spcPts val="0"/>
              </a:spcBef>
              <a:spcAft>
                <a:spcPts val="0"/>
              </a:spcAft>
              <a:buClr>
                <a:schemeClr val="lt1"/>
              </a:buClr>
              <a:buSzPts val="1000"/>
              <a:buFont typeface="Instrument Sans"/>
              <a:buChar char="●"/>
              <a:defRPr/>
            </a:lvl7pPr>
            <a:lvl8pPr marL="3657600" lvl="7" indent="-292100">
              <a:spcBef>
                <a:spcPts val="0"/>
              </a:spcBef>
              <a:spcAft>
                <a:spcPts val="0"/>
              </a:spcAft>
              <a:buClr>
                <a:schemeClr val="lt1"/>
              </a:buClr>
              <a:buSzPts val="1000"/>
              <a:buFont typeface="Instrument Sans"/>
              <a:buChar char="○"/>
              <a:defRPr/>
            </a:lvl8pPr>
            <a:lvl9pPr marL="4114800" lvl="8" indent="-292100">
              <a:spcBef>
                <a:spcPts val="0"/>
              </a:spcBef>
              <a:spcAft>
                <a:spcPts val="0"/>
              </a:spcAft>
              <a:buClr>
                <a:schemeClr val="lt1"/>
              </a:buClr>
              <a:buSzPts val="1000"/>
              <a:buFont typeface="Instrument Sans"/>
              <a:buChar char="■"/>
              <a:defRPr/>
            </a:lvl9pPr>
          </a:lstStyle>
          <a:p>
            <a:endParaRPr/>
          </a:p>
        </p:txBody>
      </p:sp>
      <p:sp>
        <p:nvSpPr>
          <p:cNvPr id="347" name="Google Shape;347;p38"/>
          <p:cNvSpPr txBox="1">
            <a:spLocks noGrp="1"/>
          </p:cNvSpPr>
          <p:nvPr>
            <p:ph type="title"/>
          </p:nvPr>
        </p:nvSpPr>
        <p:spPr>
          <a:xfrm>
            <a:off x="284700" y="672675"/>
            <a:ext cx="4219200" cy="767400"/>
          </a:xfrm>
          <a:prstGeom prst="rect">
            <a:avLst/>
          </a:prstGeom>
        </p:spPr>
        <p:txBody>
          <a:bodyPr spcFirstLastPara="1" wrap="square" lIns="0" tIns="0" rIns="0" bIns="0" anchor="t" anchorCtr="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vl2pPr>
            <a:lvl3pPr lvl="2">
              <a:lnSpc>
                <a:spcPct val="115000"/>
              </a:lnSpc>
              <a:spcBef>
                <a:spcPts val="0"/>
              </a:spcBef>
              <a:spcAft>
                <a:spcPts val="0"/>
              </a:spcAft>
              <a:buNone/>
              <a:defRPr sz="2400"/>
            </a:lvl3pPr>
            <a:lvl4pPr lvl="3">
              <a:lnSpc>
                <a:spcPct val="115000"/>
              </a:lnSpc>
              <a:spcBef>
                <a:spcPts val="0"/>
              </a:spcBef>
              <a:spcAft>
                <a:spcPts val="0"/>
              </a:spcAft>
              <a:buNone/>
              <a:defRPr sz="2400"/>
            </a:lvl4pPr>
            <a:lvl5pPr lvl="4">
              <a:lnSpc>
                <a:spcPct val="115000"/>
              </a:lnSpc>
              <a:spcBef>
                <a:spcPts val="0"/>
              </a:spcBef>
              <a:spcAft>
                <a:spcPts val="0"/>
              </a:spcAft>
              <a:buNone/>
              <a:defRPr sz="2400"/>
            </a:lvl5pPr>
            <a:lvl6pPr lvl="5">
              <a:lnSpc>
                <a:spcPct val="115000"/>
              </a:lnSpc>
              <a:spcBef>
                <a:spcPts val="0"/>
              </a:spcBef>
              <a:spcAft>
                <a:spcPts val="0"/>
              </a:spcAft>
              <a:buNone/>
              <a:defRPr sz="2400"/>
            </a:lvl6pPr>
            <a:lvl7pPr lvl="6">
              <a:lnSpc>
                <a:spcPct val="115000"/>
              </a:lnSpc>
              <a:spcBef>
                <a:spcPts val="0"/>
              </a:spcBef>
              <a:spcAft>
                <a:spcPts val="0"/>
              </a:spcAft>
              <a:buNone/>
              <a:defRPr sz="2400"/>
            </a:lvl7pPr>
            <a:lvl8pPr lvl="7">
              <a:lnSpc>
                <a:spcPct val="115000"/>
              </a:lnSpc>
              <a:spcBef>
                <a:spcPts val="0"/>
              </a:spcBef>
              <a:spcAft>
                <a:spcPts val="0"/>
              </a:spcAft>
              <a:buNone/>
              <a:defRPr sz="2400"/>
            </a:lvl8pPr>
            <a:lvl9pPr lvl="8">
              <a:lnSpc>
                <a:spcPct val="115000"/>
              </a:lnSpc>
              <a:spcBef>
                <a:spcPts val="0"/>
              </a:spcBef>
              <a:spcAft>
                <a:spcPts val="0"/>
              </a:spcAft>
              <a:buNone/>
              <a:defRPr sz="2400"/>
            </a:lvl9pPr>
          </a:lstStyle>
          <a:p>
            <a:endParaRPr/>
          </a:p>
        </p:txBody>
      </p:sp>
      <p:sp>
        <p:nvSpPr>
          <p:cNvPr id="348" name="Google Shape;348;p38"/>
          <p:cNvSpPr txBox="1">
            <a:spLocks noGrp="1"/>
          </p:cNvSpPr>
          <p:nvPr>
            <p:ph type="subTitle" idx="9"/>
          </p:nvPr>
        </p:nvSpPr>
        <p:spPr>
          <a:xfrm>
            <a:off x="284700" y="2630400"/>
            <a:ext cx="2051400" cy="498900"/>
          </a:xfrm>
          <a:prstGeom prst="rect">
            <a:avLst/>
          </a:prstGeom>
        </p:spPr>
        <p:txBody>
          <a:bodyPr spcFirstLastPara="1" wrap="square" lIns="182875" tIns="182875" rIns="182875" bIns="0" anchor="t" anchorCtr="0">
            <a:noAutofit/>
          </a:bodyPr>
          <a:lstStyle>
            <a:lvl1pPr lvl="0">
              <a:lnSpc>
                <a:spcPct val="85000"/>
              </a:lnSpc>
              <a:spcBef>
                <a:spcPts val="0"/>
              </a:spcBef>
              <a:spcAft>
                <a:spcPts val="0"/>
              </a:spcAft>
              <a:buClr>
                <a:schemeClr val="lt1"/>
              </a:buClr>
              <a:buSzPts val="1800"/>
              <a:buFont typeface="Instrument Sans SemiBold"/>
              <a:buNone/>
              <a:defRPr sz="1800">
                <a:latin typeface="Instrument Sans SemiBold"/>
                <a:ea typeface="Instrument Sans SemiBold"/>
                <a:cs typeface="Instrument Sans SemiBold"/>
                <a:sym typeface="Instrument Sans SemiBold"/>
              </a:defRPr>
            </a:lvl1pPr>
            <a:lvl2pPr lvl="1">
              <a:lnSpc>
                <a:spcPct val="85000"/>
              </a:lnSpc>
              <a:spcBef>
                <a:spcPts val="0"/>
              </a:spcBef>
              <a:spcAft>
                <a:spcPts val="0"/>
              </a:spcAft>
              <a:buNone/>
              <a:defRPr sz="1200"/>
            </a:lvl2pPr>
            <a:lvl3pPr lvl="2">
              <a:lnSpc>
                <a:spcPct val="85000"/>
              </a:lnSpc>
              <a:spcBef>
                <a:spcPts val="0"/>
              </a:spcBef>
              <a:spcAft>
                <a:spcPts val="0"/>
              </a:spcAft>
              <a:buNone/>
              <a:defRPr sz="1200"/>
            </a:lvl3pPr>
            <a:lvl4pPr lvl="3">
              <a:lnSpc>
                <a:spcPct val="85000"/>
              </a:lnSpc>
              <a:spcBef>
                <a:spcPts val="0"/>
              </a:spcBef>
              <a:spcAft>
                <a:spcPts val="0"/>
              </a:spcAft>
              <a:buNone/>
              <a:defRPr sz="1200"/>
            </a:lvl4pPr>
            <a:lvl5pPr lvl="4">
              <a:lnSpc>
                <a:spcPct val="85000"/>
              </a:lnSpc>
              <a:spcBef>
                <a:spcPts val="0"/>
              </a:spcBef>
              <a:spcAft>
                <a:spcPts val="0"/>
              </a:spcAft>
              <a:buNone/>
              <a:defRPr sz="1200"/>
            </a:lvl5pPr>
            <a:lvl6pPr lvl="5">
              <a:lnSpc>
                <a:spcPct val="85000"/>
              </a:lnSpc>
              <a:spcBef>
                <a:spcPts val="0"/>
              </a:spcBef>
              <a:spcAft>
                <a:spcPts val="0"/>
              </a:spcAft>
              <a:buNone/>
              <a:defRPr sz="1200"/>
            </a:lvl6pPr>
            <a:lvl7pPr lvl="6">
              <a:lnSpc>
                <a:spcPct val="85000"/>
              </a:lnSpc>
              <a:spcBef>
                <a:spcPts val="0"/>
              </a:spcBef>
              <a:spcAft>
                <a:spcPts val="0"/>
              </a:spcAft>
              <a:buNone/>
              <a:defRPr sz="1200"/>
            </a:lvl7pPr>
            <a:lvl8pPr lvl="7">
              <a:lnSpc>
                <a:spcPct val="85000"/>
              </a:lnSpc>
              <a:spcBef>
                <a:spcPts val="0"/>
              </a:spcBef>
              <a:spcAft>
                <a:spcPts val="0"/>
              </a:spcAft>
              <a:buNone/>
              <a:defRPr sz="1200"/>
            </a:lvl8pPr>
            <a:lvl9pPr lvl="8">
              <a:lnSpc>
                <a:spcPct val="85000"/>
              </a:lnSpc>
              <a:spcBef>
                <a:spcPts val="0"/>
              </a:spcBef>
              <a:spcAft>
                <a:spcPts val="0"/>
              </a:spcAft>
              <a:buNone/>
              <a:defRPr sz="1200"/>
            </a:lvl9pPr>
          </a:lstStyle>
          <a:p>
            <a:endParaRPr/>
          </a:p>
        </p:txBody>
      </p:sp>
      <p:sp>
        <p:nvSpPr>
          <p:cNvPr id="349" name="Google Shape;349;p38"/>
          <p:cNvSpPr txBox="1">
            <a:spLocks noGrp="1"/>
          </p:cNvSpPr>
          <p:nvPr>
            <p:ph type="subTitle" idx="13"/>
          </p:nvPr>
        </p:nvSpPr>
        <p:spPr>
          <a:xfrm>
            <a:off x="2454069" y="2630400"/>
            <a:ext cx="2051400" cy="498900"/>
          </a:xfrm>
          <a:prstGeom prst="rect">
            <a:avLst/>
          </a:prstGeom>
        </p:spPr>
        <p:txBody>
          <a:bodyPr spcFirstLastPara="1" wrap="square" lIns="182875" tIns="182875" rIns="182875" bIns="0" anchor="t" anchorCtr="0">
            <a:noAutofit/>
          </a:bodyPr>
          <a:lstStyle>
            <a:lvl1pPr lvl="0">
              <a:lnSpc>
                <a:spcPct val="85000"/>
              </a:lnSpc>
              <a:spcBef>
                <a:spcPts val="0"/>
              </a:spcBef>
              <a:spcAft>
                <a:spcPts val="0"/>
              </a:spcAft>
              <a:buClr>
                <a:schemeClr val="lt1"/>
              </a:buClr>
              <a:buSzPts val="1800"/>
              <a:buFont typeface="Instrument Sans SemiBold"/>
              <a:buNone/>
              <a:defRPr sz="1800">
                <a:latin typeface="Instrument Sans SemiBold"/>
                <a:ea typeface="Instrument Sans SemiBold"/>
                <a:cs typeface="Instrument Sans SemiBold"/>
                <a:sym typeface="Instrument Sans SemiBold"/>
              </a:defRPr>
            </a:lvl1pPr>
            <a:lvl2pPr lvl="1">
              <a:lnSpc>
                <a:spcPct val="85000"/>
              </a:lnSpc>
              <a:spcBef>
                <a:spcPts val="0"/>
              </a:spcBef>
              <a:spcAft>
                <a:spcPts val="0"/>
              </a:spcAft>
              <a:buNone/>
              <a:defRPr sz="1200"/>
            </a:lvl2pPr>
            <a:lvl3pPr lvl="2">
              <a:lnSpc>
                <a:spcPct val="85000"/>
              </a:lnSpc>
              <a:spcBef>
                <a:spcPts val="0"/>
              </a:spcBef>
              <a:spcAft>
                <a:spcPts val="0"/>
              </a:spcAft>
              <a:buNone/>
              <a:defRPr sz="1200"/>
            </a:lvl3pPr>
            <a:lvl4pPr lvl="3">
              <a:lnSpc>
                <a:spcPct val="85000"/>
              </a:lnSpc>
              <a:spcBef>
                <a:spcPts val="0"/>
              </a:spcBef>
              <a:spcAft>
                <a:spcPts val="0"/>
              </a:spcAft>
              <a:buNone/>
              <a:defRPr sz="1200"/>
            </a:lvl4pPr>
            <a:lvl5pPr lvl="4">
              <a:lnSpc>
                <a:spcPct val="85000"/>
              </a:lnSpc>
              <a:spcBef>
                <a:spcPts val="0"/>
              </a:spcBef>
              <a:spcAft>
                <a:spcPts val="0"/>
              </a:spcAft>
              <a:buNone/>
              <a:defRPr sz="1200"/>
            </a:lvl5pPr>
            <a:lvl6pPr lvl="5">
              <a:lnSpc>
                <a:spcPct val="85000"/>
              </a:lnSpc>
              <a:spcBef>
                <a:spcPts val="0"/>
              </a:spcBef>
              <a:spcAft>
                <a:spcPts val="0"/>
              </a:spcAft>
              <a:buNone/>
              <a:defRPr sz="1200"/>
            </a:lvl6pPr>
            <a:lvl7pPr lvl="6">
              <a:lnSpc>
                <a:spcPct val="85000"/>
              </a:lnSpc>
              <a:spcBef>
                <a:spcPts val="0"/>
              </a:spcBef>
              <a:spcAft>
                <a:spcPts val="0"/>
              </a:spcAft>
              <a:buNone/>
              <a:defRPr sz="1200"/>
            </a:lvl7pPr>
            <a:lvl8pPr lvl="7">
              <a:lnSpc>
                <a:spcPct val="85000"/>
              </a:lnSpc>
              <a:spcBef>
                <a:spcPts val="0"/>
              </a:spcBef>
              <a:spcAft>
                <a:spcPts val="0"/>
              </a:spcAft>
              <a:buNone/>
              <a:defRPr sz="1200"/>
            </a:lvl8pPr>
            <a:lvl9pPr lvl="8">
              <a:lnSpc>
                <a:spcPct val="85000"/>
              </a:lnSpc>
              <a:spcBef>
                <a:spcPts val="0"/>
              </a:spcBef>
              <a:spcAft>
                <a:spcPts val="0"/>
              </a:spcAft>
              <a:buNone/>
              <a:defRPr sz="1200"/>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Project details">
  <p:cSld name="CUSTOM_8">
    <p:spTree>
      <p:nvGrpSpPr>
        <p:cNvPr id="1" name="Shape 350"/>
        <p:cNvGrpSpPr/>
        <p:nvPr/>
      </p:nvGrpSpPr>
      <p:grpSpPr>
        <a:xfrm>
          <a:off x="0" y="0"/>
          <a:ext cx="0" cy="0"/>
          <a:chOff x="0" y="0"/>
          <a:chExt cx="0" cy="0"/>
        </a:xfrm>
      </p:grpSpPr>
      <p:sp>
        <p:nvSpPr>
          <p:cNvPr id="351" name="Google Shape;351;p39"/>
          <p:cNvSpPr/>
          <p:nvPr/>
        </p:nvSpPr>
        <p:spPr>
          <a:xfrm>
            <a:off x="288400" y="474900"/>
            <a:ext cx="8568300" cy="4193700"/>
          </a:xfrm>
          <a:prstGeom prst="roundRect">
            <a:avLst>
              <a:gd name="adj" fmla="val 5525"/>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strument Sans"/>
              <a:ea typeface="Instrument Sans"/>
              <a:cs typeface="Instrument Sans"/>
              <a:sym typeface="Instrument Sans"/>
            </a:endParaRPr>
          </a:p>
        </p:txBody>
      </p:sp>
      <p:sp>
        <p:nvSpPr>
          <p:cNvPr id="352" name="Google Shape;352;p39"/>
          <p:cNvSpPr txBox="1">
            <a:spLocks noGrp="1"/>
          </p:cNvSpPr>
          <p:nvPr>
            <p:ph type="body" idx="1"/>
          </p:nvPr>
        </p:nvSpPr>
        <p:spPr>
          <a:xfrm>
            <a:off x="617750" y="775450"/>
            <a:ext cx="728100" cy="302100"/>
          </a:xfrm>
          <a:prstGeom prst="rect">
            <a:avLst/>
          </a:prstGeom>
        </p:spPr>
        <p:txBody>
          <a:bodyPr spcFirstLastPara="1" wrap="square" lIns="0" tIns="0" rIns="0" bIns="0" anchor="t" anchorCtr="0">
            <a:noAutofit/>
          </a:bodyPr>
          <a:lstStyle>
            <a:lvl1pPr marL="457200" lvl="0" indent="-228600">
              <a:spcBef>
                <a:spcPts val="0"/>
              </a:spcBef>
              <a:spcAft>
                <a:spcPts val="0"/>
              </a:spcAft>
              <a:buNone/>
              <a:defRPr/>
            </a:lvl1pPr>
            <a:lvl2pPr marL="914400" lvl="1" indent="-228600">
              <a:spcBef>
                <a:spcPts val="0"/>
              </a:spcBef>
              <a:spcAft>
                <a:spcPts val="0"/>
              </a:spcAft>
              <a:buNone/>
              <a:defRPr/>
            </a:lvl2pPr>
            <a:lvl3pPr marL="1371600" lvl="2" indent="-228600">
              <a:spcBef>
                <a:spcPts val="0"/>
              </a:spcBef>
              <a:spcAft>
                <a:spcPts val="0"/>
              </a:spcAft>
              <a:buNone/>
              <a:defRPr/>
            </a:lvl3pPr>
            <a:lvl4pPr marL="1828800" lvl="3" indent="-228600">
              <a:spcBef>
                <a:spcPts val="0"/>
              </a:spcBef>
              <a:spcAft>
                <a:spcPts val="0"/>
              </a:spcAft>
              <a:buNone/>
              <a:defRPr/>
            </a:lvl4pPr>
            <a:lvl5pPr marL="2286000" lvl="4" indent="-228600">
              <a:spcBef>
                <a:spcPts val="0"/>
              </a:spcBef>
              <a:spcAft>
                <a:spcPts val="0"/>
              </a:spcAft>
              <a:buNone/>
              <a:defRPr/>
            </a:lvl5pPr>
            <a:lvl6pPr marL="2743200" lvl="5" indent="-228600">
              <a:spcBef>
                <a:spcPts val="0"/>
              </a:spcBef>
              <a:spcAft>
                <a:spcPts val="0"/>
              </a:spcAft>
              <a:buNone/>
              <a:defRPr/>
            </a:lvl6pPr>
            <a:lvl7pPr marL="3200400" lvl="6" indent="-228600">
              <a:spcBef>
                <a:spcPts val="0"/>
              </a:spcBef>
              <a:spcAft>
                <a:spcPts val="0"/>
              </a:spcAft>
              <a:buNone/>
              <a:defRPr/>
            </a:lvl7pPr>
            <a:lvl8pPr marL="3657600" lvl="7" indent="-228600">
              <a:spcBef>
                <a:spcPts val="0"/>
              </a:spcBef>
              <a:spcAft>
                <a:spcPts val="0"/>
              </a:spcAft>
              <a:buNone/>
              <a:defRPr/>
            </a:lvl8pPr>
            <a:lvl9pPr marL="4114800" lvl="8" indent="-228600">
              <a:spcBef>
                <a:spcPts val="0"/>
              </a:spcBef>
              <a:spcAft>
                <a:spcPts val="0"/>
              </a:spcAft>
              <a:buNone/>
              <a:defRPr/>
            </a:lvl9pPr>
          </a:lstStyle>
          <a:p>
            <a:endParaRPr/>
          </a:p>
        </p:txBody>
      </p:sp>
      <p:sp>
        <p:nvSpPr>
          <p:cNvPr id="353" name="Google Shape;353;p39"/>
          <p:cNvSpPr txBox="1">
            <a:spLocks noGrp="1"/>
          </p:cNvSpPr>
          <p:nvPr>
            <p:ph type="body" idx="2"/>
          </p:nvPr>
        </p:nvSpPr>
        <p:spPr>
          <a:xfrm>
            <a:off x="617750" y="2630400"/>
            <a:ext cx="3889500" cy="1809600"/>
          </a:xfrm>
          <a:prstGeom prst="rect">
            <a:avLst/>
          </a:prstGeom>
        </p:spPr>
        <p:txBody>
          <a:bodyPr spcFirstLastPara="1" wrap="square" lIns="0" tIns="0" rIns="0" bIns="0" anchor="b" anchorCtr="0">
            <a:noAutofit/>
          </a:bodyPr>
          <a:lstStyle>
            <a:lvl1pPr marL="457200" lvl="0" indent="-228600">
              <a:spcBef>
                <a:spcPts val="0"/>
              </a:spcBef>
              <a:spcAft>
                <a:spcPts val="0"/>
              </a:spcAft>
              <a:buNone/>
              <a:defRPr/>
            </a:lvl1pPr>
            <a:lvl2pPr marL="914400" lvl="1" indent="-228600">
              <a:spcBef>
                <a:spcPts val="0"/>
              </a:spcBef>
              <a:spcAft>
                <a:spcPts val="0"/>
              </a:spcAft>
              <a:buNone/>
              <a:defRPr/>
            </a:lvl2pPr>
            <a:lvl3pPr marL="1371600" lvl="2" indent="-228600">
              <a:spcBef>
                <a:spcPts val="0"/>
              </a:spcBef>
              <a:spcAft>
                <a:spcPts val="0"/>
              </a:spcAft>
              <a:buNone/>
              <a:defRPr/>
            </a:lvl3pPr>
            <a:lvl4pPr marL="1828800" lvl="3" indent="-228600">
              <a:spcBef>
                <a:spcPts val="0"/>
              </a:spcBef>
              <a:spcAft>
                <a:spcPts val="0"/>
              </a:spcAft>
              <a:buNone/>
              <a:defRPr/>
            </a:lvl4pPr>
            <a:lvl5pPr marL="2286000" lvl="4" indent="-228600">
              <a:spcBef>
                <a:spcPts val="0"/>
              </a:spcBef>
              <a:spcAft>
                <a:spcPts val="0"/>
              </a:spcAft>
              <a:buNone/>
              <a:defRPr/>
            </a:lvl5pPr>
            <a:lvl6pPr marL="2743200" lvl="5" indent="-228600">
              <a:spcBef>
                <a:spcPts val="0"/>
              </a:spcBef>
              <a:spcAft>
                <a:spcPts val="0"/>
              </a:spcAft>
              <a:buNone/>
              <a:defRPr/>
            </a:lvl6pPr>
            <a:lvl7pPr marL="3200400" lvl="6" indent="-228600">
              <a:spcBef>
                <a:spcPts val="0"/>
              </a:spcBef>
              <a:spcAft>
                <a:spcPts val="0"/>
              </a:spcAft>
              <a:buNone/>
              <a:defRPr/>
            </a:lvl7pPr>
            <a:lvl8pPr marL="3657600" lvl="7" indent="-228600">
              <a:spcBef>
                <a:spcPts val="0"/>
              </a:spcBef>
              <a:spcAft>
                <a:spcPts val="0"/>
              </a:spcAft>
              <a:buNone/>
              <a:defRPr/>
            </a:lvl8pPr>
            <a:lvl9pPr marL="4114800" lvl="8" indent="-228600">
              <a:spcBef>
                <a:spcPts val="0"/>
              </a:spcBef>
              <a:spcAft>
                <a:spcPts val="0"/>
              </a:spcAft>
              <a:buNone/>
              <a:defRPr/>
            </a:lvl9pPr>
          </a:lstStyle>
          <a:p>
            <a:endParaRPr/>
          </a:p>
        </p:txBody>
      </p:sp>
      <p:sp>
        <p:nvSpPr>
          <p:cNvPr id="354" name="Google Shape;354;p39"/>
          <p:cNvSpPr>
            <a:spLocks noGrp="1"/>
          </p:cNvSpPr>
          <p:nvPr>
            <p:ph type="pic" idx="3"/>
          </p:nvPr>
        </p:nvSpPr>
        <p:spPr>
          <a:xfrm>
            <a:off x="6806700" y="1335775"/>
            <a:ext cx="1821600" cy="2563500"/>
          </a:xfrm>
          <a:prstGeom prst="roundRect">
            <a:avLst>
              <a:gd name="adj" fmla="val 13098"/>
            </a:avLst>
          </a:prstGeom>
          <a:noFill/>
          <a:ln>
            <a:noFill/>
          </a:ln>
        </p:spPr>
      </p:sp>
      <p:sp>
        <p:nvSpPr>
          <p:cNvPr id="355" name="Google Shape;355;p39"/>
          <p:cNvSpPr txBox="1">
            <a:spLocks noGrp="1"/>
          </p:cNvSpPr>
          <p:nvPr>
            <p:ph type="title"/>
          </p:nvPr>
        </p:nvSpPr>
        <p:spPr>
          <a:xfrm>
            <a:off x="622700" y="1323975"/>
            <a:ext cx="3889500" cy="965400"/>
          </a:xfrm>
          <a:prstGeom prst="rect">
            <a:avLst/>
          </a:prstGeom>
        </p:spPr>
        <p:txBody>
          <a:bodyPr spcFirstLastPara="1" wrap="square" lIns="0" tIns="0" rIns="0" bIns="0" anchor="t" anchorCtr="0">
            <a:noAutofit/>
          </a:bodyPr>
          <a:lstStyle>
            <a:lvl1pPr lvl="0">
              <a:lnSpc>
                <a:spcPct val="85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85000"/>
              </a:lnSpc>
              <a:spcBef>
                <a:spcPts val="0"/>
              </a:spcBef>
              <a:spcAft>
                <a:spcPts val="0"/>
              </a:spcAft>
              <a:buNone/>
              <a:defRPr sz="2400"/>
            </a:lvl2pPr>
            <a:lvl3pPr lvl="2">
              <a:lnSpc>
                <a:spcPct val="85000"/>
              </a:lnSpc>
              <a:spcBef>
                <a:spcPts val="0"/>
              </a:spcBef>
              <a:spcAft>
                <a:spcPts val="0"/>
              </a:spcAft>
              <a:buNone/>
              <a:defRPr sz="2400"/>
            </a:lvl3pPr>
            <a:lvl4pPr lvl="3">
              <a:lnSpc>
                <a:spcPct val="85000"/>
              </a:lnSpc>
              <a:spcBef>
                <a:spcPts val="0"/>
              </a:spcBef>
              <a:spcAft>
                <a:spcPts val="0"/>
              </a:spcAft>
              <a:buNone/>
              <a:defRPr sz="2400"/>
            </a:lvl4pPr>
            <a:lvl5pPr lvl="4">
              <a:lnSpc>
                <a:spcPct val="85000"/>
              </a:lnSpc>
              <a:spcBef>
                <a:spcPts val="0"/>
              </a:spcBef>
              <a:spcAft>
                <a:spcPts val="0"/>
              </a:spcAft>
              <a:buNone/>
              <a:defRPr sz="2400"/>
            </a:lvl5pPr>
            <a:lvl6pPr lvl="5">
              <a:lnSpc>
                <a:spcPct val="85000"/>
              </a:lnSpc>
              <a:spcBef>
                <a:spcPts val="0"/>
              </a:spcBef>
              <a:spcAft>
                <a:spcPts val="0"/>
              </a:spcAft>
              <a:buNone/>
              <a:defRPr sz="2400"/>
            </a:lvl6pPr>
            <a:lvl7pPr lvl="6">
              <a:lnSpc>
                <a:spcPct val="85000"/>
              </a:lnSpc>
              <a:spcBef>
                <a:spcPts val="0"/>
              </a:spcBef>
              <a:spcAft>
                <a:spcPts val="0"/>
              </a:spcAft>
              <a:buNone/>
              <a:defRPr sz="2400"/>
            </a:lvl7pPr>
            <a:lvl8pPr lvl="7">
              <a:lnSpc>
                <a:spcPct val="85000"/>
              </a:lnSpc>
              <a:spcBef>
                <a:spcPts val="0"/>
              </a:spcBef>
              <a:spcAft>
                <a:spcPts val="0"/>
              </a:spcAft>
              <a:buNone/>
              <a:defRPr sz="2400"/>
            </a:lvl8pPr>
            <a:lvl9pPr lvl="8">
              <a:lnSpc>
                <a:spcPct val="85000"/>
              </a:lnSpc>
              <a:spcBef>
                <a:spcPts val="0"/>
              </a:spcBef>
              <a:spcAft>
                <a:spcPts val="0"/>
              </a:spcAft>
              <a:buNone/>
              <a:defRPr sz="2400"/>
            </a:lvl9pPr>
          </a:lstStyle>
          <a:p>
            <a:endParaRPr/>
          </a:p>
        </p:txBody>
      </p:sp>
      <p:sp>
        <p:nvSpPr>
          <p:cNvPr id="356" name="Google Shape;356;p39"/>
          <p:cNvSpPr txBox="1">
            <a:spLocks noGrp="1"/>
          </p:cNvSpPr>
          <p:nvPr>
            <p:ph type="subTitle" idx="4"/>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57" name="Google Shape;357;p39"/>
          <p:cNvSpPr txBox="1">
            <a:spLocks noGrp="1"/>
          </p:cNvSpPr>
          <p:nvPr>
            <p:ph type="subTitle" idx="5"/>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58" name="Google Shape;358;p39"/>
          <p:cNvSpPr txBox="1">
            <a:spLocks noGrp="1"/>
          </p:cNvSpPr>
          <p:nvPr>
            <p:ph type="body" idx="6"/>
          </p:nvPr>
        </p:nvSpPr>
        <p:spPr>
          <a:xfrm>
            <a:off x="4629475" y="2513100"/>
            <a:ext cx="2055000" cy="1926600"/>
          </a:xfrm>
          <a:prstGeom prst="rect">
            <a:avLst/>
          </a:prstGeom>
        </p:spPr>
        <p:txBody>
          <a:bodyPr spcFirstLastPara="1" wrap="square" lIns="91425" tIns="91425" rIns="91425" bIns="91425" anchor="b" anchorCtr="0">
            <a:noAutofit/>
          </a:bodyPr>
          <a:lstStyle>
            <a:lvl1pPr marL="457200" lvl="0" indent="-228600">
              <a:lnSpc>
                <a:spcPct val="115000"/>
              </a:lnSpc>
              <a:spcBef>
                <a:spcPts val="0"/>
              </a:spcBef>
              <a:spcAft>
                <a:spcPts val="0"/>
              </a:spcAft>
              <a:buSzPts val="1000"/>
              <a:buNone/>
              <a:defRPr/>
            </a:lvl1pPr>
            <a:lvl2pPr marL="914400" lvl="1" indent="-228600">
              <a:lnSpc>
                <a:spcPct val="115000"/>
              </a:lnSpc>
              <a:spcBef>
                <a:spcPts val="0"/>
              </a:spcBef>
              <a:spcAft>
                <a:spcPts val="0"/>
              </a:spcAft>
              <a:buSzPts val="1000"/>
              <a:buNone/>
              <a:defRPr/>
            </a:lvl2pPr>
            <a:lvl3pPr marL="1371600" lvl="2" indent="-228600">
              <a:lnSpc>
                <a:spcPct val="115000"/>
              </a:lnSpc>
              <a:spcBef>
                <a:spcPts val="0"/>
              </a:spcBef>
              <a:spcAft>
                <a:spcPts val="0"/>
              </a:spcAft>
              <a:buSzPts val="1000"/>
              <a:buNone/>
              <a:defRPr/>
            </a:lvl3pPr>
            <a:lvl4pPr marL="1828800" lvl="3" indent="-228600">
              <a:lnSpc>
                <a:spcPct val="115000"/>
              </a:lnSpc>
              <a:spcBef>
                <a:spcPts val="0"/>
              </a:spcBef>
              <a:spcAft>
                <a:spcPts val="0"/>
              </a:spcAft>
              <a:buSzPts val="1000"/>
              <a:buNone/>
              <a:defRPr/>
            </a:lvl4pPr>
            <a:lvl5pPr marL="2286000" lvl="4" indent="-228600">
              <a:lnSpc>
                <a:spcPct val="115000"/>
              </a:lnSpc>
              <a:spcBef>
                <a:spcPts val="0"/>
              </a:spcBef>
              <a:spcAft>
                <a:spcPts val="0"/>
              </a:spcAft>
              <a:buSzPts val="1000"/>
              <a:buNone/>
              <a:defRPr/>
            </a:lvl5pPr>
            <a:lvl6pPr marL="2743200" lvl="5" indent="-228600">
              <a:lnSpc>
                <a:spcPct val="115000"/>
              </a:lnSpc>
              <a:spcBef>
                <a:spcPts val="0"/>
              </a:spcBef>
              <a:spcAft>
                <a:spcPts val="0"/>
              </a:spcAft>
              <a:buSzPts val="1000"/>
              <a:buNone/>
              <a:defRPr/>
            </a:lvl6pPr>
            <a:lvl7pPr marL="3200400" lvl="6" indent="-228600">
              <a:lnSpc>
                <a:spcPct val="115000"/>
              </a:lnSpc>
              <a:spcBef>
                <a:spcPts val="0"/>
              </a:spcBef>
              <a:spcAft>
                <a:spcPts val="0"/>
              </a:spcAft>
              <a:buSzPts val="1000"/>
              <a:buNone/>
              <a:defRPr/>
            </a:lvl7pPr>
            <a:lvl8pPr marL="3657600" lvl="7" indent="-228600">
              <a:lnSpc>
                <a:spcPct val="115000"/>
              </a:lnSpc>
              <a:spcBef>
                <a:spcPts val="0"/>
              </a:spcBef>
              <a:spcAft>
                <a:spcPts val="0"/>
              </a:spcAft>
              <a:buSzPts val="1000"/>
              <a:buNone/>
              <a:defRPr/>
            </a:lvl8pPr>
            <a:lvl9pPr marL="4114800" lvl="8" indent="-228600">
              <a:lnSpc>
                <a:spcPct val="115000"/>
              </a:lnSpc>
              <a:spcBef>
                <a:spcPts val="0"/>
              </a:spcBef>
              <a:spcAft>
                <a:spcPts val="0"/>
              </a:spcAft>
              <a:buSzPts val="1000"/>
              <a:buNone/>
              <a:defRPr/>
            </a:lvl9pPr>
          </a:lstStyle>
          <a:p>
            <a:endParaRPr/>
          </a:p>
        </p:txBody>
      </p:sp>
      <p:sp>
        <p:nvSpPr>
          <p:cNvPr id="359" name="Google Shape;359;p39"/>
          <p:cNvSpPr txBox="1">
            <a:spLocks noGrp="1"/>
          </p:cNvSpPr>
          <p:nvPr>
            <p:ph type="subTitle" idx="7"/>
          </p:nvPr>
        </p:nvSpPr>
        <p:spPr>
          <a:xfrm>
            <a:off x="4783900" y="1539225"/>
            <a:ext cx="1821600" cy="568500"/>
          </a:xfrm>
          <a:prstGeom prst="rect">
            <a:avLst/>
          </a:prstGeom>
        </p:spPr>
        <p:txBody>
          <a:bodyPr spcFirstLastPara="1" wrap="square" lIns="91425" tIns="91425" rIns="91425" bIns="91425" anchor="t" anchorCtr="0">
            <a:noAutofit/>
          </a:bodyPr>
          <a:lstStyle>
            <a:lvl1pPr lvl="0">
              <a:spcBef>
                <a:spcPts val="0"/>
              </a:spcBef>
              <a:spcAft>
                <a:spcPts val="0"/>
              </a:spcAft>
              <a:buNone/>
              <a:defRPr sz="1200" b="1"/>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a:endParaRPr/>
          </a:p>
        </p:txBody>
      </p:sp>
      <p:sp>
        <p:nvSpPr>
          <p:cNvPr id="360" name="Google Shape;360;p39"/>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Project details 2">
  <p:cSld name="CUSTOM_8_1">
    <p:spTree>
      <p:nvGrpSpPr>
        <p:cNvPr id="1" name="Shape 361"/>
        <p:cNvGrpSpPr/>
        <p:nvPr/>
      </p:nvGrpSpPr>
      <p:grpSpPr>
        <a:xfrm>
          <a:off x="0" y="0"/>
          <a:ext cx="0" cy="0"/>
          <a:chOff x="0" y="0"/>
          <a:chExt cx="0" cy="0"/>
        </a:xfrm>
      </p:grpSpPr>
      <p:sp>
        <p:nvSpPr>
          <p:cNvPr id="362" name="Google Shape;362;p40"/>
          <p:cNvSpPr/>
          <p:nvPr/>
        </p:nvSpPr>
        <p:spPr>
          <a:xfrm>
            <a:off x="288400" y="474900"/>
            <a:ext cx="8568300" cy="4193700"/>
          </a:xfrm>
          <a:prstGeom prst="roundRect">
            <a:avLst>
              <a:gd name="adj" fmla="val 5525"/>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strument Sans"/>
              <a:ea typeface="Instrument Sans"/>
              <a:cs typeface="Instrument Sans"/>
              <a:sym typeface="Instrument Sans"/>
            </a:endParaRPr>
          </a:p>
        </p:txBody>
      </p:sp>
      <p:sp>
        <p:nvSpPr>
          <p:cNvPr id="363" name="Google Shape;363;p40"/>
          <p:cNvSpPr txBox="1">
            <a:spLocks noGrp="1"/>
          </p:cNvSpPr>
          <p:nvPr>
            <p:ph type="body" idx="1"/>
          </p:nvPr>
        </p:nvSpPr>
        <p:spPr>
          <a:xfrm>
            <a:off x="617750" y="775450"/>
            <a:ext cx="728100" cy="302100"/>
          </a:xfrm>
          <a:prstGeom prst="rect">
            <a:avLst/>
          </a:prstGeom>
        </p:spPr>
        <p:txBody>
          <a:bodyPr spcFirstLastPara="1" wrap="square" lIns="0" tIns="0" rIns="0" bIns="0" anchor="t" anchorCtr="0">
            <a:noAutofit/>
          </a:bodyPr>
          <a:lstStyle>
            <a:lvl1pPr marL="457200" lvl="0" indent="-228600">
              <a:spcBef>
                <a:spcPts val="0"/>
              </a:spcBef>
              <a:spcAft>
                <a:spcPts val="0"/>
              </a:spcAft>
              <a:buNone/>
              <a:defRPr/>
            </a:lvl1pPr>
            <a:lvl2pPr marL="914400" lvl="1" indent="-228600">
              <a:spcBef>
                <a:spcPts val="0"/>
              </a:spcBef>
              <a:spcAft>
                <a:spcPts val="0"/>
              </a:spcAft>
              <a:buNone/>
              <a:defRPr/>
            </a:lvl2pPr>
            <a:lvl3pPr marL="1371600" lvl="2" indent="-228600">
              <a:spcBef>
                <a:spcPts val="0"/>
              </a:spcBef>
              <a:spcAft>
                <a:spcPts val="0"/>
              </a:spcAft>
              <a:buNone/>
              <a:defRPr/>
            </a:lvl3pPr>
            <a:lvl4pPr marL="1828800" lvl="3" indent="-228600">
              <a:spcBef>
                <a:spcPts val="0"/>
              </a:spcBef>
              <a:spcAft>
                <a:spcPts val="0"/>
              </a:spcAft>
              <a:buNone/>
              <a:defRPr/>
            </a:lvl4pPr>
            <a:lvl5pPr marL="2286000" lvl="4" indent="-228600">
              <a:spcBef>
                <a:spcPts val="0"/>
              </a:spcBef>
              <a:spcAft>
                <a:spcPts val="0"/>
              </a:spcAft>
              <a:buNone/>
              <a:defRPr/>
            </a:lvl5pPr>
            <a:lvl6pPr marL="2743200" lvl="5" indent="-228600">
              <a:spcBef>
                <a:spcPts val="0"/>
              </a:spcBef>
              <a:spcAft>
                <a:spcPts val="0"/>
              </a:spcAft>
              <a:buNone/>
              <a:defRPr/>
            </a:lvl6pPr>
            <a:lvl7pPr marL="3200400" lvl="6" indent="-228600">
              <a:spcBef>
                <a:spcPts val="0"/>
              </a:spcBef>
              <a:spcAft>
                <a:spcPts val="0"/>
              </a:spcAft>
              <a:buNone/>
              <a:defRPr/>
            </a:lvl7pPr>
            <a:lvl8pPr marL="3657600" lvl="7" indent="-228600">
              <a:spcBef>
                <a:spcPts val="0"/>
              </a:spcBef>
              <a:spcAft>
                <a:spcPts val="0"/>
              </a:spcAft>
              <a:buNone/>
              <a:defRPr/>
            </a:lvl8pPr>
            <a:lvl9pPr marL="4114800" lvl="8" indent="-228600">
              <a:spcBef>
                <a:spcPts val="0"/>
              </a:spcBef>
              <a:spcAft>
                <a:spcPts val="0"/>
              </a:spcAft>
              <a:buNone/>
              <a:defRPr/>
            </a:lvl9pPr>
          </a:lstStyle>
          <a:p>
            <a:endParaRPr/>
          </a:p>
        </p:txBody>
      </p:sp>
      <p:sp>
        <p:nvSpPr>
          <p:cNvPr id="364" name="Google Shape;364;p40"/>
          <p:cNvSpPr txBox="1">
            <a:spLocks noGrp="1"/>
          </p:cNvSpPr>
          <p:nvPr>
            <p:ph type="body" idx="2"/>
          </p:nvPr>
        </p:nvSpPr>
        <p:spPr>
          <a:xfrm>
            <a:off x="617750" y="2630400"/>
            <a:ext cx="3889500" cy="1809600"/>
          </a:xfrm>
          <a:prstGeom prst="rect">
            <a:avLst/>
          </a:prstGeom>
        </p:spPr>
        <p:txBody>
          <a:bodyPr spcFirstLastPara="1" wrap="square" lIns="0" tIns="0" rIns="0" bIns="0" anchor="b" anchorCtr="0">
            <a:noAutofit/>
          </a:bodyPr>
          <a:lstStyle>
            <a:lvl1pPr marL="457200" lvl="0" indent="-228600">
              <a:spcBef>
                <a:spcPts val="0"/>
              </a:spcBef>
              <a:spcAft>
                <a:spcPts val="0"/>
              </a:spcAft>
              <a:buNone/>
              <a:defRPr/>
            </a:lvl1pPr>
            <a:lvl2pPr marL="914400" lvl="1" indent="-228600">
              <a:spcBef>
                <a:spcPts val="0"/>
              </a:spcBef>
              <a:spcAft>
                <a:spcPts val="0"/>
              </a:spcAft>
              <a:buNone/>
              <a:defRPr/>
            </a:lvl2pPr>
            <a:lvl3pPr marL="1371600" lvl="2" indent="-228600">
              <a:spcBef>
                <a:spcPts val="0"/>
              </a:spcBef>
              <a:spcAft>
                <a:spcPts val="0"/>
              </a:spcAft>
              <a:buNone/>
              <a:defRPr/>
            </a:lvl3pPr>
            <a:lvl4pPr marL="1828800" lvl="3" indent="-228600">
              <a:spcBef>
                <a:spcPts val="0"/>
              </a:spcBef>
              <a:spcAft>
                <a:spcPts val="0"/>
              </a:spcAft>
              <a:buNone/>
              <a:defRPr/>
            </a:lvl4pPr>
            <a:lvl5pPr marL="2286000" lvl="4" indent="-228600">
              <a:spcBef>
                <a:spcPts val="0"/>
              </a:spcBef>
              <a:spcAft>
                <a:spcPts val="0"/>
              </a:spcAft>
              <a:buNone/>
              <a:defRPr/>
            </a:lvl5pPr>
            <a:lvl6pPr marL="2743200" lvl="5" indent="-228600">
              <a:spcBef>
                <a:spcPts val="0"/>
              </a:spcBef>
              <a:spcAft>
                <a:spcPts val="0"/>
              </a:spcAft>
              <a:buNone/>
              <a:defRPr/>
            </a:lvl6pPr>
            <a:lvl7pPr marL="3200400" lvl="6" indent="-228600">
              <a:spcBef>
                <a:spcPts val="0"/>
              </a:spcBef>
              <a:spcAft>
                <a:spcPts val="0"/>
              </a:spcAft>
              <a:buNone/>
              <a:defRPr/>
            </a:lvl7pPr>
            <a:lvl8pPr marL="3657600" lvl="7" indent="-228600">
              <a:spcBef>
                <a:spcPts val="0"/>
              </a:spcBef>
              <a:spcAft>
                <a:spcPts val="0"/>
              </a:spcAft>
              <a:buNone/>
              <a:defRPr/>
            </a:lvl8pPr>
            <a:lvl9pPr marL="4114800" lvl="8" indent="-228600">
              <a:spcBef>
                <a:spcPts val="0"/>
              </a:spcBef>
              <a:spcAft>
                <a:spcPts val="0"/>
              </a:spcAft>
              <a:buNone/>
              <a:defRPr/>
            </a:lvl9pPr>
          </a:lstStyle>
          <a:p>
            <a:endParaRPr/>
          </a:p>
        </p:txBody>
      </p:sp>
      <p:sp>
        <p:nvSpPr>
          <p:cNvPr id="365" name="Google Shape;365;p40"/>
          <p:cNvSpPr txBox="1">
            <a:spLocks noGrp="1"/>
          </p:cNvSpPr>
          <p:nvPr>
            <p:ph type="title"/>
          </p:nvPr>
        </p:nvSpPr>
        <p:spPr>
          <a:xfrm>
            <a:off x="622700" y="1323975"/>
            <a:ext cx="3889500" cy="965400"/>
          </a:xfrm>
          <a:prstGeom prst="rect">
            <a:avLst/>
          </a:prstGeom>
        </p:spPr>
        <p:txBody>
          <a:bodyPr spcFirstLastPara="1" wrap="square" lIns="0" tIns="0" rIns="0" bIns="0" anchor="t" anchorCtr="0">
            <a:noAutofit/>
          </a:bodyPr>
          <a:lstStyle>
            <a:lvl1pPr lvl="0">
              <a:lnSpc>
                <a:spcPct val="85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85000"/>
              </a:lnSpc>
              <a:spcBef>
                <a:spcPts val="0"/>
              </a:spcBef>
              <a:spcAft>
                <a:spcPts val="0"/>
              </a:spcAft>
              <a:buNone/>
              <a:defRPr sz="2400"/>
            </a:lvl2pPr>
            <a:lvl3pPr lvl="2">
              <a:lnSpc>
                <a:spcPct val="85000"/>
              </a:lnSpc>
              <a:spcBef>
                <a:spcPts val="0"/>
              </a:spcBef>
              <a:spcAft>
                <a:spcPts val="0"/>
              </a:spcAft>
              <a:buNone/>
              <a:defRPr sz="2400"/>
            </a:lvl3pPr>
            <a:lvl4pPr lvl="3">
              <a:lnSpc>
                <a:spcPct val="85000"/>
              </a:lnSpc>
              <a:spcBef>
                <a:spcPts val="0"/>
              </a:spcBef>
              <a:spcAft>
                <a:spcPts val="0"/>
              </a:spcAft>
              <a:buNone/>
              <a:defRPr sz="2400"/>
            </a:lvl4pPr>
            <a:lvl5pPr lvl="4">
              <a:lnSpc>
                <a:spcPct val="85000"/>
              </a:lnSpc>
              <a:spcBef>
                <a:spcPts val="0"/>
              </a:spcBef>
              <a:spcAft>
                <a:spcPts val="0"/>
              </a:spcAft>
              <a:buNone/>
              <a:defRPr sz="2400"/>
            </a:lvl5pPr>
            <a:lvl6pPr lvl="5">
              <a:lnSpc>
                <a:spcPct val="85000"/>
              </a:lnSpc>
              <a:spcBef>
                <a:spcPts val="0"/>
              </a:spcBef>
              <a:spcAft>
                <a:spcPts val="0"/>
              </a:spcAft>
              <a:buNone/>
              <a:defRPr sz="2400"/>
            </a:lvl6pPr>
            <a:lvl7pPr lvl="6">
              <a:lnSpc>
                <a:spcPct val="85000"/>
              </a:lnSpc>
              <a:spcBef>
                <a:spcPts val="0"/>
              </a:spcBef>
              <a:spcAft>
                <a:spcPts val="0"/>
              </a:spcAft>
              <a:buNone/>
              <a:defRPr sz="2400"/>
            </a:lvl7pPr>
            <a:lvl8pPr lvl="7">
              <a:lnSpc>
                <a:spcPct val="85000"/>
              </a:lnSpc>
              <a:spcBef>
                <a:spcPts val="0"/>
              </a:spcBef>
              <a:spcAft>
                <a:spcPts val="0"/>
              </a:spcAft>
              <a:buNone/>
              <a:defRPr sz="2400"/>
            </a:lvl8pPr>
            <a:lvl9pPr lvl="8">
              <a:lnSpc>
                <a:spcPct val="85000"/>
              </a:lnSpc>
              <a:spcBef>
                <a:spcPts val="0"/>
              </a:spcBef>
              <a:spcAft>
                <a:spcPts val="0"/>
              </a:spcAft>
              <a:buNone/>
              <a:defRPr sz="2400"/>
            </a:lvl9pPr>
          </a:lstStyle>
          <a:p>
            <a:endParaRPr/>
          </a:p>
        </p:txBody>
      </p:sp>
      <p:sp>
        <p:nvSpPr>
          <p:cNvPr id="366" name="Google Shape;366;p40"/>
          <p:cNvSpPr txBox="1">
            <a:spLocks noGrp="1"/>
          </p:cNvSpPr>
          <p:nvPr>
            <p:ph type="subTitle" idx="3"/>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67" name="Google Shape;367;p40"/>
          <p:cNvSpPr txBox="1">
            <a:spLocks noGrp="1"/>
          </p:cNvSpPr>
          <p:nvPr>
            <p:ph type="subTitle" idx="4"/>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68" name="Google Shape;368;p40"/>
          <p:cNvSpPr txBox="1">
            <a:spLocks noGrp="1"/>
          </p:cNvSpPr>
          <p:nvPr>
            <p:ph type="body" idx="5"/>
          </p:nvPr>
        </p:nvSpPr>
        <p:spPr>
          <a:xfrm>
            <a:off x="4629475" y="2513100"/>
            <a:ext cx="2055000" cy="1926600"/>
          </a:xfrm>
          <a:prstGeom prst="rect">
            <a:avLst/>
          </a:prstGeom>
        </p:spPr>
        <p:txBody>
          <a:bodyPr spcFirstLastPara="1" wrap="square" lIns="91425" tIns="91425" rIns="91425" bIns="91425" anchor="b" anchorCtr="0">
            <a:noAutofit/>
          </a:bodyPr>
          <a:lstStyle>
            <a:lvl1pPr marL="457200" lvl="0" indent="-228600">
              <a:lnSpc>
                <a:spcPct val="115000"/>
              </a:lnSpc>
              <a:spcBef>
                <a:spcPts val="0"/>
              </a:spcBef>
              <a:spcAft>
                <a:spcPts val="0"/>
              </a:spcAft>
              <a:buSzPts val="1000"/>
              <a:buNone/>
              <a:defRPr/>
            </a:lvl1pPr>
            <a:lvl2pPr marL="914400" lvl="1" indent="-228600">
              <a:lnSpc>
                <a:spcPct val="115000"/>
              </a:lnSpc>
              <a:spcBef>
                <a:spcPts val="0"/>
              </a:spcBef>
              <a:spcAft>
                <a:spcPts val="0"/>
              </a:spcAft>
              <a:buSzPts val="1000"/>
              <a:buNone/>
              <a:defRPr/>
            </a:lvl2pPr>
            <a:lvl3pPr marL="1371600" lvl="2" indent="-228600">
              <a:lnSpc>
                <a:spcPct val="115000"/>
              </a:lnSpc>
              <a:spcBef>
                <a:spcPts val="0"/>
              </a:spcBef>
              <a:spcAft>
                <a:spcPts val="0"/>
              </a:spcAft>
              <a:buSzPts val="1000"/>
              <a:buNone/>
              <a:defRPr/>
            </a:lvl3pPr>
            <a:lvl4pPr marL="1828800" lvl="3" indent="-228600">
              <a:lnSpc>
                <a:spcPct val="115000"/>
              </a:lnSpc>
              <a:spcBef>
                <a:spcPts val="0"/>
              </a:spcBef>
              <a:spcAft>
                <a:spcPts val="0"/>
              </a:spcAft>
              <a:buSzPts val="1000"/>
              <a:buNone/>
              <a:defRPr/>
            </a:lvl4pPr>
            <a:lvl5pPr marL="2286000" lvl="4" indent="-228600">
              <a:lnSpc>
                <a:spcPct val="115000"/>
              </a:lnSpc>
              <a:spcBef>
                <a:spcPts val="0"/>
              </a:spcBef>
              <a:spcAft>
                <a:spcPts val="0"/>
              </a:spcAft>
              <a:buSzPts val="1000"/>
              <a:buNone/>
              <a:defRPr/>
            </a:lvl5pPr>
            <a:lvl6pPr marL="2743200" lvl="5" indent="-228600">
              <a:lnSpc>
                <a:spcPct val="115000"/>
              </a:lnSpc>
              <a:spcBef>
                <a:spcPts val="0"/>
              </a:spcBef>
              <a:spcAft>
                <a:spcPts val="0"/>
              </a:spcAft>
              <a:buSzPts val="1000"/>
              <a:buNone/>
              <a:defRPr/>
            </a:lvl6pPr>
            <a:lvl7pPr marL="3200400" lvl="6" indent="-228600">
              <a:lnSpc>
                <a:spcPct val="115000"/>
              </a:lnSpc>
              <a:spcBef>
                <a:spcPts val="0"/>
              </a:spcBef>
              <a:spcAft>
                <a:spcPts val="0"/>
              </a:spcAft>
              <a:buSzPts val="1000"/>
              <a:buNone/>
              <a:defRPr/>
            </a:lvl7pPr>
            <a:lvl8pPr marL="3657600" lvl="7" indent="-228600">
              <a:lnSpc>
                <a:spcPct val="115000"/>
              </a:lnSpc>
              <a:spcBef>
                <a:spcPts val="0"/>
              </a:spcBef>
              <a:spcAft>
                <a:spcPts val="0"/>
              </a:spcAft>
              <a:buSzPts val="1000"/>
              <a:buNone/>
              <a:defRPr/>
            </a:lvl8pPr>
            <a:lvl9pPr marL="4114800" lvl="8" indent="-228600">
              <a:lnSpc>
                <a:spcPct val="115000"/>
              </a:lnSpc>
              <a:spcBef>
                <a:spcPts val="0"/>
              </a:spcBef>
              <a:spcAft>
                <a:spcPts val="0"/>
              </a:spcAft>
              <a:buSzPts val="1000"/>
              <a:buNone/>
              <a:defRPr/>
            </a:lvl9pPr>
          </a:lstStyle>
          <a:p>
            <a:endParaRPr/>
          </a:p>
        </p:txBody>
      </p:sp>
      <p:sp>
        <p:nvSpPr>
          <p:cNvPr id="369" name="Google Shape;369;p40"/>
          <p:cNvSpPr txBox="1">
            <a:spLocks noGrp="1"/>
          </p:cNvSpPr>
          <p:nvPr>
            <p:ph type="subTitle" idx="6"/>
          </p:nvPr>
        </p:nvSpPr>
        <p:spPr>
          <a:xfrm>
            <a:off x="4783900" y="1539225"/>
            <a:ext cx="1821600" cy="568500"/>
          </a:xfrm>
          <a:prstGeom prst="rect">
            <a:avLst/>
          </a:prstGeom>
        </p:spPr>
        <p:txBody>
          <a:bodyPr spcFirstLastPara="1" wrap="square" lIns="91425" tIns="91425" rIns="91425" bIns="91425" anchor="t" anchorCtr="0">
            <a:noAutofit/>
          </a:bodyPr>
          <a:lstStyle>
            <a:lvl1pPr lvl="0">
              <a:spcBef>
                <a:spcPts val="0"/>
              </a:spcBef>
              <a:spcAft>
                <a:spcPts val="0"/>
              </a:spcAft>
              <a:buNone/>
              <a:defRPr sz="1200" b="1"/>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a:endParaRPr/>
          </a:p>
        </p:txBody>
      </p:sp>
      <p:sp>
        <p:nvSpPr>
          <p:cNvPr id="370" name="Google Shape;370;p40"/>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Boxes and image">
  <p:cSld name="CUSTOM">
    <p:spTree>
      <p:nvGrpSpPr>
        <p:cNvPr id="1" name="Shape 371"/>
        <p:cNvGrpSpPr/>
        <p:nvPr/>
      </p:nvGrpSpPr>
      <p:grpSpPr>
        <a:xfrm>
          <a:off x="0" y="0"/>
          <a:ext cx="0" cy="0"/>
          <a:chOff x="0" y="0"/>
          <a:chExt cx="0" cy="0"/>
        </a:xfrm>
      </p:grpSpPr>
      <p:sp>
        <p:nvSpPr>
          <p:cNvPr id="372" name="Google Shape;372;p41"/>
          <p:cNvSpPr/>
          <p:nvPr/>
        </p:nvSpPr>
        <p:spPr>
          <a:xfrm>
            <a:off x="6084175" y="474900"/>
            <a:ext cx="2771400" cy="4193700"/>
          </a:xfrm>
          <a:prstGeom prst="roundRect">
            <a:avLst>
              <a:gd name="adj" fmla="val 7333"/>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strument Sans"/>
              <a:ea typeface="Instrument Sans"/>
              <a:cs typeface="Instrument Sans"/>
              <a:sym typeface="Instrument Sans"/>
            </a:endParaRPr>
          </a:p>
        </p:txBody>
      </p:sp>
      <p:sp>
        <p:nvSpPr>
          <p:cNvPr id="373" name="Google Shape;373;p41"/>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374" name="Google Shape;374;p41"/>
          <p:cNvSpPr/>
          <p:nvPr/>
        </p:nvSpPr>
        <p:spPr>
          <a:xfrm>
            <a:off x="288400" y="474900"/>
            <a:ext cx="5670000" cy="4193700"/>
          </a:xfrm>
          <a:prstGeom prst="roundRect">
            <a:avLst>
              <a:gd name="adj" fmla="val 407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strument Sans"/>
              <a:ea typeface="Instrument Sans"/>
              <a:cs typeface="Instrument Sans"/>
              <a:sym typeface="Instrument Sans"/>
            </a:endParaRPr>
          </a:p>
        </p:txBody>
      </p:sp>
      <p:sp>
        <p:nvSpPr>
          <p:cNvPr id="375" name="Google Shape;375;p41"/>
          <p:cNvSpPr/>
          <p:nvPr/>
        </p:nvSpPr>
        <p:spPr>
          <a:xfrm>
            <a:off x="567700" y="4089150"/>
            <a:ext cx="1112100" cy="350700"/>
          </a:xfrm>
          <a:prstGeom prst="roundRect">
            <a:avLst>
              <a:gd name="adj" fmla="val 50000"/>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800">
              <a:solidFill>
                <a:schemeClr val="lt1"/>
              </a:solidFill>
              <a:latin typeface="Instrument Sans Medium"/>
              <a:ea typeface="Instrument Sans Medium"/>
              <a:cs typeface="Instrument Sans Medium"/>
              <a:sym typeface="Instrument Sans Medium"/>
            </a:endParaRPr>
          </a:p>
        </p:txBody>
      </p:sp>
      <p:sp>
        <p:nvSpPr>
          <p:cNvPr id="376" name="Google Shape;376;p41"/>
          <p:cNvSpPr/>
          <p:nvPr/>
        </p:nvSpPr>
        <p:spPr>
          <a:xfrm>
            <a:off x="1679742" y="4089150"/>
            <a:ext cx="1112100" cy="350700"/>
          </a:xfrm>
          <a:prstGeom prst="roundRect">
            <a:avLst>
              <a:gd name="adj" fmla="val 50000"/>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800">
              <a:solidFill>
                <a:schemeClr val="lt1"/>
              </a:solidFill>
              <a:latin typeface="Instrument Sans Medium"/>
              <a:ea typeface="Instrument Sans Medium"/>
              <a:cs typeface="Instrument Sans Medium"/>
              <a:sym typeface="Instrument Sans Medium"/>
            </a:endParaRPr>
          </a:p>
        </p:txBody>
      </p:sp>
      <p:sp>
        <p:nvSpPr>
          <p:cNvPr id="377" name="Google Shape;377;p41"/>
          <p:cNvSpPr/>
          <p:nvPr/>
        </p:nvSpPr>
        <p:spPr>
          <a:xfrm>
            <a:off x="2791783" y="4089150"/>
            <a:ext cx="1112100" cy="350700"/>
          </a:xfrm>
          <a:prstGeom prst="roundRect">
            <a:avLst>
              <a:gd name="adj" fmla="val 50000"/>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800">
              <a:solidFill>
                <a:schemeClr val="lt1"/>
              </a:solidFill>
              <a:latin typeface="Instrument Sans Medium"/>
              <a:ea typeface="Instrument Sans Medium"/>
              <a:cs typeface="Instrument Sans Medium"/>
              <a:sym typeface="Instrument Sans Medium"/>
            </a:endParaRPr>
          </a:p>
        </p:txBody>
      </p:sp>
      <p:sp>
        <p:nvSpPr>
          <p:cNvPr id="378" name="Google Shape;378;p41"/>
          <p:cNvSpPr txBox="1">
            <a:spLocks noGrp="1"/>
          </p:cNvSpPr>
          <p:nvPr>
            <p:ph type="title"/>
          </p:nvPr>
        </p:nvSpPr>
        <p:spPr>
          <a:xfrm>
            <a:off x="586125" y="745875"/>
            <a:ext cx="4471200" cy="942000"/>
          </a:xfrm>
          <a:prstGeom prst="rect">
            <a:avLst/>
          </a:prstGeom>
        </p:spPr>
        <p:txBody>
          <a:bodyPr spcFirstLastPara="1" wrap="square" lIns="0" tIns="0" rIns="0" bIns="0" anchor="t" anchorCtr="0">
            <a:noAutofit/>
          </a:bodyPr>
          <a:lstStyle>
            <a:lvl1pPr lvl="0">
              <a:lnSpc>
                <a:spcPct val="85000"/>
              </a:lnSpc>
              <a:spcBef>
                <a:spcPts val="0"/>
              </a:spcBef>
              <a:spcAft>
                <a:spcPts val="0"/>
              </a:spcAft>
              <a:buNone/>
              <a:defRPr sz="3600">
                <a:latin typeface="Instrument Sans Medium"/>
                <a:ea typeface="Instrument Sans Medium"/>
                <a:cs typeface="Instrument Sans Medium"/>
                <a:sym typeface="Instrument Sans Medium"/>
              </a:defRPr>
            </a:lvl1pPr>
            <a:lvl2pPr lvl="1">
              <a:lnSpc>
                <a:spcPct val="85000"/>
              </a:lnSpc>
              <a:spcBef>
                <a:spcPts val="0"/>
              </a:spcBef>
              <a:spcAft>
                <a:spcPts val="0"/>
              </a:spcAft>
              <a:buNone/>
              <a:defRPr sz="3600">
                <a:latin typeface="Instrument Sans Medium"/>
                <a:ea typeface="Instrument Sans Medium"/>
                <a:cs typeface="Instrument Sans Medium"/>
                <a:sym typeface="Instrument Sans Medium"/>
              </a:defRPr>
            </a:lvl2pPr>
            <a:lvl3pPr lvl="2">
              <a:lnSpc>
                <a:spcPct val="85000"/>
              </a:lnSpc>
              <a:spcBef>
                <a:spcPts val="0"/>
              </a:spcBef>
              <a:spcAft>
                <a:spcPts val="0"/>
              </a:spcAft>
              <a:buNone/>
              <a:defRPr sz="3600">
                <a:latin typeface="Instrument Sans Medium"/>
                <a:ea typeface="Instrument Sans Medium"/>
                <a:cs typeface="Instrument Sans Medium"/>
                <a:sym typeface="Instrument Sans Medium"/>
              </a:defRPr>
            </a:lvl3pPr>
            <a:lvl4pPr lvl="3">
              <a:lnSpc>
                <a:spcPct val="85000"/>
              </a:lnSpc>
              <a:spcBef>
                <a:spcPts val="0"/>
              </a:spcBef>
              <a:spcAft>
                <a:spcPts val="0"/>
              </a:spcAft>
              <a:buNone/>
              <a:defRPr sz="3600">
                <a:latin typeface="Instrument Sans Medium"/>
                <a:ea typeface="Instrument Sans Medium"/>
                <a:cs typeface="Instrument Sans Medium"/>
                <a:sym typeface="Instrument Sans Medium"/>
              </a:defRPr>
            </a:lvl4pPr>
            <a:lvl5pPr lvl="4">
              <a:lnSpc>
                <a:spcPct val="85000"/>
              </a:lnSpc>
              <a:spcBef>
                <a:spcPts val="0"/>
              </a:spcBef>
              <a:spcAft>
                <a:spcPts val="0"/>
              </a:spcAft>
              <a:buNone/>
              <a:defRPr sz="3600">
                <a:latin typeface="Instrument Sans Medium"/>
                <a:ea typeface="Instrument Sans Medium"/>
                <a:cs typeface="Instrument Sans Medium"/>
                <a:sym typeface="Instrument Sans Medium"/>
              </a:defRPr>
            </a:lvl5pPr>
            <a:lvl6pPr lvl="5">
              <a:lnSpc>
                <a:spcPct val="85000"/>
              </a:lnSpc>
              <a:spcBef>
                <a:spcPts val="0"/>
              </a:spcBef>
              <a:spcAft>
                <a:spcPts val="0"/>
              </a:spcAft>
              <a:buNone/>
              <a:defRPr sz="3600">
                <a:latin typeface="Instrument Sans Medium"/>
                <a:ea typeface="Instrument Sans Medium"/>
                <a:cs typeface="Instrument Sans Medium"/>
                <a:sym typeface="Instrument Sans Medium"/>
              </a:defRPr>
            </a:lvl6pPr>
            <a:lvl7pPr lvl="6">
              <a:lnSpc>
                <a:spcPct val="85000"/>
              </a:lnSpc>
              <a:spcBef>
                <a:spcPts val="0"/>
              </a:spcBef>
              <a:spcAft>
                <a:spcPts val="0"/>
              </a:spcAft>
              <a:buNone/>
              <a:defRPr sz="3600">
                <a:latin typeface="Instrument Sans Medium"/>
                <a:ea typeface="Instrument Sans Medium"/>
                <a:cs typeface="Instrument Sans Medium"/>
                <a:sym typeface="Instrument Sans Medium"/>
              </a:defRPr>
            </a:lvl7pPr>
            <a:lvl8pPr lvl="7">
              <a:lnSpc>
                <a:spcPct val="85000"/>
              </a:lnSpc>
              <a:spcBef>
                <a:spcPts val="0"/>
              </a:spcBef>
              <a:spcAft>
                <a:spcPts val="0"/>
              </a:spcAft>
              <a:buNone/>
              <a:defRPr sz="3600">
                <a:latin typeface="Instrument Sans Medium"/>
                <a:ea typeface="Instrument Sans Medium"/>
                <a:cs typeface="Instrument Sans Medium"/>
                <a:sym typeface="Instrument Sans Medium"/>
              </a:defRPr>
            </a:lvl8pPr>
            <a:lvl9pPr lvl="8">
              <a:lnSpc>
                <a:spcPct val="85000"/>
              </a:lnSpc>
              <a:spcBef>
                <a:spcPts val="0"/>
              </a:spcBef>
              <a:spcAft>
                <a:spcPts val="0"/>
              </a:spcAft>
              <a:buNone/>
              <a:defRPr sz="3600">
                <a:latin typeface="Instrument Sans Medium"/>
                <a:ea typeface="Instrument Sans Medium"/>
                <a:cs typeface="Instrument Sans Medium"/>
                <a:sym typeface="Instrument Sans Medium"/>
              </a:defRPr>
            </a:lvl9pPr>
          </a:lstStyle>
          <a:p>
            <a:endParaRPr/>
          </a:p>
        </p:txBody>
      </p:sp>
      <p:sp>
        <p:nvSpPr>
          <p:cNvPr id="379" name="Google Shape;379;p41"/>
          <p:cNvSpPr txBox="1">
            <a:spLocks noGrp="1"/>
          </p:cNvSpPr>
          <p:nvPr>
            <p:ph type="body" idx="1"/>
          </p:nvPr>
        </p:nvSpPr>
        <p:spPr>
          <a:xfrm>
            <a:off x="6379950" y="3477525"/>
            <a:ext cx="2121300" cy="965100"/>
          </a:xfrm>
          <a:prstGeom prst="rect">
            <a:avLst/>
          </a:prstGeom>
        </p:spPr>
        <p:txBody>
          <a:bodyPr spcFirstLastPara="1" wrap="square" lIns="0" tIns="0" rIns="0" bIns="0" anchor="b" anchorCtr="0">
            <a:noAutofit/>
          </a:bodyPr>
          <a:lstStyle>
            <a:lvl1pPr marL="457200" lvl="0" indent="-228600">
              <a:spcBef>
                <a:spcPts val="0"/>
              </a:spcBef>
              <a:spcAft>
                <a:spcPts val="0"/>
              </a:spcAft>
              <a:buNone/>
              <a:defRPr/>
            </a:lvl1pPr>
            <a:lvl2pPr marL="914400" lvl="1" indent="-228600">
              <a:spcBef>
                <a:spcPts val="0"/>
              </a:spcBef>
              <a:spcAft>
                <a:spcPts val="0"/>
              </a:spcAft>
              <a:buNone/>
              <a:defRPr/>
            </a:lvl2pPr>
            <a:lvl3pPr marL="1371600" lvl="2" indent="-228600">
              <a:spcBef>
                <a:spcPts val="0"/>
              </a:spcBef>
              <a:spcAft>
                <a:spcPts val="0"/>
              </a:spcAft>
              <a:buNone/>
              <a:defRPr/>
            </a:lvl3pPr>
            <a:lvl4pPr marL="1828800" lvl="3" indent="-228600">
              <a:spcBef>
                <a:spcPts val="0"/>
              </a:spcBef>
              <a:spcAft>
                <a:spcPts val="0"/>
              </a:spcAft>
              <a:buNone/>
              <a:defRPr/>
            </a:lvl4pPr>
            <a:lvl5pPr marL="2286000" lvl="4" indent="-228600">
              <a:spcBef>
                <a:spcPts val="0"/>
              </a:spcBef>
              <a:spcAft>
                <a:spcPts val="0"/>
              </a:spcAft>
              <a:buNone/>
              <a:defRPr/>
            </a:lvl5pPr>
            <a:lvl6pPr marL="2743200" lvl="5" indent="-228600">
              <a:spcBef>
                <a:spcPts val="0"/>
              </a:spcBef>
              <a:spcAft>
                <a:spcPts val="0"/>
              </a:spcAft>
              <a:buNone/>
              <a:defRPr/>
            </a:lvl6pPr>
            <a:lvl7pPr marL="3200400" lvl="6" indent="-228600">
              <a:spcBef>
                <a:spcPts val="0"/>
              </a:spcBef>
              <a:spcAft>
                <a:spcPts val="0"/>
              </a:spcAft>
              <a:buNone/>
              <a:defRPr/>
            </a:lvl7pPr>
            <a:lvl8pPr marL="3657600" lvl="7" indent="-228600">
              <a:spcBef>
                <a:spcPts val="0"/>
              </a:spcBef>
              <a:spcAft>
                <a:spcPts val="0"/>
              </a:spcAft>
              <a:buNone/>
              <a:defRPr/>
            </a:lvl8pPr>
            <a:lvl9pPr marL="4114800" lvl="8" indent="-228600">
              <a:spcBef>
                <a:spcPts val="0"/>
              </a:spcBef>
              <a:spcAft>
                <a:spcPts val="0"/>
              </a:spcAft>
              <a:buNone/>
              <a:defRPr/>
            </a:lvl9pPr>
          </a:lstStyle>
          <a:p>
            <a:endParaRPr/>
          </a:p>
        </p:txBody>
      </p:sp>
      <p:sp>
        <p:nvSpPr>
          <p:cNvPr id="380" name="Google Shape;380;p41"/>
          <p:cNvSpPr txBox="1">
            <a:spLocks noGrp="1"/>
          </p:cNvSpPr>
          <p:nvPr>
            <p:ph type="subTitle" idx="2"/>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81" name="Google Shape;381;p41"/>
          <p:cNvSpPr txBox="1">
            <a:spLocks noGrp="1"/>
          </p:cNvSpPr>
          <p:nvPr>
            <p:ph type="subTitle" idx="3"/>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82" name="Google Shape;382;p41"/>
          <p:cNvSpPr>
            <a:spLocks noGrp="1"/>
          </p:cNvSpPr>
          <p:nvPr>
            <p:ph type="pic" idx="4"/>
          </p:nvPr>
        </p:nvSpPr>
        <p:spPr>
          <a:xfrm>
            <a:off x="6084175" y="474750"/>
            <a:ext cx="2771400" cy="1458300"/>
          </a:xfrm>
          <a:prstGeom prst="roundRect">
            <a:avLst>
              <a:gd name="adj" fmla="val 11040"/>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Next steps 4 elements 1">
  <p:cSld name="CUSTOM_10_3">
    <p:bg>
      <p:bgPr>
        <a:solidFill>
          <a:schemeClr val="dk2"/>
        </a:solidFill>
        <a:effectLst/>
      </p:bgPr>
    </p:bg>
    <p:spTree>
      <p:nvGrpSpPr>
        <p:cNvPr id="1" name="Shape 383"/>
        <p:cNvGrpSpPr/>
        <p:nvPr/>
      </p:nvGrpSpPr>
      <p:grpSpPr>
        <a:xfrm>
          <a:off x="0" y="0"/>
          <a:ext cx="0" cy="0"/>
          <a:chOff x="0" y="0"/>
          <a:chExt cx="0" cy="0"/>
        </a:xfrm>
      </p:grpSpPr>
      <p:pic>
        <p:nvPicPr>
          <p:cNvPr id="384" name="Google Shape;384;p42"/>
          <p:cNvPicPr preferRelativeResize="0"/>
          <p:nvPr/>
        </p:nvPicPr>
        <p:blipFill rotWithShape="1">
          <a:blip r:embed="rId2">
            <a:alphaModFix/>
          </a:blip>
          <a:srcRect t="12335" r="33444" b="31415"/>
          <a:stretch/>
        </p:blipFill>
        <p:spPr>
          <a:xfrm>
            <a:off x="3058325" y="0"/>
            <a:ext cx="6085676" cy="5143500"/>
          </a:xfrm>
          <a:prstGeom prst="rect">
            <a:avLst/>
          </a:prstGeom>
          <a:noFill/>
          <a:ln>
            <a:noFill/>
          </a:ln>
        </p:spPr>
      </p:pic>
      <p:sp>
        <p:nvSpPr>
          <p:cNvPr id="385" name="Google Shape;385;p42"/>
          <p:cNvSpPr txBox="1">
            <a:spLocks noGrp="1"/>
          </p:cNvSpPr>
          <p:nvPr>
            <p:ph type="subTitle" idx="1"/>
          </p:nvPr>
        </p:nvSpPr>
        <p:spPr>
          <a:xfrm>
            <a:off x="284700" y="284400"/>
            <a:ext cx="1965900" cy="192000"/>
          </a:xfrm>
          <a:prstGeom prst="rect">
            <a:avLst/>
          </a:prstGeom>
        </p:spPr>
        <p:txBody>
          <a:bodyPr spcFirstLastPara="1" wrap="square" lIns="0" tIns="0" rIns="0" bIns="0" anchor="t" anchorCtr="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86" name="Google Shape;386;p42"/>
          <p:cNvSpPr txBox="1">
            <a:spLocks noGrp="1"/>
          </p:cNvSpPr>
          <p:nvPr>
            <p:ph type="subTitle" idx="2"/>
          </p:nvPr>
        </p:nvSpPr>
        <p:spPr>
          <a:xfrm>
            <a:off x="6890875" y="284400"/>
            <a:ext cx="1965900" cy="192000"/>
          </a:xfrm>
          <a:prstGeom prst="rect">
            <a:avLst/>
          </a:prstGeom>
        </p:spPr>
        <p:txBody>
          <a:bodyPr spcFirstLastPara="1" wrap="square" lIns="0" tIns="0" rIns="0" bIns="0" anchor="t" anchorCtr="0">
            <a:noAutofit/>
          </a:bodyPr>
          <a:lstStyle>
            <a:lvl1pPr lvl="0" algn="r">
              <a:spcBef>
                <a:spcPts val="0"/>
              </a:spcBef>
              <a:spcAft>
                <a:spcPts val="0"/>
              </a:spcAft>
              <a:buClr>
                <a:schemeClr val="accent5"/>
              </a:buClr>
              <a:buSzPts val="700"/>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387" name="Google Shape;387;p42"/>
          <p:cNvSpPr txBox="1">
            <a:spLocks noGrp="1"/>
          </p:cNvSpPr>
          <p:nvPr>
            <p:ph type="title"/>
          </p:nvPr>
        </p:nvSpPr>
        <p:spPr>
          <a:xfrm>
            <a:off x="288400" y="476400"/>
            <a:ext cx="2769000" cy="496800"/>
          </a:xfrm>
          <a:prstGeom prst="rect">
            <a:avLst/>
          </a:prstGeom>
        </p:spPr>
        <p:txBody>
          <a:bodyPr spcFirstLastPara="1" wrap="square" lIns="0" tIns="0" rIns="0" bIns="0" anchor="b" anchorCtr="0">
            <a:noAutofit/>
          </a:bodyPr>
          <a:lstStyle>
            <a:lvl1pPr lvl="0">
              <a:lnSpc>
                <a:spcPct val="85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85000"/>
              </a:lnSpc>
              <a:spcBef>
                <a:spcPts val="0"/>
              </a:spcBef>
              <a:spcAft>
                <a:spcPts val="0"/>
              </a:spcAft>
              <a:buNone/>
              <a:defRPr sz="3600">
                <a:latin typeface="Instrument Sans Medium"/>
                <a:ea typeface="Instrument Sans Medium"/>
                <a:cs typeface="Instrument Sans Medium"/>
                <a:sym typeface="Instrument Sans Medium"/>
              </a:defRPr>
            </a:lvl2pPr>
            <a:lvl3pPr lvl="2">
              <a:lnSpc>
                <a:spcPct val="85000"/>
              </a:lnSpc>
              <a:spcBef>
                <a:spcPts val="0"/>
              </a:spcBef>
              <a:spcAft>
                <a:spcPts val="0"/>
              </a:spcAft>
              <a:buNone/>
              <a:defRPr sz="3600">
                <a:latin typeface="Instrument Sans Medium"/>
                <a:ea typeface="Instrument Sans Medium"/>
                <a:cs typeface="Instrument Sans Medium"/>
                <a:sym typeface="Instrument Sans Medium"/>
              </a:defRPr>
            </a:lvl3pPr>
            <a:lvl4pPr lvl="3">
              <a:lnSpc>
                <a:spcPct val="85000"/>
              </a:lnSpc>
              <a:spcBef>
                <a:spcPts val="0"/>
              </a:spcBef>
              <a:spcAft>
                <a:spcPts val="0"/>
              </a:spcAft>
              <a:buNone/>
              <a:defRPr sz="3600">
                <a:latin typeface="Instrument Sans Medium"/>
                <a:ea typeface="Instrument Sans Medium"/>
                <a:cs typeface="Instrument Sans Medium"/>
                <a:sym typeface="Instrument Sans Medium"/>
              </a:defRPr>
            </a:lvl4pPr>
            <a:lvl5pPr lvl="4">
              <a:lnSpc>
                <a:spcPct val="85000"/>
              </a:lnSpc>
              <a:spcBef>
                <a:spcPts val="0"/>
              </a:spcBef>
              <a:spcAft>
                <a:spcPts val="0"/>
              </a:spcAft>
              <a:buNone/>
              <a:defRPr sz="3600">
                <a:latin typeface="Instrument Sans Medium"/>
                <a:ea typeface="Instrument Sans Medium"/>
                <a:cs typeface="Instrument Sans Medium"/>
                <a:sym typeface="Instrument Sans Medium"/>
              </a:defRPr>
            </a:lvl5pPr>
            <a:lvl6pPr lvl="5">
              <a:lnSpc>
                <a:spcPct val="85000"/>
              </a:lnSpc>
              <a:spcBef>
                <a:spcPts val="0"/>
              </a:spcBef>
              <a:spcAft>
                <a:spcPts val="0"/>
              </a:spcAft>
              <a:buNone/>
              <a:defRPr sz="3600">
                <a:latin typeface="Instrument Sans Medium"/>
                <a:ea typeface="Instrument Sans Medium"/>
                <a:cs typeface="Instrument Sans Medium"/>
                <a:sym typeface="Instrument Sans Medium"/>
              </a:defRPr>
            </a:lvl6pPr>
            <a:lvl7pPr lvl="6">
              <a:lnSpc>
                <a:spcPct val="85000"/>
              </a:lnSpc>
              <a:spcBef>
                <a:spcPts val="0"/>
              </a:spcBef>
              <a:spcAft>
                <a:spcPts val="0"/>
              </a:spcAft>
              <a:buNone/>
              <a:defRPr sz="3600">
                <a:latin typeface="Instrument Sans Medium"/>
                <a:ea typeface="Instrument Sans Medium"/>
                <a:cs typeface="Instrument Sans Medium"/>
                <a:sym typeface="Instrument Sans Medium"/>
              </a:defRPr>
            </a:lvl7pPr>
            <a:lvl8pPr lvl="7">
              <a:lnSpc>
                <a:spcPct val="85000"/>
              </a:lnSpc>
              <a:spcBef>
                <a:spcPts val="0"/>
              </a:spcBef>
              <a:spcAft>
                <a:spcPts val="0"/>
              </a:spcAft>
              <a:buNone/>
              <a:defRPr sz="3600">
                <a:latin typeface="Instrument Sans Medium"/>
                <a:ea typeface="Instrument Sans Medium"/>
                <a:cs typeface="Instrument Sans Medium"/>
                <a:sym typeface="Instrument Sans Medium"/>
              </a:defRPr>
            </a:lvl8pPr>
            <a:lvl9pPr lvl="8">
              <a:lnSpc>
                <a:spcPct val="85000"/>
              </a:lnSpc>
              <a:spcBef>
                <a:spcPts val="0"/>
              </a:spcBef>
              <a:spcAft>
                <a:spcPts val="0"/>
              </a:spcAft>
              <a:buNone/>
              <a:defRPr sz="3600">
                <a:latin typeface="Instrument Sans Medium"/>
                <a:ea typeface="Instrument Sans Medium"/>
                <a:cs typeface="Instrument Sans Medium"/>
                <a:sym typeface="Instrument Sans Medium"/>
              </a:defRPr>
            </a:lvl9pPr>
          </a:lstStyle>
          <a:p>
            <a:endParaRPr/>
          </a:p>
        </p:txBody>
      </p:sp>
      <p:sp>
        <p:nvSpPr>
          <p:cNvPr id="388" name="Google Shape;388;p42"/>
          <p:cNvSpPr txBox="1">
            <a:spLocks noGrp="1"/>
          </p:cNvSpPr>
          <p:nvPr>
            <p:ph type="subTitle" idx="3"/>
          </p:nvPr>
        </p:nvSpPr>
        <p:spPr>
          <a:xfrm>
            <a:off x="284701" y="1716225"/>
            <a:ext cx="854700" cy="646200"/>
          </a:xfrm>
          <a:prstGeom prst="rect">
            <a:avLst/>
          </a:prstGeom>
        </p:spPr>
        <p:txBody>
          <a:bodyPr spcFirstLastPara="1" wrap="square" lIns="182875" tIns="91425" rIns="91425" bIns="91425" anchor="ctr" anchorCtr="0">
            <a:noAutofit/>
          </a:bodyPr>
          <a:lstStyle>
            <a:lvl1pPr lvl="0">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a:endParaRPr/>
          </a:p>
        </p:txBody>
      </p:sp>
      <p:sp>
        <p:nvSpPr>
          <p:cNvPr id="389" name="Google Shape;389;p42"/>
          <p:cNvSpPr txBox="1">
            <a:spLocks noGrp="1"/>
          </p:cNvSpPr>
          <p:nvPr>
            <p:ph type="subTitle" idx="4"/>
          </p:nvPr>
        </p:nvSpPr>
        <p:spPr>
          <a:xfrm>
            <a:off x="1148000" y="1713825"/>
            <a:ext cx="2448600" cy="646200"/>
          </a:xfrm>
          <a:prstGeom prst="rect">
            <a:avLst/>
          </a:prstGeom>
        </p:spPr>
        <p:txBody>
          <a:bodyPr spcFirstLastPara="1" wrap="square" lIns="91425" tIns="91425" rIns="91425" bIns="91425" anchor="ctr" anchorCtr="0">
            <a:noAutofit/>
          </a:bodyPr>
          <a:lstStyle>
            <a:lvl1pPr lvl="0">
              <a:spcBef>
                <a:spcPts val="0"/>
              </a:spcBef>
              <a:spcAft>
                <a:spcPts val="0"/>
              </a:spcAft>
              <a:buNone/>
              <a:defRPr sz="1200">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a:endParaRPr/>
          </a:p>
        </p:txBody>
      </p:sp>
      <p:sp>
        <p:nvSpPr>
          <p:cNvPr id="390" name="Google Shape;390;p42"/>
          <p:cNvSpPr txBox="1">
            <a:spLocks noGrp="1"/>
          </p:cNvSpPr>
          <p:nvPr>
            <p:ph type="subTitle" idx="5"/>
          </p:nvPr>
        </p:nvSpPr>
        <p:spPr>
          <a:xfrm>
            <a:off x="5842012" y="1713825"/>
            <a:ext cx="2448600" cy="646200"/>
          </a:xfrm>
          <a:prstGeom prst="rect">
            <a:avLst/>
          </a:prstGeom>
        </p:spPr>
        <p:txBody>
          <a:bodyPr spcFirstLastPara="1" wrap="square" lIns="91425" tIns="91425" rIns="91425" bIns="91425" anchor="ctr" anchorCtr="0">
            <a:noAutofit/>
          </a:bodyPr>
          <a:lstStyle>
            <a:lvl1pPr lvl="0" algn="r">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a:endParaRPr/>
          </a:p>
        </p:txBody>
      </p:sp>
      <p:sp>
        <p:nvSpPr>
          <p:cNvPr id="391" name="Google Shape;391;p42"/>
          <p:cNvSpPr txBox="1">
            <a:spLocks noGrp="1"/>
          </p:cNvSpPr>
          <p:nvPr>
            <p:ph type="subTitle" idx="6"/>
          </p:nvPr>
        </p:nvSpPr>
        <p:spPr>
          <a:xfrm>
            <a:off x="284701" y="2506919"/>
            <a:ext cx="854700" cy="646200"/>
          </a:xfrm>
          <a:prstGeom prst="rect">
            <a:avLst/>
          </a:prstGeom>
        </p:spPr>
        <p:txBody>
          <a:bodyPr spcFirstLastPara="1" wrap="square" lIns="182875" tIns="91425" rIns="91425" bIns="91425" anchor="ctr" anchorCtr="0">
            <a:noAutofit/>
          </a:bodyPr>
          <a:lstStyle>
            <a:lvl1pPr lvl="0">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a:endParaRPr/>
          </a:p>
        </p:txBody>
      </p:sp>
      <p:sp>
        <p:nvSpPr>
          <p:cNvPr id="392" name="Google Shape;392;p42"/>
          <p:cNvSpPr txBox="1">
            <a:spLocks noGrp="1"/>
          </p:cNvSpPr>
          <p:nvPr>
            <p:ph type="subTitle" idx="7"/>
          </p:nvPr>
        </p:nvSpPr>
        <p:spPr>
          <a:xfrm>
            <a:off x="1148000" y="2504519"/>
            <a:ext cx="2448600" cy="646200"/>
          </a:xfrm>
          <a:prstGeom prst="rect">
            <a:avLst/>
          </a:prstGeom>
        </p:spPr>
        <p:txBody>
          <a:bodyPr spcFirstLastPara="1" wrap="square" lIns="91425" tIns="91425" rIns="91425" bIns="91425" anchor="ctr" anchorCtr="0">
            <a:noAutofit/>
          </a:bodyPr>
          <a:lstStyle>
            <a:lvl1pPr lvl="0">
              <a:spcBef>
                <a:spcPts val="0"/>
              </a:spcBef>
              <a:spcAft>
                <a:spcPts val="0"/>
              </a:spcAft>
              <a:buNone/>
              <a:defRPr sz="1200">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a:endParaRPr/>
          </a:p>
        </p:txBody>
      </p:sp>
      <p:sp>
        <p:nvSpPr>
          <p:cNvPr id="393" name="Google Shape;393;p42"/>
          <p:cNvSpPr txBox="1">
            <a:spLocks noGrp="1"/>
          </p:cNvSpPr>
          <p:nvPr>
            <p:ph type="subTitle" idx="8"/>
          </p:nvPr>
        </p:nvSpPr>
        <p:spPr>
          <a:xfrm>
            <a:off x="5842012" y="2504519"/>
            <a:ext cx="2448600" cy="646200"/>
          </a:xfrm>
          <a:prstGeom prst="rect">
            <a:avLst/>
          </a:prstGeom>
        </p:spPr>
        <p:txBody>
          <a:bodyPr spcFirstLastPara="1" wrap="square" lIns="91425" tIns="91425" rIns="91425" bIns="91425" anchor="ctr" anchorCtr="0">
            <a:noAutofit/>
          </a:bodyPr>
          <a:lstStyle>
            <a:lvl1pPr lvl="0" algn="r">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a:endParaRPr/>
          </a:p>
        </p:txBody>
      </p:sp>
      <p:sp>
        <p:nvSpPr>
          <p:cNvPr id="394" name="Google Shape;394;p42"/>
          <p:cNvSpPr txBox="1">
            <a:spLocks noGrp="1"/>
          </p:cNvSpPr>
          <p:nvPr>
            <p:ph type="subTitle" idx="9"/>
          </p:nvPr>
        </p:nvSpPr>
        <p:spPr>
          <a:xfrm>
            <a:off x="284701" y="3255713"/>
            <a:ext cx="854700" cy="646200"/>
          </a:xfrm>
          <a:prstGeom prst="rect">
            <a:avLst/>
          </a:prstGeom>
        </p:spPr>
        <p:txBody>
          <a:bodyPr spcFirstLastPara="1" wrap="square" lIns="182875" tIns="91425" rIns="91425" bIns="91425" anchor="ctr" anchorCtr="0">
            <a:noAutofit/>
          </a:bodyPr>
          <a:lstStyle>
            <a:lvl1pPr lvl="0">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a:endParaRPr/>
          </a:p>
        </p:txBody>
      </p:sp>
      <p:sp>
        <p:nvSpPr>
          <p:cNvPr id="395" name="Google Shape;395;p42"/>
          <p:cNvSpPr txBox="1">
            <a:spLocks noGrp="1"/>
          </p:cNvSpPr>
          <p:nvPr>
            <p:ph type="subTitle" idx="13"/>
          </p:nvPr>
        </p:nvSpPr>
        <p:spPr>
          <a:xfrm>
            <a:off x="1148000" y="3253313"/>
            <a:ext cx="2448600" cy="646200"/>
          </a:xfrm>
          <a:prstGeom prst="rect">
            <a:avLst/>
          </a:prstGeom>
        </p:spPr>
        <p:txBody>
          <a:bodyPr spcFirstLastPara="1" wrap="square" lIns="91425" tIns="91425" rIns="91425" bIns="91425" anchor="ctr" anchorCtr="0">
            <a:noAutofit/>
          </a:bodyPr>
          <a:lstStyle>
            <a:lvl1pPr lvl="0">
              <a:spcBef>
                <a:spcPts val="0"/>
              </a:spcBef>
              <a:spcAft>
                <a:spcPts val="0"/>
              </a:spcAft>
              <a:buNone/>
              <a:defRPr sz="1200">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a:endParaRPr/>
          </a:p>
        </p:txBody>
      </p:sp>
      <p:sp>
        <p:nvSpPr>
          <p:cNvPr id="396" name="Google Shape;396;p42"/>
          <p:cNvSpPr txBox="1">
            <a:spLocks noGrp="1"/>
          </p:cNvSpPr>
          <p:nvPr>
            <p:ph type="subTitle" idx="14"/>
          </p:nvPr>
        </p:nvSpPr>
        <p:spPr>
          <a:xfrm>
            <a:off x="5842012" y="3253313"/>
            <a:ext cx="2448600" cy="646200"/>
          </a:xfrm>
          <a:prstGeom prst="rect">
            <a:avLst/>
          </a:prstGeom>
        </p:spPr>
        <p:txBody>
          <a:bodyPr spcFirstLastPara="1" wrap="square" lIns="91425" tIns="91425" rIns="91425" bIns="91425" anchor="ctr" anchorCtr="0">
            <a:noAutofit/>
          </a:bodyPr>
          <a:lstStyle>
            <a:lvl1pPr lvl="0" algn="r">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a:endParaRPr/>
          </a:p>
        </p:txBody>
      </p:sp>
      <p:sp>
        <p:nvSpPr>
          <p:cNvPr id="397" name="Google Shape;397;p42"/>
          <p:cNvSpPr txBox="1">
            <a:spLocks noGrp="1"/>
          </p:cNvSpPr>
          <p:nvPr>
            <p:ph type="subTitle" idx="15"/>
          </p:nvPr>
        </p:nvSpPr>
        <p:spPr>
          <a:xfrm>
            <a:off x="284701" y="4029675"/>
            <a:ext cx="854700" cy="646200"/>
          </a:xfrm>
          <a:prstGeom prst="rect">
            <a:avLst/>
          </a:prstGeom>
        </p:spPr>
        <p:txBody>
          <a:bodyPr spcFirstLastPara="1" wrap="square" lIns="182875" tIns="91425" rIns="91425" bIns="91425" anchor="ctr" anchorCtr="0">
            <a:noAutofit/>
          </a:bodyPr>
          <a:lstStyle>
            <a:lvl1pPr lvl="0">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a:endParaRPr/>
          </a:p>
        </p:txBody>
      </p:sp>
      <p:sp>
        <p:nvSpPr>
          <p:cNvPr id="398" name="Google Shape;398;p42"/>
          <p:cNvSpPr txBox="1">
            <a:spLocks noGrp="1"/>
          </p:cNvSpPr>
          <p:nvPr>
            <p:ph type="subTitle" idx="16"/>
          </p:nvPr>
        </p:nvSpPr>
        <p:spPr>
          <a:xfrm>
            <a:off x="1148000" y="4027275"/>
            <a:ext cx="2448600" cy="646200"/>
          </a:xfrm>
          <a:prstGeom prst="rect">
            <a:avLst/>
          </a:prstGeom>
        </p:spPr>
        <p:txBody>
          <a:bodyPr spcFirstLastPara="1" wrap="square" lIns="91425" tIns="91425" rIns="91425" bIns="91425" anchor="ctr" anchorCtr="0">
            <a:noAutofit/>
          </a:bodyPr>
          <a:lstStyle>
            <a:lvl1pPr lvl="0">
              <a:spcBef>
                <a:spcPts val="0"/>
              </a:spcBef>
              <a:spcAft>
                <a:spcPts val="0"/>
              </a:spcAft>
              <a:buNone/>
              <a:defRPr sz="1200">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a:endParaRPr/>
          </a:p>
        </p:txBody>
      </p:sp>
      <p:sp>
        <p:nvSpPr>
          <p:cNvPr id="399" name="Google Shape;399;p42"/>
          <p:cNvSpPr txBox="1">
            <a:spLocks noGrp="1"/>
          </p:cNvSpPr>
          <p:nvPr>
            <p:ph type="subTitle" idx="17"/>
          </p:nvPr>
        </p:nvSpPr>
        <p:spPr>
          <a:xfrm>
            <a:off x="5842012" y="4027275"/>
            <a:ext cx="2448600" cy="646200"/>
          </a:xfrm>
          <a:prstGeom prst="rect">
            <a:avLst/>
          </a:prstGeom>
        </p:spPr>
        <p:txBody>
          <a:bodyPr spcFirstLastPara="1" wrap="square" lIns="91425" tIns="91425" rIns="91425" bIns="91425" anchor="ctr" anchorCtr="0">
            <a:noAutofit/>
          </a:bodyPr>
          <a:lstStyle>
            <a:lvl1pPr lvl="0" algn="r">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a:endParaRPr/>
          </a:p>
        </p:txBody>
      </p:sp>
      <p:sp>
        <p:nvSpPr>
          <p:cNvPr id="400" name="Google Shape;400;p42"/>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401"/>
        <p:cNvGrpSpPr/>
        <p:nvPr/>
      </p:nvGrpSpPr>
      <p:grpSpPr>
        <a:xfrm>
          <a:off x="0" y="0"/>
          <a:ext cx="0" cy="0"/>
          <a:chOff x="0" y="0"/>
          <a:chExt cx="0" cy="0"/>
        </a:xfrm>
      </p:grpSpPr>
      <p:sp>
        <p:nvSpPr>
          <p:cNvPr id="402" name="Google Shape;402;p43"/>
          <p:cNvSpPr txBox="1">
            <a:spLocks noGrp="1"/>
          </p:cNvSpPr>
          <p:nvPr>
            <p:ph type="ctrTitle"/>
          </p:nvPr>
        </p:nvSpPr>
        <p:spPr>
          <a:xfrm>
            <a:off x="311708" y="744575"/>
            <a:ext cx="8520600" cy="2052600"/>
          </a:xfrm>
          <a:prstGeom prst="rect">
            <a:avLst/>
          </a:prstGeom>
        </p:spPr>
        <p:txBody>
          <a:bodyPr spcFirstLastPara="1" wrap="square" lIns="0" tIns="0" rIns="91425" bIns="0" anchor="b" anchorCtr="0">
            <a:sp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a:endParaRPr/>
          </a:p>
        </p:txBody>
      </p:sp>
      <p:sp>
        <p:nvSpPr>
          <p:cNvPr id="403" name="Google Shape;403;p4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sz="2800"/>
            </a:lvl1pPr>
            <a:lvl2pPr lvl="1" algn="ctr">
              <a:spcBef>
                <a:spcPts val="0"/>
              </a:spcBef>
              <a:spcAft>
                <a:spcPts val="0"/>
              </a:spcAft>
              <a:buSzPts val="2800"/>
              <a:buNone/>
              <a:defRPr sz="2800"/>
            </a:lvl2pPr>
            <a:lvl3pPr lvl="2" algn="ctr">
              <a:spcBef>
                <a:spcPts val="0"/>
              </a:spcBef>
              <a:spcAft>
                <a:spcPts val="0"/>
              </a:spcAft>
              <a:buSzPts val="2800"/>
              <a:buNone/>
              <a:defRPr sz="2800"/>
            </a:lvl3pPr>
            <a:lvl4pPr lvl="3" algn="ctr">
              <a:spcBef>
                <a:spcPts val="0"/>
              </a:spcBef>
              <a:spcAft>
                <a:spcPts val="0"/>
              </a:spcAft>
              <a:buSzPts val="2800"/>
              <a:buNone/>
              <a:defRPr sz="2800"/>
            </a:lvl4pPr>
            <a:lvl5pPr lvl="4" algn="ctr">
              <a:spcBef>
                <a:spcPts val="0"/>
              </a:spcBef>
              <a:spcAft>
                <a:spcPts val="0"/>
              </a:spcAft>
              <a:buSzPts val="2800"/>
              <a:buNone/>
              <a:defRPr sz="2800"/>
            </a:lvl5pPr>
            <a:lvl6pPr lvl="5" algn="ctr">
              <a:spcBef>
                <a:spcPts val="0"/>
              </a:spcBef>
              <a:spcAft>
                <a:spcPts val="0"/>
              </a:spcAft>
              <a:buSzPts val="2800"/>
              <a:buNone/>
              <a:defRPr sz="2800"/>
            </a:lvl6pPr>
            <a:lvl7pPr lvl="6" algn="ctr">
              <a:spcBef>
                <a:spcPts val="0"/>
              </a:spcBef>
              <a:spcAft>
                <a:spcPts val="0"/>
              </a:spcAft>
              <a:buSzPts val="2800"/>
              <a:buNone/>
              <a:defRPr sz="2800"/>
            </a:lvl7pPr>
            <a:lvl8pPr lvl="7" algn="ctr">
              <a:spcBef>
                <a:spcPts val="0"/>
              </a:spcBef>
              <a:spcAft>
                <a:spcPts val="0"/>
              </a:spcAft>
              <a:buSzPts val="2800"/>
              <a:buNone/>
              <a:defRPr sz="2800"/>
            </a:lvl8pPr>
            <a:lvl9pPr lvl="8" algn="ctr">
              <a:spcBef>
                <a:spcPts val="0"/>
              </a:spcBef>
              <a:spcAft>
                <a:spcPts val="0"/>
              </a:spcAft>
              <a:buSzPts val="2800"/>
              <a:buNone/>
              <a:defRPr sz="2800"/>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Section header">
  <p:cSld name="Section header">
    <p:spTree>
      <p:nvGrpSpPr>
        <p:cNvPr id="1" name="Shape 404"/>
        <p:cNvGrpSpPr/>
        <p:nvPr/>
      </p:nvGrpSpPr>
      <p:grpSpPr>
        <a:xfrm>
          <a:off x="0" y="0"/>
          <a:ext cx="0" cy="0"/>
          <a:chOff x="0" y="0"/>
          <a:chExt cx="0" cy="0"/>
        </a:xfrm>
      </p:grpSpPr>
      <p:sp>
        <p:nvSpPr>
          <p:cNvPr id="405" name="Google Shape;405;p44"/>
          <p:cNvSpPr txBox="1">
            <a:spLocks noGrp="1"/>
          </p:cNvSpPr>
          <p:nvPr>
            <p:ph type="title"/>
          </p:nvPr>
        </p:nvSpPr>
        <p:spPr>
          <a:xfrm>
            <a:off x="311700" y="2150850"/>
            <a:ext cx="8520600" cy="841800"/>
          </a:xfrm>
          <a:prstGeom prst="rect">
            <a:avLst/>
          </a:prstGeom>
        </p:spPr>
        <p:txBody>
          <a:bodyPr spcFirstLastPara="1" wrap="square" lIns="0" tIns="0" rIns="91425" bIns="0" anchor="ctr" anchorCtr="0">
            <a:spAutoFit/>
          </a:bodyPr>
          <a:lstStyle>
            <a:lvl1pPr lvl="0" algn="ctr">
              <a:spcBef>
                <a:spcPts val="0"/>
              </a:spcBef>
              <a:spcAft>
                <a:spcPts val="0"/>
              </a:spcAft>
              <a:buSzPts val="3600"/>
              <a:buChar char="●"/>
              <a:defRPr sz="3600"/>
            </a:lvl1pPr>
            <a:lvl2pPr lvl="1" algn="ctr">
              <a:spcBef>
                <a:spcPts val="0"/>
              </a:spcBef>
              <a:spcAft>
                <a:spcPts val="0"/>
              </a:spcAft>
              <a:buSzPts val="3600"/>
              <a:buChar char="○"/>
              <a:defRPr sz="3600"/>
            </a:lvl2pPr>
            <a:lvl3pPr lvl="2" algn="ctr">
              <a:spcBef>
                <a:spcPts val="0"/>
              </a:spcBef>
              <a:spcAft>
                <a:spcPts val="0"/>
              </a:spcAft>
              <a:buSzPts val="3600"/>
              <a:buChar char="■"/>
              <a:defRPr sz="3600"/>
            </a:lvl3pPr>
            <a:lvl4pPr lvl="3" algn="ctr">
              <a:spcBef>
                <a:spcPts val="0"/>
              </a:spcBef>
              <a:spcAft>
                <a:spcPts val="0"/>
              </a:spcAft>
              <a:buSzPts val="3600"/>
              <a:buChar char="●"/>
              <a:defRPr sz="3600"/>
            </a:lvl4pPr>
            <a:lvl5pPr lvl="4" algn="ctr">
              <a:spcBef>
                <a:spcPts val="0"/>
              </a:spcBef>
              <a:spcAft>
                <a:spcPts val="0"/>
              </a:spcAft>
              <a:buSzPts val="3600"/>
              <a:buChar char="○"/>
              <a:defRPr sz="3600"/>
            </a:lvl5pPr>
            <a:lvl6pPr lvl="5" algn="ctr">
              <a:spcBef>
                <a:spcPts val="0"/>
              </a:spcBef>
              <a:spcAft>
                <a:spcPts val="0"/>
              </a:spcAft>
              <a:buSzPts val="3600"/>
              <a:buChar char="■"/>
              <a:defRPr sz="3600"/>
            </a:lvl6pPr>
            <a:lvl7pPr lvl="6" algn="ctr">
              <a:spcBef>
                <a:spcPts val="0"/>
              </a:spcBef>
              <a:spcAft>
                <a:spcPts val="0"/>
              </a:spcAft>
              <a:buSzPts val="3600"/>
              <a:buChar char="●"/>
              <a:defRPr sz="3600"/>
            </a:lvl7pPr>
            <a:lvl8pPr lvl="7" algn="ctr">
              <a:spcBef>
                <a:spcPts val="0"/>
              </a:spcBef>
              <a:spcAft>
                <a:spcPts val="0"/>
              </a:spcAft>
              <a:buSzPts val="3600"/>
              <a:buChar char="○"/>
              <a:defRPr sz="3600"/>
            </a:lvl8pPr>
            <a:lvl9pPr lvl="8" algn="ctr">
              <a:spcBef>
                <a:spcPts val="0"/>
              </a:spcBef>
              <a:spcAft>
                <a:spcPts val="0"/>
              </a:spcAft>
              <a:buSzPts val="3600"/>
              <a:buChar char="■"/>
              <a:defRPr sz="3600"/>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and body">
  <p:cSld name="Title and body">
    <p:spTree>
      <p:nvGrpSpPr>
        <p:cNvPr id="1" name="Shape 406"/>
        <p:cNvGrpSpPr/>
        <p:nvPr/>
      </p:nvGrpSpPr>
      <p:grpSpPr>
        <a:xfrm>
          <a:off x="0" y="0"/>
          <a:ext cx="0" cy="0"/>
          <a:chOff x="0" y="0"/>
          <a:chExt cx="0" cy="0"/>
        </a:xfrm>
      </p:grpSpPr>
      <p:sp>
        <p:nvSpPr>
          <p:cNvPr id="407" name="Google Shape;407;p45"/>
          <p:cNvSpPr txBox="1">
            <a:spLocks noGrp="1"/>
          </p:cNvSpPr>
          <p:nvPr>
            <p:ph type="title"/>
          </p:nvPr>
        </p:nvSpPr>
        <p:spPr>
          <a:xfrm>
            <a:off x="311700" y="445025"/>
            <a:ext cx="8520600" cy="572700"/>
          </a:xfrm>
          <a:prstGeom prst="rect">
            <a:avLst/>
          </a:prstGeom>
        </p:spPr>
        <p:txBody>
          <a:bodyPr spcFirstLastPara="1" wrap="square" lIns="0" tIns="0" rIns="91425" bIns="0" anchor="t" anchorCtr="0">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a:endParaRPr/>
          </a:p>
        </p:txBody>
      </p:sp>
      <p:sp>
        <p:nvSpPr>
          <p:cNvPr id="408" name="Google Shape;408;p4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and two columns">
  <p:cSld name="Title and two columns">
    <p:spTree>
      <p:nvGrpSpPr>
        <p:cNvPr id="1" name="Shape 409"/>
        <p:cNvGrpSpPr/>
        <p:nvPr/>
      </p:nvGrpSpPr>
      <p:grpSpPr>
        <a:xfrm>
          <a:off x="0" y="0"/>
          <a:ext cx="0" cy="0"/>
          <a:chOff x="0" y="0"/>
          <a:chExt cx="0" cy="0"/>
        </a:xfrm>
      </p:grpSpPr>
      <p:sp>
        <p:nvSpPr>
          <p:cNvPr id="410" name="Google Shape;410;p46"/>
          <p:cNvSpPr txBox="1">
            <a:spLocks noGrp="1"/>
          </p:cNvSpPr>
          <p:nvPr>
            <p:ph type="title"/>
          </p:nvPr>
        </p:nvSpPr>
        <p:spPr>
          <a:xfrm>
            <a:off x="311700" y="445025"/>
            <a:ext cx="8520600" cy="572700"/>
          </a:xfrm>
          <a:prstGeom prst="rect">
            <a:avLst/>
          </a:prstGeom>
        </p:spPr>
        <p:txBody>
          <a:bodyPr spcFirstLastPara="1" wrap="square" lIns="0" tIns="0" rIns="91425" bIns="0" anchor="t" anchorCtr="0">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a:endParaRPr/>
          </a:p>
        </p:txBody>
      </p:sp>
      <p:sp>
        <p:nvSpPr>
          <p:cNvPr id="411" name="Google Shape;411;p46"/>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2" name="Google Shape;412;p46"/>
          <p:cNvSpPr txBox="1">
            <a:spLocks noGrp="1"/>
          </p:cNvSpPr>
          <p:nvPr>
            <p:ph type="body" idx="2"/>
          </p:nvPr>
        </p:nvSpPr>
        <p:spPr>
          <a:xfrm>
            <a:off x="4832400" y="1152475"/>
            <a:ext cx="3999900" cy="3416400"/>
          </a:xfrm>
          <a:prstGeom prst="rect">
            <a:avLst/>
          </a:prstGeom>
        </p:spPr>
        <p:txBody>
          <a:bodyPr spcFirstLastPara="1" wrap="square" lIns="0"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800"/>
              </a:spcBef>
              <a:spcAft>
                <a:spcPts val="0"/>
              </a:spcAft>
              <a:buSzPts val="1200"/>
              <a:buChar char="○"/>
              <a:defRPr sz="1200"/>
            </a:lvl2pPr>
            <a:lvl3pPr marL="1371600" lvl="2" indent="-304800">
              <a:spcBef>
                <a:spcPts val="800"/>
              </a:spcBef>
              <a:spcAft>
                <a:spcPts val="0"/>
              </a:spcAft>
              <a:buSzPts val="1200"/>
              <a:buChar char="■"/>
              <a:defRPr sz="1200"/>
            </a:lvl3pPr>
            <a:lvl4pPr marL="1828800" lvl="3" indent="-304800">
              <a:spcBef>
                <a:spcPts val="800"/>
              </a:spcBef>
              <a:spcAft>
                <a:spcPts val="0"/>
              </a:spcAft>
              <a:buSzPts val="1200"/>
              <a:buChar char="●"/>
              <a:defRPr sz="1200"/>
            </a:lvl4pPr>
            <a:lvl5pPr marL="2286000" lvl="4" indent="-304800">
              <a:spcBef>
                <a:spcPts val="800"/>
              </a:spcBef>
              <a:spcAft>
                <a:spcPts val="0"/>
              </a:spcAft>
              <a:buSzPts val="1200"/>
              <a:buChar char="○"/>
              <a:defRPr sz="1200"/>
            </a:lvl5pPr>
            <a:lvl6pPr marL="2743200" lvl="5" indent="-304800">
              <a:spcBef>
                <a:spcPts val="800"/>
              </a:spcBef>
              <a:spcAft>
                <a:spcPts val="0"/>
              </a:spcAft>
              <a:buSzPts val="1200"/>
              <a:buChar char="■"/>
              <a:defRPr sz="1200"/>
            </a:lvl6pPr>
            <a:lvl7pPr marL="3200400" lvl="6" indent="-304800">
              <a:spcBef>
                <a:spcPts val="800"/>
              </a:spcBef>
              <a:spcAft>
                <a:spcPts val="0"/>
              </a:spcAft>
              <a:buSzPts val="1200"/>
              <a:buChar char="●"/>
              <a:defRPr sz="1200"/>
            </a:lvl7pPr>
            <a:lvl8pPr marL="3657600" lvl="7" indent="-304800">
              <a:spcBef>
                <a:spcPts val="800"/>
              </a:spcBef>
              <a:spcAft>
                <a:spcPts val="0"/>
              </a:spcAft>
              <a:buSzPts val="1200"/>
              <a:buChar char="○"/>
              <a:defRPr sz="1200"/>
            </a:lvl8pPr>
            <a:lvl9pPr marL="4114800" lvl="8" indent="-304800">
              <a:spcBef>
                <a:spcPts val="800"/>
              </a:spcBef>
              <a:spcAft>
                <a:spcPts val="800"/>
              </a:spcAft>
              <a:buSzPts val="1200"/>
              <a:buChar char="■"/>
              <a:defRPr sz="1200"/>
            </a:lvl9pPr>
          </a:lstStyle>
          <a:p>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413"/>
        <p:cNvGrpSpPr/>
        <p:nvPr/>
      </p:nvGrpSpPr>
      <p:grpSpPr>
        <a:xfrm>
          <a:off x="0" y="0"/>
          <a:ext cx="0" cy="0"/>
          <a:chOff x="0" y="0"/>
          <a:chExt cx="0" cy="0"/>
        </a:xfrm>
      </p:grpSpPr>
      <p:sp>
        <p:nvSpPr>
          <p:cNvPr id="414" name="Google Shape;414;p47"/>
          <p:cNvSpPr txBox="1">
            <a:spLocks noGrp="1"/>
          </p:cNvSpPr>
          <p:nvPr>
            <p:ph type="title"/>
          </p:nvPr>
        </p:nvSpPr>
        <p:spPr>
          <a:xfrm>
            <a:off x="311700" y="445025"/>
            <a:ext cx="8520600" cy="572700"/>
          </a:xfrm>
          <a:prstGeom prst="rect">
            <a:avLst/>
          </a:prstGeom>
        </p:spPr>
        <p:txBody>
          <a:bodyPr spcFirstLastPara="1" wrap="square" lIns="0" tIns="0" rIns="91425" bIns="0" anchor="t" anchorCtr="0">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15"/>
        <p:cNvGrpSpPr/>
        <p:nvPr/>
      </p:nvGrpSpPr>
      <p:grpSpPr>
        <a:xfrm>
          <a:off x="0" y="0"/>
          <a:ext cx="0" cy="0"/>
          <a:chOff x="0" y="0"/>
          <a:chExt cx="0" cy="0"/>
        </a:xfrm>
      </p:grpSpPr>
      <p:sp>
        <p:nvSpPr>
          <p:cNvPr id="416" name="Google Shape;416;p48"/>
          <p:cNvSpPr txBox="1">
            <a:spLocks noGrp="1"/>
          </p:cNvSpPr>
          <p:nvPr>
            <p:ph type="title"/>
          </p:nvPr>
        </p:nvSpPr>
        <p:spPr>
          <a:xfrm>
            <a:off x="311700" y="555600"/>
            <a:ext cx="2808000" cy="755700"/>
          </a:xfrm>
          <a:prstGeom prst="rect">
            <a:avLst/>
          </a:prstGeom>
        </p:spPr>
        <p:txBody>
          <a:bodyPr spcFirstLastPara="1" wrap="square" lIns="0" tIns="0" rIns="91425" bIns="0" anchor="b" anchorCtr="0">
            <a:spAutoFit/>
          </a:bodyPr>
          <a:lstStyle>
            <a:lvl1pPr lvl="0">
              <a:spcBef>
                <a:spcPts val="0"/>
              </a:spcBef>
              <a:spcAft>
                <a:spcPts val="0"/>
              </a:spcAft>
              <a:buSzPts val="2400"/>
              <a:buChar char="●"/>
              <a:defRPr sz="2400"/>
            </a:lvl1pPr>
            <a:lvl2pPr lvl="1">
              <a:spcBef>
                <a:spcPts val="0"/>
              </a:spcBef>
              <a:spcAft>
                <a:spcPts val="0"/>
              </a:spcAft>
              <a:buSzPts val="2400"/>
              <a:buChar char="○"/>
              <a:defRPr sz="2400"/>
            </a:lvl2pPr>
            <a:lvl3pPr lvl="2">
              <a:spcBef>
                <a:spcPts val="0"/>
              </a:spcBef>
              <a:spcAft>
                <a:spcPts val="0"/>
              </a:spcAft>
              <a:buSzPts val="2400"/>
              <a:buChar char="■"/>
              <a:defRPr sz="2400"/>
            </a:lvl3pPr>
            <a:lvl4pPr lvl="3">
              <a:spcBef>
                <a:spcPts val="0"/>
              </a:spcBef>
              <a:spcAft>
                <a:spcPts val="0"/>
              </a:spcAft>
              <a:buSzPts val="2400"/>
              <a:buChar char="●"/>
              <a:defRPr sz="2400"/>
            </a:lvl4pPr>
            <a:lvl5pPr lvl="4">
              <a:spcBef>
                <a:spcPts val="0"/>
              </a:spcBef>
              <a:spcAft>
                <a:spcPts val="0"/>
              </a:spcAft>
              <a:buSzPts val="2400"/>
              <a:buChar char="○"/>
              <a:defRPr sz="2400"/>
            </a:lvl5pPr>
            <a:lvl6pPr lvl="5">
              <a:spcBef>
                <a:spcPts val="0"/>
              </a:spcBef>
              <a:spcAft>
                <a:spcPts val="0"/>
              </a:spcAft>
              <a:buSzPts val="2400"/>
              <a:buChar char="■"/>
              <a:defRPr sz="2400"/>
            </a:lvl6pPr>
            <a:lvl7pPr lvl="6">
              <a:spcBef>
                <a:spcPts val="0"/>
              </a:spcBef>
              <a:spcAft>
                <a:spcPts val="0"/>
              </a:spcAft>
              <a:buSzPts val="2400"/>
              <a:buChar char="●"/>
              <a:defRPr sz="2400"/>
            </a:lvl7pPr>
            <a:lvl8pPr lvl="7">
              <a:spcBef>
                <a:spcPts val="0"/>
              </a:spcBef>
              <a:spcAft>
                <a:spcPts val="0"/>
              </a:spcAft>
              <a:buSzPts val="2400"/>
              <a:buChar char="○"/>
              <a:defRPr sz="2400"/>
            </a:lvl8pPr>
            <a:lvl9pPr lvl="8">
              <a:spcBef>
                <a:spcPts val="0"/>
              </a:spcBef>
              <a:spcAft>
                <a:spcPts val="0"/>
              </a:spcAft>
              <a:buSzPts val="2400"/>
              <a:buChar char="■"/>
              <a:defRPr sz="2400"/>
            </a:lvl9pPr>
          </a:lstStyle>
          <a:p>
            <a:endParaRPr/>
          </a:p>
        </p:txBody>
      </p:sp>
      <p:sp>
        <p:nvSpPr>
          <p:cNvPr id="417" name="Google Shape;417;p48"/>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18"/>
        <p:cNvGrpSpPr/>
        <p:nvPr/>
      </p:nvGrpSpPr>
      <p:grpSpPr>
        <a:xfrm>
          <a:off x="0" y="0"/>
          <a:ext cx="0" cy="0"/>
          <a:chOff x="0" y="0"/>
          <a:chExt cx="0" cy="0"/>
        </a:xfrm>
      </p:grpSpPr>
      <p:sp>
        <p:nvSpPr>
          <p:cNvPr id="419" name="Google Shape;419;p49"/>
          <p:cNvSpPr txBox="1">
            <a:spLocks noGrp="1"/>
          </p:cNvSpPr>
          <p:nvPr>
            <p:ph type="title"/>
          </p:nvPr>
        </p:nvSpPr>
        <p:spPr>
          <a:xfrm>
            <a:off x="490250" y="450150"/>
            <a:ext cx="6367800" cy="4090800"/>
          </a:xfrm>
          <a:prstGeom prst="rect">
            <a:avLst/>
          </a:prstGeom>
        </p:spPr>
        <p:txBody>
          <a:bodyPr spcFirstLastPara="1" wrap="square" lIns="0" tIns="0" rIns="91425" bIns="0" anchor="ctr" anchorCtr="0">
            <a:spAutoFit/>
          </a:bodyPr>
          <a:lstStyle>
            <a:lvl1pPr lvl="0">
              <a:spcBef>
                <a:spcPts val="0"/>
              </a:spcBef>
              <a:spcAft>
                <a:spcPts val="0"/>
              </a:spcAft>
              <a:buSzPts val="4800"/>
              <a:buChar char="●"/>
              <a:defRPr/>
            </a:lvl1pPr>
            <a:lvl2pPr lvl="1">
              <a:spcBef>
                <a:spcPts val="0"/>
              </a:spcBef>
              <a:spcAft>
                <a:spcPts val="0"/>
              </a:spcAft>
              <a:buSzPts val="4800"/>
              <a:buChar char="○"/>
              <a:defRPr sz="4800"/>
            </a:lvl2pPr>
            <a:lvl3pPr lvl="2">
              <a:spcBef>
                <a:spcPts val="0"/>
              </a:spcBef>
              <a:spcAft>
                <a:spcPts val="0"/>
              </a:spcAft>
              <a:buSzPts val="4800"/>
              <a:buChar char="■"/>
              <a:defRPr sz="4800"/>
            </a:lvl3pPr>
            <a:lvl4pPr lvl="3">
              <a:spcBef>
                <a:spcPts val="0"/>
              </a:spcBef>
              <a:spcAft>
                <a:spcPts val="0"/>
              </a:spcAft>
              <a:buSzPts val="4800"/>
              <a:buChar char="●"/>
              <a:defRPr sz="4800"/>
            </a:lvl4pPr>
            <a:lvl5pPr lvl="4">
              <a:spcBef>
                <a:spcPts val="0"/>
              </a:spcBef>
              <a:spcAft>
                <a:spcPts val="0"/>
              </a:spcAft>
              <a:buSzPts val="4800"/>
              <a:buChar char="○"/>
              <a:defRPr sz="4800"/>
            </a:lvl5pPr>
            <a:lvl6pPr lvl="5">
              <a:spcBef>
                <a:spcPts val="0"/>
              </a:spcBef>
              <a:spcAft>
                <a:spcPts val="0"/>
              </a:spcAft>
              <a:buSzPts val="4800"/>
              <a:buChar char="■"/>
              <a:defRPr sz="4800"/>
            </a:lvl6pPr>
            <a:lvl7pPr lvl="6">
              <a:spcBef>
                <a:spcPts val="0"/>
              </a:spcBef>
              <a:spcAft>
                <a:spcPts val="0"/>
              </a:spcAft>
              <a:buSzPts val="4800"/>
              <a:buChar char="●"/>
              <a:defRPr sz="4800"/>
            </a:lvl7pPr>
            <a:lvl8pPr lvl="7">
              <a:spcBef>
                <a:spcPts val="0"/>
              </a:spcBef>
              <a:spcAft>
                <a:spcPts val="0"/>
              </a:spcAft>
              <a:buSzPts val="4800"/>
              <a:buChar char="○"/>
              <a:defRPr sz="4800"/>
            </a:lvl8pPr>
            <a:lvl9pPr lvl="8">
              <a:spcBef>
                <a:spcPts val="0"/>
              </a:spcBef>
              <a:spcAft>
                <a:spcPts val="0"/>
              </a:spcAft>
              <a:buSzPts val="4800"/>
              <a:buChar char="■"/>
              <a:defRPr sz="4800"/>
            </a:lvl9p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20"/>
        <p:cNvGrpSpPr/>
        <p:nvPr/>
      </p:nvGrpSpPr>
      <p:grpSpPr>
        <a:xfrm>
          <a:off x="0" y="0"/>
          <a:ext cx="0" cy="0"/>
          <a:chOff x="0" y="0"/>
          <a:chExt cx="0" cy="0"/>
        </a:xfrm>
      </p:grpSpPr>
      <p:sp>
        <p:nvSpPr>
          <p:cNvPr id="421" name="Google Shape;421;p50"/>
          <p:cNvSpPr txBox="1">
            <a:spLocks noGrp="1"/>
          </p:cNvSpPr>
          <p:nvPr>
            <p:ph type="title"/>
          </p:nvPr>
        </p:nvSpPr>
        <p:spPr>
          <a:xfrm>
            <a:off x="265500" y="1233175"/>
            <a:ext cx="4045200" cy="1482300"/>
          </a:xfrm>
          <a:prstGeom prst="rect">
            <a:avLst/>
          </a:prstGeom>
        </p:spPr>
        <p:txBody>
          <a:bodyPr spcFirstLastPara="1" wrap="square" lIns="0" tIns="0" rIns="91425" bIns="0" anchor="b" anchorCtr="0">
            <a:spAutoFit/>
          </a:bodyPr>
          <a:lstStyle>
            <a:lvl1pPr lvl="0" algn="ctr">
              <a:spcBef>
                <a:spcPts val="0"/>
              </a:spcBef>
              <a:spcAft>
                <a:spcPts val="0"/>
              </a:spcAft>
              <a:buSzPts val="4200"/>
              <a:buChar char="●"/>
              <a:defRPr sz="4200"/>
            </a:lvl1pPr>
            <a:lvl2pPr lvl="1" algn="ctr">
              <a:spcBef>
                <a:spcPts val="0"/>
              </a:spcBef>
              <a:spcAft>
                <a:spcPts val="0"/>
              </a:spcAft>
              <a:buSzPts val="4200"/>
              <a:buChar char="○"/>
              <a:defRPr sz="4200"/>
            </a:lvl2pPr>
            <a:lvl3pPr lvl="2" algn="ctr">
              <a:spcBef>
                <a:spcPts val="0"/>
              </a:spcBef>
              <a:spcAft>
                <a:spcPts val="0"/>
              </a:spcAft>
              <a:buSzPts val="4200"/>
              <a:buChar char="■"/>
              <a:defRPr sz="4200"/>
            </a:lvl3pPr>
            <a:lvl4pPr lvl="3" algn="ctr">
              <a:spcBef>
                <a:spcPts val="0"/>
              </a:spcBef>
              <a:spcAft>
                <a:spcPts val="0"/>
              </a:spcAft>
              <a:buSzPts val="4200"/>
              <a:buChar char="●"/>
              <a:defRPr sz="4200"/>
            </a:lvl4pPr>
            <a:lvl5pPr lvl="4" algn="ctr">
              <a:spcBef>
                <a:spcPts val="0"/>
              </a:spcBef>
              <a:spcAft>
                <a:spcPts val="0"/>
              </a:spcAft>
              <a:buSzPts val="4200"/>
              <a:buChar char="○"/>
              <a:defRPr sz="4200"/>
            </a:lvl5pPr>
            <a:lvl6pPr lvl="5" algn="ctr">
              <a:spcBef>
                <a:spcPts val="0"/>
              </a:spcBef>
              <a:spcAft>
                <a:spcPts val="0"/>
              </a:spcAft>
              <a:buSzPts val="4200"/>
              <a:buChar char="■"/>
              <a:defRPr sz="4200"/>
            </a:lvl6pPr>
            <a:lvl7pPr lvl="6" algn="ctr">
              <a:spcBef>
                <a:spcPts val="0"/>
              </a:spcBef>
              <a:spcAft>
                <a:spcPts val="0"/>
              </a:spcAft>
              <a:buSzPts val="4200"/>
              <a:buChar char="●"/>
              <a:defRPr sz="4200"/>
            </a:lvl7pPr>
            <a:lvl8pPr lvl="7" algn="ctr">
              <a:spcBef>
                <a:spcPts val="0"/>
              </a:spcBef>
              <a:spcAft>
                <a:spcPts val="0"/>
              </a:spcAft>
              <a:buSzPts val="4200"/>
              <a:buChar char="○"/>
              <a:defRPr sz="4200"/>
            </a:lvl8pPr>
            <a:lvl9pPr lvl="8" algn="ctr">
              <a:spcBef>
                <a:spcPts val="0"/>
              </a:spcBef>
              <a:spcAft>
                <a:spcPts val="0"/>
              </a:spcAft>
              <a:buSzPts val="4200"/>
              <a:buChar char="■"/>
              <a:defRPr sz="4200"/>
            </a:lvl9pPr>
          </a:lstStyle>
          <a:p>
            <a:endParaRPr/>
          </a:p>
        </p:txBody>
      </p:sp>
      <p:sp>
        <p:nvSpPr>
          <p:cNvPr id="422" name="Google Shape;422;p50"/>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a:endParaRPr/>
          </a:p>
        </p:txBody>
      </p:sp>
      <p:sp>
        <p:nvSpPr>
          <p:cNvPr id="423" name="Google Shape;423;p50"/>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424"/>
        <p:cNvGrpSpPr/>
        <p:nvPr/>
      </p:nvGrpSpPr>
      <p:grpSpPr>
        <a:xfrm>
          <a:off x="0" y="0"/>
          <a:ext cx="0" cy="0"/>
          <a:chOff x="0" y="0"/>
          <a:chExt cx="0" cy="0"/>
        </a:xfrm>
      </p:grpSpPr>
      <p:sp>
        <p:nvSpPr>
          <p:cNvPr id="425" name="Google Shape;425;p51"/>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spcBef>
                <a:spcPts val="0"/>
              </a:spcBef>
              <a:spcAft>
                <a:spcPts val="0"/>
              </a:spcAft>
              <a:buSzPts val="1000"/>
              <a:buNone/>
              <a:defRPr/>
            </a:lvl1pPr>
          </a:lstStyle>
          <a:p>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426"/>
        <p:cNvGrpSpPr/>
        <p:nvPr/>
      </p:nvGrpSpPr>
      <p:grpSpPr>
        <a:xfrm>
          <a:off x="0" y="0"/>
          <a:ext cx="0" cy="0"/>
          <a:chOff x="0" y="0"/>
          <a:chExt cx="0" cy="0"/>
        </a:xfrm>
      </p:grpSpPr>
      <p:sp>
        <p:nvSpPr>
          <p:cNvPr id="427" name="Google Shape;427;p52"/>
          <p:cNvSpPr txBox="1">
            <a:spLocks noGrp="1"/>
          </p:cNvSpPr>
          <p:nvPr>
            <p:ph type="title" hasCustomPrompt="1"/>
          </p:nvPr>
        </p:nvSpPr>
        <p:spPr>
          <a:xfrm>
            <a:off x="311700" y="1106125"/>
            <a:ext cx="8520600" cy="1963500"/>
          </a:xfrm>
          <a:prstGeom prst="rect">
            <a:avLst/>
          </a:prstGeom>
        </p:spPr>
        <p:txBody>
          <a:bodyPr spcFirstLastPara="1" wrap="square" lIns="0" tIns="0" rIns="91425" bIns="0" anchor="b" anchorCtr="0">
            <a:spAutoFit/>
          </a:bodyPr>
          <a:lstStyle>
            <a:lvl1pPr lvl="0" algn="ctr">
              <a:spcBef>
                <a:spcPts val="0"/>
              </a:spcBef>
              <a:spcAft>
                <a:spcPts val="0"/>
              </a:spcAft>
              <a:buSzPts val="12000"/>
              <a:buChar char="●"/>
              <a:defRPr sz="12000"/>
            </a:lvl1pPr>
            <a:lvl2pPr lvl="1" algn="ctr">
              <a:spcBef>
                <a:spcPts val="0"/>
              </a:spcBef>
              <a:spcAft>
                <a:spcPts val="0"/>
              </a:spcAft>
              <a:buSzPts val="12000"/>
              <a:buChar char="○"/>
              <a:defRPr sz="12000"/>
            </a:lvl2pPr>
            <a:lvl3pPr lvl="2" algn="ctr">
              <a:spcBef>
                <a:spcPts val="0"/>
              </a:spcBef>
              <a:spcAft>
                <a:spcPts val="0"/>
              </a:spcAft>
              <a:buSzPts val="12000"/>
              <a:buChar char="■"/>
              <a:defRPr sz="12000"/>
            </a:lvl3pPr>
            <a:lvl4pPr lvl="3" algn="ctr">
              <a:spcBef>
                <a:spcPts val="0"/>
              </a:spcBef>
              <a:spcAft>
                <a:spcPts val="0"/>
              </a:spcAft>
              <a:buSzPts val="12000"/>
              <a:buChar char="●"/>
              <a:defRPr sz="12000"/>
            </a:lvl4pPr>
            <a:lvl5pPr lvl="4" algn="ctr">
              <a:spcBef>
                <a:spcPts val="0"/>
              </a:spcBef>
              <a:spcAft>
                <a:spcPts val="0"/>
              </a:spcAft>
              <a:buSzPts val="12000"/>
              <a:buChar char="○"/>
              <a:defRPr sz="12000"/>
            </a:lvl5pPr>
            <a:lvl6pPr lvl="5" algn="ctr">
              <a:spcBef>
                <a:spcPts val="0"/>
              </a:spcBef>
              <a:spcAft>
                <a:spcPts val="0"/>
              </a:spcAft>
              <a:buSzPts val="12000"/>
              <a:buChar char="■"/>
              <a:defRPr sz="12000"/>
            </a:lvl6pPr>
            <a:lvl7pPr lvl="6" algn="ctr">
              <a:spcBef>
                <a:spcPts val="0"/>
              </a:spcBef>
              <a:spcAft>
                <a:spcPts val="0"/>
              </a:spcAft>
              <a:buSzPts val="12000"/>
              <a:buChar char="●"/>
              <a:defRPr sz="12000"/>
            </a:lvl7pPr>
            <a:lvl8pPr lvl="7" algn="ctr">
              <a:spcBef>
                <a:spcPts val="0"/>
              </a:spcBef>
              <a:spcAft>
                <a:spcPts val="0"/>
              </a:spcAft>
              <a:buSzPts val="12000"/>
              <a:buChar char="○"/>
              <a:defRPr sz="12000"/>
            </a:lvl8pPr>
            <a:lvl9pPr lvl="8" algn="ctr">
              <a:spcBef>
                <a:spcPts val="0"/>
              </a:spcBef>
              <a:spcAft>
                <a:spcPts val="0"/>
              </a:spcAft>
              <a:buSzPts val="12000"/>
              <a:buChar char="■"/>
              <a:defRPr sz="12000"/>
            </a:lvl9pPr>
          </a:lstStyle>
          <a:p>
            <a:r>
              <a:t>xx%</a:t>
            </a:r>
          </a:p>
        </p:txBody>
      </p:sp>
      <p:sp>
        <p:nvSpPr>
          <p:cNvPr id="428" name="Google Shape;428;p52"/>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292100" algn="ctr">
              <a:spcBef>
                <a:spcPts val="0"/>
              </a:spcBef>
              <a:spcAft>
                <a:spcPts val="0"/>
              </a:spcAft>
              <a:buSzPts val="1000"/>
              <a:buChar char="●"/>
              <a:defRPr/>
            </a:lvl1pPr>
            <a:lvl2pPr marL="914400" lvl="1" indent="-292100" algn="ctr">
              <a:spcBef>
                <a:spcPts val="0"/>
              </a:spcBef>
              <a:spcAft>
                <a:spcPts val="0"/>
              </a:spcAft>
              <a:buSzPts val="1000"/>
              <a:buChar char="○"/>
              <a:defRPr/>
            </a:lvl2pPr>
            <a:lvl3pPr marL="1371600" lvl="2" indent="-292100" algn="ctr">
              <a:spcBef>
                <a:spcPts val="0"/>
              </a:spcBef>
              <a:spcAft>
                <a:spcPts val="0"/>
              </a:spcAft>
              <a:buSzPts val="1000"/>
              <a:buChar char="■"/>
              <a:defRPr/>
            </a:lvl3pPr>
            <a:lvl4pPr marL="1828800" lvl="3" indent="-292100" algn="ctr">
              <a:spcBef>
                <a:spcPts val="0"/>
              </a:spcBef>
              <a:spcAft>
                <a:spcPts val="0"/>
              </a:spcAft>
              <a:buSzPts val="1000"/>
              <a:buChar char="●"/>
              <a:defRPr/>
            </a:lvl4pPr>
            <a:lvl5pPr marL="2286000" lvl="4" indent="-292100" algn="ctr">
              <a:spcBef>
                <a:spcPts val="0"/>
              </a:spcBef>
              <a:spcAft>
                <a:spcPts val="0"/>
              </a:spcAft>
              <a:buSzPts val="1000"/>
              <a:buChar char="○"/>
              <a:defRPr/>
            </a:lvl5pPr>
            <a:lvl6pPr marL="2743200" lvl="5" indent="-292100" algn="ctr">
              <a:spcBef>
                <a:spcPts val="0"/>
              </a:spcBef>
              <a:spcAft>
                <a:spcPts val="0"/>
              </a:spcAft>
              <a:buSzPts val="1000"/>
              <a:buChar char="■"/>
              <a:defRPr/>
            </a:lvl6pPr>
            <a:lvl7pPr marL="3200400" lvl="6" indent="-292100" algn="ctr">
              <a:spcBef>
                <a:spcPts val="0"/>
              </a:spcBef>
              <a:spcAft>
                <a:spcPts val="0"/>
              </a:spcAft>
              <a:buSzPts val="1000"/>
              <a:buChar char="●"/>
              <a:defRPr/>
            </a:lvl7pPr>
            <a:lvl8pPr marL="3657600" lvl="7" indent="-292100" algn="ctr">
              <a:spcBef>
                <a:spcPts val="0"/>
              </a:spcBef>
              <a:spcAft>
                <a:spcPts val="0"/>
              </a:spcAft>
              <a:buSzPts val="1000"/>
              <a:buChar char="○"/>
              <a:defRPr/>
            </a:lvl8pPr>
            <a:lvl9pPr marL="4114800" lvl="8" indent="-292100" algn="ctr">
              <a:spcBef>
                <a:spcPts val="0"/>
              </a:spcBef>
              <a:spcAft>
                <a:spcPts val="0"/>
              </a:spcAft>
              <a:buSzPts val="1000"/>
              <a:buChar char="■"/>
              <a:defRPr/>
            </a:lvl9p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429"/>
        <p:cNvGrpSpPr/>
        <p:nvPr/>
      </p:nvGrpSpPr>
      <p:grpSpPr>
        <a:xfrm>
          <a:off x="0" y="0"/>
          <a:ext cx="0" cy="0"/>
          <a:chOff x="0" y="0"/>
          <a:chExt cx="0" cy="0"/>
        </a:xfrm>
      </p:grpSpPr>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Agenda">
  <p:cSld name="Agenda">
    <p:spTree>
      <p:nvGrpSpPr>
        <p:cNvPr id="1" name="Shape 430"/>
        <p:cNvGrpSpPr/>
        <p:nvPr/>
      </p:nvGrpSpPr>
      <p:grpSpPr>
        <a:xfrm>
          <a:off x="0" y="0"/>
          <a:ext cx="0" cy="0"/>
          <a:chOff x="0" y="0"/>
          <a:chExt cx="0" cy="0"/>
        </a:xfrm>
      </p:grpSpPr>
      <p:sp>
        <p:nvSpPr>
          <p:cNvPr id="431" name="Google Shape;431;p54"/>
          <p:cNvSpPr txBox="1">
            <a:spLocks noGrp="1"/>
          </p:cNvSpPr>
          <p:nvPr>
            <p:ph type="title"/>
          </p:nvPr>
        </p:nvSpPr>
        <p:spPr>
          <a:xfrm>
            <a:off x="677325" y="1832775"/>
            <a:ext cx="3217200" cy="1484100"/>
          </a:xfrm>
          <a:prstGeom prst="rect">
            <a:avLst/>
          </a:prstGeom>
        </p:spPr>
        <p:txBody>
          <a:bodyPr spcFirstLastPara="1" wrap="square" lIns="0" tIns="0" rIns="91425" bIns="0" anchor="ctr" anchorCtr="0">
            <a:spAutoFit/>
          </a:bodyPr>
          <a:lstStyle>
            <a:lvl1pPr lvl="0">
              <a:spcBef>
                <a:spcPts val="0"/>
              </a:spcBef>
              <a:spcAft>
                <a:spcPts val="0"/>
              </a:spcAft>
              <a:buSzPts val="4200"/>
              <a:buNone/>
              <a:defRPr sz="4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32" name="Google Shape;432;p54"/>
          <p:cNvSpPr txBox="1">
            <a:spLocks noGrp="1"/>
          </p:cNvSpPr>
          <p:nvPr>
            <p:ph type="subTitle" idx="1"/>
          </p:nvPr>
        </p:nvSpPr>
        <p:spPr>
          <a:xfrm>
            <a:off x="4406650" y="39375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433" name="Google Shape;433;p54"/>
          <p:cNvSpPr txBox="1">
            <a:spLocks noGrp="1"/>
          </p:cNvSpPr>
          <p:nvPr>
            <p:ph type="subTitle" idx="2"/>
          </p:nvPr>
        </p:nvSpPr>
        <p:spPr>
          <a:xfrm>
            <a:off x="4406650" y="115170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434" name="Google Shape;434;p54"/>
          <p:cNvSpPr txBox="1">
            <a:spLocks noGrp="1"/>
          </p:cNvSpPr>
          <p:nvPr>
            <p:ph type="subTitle" idx="3"/>
          </p:nvPr>
        </p:nvSpPr>
        <p:spPr>
          <a:xfrm>
            <a:off x="4406650" y="342557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435" name="Google Shape;435;p54"/>
          <p:cNvSpPr txBox="1">
            <a:spLocks noGrp="1"/>
          </p:cNvSpPr>
          <p:nvPr>
            <p:ph type="subTitle" idx="4"/>
          </p:nvPr>
        </p:nvSpPr>
        <p:spPr>
          <a:xfrm>
            <a:off x="4406650" y="190966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436" name="Google Shape;436;p54"/>
          <p:cNvSpPr txBox="1">
            <a:spLocks noGrp="1"/>
          </p:cNvSpPr>
          <p:nvPr>
            <p:ph type="subTitle" idx="5"/>
          </p:nvPr>
        </p:nvSpPr>
        <p:spPr>
          <a:xfrm>
            <a:off x="4406650" y="418352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437" name="Google Shape;437;p54"/>
          <p:cNvSpPr txBox="1">
            <a:spLocks noGrp="1"/>
          </p:cNvSpPr>
          <p:nvPr>
            <p:ph type="subTitle" idx="6"/>
          </p:nvPr>
        </p:nvSpPr>
        <p:spPr>
          <a:xfrm>
            <a:off x="4406650" y="266761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body and image">
  <p:cSld name="Title, body and image">
    <p:spTree>
      <p:nvGrpSpPr>
        <p:cNvPr id="1" name="Shape 438"/>
        <p:cNvGrpSpPr/>
        <p:nvPr/>
      </p:nvGrpSpPr>
      <p:grpSpPr>
        <a:xfrm>
          <a:off x="0" y="0"/>
          <a:ext cx="0" cy="0"/>
          <a:chOff x="0" y="0"/>
          <a:chExt cx="0" cy="0"/>
        </a:xfrm>
      </p:grpSpPr>
      <p:sp>
        <p:nvSpPr>
          <p:cNvPr id="439" name="Google Shape;439;p55"/>
          <p:cNvSpPr txBox="1">
            <a:spLocks noGrp="1"/>
          </p:cNvSpPr>
          <p:nvPr>
            <p:ph type="title"/>
          </p:nvPr>
        </p:nvSpPr>
        <p:spPr>
          <a:xfrm>
            <a:off x="311700" y="445025"/>
            <a:ext cx="8520600" cy="572700"/>
          </a:xfrm>
          <a:prstGeom prst="rect">
            <a:avLst/>
          </a:prstGeom>
        </p:spPr>
        <p:txBody>
          <a:bodyPr spcFirstLastPara="1" wrap="square" lIns="0" tIns="0" rIns="91425" bIns="0" anchor="t" anchorCtr="0">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a:endParaRPr/>
          </a:p>
        </p:txBody>
      </p:sp>
      <p:sp>
        <p:nvSpPr>
          <p:cNvPr id="440" name="Google Shape;440;p55"/>
          <p:cNvSpPr txBox="1">
            <a:spLocks noGrp="1"/>
          </p:cNvSpPr>
          <p:nvPr>
            <p:ph type="body" idx="1"/>
          </p:nvPr>
        </p:nvSpPr>
        <p:spPr>
          <a:xfrm>
            <a:off x="311700" y="1152475"/>
            <a:ext cx="4473900" cy="3416400"/>
          </a:xfrm>
          <a:prstGeom prst="rect">
            <a:avLst/>
          </a:prstGeom>
        </p:spPr>
        <p:txBody>
          <a:bodyPr spcFirstLastPara="1" wrap="square" lIns="0" tIns="91425" rIns="91425" bIns="91425" anchor="t" anchorCtr="0">
            <a:noAutofit/>
          </a:bodyPr>
          <a:lstStyle>
            <a:lvl1pPr marL="457200" lvl="0" indent="-292100">
              <a:spcBef>
                <a:spcPts val="0"/>
              </a:spcBef>
              <a:spcAft>
                <a:spcPts val="0"/>
              </a:spcAft>
              <a:buSzPts val="1000"/>
              <a:buChar char="●"/>
              <a:defRPr/>
            </a:lvl1pPr>
            <a:lvl2pPr marL="914400" lvl="1" indent="-292100">
              <a:spcBef>
                <a:spcPts val="800"/>
              </a:spcBef>
              <a:spcAft>
                <a:spcPts val="0"/>
              </a:spcAft>
              <a:buSzPts val="1000"/>
              <a:buChar char="○"/>
              <a:defRPr/>
            </a:lvl2pPr>
            <a:lvl3pPr marL="1371600" lvl="2" indent="-292100">
              <a:spcBef>
                <a:spcPts val="800"/>
              </a:spcBef>
              <a:spcAft>
                <a:spcPts val="0"/>
              </a:spcAft>
              <a:buSzPts val="1000"/>
              <a:buChar char="■"/>
              <a:defRPr/>
            </a:lvl3pPr>
            <a:lvl4pPr marL="1828800" lvl="3" indent="-292100">
              <a:spcBef>
                <a:spcPts val="800"/>
              </a:spcBef>
              <a:spcAft>
                <a:spcPts val="0"/>
              </a:spcAft>
              <a:buSzPts val="1000"/>
              <a:buChar char="●"/>
              <a:defRPr/>
            </a:lvl4pPr>
            <a:lvl5pPr marL="2286000" lvl="4" indent="-292100">
              <a:spcBef>
                <a:spcPts val="800"/>
              </a:spcBef>
              <a:spcAft>
                <a:spcPts val="0"/>
              </a:spcAft>
              <a:buSzPts val="1000"/>
              <a:buChar char="○"/>
              <a:defRPr/>
            </a:lvl5pPr>
            <a:lvl6pPr marL="2743200" lvl="5" indent="-292100">
              <a:spcBef>
                <a:spcPts val="800"/>
              </a:spcBef>
              <a:spcAft>
                <a:spcPts val="0"/>
              </a:spcAft>
              <a:buSzPts val="1000"/>
              <a:buChar char="■"/>
              <a:defRPr/>
            </a:lvl6pPr>
            <a:lvl7pPr marL="3200400" lvl="6" indent="-292100">
              <a:spcBef>
                <a:spcPts val="800"/>
              </a:spcBef>
              <a:spcAft>
                <a:spcPts val="0"/>
              </a:spcAft>
              <a:buSzPts val="1000"/>
              <a:buChar char="●"/>
              <a:defRPr/>
            </a:lvl7pPr>
            <a:lvl8pPr marL="3657600" lvl="7" indent="-292100">
              <a:spcBef>
                <a:spcPts val="800"/>
              </a:spcBef>
              <a:spcAft>
                <a:spcPts val="0"/>
              </a:spcAft>
              <a:buSzPts val="1000"/>
              <a:buChar char="○"/>
              <a:defRPr/>
            </a:lvl8pPr>
            <a:lvl9pPr marL="4114800" lvl="8" indent="-292100">
              <a:spcBef>
                <a:spcPts val="800"/>
              </a:spcBef>
              <a:spcAft>
                <a:spcPts val="800"/>
              </a:spcAft>
              <a:buSzPts val="1000"/>
              <a:buChar char="■"/>
              <a:defRPr/>
            </a:lvl9pPr>
          </a:lstStyle>
          <a:p>
            <a:endParaRPr/>
          </a:p>
        </p:txBody>
      </p:sp>
      <p:sp>
        <p:nvSpPr>
          <p:cNvPr id="441" name="Google Shape;441;p55"/>
          <p:cNvSpPr>
            <a:spLocks noGrp="1"/>
          </p:cNvSpPr>
          <p:nvPr>
            <p:ph type="pic" idx="2"/>
          </p:nvPr>
        </p:nvSpPr>
        <p:spPr>
          <a:xfrm>
            <a:off x="4992024" y="1152775"/>
            <a:ext cx="3840300" cy="3416400"/>
          </a:xfrm>
          <a:prstGeom prst="rect">
            <a:avLst/>
          </a:prstGeom>
          <a:noFill/>
          <a:ln>
            <a:noFill/>
          </a:ln>
        </p:spPr>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Two big ideas">
  <p:cSld name="Two big ideas">
    <p:spTree>
      <p:nvGrpSpPr>
        <p:cNvPr id="1" name="Shape 442"/>
        <p:cNvGrpSpPr/>
        <p:nvPr/>
      </p:nvGrpSpPr>
      <p:grpSpPr>
        <a:xfrm>
          <a:off x="0" y="0"/>
          <a:ext cx="0" cy="0"/>
          <a:chOff x="0" y="0"/>
          <a:chExt cx="0" cy="0"/>
        </a:xfrm>
      </p:grpSpPr>
      <p:sp>
        <p:nvSpPr>
          <p:cNvPr id="443" name="Google Shape;443;p56"/>
          <p:cNvSpPr txBox="1">
            <a:spLocks noGrp="1"/>
          </p:cNvSpPr>
          <p:nvPr>
            <p:ph type="title"/>
          </p:nvPr>
        </p:nvSpPr>
        <p:spPr>
          <a:xfrm>
            <a:off x="483175" y="450025"/>
            <a:ext cx="8184600" cy="758100"/>
          </a:xfrm>
          <a:prstGeom prst="rect">
            <a:avLst/>
          </a:prstGeom>
        </p:spPr>
        <p:txBody>
          <a:bodyPr spcFirstLastPara="1" wrap="square" lIns="0" tIns="0" rIns="91425" bIns="0" anchor="ctr" anchorCtr="0">
            <a:spAutoFit/>
          </a:bodyPr>
          <a:lstStyle>
            <a:lvl1pPr lvl="0">
              <a:spcBef>
                <a:spcPts val="0"/>
              </a:spcBef>
              <a:spcAft>
                <a:spcPts val="0"/>
              </a:spcAft>
              <a:buSzPts val="3000"/>
              <a:buChar char="●"/>
              <a:defRPr sz="3000"/>
            </a:lvl1pPr>
            <a:lvl2pPr lvl="1">
              <a:spcBef>
                <a:spcPts val="0"/>
              </a:spcBef>
              <a:spcAft>
                <a:spcPts val="0"/>
              </a:spcAft>
              <a:buSzPts val="3000"/>
              <a:buChar char="○"/>
              <a:defRPr sz="3000"/>
            </a:lvl2pPr>
            <a:lvl3pPr lvl="2">
              <a:spcBef>
                <a:spcPts val="0"/>
              </a:spcBef>
              <a:spcAft>
                <a:spcPts val="0"/>
              </a:spcAft>
              <a:buSzPts val="3000"/>
              <a:buChar char="■"/>
              <a:defRPr sz="3000"/>
            </a:lvl3pPr>
            <a:lvl4pPr lvl="3">
              <a:spcBef>
                <a:spcPts val="0"/>
              </a:spcBef>
              <a:spcAft>
                <a:spcPts val="0"/>
              </a:spcAft>
              <a:buSzPts val="3000"/>
              <a:buChar char="●"/>
              <a:defRPr sz="3000"/>
            </a:lvl4pPr>
            <a:lvl5pPr lvl="4">
              <a:spcBef>
                <a:spcPts val="0"/>
              </a:spcBef>
              <a:spcAft>
                <a:spcPts val="0"/>
              </a:spcAft>
              <a:buSzPts val="3000"/>
              <a:buChar char="○"/>
              <a:defRPr sz="3000"/>
            </a:lvl5pPr>
            <a:lvl6pPr lvl="5">
              <a:spcBef>
                <a:spcPts val="0"/>
              </a:spcBef>
              <a:spcAft>
                <a:spcPts val="0"/>
              </a:spcAft>
              <a:buSzPts val="3000"/>
              <a:buChar char="■"/>
              <a:defRPr sz="3000"/>
            </a:lvl6pPr>
            <a:lvl7pPr lvl="6">
              <a:spcBef>
                <a:spcPts val="0"/>
              </a:spcBef>
              <a:spcAft>
                <a:spcPts val="0"/>
              </a:spcAft>
              <a:buSzPts val="3000"/>
              <a:buChar char="●"/>
              <a:defRPr sz="3000"/>
            </a:lvl7pPr>
            <a:lvl8pPr lvl="7">
              <a:spcBef>
                <a:spcPts val="0"/>
              </a:spcBef>
              <a:spcAft>
                <a:spcPts val="0"/>
              </a:spcAft>
              <a:buSzPts val="3000"/>
              <a:buChar char="○"/>
              <a:defRPr sz="3000"/>
            </a:lvl8pPr>
            <a:lvl9pPr lvl="8">
              <a:spcBef>
                <a:spcPts val="0"/>
              </a:spcBef>
              <a:spcAft>
                <a:spcPts val="0"/>
              </a:spcAft>
              <a:buSzPts val="3000"/>
              <a:buChar char="■"/>
              <a:defRPr sz="3000"/>
            </a:lvl9pPr>
          </a:lstStyle>
          <a:p>
            <a:endParaRPr/>
          </a:p>
        </p:txBody>
      </p:sp>
      <p:sp>
        <p:nvSpPr>
          <p:cNvPr id="444" name="Google Shape;444;p56"/>
          <p:cNvSpPr txBox="1">
            <a:spLocks noGrp="1"/>
          </p:cNvSpPr>
          <p:nvPr>
            <p:ph type="body" idx="1"/>
          </p:nvPr>
        </p:nvSpPr>
        <p:spPr>
          <a:xfrm>
            <a:off x="483150" y="2237788"/>
            <a:ext cx="3619800" cy="2373600"/>
          </a:xfrm>
          <a:prstGeom prst="rect">
            <a:avLst/>
          </a:prstGeom>
        </p:spPr>
        <p:txBody>
          <a:bodyPr spcFirstLastPara="1" wrap="square" lIns="0" tIns="91425" rIns="91425" bIns="91425" anchor="t" anchorCtr="0">
            <a:noAutofit/>
          </a:bodyPr>
          <a:lstStyle>
            <a:lvl1pPr marL="457200" lvl="0" indent="-292100">
              <a:spcBef>
                <a:spcPts val="0"/>
              </a:spcBef>
              <a:spcAft>
                <a:spcPts val="0"/>
              </a:spcAft>
              <a:buSzPts val="1000"/>
              <a:buChar char="●"/>
              <a:defRPr/>
            </a:lvl1pPr>
            <a:lvl2pPr marL="914400" lvl="1" indent="-292100">
              <a:spcBef>
                <a:spcPts val="800"/>
              </a:spcBef>
              <a:spcAft>
                <a:spcPts val="0"/>
              </a:spcAft>
              <a:buSzPts val="1000"/>
              <a:buChar char="○"/>
              <a:defRPr/>
            </a:lvl2pPr>
            <a:lvl3pPr marL="1371600" lvl="2" indent="-292100">
              <a:spcBef>
                <a:spcPts val="800"/>
              </a:spcBef>
              <a:spcAft>
                <a:spcPts val="0"/>
              </a:spcAft>
              <a:buSzPts val="1000"/>
              <a:buChar char="■"/>
              <a:defRPr/>
            </a:lvl3pPr>
            <a:lvl4pPr marL="1828800" lvl="3" indent="-292100">
              <a:spcBef>
                <a:spcPts val="800"/>
              </a:spcBef>
              <a:spcAft>
                <a:spcPts val="0"/>
              </a:spcAft>
              <a:buSzPts val="1000"/>
              <a:buChar char="●"/>
              <a:defRPr/>
            </a:lvl4pPr>
            <a:lvl5pPr marL="2286000" lvl="4" indent="-292100">
              <a:spcBef>
                <a:spcPts val="800"/>
              </a:spcBef>
              <a:spcAft>
                <a:spcPts val="0"/>
              </a:spcAft>
              <a:buSzPts val="1000"/>
              <a:buChar char="○"/>
              <a:defRPr/>
            </a:lvl5pPr>
            <a:lvl6pPr marL="2743200" lvl="5" indent="-292100">
              <a:spcBef>
                <a:spcPts val="800"/>
              </a:spcBef>
              <a:spcAft>
                <a:spcPts val="0"/>
              </a:spcAft>
              <a:buSzPts val="1000"/>
              <a:buChar char="■"/>
              <a:defRPr/>
            </a:lvl6pPr>
            <a:lvl7pPr marL="3200400" lvl="6" indent="-292100">
              <a:spcBef>
                <a:spcPts val="800"/>
              </a:spcBef>
              <a:spcAft>
                <a:spcPts val="0"/>
              </a:spcAft>
              <a:buSzPts val="1000"/>
              <a:buChar char="●"/>
              <a:defRPr/>
            </a:lvl7pPr>
            <a:lvl8pPr marL="3657600" lvl="7" indent="-292100">
              <a:spcBef>
                <a:spcPts val="800"/>
              </a:spcBef>
              <a:spcAft>
                <a:spcPts val="0"/>
              </a:spcAft>
              <a:buSzPts val="1000"/>
              <a:buChar char="○"/>
              <a:defRPr/>
            </a:lvl8pPr>
            <a:lvl9pPr marL="4114800" lvl="8" indent="-292100">
              <a:spcBef>
                <a:spcPts val="800"/>
              </a:spcBef>
              <a:spcAft>
                <a:spcPts val="800"/>
              </a:spcAft>
              <a:buSzPts val="1000"/>
              <a:buChar char="■"/>
              <a:defRPr/>
            </a:lvl9pPr>
          </a:lstStyle>
          <a:p>
            <a:endParaRPr/>
          </a:p>
        </p:txBody>
      </p:sp>
      <p:sp>
        <p:nvSpPr>
          <p:cNvPr id="445" name="Google Shape;445;p56"/>
          <p:cNvSpPr txBox="1">
            <a:spLocks noGrp="1"/>
          </p:cNvSpPr>
          <p:nvPr>
            <p:ph type="body" idx="2"/>
          </p:nvPr>
        </p:nvSpPr>
        <p:spPr>
          <a:xfrm>
            <a:off x="5048000" y="2237788"/>
            <a:ext cx="3619800" cy="23736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446" name="Google Shape;446;p56"/>
          <p:cNvSpPr txBox="1">
            <a:spLocks noGrp="1"/>
          </p:cNvSpPr>
          <p:nvPr>
            <p:ph type="subTitle" idx="3"/>
          </p:nvPr>
        </p:nvSpPr>
        <p:spPr>
          <a:xfrm>
            <a:off x="483150" y="1336161"/>
            <a:ext cx="36198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447" name="Google Shape;447;p56"/>
          <p:cNvSpPr txBox="1">
            <a:spLocks noGrp="1"/>
          </p:cNvSpPr>
          <p:nvPr>
            <p:ph type="subTitle" idx="4"/>
          </p:nvPr>
        </p:nvSpPr>
        <p:spPr>
          <a:xfrm>
            <a:off x="5048000" y="1336161"/>
            <a:ext cx="36198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hree big ideas">
  <p:cSld name="Three big ideas">
    <p:spTree>
      <p:nvGrpSpPr>
        <p:cNvPr id="1" name="Shape 448"/>
        <p:cNvGrpSpPr/>
        <p:nvPr/>
      </p:nvGrpSpPr>
      <p:grpSpPr>
        <a:xfrm>
          <a:off x="0" y="0"/>
          <a:ext cx="0" cy="0"/>
          <a:chOff x="0" y="0"/>
          <a:chExt cx="0" cy="0"/>
        </a:xfrm>
      </p:grpSpPr>
      <p:sp>
        <p:nvSpPr>
          <p:cNvPr id="449" name="Google Shape;449;p57"/>
          <p:cNvSpPr txBox="1">
            <a:spLocks noGrp="1"/>
          </p:cNvSpPr>
          <p:nvPr>
            <p:ph type="body" idx="1"/>
          </p:nvPr>
        </p:nvSpPr>
        <p:spPr>
          <a:xfrm>
            <a:off x="483175" y="2417500"/>
            <a:ext cx="2455500" cy="2373600"/>
          </a:xfrm>
          <a:prstGeom prst="rect">
            <a:avLst/>
          </a:prstGeom>
        </p:spPr>
        <p:txBody>
          <a:bodyPr spcFirstLastPara="1" wrap="square" lIns="0" tIns="91425" rIns="91425" bIns="91425" anchor="t" anchorCtr="0">
            <a:noAutofit/>
          </a:bodyPr>
          <a:lstStyle>
            <a:lvl1pPr marL="457200" lvl="0" indent="-292100">
              <a:spcBef>
                <a:spcPts val="0"/>
              </a:spcBef>
              <a:spcAft>
                <a:spcPts val="0"/>
              </a:spcAft>
              <a:buSzPts val="1000"/>
              <a:buChar char="●"/>
              <a:defRPr/>
            </a:lvl1pPr>
            <a:lvl2pPr marL="914400" lvl="1" indent="-292100">
              <a:spcBef>
                <a:spcPts val="800"/>
              </a:spcBef>
              <a:spcAft>
                <a:spcPts val="0"/>
              </a:spcAft>
              <a:buSzPts val="1000"/>
              <a:buChar char="○"/>
              <a:defRPr/>
            </a:lvl2pPr>
            <a:lvl3pPr marL="1371600" lvl="2" indent="-292100">
              <a:spcBef>
                <a:spcPts val="800"/>
              </a:spcBef>
              <a:spcAft>
                <a:spcPts val="0"/>
              </a:spcAft>
              <a:buSzPts val="1000"/>
              <a:buChar char="■"/>
              <a:defRPr/>
            </a:lvl3pPr>
            <a:lvl4pPr marL="1828800" lvl="3" indent="-292100">
              <a:spcBef>
                <a:spcPts val="800"/>
              </a:spcBef>
              <a:spcAft>
                <a:spcPts val="0"/>
              </a:spcAft>
              <a:buSzPts val="1000"/>
              <a:buChar char="●"/>
              <a:defRPr/>
            </a:lvl4pPr>
            <a:lvl5pPr marL="2286000" lvl="4" indent="-292100">
              <a:spcBef>
                <a:spcPts val="800"/>
              </a:spcBef>
              <a:spcAft>
                <a:spcPts val="0"/>
              </a:spcAft>
              <a:buSzPts val="1000"/>
              <a:buChar char="○"/>
              <a:defRPr/>
            </a:lvl5pPr>
            <a:lvl6pPr marL="2743200" lvl="5" indent="-292100">
              <a:spcBef>
                <a:spcPts val="800"/>
              </a:spcBef>
              <a:spcAft>
                <a:spcPts val="0"/>
              </a:spcAft>
              <a:buSzPts val="1000"/>
              <a:buChar char="■"/>
              <a:defRPr/>
            </a:lvl6pPr>
            <a:lvl7pPr marL="3200400" lvl="6" indent="-292100">
              <a:spcBef>
                <a:spcPts val="800"/>
              </a:spcBef>
              <a:spcAft>
                <a:spcPts val="0"/>
              </a:spcAft>
              <a:buSzPts val="1000"/>
              <a:buChar char="●"/>
              <a:defRPr/>
            </a:lvl7pPr>
            <a:lvl8pPr marL="3657600" lvl="7" indent="-292100">
              <a:spcBef>
                <a:spcPts val="800"/>
              </a:spcBef>
              <a:spcAft>
                <a:spcPts val="0"/>
              </a:spcAft>
              <a:buSzPts val="1000"/>
              <a:buChar char="○"/>
              <a:defRPr/>
            </a:lvl8pPr>
            <a:lvl9pPr marL="4114800" lvl="8" indent="-292100">
              <a:spcBef>
                <a:spcPts val="800"/>
              </a:spcBef>
              <a:spcAft>
                <a:spcPts val="800"/>
              </a:spcAft>
              <a:buSzPts val="1000"/>
              <a:buChar char="■"/>
              <a:defRPr/>
            </a:lvl9pPr>
          </a:lstStyle>
          <a:p>
            <a:endParaRPr/>
          </a:p>
        </p:txBody>
      </p:sp>
      <p:sp>
        <p:nvSpPr>
          <p:cNvPr id="450" name="Google Shape;450;p57"/>
          <p:cNvSpPr txBox="1">
            <a:spLocks noGrp="1"/>
          </p:cNvSpPr>
          <p:nvPr>
            <p:ph type="body" idx="2"/>
          </p:nvPr>
        </p:nvSpPr>
        <p:spPr>
          <a:xfrm>
            <a:off x="3347725" y="2417500"/>
            <a:ext cx="2455500" cy="23736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451" name="Google Shape;451;p57"/>
          <p:cNvSpPr txBox="1">
            <a:spLocks noGrp="1"/>
          </p:cNvSpPr>
          <p:nvPr>
            <p:ph type="title"/>
          </p:nvPr>
        </p:nvSpPr>
        <p:spPr>
          <a:xfrm>
            <a:off x="483175" y="450025"/>
            <a:ext cx="8184600" cy="758100"/>
          </a:xfrm>
          <a:prstGeom prst="rect">
            <a:avLst/>
          </a:prstGeom>
        </p:spPr>
        <p:txBody>
          <a:bodyPr spcFirstLastPara="1" wrap="square" lIns="0" tIns="0" rIns="91425" bIns="0" anchor="ctr" anchorCtr="0">
            <a:spAutoFit/>
          </a:bodyPr>
          <a:lstStyle>
            <a:lvl1pPr lvl="0">
              <a:spcBef>
                <a:spcPts val="0"/>
              </a:spcBef>
              <a:spcAft>
                <a:spcPts val="0"/>
              </a:spcAft>
              <a:buSzPts val="3000"/>
              <a:buChar char="●"/>
              <a:defRPr sz="3000"/>
            </a:lvl1pPr>
            <a:lvl2pPr lvl="1">
              <a:spcBef>
                <a:spcPts val="0"/>
              </a:spcBef>
              <a:spcAft>
                <a:spcPts val="0"/>
              </a:spcAft>
              <a:buSzPts val="3000"/>
              <a:buChar char="○"/>
              <a:defRPr sz="3000"/>
            </a:lvl2pPr>
            <a:lvl3pPr lvl="2">
              <a:spcBef>
                <a:spcPts val="0"/>
              </a:spcBef>
              <a:spcAft>
                <a:spcPts val="0"/>
              </a:spcAft>
              <a:buSzPts val="3000"/>
              <a:buChar char="■"/>
              <a:defRPr sz="3000"/>
            </a:lvl3pPr>
            <a:lvl4pPr lvl="3">
              <a:spcBef>
                <a:spcPts val="0"/>
              </a:spcBef>
              <a:spcAft>
                <a:spcPts val="0"/>
              </a:spcAft>
              <a:buSzPts val="3000"/>
              <a:buChar char="●"/>
              <a:defRPr sz="3000"/>
            </a:lvl4pPr>
            <a:lvl5pPr lvl="4">
              <a:spcBef>
                <a:spcPts val="0"/>
              </a:spcBef>
              <a:spcAft>
                <a:spcPts val="0"/>
              </a:spcAft>
              <a:buSzPts val="3000"/>
              <a:buChar char="○"/>
              <a:defRPr sz="3000"/>
            </a:lvl5pPr>
            <a:lvl6pPr lvl="5">
              <a:spcBef>
                <a:spcPts val="0"/>
              </a:spcBef>
              <a:spcAft>
                <a:spcPts val="0"/>
              </a:spcAft>
              <a:buSzPts val="3000"/>
              <a:buChar char="■"/>
              <a:defRPr sz="3000"/>
            </a:lvl6pPr>
            <a:lvl7pPr lvl="6">
              <a:spcBef>
                <a:spcPts val="0"/>
              </a:spcBef>
              <a:spcAft>
                <a:spcPts val="0"/>
              </a:spcAft>
              <a:buSzPts val="3000"/>
              <a:buChar char="●"/>
              <a:defRPr sz="3000"/>
            </a:lvl7pPr>
            <a:lvl8pPr lvl="7">
              <a:spcBef>
                <a:spcPts val="0"/>
              </a:spcBef>
              <a:spcAft>
                <a:spcPts val="0"/>
              </a:spcAft>
              <a:buSzPts val="3000"/>
              <a:buChar char="○"/>
              <a:defRPr sz="3000"/>
            </a:lvl8pPr>
            <a:lvl9pPr lvl="8">
              <a:spcBef>
                <a:spcPts val="0"/>
              </a:spcBef>
              <a:spcAft>
                <a:spcPts val="0"/>
              </a:spcAft>
              <a:buSzPts val="3000"/>
              <a:buChar char="■"/>
              <a:defRPr sz="3000"/>
            </a:lvl9pPr>
          </a:lstStyle>
          <a:p>
            <a:endParaRPr/>
          </a:p>
        </p:txBody>
      </p:sp>
      <p:sp>
        <p:nvSpPr>
          <p:cNvPr id="452" name="Google Shape;452;p57"/>
          <p:cNvSpPr txBox="1">
            <a:spLocks noGrp="1"/>
          </p:cNvSpPr>
          <p:nvPr>
            <p:ph type="subTitle" idx="3"/>
          </p:nvPr>
        </p:nvSpPr>
        <p:spPr>
          <a:xfrm>
            <a:off x="48317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453" name="Google Shape;453;p57"/>
          <p:cNvSpPr txBox="1">
            <a:spLocks noGrp="1"/>
          </p:cNvSpPr>
          <p:nvPr>
            <p:ph type="subTitle" idx="4"/>
          </p:nvPr>
        </p:nvSpPr>
        <p:spPr>
          <a:xfrm>
            <a:off x="334772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454" name="Google Shape;454;p57"/>
          <p:cNvSpPr txBox="1">
            <a:spLocks noGrp="1"/>
          </p:cNvSpPr>
          <p:nvPr>
            <p:ph type="subTitle" idx="5"/>
          </p:nvPr>
        </p:nvSpPr>
        <p:spPr>
          <a:xfrm>
            <a:off x="621227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455" name="Google Shape;455;p57"/>
          <p:cNvSpPr txBox="1">
            <a:spLocks noGrp="1"/>
          </p:cNvSpPr>
          <p:nvPr>
            <p:ph type="body" idx="6"/>
          </p:nvPr>
        </p:nvSpPr>
        <p:spPr>
          <a:xfrm>
            <a:off x="6212275" y="2417500"/>
            <a:ext cx="2455500" cy="23736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Four big ideas">
  <p:cSld name="Four big ideas">
    <p:spTree>
      <p:nvGrpSpPr>
        <p:cNvPr id="1" name="Shape 456"/>
        <p:cNvGrpSpPr/>
        <p:nvPr/>
      </p:nvGrpSpPr>
      <p:grpSpPr>
        <a:xfrm>
          <a:off x="0" y="0"/>
          <a:ext cx="0" cy="0"/>
          <a:chOff x="0" y="0"/>
          <a:chExt cx="0" cy="0"/>
        </a:xfrm>
      </p:grpSpPr>
      <p:sp>
        <p:nvSpPr>
          <p:cNvPr id="457" name="Google Shape;457;p58"/>
          <p:cNvSpPr txBox="1">
            <a:spLocks noGrp="1"/>
          </p:cNvSpPr>
          <p:nvPr>
            <p:ph type="body" idx="1"/>
          </p:nvPr>
        </p:nvSpPr>
        <p:spPr>
          <a:xfrm>
            <a:off x="366725" y="1759093"/>
            <a:ext cx="3838500" cy="1138500"/>
          </a:xfrm>
          <a:prstGeom prst="rect">
            <a:avLst/>
          </a:prstGeom>
        </p:spPr>
        <p:txBody>
          <a:bodyPr spcFirstLastPara="1" wrap="square" lIns="0" tIns="91425" rIns="91425" bIns="91425" anchor="t" anchorCtr="0">
            <a:noAutofit/>
          </a:bodyPr>
          <a:lstStyle>
            <a:lvl1pPr marL="457200" lvl="0" indent="-317500">
              <a:spcBef>
                <a:spcPts val="0"/>
              </a:spcBef>
              <a:spcAft>
                <a:spcPts val="0"/>
              </a:spcAft>
              <a:buSzPts val="1400"/>
              <a:buChar char="●"/>
              <a:defRPr sz="1400"/>
            </a:lvl1pPr>
            <a:lvl2pPr marL="914400" lvl="1" indent="-292100">
              <a:spcBef>
                <a:spcPts val="800"/>
              </a:spcBef>
              <a:spcAft>
                <a:spcPts val="0"/>
              </a:spcAft>
              <a:buSzPts val="1000"/>
              <a:buChar char="○"/>
              <a:defRPr/>
            </a:lvl2pPr>
            <a:lvl3pPr marL="1371600" lvl="2" indent="-292100">
              <a:spcBef>
                <a:spcPts val="800"/>
              </a:spcBef>
              <a:spcAft>
                <a:spcPts val="0"/>
              </a:spcAft>
              <a:buSzPts val="1000"/>
              <a:buChar char="■"/>
              <a:defRPr/>
            </a:lvl3pPr>
            <a:lvl4pPr marL="1828800" lvl="3" indent="-292100">
              <a:spcBef>
                <a:spcPts val="800"/>
              </a:spcBef>
              <a:spcAft>
                <a:spcPts val="0"/>
              </a:spcAft>
              <a:buSzPts val="1000"/>
              <a:buChar char="●"/>
              <a:defRPr/>
            </a:lvl4pPr>
            <a:lvl5pPr marL="2286000" lvl="4" indent="-292100">
              <a:spcBef>
                <a:spcPts val="800"/>
              </a:spcBef>
              <a:spcAft>
                <a:spcPts val="0"/>
              </a:spcAft>
              <a:buSzPts val="1000"/>
              <a:buChar char="○"/>
              <a:defRPr/>
            </a:lvl5pPr>
            <a:lvl6pPr marL="2743200" lvl="5" indent="-292100">
              <a:spcBef>
                <a:spcPts val="800"/>
              </a:spcBef>
              <a:spcAft>
                <a:spcPts val="0"/>
              </a:spcAft>
              <a:buSzPts val="1000"/>
              <a:buChar char="■"/>
              <a:defRPr/>
            </a:lvl6pPr>
            <a:lvl7pPr marL="3200400" lvl="6" indent="-292100">
              <a:spcBef>
                <a:spcPts val="800"/>
              </a:spcBef>
              <a:spcAft>
                <a:spcPts val="0"/>
              </a:spcAft>
              <a:buSzPts val="1000"/>
              <a:buChar char="●"/>
              <a:defRPr/>
            </a:lvl7pPr>
            <a:lvl8pPr marL="3657600" lvl="7" indent="-292100">
              <a:spcBef>
                <a:spcPts val="800"/>
              </a:spcBef>
              <a:spcAft>
                <a:spcPts val="0"/>
              </a:spcAft>
              <a:buSzPts val="1000"/>
              <a:buChar char="○"/>
              <a:defRPr/>
            </a:lvl8pPr>
            <a:lvl9pPr marL="4114800" lvl="8" indent="-292100">
              <a:spcBef>
                <a:spcPts val="800"/>
              </a:spcBef>
              <a:spcAft>
                <a:spcPts val="800"/>
              </a:spcAft>
              <a:buSzPts val="1000"/>
              <a:buChar char="■"/>
              <a:defRPr/>
            </a:lvl9pPr>
          </a:lstStyle>
          <a:p>
            <a:endParaRPr/>
          </a:p>
        </p:txBody>
      </p:sp>
      <p:sp>
        <p:nvSpPr>
          <p:cNvPr id="458" name="Google Shape;458;p58"/>
          <p:cNvSpPr txBox="1">
            <a:spLocks noGrp="1"/>
          </p:cNvSpPr>
          <p:nvPr>
            <p:ph type="body" idx="2"/>
          </p:nvPr>
        </p:nvSpPr>
        <p:spPr>
          <a:xfrm>
            <a:off x="4938725" y="1759093"/>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459" name="Google Shape;459;p58"/>
          <p:cNvSpPr txBox="1">
            <a:spLocks noGrp="1"/>
          </p:cNvSpPr>
          <p:nvPr>
            <p:ph type="body" idx="3"/>
          </p:nvPr>
        </p:nvSpPr>
        <p:spPr>
          <a:xfrm>
            <a:off x="366750" y="3648575"/>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460" name="Google Shape;460;p58"/>
          <p:cNvSpPr txBox="1">
            <a:spLocks noGrp="1"/>
          </p:cNvSpPr>
          <p:nvPr>
            <p:ph type="body" idx="4"/>
          </p:nvPr>
        </p:nvSpPr>
        <p:spPr>
          <a:xfrm>
            <a:off x="4938750" y="3648575"/>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461" name="Google Shape;461;p58"/>
          <p:cNvSpPr txBox="1">
            <a:spLocks noGrp="1"/>
          </p:cNvSpPr>
          <p:nvPr>
            <p:ph type="title"/>
          </p:nvPr>
        </p:nvSpPr>
        <p:spPr>
          <a:xfrm>
            <a:off x="366750" y="450025"/>
            <a:ext cx="8184600" cy="758100"/>
          </a:xfrm>
          <a:prstGeom prst="rect">
            <a:avLst/>
          </a:prstGeom>
        </p:spPr>
        <p:txBody>
          <a:bodyPr spcFirstLastPara="1" wrap="square" lIns="0" tIns="0" rIns="91425" bIns="0" anchor="ctr" anchorCtr="0">
            <a:spAutoFit/>
          </a:bodyPr>
          <a:lstStyle>
            <a:lvl1pPr lvl="0">
              <a:spcBef>
                <a:spcPts val="0"/>
              </a:spcBef>
              <a:spcAft>
                <a:spcPts val="0"/>
              </a:spcAft>
              <a:buSzPts val="3000"/>
              <a:buChar char="●"/>
              <a:defRPr sz="3000"/>
            </a:lvl1pPr>
            <a:lvl2pPr lvl="1">
              <a:spcBef>
                <a:spcPts val="0"/>
              </a:spcBef>
              <a:spcAft>
                <a:spcPts val="0"/>
              </a:spcAft>
              <a:buSzPts val="3000"/>
              <a:buChar char="○"/>
              <a:defRPr sz="3000"/>
            </a:lvl2pPr>
            <a:lvl3pPr lvl="2">
              <a:spcBef>
                <a:spcPts val="0"/>
              </a:spcBef>
              <a:spcAft>
                <a:spcPts val="0"/>
              </a:spcAft>
              <a:buSzPts val="3000"/>
              <a:buChar char="■"/>
              <a:defRPr sz="3000"/>
            </a:lvl3pPr>
            <a:lvl4pPr lvl="3">
              <a:spcBef>
                <a:spcPts val="0"/>
              </a:spcBef>
              <a:spcAft>
                <a:spcPts val="0"/>
              </a:spcAft>
              <a:buSzPts val="3000"/>
              <a:buChar char="●"/>
              <a:defRPr sz="3000"/>
            </a:lvl4pPr>
            <a:lvl5pPr lvl="4">
              <a:spcBef>
                <a:spcPts val="0"/>
              </a:spcBef>
              <a:spcAft>
                <a:spcPts val="0"/>
              </a:spcAft>
              <a:buSzPts val="3000"/>
              <a:buChar char="○"/>
              <a:defRPr sz="3000"/>
            </a:lvl5pPr>
            <a:lvl6pPr lvl="5">
              <a:spcBef>
                <a:spcPts val="0"/>
              </a:spcBef>
              <a:spcAft>
                <a:spcPts val="0"/>
              </a:spcAft>
              <a:buSzPts val="3000"/>
              <a:buChar char="■"/>
              <a:defRPr sz="3000"/>
            </a:lvl6pPr>
            <a:lvl7pPr lvl="6">
              <a:spcBef>
                <a:spcPts val="0"/>
              </a:spcBef>
              <a:spcAft>
                <a:spcPts val="0"/>
              </a:spcAft>
              <a:buSzPts val="3000"/>
              <a:buChar char="●"/>
              <a:defRPr sz="3000"/>
            </a:lvl7pPr>
            <a:lvl8pPr lvl="7">
              <a:spcBef>
                <a:spcPts val="0"/>
              </a:spcBef>
              <a:spcAft>
                <a:spcPts val="0"/>
              </a:spcAft>
              <a:buSzPts val="3000"/>
              <a:buChar char="○"/>
              <a:defRPr sz="3000"/>
            </a:lvl8pPr>
            <a:lvl9pPr lvl="8">
              <a:spcBef>
                <a:spcPts val="0"/>
              </a:spcBef>
              <a:spcAft>
                <a:spcPts val="0"/>
              </a:spcAft>
              <a:buSzPts val="3000"/>
              <a:buChar char="■"/>
              <a:defRPr sz="3000"/>
            </a:lvl9pPr>
          </a:lstStyle>
          <a:p>
            <a:endParaRPr/>
          </a:p>
        </p:txBody>
      </p:sp>
      <p:sp>
        <p:nvSpPr>
          <p:cNvPr id="462" name="Google Shape;462;p58"/>
          <p:cNvSpPr txBox="1">
            <a:spLocks noGrp="1"/>
          </p:cNvSpPr>
          <p:nvPr>
            <p:ph type="subTitle" idx="5"/>
          </p:nvPr>
        </p:nvSpPr>
        <p:spPr>
          <a:xfrm>
            <a:off x="366763" y="1277907"/>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463" name="Google Shape;463;p58"/>
          <p:cNvSpPr txBox="1">
            <a:spLocks noGrp="1"/>
          </p:cNvSpPr>
          <p:nvPr>
            <p:ph type="subTitle" idx="6"/>
          </p:nvPr>
        </p:nvSpPr>
        <p:spPr>
          <a:xfrm>
            <a:off x="4938738" y="1277907"/>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464" name="Google Shape;464;p58"/>
          <p:cNvSpPr txBox="1">
            <a:spLocks noGrp="1"/>
          </p:cNvSpPr>
          <p:nvPr>
            <p:ph type="subTitle" idx="7"/>
          </p:nvPr>
        </p:nvSpPr>
        <p:spPr>
          <a:xfrm>
            <a:off x="4938761" y="3167363"/>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465" name="Google Shape;465;p58"/>
          <p:cNvSpPr txBox="1">
            <a:spLocks noGrp="1"/>
          </p:cNvSpPr>
          <p:nvPr>
            <p:ph type="subTitle" idx="8"/>
          </p:nvPr>
        </p:nvSpPr>
        <p:spPr>
          <a:xfrm>
            <a:off x="366750" y="3167363"/>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and image">
  <p:cSld name="Title and image">
    <p:spTree>
      <p:nvGrpSpPr>
        <p:cNvPr id="1" name="Shape 466"/>
        <p:cNvGrpSpPr/>
        <p:nvPr/>
      </p:nvGrpSpPr>
      <p:grpSpPr>
        <a:xfrm>
          <a:off x="0" y="0"/>
          <a:ext cx="0" cy="0"/>
          <a:chOff x="0" y="0"/>
          <a:chExt cx="0" cy="0"/>
        </a:xfrm>
      </p:grpSpPr>
      <p:sp>
        <p:nvSpPr>
          <p:cNvPr id="467" name="Google Shape;467;p59"/>
          <p:cNvSpPr txBox="1">
            <a:spLocks noGrp="1"/>
          </p:cNvSpPr>
          <p:nvPr>
            <p:ph type="title"/>
          </p:nvPr>
        </p:nvSpPr>
        <p:spPr>
          <a:xfrm>
            <a:off x="311700" y="445025"/>
            <a:ext cx="8520600" cy="572700"/>
          </a:xfrm>
          <a:prstGeom prst="rect">
            <a:avLst/>
          </a:prstGeom>
        </p:spPr>
        <p:txBody>
          <a:bodyPr spcFirstLastPara="1" wrap="square" lIns="0" tIns="0" rIns="91425" bIns="0" anchor="t" anchorCtr="0">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a:endParaRPr/>
          </a:p>
        </p:txBody>
      </p:sp>
      <p:sp>
        <p:nvSpPr>
          <p:cNvPr id="468" name="Google Shape;468;p59"/>
          <p:cNvSpPr>
            <a:spLocks noGrp="1"/>
          </p:cNvSpPr>
          <p:nvPr>
            <p:ph type="pic" idx="2"/>
          </p:nvPr>
        </p:nvSpPr>
        <p:spPr>
          <a:xfrm>
            <a:off x="311700" y="1170425"/>
            <a:ext cx="8520600" cy="3492900"/>
          </a:xfrm>
          <a:prstGeom prst="rect">
            <a:avLst/>
          </a:prstGeom>
          <a:noFill/>
          <a:ln>
            <a:noFill/>
          </a:ln>
        </p:spPr>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wo storyboards">
  <p:cSld name="Two storyboards">
    <p:spTree>
      <p:nvGrpSpPr>
        <p:cNvPr id="1" name="Shape 469"/>
        <p:cNvGrpSpPr/>
        <p:nvPr/>
      </p:nvGrpSpPr>
      <p:grpSpPr>
        <a:xfrm>
          <a:off x="0" y="0"/>
          <a:ext cx="0" cy="0"/>
          <a:chOff x="0" y="0"/>
          <a:chExt cx="0" cy="0"/>
        </a:xfrm>
      </p:grpSpPr>
      <p:sp>
        <p:nvSpPr>
          <p:cNvPr id="470" name="Google Shape;470;p60"/>
          <p:cNvSpPr txBox="1">
            <a:spLocks noGrp="1"/>
          </p:cNvSpPr>
          <p:nvPr>
            <p:ph type="body" idx="1"/>
          </p:nvPr>
        </p:nvSpPr>
        <p:spPr>
          <a:xfrm>
            <a:off x="311700" y="4080225"/>
            <a:ext cx="4027500" cy="926100"/>
          </a:xfrm>
          <a:prstGeom prst="rect">
            <a:avLst/>
          </a:prstGeom>
        </p:spPr>
        <p:txBody>
          <a:bodyPr spcFirstLastPara="1" wrap="square" lIns="0"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800"/>
              </a:spcBef>
              <a:spcAft>
                <a:spcPts val="0"/>
              </a:spcAft>
              <a:buSzPts val="1200"/>
              <a:buChar char="○"/>
              <a:defRPr sz="1200"/>
            </a:lvl2pPr>
            <a:lvl3pPr marL="1371600" lvl="2" indent="-304800">
              <a:spcBef>
                <a:spcPts val="800"/>
              </a:spcBef>
              <a:spcAft>
                <a:spcPts val="0"/>
              </a:spcAft>
              <a:buSzPts val="1200"/>
              <a:buChar char="■"/>
              <a:defRPr sz="1200"/>
            </a:lvl3pPr>
            <a:lvl4pPr marL="1828800" lvl="3" indent="-304800">
              <a:spcBef>
                <a:spcPts val="800"/>
              </a:spcBef>
              <a:spcAft>
                <a:spcPts val="0"/>
              </a:spcAft>
              <a:buSzPts val="1200"/>
              <a:buChar char="●"/>
              <a:defRPr sz="1200"/>
            </a:lvl4pPr>
            <a:lvl5pPr marL="2286000" lvl="4" indent="-304800">
              <a:spcBef>
                <a:spcPts val="800"/>
              </a:spcBef>
              <a:spcAft>
                <a:spcPts val="0"/>
              </a:spcAft>
              <a:buSzPts val="1200"/>
              <a:buChar char="○"/>
              <a:defRPr sz="1200"/>
            </a:lvl5pPr>
            <a:lvl6pPr marL="2743200" lvl="5" indent="-304800">
              <a:spcBef>
                <a:spcPts val="800"/>
              </a:spcBef>
              <a:spcAft>
                <a:spcPts val="0"/>
              </a:spcAft>
              <a:buSzPts val="1200"/>
              <a:buChar char="■"/>
              <a:defRPr sz="1200"/>
            </a:lvl6pPr>
            <a:lvl7pPr marL="3200400" lvl="6" indent="-304800">
              <a:spcBef>
                <a:spcPts val="800"/>
              </a:spcBef>
              <a:spcAft>
                <a:spcPts val="0"/>
              </a:spcAft>
              <a:buSzPts val="1200"/>
              <a:buChar char="●"/>
              <a:defRPr sz="1200"/>
            </a:lvl7pPr>
            <a:lvl8pPr marL="3657600" lvl="7" indent="-304800">
              <a:spcBef>
                <a:spcPts val="800"/>
              </a:spcBef>
              <a:spcAft>
                <a:spcPts val="0"/>
              </a:spcAft>
              <a:buSzPts val="1200"/>
              <a:buChar char="○"/>
              <a:defRPr sz="1200"/>
            </a:lvl8pPr>
            <a:lvl9pPr marL="4114800" lvl="8" indent="-304800">
              <a:spcBef>
                <a:spcPts val="800"/>
              </a:spcBef>
              <a:spcAft>
                <a:spcPts val="800"/>
              </a:spcAft>
              <a:buSzPts val="1200"/>
              <a:buChar char="■"/>
              <a:defRPr sz="1200"/>
            </a:lvl9pPr>
          </a:lstStyle>
          <a:p>
            <a:endParaRPr/>
          </a:p>
        </p:txBody>
      </p:sp>
      <p:sp>
        <p:nvSpPr>
          <p:cNvPr id="471" name="Google Shape;471;p60"/>
          <p:cNvSpPr>
            <a:spLocks noGrp="1"/>
          </p:cNvSpPr>
          <p:nvPr>
            <p:ph type="pic" idx="2"/>
          </p:nvPr>
        </p:nvSpPr>
        <p:spPr>
          <a:xfrm>
            <a:off x="4804825" y="1133300"/>
            <a:ext cx="4027500" cy="2392800"/>
          </a:xfrm>
          <a:prstGeom prst="rect">
            <a:avLst/>
          </a:prstGeom>
          <a:noFill/>
          <a:ln>
            <a:noFill/>
          </a:ln>
        </p:spPr>
      </p:sp>
      <p:sp>
        <p:nvSpPr>
          <p:cNvPr id="472" name="Google Shape;472;p60"/>
          <p:cNvSpPr>
            <a:spLocks noGrp="1"/>
          </p:cNvSpPr>
          <p:nvPr>
            <p:ph type="pic" idx="3"/>
          </p:nvPr>
        </p:nvSpPr>
        <p:spPr>
          <a:xfrm>
            <a:off x="311725" y="1133300"/>
            <a:ext cx="4027500" cy="2392800"/>
          </a:xfrm>
          <a:prstGeom prst="rect">
            <a:avLst/>
          </a:prstGeom>
          <a:noFill/>
          <a:ln>
            <a:noFill/>
          </a:ln>
        </p:spPr>
      </p:sp>
      <p:sp>
        <p:nvSpPr>
          <p:cNvPr id="473" name="Google Shape;473;p60"/>
          <p:cNvSpPr txBox="1">
            <a:spLocks noGrp="1"/>
          </p:cNvSpPr>
          <p:nvPr>
            <p:ph type="body" idx="4"/>
          </p:nvPr>
        </p:nvSpPr>
        <p:spPr>
          <a:xfrm>
            <a:off x="4804825" y="4080225"/>
            <a:ext cx="4027500" cy="9261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74" name="Google Shape;474;p60"/>
          <p:cNvSpPr txBox="1">
            <a:spLocks noGrp="1"/>
          </p:cNvSpPr>
          <p:nvPr>
            <p:ph type="title"/>
          </p:nvPr>
        </p:nvSpPr>
        <p:spPr>
          <a:xfrm>
            <a:off x="311700" y="445025"/>
            <a:ext cx="8520600" cy="572700"/>
          </a:xfrm>
          <a:prstGeom prst="rect">
            <a:avLst/>
          </a:prstGeom>
        </p:spPr>
        <p:txBody>
          <a:bodyPr spcFirstLastPara="1" wrap="square" lIns="0" tIns="0" rIns="91425" bIns="0" anchor="t" anchorCtr="0">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a:endParaRPr/>
          </a:p>
        </p:txBody>
      </p:sp>
      <p:sp>
        <p:nvSpPr>
          <p:cNvPr id="475" name="Google Shape;475;p60"/>
          <p:cNvSpPr txBox="1">
            <a:spLocks noGrp="1"/>
          </p:cNvSpPr>
          <p:nvPr>
            <p:ph type="subTitle" idx="5"/>
          </p:nvPr>
        </p:nvSpPr>
        <p:spPr>
          <a:xfrm>
            <a:off x="311725" y="3582900"/>
            <a:ext cx="4027500" cy="4812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
        <p:nvSpPr>
          <p:cNvPr id="476" name="Google Shape;476;p60"/>
          <p:cNvSpPr txBox="1">
            <a:spLocks noGrp="1"/>
          </p:cNvSpPr>
          <p:nvPr>
            <p:ph type="subTitle" idx="6"/>
          </p:nvPr>
        </p:nvSpPr>
        <p:spPr>
          <a:xfrm>
            <a:off x="4804825" y="3582900"/>
            <a:ext cx="4027500" cy="4812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hree storyboards">
  <p:cSld name="Three storyboards">
    <p:spTree>
      <p:nvGrpSpPr>
        <p:cNvPr id="1" name="Shape 477"/>
        <p:cNvGrpSpPr/>
        <p:nvPr/>
      </p:nvGrpSpPr>
      <p:grpSpPr>
        <a:xfrm>
          <a:off x="0" y="0"/>
          <a:ext cx="0" cy="0"/>
          <a:chOff x="0" y="0"/>
          <a:chExt cx="0" cy="0"/>
        </a:xfrm>
      </p:grpSpPr>
      <p:sp>
        <p:nvSpPr>
          <p:cNvPr id="478" name="Google Shape;478;p61"/>
          <p:cNvSpPr txBox="1">
            <a:spLocks noGrp="1"/>
          </p:cNvSpPr>
          <p:nvPr>
            <p:ph type="body" idx="1"/>
          </p:nvPr>
        </p:nvSpPr>
        <p:spPr>
          <a:xfrm>
            <a:off x="311700" y="3911700"/>
            <a:ext cx="2627100" cy="1018500"/>
          </a:xfrm>
          <a:prstGeom prst="rect">
            <a:avLst/>
          </a:prstGeom>
        </p:spPr>
        <p:txBody>
          <a:bodyPr spcFirstLastPara="1" wrap="square" lIns="0"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800"/>
              </a:spcBef>
              <a:spcAft>
                <a:spcPts val="0"/>
              </a:spcAft>
              <a:buSzPts val="1200"/>
              <a:buChar char="○"/>
              <a:defRPr sz="1200"/>
            </a:lvl2pPr>
            <a:lvl3pPr marL="1371600" lvl="2" indent="-304800">
              <a:spcBef>
                <a:spcPts val="800"/>
              </a:spcBef>
              <a:spcAft>
                <a:spcPts val="0"/>
              </a:spcAft>
              <a:buSzPts val="1200"/>
              <a:buChar char="■"/>
              <a:defRPr sz="1200"/>
            </a:lvl3pPr>
            <a:lvl4pPr marL="1828800" lvl="3" indent="-304800">
              <a:spcBef>
                <a:spcPts val="800"/>
              </a:spcBef>
              <a:spcAft>
                <a:spcPts val="0"/>
              </a:spcAft>
              <a:buSzPts val="1200"/>
              <a:buChar char="●"/>
              <a:defRPr sz="1200"/>
            </a:lvl4pPr>
            <a:lvl5pPr marL="2286000" lvl="4" indent="-304800">
              <a:spcBef>
                <a:spcPts val="800"/>
              </a:spcBef>
              <a:spcAft>
                <a:spcPts val="0"/>
              </a:spcAft>
              <a:buSzPts val="1200"/>
              <a:buChar char="○"/>
              <a:defRPr sz="1200"/>
            </a:lvl5pPr>
            <a:lvl6pPr marL="2743200" lvl="5" indent="-304800">
              <a:spcBef>
                <a:spcPts val="800"/>
              </a:spcBef>
              <a:spcAft>
                <a:spcPts val="0"/>
              </a:spcAft>
              <a:buSzPts val="1200"/>
              <a:buChar char="■"/>
              <a:defRPr sz="1200"/>
            </a:lvl6pPr>
            <a:lvl7pPr marL="3200400" lvl="6" indent="-304800">
              <a:spcBef>
                <a:spcPts val="800"/>
              </a:spcBef>
              <a:spcAft>
                <a:spcPts val="0"/>
              </a:spcAft>
              <a:buSzPts val="1200"/>
              <a:buChar char="●"/>
              <a:defRPr sz="1200"/>
            </a:lvl7pPr>
            <a:lvl8pPr marL="3657600" lvl="7" indent="-304800">
              <a:spcBef>
                <a:spcPts val="800"/>
              </a:spcBef>
              <a:spcAft>
                <a:spcPts val="0"/>
              </a:spcAft>
              <a:buSzPts val="1200"/>
              <a:buChar char="○"/>
              <a:defRPr sz="1200"/>
            </a:lvl8pPr>
            <a:lvl9pPr marL="4114800" lvl="8" indent="-304800">
              <a:spcBef>
                <a:spcPts val="800"/>
              </a:spcBef>
              <a:spcAft>
                <a:spcPts val="800"/>
              </a:spcAft>
              <a:buSzPts val="1200"/>
              <a:buChar char="■"/>
              <a:defRPr sz="1200"/>
            </a:lvl9pPr>
          </a:lstStyle>
          <a:p>
            <a:endParaRPr/>
          </a:p>
        </p:txBody>
      </p:sp>
      <p:sp>
        <p:nvSpPr>
          <p:cNvPr id="479" name="Google Shape;479;p61"/>
          <p:cNvSpPr>
            <a:spLocks noGrp="1"/>
          </p:cNvSpPr>
          <p:nvPr>
            <p:ph type="pic" idx="2"/>
          </p:nvPr>
        </p:nvSpPr>
        <p:spPr>
          <a:xfrm>
            <a:off x="6205225" y="1128325"/>
            <a:ext cx="2627100" cy="2273100"/>
          </a:xfrm>
          <a:prstGeom prst="rect">
            <a:avLst/>
          </a:prstGeom>
          <a:noFill/>
          <a:ln>
            <a:noFill/>
          </a:ln>
        </p:spPr>
      </p:sp>
      <p:sp>
        <p:nvSpPr>
          <p:cNvPr id="480" name="Google Shape;480;p61"/>
          <p:cNvSpPr>
            <a:spLocks noGrp="1"/>
          </p:cNvSpPr>
          <p:nvPr>
            <p:ph type="pic" idx="3"/>
          </p:nvPr>
        </p:nvSpPr>
        <p:spPr>
          <a:xfrm>
            <a:off x="311725" y="1128325"/>
            <a:ext cx="2627100" cy="2273100"/>
          </a:xfrm>
          <a:prstGeom prst="rect">
            <a:avLst/>
          </a:prstGeom>
          <a:noFill/>
          <a:ln>
            <a:noFill/>
          </a:ln>
        </p:spPr>
      </p:sp>
      <p:sp>
        <p:nvSpPr>
          <p:cNvPr id="481" name="Google Shape;481;p61"/>
          <p:cNvSpPr txBox="1">
            <a:spLocks noGrp="1"/>
          </p:cNvSpPr>
          <p:nvPr>
            <p:ph type="body" idx="4"/>
          </p:nvPr>
        </p:nvSpPr>
        <p:spPr>
          <a:xfrm>
            <a:off x="6205225" y="3911700"/>
            <a:ext cx="2627100" cy="1018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82" name="Google Shape;482;p61"/>
          <p:cNvSpPr>
            <a:spLocks noGrp="1"/>
          </p:cNvSpPr>
          <p:nvPr>
            <p:ph type="pic" idx="5"/>
          </p:nvPr>
        </p:nvSpPr>
        <p:spPr>
          <a:xfrm>
            <a:off x="3255250" y="1128325"/>
            <a:ext cx="2627100" cy="2273100"/>
          </a:xfrm>
          <a:prstGeom prst="rect">
            <a:avLst/>
          </a:prstGeom>
          <a:noFill/>
          <a:ln>
            <a:noFill/>
          </a:ln>
        </p:spPr>
      </p:sp>
      <p:sp>
        <p:nvSpPr>
          <p:cNvPr id="483" name="Google Shape;483;p61"/>
          <p:cNvSpPr txBox="1">
            <a:spLocks noGrp="1"/>
          </p:cNvSpPr>
          <p:nvPr>
            <p:ph type="body" idx="6"/>
          </p:nvPr>
        </p:nvSpPr>
        <p:spPr>
          <a:xfrm>
            <a:off x="3255250" y="3911700"/>
            <a:ext cx="2627100" cy="1018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84" name="Google Shape;484;p61"/>
          <p:cNvSpPr txBox="1">
            <a:spLocks noGrp="1"/>
          </p:cNvSpPr>
          <p:nvPr>
            <p:ph type="title"/>
          </p:nvPr>
        </p:nvSpPr>
        <p:spPr>
          <a:xfrm>
            <a:off x="311700" y="445025"/>
            <a:ext cx="8520600" cy="572700"/>
          </a:xfrm>
          <a:prstGeom prst="rect">
            <a:avLst/>
          </a:prstGeom>
        </p:spPr>
        <p:txBody>
          <a:bodyPr spcFirstLastPara="1" wrap="square" lIns="0" tIns="0" rIns="91425" bIns="0" anchor="t" anchorCtr="0">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a:endParaRPr/>
          </a:p>
        </p:txBody>
      </p:sp>
      <p:sp>
        <p:nvSpPr>
          <p:cNvPr id="485" name="Google Shape;485;p61"/>
          <p:cNvSpPr txBox="1">
            <a:spLocks noGrp="1"/>
          </p:cNvSpPr>
          <p:nvPr>
            <p:ph type="subTitle" idx="7"/>
          </p:nvPr>
        </p:nvSpPr>
        <p:spPr>
          <a:xfrm>
            <a:off x="311725" y="3430500"/>
            <a:ext cx="2627100" cy="4812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
        <p:nvSpPr>
          <p:cNvPr id="486" name="Google Shape;486;p61"/>
          <p:cNvSpPr txBox="1">
            <a:spLocks noGrp="1"/>
          </p:cNvSpPr>
          <p:nvPr>
            <p:ph type="subTitle" idx="8"/>
          </p:nvPr>
        </p:nvSpPr>
        <p:spPr>
          <a:xfrm>
            <a:off x="6205225" y="3430500"/>
            <a:ext cx="2627100" cy="4812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
        <p:nvSpPr>
          <p:cNvPr id="487" name="Google Shape;487;p61"/>
          <p:cNvSpPr txBox="1">
            <a:spLocks noGrp="1"/>
          </p:cNvSpPr>
          <p:nvPr>
            <p:ph type="subTitle" idx="9"/>
          </p:nvPr>
        </p:nvSpPr>
        <p:spPr>
          <a:xfrm>
            <a:off x="3255250" y="3430500"/>
            <a:ext cx="2627100" cy="4812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Image only">
  <p:cSld name="Image only">
    <p:spTree>
      <p:nvGrpSpPr>
        <p:cNvPr id="1" name="Shape 488"/>
        <p:cNvGrpSpPr/>
        <p:nvPr/>
      </p:nvGrpSpPr>
      <p:grpSpPr>
        <a:xfrm>
          <a:off x="0" y="0"/>
          <a:ext cx="0" cy="0"/>
          <a:chOff x="0" y="0"/>
          <a:chExt cx="0" cy="0"/>
        </a:xfrm>
      </p:grpSpPr>
      <p:sp>
        <p:nvSpPr>
          <p:cNvPr id="489" name="Google Shape;489;p62"/>
          <p:cNvSpPr>
            <a:spLocks noGrp="1"/>
          </p:cNvSpPr>
          <p:nvPr>
            <p:ph type="pic" idx="2"/>
          </p:nvPr>
        </p:nvSpPr>
        <p:spPr>
          <a:xfrm>
            <a:off x="311700" y="445025"/>
            <a:ext cx="8520600" cy="4218300"/>
          </a:xfrm>
          <a:prstGeom prst="rect">
            <a:avLst/>
          </a:prstGeom>
          <a:noFill/>
          <a:ln>
            <a:noFill/>
          </a:ln>
        </p:spPr>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Image grid">
  <p:cSld name="Image grid">
    <p:spTree>
      <p:nvGrpSpPr>
        <p:cNvPr id="1" name="Shape 490"/>
        <p:cNvGrpSpPr/>
        <p:nvPr/>
      </p:nvGrpSpPr>
      <p:grpSpPr>
        <a:xfrm>
          <a:off x="0" y="0"/>
          <a:ext cx="0" cy="0"/>
          <a:chOff x="0" y="0"/>
          <a:chExt cx="0" cy="0"/>
        </a:xfrm>
      </p:grpSpPr>
      <p:sp>
        <p:nvSpPr>
          <p:cNvPr id="491" name="Google Shape;491;p63"/>
          <p:cNvSpPr>
            <a:spLocks noGrp="1"/>
          </p:cNvSpPr>
          <p:nvPr>
            <p:ph type="pic" idx="2"/>
          </p:nvPr>
        </p:nvSpPr>
        <p:spPr>
          <a:xfrm>
            <a:off x="3389600" y="118913"/>
            <a:ext cx="1643700" cy="1535100"/>
          </a:xfrm>
          <a:prstGeom prst="rect">
            <a:avLst/>
          </a:prstGeom>
          <a:noFill/>
          <a:ln>
            <a:noFill/>
          </a:ln>
        </p:spPr>
      </p:sp>
      <p:sp>
        <p:nvSpPr>
          <p:cNvPr id="492" name="Google Shape;492;p63"/>
          <p:cNvSpPr>
            <a:spLocks noGrp="1"/>
          </p:cNvSpPr>
          <p:nvPr>
            <p:ph type="pic" idx="3"/>
          </p:nvPr>
        </p:nvSpPr>
        <p:spPr>
          <a:xfrm>
            <a:off x="5195935" y="118913"/>
            <a:ext cx="1643700" cy="1535100"/>
          </a:xfrm>
          <a:prstGeom prst="rect">
            <a:avLst/>
          </a:prstGeom>
          <a:noFill/>
          <a:ln>
            <a:noFill/>
          </a:ln>
        </p:spPr>
      </p:sp>
      <p:sp>
        <p:nvSpPr>
          <p:cNvPr id="493" name="Google Shape;493;p63"/>
          <p:cNvSpPr>
            <a:spLocks noGrp="1"/>
          </p:cNvSpPr>
          <p:nvPr>
            <p:ph type="pic" idx="4"/>
          </p:nvPr>
        </p:nvSpPr>
        <p:spPr>
          <a:xfrm>
            <a:off x="7002270" y="118913"/>
            <a:ext cx="1643700" cy="1535100"/>
          </a:xfrm>
          <a:prstGeom prst="rect">
            <a:avLst/>
          </a:prstGeom>
          <a:noFill/>
          <a:ln>
            <a:noFill/>
          </a:ln>
        </p:spPr>
      </p:sp>
      <p:sp>
        <p:nvSpPr>
          <p:cNvPr id="494" name="Google Shape;494;p63"/>
          <p:cNvSpPr>
            <a:spLocks noGrp="1"/>
          </p:cNvSpPr>
          <p:nvPr>
            <p:ph type="pic" idx="5"/>
          </p:nvPr>
        </p:nvSpPr>
        <p:spPr>
          <a:xfrm>
            <a:off x="3389588" y="1804212"/>
            <a:ext cx="1643700" cy="1535100"/>
          </a:xfrm>
          <a:prstGeom prst="rect">
            <a:avLst/>
          </a:prstGeom>
          <a:noFill/>
          <a:ln>
            <a:noFill/>
          </a:ln>
        </p:spPr>
      </p:sp>
      <p:sp>
        <p:nvSpPr>
          <p:cNvPr id="495" name="Google Shape;495;p63"/>
          <p:cNvSpPr>
            <a:spLocks noGrp="1"/>
          </p:cNvSpPr>
          <p:nvPr>
            <p:ph type="pic" idx="6"/>
          </p:nvPr>
        </p:nvSpPr>
        <p:spPr>
          <a:xfrm>
            <a:off x="5195922" y="1804212"/>
            <a:ext cx="1643700" cy="1535100"/>
          </a:xfrm>
          <a:prstGeom prst="rect">
            <a:avLst/>
          </a:prstGeom>
          <a:noFill/>
          <a:ln>
            <a:noFill/>
          </a:ln>
        </p:spPr>
      </p:sp>
      <p:sp>
        <p:nvSpPr>
          <p:cNvPr id="496" name="Google Shape;496;p63"/>
          <p:cNvSpPr>
            <a:spLocks noGrp="1"/>
          </p:cNvSpPr>
          <p:nvPr>
            <p:ph type="pic" idx="7"/>
          </p:nvPr>
        </p:nvSpPr>
        <p:spPr>
          <a:xfrm>
            <a:off x="7002257" y="1804212"/>
            <a:ext cx="1643700" cy="1535100"/>
          </a:xfrm>
          <a:prstGeom prst="rect">
            <a:avLst/>
          </a:prstGeom>
          <a:noFill/>
          <a:ln>
            <a:noFill/>
          </a:ln>
        </p:spPr>
      </p:sp>
      <p:sp>
        <p:nvSpPr>
          <p:cNvPr id="497" name="Google Shape;497;p63"/>
          <p:cNvSpPr txBox="1">
            <a:spLocks noGrp="1"/>
          </p:cNvSpPr>
          <p:nvPr>
            <p:ph type="title"/>
          </p:nvPr>
        </p:nvSpPr>
        <p:spPr>
          <a:xfrm>
            <a:off x="351550" y="445025"/>
            <a:ext cx="2596800" cy="1706400"/>
          </a:xfrm>
          <a:prstGeom prst="rect">
            <a:avLst/>
          </a:prstGeom>
        </p:spPr>
        <p:txBody>
          <a:bodyPr spcFirstLastPara="1" wrap="square" lIns="0" tIns="0" rIns="91425" bIns="0" anchor="t" anchorCtr="0">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a:endParaRPr/>
          </a:p>
        </p:txBody>
      </p:sp>
      <p:sp>
        <p:nvSpPr>
          <p:cNvPr id="498" name="Google Shape;498;p63"/>
          <p:cNvSpPr>
            <a:spLocks noGrp="1"/>
          </p:cNvSpPr>
          <p:nvPr>
            <p:ph type="pic" idx="8"/>
          </p:nvPr>
        </p:nvSpPr>
        <p:spPr>
          <a:xfrm>
            <a:off x="3389588" y="3489487"/>
            <a:ext cx="1643700" cy="1535100"/>
          </a:xfrm>
          <a:prstGeom prst="rect">
            <a:avLst/>
          </a:prstGeom>
          <a:noFill/>
          <a:ln>
            <a:noFill/>
          </a:ln>
        </p:spPr>
      </p:sp>
      <p:sp>
        <p:nvSpPr>
          <p:cNvPr id="499" name="Google Shape;499;p63"/>
          <p:cNvSpPr>
            <a:spLocks noGrp="1"/>
          </p:cNvSpPr>
          <p:nvPr>
            <p:ph type="pic" idx="9"/>
          </p:nvPr>
        </p:nvSpPr>
        <p:spPr>
          <a:xfrm>
            <a:off x="5195922" y="3489487"/>
            <a:ext cx="1643700" cy="1535100"/>
          </a:xfrm>
          <a:prstGeom prst="rect">
            <a:avLst/>
          </a:prstGeom>
          <a:noFill/>
          <a:ln>
            <a:noFill/>
          </a:ln>
        </p:spPr>
      </p:sp>
      <p:sp>
        <p:nvSpPr>
          <p:cNvPr id="500" name="Google Shape;500;p63"/>
          <p:cNvSpPr>
            <a:spLocks noGrp="1"/>
          </p:cNvSpPr>
          <p:nvPr>
            <p:ph type="pic" idx="13"/>
          </p:nvPr>
        </p:nvSpPr>
        <p:spPr>
          <a:xfrm>
            <a:off x="7002257" y="3489487"/>
            <a:ext cx="1643700" cy="1535100"/>
          </a:xfrm>
          <a:prstGeom prst="rect">
            <a:avLst/>
          </a:prstGeom>
          <a:noFill/>
          <a:ln>
            <a:noFill/>
          </a:ln>
        </p:spPr>
      </p:sp>
    </p:spTree>
  </p:cSld>
  <p:clrMapOvr>
    <a:masterClrMapping/>
  </p:clrMapOvr>
  <p:extLst>
    <p:ext uri="{DCECCB84-F9BA-43D5-87BE-67443E8EF086}">
      <p15:sldGuideLst xmlns:p15="http://schemas.microsoft.com/office/powerpoint/2012/main">
        <p15:guide id="1" pos="5564">
          <p15:clr>
            <a:srgbClr val="E46962"/>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Cover">
  <p:cSld name="BLANK_2">
    <p:spTree>
      <p:nvGrpSpPr>
        <p:cNvPr id="1" name="Shape 505"/>
        <p:cNvGrpSpPr/>
        <p:nvPr/>
      </p:nvGrpSpPr>
      <p:grpSpPr>
        <a:xfrm>
          <a:off x="0" y="0"/>
          <a:ext cx="0" cy="0"/>
          <a:chOff x="0" y="0"/>
          <a:chExt cx="0" cy="0"/>
        </a:xfrm>
      </p:grpSpPr>
      <p:sp>
        <p:nvSpPr>
          <p:cNvPr id="506" name="Google Shape;506;p65"/>
          <p:cNvSpPr txBox="1">
            <a:spLocks noGrp="1"/>
          </p:cNvSpPr>
          <p:nvPr>
            <p:ph type="title"/>
          </p:nvPr>
        </p:nvSpPr>
        <p:spPr>
          <a:xfrm>
            <a:off x="291800" y="465200"/>
            <a:ext cx="5666400" cy="2047800"/>
          </a:xfrm>
          <a:prstGeom prst="rect">
            <a:avLst/>
          </a:prstGeom>
          <a:noFill/>
          <a:ln>
            <a:noFill/>
          </a:ln>
        </p:spPr>
        <p:txBody>
          <a:bodyPr spcFirstLastPara="1" wrap="square" lIns="0" tIns="0" rIns="0" bIns="0" anchor="t" anchorCtr="0">
            <a:spAutoFit/>
          </a:bodyPr>
          <a:lstStyle>
            <a:lvl1pPr lvl="0" algn="l">
              <a:lnSpc>
                <a:spcPct val="85000"/>
              </a:lnSpc>
              <a:spcBef>
                <a:spcPts val="0"/>
              </a:spcBef>
              <a:spcAft>
                <a:spcPts val="0"/>
              </a:spcAft>
              <a:buClr>
                <a:schemeClr val="lt1"/>
              </a:buClr>
              <a:buSzPts val="6000"/>
              <a:buFont typeface="Instrument Sans SemiBold"/>
              <a:buNone/>
              <a:defRPr sz="6000"/>
            </a:lvl1pPr>
            <a:lvl2pPr lvl="1" algn="l">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2pPr>
            <a:lvl3pPr lvl="2" algn="l">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3pPr>
            <a:lvl4pPr lvl="3" algn="l">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4pPr>
            <a:lvl5pPr lvl="4" algn="l">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5pPr>
            <a:lvl6pPr lvl="5" algn="l">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6pPr>
            <a:lvl7pPr lvl="6" algn="l">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7pPr>
            <a:lvl8pPr lvl="7" algn="l">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8pPr>
            <a:lvl9pPr lvl="8" algn="l">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9pPr>
          </a:lstStyle>
          <a:p>
            <a:endParaRPr/>
          </a:p>
        </p:txBody>
      </p:sp>
      <p:grpSp>
        <p:nvGrpSpPr>
          <p:cNvPr id="507" name="Google Shape;507;p65"/>
          <p:cNvGrpSpPr/>
          <p:nvPr/>
        </p:nvGrpSpPr>
        <p:grpSpPr>
          <a:xfrm>
            <a:off x="5689900" y="0"/>
            <a:ext cx="2908800" cy="5143500"/>
            <a:chOff x="5689900" y="0"/>
            <a:chExt cx="2908800" cy="5143500"/>
          </a:xfrm>
        </p:grpSpPr>
        <p:pic>
          <p:nvPicPr>
            <p:cNvPr id="508" name="Google Shape;508;p65"/>
            <p:cNvPicPr preferRelativeResize="0"/>
            <p:nvPr/>
          </p:nvPicPr>
          <p:blipFill rotWithShape="1">
            <a:blip r:embed="rId2">
              <a:alphaModFix/>
            </a:blip>
            <a:srcRect b="18778"/>
            <a:stretch/>
          </p:blipFill>
          <p:spPr>
            <a:xfrm>
              <a:off x="5689900" y="2780975"/>
              <a:ext cx="2908800" cy="2362525"/>
            </a:xfrm>
            <a:prstGeom prst="rect">
              <a:avLst/>
            </a:prstGeom>
            <a:noFill/>
            <a:ln>
              <a:noFill/>
            </a:ln>
          </p:spPr>
        </p:pic>
        <p:pic>
          <p:nvPicPr>
            <p:cNvPr id="509" name="Google Shape;509;p65"/>
            <p:cNvPicPr preferRelativeResize="0"/>
            <p:nvPr/>
          </p:nvPicPr>
          <p:blipFill rotWithShape="1">
            <a:blip r:embed="rId3">
              <a:alphaModFix/>
            </a:blip>
            <a:srcRect t="25728"/>
            <a:stretch/>
          </p:blipFill>
          <p:spPr>
            <a:xfrm>
              <a:off x="5689900" y="0"/>
              <a:ext cx="2908800" cy="2160400"/>
            </a:xfrm>
            <a:prstGeom prst="rect">
              <a:avLst/>
            </a:prstGeom>
            <a:noFill/>
            <a:ln>
              <a:noFill/>
            </a:ln>
          </p:spPr>
        </p:pic>
        <p:pic>
          <p:nvPicPr>
            <p:cNvPr id="510" name="Google Shape;510;p65"/>
            <p:cNvPicPr preferRelativeResize="0"/>
            <p:nvPr/>
          </p:nvPicPr>
          <p:blipFill rotWithShape="1">
            <a:blip r:embed="rId4">
              <a:alphaModFix/>
            </a:blip>
            <a:srcRect/>
            <a:stretch/>
          </p:blipFill>
          <p:spPr>
            <a:xfrm>
              <a:off x="5689900" y="960725"/>
              <a:ext cx="2908800" cy="2908800"/>
            </a:xfrm>
            <a:prstGeom prst="rect">
              <a:avLst/>
            </a:prstGeom>
            <a:noFill/>
            <a:ln>
              <a:noFill/>
            </a:ln>
          </p:spPr>
        </p:pic>
      </p:gr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Agenda - Alt 4 elements">
  <p:cSld name="BLANK_1_1_1_1_1_1_1_1_1_1_1_2">
    <p:bg>
      <p:bgPr>
        <a:solidFill>
          <a:schemeClr val="dk2"/>
        </a:solidFill>
        <a:effectLst/>
      </p:bgPr>
    </p:bg>
    <p:spTree>
      <p:nvGrpSpPr>
        <p:cNvPr id="1" name="Shape 511"/>
        <p:cNvGrpSpPr/>
        <p:nvPr/>
      </p:nvGrpSpPr>
      <p:grpSpPr>
        <a:xfrm>
          <a:off x="0" y="0"/>
          <a:ext cx="0" cy="0"/>
          <a:chOff x="0" y="0"/>
          <a:chExt cx="0" cy="0"/>
        </a:xfrm>
      </p:grpSpPr>
      <p:pic>
        <p:nvPicPr>
          <p:cNvPr id="512" name="Google Shape;512;p66"/>
          <p:cNvPicPr preferRelativeResize="0"/>
          <p:nvPr/>
        </p:nvPicPr>
        <p:blipFill rotWithShape="1">
          <a:blip r:embed="rId2">
            <a:alphaModFix/>
          </a:blip>
          <a:srcRect t="12335" r="33444" b="31415"/>
          <a:stretch/>
        </p:blipFill>
        <p:spPr>
          <a:xfrm>
            <a:off x="3058325" y="0"/>
            <a:ext cx="6085676" cy="5143500"/>
          </a:xfrm>
          <a:prstGeom prst="rect">
            <a:avLst/>
          </a:prstGeom>
          <a:noFill/>
          <a:ln>
            <a:noFill/>
          </a:ln>
        </p:spPr>
      </p:pic>
      <p:sp>
        <p:nvSpPr>
          <p:cNvPr id="513" name="Google Shape;513;p66"/>
          <p:cNvSpPr txBox="1">
            <a:spLocks noGrp="1"/>
          </p:cNvSpPr>
          <p:nvPr>
            <p:ph type="body" idx="1"/>
          </p:nvPr>
        </p:nvSpPr>
        <p:spPr>
          <a:xfrm>
            <a:off x="4628175" y="2623228"/>
            <a:ext cx="2055000" cy="1281600"/>
          </a:xfrm>
          <a:prstGeom prst="rect">
            <a:avLst/>
          </a:prstGeom>
          <a:noFill/>
          <a:ln>
            <a:noFill/>
          </a:ln>
        </p:spPr>
        <p:txBody>
          <a:bodyPr spcFirstLastPara="1" wrap="square" lIns="137150" tIns="91425" rIns="91425" bIns="91425" anchor="t" anchorCtr="0">
            <a:noAutofit/>
          </a:bodyPr>
          <a:lstStyle>
            <a:lvl1pPr marL="457200" lvl="0"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514" name="Google Shape;514;p66"/>
          <p:cNvSpPr txBox="1">
            <a:spLocks noGrp="1"/>
          </p:cNvSpPr>
          <p:nvPr>
            <p:ph type="body" idx="2"/>
          </p:nvPr>
        </p:nvSpPr>
        <p:spPr>
          <a:xfrm>
            <a:off x="6801875" y="2623228"/>
            <a:ext cx="2055000" cy="1281600"/>
          </a:xfrm>
          <a:prstGeom prst="rect">
            <a:avLst/>
          </a:prstGeom>
          <a:noFill/>
          <a:ln>
            <a:noFill/>
          </a:ln>
        </p:spPr>
        <p:txBody>
          <a:bodyPr spcFirstLastPara="1" wrap="square" lIns="137150" tIns="91425" rIns="91425" bIns="91425" anchor="t" anchorCtr="0">
            <a:noAutofit/>
          </a:bodyPr>
          <a:lstStyle>
            <a:lvl1pPr marL="457200" lvl="0"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515" name="Google Shape;515;p66"/>
          <p:cNvSpPr txBox="1">
            <a:spLocks noGrp="1"/>
          </p:cNvSpPr>
          <p:nvPr>
            <p:ph type="body" idx="3"/>
          </p:nvPr>
        </p:nvSpPr>
        <p:spPr>
          <a:xfrm>
            <a:off x="280875" y="2623228"/>
            <a:ext cx="2055000" cy="1281600"/>
          </a:xfrm>
          <a:prstGeom prst="rect">
            <a:avLst/>
          </a:prstGeom>
          <a:noFill/>
          <a:ln>
            <a:noFill/>
          </a:ln>
        </p:spPr>
        <p:txBody>
          <a:bodyPr spcFirstLastPara="1" wrap="square" lIns="137150" tIns="91425" rIns="91425" bIns="91425" anchor="t" anchorCtr="0">
            <a:noAutofit/>
          </a:bodyPr>
          <a:lstStyle>
            <a:lvl1pPr marL="457200" lvl="0"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516" name="Google Shape;516;p66"/>
          <p:cNvSpPr txBox="1">
            <a:spLocks noGrp="1"/>
          </p:cNvSpPr>
          <p:nvPr>
            <p:ph type="body" idx="4"/>
          </p:nvPr>
        </p:nvSpPr>
        <p:spPr>
          <a:xfrm>
            <a:off x="2454525" y="2623228"/>
            <a:ext cx="2055000" cy="1281600"/>
          </a:xfrm>
          <a:prstGeom prst="rect">
            <a:avLst/>
          </a:prstGeom>
          <a:noFill/>
          <a:ln>
            <a:noFill/>
          </a:ln>
        </p:spPr>
        <p:txBody>
          <a:bodyPr spcFirstLastPara="1" wrap="square" lIns="137150" tIns="91425" rIns="91425" bIns="91425" anchor="t" anchorCtr="0">
            <a:noAutofit/>
          </a:bodyPr>
          <a:lstStyle>
            <a:lvl1pPr marL="457200" lvl="0" indent="-317500" algn="l">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1pPr>
            <a:lvl2pPr marL="914400" lvl="1" indent="-317500" algn="l">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2pPr>
            <a:lvl3pPr marL="1371600" lvl="2" indent="-317500" algn="l">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3pPr>
            <a:lvl4pPr marL="1828800" lvl="3" indent="-317500" algn="l">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4pPr>
            <a:lvl5pPr marL="2286000" lvl="4" indent="-317500" algn="l">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5pPr>
            <a:lvl6pPr marL="2743200" lvl="5" indent="-317500" algn="l">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6pPr>
            <a:lvl7pPr marL="3200400" lvl="6" indent="-317500" algn="l">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7pPr>
            <a:lvl8pPr marL="3657600" lvl="7" indent="-317500" algn="l">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8pPr>
            <a:lvl9pPr marL="4114800" lvl="8" indent="-317500" algn="l">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9pPr>
          </a:lstStyle>
          <a:p>
            <a:endParaRPr/>
          </a:p>
        </p:txBody>
      </p:sp>
      <p:sp>
        <p:nvSpPr>
          <p:cNvPr id="517" name="Google Shape;517;p66"/>
          <p:cNvSpPr txBox="1">
            <a:spLocks noGrp="1"/>
          </p:cNvSpPr>
          <p:nvPr>
            <p:ph type="subTitle" idx="5"/>
          </p:nvPr>
        </p:nvSpPr>
        <p:spPr>
          <a:xfrm>
            <a:off x="289100" y="4018750"/>
            <a:ext cx="2055000" cy="498600"/>
          </a:xfrm>
          <a:prstGeom prst="rect">
            <a:avLst/>
          </a:prstGeom>
          <a:noFill/>
          <a:ln>
            <a:noFill/>
          </a:ln>
        </p:spPr>
        <p:txBody>
          <a:bodyPr spcFirstLastPara="1" wrap="square" lIns="137150" tIns="0" rIns="137150" bIns="0" anchor="b" anchorCtr="0">
            <a:noAutofit/>
          </a:bodyPr>
          <a:lstStyle>
            <a:lvl1pPr lvl="0"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400"/>
              <a:buNone/>
              <a:defRPr/>
            </a:lvl2pPr>
            <a:lvl3pPr lvl="2" algn="l">
              <a:lnSpc>
                <a:spcPct val="115000"/>
              </a:lnSpc>
              <a:spcBef>
                <a:spcPts val="0"/>
              </a:spcBef>
              <a:spcAft>
                <a:spcPts val="0"/>
              </a:spcAft>
              <a:buSzPts val="1400"/>
              <a:buNone/>
              <a:defRPr/>
            </a:lvl3pPr>
            <a:lvl4pPr lvl="3" algn="l">
              <a:lnSpc>
                <a:spcPct val="115000"/>
              </a:lnSpc>
              <a:spcBef>
                <a:spcPts val="0"/>
              </a:spcBef>
              <a:spcAft>
                <a:spcPts val="0"/>
              </a:spcAft>
              <a:buSzPts val="1400"/>
              <a:buNone/>
              <a:defRPr/>
            </a:lvl4pPr>
            <a:lvl5pPr lvl="4" algn="l">
              <a:lnSpc>
                <a:spcPct val="115000"/>
              </a:lnSpc>
              <a:spcBef>
                <a:spcPts val="0"/>
              </a:spcBef>
              <a:spcAft>
                <a:spcPts val="0"/>
              </a:spcAft>
              <a:buSzPts val="1400"/>
              <a:buNone/>
              <a:defRPr/>
            </a:lvl5pPr>
            <a:lvl6pPr lvl="5" algn="l">
              <a:lnSpc>
                <a:spcPct val="115000"/>
              </a:lnSpc>
              <a:spcBef>
                <a:spcPts val="0"/>
              </a:spcBef>
              <a:spcAft>
                <a:spcPts val="0"/>
              </a:spcAft>
              <a:buSzPts val="1400"/>
              <a:buNone/>
              <a:defRPr/>
            </a:lvl6pPr>
            <a:lvl7pPr lvl="6" algn="l">
              <a:lnSpc>
                <a:spcPct val="115000"/>
              </a:lnSpc>
              <a:spcBef>
                <a:spcPts val="0"/>
              </a:spcBef>
              <a:spcAft>
                <a:spcPts val="0"/>
              </a:spcAft>
              <a:buSzPts val="1400"/>
              <a:buNone/>
              <a:defRPr/>
            </a:lvl7pPr>
            <a:lvl8pPr lvl="7" algn="l">
              <a:lnSpc>
                <a:spcPct val="115000"/>
              </a:lnSpc>
              <a:spcBef>
                <a:spcPts val="0"/>
              </a:spcBef>
              <a:spcAft>
                <a:spcPts val="0"/>
              </a:spcAft>
              <a:buSzPts val="1400"/>
              <a:buNone/>
              <a:defRPr/>
            </a:lvl8pPr>
            <a:lvl9pPr lvl="8" algn="l">
              <a:lnSpc>
                <a:spcPct val="115000"/>
              </a:lnSpc>
              <a:spcBef>
                <a:spcPts val="0"/>
              </a:spcBef>
              <a:spcAft>
                <a:spcPts val="0"/>
              </a:spcAft>
              <a:buSzPts val="1400"/>
              <a:buNone/>
              <a:defRPr/>
            </a:lvl9pPr>
          </a:lstStyle>
          <a:p>
            <a:endParaRPr/>
          </a:p>
        </p:txBody>
      </p:sp>
      <p:sp>
        <p:nvSpPr>
          <p:cNvPr id="518" name="Google Shape;518;p66"/>
          <p:cNvSpPr txBox="1">
            <a:spLocks noGrp="1"/>
          </p:cNvSpPr>
          <p:nvPr>
            <p:ph type="subTitle" idx="6"/>
          </p:nvPr>
        </p:nvSpPr>
        <p:spPr>
          <a:xfrm>
            <a:off x="2459475" y="4018750"/>
            <a:ext cx="2055000" cy="498600"/>
          </a:xfrm>
          <a:prstGeom prst="rect">
            <a:avLst/>
          </a:prstGeom>
          <a:noFill/>
          <a:ln>
            <a:noFill/>
          </a:ln>
        </p:spPr>
        <p:txBody>
          <a:bodyPr spcFirstLastPara="1" wrap="square" lIns="137150" tIns="0" rIns="137150" bIns="0" anchor="b" anchorCtr="0">
            <a:noAutofit/>
          </a:bodyPr>
          <a:lstStyle>
            <a:lvl1pPr lvl="0"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400"/>
              <a:buNone/>
              <a:defRPr/>
            </a:lvl2pPr>
            <a:lvl3pPr lvl="2" algn="l">
              <a:lnSpc>
                <a:spcPct val="115000"/>
              </a:lnSpc>
              <a:spcBef>
                <a:spcPts val="0"/>
              </a:spcBef>
              <a:spcAft>
                <a:spcPts val="0"/>
              </a:spcAft>
              <a:buSzPts val="1400"/>
              <a:buNone/>
              <a:defRPr/>
            </a:lvl3pPr>
            <a:lvl4pPr lvl="3" algn="l">
              <a:lnSpc>
                <a:spcPct val="115000"/>
              </a:lnSpc>
              <a:spcBef>
                <a:spcPts val="0"/>
              </a:spcBef>
              <a:spcAft>
                <a:spcPts val="0"/>
              </a:spcAft>
              <a:buSzPts val="1400"/>
              <a:buNone/>
              <a:defRPr/>
            </a:lvl4pPr>
            <a:lvl5pPr lvl="4" algn="l">
              <a:lnSpc>
                <a:spcPct val="115000"/>
              </a:lnSpc>
              <a:spcBef>
                <a:spcPts val="0"/>
              </a:spcBef>
              <a:spcAft>
                <a:spcPts val="0"/>
              </a:spcAft>
              <a:buSzPts val="1400"/>
              <a:buNone/>
              <a:defRPr/>
            </a:lvl5pPr>
            <a:lvl6pPr lvl="5" algn="l">
              <a:lnSpc>
                <a:spcPct val="115000"/>
              </a:lnSpc>
              <a:spcBef>
                <a:spcPts val="0"/>
              </a:spcBef>
              <a:spcAft>
                <a:spcPts val="0"/>
              </a:spcAft>
              <a:buSzPts val="1400"/>
              <a:buNone/>
              <a:defRPr/>
            </a:lvl6pPr>
            <a:lvl7pPr lvl="6" algn="l">
              <a:lnSpc>
                <a:spcPct val="115000"/>
              </a:lnSpc>
              <a:spcBef>
                <a:spcPts val="0"/>
              </a:spcBef>
              <a:spcAft>
                <a:spcPts val="0"/>
              </a:spcAft>
              <a:buSzPts val="1400"/>
              <a:buNone/>
              <a:defRPr/>
            </a:lvl7pPr>
            <a:lvl8pPr lvl="7" algn="l">
              <a:lnSpc>
                <a:spcPct val="115000"/>
              </a:lnSpc>
              <a:spcBef>
                <a:spcPts val="0"/>
              </a:spcBef>
              <a:spcAft>
                <a:spcPts val="0"/>
              </a:spcAft>
              <a:buSzPts val="1400"/>
              <a:buNone/>
              <a:defRPr/>
            </a:lvl8pPr>
            <a:lvl9pPr lvl="8" algn="l">
              <a:lnSpc>
                <a:spcPct val="115000"/>
              </a:lnSpc>
              <a:spcBef>
                <a:spcPts val="0"/>
              </a:spcBef>
              <a:spcAft>
                <a:spcPts val="0"/>
              </a:spcAft>
              <a:buSzPts val="1400"/>
              <a:buNone/>
              <a:defRPr/>
            </a:lvl9pPr>
          </a:lstStyle>
          <a:p>
            <a:endParaRPr/>
          </a:p>
        </p:txBody>
      </p:sp>
      <p:sp>
        <p:nvSpPr>
          <p:cNvPr id="519" name="Google Shape;519;p66"/>
          <p:cNvSpPr txBox="1">
            <a:spLocks noGrp="1"/>
          </p:cNvSpPr>
          <p:nvPr>
            <p:ph type="subTitle" idx="7"/>
          </p:nvPr>
        </p:nvSpPr>
        <p:spPr>
          <a:xfrm>
            <a:off x="4629100" y="4018750"/>
            <a:ext cx="2055000" cy="498600"/>
          </a:xfrm>
          <a:prstGeom prst="rect">
            <a:avLst/>
          </a:prstGeom>
          <a:noFill/>
          <a:ln>
            <a:noFill/>
          </a:ln>
        </p:spPr>
        <p:txBody>
          <a:bodyPr spcFirstLastPara="1" wrap="square" lIns="137150" tIns="0" rIns="137150" bIns="0" anchor="b" anchorCtr="0">
            <a:noAutofit/>
          </a:bodyPr>
          <a:lstStyle>
            <a:lvl1pPr lvl="0"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400"/>
              <a:buNone/>
              <a:defRPr/>
            </a:lvl2pPr>
            <a:lvl3pPr lvl="2" algn="l">
              <a:lnSpc>
                <a:spcPct val="115000"/>
              </a:lnSpc>
              <a:spcBef>
                <a:spcPts val="0"/>
              </a:spcBef>
              <a:spcAft>
                <a:spcPts val="0"/>
              </a:spcAft>
              <a:buSzPts val="1400"/>
              <a:buNone/>
              <a:defRPr/>
            </a:lvl3pPr>
            <a:lvl4pPr lvl="3" algn="l">
              <a:lnSpc>
                <a:spcPct val="115000"/>
              </a:lnSpc>
              <a:spcBef>
                <a:spcPts val="0"/>
              </a:spcBef>
              <a:spcAft>
                <a:spcPts val="0"/>
              </a:spcAft>
              <a:buSzPts val="1400"/>
              <a:buNone/>
              <a:defRPr/>
            </a:lvl4pPr>
            <a:lvl5pPr lvl="4" algn="l">
              <a:lnSpc>
                <a:spcPct val="115000"/>
              </a:lnSpc>
              <a:spcBef>
                <a:spcPts val="0"/>
              </a:spcBef>
              <a:spcAft>
                <a:spcPts val="0"/>
              </a:spcAft>
              <a:buSzPts val="1400"/>
              <a:buNone/>
              <a:defRPr/>
            </a:lvl5pPr>
            <a:lvl6pPr lvl="5" algn="l">
              <a:lnSpc>
                <a:spcPct val="115000"/>
              </a:lnSpc>
              <a:spcBef>
                <a:spcPts val="0"/>
              </a:spcBef>
              <a:spcAft>
                <a:spcPts val="0"/>
              </a:spcAft>
              <a:buSzPts val="1400"/>
              <a:buNone/>
              <a:defRPr/>
            </a:lvl6pPr>
            <a:lvl7pPr lvl="6" algn="l">
              <a:lnSpc>
                <a:spcPct val="115000"/>
              </a:lnSpc>
              <a:spcBef>
                <a:spcPts val="0"/>
              </a:spcBef>
              <a:spcAft>
                <a:spcPts val="0"/>
              </a:spcAft>
              <a:buSzPts val="1400"/>
              <a:buNone/>
              <a:defRPr/>
            </a:lvl7pPr>
            <a:lvl8pPr lvl="7" algn="l">
              <a:lnSpc>
                <a:spcPct val="115000"/>
              </a:lnSpc>
              <a:spcBef>
                <a:spcPts val="0"/>
              </a:spcBef>
              <a:spcAft>
                <a:spcPts val="0"/>
              </a:spcAft>
              <a:buSzPts val="1400"/>
              <a:buNone/>
              <a:defRPr/>
            </a:lvl8pPr>
            <a:lvl9pPr lvl="8" algn="l">
              <a:lnSpc>
                <a:spcPct val="115000"/>
              </a:lnSpc>
              <a:spcBef>
                <a:spcPts val="0"/>
              </a:spcBef>
              <a:spcAft>
                <a:spcPts val="0"/>
              </a:spcAft>
              <a:buSzPts val="1400"/>
              <a:buNone/>
              <a:defRPr/>
            </a:lvl9pPr>
          </a:lstStyle>
          <a:p>
            <a:endParaRPr/>
          </a:p>
        </p:txBody>
      </p:sp>
      <p:sp>
        <p:nvSpPr>
          <p:cNvPr id="520" name="Google Shape;520;p66"/>
          <p:cNvSpPr txBox="1">
            <a:spLocks noGrp="1"/>
          </p:cNvSpPr>
          <p:nvPr>
            <p:ph type="subTitle" idx="8"/>
          </p:nvPr>
        </p:nvSpPr>
        <p:spPr>
          <a:xfrm>
            <a:off x="6807639" y="4018750"/>
            <a:ext cx="2055000" cy="498600"/>
          </a:xfrm>
          <a:prstGeom prst="rect">
            <a:avLst/>
          </a:prstGeom>
          <a:noFill/>
          <a:ln>
            <a:noFill/>
          </a:ln>
        </p:spPr>
        <p:txBody>
          <a:bodyPr spcFirstLastPara="1" wrap="square" lIns="137150" tIns="0" rIns="137150" bIns="0" anchor="b" anchorCtr="0">
            <a:noAutofit/>
          </a:bodyPr>
          <a:lstStyle>
            <a:lvl1pPr lvl="0"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400"/>
              <a:buNone/>
              <a:defRPr/>
            </a:lvl2pPr>
            <a:lvl3pPr lvl="2" algn="l">
              <a:lnSpc>
                <a:spcPct val="115000"/>
              </a:lnSpc>
              <a:spcBef>
                <a:spcPts val="0"/>
              </a:spcBef>
              <a:spcAft>
                <a:spcPts val="0"/>
              </a:spcAft>
              <a:buSzPts val="1400"/>
              <a:buNone/>
              <a:defRPr/>
            </a:lvl3pPr>
            <a:lvl4pPr lvl="3" algn="l">
              <a:lnSpc>
                <a:spcPct val="115000"/>
              </a:lnSpc>
              <a:spcBef>
                <a:spcPts val="0"/>
              </a:spcBef>
              <a:spcAft>
                <a:spcPts val="0"/>
              </a:spcAft>
              <a:buSzPts val="1400"/>
              <a:buNone/>
              <a:defRPr/>
            </a:lvl4pPr>
            <a:lvl5pPr lvl="4" algn="l">
              <a:lnSpc>
                <a:spcPct val="115000"/>
              </a:lnSpc>
              <a:spcBef>
                <a:spcPts val="0"/>
              </a:spcBef>
              <a:spcAft>
                <a:spcPts val="0"/>
              </a:spcAft>
              <a:buSzPts val="1400"/>
              <a:buNone/>
              <a:defRPr/>
            </a:lvl5pPr>
            <a:lvl6pPr lvl="5" algn="l">
              <a:lnSpc>
                <a:spcPct val="115000"/>
              </a:lnSpc>
              <a:spcBef>
                <a:spcPts val="0"/>
              </a:spcBef>
              <a:spcAft>
                <a:spcPts val="0"/>
              </a:spcAft>
              <a:buSzPts val="1400"/>
              <a:buNone/>
              <a:defRPr/>
            </a:lvl6pPr>
            <a:lvl7pPr lvl="6" algn="l">
              <a:lnSpc>
                <a:spcPct val="115000"/>
              </a:lnSpc>
              <a:spcBef>
                <a:spcPts val="0"/>
              </a:spcBef>
              <a:spcAft>
                <a:spcPts val="0"/>
              </a:spcAft>
              <a:buSzPts val="1400"/>
              <a:buNone/>
              <a:defRPr/>
            </a:lvl7pPr>
            <a:lvl8pPr lvl="7" algn="l">
              <a:lnSpc>
                <a:spcPct val="115000"/>
              </a:lnSpc>
              <a:spcBef>
                <a:spcPts val="0"/>
              </a:spcBef>
              <a:spcAft>
                <a:spcPts val="0"/>
              </a:spcAft>
              <a:buSzPts val="1400"/>
              <a:buNone/>
              <a:defRPr/>
            </a:lvl8pPr>
            <a:lvl9pPr lvl="8" algn="l">
              <a:lnSpc>
                <a:spcPct val="115000"/>
              </a:lnSpc>
              <a:spcBef>
                <a:spcPts val="0"/>
              </a:spcBef>
              <a:spcAft>
                <a:spcPts val="0"/>
              </a:spcAft>
              <a:buSzPts val="1400"/>
              <a:buNone/>
              <a:defRPr/>
            </a:lvl9pPr>
          </a:lstStyle>
          <a:p>
            <a:endParaRPr/>
          </a:p>
        </p:txBody>
      </p:sp>
      <p:sp>
        <p:nvSpPr>
          <p:cNvPr id="521" name="Google Shape;521;p66"/>
          <p:cNvSpPr txBox="1">
            <a:spLocks noGrp="1"/>
          </p:cNvSpPr>
          <p:nvPr>
            <p:ph type="title"/>
          </p:nvPr>
        </p:nvSpPr>
        <p:spPr>
          <a:xfrm>
            <a:off x="292597" y="474750"/>
            <a:ext cx="6390300" cy="4986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3000"/>
              <a:buNone/>
              <a:defRPr sz="3000"/>
            </a:lvl2pPr>
            <a:lvl3pPr lvl="2" algn="l">
              <a:lnSpc>
                <a:spcPct val="115000"/>
              </a:lnSpc>
              <a:spcBef>
                <a:spcPts val="0"/>
              </a:spcBef>
              <a:spcAft>
                <a:spcPts val="0"/>
              </a:spcAft>
              <a:buSzPts val="3000"/>
              <a:buNone/>
              <a:defRPr sz="3000"/>
            </a:lvl3pPr>
            <a:lvl4pPr lvl="3" algn="l">
              <a:lnSpc>
                <a:spcPct val="115000"/>
              </a:lnSpc>
              <a:spcBef>
                <a:spcPts val="0"/>
              </a:spcBef>
              <a:spcAft>
                <a:spcPts val="0"/>
              </a:spcAft>
              <a:buSzPts val="3000"/>
              <a:buNone/>
              <a:defRPr sz="3000"/>
            </a:lvl4pPr>
            <a:lvl5pPr lvl="4" algn="l">
              <a:lnSpc>
                <a:spcPct val="115000"/>
              </a:lnSpc>
              <a:spcBef>
                <a:spcPts val="0"/>
              </a:spcBef>
              <a:spcAft>
                <a:spcPts val="0"/>
              </a:spcAft>
              <a:buSzPts val="3000"/>
              <a:buNone/>
              <a:defRPr sz="3000"/>
            </a:lvl5pPr>
            <a:lvl6pPr lvl="5" algn="l">
              <a:lnSpc>
                <a:spcPct val="115000"/>
              </a:lnSpc>
              <a:spcBef>
                <a:spcPts val="0"/>
              </a:spcBef>
              <a:spcAft>
                <a:spcPts val="0"/>
              </a:spcAft>
              <a:buSzPts val="3000"/>
              <a:buNone/>
              <a:defRPr sz="3000"/>
            </a:lvl6pPr>
            <a:lvl7pPr lvl="6" algn="l">
              <a:lnSpc>
                <a:spcPct val="115000"/>
              </a:lnSpc>
              <a:spcBef>
                <a:spcPts val="0"/>
              </a:spcBef>
              <a:spcAft>
                <a:spcPts val="0"/>
              </a:spcAft>
              <a:buSzPts val="3000"/>
              <a:buNone/>
              <a:defRPr sz="3000"/>
            </a:lvl7pPr>
            <a:lvl8pPr lvl="7" algn="l">
              <a:lnSpc>
                <a:spcPct val="115000"/>
              </a:lnSpc>
              <a:spcBef>
                <a:spcPts val="0"/>
              </a:spcBef>
              <a:spcAft>
                <a:spcPts val="0"/>
              </a:spcAft>
              <a:buSzPts val="3000"/>
              <a:buNone/>
              <a:defRPr sz="3000"/>
            </a:lvl8pPr>
            <a:lvl9pPr lvl="8" algn="l">
              <a:lnSpc>
                <a:spcPct val="115000"/>
              </a:lnSpc>
              <a:spcBef>
                <a:spcPts val="0"/>
              </a:spcBef>
              <a:spcAft>
                <a:spcPts val="0"/>
              </a:spcAft>
              <a:buSzPts val="3000"/>
              <a:buNone/>
              <a:defRPr sz="3000"/>
            </a:lvl9pPr>
          </a:lstStyle>
          <a:p>
            <a:endParaRPr/>
          </a:p>
        </p:txBody>
      </p:sp>
      <p:sp>
        <p:nvSpPr>
          <p:cNvPr id="522" name="Google Shape;522;p66"/>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523" name="Google Shape;523;p66"/>
          <p:cNvSpPr txBox="1">
            <a:spLocks noGrp="1"/>
          </p:cNvSpPr>
          <p:nvPr>
            <p:ph type="subTitle" idx="9"/>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524" name="Google Shape;524;p66"/>
          <p:cNvSpPr txBox="1">
            <a:spLocks noGrp="1"/>
          </p:cNvSpPr>
          <p:nvPr>
            <p:ph type="subTitle" idx="13"/>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525" name="Google Shape;525;p66"/>
          <p:cNvSpPr txBox="1">
            <a:spLocks noGrp="1"/>
          </p:cNvSpPr>
          <p:nvPr>
            <p:ph type="subTitle" idx="14"/>
          </p:nvPr>
        </p:nvSpPr>
        <p:spPr>
          <a:xfrm>
            <a:off x="282950" y="2144530"/>
            <a:ext cx="900900" cy="312600"/>
          </a:xfrm>
          <a:prstGeom prst="rect">
            <a:avLst/>
          </a:prstGeom>
          <a:noFill/>
          <a:ln>
            <a:noFill/>
          </a:ln>
        </p:spPr>
        <p:txBody>
          <a:bodyPr spcFirstLastPara="1" wrap="square" lIns="137150" tIns="91425" rIns="91425" bIns="91425" anchor="t" anchorCtr="0">
            <a:noAutofit/>
          </a:bodyPr>
          <a:lstStyle>
            <a:lvl1pPr lvl="0" algn="l">
              <a:lnSpc>
                <a:spcPct val="115000"/>
              </a:lnSpc>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526" name="Google Shape;526;p66"/>
          <p:cNvSpPr txBox="1">
            <a:spLocks noGrp="1"/>
          </p:cNvSpPr>
          <p:nvPr>
            <p:ph type="subTitle" idx="15"/>
          </p:nvPr>
        </p:nvSpPr>
        <p:spPr>
          <a:xfrm>
            <a:off x="2456213" y="2144530"/>
            <a:ext cx="900900" cy="312600"/>
          </a:xfrm>
          <a:prstGeom prst="rect">
            <a:avLst/>
          </a:prstGeom>
          <a:noFill/>
          <a:ln>
            <a:noFill/>
          </a:ln>
        </p:spPr>
        <p:txBody>
          <a:bodyPr spcFirstLastPara="1" wrap="square" lIns="137150" tIns="91425" rIns="91425" bIns="91425" anchor="t" anchorCtr="0">
            <a:noAutofit/>
          </a:bodyPr>
          <a:lstStyle>
            <a:lvl1pPr lvl="0" algn="l">
              <a:lnSpc>
                <a:spcPct val="115000"/>
              </a:lnSpc>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527" name="Google Shape;527;p66"/>
          <p:cNvSpPr txBox="1">
            <a:spLocks noGrp="1"/>
          </p:cNvSpPr>
          <p:nvPr>
            <p:ph type="subTitle" idx="16"/>
          </p:nvPr>
        </p:nvSpPr>
        <p:spPr>
          <a:xfrm>
            <a:off x="4629025" y="2144530"/>
            <a:ext cx="900900" cy="312600"/>
          </a:xfrm>
          <a:prstGeom prst="rect">
            <a:avLst/>
          </a:prstGeom>
          <a:noFill/>
          <a:ln>
            <a:noFill/>
          </a:ln>
        </p:spPr>
        <p:txBody>
          <a:bodyPr spcFirstLastPara="1" wrap="square" lIns="137150" tIns="91425" rIns="91425" bIns="91425" anchor="t" anchorCtr="0">
            <a:noAutofit/>
          </a:bodyPr>
          <a:lstStyle>
            <a:lvl1pPr lvl="0" algn="l">
              <a:lnSpc>
                <a:spcPct val="115000"/>
              </a:lnSpc>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528" name="Google Shape;528;p66"/>
          <p:cNvSpPr txBox="1">
            <a:spLocks noGrp="1"/>
          </p:cNvSpPr>
          <p:nvPr>
            <p:ph type="subTitle" idx="17"/>
          </p:nvPr>
        </p:nvSpPr>
        <p:spPr>
          <a:xfrm>
            <a:off x="6801875" y="2144530"/>
            <a:ext cx="900900" cy="312600"/>
          </a:xfrm>
          <a:prstGeom prst="rect">
            <a:avLst/>
          </a:prstGeom>
          <a:noFill/>
          <a:ln>
            <a:noFill/>
          </a:ln>
        </p:spPr>
        <p:txBody>
          <a:bodyPr spcFirstLastPara="1" wrap="square" lIns="137150" tIns="91425" rIns="91425" bIns="91425" anchor="t" anchorCtr="0">
            <a:noAutofit/>
          </a:bodyPr>
          <a:lstStyle>
            <a:lvl1pPr lvl="0" algn="l">
              <a:lnSpc>
                <a:spcPct val="115000"/>
              </a:lnSpc>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itle, body and image ALT 1">
  <p:cSld name="BLANK_1_1_1_2">
    <p:bg>
      <p:bgPr>
        <a:blipFill>
          <a:blip r:embed="rId2">
            <a:alphaModFix/>
          </a:blip>
          <a:stretch>
            <a:fillRect/>
          </a:stretch>
        </a:blipFill>
        <a:effectLst/>
      </p:bgPr>
    </p:bg>
    <p:spTree>
      <p:nvGrpSpPr>
        <p:cNvPr id="1" name="Shape 529"/>
        <p:cNvGrpSpPr/>
        <p:nvPr/>
      </p:nvGrpSpPr>
      <p:grpSpPr>
        <a:xfrm>
          <a:off x="0" y="0"/>
          <a:ext cx="0" cy="0"/>
          <a:chOff x="0" y="0"/>
          <a:chExt cx="0" cy="0"/>
        </a:xfrm>
      </p:grpSpPr>
      <p:sp>
        <p:nvSpPr>
          <p:cNvPr id="530" name="Google Shape;530;p67"/>
          <p:cNvSpPr txBox="1">
            <a:spLocks noGrp="1"/>
          </p:cNvSpPr>
          <p:nvPr>
            <p:ph type="title"/>
          </p:nvPr>
        </p:nvSpPr>
        <p:spPr>
          <a:xfrm>
            <a:off x="284700" y="474750"/>
            <a:ext cx="4227300" cy="965400"/>
          </a:xfrm>
          <a:prstGeom prst="rect">
            <a:avLst/>
          </a:prstGeom>
          <a:noFill/>
          <a:ln>
            <a:noFill/>
          </a:ln>
        </p:spPr>
        <p:txBody>
          <a:bodyPr spcFirstLastPara="1" wrap="square" lIns="0" tIns="0" rIns="91425" bIns="0" anchor="b" anchorCtr="0">
            <a:noAutofit/>
          </a:bodyPr>
          <a:lstStyle>
            <a:lvl1pPr lvl="0" algn="l">
              <a:lnSpc>
                <a:spcPct val="90000"/>
              </a:lnSpc>
              <a:spcBef>
                <a:spcPts val="0"/>
              </a:spcBef>
              <a:spcAft>
                <a:spcPts val="0"/>
              </a:spcAft>
              <a:buSzPts val="3000"/>
              <a:buNone/>
              <a:defRPr sz="3000"/>
            </a:lvl1pPr>
            <a:lvl2pPr lvl="1" algn="l">
              <a:lnSpc>
                <a:spcPct val="115000"/>
              </a:lnSpc>
              <a:spcBef>
                <a:spcPts val="0"/>
              </a:spcBef>
              <a:spcAft>
                <a:spcPts val="0"/>
              </a:spcAft>
              <a:buSzPts val="3000"/>
              <a:buNone/>
              <a:defRPr sz="3000"/>
            </a:lvl2pPr>
            <a:lvl3pPr lvl="2" algn="l">
              <a:lnSpc>
                <a:spcPct val="115000"/>
              </a:lnSpc>
              <a:spcBef>
                <a:spcPts val="0"/>
              </a:spcBef>
              <a:spcAft>
                <a:spcPts val="0"/>
              </a:spcAft>
              <a:buSzPts val="3000"/>
              <a:buNone/>
              <a:defRPr sz="3000"/>
            </a:lvl3pPr>
            <a:lvl4pPr lvl="3" algn="l">
              <a:lnSpc>
                <a:spcPct val="115000"/>
              </a:lnSpc>
              <a:spcBef>
                <a:spcPts val="0"/>
              </a:spcBef>
              <a:spcAft>
                <a:spcPts val="0"/>
              </a:spcAft>
              <a:buSzPts val="3000"/>
              <a:buNone/>
              <a:defRPr sz="3000"/>
            </a:lvl4pPr>
            <a:lvl5pPr lvl="4" algn="l">
              <a:lnSpc>
                <a:spcPct val="115000"/>
              </a:lnSpc>
              <a:spcBef>
                <a:spcPts val="0"/>
              </a:spcBef>
              <a:spcAft>
                <a:spcPts val="0"/>
              </a:spcAft>
              <a:buSzPts val="3000"/>
              <a:buNone/>
              <a:defRPr sz="3000"/>
            </a:lvl5pPr>
            <a:lvl6pPr lvl="5" algn="l">
              <a:lnSpc>
                <a:spcPct val="115000"/>
              </a:lnSpc>
              <a:spcBef>
                <a:spcPts val="0"/>
              </a:spcBef>
              <a:spcAft>
                <a:spcPts val="0"/>
              </a:spcAft>
              <a:buSzPts val="3000"/>
              <a:buNone/>
              <a:defRPr sz="3000"/>
            </a:lvl6pPr>
            <a:lvl7pPr lvl="6" algn="l">
              <a:lnSpc>
                <a:spcPct val="115000"/>
              </a:lnSpc>
              <a:spcBef>
                <a:spcPts val="0"/>
              </a:spcBef>
              <a:spcAft>
                <a:spcPts val="0"/>
              </a:spcAft>
              <a:buSzPts val="3000"/>
              <a:buNone/>
              <a:defRPr sz="3000"/>
            </a:lvl7pPr>
            <a:lvl8pPr lvl="7" algn="l">
              <a:lnSpc>
                <a:spcPct val="115000"/>
              </a:lnSpc>
              <a:spcBef>
                <a:spcPts val="0"/>
              </a:spcBef>
              <a:spcAft>
                <a:spcPts val="0"/>
              </a:spcAft>
              <a:buSzPts val="3000"/>
              <a:buNone/>
              <a:defRPr sz="3000"/>
            </a:lvl8pPr>
            <a:lvl9pPr lvl="8" algn="l">
              <a:lnSpc>
                <a:spcPct val="115000"/>
              </a:lnSpc>
              <a:spcBef>
                <a:spcPts val="0"/>
              </a:spcBef>
              <a:spcAft>
                <a:spcPts val="0"/>
              </a:spcAft>
              <a:buSzPts val="3000"/>
              <a:buNone/>
              <a:defRPr sz="3000"/>
            </a:lvl9pPr>
          </a:lstStyle>
          <a:p>
            <a:endParaRPr/>
          </a:p>
        </p:txBody>
      </p:sp>
      <p:sp>
        <p:nvSpPr>
          <p:cNvPr id="531" name="Google Shape;531;p67"/>
          <p:cNvSpPr>
            <a:spLocks noGrp="1"/>
          </p:cNvSpPr>
          <p:nvPr>
            <p:ph type="pic" idx="2"/>
          </p:nvPr>
        </p:nvSpPr>
        <p:spPr>
          <a:xfrm>
            <a:off x="4629600" y="474750"/>
            <a:ext cx="4227300" cy="4194000"/>
          </a:xfrm>
          <a:prstGeom prst="roundRect">
            <a:avLst>
              <a:gd name="adj" fmla="val 5294"/>
            </a:avLst>
          </a:prstGeom>
          <a:noFill/>
          <a:ln>
            <a:noFill/>
          </a:ln>
        </p:spPr>
      </p:sp>
      <p:sp>
        <p:nvSpPr>
          <p:cNvPr id="532" name="Google Shape;532;p67"/>
          <p:cNvSpPr txBox="1">
            <a:spLocks noGrp="1"/>
          </p:cNvSpPr>
          <p:nvPr>
            <p:ph type="body" idx="1"/>
          </p:nvPr>
        </p:nvSpPr>
        <p:spPr>
          <a:xfrm>
            <a:off x="284700" y="3065325"/>
            <a:ext cx="2772600" cy="1603200"/>
          </a:xfrm>
          <a:prstGeom prst="rect">
            <a:avLst/>
          </a:prstGeom>
          <a:noFill/>
          <a:ln>
            <a:noFill/>
          </a:ln>
        </p:spPr>
        <p:txBody>
          <a:bodyPr spcFirstLastPara="1" wrap="square" lIns="0" tIns="0" rIns="0" bIns="0" anchor="b" anchorCtr="0">
            <a:noAutofit/>
          </a:bodyPr>
          <a:lstStyle>
            <a:lvl1pPr marL="457200" lvl="0" indent="-304800" algn="l">
              <a:lnSpc>
                <a:spcPct val="115000"/>
              </a:lnSpc>
              <a:spcBef>
                <a:spcPts val="0"/>
              </a:spcBef>
              <a:spcAft>
                <a:spcPts val="0"/>
              </a:spcAft>
              <a:buClr>
                <a:schemeClr val="lt1"/>
              </a:buClr>
              <a:buSzPts val="1200"/>
              <a:buChar char="●"/>
              <a:defRPr sz="1200"/>
            </a:lvl1pPr>
            <a:lvl2pPr marL="914400" lvl="1" indent="-304800" algn="l">
              <a:lnSpc>
                <a:spcPct val="115000"/>
              </a:lnSpc>
              <a:spcBef>
                <a:spcPts val="800"/>
              </a:spcBef>
              <a:spcAft>
                <a:spcPts val="0"/>
              </a:spcAft>
              <a:buClr>
                <a:schemeClr val="lt1"/>
              </a:buClr>
              <a:buSzPts val="1200"/>
              <a:buChar char="○"/>
              <a:defRPr sz="1200"/>
            </a:lvl2pPr>
            <a:lvl3pPr marL="1371600" lvl="2" indent="-304800" algn="l">
              <a:lnSpc>
                <a:spcPct val="115000"/>
              </a:lnSpc>
              <a:spcBef>
                <a:spcPts val="800"/>
              </a:spcBef>
              <a:spcAft>
                <a:spcPts val="0"/>
              </a:spcAft>
              <a:buClr>
                <a:schemeClr val="lt1"/>
              </a:buClr>
              <a:buSzPts val="1200"/>
              <a:buChar char="■"/>
              <a:defRPr sz="1200"/>
            </a:lvl3pPr>
            <a:lvl4pPr marL="1828800" lvl="3" indent="-304800" algn="l">
              <a:lnSpc>
                <a:spcPct val="115000"/>
              </a:lnSpc>
              <a:spcBef>
                <a:spcPts val="800"/>
              </a:spcBef>
              <a:spcAft>
                <a:spcPts val="0"/>
              </a:spcAft>
              <a:buClr>
                <a:schemeClr val="lt1"/>
              </a:buClr>
              <a:buSzPts val="1200"/>
              <a:buChar char="●"/>
              <a:defRPr sz="1200"/>
            </a:lvl4pPr>
            <a:lvl5pPr marL="2286000" lvl="4" indent="-304800" algn="l">
              <a:lnSpc>
                <a:spcPct val="115000"/>
              </a:lnSpc>
              <a:spcBef>
                <a:spcPts val="800"/>
              </a:spcBef>
              <a:spcAft>
                <a:spcPts val="0"/>
              </a:spcAft>
              <a:buClr>
                <a:schemeClr val="lt1"/>
              </a:buClr>
              <a:buSzPts val="1200"/>
              <a:buChar char="○"/>
              <a:defRPr sz="1200"/>
            </a:lvl5pPr>
            <a:lvl6pPr marL="2743200" lvl="5" indent="-304800" algn="l">
              <a:lnSpc>
                <a:spcPct val="115000"/>
              </a:lnSpc>
              <a:spcBef>
                <a:spcPts val="800"/>
              </a:spcBef>
              <a:spcAft>
                <a:spcPts val="0"/>
              </a:spcAft>
              <a:buClr>
                <a:schemeClr val="lt1"/>
              </a:buClr>
              <a:buSzPts val="1200"/>
              <a:buChar char="■"/>
              <a:defRPr sz="1200"/>
            </a:lvl6pPr>
            <a:lvl7pPr marL="3200400" lvl="6" indent="-304800" algn="l">
              <a:lnSpc>
                <a:spcPct val="115000"/>
              </a:lnSpc>
              <a:spcBef>
                <a:spcPts val="800"/>
              </a:spcBef>
              <a:spcAft>
                <a:spcPts val="0"/>
              </a:spcAft>
              <a:buClr>
                <a:schemeClr val="lt1"/>
              </a:buClr>
              <a:buSzPts val="1200"/>
              <a:buChar char="●"/>
              <a:defRPr sz="1200"/>
            </a:lvl7pPr>
            <a:lvl8pPr marL="3657600" lvl="7" indent="-304800" algn="l">
              <a:lnSpc>
                <a:spcPct val="115000"/>
              </a:lnSpc>
              <a:spcBef>
                <a:spcPts val="800"/>
              </a:spcBef>
              <a:spcAft>
                <a:spcPts val="0"/>
              </a:spcAft>
              <a:buClr>
                <a:schemeClr val="lt1"/>
              </a:buClr>
              <a:buSzPts val="1200"/>
              <a:buChar char="○"/>
              <a:defRPr sz="1200"/>
            </a:lvl8pPr>
            <a:lvl9pPr marL="4114800" lvl="8" indent="-304800" algn="l">
              <a:lnSpc>
                <a:spcPct val="115000"/>
              </a:lnSpc>
              <a:spcBef>
                <a:spcPts val="800"/>
              </a:spcBef>
              <a:spcAft>
                <a:spcPts val="800"/>
              </a:spcAft>
              <a:buClr>
                <a:schemeClr val="lt1"/>
              </a:buClr>
              <a:buSzPts val="1200"/>
              <a:buChar char="■"/>
              <a:defRPr sz="1200"/>
            </a:lvl9pPr>
          </a:lstStyle>
          <a:p>
            <a:endParaRPr/>
          </a:p>
        </p:txBody>
      </p:sp>
      <p:sp>
        <p:nvSpPr>
          <p:cNvPr id="533" name="Google Shape;533;p67"/>
          <p:cNvSpPr txBox="1">
            <a:spLocks noGrp="1"/>
          </p:cNvSpPr>
          <p:nvPr>
            <p:ph type="subTitle" idx="3"/>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534" name="Google Shape;534;p67"/>
          <p:cNvSpPr txBox="1">
            <a:spLocks noGrp="1"/>
          </p:cNvSpPr>
          <p:nvPr>
            <p:ph type="subTitle" idx="4"/>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535" name="Google Shape;535;p67"/>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Speakers 2">
  <p:cSld name="BLANK_1_1_1_1_1_1_1_1_1_1_1_2_1_1_1">
    <p:bg>
      <p:bgPr>
        <a:solidFill>
          <a:schemeClr val="lt2"/>
        </a:solidFill>
        <a:effectLst/>
      </p:bgPr>
    </p:bg>
    <p:spTree>
      <p:nvGrpSpPr>
        <p:cNvPr id="1" name="Shape 536"/>
        <p:cNvGrpSpPr/>
        <p:nvPr/>
      </p:nvGrpSpPr>
      <p:grpSpPr>
        <a:xfrm>
          <a:off x="0" y="0"/>
          <a:ext cx="0" cy="0"/>
          <a:chOff x="0" y="0"/>
          <a:chExt cx="0" cy="0"/>
        </a:xfrm>
      </p:grpSpPr>
      <p:sp>
        <p:nvSpPr>
          <p:cNvPr id="537" name="Google Shape;537;p68"/>
          <p:cNvSpPr txBox="1">
            <a:spLocks noGrp="1"/>
          </p:cNvSpPr>
          <p:nvPr>
            <p:ph type="title"/>
          </p:nvPr>
        </p:nvSpPr>
        <p:spPr>
          <a:xfrm>
            <a:off x="292597" y="474750"/>
            <a:ext cx="6390300" cy="4986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3000"/>
              <a:buNone/>
              <a:defRPr sz="3000"/>
            </a:lvl2pPr>
            <a:lvl3pPr lvl="2" algn="l">
              <a:lnSpc>
                <a:spcPct val="115000"/>
              </a:lnSpc>
              <a:spcBef>
                <a:spcPts val="0"/>
              </a:spcBef>
              <a:spcAft>
                <a:spcPts val="0"/>
              </a:spcAft>
              <a:buSzPts val="3000"/>
              <a:buNone/>
              <a:defRPr sz="3000"/>
            </a:lvl3pPr>
            <a:lvl4pPr lvl="3" algn="l">
              <a:lnSpc>
                <a:spcPct val="115000"/>
              </a:lnSpc>
              <a:spcBef>
                <a:spcPts val="0"/>
              </a:spcBef>
              <a:spcAft>
                <a:spcPts val="0"/>
              </a:spcAft>
              <a:buSzPts val="3000"/>
              <a:buNone/>
              <a:defRPr sz="3000"/>
            </a:lvl4pPr>
            <a:lvl5pPr lvl="4" algn="l">
              <a:lnSpc>
                <a:spcPct val="115000"/>
              </a:lnSpc>
              <a:spcBef>
                <a:spcPts val="0"/>
              </a:spcBef>
              <a:spcAft>
                <a:spcPts val="0"/>
              </a:spcAft>
              <a:buSzPts val="3000"/>
              <a:buNone/>
              <a:defRPr sz="3000"/>
            </a:lvl5pPr>
            <a:lvl6pPr lvl="5" algn="l">
              <a:lnSpc>
                <a:spcPct val="115000"/>
              </a:lnSpc>
              <a:spcBef>
                <a:spcPts val="0"/>
              </a:spcBef>
              <a:spcAft>
                <a:spcPts val="0"/>
              </a:spcAft>
              <a:buSzPts val="3000"/>
              <a:buNone/>
              <a:defRPr sz="3000"/>
            </a:lvl6pPr>
            <a:lvl7pPr lvl="6" algn="l">
              <a:lnSpc>
                <a:spcPct val="115000"/>
              </a:lnSpc>
              <a:spcBef>
                <a:spcPts val="0"/>
              </a:spcBef>
              <a:spcAft>
                <a:spcPts val="0"/>
              </a:spcAft>
              <a:buSzPts val="3000"/>
              <a:buNone/>
              <a:defRPr sz="3000"/>
            </a:lvl7pPr>
            <a:lvl8pPr lvl="7" algn="l">
              <a:lnSpc>
                <a:spcPct val="115000"/>
              </a:lnSpc>
              <a:spcBef>
                <a:spcPts val="0"/>
              </a:spcBef>
              <a:spcAft>
                <a:spcPts val="0"/>
              </a:spcAft>
              <a:buSzPts val="3000"/>
              <a:buNone/>
              <a:defRPr sz="3000"/>
            </a:lvl8pPr>
            <a:lvl9pPr lvl="8" algn="l">
              <a:lnSpc>
                <a:spcPct val="115000"/>
              </a:lnSpc>
              <a:spcBef>
                <a:spcPts val="0"/>
              </a:spcBef>
              <a:spcAft>
                <a:spcPts val="0"/>
              </a:spcAft>
              <a:buSzPts val="3000"/>
              <a:buNone/>
              <a:defRPr sz="3000"/>
            </a:lvl9pPr>
          </a:lstStyle>
          <a:p>
            <a:endParaRPr/>
          </a:p>
        </p:txBody>
      </p:sp>
      <p:sp>
        <p:nvSpPr>
          <p:cNvPr id="538" name="Google Shape;538;p68"/>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539" name="Google Shape;539;p68"/>
          <p:cNvSpPr txBox="1">
            <a:spLocks noGrp="1"/>
          </p:cNvSpPr>
          <p:nvPr>
            <p:ph type="body" idx="1"/>
          </p:nvPr>
        </p:nvSpPr>
        <p:spPr>
          <a:xfrm>
            <a:off x="282017" y="2832891"/>
            <a:ext cx="1307700" cy="543900"/>
          </a:xfrm>
          <a:prstGeom prst="rect">
            <a:avLst/>
          </a:prstGeom>
          <a:noFill/>
          <a:ln>
            <a:noFill/>
          </a:ln>
        </p:spPr>
        <p:txBody>
          <a:bodyPr spcFirstLastPara="1" wrap="square" lIns="0" tIns="0" rIns="0" bIns="0" anchor="t" anchorCtr="0">
            <a:noAutofit/>
          </a:bodyPr>
          <a:lstStyle>
            <a:lvl1pPr marL="457200" lvl="0"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540" name="Google Shape;540;p68"/>
          <p:cNvSpPr txBox="1">
            <a:spLocks noGrp="1"/>
          </p:cNvSpPr>
          <p:nvPr>
            <p:ph type="body" idx="2"/>
          </p:nvPr>
        </p:nvSpPr>
        <p:spPr>
          <a:xfrm>
            <a:off x="1735443" y="2832891"/>
            <a:ext cx="1307700" cy="543900"/>
          </a:xfrm>
          <a:prstGeom prst="rect">
            <a:avLst/>
          </a:prstGeom>
          <a:noFill/>
          <a:ln>
            <a:noFill/>
          </a:ln>
        </p:spPr>
        <p:txBody>
          <a:bodyPr spcFirstLastPara="1" wrap="square" lIns="0" tIns="0" rIns="0" bIns="0" anchor="t" anchorCtr="0">
            <a:noAutofit/>
          </a:bodyPr>
          <a:lstStyle>
            <a:lvl1pPr marL="457200" lvl="0" indent="-292100" algn="l">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l">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l">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l">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l">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l">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l">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l">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l">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541" name="Google Shape;541;p68"/>
          <p:cNvSpPr txBox="1">
            <a:spLocks noGrp="1"/>
          </p:cNvSpPr>
          <p:nvPr>
            <p:ph type="body" idx="3"/>
          </p:nvPr>
        </p:nvSpPr>
        <p:spPr>
          <a:xfrm>
            <a:off x="3188870" y="2832891"/>
            <a:ext cx="1307700" cy="543900"/>
          </a:xfrm>
          <a:prstGeom prst="rect">
            <a:avLst/>
          </a:prstGeom>
          <a:noFill/>
          <a:ln>
            <a:noFill/>
          </a:ln>
        </p:spPr>
        <p:txBody>
          <a:bodyPr spcFirstLastPara="1" wrap="square" lIns="0" tIns="0" rIns="0" bIns="0" anchor="t" anchorCtr="0">
            <a:noAutofit/>
          </a:bodyPr>
          <a:lstStyle>
            <a:lvl1pPr marL="457200" lvl="0"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542" name="Google Shape;542;p68"/>
          <p:cNvSpPr txBox="1">
            <a:spLocks noGrp="1"/>
          </p:cNvSpPr>
          <p:nvPr>
            <p:ph type="body" idx="4"/>
          </p:nvPr>
        </p:nvSpPr>
        <p:spPr>
          <a:xfrm>
            <a:off x="4642297" y="2832891"/>
            <a:ext cx="1307700" cy="543900"/>
          </a:xfrm>
          <a:prstGeom prst="rect">
            <a:avLst/>
          </a:prstGeom>
          <a:noFill/>
          <a:ln>
            <a:noFill/>
          </a:ln>
        </p:spPr>
        <p:txBody>
          <a:bodyPr spcFirstLastPara="1" wrap="square" lIns="0" tIns="0" rIns="0" bIns="0" anchor="t" anchorCtr="0">
            <a:noAutofit/>
          </a:bodyPr>
          <a:lstStyle>
            <a:lvl1pPr marL="457200" lvl="0"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543" name="Google Shape;543;p68"/>
          <p:cNvSpPr txBox="1">
            <a:spLocks noGrp="1"/>
          </p:cNvSpPr>
          <p:nvPr>
            <p:ph type="body" idx="5"/>
          </p:nvPr>
        </p:nvSpPr>
        <p:spPr>
          <a:xfrm>
            <a:off x="6095723" y="2832891"/>
            <a:ext cx="1307700" cy="543900"/>
          </a:xfrm>
          <a:prstGeom prst="rect">
            <a:avLst/>
          </a:prstGeom>
          <a:noFill/>
          <a:ln>
            <a:noFill/>
          </a:ln>
        </p:spPr>
        <p:txBody>
          <a:bodyPr spcFirstLastPara="1" wrap="square" lIns="0" tIns="0" rIns="0" bIns="0" anchor="t" anchorCtr="0">
            <a:noAutofit/>
          </a:bodyPr>
          <a:lstStyle>
            <a:lvl1pPr marL="457200" lvl="0"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544" name="Google Shape;544;p68"/>
          <p:cNvSpPr txBox="1">
            <a:spLocks noGrp="1"/>
          </p:cNvSpPr>
          <p:nvPr>
            <p:ph type="body" idx="6"/>
          </p:nvPr>
        </p:nvSpPr>
        <p:spPr>
          <a:xfrm>
            <a:off x="7549150" y="2832891"/>
            <a:ext cx="1307700" cy="543900"/>
          </a:xfrm>
          <a:prstGeom prst="rect">
            <a:avLst/>
          </a:prstGeom>
          <a:noFill/>
          <a:ln>
            <a:noFill/>
          </a:ln>
        </p:spPr>
        <p:txBody>
          <a:bodyPr spcFirstLastPara="1" wrap="square" lIns="0" tIns="0" rIns="0" bIns="0" anchor="t" anchorCtr="0">
            <a:noAutofit/>
          </a:bodyPr>
          <a:lstStyle>
            <a:lvl1pPr marL="457200" lvl="0"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l">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545" name="Google Shape;545;p68"/>
          <p:cNvSpPr txBox="1">
            <a:spLocks noGrp="1"/>
          </p:cNvSpPr>
          <p:nvPr>
            <p:ph type="subTitle" idx="7"/>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546" name="Google Shape;546;p68"/>
          <p:cNvSpPr txBox="1">
            <a:spLocks noGrp="1"/>
          </p:cNvSpPr>
          <p:nvPr>
            <p:ph type="subTitle" idx="8"/>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547" name="Google Shape;547;p68"/>
          <p:cNvSpPr>
            <a:spLocks noGrp="1"/>
          </p:cNvSpPr>
          <p:nvPr>
            <p:ph type="pic" idx="9"/>
          </p:nvPr>
        </p:nvSpPr>
        <p:spPr>
          <a:xfrm>
            <a:off x="282017" y="1446074"/>
            <a:ext cx="1307700" cy="1307700"/>
          </a:xfrm>
          <a:prstGeom prst="roundRect">
            <a:avLst>
              <a:gd name="adj" fmla="val 16667"/>
            </a:avLst>
          </a:prstGeom>
          <a:noFill/>
          <a:ln>
            <a:noFill/>
          </a:ln>
        </p:spPr>
      </p:sp>
      <p:sp>
        <p:nvSpPr>
          <p:cNvPr id="548" name="Google Shape;548;p68"/>
          <p:cNvSpPr>
            <a:spLocks noGrp="1"/>
          </p:cNvSpPr>
          <p:nvPr>
            <p:ph type="pic" idx="13"/>
          </p:nvPr>
        </p:nvSpPr>
        <p:spPr>
          <a:xfrm>
            <a:off x="1735443" y="1446074"/>
            <a:ext cx="1307700" cy="1307700"/>
          </a:xfrm>
          <a:prstGeom prst="roundRect">
            <a:avLst>
              <a:gd name="adj" fmla="val 16667"/>
            </a:avLst>
          </a:prstGeom>
          <a:noFill/>
          <a:ln>
            <a:noFill/>
          </a:ln>
        </p:spPr>
      </p:sp>
      <p:sp>
        <p:nvSpPr>
          <p:cNvPr id="549" name="Google Shape;549;p68"/>
          <p:cNvSpPr>
            <a:spLocks noGrp="1"/>
          </p:cNvSpPr>
          <p:nvPr>
            <p:ph type="pic" idx="14"/>
          </p:nvPr>
        </p:nvSpPr>
        <p:spPr>
          <a:xfrm>
            <a:off x="3188870" y="1446074"/>
            <a:ext cx="1307700" cy="1307700"/>
          </a:xfrm>
          <a:prstGeom prst="roundRect">
            <a:avLst>
              <a:gd name="adj" fmla="val 16667"/>
            </a:avLst>
          </a:prstGeom>
          <a:noFill/>
          <a:ln>
            <a:noFill/>
          </a:ln>
        </p:spPr>
      </p:sp>
      <p:sp>
        <p:nvSpPr>
          <p:cNvPr id="550" name="Google Shape;550;p68"/>
          <p:cNvSpPr>
            <a:spLocks noGrp="1"/>
          </p:cNvSpPr>
          <p:nvPr>
            <p:ph type="pic" idx="15"/>
          </p:nvPr>
        </p:nvSpPr>
        <p:spPr>
          <a:xfrm>
            <a:off x="4642297" y="1446074"/>
            <a:ext cx="1307700" cy="1307700"/>
          </a:xfrm>
          <a:prstGeom prst="roundRect">
            <a:avLst>
              <a:gd name="adj" fmla="val 16667"/>
            </a:avLst>
          </a:prstGeom>
          <a:noFill/>
          <a:ln>
            <a:noFill/>
          </a:ln>
        </p:spPr>
      </p:sp>
      <p:sp>
        <p:nvSpPr>
          <p:cNvPr id="551" name="Google Shape;551;p68"/>
          <p:cNvSpPr>
            <a:spLocks noGrp="1"/>
          </p:cNvSpPr>
          <p:nvPr>
            <p:ph type="pic" idx="16"/>
          </p:nvPr>
        </p:nvSpPr>
        <p:spPr>
          <a:xfrm>
            <a:off x="6095723" y="1446074"/>
            <a:ext cx="1307700" cy="1307700"/>
          </a:xfrm>
          <a:prstGeom prst="roundRect">
            <a:avLst>
              <a:gd name="adj" fmla="val 16667"/>
            </a:avLst>
          </a:prstGeom>
          <a:noFill/>
          <a:ln>
            <a:noFill/>
          </a:ln>
        </p:spPr>
      </p:sp>
      <p:sp>
        <p:nvSpPr>
          <p:cNvPr id="552" name="Google Shape;552;p68"/>
          <p:cNvSpPr>
            <a:spLocks noGrp="1"/>
          </p:cNvSpPr>
          <p:nvPr>
            <p:ph type="pic" idx="17"/>
          </p:nvPr>
        </p:nvSpPr>
        <p:spPr>
          <a:xfrm>
            <a:off x="7549150" y="1446074"/>
            <a:ext cx="1307700" cy="1307700"/>
          </a:xfrm>
          <a:prstGeom prst="roundRect">
            <a:avLst>
              <a:gd name="adj" fmla="val 16667"/>
            </a:avLst>
          </a:prstGeom>
          <a:noFill/>
          <a:ln>
            <a:noFill/>
          </a:ln>
        </p:spPr>
      </p:sp>
      <p:sp>
        <p:nvSpPr>
          <p:cNvPr id="553" name="Google Shape;553;p68"/>
          <p:cNvSpPr txBox="1">
            <a:spLocks noGrp="1"/>
          </p:cNvSpPr>
          <p:nvPr>
            <p:ph type="body" idx="18"/>
          </p:nvPr>
        </p:nvSpPr>
        <p:spPr>
          <a:xfrm>
            <a:off x="279292" y="3564958"/>
            <a:ext cx="1307700" cy="1082700"/>
          </a:xfrm>
          <a:prstGeom prst="rect">
            <a:avLst/>
          </a:prstGeom>
          <a:noFill/>
          <a:ln>
            <a:noFill/>
          </a:ln>
        </p:spPr>
        <p:txBody>
          <a:bodyPr spcFirstLastPara="1" wrap="square" lIns="0" tIns="0" rIns="0" bIns="0" anchor="t" anchorCtr="0">
            <a:noAutofit/>
          </a:bodyPr>
          <a:lstStyle>
            <a:lvl1pPr marL="457200" lvl="0" indent="-292100" algn="l">
              <a:lnSpc>
                <a:spcPct val="115000"/>
              </a:lnSpc>
              <a:spcBef>
                <a:spcPts val="0"/>
              </a:spcBef>
              <a:spcAft>
                <a:spcPts val="0"/>
              </a:spcAft>
              <a:buClr>
                <a:schemeClr val="lt1"/>
              </a:buClr>
              <a:buSzPts val="1000"/>
              <a:buFont typeface="Instrument Sans"/>
              <a:buChar char="●"/>
              <a:defRPr/>
            </a:lvl1pPr>
            <a:lvl2pPr marL="914400" lvl="1" indent="-292100" algn="l">
              <a:lnSpc>
                <a:spcPct val="115000"/>
              </a:lnSpc>
              <a:spcBef>
                <a:spcPts val="0"/>
              </a:spcBef>
              <a:spcAft>
                <a:spcPts val="0"/>
              </a:spcAft>
              <a:buClr>
                <a:schemeClr val="lt1"/>
              </a:buClr>
              <a:buSzPts val="1000"/>
              <a:buFont typeface="Instrument Sans"/>
              <a:buChar char="○"/>
              <a:defRPr/>
            </a:lvl2pPr>
            <a:lvl3pPr marL="1371600" lvl="2" indent="-292100" algn="l">
              <a:lnSpc>
                <a:spcPct val="115000"/>
              </a:lnSpc>
              <a:spcBef>
                <a:spcPts val="0"/>
              </a:spcBef>
              <a:spcAft>
                <a:spcPts val="0"/>
              </a:spcAft>
              <a:buClr>
                <a:schemeClr val="lt1"/>
              </a:buClr>
              <a:buSzPts val="1000"/>
              <a:buFont typeface="Instrument Sans"/>
              <a:buChar char="■"/>
              <a:defRPr/>
            </a:lvl3pPr>
            <a:lvl4pPr marL="1828800" lvl="3" indent="-292100" algn="l">
              <a:lnSpc>
                <a:spcPct val="115000"/>
              </a:lnSpc>
              <a:spcBef>
                <a:spcPts val="0"/>
              </a:spcBef>
              <a:spcAft>
                <a:spcPts val="0"/>
              </a:spcAft>
              <a:buClr>
                <a:schemeClr val="lt1"/>
              </a:buClr>
              <a:buSzPts val="1000"/>
              <a:buFont typeface="Instrument Sans"/>
              <a:buChar char="●"/>
              <a:defRPr/>
            </a:lvl4pPr>
            <a:lvl5pPr marL="2286000" lvl="4" indent="-292100" algn="l">
              <a:lnSpc>
                <a:spcPct val="115000"/>
              </a:lnSpc>
              <a:spcBef>
                <a:spcPts val="0"/>
              </a:spcBef>
              <a:spcAft>
                <a:spcPts val="0"/>
              </a:spcAft>
              <a:buClr>
                <a:schemeClr val="lt1"/>
              </a:buClr>
              <a:buSzPts val="1000"/>
              <a:buFont typeface="Instrument Sans"/>
              <a:buChar char="○"/>
              <a:defRPr/>
            </a:lvl5pPr>
            <a:lvl6pPr marL="2743200" lvl="5" indent="-292100" algn="l">
              <a:lnSpc>
                <a:spcPct val="115000"/>
              </a:lnSpc>
              <a:spcBef>
                <a:spcPts val="0"/>
              </a:spcBef>
              <a:spcAft>
                <a:spcPts val="0"/>
              </a:spcAft>
              <a:buClr>
                <a:schemeClr val="lt1"/>
              </a:buClr>
              <a:buSzPts val="1000"/>
              <a:buFont typeface="Instrument Sans"/>
              <a:buChar char="■"/>
              <a:defRPr/>
            </a:lvl6pPr>
            <a:lvl7pPr marL="3200400" lvl="6" indent="-292100" algn="l">
              <a:lnSpc>
                <a:spcPct val="115000"/>
              </a:lnSpc>
              <a:spcBef>
                <a:spcPts val="0"/>
              </a:spcBef>
              <a:spcAft>
                <a:spcPts val="0"/>
              </a:spcAft>
              <a:buClr>
                <a:schemeClr val="lt1"/>
              </a:buClr>
              <a:buSzPts val="1000"/>
              <a:buFont typeface="Instrument Sans"/>
              <a:buChar char="●"/>
              <a:defRPr/>
            </a:lvl7pPr>
            <a:lvl8pPr marL="3657600" lvl="7" indent="-292100" algn="l">
              <a:lnSpc>
                <a:spcPct val="115000"/>
              </a:lnSpc>
              <a:spcBef>
                <a:spcPts val="0"/>
              </a:spcBef>
              <a:spcAft>
                <a:spcPts val="0"/>
              </a:spcAft>
              <a:buClr>
                <a:schemeClr val="lt1"/>
              </a:buClr>
              <a:buSzPts val="1000"/>
              <a:buFont typeface="Instrument Sans"/>
              <a:buChar char="○"/>
              <a:defRPr/>
            </a:lvl8pPr>
            <a:lvl9pPr marL="4114800" lvl="8" indent="-292100" algn="l">
              <a:lnSpc>
                <a:spcPct val="115000"/>
              </a:lnSpc>
              <a:spcBef>
                <a:spcPts val="0"/>
              </a:spcBef>
              <a:spcAft>
                <a:spcPts val="0"/>
              </a:spcAft>
              <a:buClr>
                <a:schemeClr val="lt1"/>
              </a:buClr>
              <a:buSzPts val="1000"/>
              <a:buFont typeface="Instrument Sans"/>
              <a:buChar char="■"/>
              <a:defRPr/>
            </a:lvl9pPr>
          </a:lstStyle>
          <a:p>
            <a:endParaRPr/>
          </a:p>
        </p:txBody>
      </p:sp>
      <p:sp>
        <p:nvSpPr>
          <p:cNvPr id="554" name="Google Shape;554;p68"/>
          <p:cNvSpPr txBox="1">
            <a:spLocks noGrp="1"/>
          </p:cNvSpPr>
          <p:nvPr>
            <p:ph type="body" idx="19"/>
          </p:nvPr>
        </p:nvSpPr>
        <p:spPr>
          <a:xfrm>
            <a:off x="1732718" y="3564958"/>
            <a:ext cx="1307700" cy="1082700"/>
          </a:xfrm>
          <a:prstGeom prst="rect">
            <a:avLst/>
          </a:prstGeom>
          <a:noFill/>
          <a:ln>
            <a:noFill/>
          </a:ln>
        </p:spPr>
        <p:txBody>
          <a:bodyPr spcFirstLastPara="1" wrap="square" lIns="0" tIns="0" rIns="0" bIns="0" anchor="t" anchorCtr="0">
            <a:noAutofit/>
          </a:bodyPr>
          <a:lstStyle>
            <a:lvl1pPr marL="457200" lvl="0" indent="-292100" algn="l">
              <a:lnSpc>
                <a:spcPct val="115000"/>
              </a:lnSpc>
              <a:spcBef>
                <a:spcPts val="0"/>
              </a:spcBef>
              <a:spcAft>
                <a:spcPts val="0"/>
              </a:spcAft>
              <a:buClr>
                <a:schemeClr val="lt1"/>
              </a:buClr>
              <a:buSzPts val="1000"/>
              <a:buFont typeface="Instrument Sans"/>
              <a:buChar char="●"/>
              <a:defRPr/>
            </a:lvl1pPr>
            <a:lvl2pPr marL="914400" lvl="1" indent="-292100" algn="l">
              <a:lnSpc>
                <a:spcPct val="115000"/>
              </a:lnSpc>
              <a:spcBef>
                <a:spcPts val="0"/>
              </a:spcBef>
              <a:spcAft>
                <a:spcPts val="0"/>
              </a:spcAft>
              <a:buClr>
                <a:schemeClr val="lt1"/>
              </a:buClr>
              <a:buSzPts val="1000"/>
              <a:buFont typeface="Instrument Sans"/>
              <a:buChar char="○"/>
              <a:defRPr/>
            </a:lvl2pPr>
            <a:lvl3pPr marL="1371600" lvl="2" indent="-292100" algn="l">
              <a:lnSpc>
                <a:spcPct val="115000"/>
              </a:lnSpc>
              <a:spcBef>
                <a:spcPts val="0"/>
              </a:spcBef>
              <a:spcAft>
                <a:spcPts val="0"/>
              </a:spcAft>
              <a:buClr>
                <a:schemeClr val="lt1"/>
              </a:buClr>
              <a:buSzPts val="1000"/>
              <a:buFont typeface="Instrument Sans"/>
              <a:buChar char="■"/>
              <a:defRPr/>
            </a:lvl3pPr>
            <a:lvl4pPr marL="1828800" lvl="3" indent="-292100" algn="l">
              <a:lnSpc>
                <a:spcPct val="115000"/>
              </a:lnSpc>
              <a:spcBef>
                <a:spcPts val="0"/>
              </a:spcBef>
              <a:spcAft>
                <a:spcPts val="0"/>
              </a:spcAft>
              <a:buClr>
                <a:schemeClr val="lt1"/>
              </a:buClr>
              <a:buSzPts val="1000"/>
              <a:buFont typeface="Instrument Sans"/>
              <a:buChar char="●"/>
              <a:defRPr/>
            </a:lvl4pPr>
            <a:lvl5pPr marL="2286000" lvl="4" indent="-292100" algn="l">
              <a:lnSpc>
                <a:spcPct val="115000"/>
              </a:lnSpc>
              <a:spcBef>
                <a:spcPts val="0"/>
              </a:spcBef>
              <a:spcAft>
                <a:spcPts val="0"/>
              </a:spcAft>
              <a:buClr>
                <a:schemeClr val="lt1"/>
              </a:buClr>
              <a:buSzPts val="1000"/>
              <a:buFont typeface="Instrument Sans"/>
              <a:buChar char="○"/>
              <a:defRPr/>
            </a:lvl5pPr>
            <a:lvl6pPr marL="2743200" lvl="5" indent="-292100" algn="l">
              <a:lnSpc>
                <a:spcPct val="115000"/>
              </a:lnSpc>
              <a:spcBef>
                <a:spcPts val="0"/>
              </a:spcBef>
              <a:spcAft>
                <a:spcPts val="0"/>
              </a:spcAft>
              <a:buClr>
                <a:schemeClr val="lt1"/>
              </a:buClr>
              <a:buSzPts val="1000"/>
              <a:buFont typeface="Instrument Sans"/>
              <a:buChar char="■"/>
              <a:defRPr/>
            </a:lvl6pPr>
            <a:lvl7pPr marL="3200400" lvl="6" indent="-292100" algn="l">
              <a:lnSpc>
                <a:spcPct val="115000"/>
              </a:lnSpc>
              <a:spcBef>
                <a:spcPts val="0"/>
              </a:spcBef>
              <a:spcAft>
                <a:spcPts val="0"/>
              </a:spcAft>
              <a:buClr>
                <a:schemeClr val="lt1"/>
              </a:buClr>
              <a:buSzPts val="1000"/>
              <a:buFont typeface="Instrument Sans"/>
              <a:buChar char="●"/>
              <a:defRPr/>
            </a:lvl7pPr>
            <a:lvl8pPr marL="3657600" lvl="7" indent="-292100" algn="l">
              <a:lnSpc>
                <a:spcPct val="115000"/>
              </a:lnSpc>
              <a:spcBef>
                <a:spcPts val="0"/>
              </a:spcBef>
              <a:spcAft>
                <a:spcPts val="0"/>
              </a:spcAft>
              <a:buClr>
                <a:schemeClr val="lt1"/>
              </a:buClr>
              <a:buSzPts val="1000"/>
              <a:buFont typeface="Instrument Sans"/>
              <a:buChar char="○"/>
              <a:defRPr/>
            </a:lvl8pPr>
            <a:lvl9pPr marL="4114800" lvl="8" indent="-292100" algn="l">
              <a:lnSpc>
                <a:spcPct val="115000"/>
              </a:lnSpc>
              <a:spcBef>
                <a:spcPts val="0"/>
              </a:spcBef>
              <a:spcAft>
                <a:spcPts val="0"/>
              </a:spcAft>
              <a:buClr>
                <a:schemeClr val="lt1"/>
              </a:buClr>
              <a:buSzPts val="1000"/>
              <a:buFont typeface="Instrument Sans"/>
              <a:buChar char="■"/>
              <a:defRPr/>
            </a:lvl9pPr>
          </a:lstStyle>
          <a:p>
            <a:endParaRPr/>
          </a:p>
        </p:txBody>
      </p:sp>
      <p:sp>
        <p:nvSpPr>
          <p:cNvPr id="555" name="Google Shape;555;p68"/>
          <p:cNvSpPr txBox="1">
            <a:spLocks noGrp="1"/>
          </p:cNvSpPr>
          <p:nvPr>
            <p:ph type="body" idx="20"/>
          </p:nvPr>
        </p:nvSpPr>
        <p:spPr>
          <a:xfrm>
            <a:off x="3186145" y="3564958"/>
            <a:ext cx="1307700" cy="1082700"/>
          </a:xfrm>
          <a:prstGeom prst="rect">
            <a:avLst/>
          </a:prstGeom>
          <a:noFill/>
          <a:ln>
            <a:noFill/>
          </a:ln>
        </p:spPr>
        <p:txBody>
          <a:bodyPr spcFirstLastPara="1" wrap="square" lIns="0" tIns="0" rIns="0" bIns="0" anchor="t" anchorCtr="0">
            <a:noAutofit/>
          </a:bodyPr>
          <a:lstStyle>
            <a:lvl1pPr marL="457200" lvl="0" indent="-292100" algn="l">
              <a:lnSpc>
                <a:spcPct val="115000"/>
              </a:lnSpc>
              <a:spcBef>
                <a:spcPts val="0"/>
              </a:spcBef>
              <a:spcAft>
                <a:spcPts val="0"/>
              </a:spcAft>
              <a:buClr>
                <a:schemeClr val="lt1"/>
              </a:buClr>
              <a:buSzPts val="1000"/>
              <a:buFont typeface="Instrument Sans"/>
              <a:buChar char="●"/>
              <a:defRPr/>
            </a:lvl1pPr>
            <a:lvl2pPr marL="914400" lvl="1" indent="-292100" algn="l">
              <a:lnSpc>
                <a:spcPct val="115000"/>
              </a:lnSpc>
              <a:spcBef>
                <a:spcPts val="0"/>
              </a:spcBef>
              <a:spcAft>
                <a:spcPts val="0"/>
              </a:spcAft>
              <a:buClr>
                <a:schemeClr val="lt1"/>
              </a:buClr>
              <a:buSzPts val="1000"/>
              <a:buFont typeface="Instrument Sans"/>
              <a:buChar char="○"/>
              <a:defRPr/>
            </a:lvl2pPr>
            <a:lvl3pPr marL="1371600" lvl="2" indent="-292100" algn="l">
              <a:lnSpc>
                <a:spcPct val="115000"/>
              </a:lnSpc>
              <a:spcBef>
                <a:spcPts val="0"/>
              </a:spcBef>
              <a:spcAft>
                <a:spcPts val="0"/>
              </a:spcAft>
              <a:buClr>
                <a:schemeClr val="lt1"/>
              </a:buClr>
              <a:buSzPts val="1000"/>
              <a:buFont typeface="Instrument Sans"/>
              <a:buChar char="■"/>
              <a:defRPr/>
            </a:lvl3pPr>
            <a:lvl4pPr marL="1828800" lvl="3" indent="-292100" algn="l">
              <a:lnSpc>
                <a:spcPct val="115000"/>
              </a:lnSpc>
              <a:spcBef>
                <a:spcPts val="0"/>
              </a:spcBef>
              <a:spcAft>
                <a:spcPts val="0"/>
              </a:spcAft>
              <a:buClr>
                <a:schemeClr val="lt1"/>
              </a:buClr>
              <a:buSzPts val="1000"/>
              <a:buFont typeface="Instrument Sans"/>
              <a:buChar char="●"/>
              <a:defRPr/>
            </a:lvl4pPr>
            <a:lvl5pPr marL="2286000" lvl="4" indent="-292100" algn="l">
              <a:lnSpc>
                <a:spcPct val="115000"/>
              </a:lnSpc>
              <a:spcBef>
                <a:spcPts val="0"/>
              </a:spcBef>
              <a:spcAft>
                <a:spcPts val="0"/>
              </a:spcAft>
              <a:buClr>
                <a:schemeClr val="lt1"/>
              </a:buClr>
              <a:buSzPts val="1000"/>
              <a:buFont typeface="Instrument Sans"/>
              <a:buChar char="○"/>
              <a:defRPr/>
            </a:lvl5pPr>
            <a:lvl6pPr marL="2743200" lvl="5" indent="-292100" algn="l">
              <a:lnSpc>
                <a:spcPct val="115000"/>
              </a:lnSpc>
              <a:spcBef>
                <a:spcPts val="0"/>
              </a:spcBef>
              <a:spcAft>
                <a:spcPts val="0"/>
              </a:spcAft>
              <a:buClr>
                <a:schemeClr val="lt1"/>
              </a:buClr>
              <a:buSzPts val="1000"/>
              <a:buFont typeface="Instrument Sans"/>
              <a:buChar char="■"/>
              <a:defRPr/>
            </a:lvl6pPr>
            <a:lvl7pPr marL="3200400" lvl="6" indent="-292100" algn="l">
              <a:lnSpc>
                <a:spcPct val="115000"/>
              </a:lnSpc>
              <a:spcBef>
                <a:spcPts val="0"/>
              </a:spcBef>
              <a:spcAft>
                <a:spcPts val="0"/>
              </a:spcAft>
              <a:buClr>
                <a:schemeClr val="lt1"/>
              </a:buClr>
              <a:buSzPts val="1000"/>
              <a:buFont typeface="Instrument Sans"/>
              <a:buChar char="●"/>
              <a:defRPr/>
            </a:lvl7pPr>
            <a:lvl8pPr marL="3657600" lvl="7" indent="-292100" algn="l">
              <a:lnSpc>
                <a:spcPct val="115000"/>
              </a:lnSpc>
              <a:spcBef>
                <a:spcPts val="0"/>
              </a:spcBef>
              <a:spcAft>
                <a:spcPts val="0"/>
              </a:spcAft>
              <a:buClr>
                <a:schemeClr val="lt1"/>
              </a:buClr>
              <a:buSzPts val="1000"/>
              <a:buFont typeface="Instrument Sans"/>
              <a:buChar char="○"/>
              <a:defRPr/>
            </a:lvl8pPr>
            <a:lvl9pPr marL="4114800" lvl="8" indent="-292100" algn="l">
              <a:lnSpc>
                <a:spcPct val="115000"/>
              </a:lnSpc>
              <a:spcBef>
                <a:spcPts val="0"/>
              </a:spcBef>
              <a:spcAft>
                <a:spcPts val="0"/>
              </a:spcAft>
              <a:buClr>
                <a:schemeClr val="lt1"/>
              </a:buClr>
              <a:buSzPts val="1000"/>
              <a:buFont typeface="Instrument Sans"/>
              <a:buChar char="■"/>
              <a:defRPr/>
            </a:lvl9pPr>
          </a:lstStyle>
          <a:p>
            <a:endParaRPr/>
          </a:p>
        </p:txBody>
      </p:sp>
      <p:sp>
        <p:nvSpPr>
          <p:cNvPr id="556" name="Google Shape;556;p68"/>
          <p:cNvSpPr txBox="1">
            <a:spLocks noGrp="1"/>
          </p:cNvSpPr>
          <p:nvPr>
            <p:ph type="body" idx="21"/>
          </p:nvPr>
        </p:nvSpPr>
        <p:spPr>
          <a:xfrm>
            <a:off x="4639572" y="3564958"/>
            <a:ext cx="1307700" cy="1082700"/>
          </a:xfrm>
          <a:prstGeom prst="rect">
            <a:avLst/>
          </a:prstGeom>
          <a:noFill/>
          <a:ln>
            <a:noFill/>
          </a:ln>
        </p:spPr>
        <p:txBody>
          <a:bodyPr spcFirstLastPara="1" wrap="square" lIns="0" tIns="0" rIns="0" bIns="0" anchor="t" anchorCtr="0">
            <a:noAutofit/>
          </a:bodyPr>
          <a:lstStyle>
            <a:lvl1pPr marL="457200" lvl="0" indent="-292100" algn="l">
              <a:lnSpc>
                <a:spcPct val="115000"/>
              </a:lnSpc>
              <a:spcBef>
                <a:spcPts val="0"/>
              </a:spcBef>
              <a:spcAft>
                <a:spcPts val="0"/>
              </a:spcAft>
              <a:buClr>
                <a:schemeClr val="lt1"/>
              </a:buClr>
              <a:buSzPts val="1000"/>
              <a:buFont typeface="Instrument Sans"/>
              <a:buChar char="●"/>
              <a:defRPr/>
            </a:lvl1pPr>
            <a:lvl2pPr marL="914400" lvl="1" indent="-292100" algn="l">
              <a:lnSpc>
                <a:spcPct val="115000"/>
              </a:lnSpc>
              <a:spcBef>
                <a:spcPts val="0"/>
              </a:spcBef>
              <a:spcAft>
                <a:spcPts val="0"/>
              </a:spcAft>
              <a:buClr>
                <a:schemeClr val="lt1"/>
              </a:buClr>
              <a:buSzPts val="1000"/>
              <a:buFont typeface="Instrument Sans"/>
              <a:buChar char="○"/>
              <a:defRPr/>
            </a:lvl2pPr>
            <a:lvl3pPr marL="1371600" lvl="2" indent="-292100" algn="l">
              <a:lnSpc>
                <a:spcPct val="115000"/>
              </a:lnSpc>
              <a:spcBef>
                <a:spcPts val="0"/>
              </a:spcBef>
              <a:spcAft>
                <a:spcPts val="0"/>
              </a:spcAft>
              <a:buClr>
                <a:schemeClr val="lt1"/>
              </a:buClr>
              <a:buSzPts val="1000"/>
              <a:buFont typeface="Instrument Sans"/>
              <a:buChar char="■"/>
              <a:defRPr/>
            </a:lvl3pPr>
            <a:lvl4pPr marL="1828800" lvl="3" indent="-292100" algn="l">
              <a:lnSpc>
                <a:spcPct val="115000"/>
              </a:lnSpc>
              <a:spcBef>
                <a:spcPts val="0"/>
              </a:spcBef>
              <a:spcAft>
                <a:spcPts val="0"/>
              </a:spcAft>
              <a:buClr>
                <a:schemeClr val="lt1"/>
              </a:buClr>
              <a:buSzPts val="1000"/>
              <a:buFont typeface="Instrument Sans"/>
              <a:buChar char="●"/>
              <a:defRPr/>
            </a:lvl4pPr>
            <a:lvl5pPr marL="2286000" lvl="4" indent="-292100" algn="l">
              <a:lnSpc>
                <a:spcPct val="115000"/>
              </a:lnSpc>
              <a:spcBef>
                <a:spcPts val="0"/>
              </a:spcBef>
              <a:spcAft>
                <a:spcPts val="0"/>
              </a:spcAft>
              <a:buClr>
                <a:schemeClr val="lt1"/>
              </a:buClr>
              <a:buSzPts val="1000"/>
              <a:buFont typeface="Instrument Sans"/>
              <a:buChar char="○"/>
              <a:defRPr/>
            </a:lvl5pPr>
            <a:lvl6pPr marL="2743200" lvl="5" indent="-292100" algn="l">
              <a:lnSpc>
                <a:spcPct val="115000"/>
              </a:lnSpc>
              <a:spcBef>
                <a:spcPts val="0"/>
              </a:spcBef>
              <a:spcAft>
                <a:spcPts val="0"/>
              </a:spcAft>
              <a:buClr>
                <a:schemeClr val="lt1"/>
              </a:buClr>
              <a:buSzPts val="1000"/>
              <a:buFont typeface="Instrument Sans"/>
              <a:buChar char="■"/>
              <a:defRPr/>
            </a:lvl6pPr>
            <a:lvl7pPr marL="3200400" lvl="6" indent="-292100" algn="l">
              <a:lnSpc>
                <a:spcPct val="115000"/>
              </a:lnSpc>
              <a:spcBef>
                <a:spcPts val="0"/>
              </a:spcBef>
              <a:spcAft>
                <a:spcPts val="0"/>
              </a:spcAft>
              <a:buClr>
                <a:schemeClr val="lt1"/>
              </a:buClr>
              <a:buSzPts val="1000"/>
              <a:buFont typeface="Instrument Sans"/>
              <a:buChar char="●"/>
              <a:defRPr/>
            </a:lvl7pPr>
            <a:lvl8pPr marL="3657600" lvl="7" indent="-292100" algn="l">
              <a:lnSpc>
                <a:spcPct val="115000"/>
              </a:lnSpc>
              <a:spcBef>
                <a:spcPts val="0"/>
              </a:spcBef>
              <a:spcAft>
                <a:spcPts val="0"/>
              </a:spcAft>
              <a:buClr>
                <a:schemeClr val="lt1"/>
              </a:buClr>
              <a:buSzPts val="1000"/>
              <a:buFont typeface="Instrument Sans"/>
              <a:buChar char="○"/>
              <a:defRPr/>
            </a:lvl8pPr>
            <a:lvl9pPr marL="4114800" lvl="8" indent="-292100" algn="l">
              <a:lnSpc>
                <a:spcPct val="115000"/>
              </a:lnSpc>
              <a:spcBef>
                <a:spcPts val="0"/>
              </a:spcBef>
              <a:spcAft>
                <a:spcPts val="0"/>
              </a:spcAft>
              <a:buClr>
                <a:schemeClr val="lt1"/>
              </a:buClr>
              <a:buSzPts val="1000"/>
              <a:buFont typeface="Instrument Sans"/>
              <a:buChar char="■"/>
              <a:defRPr/>
            </a:lvl9pPr>
          </a:lstStyle>
          <a:p>
            <a:endParaRPr/>
          </a:p>
        </p:txBody>
      </p:sp>
      <p:sp>
        <p:nvSpPr>
          <p:cNvPr id="557" name="Google Shape;557;p68"/>
          <p:cNvSpPr txBox="1">
            <a:spLocks noGrp="1"/>
          </p:cNvSpPr>
          <p:nvPr>
            <p:ph type="body" idx="22"/>
          </p:nvPr>
        </p:nvSpPr>
        <p:spPr>
          <a:xfrm>
            <a:off x="6092998" y="3564958"/>
            <a:ext cx="1307700" cy="1082700"/>
          </a:xfrm>
          <a:prstGeom prst="rect">
            <a:avLst/>
          </a:prstGeom>
          <a:noFill/>
          <a:ln>
            <a:noFill/>
          </a:ln>
        </p:spPr>
        <p:txBody>
          <a:bodyPr spcFirstLastPara="1" wrap="square" lIns="0" tIns="0" rIns="0" bIns="0" anchor="t" anchorCtr="0">
            <a:noAutofit/>
          </a:bodyPr>
          <a:lstStyle>
            <a:lvl1pPr marL="457200" lvl="0" indent="-292100" algn="l">
              <a:lnSpc>
                <a:spcPct val="115000"/>
              </a:lnSpc>
              <a:spcBef>
                <a:spcPts val="0"/>
              </a:spcBef>
              <a:spcAft>
                <a:spcPts val="0"/>
              </a:spcAft>
              <a:buClr>
                <a:schemeClr val="lt1"/>
              </a:buClr>
              <a:buSzPts val="1000"/>
              <a:buFont typeface="Instrument Sans"/>
              <a:buChar char="●"/>
              <a:defRPr/>
            </a:lvl1pPr>
            <a:lvl2pPr marL="914400" lvl="1" indent="-292100" algn="l">
              <a:lnSpc>
                <a:spcPct val="115000"/>
              </a:lnSpc>
              <a:spcBef>
                <a:spcPts val="0"/>
              </a:spcBef>
              <a:spcAft>
                <a:spcPts val="0"/>
              </a:spcAft>
              <a:buClr>
                <a:schemeClr val="lt1"/>
              </a:buClr>
              <a:buSzPts val="1000"/>
              <a:buFont typeface="Instrument Sans"/>
              <a:buChar char="○"/>
              <a:defRPr/>
            </a:lvl2pPr>
            <a:lvl3pPr marL="1371600" lvl="2" indent="-292100" algn="l">
              <a:lnSpc>
                <a:spcPct val="115000"/>
              </a:lnSpc>
              <a:spcBef>
                <a:spcPts val="0"/>
              </a:spcBef>
              <a:spcAft>
                <a:spcPts val="0"/>
              </a:spcAft>
              <a:buClr>
                <a:schemeClr val="lt1"/>
              </a:buClr>
              <a:buSzPts val="1000"/>
              <a:buFont typeface="Instrument Sans"/>
              <a:buChar char="■"/>
              <a:defRPr/>
            </a:lvl3pPr>
            <a:lvl4pPr marL="1828800" lvl="3" indent="-292100" algn="l">
              <a:lnSpc>
                <a:spcPct val="115000"/>
              </a:lnSpc>
              <a:spcBef>
                <a:spcPts val="0"/>
              </a:spcBef>
              <a:spcAft>
                <a:spcPts val="0"/>
              </a:spcAft>
              <a:buClr>
                <a:schemeClr val="lt1"/>
              </a:buClr>
              <a:buSzPts val="1000"/>
              <a:buFont typeface="Instrument Sans"/>
              <a:buChar char="●"/>
              <a:defRPr/>
            </a:lvl4pPr>
            <a:lvl5pPr marL="2286000" lvl="4" indent="-292100" algn="l">
              <a:lnSpc>
                <a:spcPct val="115000"/>
              </a:lnSpc>
              <a:spcBef>
                <a:spcPts val="0"/>
              </a:spcBef>
              <a:spcAft>
                <a:spcPts val="0"/>
              </a:spcAft>
              <a:buClr>
                <a:schemeClr val="lt1"/>
              </a:buClr>
              <a:buSzPts val="1000"/>
              <a:buFont typeface="Instrument Sans"/>
              <a:buChar char="○"/>
              <a:defRPr/>
            </a:lvl5pPr>
            <a:lvl6pPr marL="2743200" lvl="5" indent="-292100" algn="l">
              <a:lnSpc>
                <a:spcPct val="115000"/>
              </a:lnSpc>
              <a:spcBef>
                <a:spcPts val="0"/>
              </a:spcBef>
              <a:spcAft>
                <a:spcPts val="0"/>
              </a:spcAft>
              <a:buClr>
                <a:schemeClr val="lt1"/>
              </a:buClr>
              <a:buSzPts val="1000"/>
              <a:buFont typeface="Instrument Sans"/>
              <a:buChar char="■"/>
              <a:defRPr/>
            </a:lvl6pPr>
            <a:lvl7pPr marL="3200400" lvl="6" indent="-292100" algn="l">
              <a:lnSpc>
                <a:spcPct val="115000"/>
              </a:lnSpc>
              <a:spcBef>
                <a:spcPts val="0"/>
              </a:spcBef>
              <a:spcAft>
                <a:spcPts val="0"/>
              </a:spcAft>
              <a:buClr>
                <a:schemeClr val="lt1"/>
              </a:buClr>
              <a:buSzPts val="1000"/>
              <a:buFont typeface="Instrument Sans"/>
              <a:buChar char="●"/>
              <a:defRPr/>
            </a:lvl7pPr>
            <a:lvl8pPr marL="3657600" lvl="7" indent="-292100" algn="l">
              <a:lnSpc>
                <a:spcPct val="115000"/>
              </a:lnSpc>
              <a:spcBef>
                <a:spcPts val="0"/>
              </a:spcBef>
              <a:spcAft>
                <a:spcPts val="0"/>
              </a:spcAft>
              <a:buClr>
                <a:schemeClr val="lt1"/>
              </a:buClr>
              <a:buSzPts val="1000"/>
              <a:buFont typeface="Instrument Sans"/>
              <a:buChar char="○"/>
              <a:defRPr/>
            </a:lvl8pPr>
            <a:lvl9pPr marL="4114800" lvl="8" indent="-292100" algn="l">
              <a:lnSpc>
                <a:spcPct val="115000"/>
              </a:lnSpc>
              <a:spcBef>
                <a:spcPts val="0"/>
              </a:spcBef>
              <a:spcAft>
                <a:spcPts val="0"/>
              </a:spcAft>
              <a:buClr>
                <a:schemeClr val="lt1"/>
              </a:buClr>
              <a:buSzPts val="1000"/>
              <a:buFont typeface="Instrument Sans"/>
              <a:buChar char="■"/>
              <a:defRPr/>
            </a:lvl9pPr>
          </a:lstStyle>
          <a:p>
            <a:endParaRPr/>
          </a:p>
        </p:txBody>
      </p:sp>
      <p:sp>
        <p:nvSpPr>
          <p:cNvPr id="558" name="Google Shape;558;p68"/>
          <p:cNvSpPr txBox="1">
            <a:spLocks noGrp="1"/>
          </p:cNvSpPr>
          <p:nvPr>
            <p:ph type="body" idx="23"/>
          </p:nvPr>
        </p:nvSpPr>
        <p:spPr>
          <a:xfrm>
            <a:off x="7546425" y="3564958"/>
            <a:ext cx="1307700" cy="1082700"/>
          </a:xfrm>
          <a:prstGeom prst="rect">
            <a:avLst/>
          </a:prstGeom>
          <a:noFill/>
          <a:ln>
            <a:noFill/>
          </a:ln>
        </p:spPr>
        <p:txBody>
          <a:bodyPr spcFirstLastPara="1" wrap="square" lIns="0" tIns="0" rIns="0" bIns="0" anchor="t" anchorCtr="0">
            <a:noAutofit/>
          </a:bodyPr>
          <a:lstStyle>
            <a:lvl1pPr marL="457200" lvl="0" indent="-292100" algn="l">
              <a:lnSpc>
                <a:spcPct val="115000"/>
              </a:lnSpc>
              <a:spcBef>
                <a:spcPts val="0"/>
              </a:spcBef>
              <a:spcAft>
                <a:spcPts val="0"/>
              </a:spcAft>
              <a:buClr>
                <a:schemeClr val="lt1"/>
              </a:buClr>
              <a:buSzPts val="1000"/>
              <a:buFont typeface="Instrument Sans"/>
              <a:buChar char="●"/>
              <a:defRPr/>
            </a:lvl1pPr>
            <a:lvl2pPr marL="914400" lvl="1" indent="-292100" algn="l">
              <a:lnSpc>
                <a:spcPct val="115000"/>
              </a:lnSpc>
              <a:spcBef>
                <a:spcPts val="0"/>
              </a:spcBef>
              <a:spcAft>
                <a:spcPts val="0"/>
              </a:spcAft>
              <a:buClr>
                <a:schemeClr val="lt1"/>
              </a:buClr>
              <a:buSzPts val="1000"/>
              <a:buFont typeface="Instrument Sans"/>
              <a:buChar char="○"/>
              <a:defRPr/>
            </a:lvl2pPr>
            <a:lvl3pPr marL="1371600" lvl="2" indent="-292100" algn="l">
              <a:lnSpc>
                <a:spcPct val="115000"/>
              </a:lnSpc>
              <a:spcBef>
                <a:spcPts val="0"/>
              </a:spcBef>
              <a:spcAft>
                <a:spcPts val="0"/>
              </a:spcAft>
              <a:buClr>
                <a:schemeClr val="lt1"/>
              </a:buClr>
              <a:buSzPts val="1000"/>
              <a:buFont typeface="Instrument Sans"/>
              <a:buChar char="■"/>
              <a:defRPr/>
            </a:lvl3pPr>
            <a:lvl4pPr marL="1828800" lvl="3" indent="-292100" algn="l">
              <a:lnSpc>
                <a:spcPct val="115000"/>
              </a:lnSpc>
              <a:spcBef>
                <a:spcPts val="0"/>
              </a:spcBef>
              <a:spcAft>
                <a:spcPts val="0"/>
              </a:spcAft>
              <a:buClr>
                <a:schemeClr val="lt1"/>
              </a:buClr>
              <a:buSzPts val="1000"/>
              <a:buFont typeface="Instrument Sans"/>
              <a:buChar char="●"/>
              <a:defRPr/>
            </a:lvl4pPr>
            <a:lvl5pPr marL="2286000" lvl="4" indent="-292100" algn="l">
              <a:lnSpc>
                <a:spcPct val="115000"/>
              </a:lnSpc>
              <a:spcBef>
                <a:spcPts val="0"/>
              </a:spcBef>
              <a:spcAft>
                <a:spcPts val="0"/>
              </a:spcAft>
              <a:buClr>
                <a:schemeClr val="lt1"/>
              </a:buClr>
              <a:buSzPts val="1000"/>
              <a:buFont typeface="Instrument Sans"/>
              <a:buChar char="○"/>
              <a:defRPr/>
            </a:lvl5pPr>
            <a:lvl6pPr marL="2743200" lvl="5" indent="-292100" algn="l">
              <a:lnSpc>
                <a:spcPct val="115000"/>
              </a:lnSpc>
              <a:spcBef>
                <a:spcPts val="0"/>
              </a:spcBef>
              <a:spcAft>
                <a:spcPts val="0"/>
              </a:spcAft>
              <a:buClr>
                <a:schemeClr val="lt1"/>
              </a:buClr>
              <a:buSzPts val="1000"/>
              <a:buFont typeface="Instrument Sans"/>
              <a:buChar char="■"/>
              <a:defRPr/>
            </a:lvl6pPr>
            <a:lvl7pPr marL="3200400" lvl="6" indent="-292100" algn="l">
              <a:lnSpc>
                <a:spcPct val="115000"/>
              </a:lnSpc>
              <a:spcBef>
                <a:spcPts val="0"/>
              </a:spcBef>
              <a:spcAft>
                <a:spcPts val="0"/>
              </a:spcAft>
              <a:buClr>
                <a:schemeClr val="lt1"/>
              </a:buClr>
              <a:buSzPts val="1000"/>
              <a:buFont typeface="Instrument Sans"/>
              <a:buChar char="●"/>
              <a:defRPr/>
            </a:lvl7pPr>
            <a:lvl8pPr marL="3657600" lvl="7" indent="-292100" algn="l">
              <a:lnSpc>
                <a:spcPct val="115000"/>
              </a:lnSpc>
              <a:spcBef>
                <a:spcPts val="0"/>
              </a:spcBef>
              <a:spcAft>
                <a:spcPts val="0"/>
              </a:spcAft>
              <a:buClr>
                <a:schemeClr val="lt1"/>
              </a:buClr>
              <a:buSzPts val="1000"/>
              <a:buFont typeface="Instrument Sans"/>
              <a:buChar char="○"/>
              <a:defRPr/>
            </a:lvl8pPr>
            <a:lvl9pPr marL="4114800" lvl="8" indent="-292100" algn="l">
              <a:lnSpc>
                <a:spcPct val="115000"/>
              </a:lnSpc>
              <a:spcBef>
                <a:spcPts val="0"/>
              </a:spcBef>
              <a:spcAft>
                <a:spcPts val="0"/>
              </a:spcAft>
              <a:buClr>
                <a:schemeClr val="lt1"/>
              </a:buClr>
              <a:buSzPts val="1000"/>
              <a:buFont typeface="Instrument Sans"/>
              <a:buChar char="■"/>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Big statement 1">
  <p:cSld name="CUSTOM_4_1">
    <p:bg>
      <p:bgPr>
        <a:blipFill>
          <a:blip r:embed="rId2">
            <a:alphaModFix/>
          </a:blip>
          <a:stretch>
            <a:fillRect/>
          </a:stretch>
        </a:blipFill>
        <a:effectLst/>
      </p:bgPr>
    </p:bg>
    <p:spTree>
      <p:nvGrpSpPr>
        <p:cNvPr id="1" name="Shape 559"/>
        <p:cNvGrpSpPr/>
        <p:nvPr/>
      </p:nvGrpSpPr>
      <p:grpSpPr>
        <a:xfrm>
          <a:off x="0" y="0"/>
          <a:ext cx="0" cy="0"/>
          <a:chOff x="0" y="0"/>
          <a:chExt cx="0" cy="0"/>
        </a:xfrm>
      </p:grpSpPr>
      <p:sp>
        <p:nvSpPr>
          <p:cNvPr id="560" name="Google Shape;560;p69"/>
          <p:cNvSpPr txBox="1">
            <a:spLocks noGrp="1"/>
          </p:cNvSpPr>
          <p:nvPr>
            <p:ph type="subTitle" idx="1"/>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561" name="Google Shape;561;p69"/>
          <p:cNvSpPr txBox="1">
            <a:spLocks noGrp="1"/>
          </p:cNvSpPr>
          <p:nvPr>
            <p:ph type="subTitle" idx="2"/>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562" name="Google Shape;562;p69"/>
          <p:cNvSpPr txBox="1">
            <a:spLocks noGrp="1"/>
          </p:cNvSpPr>
          <p:nvPr>
            <p:ph type="body" idx="3"/>
          </p:nvPr>
        </p:nvSpPr>
        <p:spPr>
          <a:xfrm>
            <a:off x="360300" y="2181900"/>
            <a:ext cx="8496600" cy="2486700"/>
          </a:xfrm>
          <a:prstGeom prst="rect">
            <a:avLst/>
          </a:prstGeom>
          <a:noFill/>
          <a:ln>
            <a:noFill/>
          </a:ln>
        </p:spPr>
        <p:txBody>
          <a:bodyPr spcFirstLastPara="1" wrap="square" lIns="0" tIns="0" rIns="0" bIns="0" anchor="b" anchorCtr="0">
            <a:noAutofit/>
          </a:bodyPr>
          <a:lstStyle>
            <a:lvl1pPr marL="457200" lvl="0" indent="-228600" algn="l">
              <a:lnSpc>
                <a:spcPct val="85000"/>
              </a:lnSpc>
              <a:spcBef>
                <a:spcPts val="0"/>
              </a:spcBef>
              <a:spcAft>
                <a:spcPts val="0"/>
              </a:spcAft>
              <a:buSzPts val="1000"/>
              <a:buNone/>
              <a:defRPr sz="3600"/>
            </a:lvl1pPr>
            <a:lvl2pPr marL="914400" lvl="1" indent="-228600" algn="l">
              <a:lnSpc>
                <a:spcPct val="85000"/>
              </a:lnSpc>
              <a:spcBef>
                <a:spcPts val="0"/>
              </a:spcBef>
              <a:spcAft>
                <a:spcPts val="0"/>
              </a:spcAft>
              <a:buSzPts val="1000"/>
              <a:buNone/>
              <a:defRPr sz="3600"/>
            </a:lvl2pPr>
            <a:lvl3pPr marL="1371600" lvl="2" indent="-228600" algn="l">
              <a:lnSpc>
                <a:spcPct val="85000"/>
              </a:lnSpc>
              <a:spcBef>
                <a:spcPts val="0"/>
              </a:spcBef>
              <a:spcAft>
                <a:spcPts val="0"/>
              </a:spcAft>
              <a:buSzPts val="1000"/>
              <a:buNone/>
              <a:defRPr sz="3600"/>
            </a:lvl3pPr>
            <a:lvl4pPr marL="1828800" lvl="3" indent="-228600" algn="l">
              <a:lnSpc>
                <a:spcPct val="85000"/>
              </a:lnSpc>
              <a:spcBef>
                <a:spcPts val="0"/>
              </a:spcBef>
              <a:spcAft>
                <a:spcPts val="0"/>
              </a:spcAft>
              <a:buSzPts val="1000"/>
              <a:buNone/>
              <a:defRPr sz="3600"/>
            </a:lvl4pPr>
            <a:lvl5pPr marL="2286000" lvl="4" indent="-228600" algn="l">
              <a:lnSpc>
                <a:spcPct val="85000"/>
              </a:lnSpc>
              <a:spcBef>
                <a:spcPts val="0"/>
              </a:spcBef>
              <a:spcAft>
                <a:spcPts val="0"/>
              </a:spcAft>
              <a:buSzPts val="1000"/>
              <a:buNone/>
              <a:defRPr sz="3600"/>
            </a:lvl5pPr>
            <a:lvl6pPr marL="2743200" lvl="5" indent="-228600" algn="l">
              <a:lnSpc>
                <a:spcPct val="85000"/>
              </a:lnSpc>
              <a:spcBef>
                <a:spcPts val="0"/>
              </a:spcBef>
              <a:spcAft>
                <a:spcPts val="0"/>
              </a:spcAft>
              <a:buSzPts val="1000"/>
              <a:buNone/>
              <a:defRPr sz="3600"/>
            </a:lvl6pPr>
            <a:lvl7pPr marL="3200400" lvl="6" indent="-228600" algn="l">
              <a:lnSpc>
                <a:spcPct val="85000"/>
              </a:lnSpc>
              <a:spcBef>
                <a:spcPts val="0"/>
              </a:spcBef>
              <a:spcAft>
                <a:spcPts val="0"/>
              </a:spcAft>
              <a:buSzPts val="1000"/>
              <a:buNone/>
              <a:defRPr sz="3600"/>
            </a:lvl7pPr>
            <a:lvl8pPr marL="3657600" lvl="7" indent="-228600" algn="l">
              <a:lnSpc>
                <a:spcPct val="85000"/>
              </a:lnSpc>
              <a:spcBef>
                <a:spcPts val="0"/>
              </a:spcBef>
              <a:spcAft>
                <a:spcPts val="0"/>
              </a:spcAft>
              <a:buSzPts val="1000"/>
              <a:buNone/>
              <a:defRPr sz="3600"/>
            </a:lvl8pPr>
            <a:lvl9pPr marL="4114800" lvl="8" indent="-228600" algn="l">
              <a:lnSpc>
                <a:spcPct val="85000"/>
              </a:lnSpc>
              <a:spcBef>
                <a:spcPts val="0"/>
              </a:spcBef>
              <a:spcAft>
                <a:spcPts val="0"/>
              </a:spcAft>
              <a:buSzPts val="1000"/>
              <a:buNone/>
              <a:defRPr sz="3600"/>
            </a:lvl9pPr>
          </a:lstStyle>
          <a:p>
            <a:endParaRPr/>
          </a:p>
        </p:txBody>
      </p:sp>
      <p:sp>
        <p:nvSpPr>
          <p:cNvPr id="563" name="Google Shape;563;p69"/>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Thank you">
  <p:cSld name="BLANK_2_1">
    <p:spTree>
      <p:nvGrpSpPr>
        <p:cNvPr id="1" name="Shape 564"/>
        <p:cNvGrpSpPr/>
        <p:nvPr/>
      </p:nvGrpSpPr>
      <p:grpSpPr>
        <a:xfrm>
          <a:off x="0" y="0"/>
          <a:ext cx="0" cy="0"/>
          <a:chOff x="0" y="0"/>
          <a:chExt cx="0" cy="0"/>
        </a:xfrm>
      </p:grpSpPr>
      <p:sp>
        <p:nvSpPr>
          <p:cNvPr id="565" name="Google Shape;565;p70"/>
          <p:cNvSpPr/>
          <p:nvPr/>
        </p:nvSpPr>
        <p:spPr>
          <a:xfrm>
            <a:off x="608106" y="3907013"/>
            <a:ext cx="571200" cy="571200"/>
          </a:xfrm>
          <a:prstGeom prst="ellipse">
            <a:avLst/>
          </a:prstGeom>
          <a:solidFill>
            <a:schemeClr val="accent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Instrument Sans"/>
              <a:ea typeface="Instrument Sans"/>
              <a:cs typeface="Instrument Sans"/>
              <a:sym typeface="Instrument Sans"/>
            </a:endParaRPr>
          </a:p>
        </p:txBody>
      </p:sp>
      <p:sp>
        <p:nvSpPr>
          <p:cNvPr id="566" name="Google Shape;566;p70"/>
          <p:cNvSpPr>
            <a:spLocks noGrp="1"/>
          </p:cNvSpPr>
          <p:nvPr>
            <p:ph type="pic" idx="2"/>
          </p:nvPr>
        </p:nvSpPr>
        <p:spPr>
          <a:xfrm>
            <a:off x="598225" y="3900375"/>
            <a:ext cx="571200" cy="571200"/>
          </a:xfrm>
          <a:prstGeom prst="ellipse">
            <a:avLst/>
          </a:prstGeom>
          <a:noFill/>
          <a:ln>
            <a:noFill/>
          </a:ln>
        </p:spPr>
      </p:sp>
      <p:sp>
        <p:nvSpPr>
          <p:cNvPr id="567" name="Google Shape;567;p70"/>
          <p:cNvSpPr txBox="1">
            <a:spLocks noGrp="1"/>
          </p:cNvSpPr>
          <p:nvPr>
            <p:ph type="title"/>
          </p:nvPr>
        </p:nvSpPr>
        <p:spPr>
          <a:xfrm>
            <a:off x="291800" y="465200"/>
            <a:ext cx="5666400" cy="2047800"/>
          </a:xfrm>
          <a:prstGeom prst="rect">
            <a:avLst/>
          </a:prstGeom>
          <a:noFill/>
          <a:ln>
            <a:noFill/>
          </a:ln>
        </p:spPr>
        <p:txBody>
          <a:bodyPr spcFirstLastPara="1" wrap="square" lIns="0" tIns="0" rIns="0" bIns="0" anchor="t" anchorCtr="0">
            <a:spAutoFit/>
          </a:bodyPr>
          <a:lstStyle>
            <a:lvl1pPr lvl="0" algn="l">
              <a:lnSpc>
                <a:spcPct val="85000"/>
              </a:lnSpc>
              <a:spcBef>
                <a:spcPts val="0"/>
              </a:spcBef>
              <a:spcAft>
                <a:spcPts val="0"/>
              </a:spcAft>
              <a:buClr>
                <a:schemeClr val="lt1"/>
              </a:buClr>
              <a:buSzPts val="6000"/>
              <a:buFont typeface="Instrument Sans SemiBold"/>
              <a:buNone/>
              <a:defRPr sz="6000"/>
            </a:lvl1pPr>
            <a:lvl2pPr lvl="1" algn="l">
              <a:lnSpc>
                <a:spcPct val="85000"/>
              </a:lnSpc>
              <a:spcBef>
                <a:spcPts val="0"/>
              </a:spcBef>
              <a:spcAft>
                <a:spcPts val="0"/>
              </a:spcAft>
              <a:buClr>
                <a:schemeClr val="lt1"/>
              </a:buClr>
              <a:buSzPts val="6000"/>
              <a:buFont typeface="Instrument Sans SemiBold"/>
              <a:buNone/>
              <a:defRPr sz="6000">
                <a:solidFill>
                  <a:schemeClr val="lt1"/>
                </a:solidFill>
              </a:defRPr>
            </a:lvl2pPr>
            <a:lvl3pPr lvl="2" algn="l">
              <a:lnSpc>
                <a:spcPct val="85000"/>
              </a:lnSpc>
              <a:spcBef>
                <a:spcPts val="0"/>
              </a:spcBef>
              <a:spcAft>
                <a:spcPts val="0"/>
              </a:spcAft>
              <a:buClr>
                <a:schemeClr val="lt1"/>
              </a:buClr>
              <a:buSzPts val="6000"/>
              <a:buFont typeface="Instrument Sans SemiBold"/>
              <a:buNone/>
              <a:defRPr sz="6000">
                <a:solidFill>
                  <a:schemeClr val="lt1"/>
                </a:solidFill>
              </a:defRPr>
            </a:lvl3pPr>
            <a:lvl4pPr lvl="3" algn="l">
              <a:lnSpc>
                <a:spcPct val="85000"/>
              </a:lnSpc>
              <a:spcBef>
                <a:spcPts val="0"/>
              </a:spcBef>
              <a:spcAft>
                <a:spcPts val="0"/>
              </a:spcAft>
              <a:buClr>
                <a:schemeClr val="lt1"/>
              </a:buClr>
              <a:buSzPts val="6000"/>
              <a:buFont typeface="Instrument Sans SemiBold"/>
              <a:buNone/>
              <a:defRPr sz="6000">
                <a:solidFill>
                  <a:schemeClr val="lt1"/>
                </a:solidFill>
              </a:defRPr>
            </a:lvl4pPr>
            <a:lvl5pPr lvl="4" algn="l">
              <a:lnSpc>
                <a:spcPct val="85000"/>
              </a:lnSpc>
              <a:spcBef>
                <a:spcPts val="0"/>
              </a:spcBef>
              <a:spcAft>
                <a:spcPts val="0"/>
              </a:spcAft>
              <a:buClr>
                <a:schemeClr val="lt1"/>
              </a:buClr>
              <a:buSzPts val="6000"/>
              <a:buFont typeface="Instrument Sans SemiBold"/>
              <a:buNone/>
              <a:defRPr sz="6000">
                <a:solidFill>
                  <a:schemeClr val="lt1"/>
                </a:solidFill>
              </a:defRPr>
            </a:lvl5pPr>
            <a:lvl6pPr lvl="5" algn="l">
              <a:lnSpc>
                <a:spcPct val="85000"/>
              </a:lnSpc>
              <a:spcBef>
                <a:spcPts val="0"/>
              </a:spcBef>
              <a:spcAft>
                <a:spcPts val="0"/>
              </a:spcAft>
              <a:buClr>
                <a:schemeClr val="lt1"/>
              </a:buClr>
              <a:buSzPts val="6000"/>
              <a:buFont typeface="Instrument Sans SemiBold"/>
              <a:buNone/>
              <a:defRPr sz="6000">
                <a:solidFill>
                  <a:schemeClr val="lt1"/>
                </a:solidFill>
              </a:defRPr>
            </a:lvl6pPr>
            <a:lvl7pPr lvl="6" algn="l">
              <a:lnSpc>
                <a:spcPct val="85000"/>
              </a:lnSpc>
              <a:spcBef>
                <a:spcPts val="0"/>
              </a:spcBef>
              <a:spcAft>
                <a:spcPts val="0"/>
              </a:spcAft>
              <a:buClr>
                <a:schemeClr val="lt1"/>
              </a:buClr>
              <a:buSzPts val="6000"/>
              <a:buFont typeface="Instrument Sans SemiBold"/>
              <a:buNone/>
              <a:defRPr sz="6000">
                <a:solidFill>
                  <a:schemeClr val="lt1"/>
                </a:solidFill>
              </a:defRPr>
            </a:lvl7pPr>
            <a:lvl8pPr lvl="7" algn="l">
              <a:lnSpc>
                <a:spcPct val="85000"/>
              </a:lnSpc>
              <a:spcBef>
                <a:spcPts val="0"/>
              </a:spcBef>
              <a:spcAft>
                <a:spcPts val="0"/>
              </a:spcAft>
              <a:buClr>
                <a:schemeClr val="lt1"/>
              </a:buClr>
              <a:buSzPts val="6000"/>
              <a:buFont typeface="Instrument Sans SemiBold"/>
              <a:buNone/>
              <a:defRPr sz="6000">
                <a:solidFill>
                  <a:schemeClr val="lt1"/>
                </a:solidFill>
              </a:defRPr>
            </a:lvl8pPr>
            <a:lvl9pPr lvl="8" algn="l">
              <a:lnSpc>
                <a:spcPct val="85000"/>
              </a:lnSpc>
              <a:spcBef>
                <a:spcPts val="0"/>
              </a:spcBef>
              <a:spcAft>
                <a:spcPts val="0"/>
              </a:spcAft>
              <a:buClr>
                <a:schemeClr val="lt1"/>
              </a:buClr>
              <a:buSzPts val="6000"/>
              <a:buFont typeface="Instrument Sans SemiBold"/>
              <a:buNone/>
              <a:defRPr sz="6000">
                <a:solidFill>
                  <a:schemeClr val="lt1"/>
                </a:solidFill>
              </a:defRPr>
            </a:lvl9pPr>
          </a:lstStyle>
          <a:p>
            <a:endParaRPr/>
          </a:p>
        </p:txBody>
      </p:sp>
      <p:sp>
        <p:nvSpPr>
          <p:cNvPr id="568" name="Google Shape;568;p70"/>
          <p:cNvSpPr txBox="1">
            <a:spLocks noGrp="1"/>
          </p:cNvSpPr>
          <p:nvPr>
            <p:ph type="subTitle" idx="1"/>
          </p:nvPr>
        </p:nvSpPr>
        <p:spPr>
          <a:xfrm>
            <a:off x="1416800" y="3864575"/>
            <a:ext cx="2908800" cy="308400"/>
          </a:xfrm>
          <a:prstGeom prst="rect">
            <a:avLst/>
          </a:prstGeom>
          <a:noFill/>
          <a:ln>
            <a:noFill/>
          </a:ln>
        </p:spPr>
        <p:txBody>
          <a:bodyPr spcFirstLastPara="1" wrap="square" lIns="0" tIns="0" rIns="0" bIns="0" anchor="b" anchorCtr="0">
            <a:noAutofit/>
          </a:bodyPr>
          <a:lstStyle>
            <a:lvl1pPr lvl="0" algn="l">
              <a:lnSpc>
                <a:spcPct val="115000"/>
              </a:lnSpc>
              <a:spcBef>
                <a:spcPts val="0"/>
              </a:spcBef>
              <a:spcAft>
                <a:spcPts val="0"/>
              </a:spcAft>
              <a:buClr>
                <a:schemeClr val="lt1"/>
              </a:buClr>
              <a:buSzPts val="1400"/>
              <a:buFont typeface="Instrument Sans"/>
              <a:buNone/>
              <a:defRPr sz="1200">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lt1"/>
              </a:buClr>
              <a:buSzPts val="1400"/>
              <a:buFont typeface="Instrument Sans"/>
              <a:buNone/>
              <a:defRPr>
                <a:solidFill>
                  <a:schemeClr val="lt1"/>
                </a:solidFill>
              </a:defRPr>
            </a:lvl2pPr>
            <a:lvl3pPr lvl="2" algn="l">
              <a:lnSpc>
                <a:spcPct val="115000"/>
              </a:lnSpc>
              <a:spcBef>
                <a:spcPts val="0"/>
              </a:spcBef>
              <a:spcAft>
                <a:spcPts val="0"/>
              </a:spcAft>
              <a:buClr>
                <a:schemeClr val="lt1"/>
              </a:buClr>
              <a:buSzPts val="1400"/>
              <a:buFont typeface="Instrument Sans"/>
              <a:buNone/>
              <a:defRPr>
                <a:solidFill>
                  <a:schemeClr val="lt1"/>
                </a:solidFill>
              </a:defRPr>
            </a:lvl3pPr>
            <a:lvl4pPr lvl="3" algn="l">
              <a:lnSpc>
                <a:spcPct val="115000"/>
              </a:lnSpc>
              <a:spcBef>
                <a:spcPts val="0"/>
              </a:spcBef>
              <a:spcAft>
                <a:spcPts val="0"/>
              </a:spcAft>
              <a:buClr>
                <a:schemeClr val="lt1"/>
              </a:buClr>
              <a:buSzPts val="1400"/>
              <a:buFont typeface="Instrument Sans"/>
              <a:buNone/>
              <a:defRPr>
                <a:solidFill>
                  <a:schemeClr val="lt1"/>
                </a:solidFill>
              </a:defRPr>
            </a:lvl4pPr>
            <a:lvl5pPr lvl="4" algn="l">
              <a:lnSpc>
                <a:spcPct val="115000"/>
              </a:lnSpc>
              <a:spcBef>
                <a:spcPts val="0"/>
              </a:spcBef>
              <a:spcAft>
                <a:spcPts val="0"/>
              </a:spcAft>
              <a:buClr>
                <a:schemeClr val="lt1"/>
              </a:buClr>
              <a:buSzPts val="1400"/>
              <a:buFont typeface="Instrument Sans"/>
              <a:buNone/>
              <a:defRPr>
                <a:solidFill>
                  <a:schemeClr val="lt1"/>
                </a:solidFill>
              </a:defRPr>
            </a:lvl5pPr>
            <a:lvl6pPr lvl="5" algn="l">
              <a:lnSpc>
                <a:spcPct val="115000"/>
              </a:lnSpc>
              <a:spcBef>
                <a:spcPts val="0"/>
              </a:spcBef>
              <a:spcAft>
                <a:spcPts val="0"/>
              </a:spcAft>
              <a:buClr>
                <a:schemeClr val="lt1"/>
              </a:buClr>
              <a:buSzPts val="1400"/>
              <a:buFont typeface="Instrument Sans"/>
              <a:buNone/>
              <a:defRPr>
                <a:solidFill>
                  <a:schemeClr val="lt1"/>
                </a:solidFill>
              </a:defRPr>
            </a:lvl6pPr>
            <a:lvl7pPr lvl="6" algn="l">
              <a:lnSpc>
                <a:spcPct val="115000"/>
              </a:lnSpc>
              <a:spcBef>
                <a:spcPts val="0"/>
              </a:spcBef>
              <a:spcAft>
                <a:spcPts val="0"/>
              </a:spcAft>
              <a:buClr>
                <a:schemeClr val="lt1"/>
              </a:buClr>
              <a:buSzPts val="1400"/>
              <a:buFont typeface="Instrument Sans"/>
              <a:buNone/>
              <a:defRPr>
                <a:solidFill>
                  <a:schemeClr val="lt1"/>
                </a:solidFill>
              </a:defRPr>
            </a:lvl7pPr>
            <a:lvl8pPr lvl="7" algn="l">
              <a:lnSpc>
                <a:spcPct val="115000"/>
              </a:lnSpc>
              <a:spcBef>
                <a:spcPts val="0"/>
              </a:spcBef>
              <a:spcAft>
                <a:spcPts val="0"/>
              </a:spcAft>
              <a:buClr>
                <a:schemeClr val="lt1"/>
              </a:buClr>
              <a:buSzPts val="1400"/>
              <a:buFont typeface="Instrument Sans"/>
              <a:buNone/>
              <a:defRPr>
                <a:solidFill>
                  <a:schemeClr val="lt1"/>
                </a:solidFill>
              </a:defRPr>
            </a:lvl8pPr>
            <a:lvl9pPr lvl="8" algn="l">
              <a:lnSpc>
                <a:spcPct val="115000"/>
              </a:lnSpc>
              <a:spcBef>
                <a:spcPts val="0"/>
              </a:spcBef>
              <a:spcAft>
                <a:spcPts val="0"/>
              </a:spcAft>
              <a:buClr>
                <a:schemeClr val="lt1"/>
              </a:buClr>
              <a:buSzPts val="1400"/>
              <a:buFont typeface="Instrument Sans"/>
              <a:buNone/>
              <a:defRPr>
                <a:solidFill>
                  <a:schemeClr val="lt1"/>
                </a:solidFill>
              </a:defRPr>
            </a:lvl9pPr>
          </a:lstStyle>
          <a:p>
            <a:endParaRPr/>
          </a:p>
        </p:txBody>
      </p:sp>
      <p:sp>
        <p:nvSpPr>
          <p:cNvPr id="569" name="Google Shape;569;p70"/>
          <p:cNvSpPr txBox="1">
            <a:spLocks noGrp="1"/>
          </p:cNvSpPr>
          <p:nvPr>
            <p:ph type="subTitle" idx="3"/>
          </p:nvPr>
        </p:nvSpPr>
        <p:spPr>
          <a:xfrm>
            <a:off x="1416800" y="4185969"/>
            <a:ext cx="2908800" cy="308400"/>
          </a:xfrm>
          <a:prstGeom prst="rect">
            <a:avLst/>
          </a:prstGeom>
          <a:noFill/>
          <a:ln>
            <a:noFill/>
          </a:ln>
        </p:spPr>
        <p:txBody>
          <a:bodyPr spcFirstLastPara="1" wrap="square" lIns="0" tIns="0" rIns="0" bIns="0" anchor="t" anchorCtr="0">
            <a:noAutofit/>
          </a:bodyPr>
          <a:lstStyle>
            <a:lvl1pPr lvl="0" algn="l">
              <a:lnSpc>
                <a:spcPct val="110000"/>
              </a:lnSpc>
              <a:spcBef>
                <a:spcPts val="0"/>
              </a:spcBef>
              <a:spcAft>
                <a:spcPts val="0"/>
              </a:spcAft>
              <a:buSzPts val="1000"/>
              <a:buNone/>
              <a:defRPr sz="1200" i="1">
                <a:solidFill>
                  <a:schemeClr val="accent5"/>
                </a:solidFill>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accent5"/>
              </a:buClr>
              <a:buSzPts val="1400"/>
              <a:buFont typeface="Instrument Sans"/>
              <a:buNone/>
              <a:defRPr>
                <a:solidFill>
                  <a:schemeClr val="accent5"/>
                </a:solidFill>
              </a:defRPr>
            </a:lvl2pPr>
            <a:lvl3pPr lvl="2" algn="l">
              <a:lnSpc>
                <a:spcPct val="115000"/>
              </a:lnSpc>
              <a:spcBef>
                <a:spcPts val="0"/>
              </a:spcBef>
              <a:spcAft>
                <a:spcPts val="0"/>
              </a:spcAft>
              <a:buClr>
                <a:schemeClr val="accent5"/>
              </a:buClr>
              <a:buSzPts val="1400"/>
              <a:buFont typeface="Instrument Sans"/>
              <a:buNone/>
              <a:defRPr>
                <a:solidFill>
                  <a:schemeClr val="accent5"/>
                </a:solidFill>
              </a:defRPr>
            </a:lvl3pPr>
            <a:lvl4pPr lvl="3" algn="l">
              <a:lnSpc>
                <a:spcPct val="115000"/>
              </a:lnSpc>
              <a:spcBef>
                <a:spcPts val="0"/>
              </a:spcBef>
              <a:spcAft>
                <a:spcPts val="0"/>
              </a:spcAft>
              <a:buClr>
                <a:schemeClr val="accent5"/>
              </a:buClr>
              <a:buSzPts val="1400"/>
              <a:buFont typeface="Instrument Sans"/>
              <a:buNone/>
              <a:defRPr>
                <a:solidFill>
                  <a:schemeClr val="accent5"/>
                </a:solidFill>
              </a:defRPr>
            </a:lvl4pPr>
            <a:lvl5pPr lvl="4" algn="l">
              <a:lnSpc>
                <a:spcPct val="115000"/>
              </a:lnSpc>
              <a:spcBef>
                <a:spcPts val="0"/>
              </a:spcBef>
              <a:spcAft>
                <a:spcPts val="0"/>
              </a:spcAft>
              <a:buClr>
                <a:schemeClr val="accent5"/>
              </a:buClr>
              <a:buSzPts val="1400"/>
              <a:buFont typeface="Instrument Sans"/>
              <a:buNone/>
              <a:defRPr>
                <a:solidFill>
                  <a:schemeClr val="accent5"/>
                </a:solidFill>
              </a:defRPr>
            </a:lvl5pPr>
            <a:lvl6pPr lvl="5" algn="l">
              <a:lnSpc>
                <a:spcPct val="115000"/>
              </a:lnSpc>
              <a:spcBef>
                <a:spcPts val="0"/>
              </a:spcBef>
              <a:spcAft>
                <a:spcPts val="0"/>
              </a:spcAft>
              <a:buClr>
                <a:schemeClr val="accent5"/>
              </a:buClr>
              <a:buSzPts val="1400"/>
              <a:buFont typeface="Instrument Sans"/>
              <a:buNone/>
              <a:defRPr>
                <a:solidFill>
                  <a:schemeClr val="accent5"/>
                </a:solidFill>
              </a:defRPr>
            </a:lvl6pPr>
            <a:lvl7pPr lvl="6" algn="l">
              <a:lnSpc>
                <a:spcPct val="115000"/>
              </a:lnSpc>
              <a:spcBef>
                <a:spcPts val="0"/>
              </a:spcBef>
              <a:spcAft>
                <a:spcPts val="0"/>
              </a:spcAft>
              <a:buClr>
                <a:schemeClr val="accent5"/>
              </a:buClr>
              <a:buSzPts val="1400"/>
              <a:buFont typeface="Instrument Sans"/>
              <a:buNone/>
              <a:defRPr>
                <a:solidFill>
                  <a:schemeClr val="accent5"/>
                </a:solidFill>
              </a:defRPr>
            </a:lvl7pPr>
            <a:lvl8pPr lvl="7" algn="l">
              <a:lnSpc>
                <a:spcPct val="115000"/>
              </a:lnSpc>
              <a:spcBef>
                <a:spcPts val="0"/>
              </a:spcBef>
              <a:spcAft>
                <a:spcPts val="0"/>
              </a:spcAft>
              <a:buClr>
                <a:schemeClr val="accent5"/>
              </a:buClr>
              <a:buSzPts val="1400"/>
              <a:buFont typeface="Instrument Sans"/>
              <a:buNone/>
              <a:defRPr>
                <a:solidFill>
                  <a:schemeClr val="accent5"/>
                </a:solidFill>
              </a:defRPr>
            </a:lvl8pPr>
            <a:lvl9pPr lvl="8" algn="l">
              <a:lnSpc>
                <a:spcPct val="115000"/>
              </a:lnSpc>
              <a:spcBef>
                <a:spcPts val="0"/>
              </a:spcBef>
              <a:spcAft>
                <a:spcPts val="0"/>
              </a:spcAft>
              <a:buClr>
                <a:schemeClr val="accent5"/>
              </a:buClr>
              <a:buSzPts val="1400"/>
              <a:buFont typeface="Instrument Sans"/>
              <a:buNone/>
              <a:defRPr>
                <a:solidFill>
                  <a:schemeClr val="accent5"/>
                </a:solidFill>
              </a:defRPr>
            </a:lvl9pPr>
          </a:lstStyle>
          <a:p>
            <a:endParaRPr/>
          </a:p>
        </p:txBody>
      </p:sp>
      <p:grpSp>
        <p:nvGrpSpPr>
          <p:cNvPr id="570" name="Google Shape;570;p70"/>
          <p:cNvGrpSpPr/>
          <p:nvPr/>
        </p:nvGrpSpPr>
        <p:grpSpPr>
          <a:xfrm>
            <a:off x="5689900" y="0"/>
            <a:ext cx="2908800" cy="5143500"/>
            <a:chOff x="5689900" y="0"/>
            <a:chExt cx="2908800" cy="5143500"/>
          </a:xfrm>
        </p:grpSpPr>
        <p:pic>
          <p:nvPicPr>
            <p:cNvPr id="571" name="Google Shape;571;p70"/>
            <p:cNvPicPr preferRelativeResize="0"/>
            <p:nvPr/>
          </p:nvPicPr>
          <p:blipFill rotWithShape="1">
            <a:blip r:embed="rId2">
              <a:alphaModFix/>
            </a:blip>
            <a:srcRect b="18778"/>
            <a:stretch/>
          </p:blipFill>
          <p:spPr>
            <a:xfrm>
              <a:off x="5689900" y="2780975"/>
              <a:ext cx="2908800" cy="2362525"/>
            </a:xfrm>
            <a:prstGeom prst="rect">
              <a:avLst/>
            </a:prstGeom>
            <a:noFill/>
            <a:ln>
              <a:noFill/>
            </a:ln>
          </p:spPr>
        </p:pic>
        <p:pic>
          <p:nvPicPr>
            <p:cNvPr id="572" name="Google Shape;572;p70"/>
            <p:cNvPicPr preferRelativeResize="0"/>
            <p:nvPr/>
          </p:nvPicPr>
          <p:blipFill rotWithShape="1">
            <a:blip r:embed="rId3">
              <a:alphaModFix/>
            </a:blip>
            <a:srcRect t="25728"/>
            <a:stretch/>
          </p:blipFill>
          <p:spPr>
            <a:xfrm>
              <a:off x="5689900" y="0"/>
              <a:ext cx="2908800" cy="2160400"/>
            </a:xfrm>
            <a:prstGeom prst="rect">
              <a:avLst/>
            </a:prstGeom>
            <a:noFill/>
            <a:ln>
              <a:noFill/>
            </a:ln>
          </p:spPr>
        </p:pic>
        <p:pic>
          <p:nvPicPr>
            <p:cNvPr id="573" name="Google Shape;573;p70"/>
            <p:cNvPicPr preferRelativeResize="0"/>
            <p:nvPr/>
          </p:nvPicPr>
          <p:blipFill rotWithShape="1">
            <a:blip r:embed="rId4">
              <a:alphaModFix/>
            </a:blip>
            <a:srcRect/>
            <a:stretch/>
          </p:blipFill>
          <p:spPr>
            <a:xfrm>
              <a:off x="5689900" y="960725"/>
              <a:ext cx="2908800" cy="2908800"/>
            </a:xfrm>
            <a:prstGeom prst="rect">
              <a:avLst/>
            </a:prstGeom>
            <a:noFill/>
            <a:ln>
              <a:noFill/>
            </a:ln>
          </p:spPr>
        </p:pic>
      </p:gr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Promotions" type="blank">
  <p:cSld name="BLANK">
    <p:spTree>
      <p:nvGrpSpPr>
        <p:cNvPr id="1" name="Shape 574"/>
        <p:cNvGrpSpPr/>
        <p:nvPr/>
      </p:nvGrpSpPr>
      <p:grpSpPr>
        <a:xfrm>
          <a:off x="0" y="0"/>
          <a:ext cx="0" cy="0"/>
          <a:chOff x="0" y="0"/>
          <a:chExt cx="0" cy="0"/>
        </a:xfrm>
      </p:grpSpPr>
      <p:sp>
        <p:nvSpPr>
          <p:cNvPr id="575" name="Google Shape;575;p71"/>
          <p:cNvSpPr txBox="1">
            <a:spLocks noGrp="1"/>
          </p:cNvSpPr>
          <p:nvPr>
            <p:ph type="subTitle" idx="1"/>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576" name="Google Shape;576;p71"/>
          <p:cNvSpPr txBox="1">
            <a:spLocks noGrp="1"/>
          </p:cNvSpPr>
          <p:nvPr>
            <p:ph type="subTitle" idx="2"/>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pic>
        <p:nvPicPr>
          <p:cNvPr id="577" name="Google Shape;577;p71" descr="A portrait of a smiling woman in casual attire. "/>
          <p:cNvPicPr preferRelativeResize="0"/>
          <p:nvPr/>
        </p:nvPicPr>
        <p:blipFill rotWithShape="1">
          <a:blip r:embed="rId2">
            <a:alphaModFix/>
          </a:blip>
          <a:srcRect l="26958" r="35833" b="23378"/>
          <a:stretch/>
        </p:blipFill>
        <p:spPr>
          <a:xfrm>
            <a:off x="284700" y="1847700"/>
            <a:ext cx="2055000" cy="2820900"/>
          </a:xfrm>
          <a:prstGeom prst="roundRect">
            <a:avLst>
              <a:gd name="adj" fmla="val 15597"/>
            </a:avLst>
          </a:prstGeom>
          <a:noFill/>
          <a:ln>
            <a:noFill/>
          </a:ln>
        </p:spPr>
      </p:pic>
      <p:pic>
        <p:nvPicPr>
          <p:cNvPr id="578" name="Google Shape;578;p71" descr="A confident man stands with his arms crossed in front of a white background. "/>
          <p:cNvPicPr preferRelativeResize="0"/>
          <p:nvPr/>
        </p:nvPicPr>
        <p:blipFill rotWithShape="1">
          <a:blip r:embed="rId3">
            <a:alphaModFix/>
          </a:blip>
          <a:srcRect l="28621" r="23422" b="1225"/>
          <a:stretch/>
        </p:blipFill>
        <p:spPr>
          <a:xfrm>
            <a:off x="4629476" y="1847700"/>
            <a:ext cx="2055000" cy="2820900"/>
          </a:xfrm>
          <a:prstGeom prst="roundRect">
            <a:avLst>
              <a:gd name="adj" fmla="val 15616"/>
            </a:avLst>
          </a:prstGeom>
          <a:noFill/>
          <a:ln>
            <a:noFill/>
          </a:ln>
        </p:spPr>
      </p:pic>
      <p:sp>
        <p:nvSpPr>
          <p:cNvPr id="579" name="Google Shape;579;p71"/>
          <p:cNvSpPr txBox="1">
            <a:spLocks noGrp="1"/>
          </p:cNvSpPr>
          <p:nvPr>
            <p:ph type="title"/>
          </p:nvPr>
        </p:nvSpPr>
        <p:spPr>
          <a:xfrm>
            <a:off x="284700" y="598950"/>
            <a:ext cx="6615900" cy="450600"/>
          </a:xfrm>
          <a:prstGeom prst="rect">
            <a:avLst/>
          </a:prstGeom>
          <a:noFill/>
          <a:ln>
            <a:noFill/>
          </a:ln>
        </p:spPr>
        <p:txBody>
          <a:bodyPr spcFirstLastPara="1" wrap="square" lIns="0" tIns="0" rIns="91425" bIns="0" anchor="t" anchorCtr="0">
            <a:spAutoFit/>
          </a:bodyPr>
          <a:lstStyle>
            <a:lvl1pPr lvl="0" algn="l">
              <a:lnSpc>
                <a:spcPct val="100000"/>
              </a:lnSpc>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1pPr>
            <a:lvl2pPr lvl="1" algn="l">
              <a:lnSpc>
                <a:spcPct val="100000"/>
              </a:lnSpc>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2pPr>
            <a:lvl3pPr lvl="2" algn="l">
              <a:lnSpc>
                <a:spcPct val="100000"/>
              </a:lnSpc>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3pPr>
            <a:lvl4pPr lvl="3" algn="l">
              <a:lnSpc>
                <a:spcPct val="100000"/>
              </a:lnSpc>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4pPr>
            <a:lvl5pPr lvl="4" algn="l">
              <a:lnSpc>
                <a:spcPct val="100000"/>
              </a:lnSpc>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5pPr>
            <a:lvl6pPr lvl="5" algn="l">
              <a:lnSpc>
                <a:spcPct val="100000"/>
              </a:lnSpc>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6pPr>
            <a:lvl7pPr lvl="6" algn="l">
              <a:lnSpc>
                <a:spcPct val="100000"/>
              </a:lnSpc>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7pPr>
            <a:lvl8pPr lvl="7" algn="l">
              <a:lnSpc>
                <a:spcPct val="100000"/>
              </a:lnSpc>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8pPr>
            <a:lvl9pPr lvl="8" algn="l">
              <a:lnSpc>
                <a:spcPct val="100000"/>
              </a:lnSpc>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9pPr>
          </a:lstStyle>
          <a:p>
            <a:endParaRPr/>
          </a:p>
        </p:txBody>
      </p:sp>
      <p:sp>
        <p:nvSpPr>
          <p:cNvPr id="580" name="Google Shape;580;p71"/>
          <p:cNvSpPr txBox="1">
            <a:spLocks noGrp="1"/>
          </p:cNvSpPr>
          <p:nvPr>
            <p:ph type="subTitle" idx="3"/>
          </p:nvPr>
        </p:nvSpPr>
        <p:spPr>
          <a:xfrm>
            <a:off x="2541625" y="2578075"/>
            <a:ext cx="1796700" cy="3177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Clr>
                <a:schemeClr val="lt1"/>
              </a:buClr>
              <a:buSzPts val="1400"/>
              <a:buFont typeface="Instrument Sans Medium"/>
              <a:buNone/>
              <a:defRPr>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lt1"/>
              </a:buClr>
              <a:buSzPts val="1400"/>
              <a:buFont typeface="Instrument Sans"/>
              <a:buNone/>
              <a:defRPr>
                <a:solidFill>
                  <a:schemeClr val="lt1"/>
                </a:solidFill>
              </a:defRPr>
            </a:lvl2pPr>
            <a:lvl3pPr lvl="2" algn="l">
              <a:lnSpc>
                <a:spcPct val="115000"/>
              </a:lnSpc>
              <a:spcBef>
                <a:spcPts val="0"/>
              </a:spcBef>
              <a:spcAft>
                <a:spcPts val="0"/>
              </a:spcAft>
              <a:buClr>
                <a:schemeClr val="lt1"/>
              </a:buClr>
              <a:buSzPts val="1400"/>
              <a:buFont typeface="Instrument Sans"/>
              <a:buNone/>
              <a:defRPr>
                <a:solidFill>
                  <a:schemeClr val="lt1"/>
                </a:solidFill>
              </a:defRPr>
            </a:lvl3pPr>
            <a:lvl4pPr lvl="3" algn="l">
              <a:lnSpc>
                <a:spcPct val="115000"/>
              </a:lnSpc>
              <a:spcBef>
                <a:spcPts val="0"/>
              </a:spcBef>
              <a:spcAft>
                <a:spcPts val="0"/>
              </a:spcAft>
              <a:buClr>
                <a:schemeClr val="lt1"/>
              </a:buClr>
              <a:buSzPts val="1400"/>
              <a:buFont typeface="Instrument Sans"/>
              <a:buNone/>
              <a:defRPr>
                <a:solidFill>
                  <a:schemeClr val="lt1"/>
                </a:solidFill>
              </a:defRPr>
            </a:lvl4pPr>
            <a:lvl5pPr lvl="4" algn="l">
              <a:lnSpc>
                <a:spcPct val="115000"/>
              </a:lnSpc>
              <a:spcBef>
                <a:spcPts val="0"/>
              </a:spcBef>
              <a:spcAft>
                <a:spcPts val="0"/>
              </a:spcAft>
              <a:buClr>
                <a:schemeClr val="lt1"/>
              </a:buClr>
              <a:buSzPts val="1400"/>
              <a:buFont typeface="Instrument Sans"/>
              <a:buNone/>
              <a:defRPr>
                <a:solidFill>
                  <a:schemeClr val="lt1"/>
                </a:solidFill>
              </a:defRPr>
            </a:lvl5pPr>
            <a:lvl6pPr lvl="5" algn="l">
              <a:lnSpc>
                <a:spcPct val="115000"/>
              </a:lnSpc>
              <a:spcBef>
                <a:spcPts val="0"/>
              </a:spcBef>
              <a:spcAft>
                <a:spcPts val="0"/>
              </a:spcAft>
              <a:buClr>
                <a:schemeClr val="lt1"/>
              </a:buClr>
              <a:buSzPts val="1400"/>
              <a:buFont typeface="Instrument Sans"/>
              <a:buNone/>
              <a:defRPr>
                <a:solidFill>
                  <a:schemeClr val="lt1"/>
                </a:solidFill>
              </a:defRPr>
            </a:lvl6pPr>
            <a:lvl7pPr lvl="6" algn="l">
              <a:lnSpc>
                <a:spcPct val="115000"/>
              </a:lnSpc>
              <a:spcBef>
                <a:spcPts val="0"/>
              </a:spcBef>
              <a:spcAft>
                <a:spcPts val="0"/>
              </a:spcAft>
              <a:buClr>
                <a:schemeClr val="lt1"/>
              </a:buClr>
              <a:buSzPts val="1400"/>
              <a:buFont typeface="Instrument Sans"/>
              <a:buNone/>
              <a:defRPr>
                <a:solidFill>
                  <a:schemeClr val="lt1"/>
                </a:solidFill>
              </a:defRPr>
            </a:lvl7pPr>
            <a:lvl8pPr lvl="7" algn="l">
              <a:lnSpc>
                <a:spcPct val="115000"/>
              </a:lnSpc>
              <a:spcBef>
                <a:spcPts val="0"/>
              </a:spcBef>
              <a:spcAft>
                <a:spcPts val="0"/>
              </a:spcAft>
              <a:buClr>
                <a:schemeClr val="lt1"/>
              </a:buClr>
              <a:buSzPts val="1400"/>
              <a:buFont typeface="Instrument Sans"/>
              <a:buNone/>
              <a:defRPr>
                <a:solidFill>
                  <a:schemeClr val="lt1"/>
                </a:solidFill>
              </a:defRPr>
            </a:lvl8pPr>
            <a:lvl9pPr lvl="8" algn="l">
              <a:lnSpc>
                <a:spcPct val="115000"/>
              </a:lnSpc>
              <a:spcBef>
                <a:spcPts val="0"/>
              </a:spcBef>
              <a:spcAft>
                <a:spcPts val="0"/>
              </a:spcAft>
              <a:buClr>
                <a:schemeClr val="lt1"/>
              </a:buClr>
              <a:buSzPts val="1400"/>
              <a:buFont typeface="Instrument Sans"/>
              <a:buNone/>
              <a:defRPr>
                <a:solidFill>
                  <a:schemeClr val="lt1"/>
                </a:solidFill>
              </a:defRPr>
            </a:lvl9pPr>
          </a:lstStyle>
          <a:p>
            <a:endParaRPr/>
          </a:p>
        </p:txBody>
      </p:sp>
      <p:sp>
        <p:nvSpPr>
          <p:cNvPr id="581" name="Google Shape;581;p71"/>
          <p:cNvSpPr txBox="1">
            <a:spLocks noGrp="1"/>
          </p:cNvSpPr>
          <p:nvPr>
            <p:ph type="subTitle" idx="4"/>
          </p:nvPr>
        </p:nvSpPr>
        <p:spPr>
          <a:xfrm>
            <a:off x="2640775" y="2819575"/>
            <a:ext cx="1485600" cy="4506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1200"/>
              <a:buNone/>
              <a:defRPr sz="1200"/>
            </a:lvl1pPr>
            <a:lvl2pPr lvl="1" algn="l">
              <a:lnSpc>
                <a:spcPct val="115000"/>
              </a:lnSpc>
              <a:spcBef>
                <a:spcPts val="0"/>
              </a:spcBef>
              <a:spcAft>
                <a:spcPts val="0"/>
              </a:spcAft>
              <a:buSzPts val="1400"/>
              <a:buNone/>
              <a:defRPr/>
            </a:lvl2pPr>
            <a:lvl3pPr lvl="2" algn="l">
              <a:lnSpc>
                <a:spcPct val="115000"/>
              </a:lnSpc>
              <a:spcBef>
                <a:spcPts val="0"/>
              </a:spcBef>
              <a:spcAft>
                <a:spcPts val="0"/>
              </a:spcAft>
              <a:buSzPts val="1400"/>
              <a:buNone/>
              <a:defRPr/>
            </a:lvl3pPr>
            <a:lvl4pPr lvl="3" algn="l">
              <a:lnSpc>
                <a:spcPct val="115000"/>
              </a:lnSpc>
              <a:spcBef>
                <a:spcPts val="0"/>
              </a:spcBef>
              <a:spcAft>
                <a:spcPts val="0"/>
              </a:spcAft>
              <a:buSzPts val="1400"/>
              <a:buNone/>
              <a:defRPr/>
            </a:lvl4pPr>
            <a:lvl5pPr lvl="4" algn="l">
              <a:lnSpc>
                <a:spcPct val="115000"/>
              </a:lnSpc>
              <a:spcBef>
                <a:spcPts val="0"/>
              </a:spcBef>
              <a:spcAft>
                <a:spcPts val="0"/>
              </a:spcAft>
              <a:buSzPts val="1400"/>
              <a:buNone/>
              <a:defRPr/>
            </a:lvl5pPr>
            <a:lvl6pPr lvl="5" algn="l">
              <a:lnSpc>
                <a:spcPct val="115000"/>
              </a:lnSpc>
              <a:spcBef>
                <a:spcPts val="0"/>
              </a:spcBef>
              <a:spcAft>
                <a:spcPts val="0"/>
              </a:spcAft>
              <a:buSzPts val="1400"/>
              <a:buNone/>
              <a:defRPr/>
            </a:lvl6pPr>
            <a:lvl7pPr lvl="6" algn="l">
              <a:lnSpc>
                <a:spcPct val="115000"/>
              </a:lnSpc>
              <a:spcBef>
                <a:spcPts val="0"/>
              </a:spcBef>
              <a:spcAft>
                <a:spcPts val="0"/>
              </a:spcAft>
              <a:buSzPts val="1400"/>
              <a:buNone/>
              <a:defRPr/>
            </a:lvl7pPr>
            <a:lvl8pPr lvl="7" algn="l">
              <a:lnSpc>
                <a:spcPct val="115000"/>
              </a:lnSpc>
              <a:spcBef>
                <a:spcPts val="0"/>
              </a:spcBef>
              <a:spcAft>
                <a:spcPts val="0"/>
              </a:spcAft>
              <a:buSzPts val="1400"/>
              <a:buNone/>
              <a:defRPr/>
            </a:lvl8pPr>
            <a:lvl9pPr lvl="8" algn="l">
              <a:lnSpc>
                <a:spcPct val="115000"/>
              </a:lnSpc>
              <a:spcBef>
                <a:spcPts val="0"/>
              </a:spcBef>
              <a:spcAft>
                <a:spcPts val="0"/>
              </a:spcAft>
              <a:buSzPts val="1400"/>
              <a:buNone/>
              <a:defRPr/>
            </a:lvl9pPr>
          </a:lstStyle>
          <a:p>
            <a:endParaRPr/>
          </a:p>
        </p:txBody>
      </p:sp>
      <p:sp>
        <p:nvSpPr>
          <p:cNvPr id="582" name="Google Shape;582;p71"/>
          <p:cNvSpPr txBox="1">
            <a:spLocks noGrp="1"/>
          </p:cNvSpPr>
          <p:nvPr>
            <p:ph type="subTitle" idx="5"/>
          </p:nvPr>
        </p:nvSpPr>
        <p:spPr>
          <a:xfrm>
            <a:off x="6895261" y="2578075"/>
            <a:ext cx="1796700" cy="3177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Clr>
                <a:schemeClr val="lt1"/>
              </a:buClr>
              <a:buSzPts val="1400"/>
              <a:buFont typeface="Instrument Sans Medium"/>
              <a:buNone/>
              <a:defRPr>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lt1"/>
              </a:buClr>
              <a:buSzPts val="1400"/>
              <a:buFont typeface="Instrument Sans"/>
              <a:buNone/>
              <a:defRPr>
                <a:solidFill>
                  <a:schemeClr val="lt1"/>
                </a:solidFill>
              </a:defRPr>
            </a:lvl2pPr>
            <a:lvl3pPr lvl="2" algn="l">
              <a:lnSpc>
                <a:spcPct val="115000"/>
              </a:lnSpc>
              <a:spcBef>
                <a:spcPts val="0"/>
              </a:spcBef>
              <a:spcAft>
                <a:spcPts val="0"/>
              </a:spcAft>
              <a:buClr>
                <a:schemeClr val="lt1"/>
              </a:buClr>
              <a:buSzPts val="1400"/>
              <a:buFont typeface="Instrument Sans"/>
              <a:buNone/>
              <a:defRPr>
                <a:solidFill>
                  <a:schemeClr val="lt1"/>
                </a:solidFill>
              </a:defRPr>
            </a:lvl3pPr>
            <a:lvl4pPr lvl="3" algn="l">
              <a:lnSpc>
                <a:spcPct val="115000"/>
              </a:lnSpc>
              <a:spcBef>
                <a:spcPts val="0"/>
              </a:spcBef>
              <a:spcAft>
                <a:spcPts val="0"/>
              </a:spcAft>
              <a:buClr>
                <a:schemeClr val="lt1"/>
              </a:buClr>
              <a:buSzPts val="1400"/>
              <a:buFont typeface="Instrument Sans"/>
              <a:buNone/>
              <a:defRPr>
                <a:solidFill>
                  <a:schemeClr val="lt1"/>
                </a:solidFill>
              </a:defRPr>
            </a:lvl4pPr>
            <a:lvl5pPr lvl="4" algn="l">
              <a:lnSpc>
                <a:spcPct val="115000"/>
              </a:lnSpc>
              <a:spcBef>
                <a:spcPts val="0"/>
              </a:spcBef>
              <a:spcAft>
                <a:spcPts val="0"/>
              </a:spcAft>
              <a:buClr>
                <a:schemeClr val="lt1"/>
              </a:buClr>
              <a:buSzPts val="1400"/>
              <a:buFont typeface="Instrument Sans"/>
              <a:buNone/>
              <a:defRPr>
                <a:solidFill>
                  <a:schemeClr val="lt1"/>
                </a:solidFill>
              </a:defRPr>
            </a:lvl5pPr>
            <a:lvl6pPr lvl="5" algn="l">
              <a:lnSpc>
                <a:spcPct val="115000"/>
              </a:lnSpc>
              <a:spcBef>
                <a:spcPts val="0"/>
              </a:spcBef>
              <a:spcAft>
                <a:spcPts val="0"/>
              </a:spcAft>
              <a:buClr>
                <a:schemeClr val="lt1"/>
              </a:buClr>
              <a:buSzPts val="1400"/>
              <a:buFont typeface="Instrument Sans"/>
              <a:buNone/>
              <a:defRPr>
                <a:solidFill>
                  <a:schemeClr val="lt1"/>
                </a:solidFill>
              </a:defRPr>
            </a:lvl6pPr>
            <a:lvl7pPr lvl="6" algn="l">
              <a:lnSpc>
                <a:spcPct val="115000"/>
              </a:lnSpc>
              <a:spcBef>
                <a:spcPts val="0"/>
              </a:spcBef>
              <a:spcAft>
                <a:spcPts val="0"/>
              </a:spcAft>
              <a:buClr>
                <a:schemeClr val="lt1"/>
              </a:buClr>
              <a:buSzPts val="1400"/>
              <a:buFont typeface="Instrument Sans"/>
              <a:buNone/>
              <a:defRPr>
                <a:solidFill>
                  <a:schemeClr val="lt1"/>
                </a:solidFill>
              </a:defRPr>
            </a:lvl7pPr>
            <a:lvl8pPr lvl="7" algn="l">
              <a:lnSpc>
                <a:spcPct val="115000"/>
              </a:lnSpc>
              <a:spcBef>
                <a:spcPts val="0"/>
              </a:spcBef>
              <a:spcAft>
                <a:spcPts val="0"/>
              </a:spcAft>
              <a:buClr>
                <a:schemeClr val="lt1"/>
              </a:buClr>
              <a:buSzPts val="1400"/>
              <a:buFont typeface="Instrument Sans"/>
              <a:buNone/>
              <a:defRPr>
                <a:solidFill>
                  <a:schemeClr val="lt1"/>
                </a:solidFill>
              </a:defRPr>
            </a:lvl8pPr>
            <a:lvl9pPr lvl="8" algn="l">
              <a:lnSpc>
                <a:spcPct val="115000"/>
              </a:lnSpc>
              <a:spcBef>
                <a:spcPts val="0"/>
              </a:spcBef>
              <a:spcAft>
                <a:spcPts val="0"/>
              </a:spcAft>
              <a:buClr>
                <a:schemeClr val="lt1"/>
              </a:buClr>
              <a:buSzPts val="1400"/>
              <a:buFont typeface="Instrument Sans"/>
              <a:buNone/>
              <a:defRPr>
                <a:solidFill>
                  <a:schemeClr val="lt1"/>
                </a:solidFill>
              </a:defRPr>
            </a:lvl9pPr>
          </a:lstStyle>
          <a:p>
            <a:endParaRPr/>
          </a:p>
        </p:txBody>
      </p:sp>
      <p:sp>
        <p:nvSpPr>
          <p:cNvPr id="583" name="Google Shape;583;p71"/>
          <p:cNvSpPr txBox="1">
            <a:spLocks noGrp="1"/>
          </p:cNvSpPr>
          <p:nvPr>
            <p:ph type="subTitle" idx="6"/>
          </p:nvPr>
        </p:nvSpPr>
        <p:spPr>
          <a:xfrm>
            <a:off x="6895261" y="2819575"/>
            <a:ext cx="1485600" cy="4506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Clr>
                <a:schemeClr val="lt1"/>
              </a:buClr>
              <a:buSzPts val="1200"/>
              <a:buFont typeface="Instrument Sans"/>
              <a:buNone/>
              <a:defRPr sz="1200"/>
            </a:lvl1pPr>
            <a:lvl2pPr lvl="1" algn="l">
              <a:lnSpc>
                <a:spcPct val="115000"/>
              </a:lnSpc>
              <a:spcBef>
                <a:spcPts val="0"/>
              </a:spcBef>
              <a:spcAft>
                <a:spcPts val="0"/>
              </a:spcAft>
              <a:buClr>
                <a:schemeClr val="lt1"/>
              </a:buClr>
              <a:buSzPts val="1400"/>
              <a:buFont typeface="Instrument Sans"/>
              <a:buNone/>
              <a:defRPr>
                <a:solidFill>
                  <a:schemeClr val="lt1"/>
                </a:solidFill>
              </a:defRPr>
            </a:lvl2pPr>
            <a:lvl3pPr lvl="2" algn="l">
              <a:lnSpc>
                <a:spcPct val="115000"/>
              </a:lnSpc>
              <a:spcBef>
                <a:spcPts val="0"/>
              </a:spcBef>
              <a:spcAft>
                <a:spcPts val="0"/>
              </a:spcAft>
              <a:buClr>
                <a:schemeClr val="lt1"/>
              </a:buClr>
              <a:buSzPts val="1400"/>
              <a:buFont typeface="Instrument Sans"/>
              <a:buNone/>
              <a:defRPr>
                <a:solidFill>
                  <a:schemeClr val="lt1"/>
                </a:solidFill>
              </a:defRPr>
            </a:lvl3pPr>
            <a:lvl4pPr lvl="3" algn="l">
              <a:lnSpc>
                <a:spcPct val="115000"/>
              </a:lnSpc>
              <a:spcBef>
                <a:spcPts val="0"/>
              </a:spcBef>
              <a:spcAft>
                <a:spcPts val="0"/>
              </a:spcAft>
              <a:buClr>
                <a:schemeClr val="lt1"/>
              </a:buClr>
              <a:buSzPts val="1400"/>
              <a:buFont typeface="Instrument Sans"/>
              <a:buNone/>
              <a:defRPr>
                <a:solidFill>
                  <a:schemeClr val="lt1"/>
                </a:solidFill>
              </a:defRPr>
            </a:lvl4pPr>
            <a:lvl5pPr lvl="4" algn="l">
              <a:lnSpc>
                <a:spcPct val="115000"/>
              </a:lnSpc>
              <a:spcBef>
                <a:spcPts val="0"/>
              </a:spcBef>
              <a:spcAft>
                <a:spcPts val="0"/>
              </a:spcAft>
              <a:buClr>
                <a:schemeClr val="lt1"/>
              </a:buClr>
              <a:buSzPts val="1400"/>
              <a:buFont typeface="Instrument Sans"/>
              <a:buNone/>
              <a:defRPr>
                <a:solidFill>
                  <a:schemeClr val="lt1"/>
                </a:solidFill>
              </a:defRPr>
            </a:lvl5pPr>
            <a:lvl6pPr lvl="5" algn="l">
              <a:lnSpc>
                <a:spcPct val="115000"/>
              </a:lnSpc>
              <a:spcBef>
                <a:spcPts val="0"/>
              </a:spcBef>
              <a:spcAft>
                <a:spcPts val="0"/>
              </a:spcAft>
              <a:buClr>
                <a:schemeClr val="lt1"/>
              </a:buClr>
              <a:buSzPts val="1400"/>
              <a:buFont typeface="Instrument Sans"/>
              <a:buNone/>
              <a:defRPr>
                <a:solidFill>
                  <a:schemeClr val="lt1"/>
                </a:solidFill>
              </a:defRPr>
            </a:lvl6pPr>
            <a:lvl7pPr lvl="6" algn="l">
              <a:lnSpc>
                <a:spcPct val="115000"/>
              </a:lnSpc>
              <a:spcBef>
                <a:spcPts val="0"/>
              </a:spcBef>
              <a:spcAft>
                <a:spcPts val="0"/>
              </a:spcAft>
              <a:buClr>
                <a:schemeClr val="lt1"/>
              </a:buClr>
              <a:buSzPts val="1400"/>
              <a:buFont typeface="Instrument Sans"/>
              <a:buNone/>
              <a:defRPr>
                <a:solidFill>
                  <a:schemeClr val="lt1"/>
                </a:solidFill>
              </a:defRPr>
            </a:lvl7pPr>
            <a:lvl8pPr lvl="7" algn="l">
              <a:lnSpc>
                <a:spcPct val="115000"/>
              </a:lnSpc>
              <a:spcBef>
                <a:spcPts val="0"/>
              </a:spcBef>
              <a:spcAft>
                <a:spcPts val="0"/>
              </a:spcAft>
              <a:buClr>
                <a:schemeClr val="lt1"/>
              </a:buClr>
              <a:buSzPts val="1400"/>
              <a:buFont typeface="Instrument Sans"/>
              <a:buNone/>
              <a:defRPr>
                <a:solidFill>
                  <a:schemeClr val="lt1"/>
                </a:solidFill>
              </a:defRPr>
            </a:lvl8pPr>
            <a:lvl9pPr lvl="8" algn="l">
              <a:lnSpc>
                <a:spcPct val="115000"/>
              </a:lnSpc>
              <a:spcBef>
                <a:spcPts val="0"/>
              </a:spcBef>
              <a:spcAft>
                <a:spcPts val="0"/>
              </a:spcAft>
              <a:buClr>
                <a:schemeClr val="lt1"/>
              </a:buClr>
              <a:buSzPts val="1400"/>
              <a:buFont typeface="Instrument Sans"/>
              <a:buNone/>
              <a:defRPr>
                <a:solidFill>
                  <a:schemeClr val="lt1"/>
                </a:solidFill>
              </a:defRPr>
            </a:lvl9pPr>
          </a:lstStyle>
          <a:p>
            <a:endParaRPr/>
          </a:p>
        </p:txBody>
      </p:sp>
      <p:sp>
        <p:nvSpPr>
          <p:cNvPr id="584" name="Google Shape;584;p71"/>
          <p:cNvSpPr txBox="1">
            <a:spLocks noGrp="1"/>
          </p:cNvSpPr>
          <p:nvPr>
            <p:ph type="subTitle" idx="7"/>
          </p:nvPr>
        </p:nvSpPr>
        <p:spPr>
          <a:xfrm>
            <a:off x="2541000" y="3617250"/>
            <a:ext cx="1899900" cy="9993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Clr>
                <a:schemeClr val="accent6"/>
              </a:buClr>
              <a:buSzPts val="1000"/>
              <a:buFont typeface="Instrument Sans"/>
              <a:buNone/>
              <a:defRPr sz="1000">
                <a:solidFill>
                  <a:schemeClr val="accent6"/>
                </a:solidFill>
              </a:defRPr>
            </a:lvl1pPr>
            <a:lvl2pPr lvl="1" algn="l">
              <a:lnSpc>
                <a:spcPct val="115000"/>
              </a:lnSpc>
              <a:spcBef>
                <a:spcPts val="0"/>
              </a:spcBef>
              <a:spcAft>
                <a:spcPts val="0"/>
              </a:spcAft>
              <a:buClr>
                <a:schemeClr val="accent6"/>
              </a:buClr>
              <a:buSzPts val="1400"/>
              <a:buFont typeface="Instrument Sans"/>
              <a:buNone/>
              <a:defRPr>
                <a:solidFill>
                  <a:schemeClr val="accent6"/>
                </a:solidFill>
              </a:defRPr>
            </a:lvl2pPr>
            <a:lvl3pPr lvl="2" algn="l">
              <a:lnSpc>
                <a:spcPct val="115000"/>
              </a:lnSpc>
              <a:spcBef>
                <a:spcPts val="0"/>
              </a:spcBef>
              <a:spcAft>
                <a:spcPts val="0"/>
              </a:spcAft>
              <a:buClr>
                <a:schemeClr val="accent6"/>
              </a:buClr>
              <a:buSzPts val="1400"/>
              <a:buFont typeface="Instrument Sans"/>
              <a:buNone/>
              <a:defRPr>
                <a:solidFill>
                  <a:schemeClr val="accent6"/>
                </a:solidFill>
              </a:defRPr>
            </a:lvl3pPr>
            <a:lvl4pPr lvl="3" algn="l">
              <a:lnSpc>
                <a:spcPct val="115000"/>
              </a:lnSpc>
              <a:spcBef>
                <a:spcPts val="0"/>
              </a:spcBef>
              <a:spcAft>
                <a:spcPts val="0"/>
              </a:spcAft>
              <a:buClr>
                <a:schemeClr val="accent6"/>
              </a:buClr>
              <a:buSzPts val="1400"/>
              <a:buFont typeface="Instrument Sans"/>
              <a:buNone/>
              <a:defRPr>
                <a:solidFill>
                  <a:schemeClr val="accent6"/>
                </a:solidFill>
              </a:defRPr>
            </a:lvl4pPr>
            <a:lvl5pPr lvl="4" algn="l">
              <a:lnSpc>
                <a:spcPct val="115000"/>
              </a:lnSpc>
              <a:spcBef>
                <a:spcPts val="0"/>
              </a:spcBef>
              <a:spcAft>
                <a:spcPts val="0"/>
              </a:spcAft>
              <a:buClr>
                <a:schemeClr val="accent6"/>
              </a:buClr>
              <a:buSzPts val="1400"/>
              <a:buFont typeface="Instrument Sans"/>
              <a:buNone/>
              <a:defRPr>
                <a:solidFill>
                  <a:schemeClr val="accent6"/>
                </a:solidFill>
              </a:defRPr>
            </a:lvl5pPr>
            <a:lvl6pPr lvl="5" algn="l">
              <a:lnSpc>
                <a:spcPct val="115000"/>
              </a:lnSpc>
              <a:spcBef>
                <a:spcPts val="0"/>
              </a:spcBef>
              <a:spcAft>
                <a:spcPts val="0"/>
              </a:spcAft>
              <a:buClr>
                <a:schemeClr val="accent6"/>
              </a:buClr>
              <a:buSzPts val="1400"/>
              <a:buFont typeface="Instrument Sans"/>
              <a:buNone/>
              <a:defRPr>
                <a:solidFill>
                  <a:schemeClr val="accent6"/>
                </a:solidFill>
              </a:defRPr>
            </a:lvl6pPr>
            <a:lvl7pPr lvl="6" algn="l">
              <a:lnSpc>
                <a:spcPct val="115000"/>
              </a:lnSpc>
              <a:spcBef>
                <a:spcPts val="0"/>
              </a:spcBef>
              <a:spcAft>
                <a:spcPts val="0"/>
              </a:spcAft>
              <a:buClr>
                <a:schemeClr val="accent6"/>
              </a:buClr>
              <a:buSzPts val="1400"/>
              <a:buFont typeface="Instrument Sans"/>
              <a:buNone/>
              <a:defRPr>
                <a:solidFill>
                  <a:schemeClr val="accent6"/>
                </a:solidFill>
              </a:defRPr>
            </a:lvl7pPr>
            <a:lvl8pPr lvl="7" algn="l">
              <a:lnSpc>
                <a:spcPct val="115000"/>
              </a:lnSpc>
              <a:spcBef>
                <a:spcPts val="0"/>
              </a:spcBef>
              <a:spcAft>
                <a:spcPts val="0"/>
              </a:spcAft>
              <a:buClr>
                <a:schemeClr val="accent6"/>
              </a:buClr>
              <a:buSzPts val="1400"/>
              <a:buFont typeface="Instrument Sans"/>
              <a:buNone/>
              <a:defRPr>
                <a:solidFill>
                  <a:schemeClr val="accent6"/>
                </a:solidFill>
              </a:defRPr>
            </a:lvl8pPr>
            <a:lvl9pPr lvl="8" algn="l">
              <a:lnSpc>
                <a:spcPct val="115000"/>
              </a:lnSpc>
              <a:spcBef>
                <a:spcPts val="0"/>
              </a:spcBef>
              <a:spcAft>
                <a:spcPts val="0"/>
              </a:spcAft>
              <a:buClr>
                <a:schemeClr val="accent6"/>
              </a:buClr>
              <a:buSzPts val="1400"/>
              <a:buFont typeface="Instrument Sans"/>
              <a:buNone/>
              <a:defRPr>
                <a:solidFill>
                  <a:schemeClr val="accent6"/>
                </a:solidFill>
              </a:defRPr>
            </a:lvl9pPr>
          </a:lstStyle>
          <a:p>
            <a:endParaRPr/>
          </a:p>
        </p:txBody>
      </p:sp>
      <p:sp>
        <p:nvSpPr>
          <p:cNvPr id="585" name="Google Shape;585;p71"/>
          <p:cNvSpPr txBox="1">
            <a:spLocks noGrp="1"/>
          </p:cNvSpPr>
          <p:nvPr>
            <p:ph type="subTitle" idx="8"/>
          </p:nvPr>
        </p:nvSpPr>
        <p:spPr>
          <a:xfrm>
            <a:off x="6886656" y="3627975"/>
            <a:ext cx="1899900" cy="9993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Clr>
                <a:schemeClr val="accent6"/>
              </a:buClr>
              <a:buSzPts val="1000"/>
              <a:buFont typeface="Instrument Sans"/>
              <a:buNone/>
              <a:defRPr sz="1000">
                <a:solidFill>
                  <a:schemeClr val="accent6"/>
                </a:solidFill>
              </a:defRPr>
            </a:lvl1pPr>
            <a:lvl2pPr lvl="1" algn="l">
              <a:lnSpc>
                <a:spcPct val="115000"/>
              </a:lnSpc>
              <a:spcBef>
                <a:spcPts val="0"/>
              </a:spcBef>
              <a:spcAft>
                <a:spcPts val="0"/>
              </a:spcAft>
              <a:buClr>
                <a:schemeClr val="accent6"/>
              </a:buClr>
              <a:buSzPts val="1400"/>
              <a:buFont typeface="Instrument Sans"/>
              <a:buNone/>
              <a:defRPr>
                <a:solidFill>
                  <a:schemeClr val="accent6"/>
                </a:solidFill>
              </a:defRPr>
            </a:lvl2pPr>
            <a:lvl3pPr lvl="2" algn="l">
              <a:lnSpc>
                <a:spcPct val="115000"/>
              </a:lnSpc>
              <a:spcBef>
                <a:spcPts val="0"/>
              </a:spcBef>
              <a:spcAft>
                <a:spcPts val="0"/>
              </a:spcAft>
              <a:buClr>
                <a:schemeClr val="accent6"/>
              </a:buClr>
              <a:buSzPts val="1400"/>
              <a:buFont typeface="Instrument Sans"/>
              <a:buNone/>
              <a:defRPr>
                <a:solidFill>
                  <a:schemeClr val="accent6"/>
                </a:solidFill>
              </a:defRPr>
            </a:lvl3pPr>
            <a:lvl4pPr lvl="3" algn="l">
              <a:lnSpc>
                <a:spcPct val="115000"/>
              </a:lnSpc>
              <a:spcBef>
                <a:spcPts val="0"/>
              </a:spcBef>
              <a:spcAft>
                <a:spcPts val="0"/>
              </a:spcAft>
              <a:buClr>
                <a:schemeClr val="accent6"/>
              </a:buClr>
              <a:buSzPts val="1400"/>
              <a:buFont typeface="Instrument Sans"/>
              <a:buNone/>
              <a:defRPr>
                <a:solidFill>
                  <a:schemeClr val="accent6"/>
                </a:solidFill>
              </a:defRPr>
            </a:lvl4pPr>
            <a:lvl5pPr lvl="4" algn="l">
              <a:lnSpc>
                <a:spcPct val="115000"/>
              </a:lnSpc>
              <a:spcBef>
                <a:spcPts val="0"/>
              </a:spcBef>
              <a:spcAft>
                <a:spcPts val="0"/>
              </a:spcAft>
              <a:buClr>
                <a:schemeClr val="accent6"/>
              </a:buClr>
              <a:buSzPts val="1400"/>
              <a:buFont typeface="Instrument Sans"/>
              <a:buNone/>
              <a:defRPr>
                <a:solidFill>
                  <a:schemeClr val="accent6"/>
                </a:solidFill>
              </a:defRPr>
            </a:lvl5pPr>
            <a:lvl6pPr lvl="5" algn="l">
              <a:lnSpc>
                <a:spcPct val="115000"/>
              </a:lnSpc>
              <a:spcBef>
                <a:spcPts val="0"/>
              </a:spcBef>
              <a:spcAft>
                <a:spcPts val="0"/>
              </a:spcAft>
              <a:buClr>
                <a:schemeClr val="accent6"/>
              </a:buClr>
              <a:buSzPts val="1400"/>
              <a:buFont typeface="Instrument Sans"/>
              <a:buNone/>
              <a:defRPr>
                <a:solidFill>
                  <a:schemeClr val="accent6"/>
                </a:solidFill>
              </a:defRPr>
            </a:lvl6pPr>
            <a:lvl7pPr lvl="6" algn="l">
              <a:lnSpc>
                <a:spcPct val="115000"/>
              </a:lnSpc>
              <a:spcBef>
                <a:spcPts val="0"/>
              </a:spcBef>
              <a:spcAft>
                <a:spcPts val="0"/>
              </a:spcAft>
              <a:buClr>
                <a:schemeClr val="accent6"/>
              </a:buClr>
              <a:buSzPts val="1400"/>
              <a:buFont typeface="Instrument Sans"/>
              <a:buNone/>
              <a:defRPr>
                <a:solidFill>
                  <a:schemeClr val="accent6"/>
                </a:solidFill>
              </a:defRPr>
            </a:lvl7pPr>
            <a:lvl8pPr lvl="7" algn="l">
              <a:lnSpc>
                <a:spcPct val="115000"/>
              </a:lnSpc>
              <a:spcBef>
                <a:spcPts val="0"/>
              </a:spcBef>
              <a:spcAft>
                <a:spcPts val="0"/>
              </a:spcAft>
              <a:buClr>
                <a:schemeClr val="accent6"/>
              </a:buClr>
              <a:buSzPts val="1400"/>
              <a:buFont typeface="Instrument Sans"/>
              <a:buNone/>
              <a:defRPr>
                <a:solidFill>
                  <a:schemeClr val="accent6"/>
                </a:solidFill>
              </a:defRPr>
            </a:lvl8pPr>
            <a:lvl9pPr lvl="8" algn="l">
              <a:lnSpc>
                <a:spcPct val="115000"/>
              </a:lnSpc>
              <a:spcBef>
                <a:spcPts val="0"/>
              </a:spcBef>
              <a:spcAft>
                <a:spcPts val="0"/>
              </a:spcAft>
              <a:buClr>
                <a:schemeClr val="accent6"/>
              </a:buClr>
              <a:buSzPts val="1400"/>
              <a:buFont typeface="Instrument Sans"/>
              <a:buNone/>
              <a:defRPr>
                <a:solidFill>
                  <a:schemeClr val="accent6"/>
                </a:solidFill>
              </a:defRPr>
            </a:lvl9pPr>
          </a:lstStyle>
          <a:p>
            <a:endParaRPr/>
          </a:p>
        </p:txBody>
      </p:sp>
      <p:sp>
        <p:nvSpPr>
          <p:cNvPr id="586" name="Google Shape;586;p71"/>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Agenda - Alt 6 elements">
  <p:cSld name="BLANK_1_1_1_1_1_1_1_1_1_1_1_2_1">
    <p:bg>
      <p:bgPr>
        <a:solidFill>
          <a:schemeClr val="dk2"/>
        </a:solidFill>
        <a:effectLst/>
      </p:bgPr>
    </p:bg>
    <p:spTree>
      <p:nvGrpSpPr>
        <p:cNvPr id="1" name="Shape 587"/>
        <p:cNvGrpSpPr/>
        <p:nvPr/>
      </p:nvGrpSpPr>
      <p:grpSpPr>
        <a:xfrm>
          <a:off x="0" y="0"/>
          <a:ext cx="0" cy="0"/>
          <a:chOff x="0" y="0"/>
          <a:chExt cx="0" cy="0"/>
        </a:xfrm>
      </p:grpSpPr>
      <p:pic>
        <p:nvPicPr>
          <p:cNvPr id="588" name="Google Shape;588;p72"/>
          <p:cNvPicPr preferRelativeResize="0"/>
          <p:nvPr/>
        </p:nvPicPr>
        <p:blipFill rotWithShape="1">
          <a:blip r:embed="rId2">
            <a:alphaModFix/>
          </a:blip>
          <a:srcRect t="12335" r="33444" b="31415"/>
          <a:stretch/>
        </p:blipFill>
        <p:spPr>
          <a:xfrm>
            <a:off x="3058325" y="0"/>
            <a:ext cx="6085676" cy="5143500"/>
          </a:xfrm>
          <a:prstGeom prst="rect">
            <a:avLst/>
          </a:prstGeom>
          <a:noFill/>
          <a:ln>
            <a:noFill/>
          </a:ln>
        </p:spPr>
      </p:pic>
      <p:sp>
        <p:nvSpPr>
          <p:cNvPr id="589" name="Google Shape;589;p72"/>
          <p:cNvSpPr txBox="1">
            <a:spLocks noGrp="1"/>
          </p:cNvSpPr>
          <p:nvPr>
            <p:ph type="body" idx="1"/>
          </p:nvPr>
        </p:nvSpPr>
        <p:spPr>
          <a:xfrm>
            <a:off x="281050" y="2623225"/>
            <a:ext cx="1363500" cy="1323600"/>
          </a:xfrm>
          <a:prstGeom prst="rect">
            <a:avLst/>
          </a:prstGeom>
          <a:noFill/>
          <a:ln>
            <a:noFill/>
          </a:ln>
        </p:spPr>
        <p:txBody>
          <a:bodyPr spcFirstLastPara="1" wrap="square" lIns="137150" tIns="91425" rIns="90250" bIns="91425" anchor="t" anchorCtr="0">
            <a:noAutofit/>
          </a:bodyPr>
          <a:lstStyle>
            <a:lvl1pPr marL="457200" lvl="0"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1pPr>
            <a:lvl2pPr marL="914400" lvl="1"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2pPr>
            <a:lvl3pPr marL="1371600" lvl="2"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3pPr>
            <a:lvl4pPr marL="1828800" lvl="3"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4pPr>
            <a:lvl5pPr marL="2286000" lvl="4"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5pPr>
            <a:lvl6pPr marL="2743200" lvl="5"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6pPr>
            <a:lvl7pPr marL="3200400" lvl="6"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7pPr>
            <a:lvl8pPr marL="3657600" lvl="7"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8pPr>
            <a:lvl9pPr marL="4114800" lvl="8"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9pPr>
          </a:lstStyle>
          <a:p>
            <a:endParaRPr/>
          </a:p>
        </p:txBody>
      </p:sp>
      <p:sp>
        <p:nvSpPr>
          <p:cNvPr id="590" name="Google Shape;590;p72"/>
          <p:cNvSpPr txBox="1">
            <a:spLocks noGrp="1"/>
          </p:cNvSpPr>
          <p:nvPr>
            <p:ph type="body" idx="2"/>
          </p:nvPr>
        </p:nvSpPr>
        <p:spPr>
          <a:xfrm>
            <a:off x="1721100" y="2623225"/>
            <a:ext cx="1372500" cy="1323600"/>
          </a:xfrm>
          <a:prstGeom prst="rect">
            <a:avLst/>
          </a:prstGeom>
          <a:noFill/>
          <a:ln>
            <a:noFill/>
          </a:ln>
        </p:spPr>
        <p:txBody>
          <a:bodyPr spcFirstLastPara="1" wrap="square" lIns="137150" tIns="91425" rIns="91425" bIns="91425" anchor="t" anchorCtr="0">
            <a:noAutofit/>
          </a:bodyPr>
          <a:lstStyle>
            <a:lvl1pPr marL="457200" lvl="0" indent="-304800" algn="l">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1pPr>
            <a:lvl2pPr marL="914400" lvl="1" indent="-304800" algn="l">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2pPr>
            <a:lvl3pPr marL="1371600" lvl="2" indent="-304800" algn="l">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3pPr>
            <a:lvl4pPr marL="1828800" lvl="3" indent="-304800" algn="l">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4pPr>
            <a:lvl5pPr marL="2286000" lvl="4" indent="-304800" algn="l">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5pPr>
            <a:lvl6pPr marL="2743200" lvl="5" indent="-304800" algn="l">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6pPr>
            <a:lvl7pPr marL="3200400" lvl="6" indent="-304800" algn="l">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7pPr>
            <a:lvl8pPr marL="3657600" lvl="7" indent="-304800" algn="l">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8pPr>
            <a:lvl9pPr marL="4114800" lvl="8" indent="-304800" algn="l">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9pPr>
          </a:lstStyle>
          <a:p>
            <a:endParaRPr/>
          </a:p>
        </p:txBody>
      </p:sp>
      <p:sp>
        <p:nvSpPr>
          <p:cNvPr id="591" name="Google Shape;591;p72"/>
          <p:cNvSpPr txBox="1">
            <a:spLocks noGrp="1"/>
          </p:cNvSpPr>
          <p:nvPr>
            <p:ph type="body" idx="3"/>
          </p:nvPr>
        </p:nvSpPr>
        <p:spPr>
          <a:xfrm>
            <a:off x="3166974" y="2623225"/>
            <a:ext cx="1372500" cy="1323600"/>
          </a:xfrm>
          <a:prstGeom prst="rect">
            <a:avLst/>
          </a:prstGeom>
          <a:noFill/>
          <a:ln>
            <a:noFill/>
          </a:ln>
        </p:spPr>
        <p:txBody>
          <a:bodyPr spcFirstLastPara="1" wrap="square" lIns="137150" tIns="91425" rIns="91425" bIns="91425" anchor="t" anchorCtr="0">
            <a:noAutofit/>
          </a:bodyPr>
          <a:lstStyle>
            <a:lvl1pPr marL="457200" lvl="0"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1pPr>
            <a:lvl2pPr marL="914400" lvl="1"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2pPr>
            <a:lvl3pPr marL="1371600" lvl="2"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3pPr>
            <a:lvl4pPr marL="1828800" lvl="3"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4pPr>
            <a:lvl5pPr marL="2286000" lvl="4"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5pPr>
            <a:lvl6pPr marL="2743200" lvl="5"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6pPr>
            <a:lvl7pPr marL="3200400" lvl="6"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7pPr>
            <a:lvl8pPr marL="3657600" lvl="7"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8pPr>
            <a:lvl9pPr marL="4114800" lvl="8"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9pPr>
          </a:lstStyle>
          <a:p>
            <a:endParaRPr/>
          </a:p>
        </p:txBody>
      </p:sp>
      <p:sp>
        <p:nvSpPr>
          <p:cNvPr id="592" name="Google Shape;592;p72"/>
          <p:cNvSpPr txBox="1">
            <a:spLocks noGrp="1"/>
          </p:cNvSpPr>
          <p:nvPr>
            <p:ph type="body" idx="4"/>
          </p:nvPr>
        </p:nvSpPr>
        <p:spPr>
          <a:xfrm>
            <a:off x="4608100" y="2623225"/>
            <a:ext cx="1372500" cy="1323600"/>
          </a:xfrm>
          <a:prstGeom prst="rect">
            <a:avLst/>
          </a:prstGeom>
          <a:noFill/>
          <a:ln>
            <a:noFill/>
          </a:ln>
        </p:spPr>
        <p:txBody>
          <a:bodyPr spcFirstLastPara="1" wrap="square" lIns="137150" tIns="91425" rIns="91425" bIns="91425" anchor="t" anchorCtr="0">
            <a:noAutofit/>
          </a:bodyPr>
          <a:lstStyle>
            <a:lvl1pPr marL="457200" lvl="0"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1pPr>
            <a:lvl2pPr marL="914400" lvl="1"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2pPr>
            <a:lvl3pPr marL="1371600" lvl="2"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3pPr>
            <a:lvl4pPr marL="1828800" lvl="3"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4pPr>
            <a:lvl5pPr marL="2286000" lvl="4"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5pPr>
            <a:lvl6pPr marL="2743200" lvl="5"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6pPr>
            <a:lvl7pPr marL="3200400" lvl="6"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7pPr>
            <a:lvl8pPr marL="3657600" lvl="7"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8pPr>
            <a:lvl9pPr marL="4114800" lvl="8"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9pPr>
          </a:lstStyle>
          <a:p>
            <a:endParaRPr/>
          </a:p>
        </p:txBody>
      </p:sp>
      <p:sp>
        <p:nvSpPr>
          <p:cNvPr id="593" name="Google Shape;593;p72"/>
          <p:cNvSpPr txBox="1">
            <a:spLocks noGrp="1"/>
          </p:cNvSpPr>
          <p:nvPr>
            <p:ph type="body" idx="5"/>
          </p:nvPr>
        </p:nvSpPr>
        <p:spPr>
          <a:xfrm>
            <a:off x="6053974" y="2623225"/>
            <a:ext cx="1372500" cy="1323600"/>
          </a:xfrm>
          <a:prstGeom prst="rect">
            <a:avLst/>
          </a:prstGeom>
          <a:noFill/>
          <a:ln>
            <a:noFill/>
          </a:ln>
        </p:spPr>
        <p:txBody>
          <a:bodyPr spcFirstLastPara="1" wrap="square" lIns="137150" tIns="91425" rIns="91425" bIns="91425" anchor="t" anchorCtr="0">
            <a:noAutofit/>
          </a:bodyPr>
          <a:lstStyle>
            <a:lvl1pPr marL="457200" lvl="0"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1pPr>
            <a:lvl2pPr marL="914400" lvl="1"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2pPr>
            <a:lvl3pPr marL="1371600" lvl="2"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3pPr>
            <a:lvl4pPr marL="1828800" lvl="3"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4pPr>
            <a:lvl5pPr marL="2286000" lvl="4"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5pPr>
            <a:lvl6pPr marL="2743200" lvl="5"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6pPr>
            <a:lvl7pPr marL="3200400" lvl="6"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7pPr>
            <a:lvl8pPr marL="3657600" lvl="7"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8pPr>
            <a:lvl9pPr marL="4114800" lvl="8"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9pPr>
          </a:lstStyle>
          <a:p>
            <a:endParaRPr/>
          </a:p>
        </p:txBody>
      </p:sp>
      <p:sp>
        <p:nvSpPr>
          <p:cNvPr id="594" name="Google Shape;594;p72"/>
          <p:cNvSpPr txBox="1">
            <a:spLocks noGrp="1"/>
          </p:cNvSpPr>
          <p:nvPr>
            <p:ph type="body" idx="6"/>
          </p:nvPr>
        </p:nvSpPr>
        <p:spPr>
          <a:xfrm>
            <a:off x="7495100" y="2623225"/>
            <a:ext cx="1372500" cy="1323600"/>
          </a:xfrm>
          <a:prstGeom prst="rect">
            <a:avLst/>
          </a:prstGeom>
          <a:noFill/>
          <a:ln>
            <a:noFill/>
          </a:ln>
        </p:spPr>
        <p:txBody>
          <a:bodyPr spcFirstLastPara="1" wrap="square" lIns="137150" tIns="91425" rIns="91425" bIns="91425" anchor="t" anchorCtr="0">
            <a:noAutofit/>
          </a:bodyPr>
          <a:lstStyle>
            <a:lvl1pPr marL="457200" lvl="0"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1pPr>
            <a:lvl2pPr marL="914400" lvl="1"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2pPr>
            <a:lvl3pPr marL="1371600" lvl="2"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3pPr>
            <a:lvl4pPr marL="1828800" lvl="3"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4pPr>
            <a:lvl5pPr marL="2286000" lvl="4"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5pPr>
            <a:lvl6pPr marL="2743200" lvl="5"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6pPr>
            <a:lvl7pPr marL="3200400" lvl="6"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7pPr>
            <a:lvl8pPr marL="3657600" lvl="7"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8pPr>
            <a:lvl9pPr marL="4114800" lvl="8" indent="-304800" algn="l">
              <a:lnSpc>
                <a:spcPct val="115000"/>
              </a:lnSpc>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9pPr>
          </a:lstStyle>
          <a:p>
            <a:endParaRPr/>
          </a:p>
        </p:txBody>
      </p:sp>
      <p:sp>
        <p:nvSpPr>
          <p:cNvPr id="595" name="Google Shape;595;p72"/>
          <p:cNvSpPr txBox="1">
            <a:spLocks noGrp="1"/>
          </p:cNvSpPr>
          <p:nvPr>
            <p:ph type="title"/>
          </p:nvPr>
        </p:nvSpPr>
        <p:spPr>
          <a:xfrm>
            <a:off x="292597" y="474750"/>
            <a:ext cx="6390300" cy="4986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3000"/>
              <a:buNone/>
              <a:defRPr sz="3000"/>
            </a:lvl2pPr>
            <a:lvl3pPr lvl="2" algn="l">
              <a:lnSpc>
                <a:spcPct val="115000"/>
              </a:lnSpc>
              <a:spcBef>
                <a:spcPts val="0"/>
              </a:spcBef>
              <a:spcAft>
                <a:spcPts val="0"/>
              </a:spcAft>
              <a:buSzPts val="3000"/>
              <a:buNone/>
              <a:defRPr sz="3000"/>
            </a:lvl3pPr>
            <a:lvl4pPr lvl="3" algn="l">
              <a:lnSpc>
                <a:spcPct val="115000"/>
              </a:lnSpc>
              <a:spcBef>
                <a:spcPts val="0"/>
              </a:spcBef>
              <a:spcAft>
                <a:spcPts val="0"/>
              </a:spcAft>
              <a:buSzPts val="3000"/>
              <a:buNone/>
              <a:defRPr sz="3000"/>
            </a:lvl4pPr>
            <a:lvl5pPr lvl="4" algn="l">
              <a:lnSpc>
                <a:spcPct val="115000"/>
              </a:lnSpc>
              <a:spcBef>
                <a:spcPts val="0"/>
              </a:spcBef>
              <a:spcAft>
                <a:spcPts val="0"/>
              </a:spcAft>
              <a:buSzPts val="3000"/>
              <a:buNone/>
              <a:defRPr sz="3000"/>
            </a:lvl5pPr>
            <a:lvl6pPr lvl="5" algn="l">
              <a:lnSpc>
                <a:spcPct val="115000"/>
              </a:lnSpc>
              <a:spcBef>
                <a:spcPts val="0"/>
              </a:spcBef>
              <a:spcAft>
                <a:spcPts val="0"/>
              </a:spcAft>
              <a:buSzPts val="3000"/>
              <a:buNone/>
              <a:defRPr sz="3000"/>
            </a:lvl6pPr>
            <a:lvl7pPr lvl="6" algn="l">
              <a:lnSpc>
                <a:spcPct val="115000"/>
              </a:lnSpc>
              <a:spcBef>
                <a:spcPts val="0"/>
              </a:spcBef>
              <a:spcAft>
                <a:spcPts val="0"/>
              </a:spcAft>
              <a:buSzPts val="3000"/>
              <a:buNone/>
              <a:defRPr sz="3000"/>
            </a:lvl7pPr>
            <a:lvl8pPr lvl="7" algn="l">
              <a:lnSpc>
                <a:spcPct val="115000"/>
              </a:lnSpc>
              <a:spcBef>
                <a:spcPts val="0"/>
              </a:spcBef>
              <a:spcAft>
                <a:spcPts val="0"/>
              </a:spcAft>
              <a:buSzPts val="3000"/>
              <a:buNone/>
              <a:defRPr sz="3000"/>
            </a:lvl8pPr>
            <a:lvl9pPr lvl="8" algn="l">
              <a:lnSpc>
                <a:spcPct val="115000"/>
              </a:lnSpc>
              <a:spcBef>
                <a:spcPts val="0"/>
              </a:spcBef>
              <a:spcAft>
                <a:spcPts val="0"/>
              </a:spcAft>
              <a:buSzPts val="3000"/>
              <a:buNone/>
              <a:defRPr sz="3000"/>
            </a:lvl9pPr>
          </a:lstStyle>
          <a:p>
            <a:endParaRPr/>
          </a:p>
        </p:txBody>
      </p:sp>
      <p:sp>
        <p:nvSpPr>
          <p:cNvPr id="596" name="Google Shape;596;p72"/>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5"/>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5"/>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5"/>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5"/>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5"/>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5"/>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5"/>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5"/>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5"/>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597" name="Google Shape;597;p72"/>
          <p:cNvSpPr txBox="1">
            <a:spLocks noGrp="1"/>
          </p:cNvSpPr>
          <p:nvPr>
            <p:ph type="subTitle" idx="7"/>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598" name="Google Shape;598;p72"/>
          <p:cNvSpPr txBox="1">
            <a:spLocks noGrp="1"/>
          </p:cNvSpPr>
          <p:nvPr>
            <p:ph type="subTitle" idx="8"/>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599" name="Google Shape;599;p72"/>
          <p:cNvSpPr txBox="1">
            <a:spLocks noGrp="1"/>
          </p:cNvSpPr>
          <p:nvPr>
            <p:ph type="subTitle" idx="9"/>
          </p:nvPr>
        </p:nvSpPr>
        <p:spPr>
          <a:xfrm>
            <a:off x="282950" y="2148761"/>
            <a:ext cx="900900" cy="312600"/>
          </a:xfrm>
          <a:prstGeom prst="rect">
            <a:avLst/>
          </a:prstGeom>
          <a:noFill/>
          <a:ln>
            <a:noFill/>
          </a:ln>
        </p:spPr>
        <p:txBody>
          <a:bodyPr spcFirstLastPara="1" wrap="square" lIns="137150" tIns="91425" rIns="91425" bIns="91425" anchor="t" anchorCtr="0">
            <a:noAutofit/>
          </a:bodyPr>
          <a:lstStyle>
            <a:lvl1pPr lvl="0" algn="l">
              <a:lnSpc>
                <a:spcPct val="115000"/>
              </a:lnSpc>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600" name="Google Shape;600;p72"/>
          <p:cNvSpPr txBox="1">
            <a:spLocks noGrp="1"/>
          </p:cNvSpPr>
          <p:nvPr>
            <p:ph type="subTitle" idx="13"/>
          </p:nvPr>
        </p:nvSpPr>
        <p:spPr>
          <a:xfrm>
            <a:off x="1724950" y="2148761"/>
            <a:ext cx="900900" cy="312600"/>
          </a:xfrm>
          <a:prstGeom prst="rect">
            <a:avLst/>
          </a:prstGeom>
          <a:noFill/>
          <a:ln>
            <a:noFill/>
          </a:ln>
        </p:spPr>
        <p:txBody>
          <a:bodyPr spcFirstLastPara="1" wrap="square" lIns="137150" tIns="91425" rIns="91425" bIns="91425" anchor="t" anchorCtr="0">
            <a:noAutofit/>
          </a:bodyPr>
          <a:lstStyle>
            <a:lvl1pPr lvl="0" algn="l">
              <a:lnSpc>
                <a:spcPct val="115000"/>
              </a:lnSpc>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601" name="Google Shape;601;p72"/>
          <p:cNvSpPr txBox="1">
            <a:spLocks noGrp="1"/>
          </p:cNvSpPr>
          <p:nvPr>
            <p:ph type="subTitle" idx="14"/>
          </p:nvPr>
        </p:nvSpPr>
        <p:spPr>
          <a:xfrm>
            <a:off x="3166525" y="2148761"/>
            <a:ext cx="900900" cy="312600"/>
          </a:xfrm>
          <a:prstGeom prst="rect">
            <a:avLst/>
          </a:prstGeom>
          <a:noFill/>
          <a:ln>
            <a:noFill/>
          </a:ln>
        </p:spPr>
        <p:txBody>
          <a:bodyPr spcFirstLastPara="1" wrap="square" lIns="137150" tIns="91425" rIns="91425" bIns="91425" anchor="t" anchorCtr="0">
            <a:noAutofit/>
          </a:bodyPr>
          <a:lstStyle>
            <a:lvl1pPr lvl="0" algn="l">
              <a:lnSpc>
                <a:spcPct val="115000"/>
              </a:lnSpc>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602" name="Google Shape;602;p72"/>
          <p:cNvSpPr txBox="1">
            <a:spLocks noGrp="1"/>
          </p:cNvSpPr>
          <p:nvPr>
            <p:ph type="subTitle" idx="15"/>
          </p:nvPr>
        </p:nvSpPr>
        <p:spPr>
          <a:xfrm>
            <a:off x="4607875" y="2148761"/>
            <a:ext cx="900900" cy="312600"/>
          </a:xfrm>
          <a:prstGeom prst="rect">
            <a:avLst/>
          </a:prstGeom>
          <a:noFill/>
          <a:ln>
            <a:noFill/>
          </a:ln>
        </p:spPr>
        <p:txBody>
          <a:bodyPr spcFirstLastPara="1" wrap="square" lIns="137150" tIns="91425" rIns="91425" bIns="91425" anchor="t" anchorCtr="0">
            <a:noAutofit/>
          </a:bodyPr>
          <a:lstStyle>
            <a:lvl1pPr lvl="0" algn="l">
              <a:lnSpc>
                <a:spcPct val="115000"/>
              </a:lnSpc>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603" name="Google Shape;603;p72"/>
          <p:cNvSpPr txBox="1">
            <a:spLocks noGrp="1"/>
          </p:cNvSpPr>
          <p:nvPr>
            <p:ph type="subTitle" idx="16"/>
          </p:nvPr>
        </p:nvSpPr>
        <p:spPr>
          <a:xfrm>
            <a:off x="6049225" y="2148761"/>
            <a:ext cx="900900" cy="312600"/>
          </a:xfrm>
          <a:prstGeom prst="rect">
            <a:avLst/>
          </a:prstGeom>
          <a:noFill/>
          <a:ln>
            <a:noFill/>
          </a:ln>
        </p:spPr>
        <p:txBody>
          <a:bodyPr spcFirstLastPara="1" wrap="square" lIns="137150" tIns="91425" rIns="91425" bIns="91425" anchor="t" anchorCtr="0">
            <a:noAutofit/>
          </a:bodyPr>
          <a:lstStyle>
            <a:lvl1pPr lvl="0" algn="l">
              <a:lnSpc>
                <a:spcPct val="115000"/>
              </a:lnSpc>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604" name="Google Shape;604;p72"/>
          <p:cNvSpPr txBox="1">
            <a:spLocks noGrp="1"/>
          </p:cNvSpPr>
          <p:nvPr>
            <p:ph type="subTitle" idx="17"/>
          </p:nvPr>
        </p:nvSpPr>
        <p:spPr>
          <a:xfrm>
            <a:off x="7490575" y="2148761"/>
            <a:ext cx="900900" cy="312600"/>
          </a:xfrm>
          <a:prstGeom prst="rect">
            <a:avLst/>
          </a:prstGeom>
          <a:noFill/>
          <a:ln>
            <a:noFill/>
          </a:ln>
        </p:spPr>
        <p:txBody>
          <a:bodyPr spcFirstLastPara="1" wrap="square" lIns="137150" tIns="91425" rIns="91425" bIns="91425" anchor="t" anchorCtr="0">
            <a:noAutofit/>
          </a:bodyPr>
          <a:lstStyle>
            <a:lvl1pPr lvl="0" algn="l">
              <a:lnSpc>
                <a:spcPct val="115000"/>
              </a:lnSpc>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a:endParaRPr/>
          </a:p>
        </p:txBody>
      </p:sp>
      <p:sp>
        <p:nvSpPr>
          <p:cNvPr id="605" name="Google Shape;605;p72"/>
          <p:cNvSpPr txBox="1">
            <a:spLocks noGrp="1"/>
          </p:cNvSpPr>
          <p:nvPr>
            <p:ph type="subTitle" idx="18"/>
          </p:nvPr>
        </p:nvSpPr>
        <p:spPr>
          <a:xfrm>
            <a:off x="289100" y="4018750"/>
            <a:ext cx="1363500" cy="498600"/>
          </a:xfrm>
          <a:prstGeom prst="rect">
            <a:avLst/>
          </a:prstGeom>
          <a:noFill/>
          <a:ln>
            <a:noFill/>
          </a:ln>
        </p:spPr>
        <p:txBody>
          <a:bodyPr spcFirstLastPara="1" wrap="square" lIns="137150" tIns="0" rIns="137150" bIns="0" anchor="b" anchorCtr="0">
            <a:noAutofit/>
          </a:bodyPr>
          <a:lstStyle>
            <a:lvl1pPr lvl="0"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400"/>
              <a:buNone/>
              <a:defRPr/>
            </a:lvl2pPr>
            <a:lvl3pPr lvl="2" algn="l">
              <a:lnSpc>
                <a:spcPct val="115000"/>
              </a:lnSpc>
              <a:spcBef>
                <a:spcPts val="0"/>
              </a:spcBef>
              <a:spcAft>
                <a:spcPts val="0"/>
              </a:spcAft>
              <a:buSzPts val="1400"/>
              <a:buNone/>
              <a:defRPr/>
            </a:lvl3pPr>
            <a:lvl4pPr lvl="3" algn="l">
              <a:lnSpc>
                <a:spcPct val="115000"/>
              </a:lnSpc>
              <a:spcBef>
                <a:spcPts val="0"/>
              </a:spcBef>
              <a:spcAft>
                <a:spcPts val="0"/>
              </a:spcAft>
              <a:buSzPts val="1400"/>
              <a:buNone/>
              <a:defRPr/>
            </a:lvl4pPr>
            <a:lvl5pPr lvl="4" algn="l">
              <a:lnSpc>
                <a:spcPct val="115000"/>
              </a:lnSpc>
              <a:spcBef>
                <a:spcPts val="0"/>
              </a:spcBef>
              <a:spcAft>
                <a:spcPts val="0"/>
              </a:spcAft>
              <a:buSzPts val="1400"/>
              <a:buNone/>
              <a:defRPr/>
            </a:lvl5pPr>
            <a:lvl6pPr lvl="5" algn="l">
              <a:lnSpc>
                <a:spcPct val="115000"/>
              </a:lnSpc>
              <a:spcBef>
                <a:spcPts val="0"/>
              </a:spcBef>
              <a:spcAft>
                <a:spcPts val="0"/>
              </a:spcAft>
              <a:buSzPts val="1400"/>
              <a:buNone/>
              <a:defRPr/>
            </a:lvl6pPr>
            <a:lvl7pPr lvl="6" algn="l">
              <a:lnSpc>
                <a:spcPct val="115000"/>
              </a:lnSpc>
              <a:spcBef>
                <a:spcPts val="0"/>
              </a:spcBef>
              <a:spcAft>
                <a:spcPts val="0"/>
              </a:spcAft>
              <a:buSzPts val="1400"/>
              <a:buNone/>
              <a:defRPr/>
            </a:lvl7pPr>
            <a:lvl8pPr lvl="7" algn="l">
              <a:lnSpc>
                <a:spcPct val="115000"/>
              </a:lnSpc>
              <a:spcBef>
                <a:spcPts val="0"/>
              </a:spcBef>
              <a:spcAft>
                <a:spcPts val="0"/>
              </a:spcAft>
              <a:buSzPts val="1400"/>
              <a:buNone/>
              <a:defRPr/>
            </a:lvl8pPr>
            <a:lvl9pPr lvl="8" algn="l">
              <a:lnSpc>
                <a:spcPct val="115000"/>
              </a:lnSpc>
              <a:spcBef>
                <a:spcPts val="0"/>
              </a:spcBef>
              <a:spcAft>
                <a:spcPts val="0"/>
              </a:spcAft>
              <a:buSzPts val="1400"/>
              <a:buNone/>
              <a:defRPr/>
            </a:lvl9pPr>
          </a:lstStyle>
          <a:p>
            <a:endParaRPr/>
          </a:p>
        </p:txBody>
      </p:sp>
      <p:sp>
        <p:nvSpPr>
          <p:cNvPr id="606" name="Google Shape;606;p72"/>
          <p:cNvSpPr txBox="1">
            <a:spLocks noGrp="1"/>
          </p:cNvSpPr>
          <p:nvPr>
            <p:ph type="subTitle" idx="19"/>
          </p:nvPr>
        </p:nvSpPr>
        <p:spPr>
          <a:xfrm>
            <a:off x="1728038" y="4018750"/>
            <a:ext cx="1363500" cy="498600"/>
          </a:xfrm>
          <a:prstGeom prst="rect">
            <a:avLst/>
          </a:prstGeom>
          <a:noFill/>
          <a:ln>
            <a:noFill/>
          </a:ln>
        </p:spPr>
        <p:txBody>
          <a:bodyPr spcFirstLastPara="1" wrap="square" lIns="137150" tIns="0" rIns="137150" bIns="0" anchor="b" anchorCtr="0">
            <a:noAutofit/>
          </a:bodyPr>
          <a:lstStyle>
            <a:lvl1pPr lvl="0"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400"/>
              <a:buNone/>
              <a:defRPr/>
            </a:lvl2pPr>
            <a:lvl3pPr lvl="2" algn="l">
              <a:lnSpc>
                <a:spcPct val="115000"/>
              </a:lnSpc>
              <a:spcBef>
                <a:spcPts val="0"/>
              </a:spcBef>
              <a:spcAft>
                <a:spcPts val="0"/>
              </a:spcAft>
              <a:buSzPts val="1400"/>
              <a:buNone/>
              <a:defRPr/>
            </a:lvl3pPr>
            <a:lvl4pPr lvl="3" algn="l">
              <a:lnSpc>
                <a:spcPct val="115000"/>
              </a:lnSpc>
              <a:spcBef>
                <a:spcPts val="0"/>
              </a:spcBef>
              <a:spcAft>
                <a:spcPts val="0"/>
              </a:spcAft>
              <a:buSzPts val="1400"/>
              <a:buNone/>
              <a:defRPr/>
            </a:lvl4pPr>
            <a:lvl5pPr lvl="4" algn="l">
              <a:lnSpc>
                <a:spcPct val="115000"/>
              </a:lnSpc>
              <a:spcBef>
                <a:spcPts val="0"/>
              </a:spcBef>
              <a:spcAft>
                <a:spcPts val="0"/>
              </a:spcAft>
              <a:buSzPts val="1400"/>
              <a:buNone/>
              <a:defRPr/>
            </a:lvl5pPr>
            <a:lvl6pPr lvl="5" algn="l">
              <a:lnSpc>
                <a:spcPct val="115000"/>
              </a:lnSpc>
              <a:spcBef>
                <a:spcPts val="0"/>
              </a:spcBef>
              <a:spcAft>
                <a:spcPts val="0"/>
              </a:spcAft>
              <a:buSzPts val="1400"/>
              <a:buNone/>
              <a:defRPr/>
            </a:lvl6pPr>
            <a:lvl7pPr lvl="6" algn="l">
              <a:lnSpc>
                <a:spcPct val="115000"/>
              </a:lnSpc>
              <a:spcBef>
                <a:spcPts val="0"/>
              </a:spcBef>
              <a:spcAft>
                <a:spcPts val="0"/>
              </a:spcAft>
              <a:buSzPts val="1400"/>
              <a:buNone/>
              <a:defRPr/>
            </a:lvl7pPr>
            <a:lvl8pPr lvl="7" algn="l">
              <a:lnSpc>
                <a:spcPct val="115000"/>
              </a:lnSpc>
              <a:spcBef>
                <a:spcPts val="0"/>
              </a:spcBef>
              <a:spcAft>
                <a:spcPts val="0"/>
              </a:spcAft>
              <a:buSzPts val="1400"/>
              <a:buNone/>
              <a:defRPr/>
            </a:lvl8pPr>
            <a:lvl9pPr lvl="8" algn="l">
              <a:lnSpc>
                <a:spcPct val="115000"/>
              </a:lnSpc>
              <a:spcBef>
                <a:spcPts val="0"/>
              </a:spcBef>
              <a:spcAft>
                <a:spcPts val="0"/>
              </a:spcAft>
              <a:buSzPts val="1400"/>
              <a:buNone/>
              <a:defRPr/>
            </a:lvl9pPr>
          </a:lstStyle>
          <a:p>
            <a:endParaRPr/>
          </a:p>
        </p:txBody>
      </p:sp>
      <p:sp>
        <p:nvSpPr>
          <p:cNvPr id="607" name="Google Shape;607;p72"/>
          <p:cNvSpPr txBox="1">
            <a:spLocks noGrp="1"/>
          </p:cNvSpPr>
          <p:nvPr>
            <p:ph type="subTitle" idx="20"/>
          </p:nvPr>
        </p:nvSpPr>
        <p:spPr>
          <a:xfrm>
            <a:off x="3168063" y="4018750"/>
            <a:ext cx="1363500" cy="498600"/>
          </a:xfrm>
          <a:prstGeom prst="rect">
            <a:avLst/>
          </a:prstGeom>
          <a:noFill/>
          <a:ln>
            <a:noFill/>
          </a:ln>
        </p:spPr>
        <p:txBody>
          <a:bodyPr spcFirstLastPara="1" wrap="square" lIns="137150" tIns="0" rIns="137150" bIns="0" anchor="b" anchorCtr="0">
            <a:noAutofit/>
          </a:bodyPr>
          <a:lstStyle>
            <a:lvl1pPr lvl="0"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400"/>
              <a:buNone/>
              <a:defRPr/>
            </a:lvl2pPr>
            <a:lvl3pPr lvl="2" algn="l">
              <a:lnSpc>
                <a:spcPct val="115000"/>
              </a:lnSpc>
              <a:spcBef>
                <a:spcPts val="0"/>
              </a:spcBef>
              <a:spcAft>
                <a:spcPts val="0"/>
              </a:spcAft>
              <a:buSzPts val="1400"/>
              <a:buNone/>
              <a:defRPr/>
            </a:lvl3pPr>
            <a:lvl4pPr lvl="3" algn="l">
              <a:lnSpc>
                <a:spcPct val="115000"/>
              </a:lnSpc>
              <a:spcBef>
                <a:spcPts val="0"/>
              </a:spcBef>
              <a:spcAft>
                <a:spcPts val="0"/>
              </a:spcAft>
              <a:buSzPts val="1400"/>
              <a:buNone/>
              <a:defRPr/>
            </a:lvl4pPr>
            <a:lvl5pPr lvl="4" algn="l">
              <a:lnSpc>
                <a:spcPct val="115000"/>
              </a:lnSpc>
              <a:spcBef>
                <a:spcPts val="0"/>
              </a:spcBef>
              <a:spcAft>
                <a:spcPts val="0"/>
              </a:spcAft>
              <a:buSzPts val="1400"/>
              <a:buNone/>
              <a:defRPr/>
            </a:lvl5pPr>
            <a:lvl6pPr lvl="5" algn="l">
              <a:lnSpc>
                <a:spcPct val="115000"/>
              </a:lnSpc>
              <a:spcBef>
                <a:spcPts val="0"/>
              </a:spcBef>
              <a:spcAft>
                <a:spcPts val="0"/>
              </a:spcAft>
              <a:buSzPts val="1400"/>
              <a:buNone/>
              <a:defRPr/>
            </a:lvl6pPr>
            <a:lvl7pPr lvl="6" algn="l">
              <a:lnSpc>
                <a:spcPct val="115000"/>
              </a:lnSpc>
              <a:spcBef>
                <a:spcPts val="0"/>
              </a:spcBef>
              <a:spcAft>
                <a:spcPts val="0"/>
              </a:spcAft>
              <a:buSzPts val="1400"/>
              <a:buNone/>
              <a:defRPr/>
            </a:lvl7pPr>
            <a:lvl8pPr lvl="7" algn="l">
              <a:lnSpc>
                <a:spcPct val="115000"/>
              </a:lnSpc>
              <a:spcBef>
                <a:spcPts val="0"/>
              </a:spcBef>
              <a:spcAft>
                <a:spcPts val="0"/>
              </a:spcAft>
              <a:buSzPts val="1400"/>
              <a:buNone/>
              <a:defRPr/>
            </a:lvl8pPr>
            <a:lvl9pPr lvl="8" algn="l">
              <a:lnSpc>
                <a:spcPct val="115000"/>
              </a:lnSpc>
              <a:spcBef>
                <a:spcPts val="0"/>
              </a:spcBef>
              <a:spcAft>
                <a:spcPts val="0"/>
              </a:spcAft>
              <a:buSzPts val="1400"/>
              <a:buNone/>
              <a:defRPr/>
            </a:lvl9pPr>
          </a:lstStyle>
          <a:p>
            <a:endParaRPr/>
          </a:p>
        </p:txBody>
      </p:sp>
      <p:sp>
        <p:nvSpPr>
          <p:cNvPr id="608" name="Google Shape;608;p72"/>
          <p:cNvSpPr txBox="1">
            <a:spLocks noGrp="1"/>
          </p:cNvSpPr>
          <p:nvPr>
            <p:ph type="subTitle" idx="21"/>
          </p:nvPr>
        </p:nvSpPr>
        <p:spPr>
          <a:xfrm>
            <a:off x="4608638" y="4018750"/>
            <a:ext cx="1363500" cy="498600"/>
          </a:xfrm>
          <a:prstGeom prst="rect">
            <a:avLst/>
          </a:prstGeom>
          <a:noFill/>
          <a:ln>
            <a:noFill/>
          </a:ln>
        </p:spPr>
        <p:txBody>
          <a:bodyPr spcFirstLastPara="1" wrap="square" lIns="137150" tIns="0" rIns="137150" bIns="0" anchor="b" anchorCtr="0">
            <a:noAutofit/>
          </a:bodyPr>
          <a:lstStyle>
            <a:lvl1pPr lvl="0"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400"/>
              <a:buNone/>
              <a:defRPr/>
            </a:lvl2pPr>
            <a:lvl3pPr lvl="2" algn="l">
              <a:lnSpc>
                <a:spcPct val="115000"/>
              </a:lnSpc>
              <a:spcBef>
                <a:spcPts val="0"/>
              </a:spcBef>
              <a:spcAft>
                <a:spcPts val="0"/>
              </a:spcAft>
              <a:buSzPts val="1400"/>
              <a:buNone/>
              <a:defRPr/>
            </a:lvl3pPr>
            <a:lvl4pPr lvl="3" algn="l">
              <a:lnSpc>
                <a:spcPct val="115000"/>
              </a:lnSpc>
              <a:spcBef>
                <a:spcPts val="0"/>
              </a:spcBef>
              <a:spcAft>
                <a:spcPts val="0"/>
              </a:spcAft>
              <a:buSzPts val="1400"/>
              <a:buNone/>
              <a:defRPr/>
            </a:lvl4pPr>
            <a:lvl5pPr lvl="4" algn="l">
              <a:lnSpc>
                <a:spcPct val="115000"/>
              </a:lnSpc>
              <a:spcBef>
                <a:spcPts val="0"/>
              </a:spcBef>
              <a:spcAft>
                <a:spcPts val="0"/>
              </a:spcAft>
              <a:buSzPts val="1400"/>
              <a:buNone/>
              <a:defRPr/>
            </a:lvl5pPr>
            <a:lvl6pPr lvl="5" algn="l">
              <a:lnSpc>
                <a:spcPct val="115000"/>
              </a:lnSpc>
              <a:spcBef>
                <a:spcPts val="0"/>
              </a:spcBef>
              <a:spcAft>
                <a:spcPts val="0"/>
              </a:spcAft>
              <a:buSzPts val="1400"/>
              <a:buNone/>
              <a:defRPr/>
            </a:lvl6pPr>
            <a:lvl7pPr lvl="6" algn="l">
              <a:lnSpc>
                <a:spcPct val="115000"/>
              </a:lnSpc>
              <a:spcBef>
                <a:spcPts val="0"/>
              </a:spcBef>
              <a:spcAft>
                <a:spcPts val="0"/>
              </a:spcAft>
              <a:buSzPts val="1400"/>
              <a:buNone/>
              <a:defRPr/>
            </a:lvl7pPr>
            <a:lvl8pPr lvl="7" algn="l">
              <a:lnSpc>
                <a:spcPct val="115000"/>
              </a:lnSpc>
              <a:spcBef>
                <a:spcPts val="0"/>
              </a:spcBef>
              <a:spcAft>
                <a:spcPts val="0"/>
              </a:spcAft>
              <a:buSzPts val="1400"/>
              <a:buNone/>
              <a:defRPr/>
            </a:lvl8pPr>
            <a:lvl9pPr lvl="8" algn="l">
              <a:lnSpc>
                <a:spcPct val="115000"/>
              </a:lnSpc>
              <a:spcBef>
                <a:spcPts val="0"/>
              </a:spcBef>
              <a:spcAft>
                <a:spcPts val="0"/>
              </a:spcAft>
              <a:buSzPts val="1400"/>
              <a:buNone/>
              <a:defRPr/>
            </a:lvl9pPr>
          </a:lstStyle>
          <a:p>
            <a:endParaRPr/>
          </a:p>
        </p:txBody>
      </p:sp>
      <p:sp>
        <p:nvSpPr>
          <p:cNvPr id="609" name="Google Shape;609;p72"/>
          <p:cNvSpPr txBox="1">
            <a:spLocks noGrp="1"/>
          </p:cNvSpPr>
          <p:nvPr>
            <p:ph type="subTitle" idx="22"/>
          </p:nvPr>
        </p:nvSpPr>
        <p:spPr>
          <a:xfrm>
            <a:off x="6051325" y="4018750"/>
            <a:ext cx="1363500" cy="498600"/>
          </a:xfrm>
          <a:prstGeom prst="rect">
            <a:avLst/>
          </a:prstGeom>
          <a:noFill/>
          <a:ln>
            <a:noFill/>
          </a:ln>
        </p:spPr>
        <p:txBody>
          <a:bodyPr spcFirstLastPara="1" wrap="square" lIns="137150" tIns="0" rIns="137150" bIns="0" anchor="b" anchorCtr="0">
            <a:noAutofit/>
          </a:bodyPr>
          <a:lstStyle>
            <a:lvl1pPr lvl="0"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400"/>
              <a:buNone/>
              <a:defRPr/>
            </a:lvl2pPr>
            <a:lvl3pPr lvl="2" algn="l">
              <a:lnSpc>
                <a:spcPct val="115000"/>
              </a:lnSpc>
              <a:spcBef>
                <a:spcPts val="0"/>
              </a:spcBef>
              <a:spcAft>
                <a:spcPts val="0"/>
              </a:spcAft>
              <a:buSzPts val="1400"/>
              <a:buNone/>
              <a:defRPr/>
            </a:lvl3pPr>
            <a:lvl4pPr lvl="3" algn="l">
              <a:lnSpc>
                <a:spcPct val="115000"/>
              </a:lnSpc>
              <a:spcBef>
                <a:spcPts val="0"/>
              </a:spcBef>
              <a:spcAft>
                <a:spcPts val="0"/>
              </a:spcAft>
              <a:buSzPts val="1400"/>
              <a:buNone/>
              <a:defRPr/>
            </a:lvl4pPr>
            <a:lvl5pPr lvl="4" algn="l">
              <a:lnSpc>
                <a:spcPct val="115000"/>
              </a:lnSpc>
              <a:spcBef>
                <a:spcPts val="0"/>
              </a:spcBef>
              <a:spcAft>
                <a:spcPts val="0"/>
              </a:spcAft>
              <a:buSzPts val="1400"/>
              <a:buNone/>
              <a:defRPr/>
            </a:lvl5pPr>
            <a:lvl6pPr lvl="5" algn="l">
              <a:lnSpc>
                <a:spcPct val="115000"/>
              </a:lnSpc>
              <a:spcBef>
                <a:spcPts val="0"/>
              </a:spcBef>
              <a:spcAft>
                <a:spcPts val="0"/>
              </a:spcAft>
              <a:buSzPts val="1400"/>
              <a:buNone/>
              <a:defRPr/>
            </a:lvl6pPr>
            <a:lvl7pPr lvl="6" algn="l">
              <a:lnSpc>
                <a:spcPct val="115000"/>
              </a:lnSpc>
              <a:spcBef>
                <a:spcPts val="0"/>
              </a:spcBef>
              <a:spcAft>
                <a:spcPts val="0"/>
              </a:spcAft>
              <a:buSzPts val="1400"/>
              <a:buNone/>
              <a:defRPr/>
            </a:lvl7pPr>
            <a:lvl8pPr lvl="7" algn="l">
              <a:lnSpc>
                <a:spcPct val="115000"/>
              </a:lnSpc>
              <a:spcBef>
                <a:spcPts val="0"/>
              </a:spcBef>
              <a:spcAft>
                <a:spcPts val="0"/>
              </a:spcAft>
              <a:buSzPts val="1400"/>
              <a:buNone/>
              <a:defRPr/>
            </a:lvl8pPr>
            <a:lvl9pPr lvl="8" algn="l">
              <a:lnSpc>
                <a:spcPct val="115000"/>
              </a:lnSpc>
              <a:spcBef>
                <a:spcPts val="0"/>
              </a:spcBef>
              <a:spcAft>
                <a:spcPts val="0"/>
              </a:spcAft>
              <a:buSzPts val="1400"/>
              <a:buNone/>
              <a:defRPr/>
            </a:lvl9pPr>
          </a:lstStyle>
          <a:p>
            <a:endParaRPr/>
          </a:p>
        </p:txBody>
      </p:sp>
      <p:sp>
        <p:nvSpPr>
          <p:cNvPr id="610" name="Google Shape;610;p72"/>
          <p:cNvSpPr txBox="1">
            <a:spLocks noGrp="1"/>
          </p:cNvSpPr>
          <p:nvPr>
            <p:ph type="subTitle" idx="23"/>
          </p:nvPr>
        </p:nvSpPr>
        <p:spPr>
          <a:xfrm>
            <a:off x="7490350" y="4018750"/>
            <a:ext cx="1363500" cy="498600"/>
          </a:xfrm>
          <a:prstGeom prst="rect">
            <a:avLst/>
          </a:prstGeom>
          <a:noFill/>
          <a:ln>
            <a:noFill/>
          </a:ln>
        </p:spPr>
        <p:txBody>
          <a:bodyPr spcFirstLastPara="1" wrap="square" lIns="137150" tIns="0" rIns="137150" bIns="0" anchor="b" anchorCtr="0">
            <a:noAutofit/>
          </a:bodyPr>
          <a:lstStyle>
            <a:lvl1pPr lvl="0"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400"/>
              <a:buNone/>
              <a:defRPr/>
            </a:lvl2pPr>
            <a:lvl3pPr lvl="2" algn="l">
              <a:lnSpc>
                <a:spcPct val="115000"/>
              </a:lnSpc>
              <a:spcBef>
                <a:spcPts val="0"/>
              </a:spcBef>
              <a:spcAft>
                <a:spcPts val="0"/>
              </a:spcAft>
              <a:buSzPts val="1400"/>
              <a:buNone/>
              <a:defRPr/>
            </a:lvl3pPr>
            <a:lvl4pPr lvl="3" algn="l">
              <a:lnSpc>
                <a:spcPct val="115000"/>
              </a:lnSpc>
              <a:spcBef>
                <a:spcPts val="0"/>
              </a:spcBef>
              <a:spcAft>
                <a:spcPts val="0"/>
              </a:spcAft>
              <a:buSzPts val="1400"/>
              <a:buNone/>
              <a:defRPr/>
            </a:lvl4pPr>
            <a:lvl5pPr lvl="4" algn="l">
              <a:lnSpc>
                <a:spcPct val="115000"/>
              </a:lnSpc>
              <a:spcBef>
                <a:spcPts val="0"/>
              </a:spcBef>
              <a:spcAft>
                <a:spcPts val="0"/>
              </a:spcAft>
              <a:buSzPts val="1400"/>
              <a:buNone/>
              <a:defRPr/>
            </a:lvl5pPr>
            <a:lvl6pPr lvl="5" algn="l">
              <a:lnSpc>
                <a:spcPct val="115000"/>
              </a:lnSpc>
              <a:spcBef>
                <a:spcPts val="0"/>
              </a:spcBef>
              <a:spcAft>
                <a:spcPts val="0"/>
              </a:spcAft>
              <a:buSzPts val="1400"/>
              <a:buNone/>
              <a:defRPr/>
            </a:lvl6pPr>
            <a:lvl7pPr lvl="6" algn="l">
              <a:lnSpc>
                <a:spcPct val="115000"/>
              </a:lnSpc>
              <a:spcBef>
                <a:spcPts val="0"/>
              </a:spcBef>
              <a:spcAft>
                <a:spcPts val="0"/>
              </a:spcAft>
              <a:buSzPts val="1400"/>
              <a:buNone/>
              <a:defRPr/>
            </a:lvl7pPr>
            <a:lvl8pPr lvl="7" algn="l">
              <a:lnSpc>
                <a:spcPct val="115000"/>
              </a:lnSpc>
              <a:spcBef>
                <a:spcPts val="0"/>
              </a:spcBef>
              <a:spcAft>
                <a:spcPts val="0"/>
              </a:spcAft>
              <a:buSzPts val="1400"/>
              <a:buNone/>
              <a:defRPr/>
            </a:lvl8pPr>
            <a:lvl9pPr lvl="8"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Speakers">
  <p:cSld name="BLANK_1_1_1_1_1_1_1_1_1_1_1_2_1_1">
    <p:bg>
      <p:bgPr>
        <a:solidFill>
          <a:schemeClr val="dk2"/>
        </a:solidFill>
        <a:effectLst/>
      </p:bgPr>
    </p:bg>
    <p:spTree>
      <p:nvGrpSpPr>
        <p:cNvPr id="1" name="Shape 611"/>
        <p:cNvGrpSpPr/>
        <p:nvPr/>
      </p:nvGrpSpPr>
      <p:grpSpPr>
        <a:xfrm>
          <a:off x="0" y="0"/>
          <a:ext cx="0" cy="0"/>
          <a:chOff x="0" y="0"/>
          <a:chExt cx="0" cy="0"/>
        </a:xfrm>
      </p:grpSpPr>
      <p:sp>
        <p:nvSpPr>
          <p:cNvPr id="612" name="Google Shape;612;p73"/>
          <p:cNvSpPr txBox="1">
            <a:spLocks noGrp="1"/>
          </p:cNvSpPr>
          <p:nvPr>
            <p:ph type="title"/>
          </p:nvPr>
        </p:nvSpPr>
        <p:spPr>
          <a:xfrm>
            <a:off x="292597" y="474750"/>
            <a:ext cx="6390300" cy="4986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3000"/>
              <a:buNone/>
              <a:defRPr sz="3000"/>
            </a:lvl2pPr>
            <a:lvl3pPr lvl="2" algn="l">
              <a:lnSpc>
                <a:spcPct val="115000"/>
              </a:lnSpc>
              <a:spcBef>
                <a:spcPts val="0"/>
              </a:spcBef>
              <a:spcAft>
                <a:spcPts val="0"/>
              </a:spcAft>
              <a:buSzPts val="3000"/>
              <a:buNone/>
              <a:defRPr sz="3000"/>
            </a:lvl3pPr>
            <a:lvl4pPr lvl="3" algn="l">
              <a:lnSpc>
                <a:spcPct val="115000"/>
              </a:lnSpc>
              <a:spcBef>
                <a:spcPts val="0"/>
              </a:spcBef>
              <a:spcAft>
                <a:spcPts val="0"/>
              </a:spcAft>
              <a:buSzPts val="3000"/>
              <a:buNone/>
              <a:defRPr sz="3000"/>
            </a:lvl4pPr>
            <a:lvl5pPr lvl="4" algn="l">
              <a:lnSpc>
                <a:spcPct val="115000"/>
              </a:lnSpc>
              <a:spcBef>
                <a:spcPts val="0"/>
              </a:spcBef>
              <a:spcAft>
                <a:spcPts val="0"/>
              </a:spcAft>
              <a:buSzPts val="3000"/>
              <a:buNone/>
              <a:defRPr sz="3000"/>
            </a:lvl5pPr>
            <a:lvl6pPr lvl="5" algn="l">
              <a:lnSpc>
                <a:spcPct val="115000"/>
              </a:lnSpc>
              <a:spcBef>
                <a:spcPts val="0"/>
              </a:spcBef>
              <a:spcAft>
                <a:spcPts val="0"/>
              </a:spcAft>
              <a:buSzPts val="3000"/>
              <a:buNone/>
              <a:defRPr sz="3000"/>
            </a:lvl6pPr>
            <a:lvl7pPr lvl="6" algn="l">
              <a:lnSpc>
                <a:spcPct val="115000"/>
              </a:lnSpc>
              <a:spcBef>
                <a:spcPts val="0"/>
              </a:spcBef>
              <a:spcAft>
                <a:spcPts val="0"/>
              </a:spcAft>
              <a:buSzPts val="3000"/>
              <a:buNone/>
              <a:defRPr sz="3000"/>
            </a:lvl7pPr>
            <a:lvl8pPr lvl="7" algn="l">
              <a:lnSpc>
                <a:spcPct val="115000"/>
              </a:lnSpc>
              <a:spcBef>
                <a:spcPts val="0"/>
              </a:spcBef>
              <a:spcAft>
                <a:spcPts val="0"/>
              </a:spcAft>
              <a:buSzPts val="3000"/>
              <a:buNone/>
              <a:defRPr sz="3000"/>
            </a:lvl8pPr>
            <a:lvl9pPr lvl="8" algn="l">
              <a:lnSpc>
                <a:spcPct val="115000"/>
              </a:lnSpc>
              <a:spcBef>
                <a:spcPts val="0"/>
              </a:spcBef>
              <a:spcAft>
                <a:spcPts val="0"/>
              </a:spcAft>
              <a:buSzPts val="3000"/>
              <a:buNone/>
              <a:defRPr sz="3000"/>
            </a:lvl9pPr>
          </a:lstStyle>
          <a:p>
            <a:endParaRPr/>
          </a:p>
        </p:txBody>
      </p:sp>
      <p:sp>
        <p:nvSpPr>
          <p:cNvPr id="613" name="Google Shape;613;p73"/>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614" name="Google Shape;614;p73"/>
          <p:cNvSpPr>
            <a:spLocks noGrp="1"/>
          </p:cNvSpPr>
          <p:nvPr>
            <p:ph type="pic" idx="2"/>
          </p:nvPr>
        </p:nvSpPr>
        <p:spPr>
          <a:xfrm>
            <a:off x="477231" y="2396357"/>
            <a:ext cx="1243500" cy="1243500"/>
          </a:xfrm>
          <a:prstGeom prst="ellipse">
            <a:avLst/>
          </a:prstGeom>
          <a:noFill/>
          <a:ln>
            <a:noFill/>
          </a:ln>
        </p:spPr>
      </p:sp>
      <p:sp>
        <p:nvSpPr>
          <p:cNvPr id="615" name="Google Shape;615;p73"/>
          <p:cNvSpPr>
            <a:spLocks noGrp="1"/>
          </p:cNvSpPr>
          <p:nvPr>
            <p:ph type="pic" idx="3"/>
          </p:nvPr>
        </p:nvSpPr>
        <p:spPr>
          <a:xfrm>
            <a:off x="1867356" y="2396357"/>
            <a:ext cx="1243500" cy="1243500"/>
          </a:xfrm>
          <a:prstGeom prst="ellipse">
            <a:avLst/>
          </a:prstGeom>
          <a:noFill/>
          <a:ln>
            <a:noFill/>
          </a:ln>
        </p:spPr>
      </p:sp>
      <p:sp>
        <p:nvSpPr>
          <p:cNvPr id="616" name="Google Shape;616;p73"/>
          <p:cNvSpPr>
            <a:spLocks noGrp="1"/>
          </p:cNvSpPr>
          <p:nvPr>
            <p:ph type="pic" idx="4"/>
          </p:nvPr>
        </p:nvSpPr>
        <p:spPr>
          <a:xfrm>
            <a:off x="3257481" y="2396357"/>
            <a:ext cx="1243500" cy="1243500"/>
          </a:xfrm>
          <a:prstGeom prst="ellipse">
            <a:avLst/>
          </a:prstGeom>
          <a:noFill/>
          <a:ln>
            <a:noFill/>
          </a:ln>
        </p:spPr>
      </p:sp>
      <p:sp>
        <p:nvSpPr>
          <p:cNvPr id="617" name="Google Shape;617;p73"/>
          <p:cNvSpPr>
            <a:spLocks noGrp="1"/>
          </p:cNvSpPr>
          <p:nvPr>
            <p:ph type="pic" idx="5"/>
          </p:nvPr>
        </p:nvSpPr>
        <p:spPr>
          <a:xfrm>
            <a:off x="4647606" y="2396357"/>
            <a:ext cx="1243500" cy="1243500"/>
          </a:xfrm>
          <a:prstGeom prst="ellipse">
            <a:avLst/>
          </a:prstGeom>
          <a:noFill/>
          <a:ln>
            <a:noFill/>
          </a:ln>
        </p:spPr>
      </p:sp>
      <p:sp>
        <p:nvSpPr>
          <p:cNvPr id="618" name="Google Shape;618;p73"/>
          <p:cNvSpPr>
            <a:spLocks noGrp="1"/>
          </p:cNvSpPr>
          <p:nvPr>
            <p:ph type="pic" idx="6"/>
          </p:nvPr>
        </p:nvSpPr>
        <p:spPr>
          <a:xfrm>
            <a:off x="6037732" y="2396357"/>
            <a:ext cx="1243500" cy="1243500"/>
          </a:xfrm>
          <a:prstGeom prst="ellipse">
            <a:avLst/>
          </a:prstGeom>
          <a:noFill/>
          <a:ln>
            <a:noFill/>
          </a:ln>
        </p:spPr>
      </p:sp>
      <p:sp>
        <p:nvSpPr>
          <p:cNvPr id="619" name="Google Shape;619;p73"/>
          <p:cNvSpPr>
            <a:spLocks noGrp="1"/>
          </p:cNvSpPr>
          <p:nvPr>
            <p:ph type="pic" idx="7"/>
          </p:nvPr>
        </p:nvSpPr>
        <p:spPr>
          <a:xfrm>
            <a:off x="7427857" y="2396357"/>
            <a:ext cx="1243500" cy="1243500"/>
          </a:xfrm>
          <a:prstGeom prst="ellipse">
            <a:avLst/>
          </a:prstGeom>
          <a:noFill/>
          <a:ln>
            <a:noFill/>
          </a:ln>
        </p:spPr>
      </p:sp>
      <p:sp>
        <p:nvSpPr>
          <p:cNvPr id="620" name="Google Shape;620;p73"/>
          <p:cNvSpPr txBox="1">
            <a:spLocks noGrp="1"/>
          </p:cNvSpPr>
          <p:nvPr>
            <p:ph type="body" idx="1"/>
          </p:nvPr>
        </p:nvSpPr>
        <p:spPr>
          <a:xfrm>
            <a:off x="475200" y="3765475"/>
            <a:ext cx="1243500" cy="585300"/>
          </a:xfrm>
          <a:prstGeom prst="rect">
            <a:avLst/>
          </a:prstGeom>
          <a:noFill/>
          <a:ln>
            <a:noFill/>
          </a:ln>
        </p:spPr>
        <p:txBody>
          <a:bodyPr spcFirstLastPara="1" wrap="square" lIns="0" tIns="0" rIns="0" bIns="0" anchor="t" anchorCtr="0">
            <a:noAutofit/>
          </a:bodyPr>
          <a:lstStyle>
            <a:lvl1pPr marL="457200" lvl="0"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621" name="Google Shape;621;p73"/>
          <p:cNvSpPr txBox="1">
            <a:spLocks noGrp="1"/>
          </p:cNvSpPr>
          <p:nvPr>
            <p:ph type="body" idx="8"/>
          </p:nvPr>
        </p:nvSpPr>
        <p:spPr>
          <a:xfrm>
            <a:off x="1865730" y="3765475"/>
            <a:ext cx="1243500" cy="585300"/>
          </a:xfrm>
          <a:prstGeom prst="rect">
            <a:avLst/>
          </a:prstGeom>
          <a:noFill/>
          <a:ln>
            <a:noFill/>
          </a:ln>
        </p:spPr>
        <p:txBody>
          <a:bodyPr spcFirstLastPara="1" wrap="square" lIns="0" tIns="0" rIns="0" bIns="0" anchor="t" anchorCtr="0">
            <a:noAutofit/>
          </a:bodyPr>
          <a:lstStyle>
            <a:lvl1pPr marL="457200" lvl="0" indent="-292100" algn="ctr">
              <a:lnSpc>
                <a:spcPct val="115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ctr">
              <a:lnSpc>
                <a:spcPct val="115000"/>
              </a:lnSpc>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ctr">
              <a:lnSpc>
                <a:spcPct val="115000"/>
              </a:lnSpc>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ctr">
              <a:lnSpc>
                <a:spcPct val="115000"/>
              </a:lnSpc>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ctr">
              <a:lnSpc>
                <a:spcPct val="115000"/>
              </a:lnSpc>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ctr">
              <a:lnSpc>
                <a:spcPct val="115000"/>
              </a:lnSpc>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ctr">
              <a:lnSpc>
                <a:spcPct val="115000"/>
              </a:lnSpc>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ctr">
              <a:lnSpc>
                <a:spcPct val="115000"/>
              </a:lnSpc>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ctr">
              <a:lnSpc>
                <a:spcPct val="115000"/>
              </a:lnSpc>
              <a:spcBef>
                <a:spcPts val="800"/>
              </a:spcBef>
              <a:spcAft>
                <a:spcPts val="800"/>
              </a:spcAft>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622" name="Google Shape;622;p73"/>
          <p:cNvSpPr txBox="1">
            <a:spLocks noGrp="1"/>
          </p:cNvSpPr>
          <p:nvPr>
            <p:ph type="body" idx="9"/>
          </p:nvPr>
        </p:nvSpPr>
        <p:spPr>
          <a:xfrm>
            <a:off x="3256260" y="3765475"/>
            <a:ext cx="1243500" cy="585300"/>
          </a:xfrm>
          <a:prstGeom prst="rect">
            <a:avLst/>
          </a:prstGeom>
          <a:noFill/>
          <a:ln>
            <a:noFill/>
          </a:ln>
        </p:spPr>
        <p:txBody>
          <a:bodyPr spcFirstLastPara="1" wrap="square" lIns="0" tIns="0" rIns="0" bIns="0" anchor="t" anchorCtr="0">
            <a:noAutofit/>
          </a:bodyPr>
          <a:lstStyle>
            <a:lvl1pPr marL="457200" lvl="0"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623" name="Google Shape;623;p73"/>
          <p:cNvSpPr txBox="1">
            <a:spLocks noGrp="1"/>
          </p:cNvSpPr>
          <p:nvPr>
            <p:ph type="body" idx="13"/>
          </p:nvPr>
        </p:nvSpPr>
        <p:spPr>
          <a:xfrm>
            <a:off x="4646790" y="3765475"/>
            <a:ext cx="1243500" cy="585300"/>
          </a:xfrm>
          <a:prstGeom prst="rect">
            <a:avLst/>
          </a:prstGeom>
          <a:noFill/>
          <a:ln>
            <a:noFill/>
          </a:ln>
        </p:spPr>
        <p:txBody>
          <a:bodyPr spcFirstLastPara="1" wrap="square" lIns="0" tIns="0" rIns="0" bIns="0" anchor="t" anchorCtr="0">
            <a:noAutofit/>
          </a:bodyPr>
          <a:lstStyle>
            <a:lvl1pPr marL="457200" lvl="0"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624" name="Google Shape;624;p73"/>
          <p:cNvSpPr txBox="1">
            <a:spLocks noGrp="1"/>
          </p:cNvSpPr>
          <p:nvPr>
            <p:ph type="body" idx="14"/>
          </p:nvPr>
        </p:nvSpPr>
        <p:spPr>
          <a:xfrm>
            <a:off x="6037320" y="3765475"/>
            <a:ext cx="1243500" cy="585300"/>
          </a:xfrm>
          <a:prstGeom prst="rect">
            <a:avLst/>
          </a:prstGeom>
          <a:noFill/>
          <a:ln>
            <a:noFill/>
          </a:ln>
        </p:spPr>
        <p:txBody>
          <a:bodyPr spcFirstLastPara="1" wrap="square" lIns="0" tIns="0" rIns="0" bIns="0" anchor="t" anchorCtr="0">
            <a:noAutofit/>
          </a:bodyPr>
          <a:lstStyle>
            <a:lvl1pPr marL="457200" lvl="0"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625" name="Google Shape;625;p73"/>
          <p:cNvSpPr txBox="1">
            <a:spLocks noGrp="1"/>
          </p:cNvSpPr>
          <p:nvPr>
            <p:ph type="body" idx="15"/>
          </p:nvPr>
        </p:nvSpPr>
        <p:spPr>
          <a:xfrm>
            <a:off x="7427850" y="3765475"/>
            <a:ext cx="1243500" cy="585300"/>
          </a:xfrm>
          <a:prstGeom prst="rect">
            <a:avLst/>
          </a:prstGeom>
          <a:noFill/>
          <a:ln>
            <a:noFill/>
          </a:ln>
        </p:spPr>
        <p:txBody>
          <a:bodyPr spcFirstLastPara="1" wrap="square" lIns="0" tIns="0" rIns="0" bIns="0" anchor="t" anchorCtr="0">
            <a:noAutofit/>
          </a:bodyPr>
          <a:lstStyle>
            <a:lvl1pPr marL="457200" lvl="0"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marL="914400" lvl="1"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marL="1371600" lvl="2"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marL="1828800" lvl="3"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marL="2286000" lvl="4"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marL="2743200" lvl="5"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marL="3200400" lvl="6"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marL="3657600" lvl="7"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marL="4114800" lvl="8" indent="-292100" algn="ctr">
              <a:lnSpc>
                <a:spcPct val="115000"/>
              </a:lnSpc>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a:endParaRPr/>
          </a:p>
        </p:txBody>
      </p:sp>
      <p:sp>
        <p:nvSpPr>
          <p:cNvPr id="626" name="Google Shape;626;p73"/>
          <p:cNvSpPr txBox="1">
            <a:spLocks noGrp="1"/>
          </p:cNvSpPr>
          <p:nvPr>
            <p:ph type="subTitle" idx="16"/>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627" name="Google Shape;627;p73"/>
          <p:cNvSpPr txBox="1">
            <a:spLocks noGrp="1"/>
          </p:cNvSpPr>
          <p:nvPr>
            <p:ph type="subTitle" idx="17"/>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Title, body and image ALT 2">
  <p:cSld name="BLANK_1_1_1_2_3_1">
    <p:bg>
      <p:bgPr>
        <a:blipFill>
          <a:blip r:embed="rId2">
            <a:alphaModFix/>
          </a:blip>
          <a:stretch>
            <a:fillRect/>
          </a:stretch>
        </a:blipFill>
        <a:effectLst/>
      </p:bgPr>
    </p:bg>
    <p:spTree>
      <p:nvGrpSpPr>
        <p:cNvPr id="1" name="Shape 628"/>
        <p:cNvGrpSpPr/>
        <p:nvPr/>
      </p:nvGrpSpPr>
      <p:grpSpPr>
        <a:xfrm>
          <a:off x="0" y="0"/>
          <a:ext cx="0" cy="0"/>
          <a:chOff x="0" y="0"/>
          <a:chExt cx="0" cy="0"/>
        </a:xfrm>
      </p:grpSpPr>
      <p:sp>
        <p:nvSpPr>
          <p:cNvPr id="629" name="Google Shape;629;p74"/>
          <p:cNvSpPr>
            <a:spLocks noGrp="1"/>
          </p:cNvSpPr>
          <p:nvPr>
            <p:ph type="pic" idx="2"/>
          </p:nvPr>
        </p:nvSpPr>
        <p:spPr>
          <a:xfrm>
            <a:off x="4629600" y="474750"/>
            <a:ext cx="4227300" cy="4194000"/>
          </a:xfrm>
          <a:prstGeom prst="roundRect">
            <a:avLst>
              <a:gd name="adj" fmla="val 10510"/>
            </a:avLst>
          </a:prstGeom>
          <a:noFill/>
          <a:ln>
            <a:noFill/>
          </a:ln>
        </p:spPr>
      </p:sp>
      <p:sp>
        <p:nvSpPr>
          <p:cNvPr id="630" name="Google Shape;630;p74"/>
          <p:cNvSpPr txBox="1">
            <a:spLocks noGrp="1"/>
          </p:cNvSpPr>
          <p:nvPr>
            <p:ph type="body" idx="1"/>
          </p:nvPr>
        </p:nvSpPr>
        <p:spPr>
          <a:xfrm>
            <a:off x="284700" y="1440225"/>
            <a:ext cx="2772600" cy="1603200"/>
          </a:xfrm>
          <a:prstGeom prst="rect">
            <a:avLst/>
          </a:prstGeom>
          <a:noFill/>
          <a:ln>
            <a:noFill/>
          </a:ln>
        </p:spPr>
        <p:txBody>
          <a:bodyPr spcFirstLastPara="1" wrap="square" lIns="0" tIns="0" rIns="0" bIns="0" anchor="t" anchorCtr="0">
            <a:noAutofit/>
          </a:bodyPr>
          <a:lstStyle>
            <a:lvl1pPr marL="457200" lvl="0" indent="-292100" algn="l">
              <a:lnSpc>
                <a:spcPct val="115000"/>
              </a:lnSpc>
              <a:spcBef>
                <a:spcPts val="0"/>
              </a:spcBef>
              <a:spcAft>
                <a:spcPts val="0"/>
              </a:spcAft>
              <a:buSzPts val="1000"/>
              <a:buChar char="●"/>
              <a:defRPr/>
            </a:lvl1pPr>
            <a:lvl2pPr marL="914400" lvl="1" indent="-292100" algn="l">
              <a:lnSpc>
                <a:spcPct val="115000"/>
              </a:lnSpc>
              <a:spcBef>
                <a:spcPts val="0"/>
              </a:spcBef>
              <a:spcAft>
                <a:spcPts val="0"/>
              </a:spcAft>
              <a:buSzPts val="1000"/>
              <a:buChar char="○"/>
              <a:defRPr/>
            </a:lvl2pPr>
            <a:lvl3pPr marL="1371600" lvl="2" indent="-292100" algn="l">
              <a:lnSpc>
                <a:spcPct val="115000"/>
              </a:lnSpc>
              <a:spcBef>
                <a:spcPts val="0"/>
              </a:spcBef>
              <a:spcAft>
                <a:spcPts val="0"/>
              </a:spcAft>
              <a:buSzPts val="1000"/>
              <a:buChar char="■"/>
              <a:defRPr/>
            </a:lvl3pPr>
            <a:lvl4pPr marL="1828800" lvl="3" indent="-292100" algn="l">
              <a:lnSpc>
                <a:spcPct val="115000"/>
              </a:lnSpc>
              <a:spcBef>
                <a:spcPts val="0"/>
              </a:spcBef>
              <a:spcAft>
                <a:spcPts val="0"/>
              </a:spcAft>
              <a:buSzPts val="1000"/>
              <a:buChar char="●"/>
              <a:defRPr/>
            </a:lvl4pPr>
            <a:lvl5pPr marL="2286000" lvl="4" indent="-292100" algn="l">
              <a:lnSpc>
                <a:spcPct val="115000"/>
              </a:lnSpc>
              <a:spcBef>
                <a:spcPts val="0"/>
              </a:spcBef>
              <a:spcAft>
                <a:spcPts val="0"/>
              </a:spcAft>
              <a:buSzPts val="1000"/>
              <a:buChar char="○"/>
              <a:defRPr/>
            </a:lvl5pPr>
            <a:lvl6pPr marL="2743200" lvl="5" indent="-292100" algn="l">
              <a:lnSpc>
                <a:spcPct val="115000"/>
              </a:lnSpc>
              <a:spcBef>
                <a:spcPts val="0"/>
              </a:spcBef>
              <a:spcAft>
                <a:spcPts val="0"/>
              </a:spcAft>
              <a:buSzPts val="1000"/>
              <a:buChar char="■"/>
              <a:defRPr/>
            </a:lvl6pPr>
            <a:lvl7pPr marL="3200400" lvl="6" indent="-292100" algn="l">
              <a:lnSpc>
                <a:spcPct val="115000"/>
              </a:lnSpc>
              <a:spcBef>
                <a:spcPts val="0"/>
              </a:spcBef>
              <a:spcAft>
                <a:spcPts val="0"/>
              </a:spcAft>
              <a:buSzPts val="1000"/>
              <a:buChar char="●"/>
              <a:defRPr/>
            </a:lvl7pPr>
            <a:lvl8pPr marL="3657600" lvl="7" indent="-292100" algn="l">
              <a:lnSpc>
                <a:spcPct val="115000"/>
              </a:lnSpc>
              <a:spcBef>
                <a:spcPts val="0"/>
              </a:spcBef>
              <a:spcAft>
                <a:spcPts val="0"/>
              </a:spcAft>
              <a:buSzPts val="1000"/>
              <a:buChar char="○"/>
              <a:defRPr/>
            </a:lvl8pPr>
            <a:lvl9pPr marL="4114800" lvl="8" indent="-292100" algn="l">
              <a:lnSpc>
                <a:spcPct val="115000"/>
              </a:lnSpc>
              <a:spcBef>
                <a:spcPts val="0"/>
              </a:spcBef>
              <a:spcAft>
                <a:spcPts val="0"/>
              </a:spcAft>
              <a:buSzPts val="1000"/>
              <a:buChar char="■"/>
              <a:defRPr/>
            </a:lvl9pPr>
          </a:lstStyle>
          <a:p>
            <a:endParaRPr/>
          </a:p>
        </p:txBody>
      </p:sp>
      <p:sp>
        <p:nvSpPr>
          <p:cNvPr id="631" name="Google Shape;631;p74"/>
          <p:cNvSpPr txBox="1">
            <a:spLocks noGrp="1"/>
          </p:cNvSpPr>
          <p:nvPr>
            <p:ph type="subTitle" idx="3"/>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632" name="Google Shape;632;p74"/>
          <p:cNvSpPr txBox="1">
            <a:spLocks noGrp="1"/>
          </p:cNvSpPr>
          <p:nvPr>
            <p:ph type="subTitle" idx="4"/>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633" name="Google Shape;633;p74"/>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634" name="Google Shape;634;p74"/>
          <p:cNvSpPr txBox="1">
            <a:spLocks noGrp="1"/>
          </p:cNvSpPr>
          <p:nvPr>
            <p:ph type="title"/>
          </p:nvPr>
        </p:nvSpPr>
        <p:spPr>
          <a:xfrm>
            <a:off x="284700" y="474750"/>
            <a:ext cx="5673600" cy="4986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2pPr>
            <a:lvl3pPr lvl="2"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3pPr>
            <a:lvl4pPr lvl="3"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4pPr>
            <a:lvl5pPr lvl="4"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5pPr>
            <a:lvl6pPr lvl="5"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6pPr>
            <a:lvl7pPr lvl="6"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7pPr>
            <a:lvl8pPr lvl="7"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8pPr>
            <a:lvl9pPr lvl="8"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9pPr>
          </a:lstStyle>
          <a:p>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Title, body and image ALT 3">
  <p:cSld name="BLANK_1_1_1_2_3_1_1">
    <p:spTree>
      <p:nvGrpSpPr>
        <p:cNvPr id="1" name="Shape 635"/>
        <p:cNvGrpSpPr/>
        <p:nvPr/>
      </p:nvGrpSpPr>
      <p:grpSpPr>
        <a:xfrm>
          <a:off x="0" y="0"/>
          <a:ext cx="0" cy="0"/>
          <a:chOff x="0" y="0"/>
          <a:chExt cx="0" cy="0"/>
        </a:xfrm>
      </p:grpSpPr>
      <p:sp>
        <p:nvSpPr>
          <p:cNvPr id="636" name="Google Shape;636;p75"/>
          <p:cNvSpPr>
            <a:spLocks noGrp="1"/>
          </p:cNvSpPr>
          <p:nvPr>
            <p:ph type="pic" idx="2"/>
          </p:nvPr>
        </p:nvSpPr>
        <p:spPr>
          <a:xfrm>
            <a:off x="4629600" y="474750"/>
            <a:ext cx="4227300" cy="4194000"/>
          </a:xfrm>
          <a:prstGeom prst="roundRect">
            <a:avLst>
              <a:gd name="adj" fmla="val 10640"/>
            </a:avLst>
          </a:prstGeom>
          <a:noFill/>
          <a:ln>
            <a:noFill/>
          </a:ln>
        </p:spPr>
      </p:sp>
      <p:sp>
        <p:nvSpPr>
          <p:cNvPr id="637" name="Google Shape;637;p75"/>
          <p:cNvSpPr txBox="1">
            <a:spLocks noGrp="1"/>
          </p:cNvSpPr>
          <p:nvPr>
            <p:ph type="subTitle" idx="1"/>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638" name="Google Shape;638;p75"/>
          <p:cNvSpPr txBox="1">
            <a:spLocks noGrp="1"/>
          </p:cNvSpPr>
          <p:nvPr>
            <p:ph type="subTitle" idx="3"/>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639" name="Google Shape;639;p75"/>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640" name="Google Shape;640;p75"/>
          <p:cNvSpPr txBox="1">
            <a:spLocks noGrp="1"/>
          </p:cNvSpPr>
          <p:nvPr>
            <p:ph type="title"/>
          </p:nvPr>
        </p:nvSpPr>
        <p:spPr>
          <a:xfrm>
            <a:off x="284700" y="474750"/>
            <a:ext cx="5673600" cy="4986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2pPr>
            <a:lvl3pPr lvl="2"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3pPr>
            <a:lvl4pPr lvl="3"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4pPr>
            <a:lvl5pPr lvl="4"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5pPr>
            <a:lvl6pPr lvl="5"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6pPr>
            <a:lvl7pPr lvl="6"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7pPr>
            <a:lvl8pPr lvl="7"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8pPr>
            <a:lvl9pPr lvl="8"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9pPr>
          </a:lstStyle>
          <a:p>
            <a:endParaRPr/>
          </a:p>
        </p:txBody>
      </p:sp>
      <p:sp>
        <p:nvSpPr>
          <p:cNvPr id="641" name="Google Shape;641;p75"/>
          <p:cNvSpPr txBox="1">
            <a:spLocks noGrp="1"/>
          </p:cNvSpPr>
          <p:nvPr>
            <p:ph type="body" idx="4"/>
          </p:nvPr>
        </p:nvSpPr>
        <p:spPr>
          <a:xfrm>
            <a:off x="284700" y="1440225"/>
            <a:ext cx="2772600" cy="1603200"/>
          </a:xfrm>
          <a:prstGeom prst="rect">
            <a:avLst/>
          </a:prstGeom>
          <a:noFill/>
          <a:ln>
            <a:noFill/>
          </a:ln>
        </p:spPr>
        <p:txBody>
          <a:bodyPr spcFirstLastPara="1" wrap="square" lIns="0" tIns="0" rIns="0" bIns="0" anchor="t" anchorCtr="0">
            <a:noAutofit/>
          </a:bodyPr>
          <a:lstStyle>
            <a:lvl1pPr marL="457200" lvl="0" indent="-292100" algn="l">
              <a:lnSpc>
                <a:spcPct val="115000"/>
              </a:lnSpc>
              <a:spcBef>
                <a:spcPts val="0"/>
              </a:spcBef>
              <a:spcAft>
                <a:spcPts val="0"/>
              </a:spcAft>
              <a:buClr>
                <a:schemeClr val="lt1"/>
              </a:buClr>
              <a:buSzPts val="1000"/>
              <a:buFont typeface="Instrument Sans"/>
              <a:buChar char="●"/>
              <a:defRPr/>
            </a:lvl1pPr>
            <a:lvl2pPr marL="914400" lvl="1" indent="-292100" algn="l">
              <a:lnSpc>
                <a:spcPct val="115000"/>
              </a:lnSpc>
              <a:spcBef>
                <a:spcPts val="0"/>
              </a:spcBef>
              <a:spcAft>
                <a:spcPts val="0"/>
              </a:spcAft>
              <a:buClr>
                <a:schemeClr val="lt1"/>
              </a:buClr>
              <a:buSzPts val="1000"/>
              <a:buFont typeface="Instrument Sans"/>
              <a:buChar char="○"/>
              <a:defRPr/>
            </a:lvl2pPr>
            <a:lvl3pPr marL="1371600" lvl="2" indent="-292100" algn="l">
              <a:lnSpc>
                <a:spcPct val="115000"/>
              </a:lnSpc>
              <a:spcBef>
                <a:spcPts val="0"/>
              </a:spcBef>
              <a:spcAft>
                <a:spcPts val="0"/>
              </a:spcAft>
              <a:buClr>
                <a:schemeClr val="lt1"/>
              </a:buClr>
              <a:buSzPts val="1000"/>
              <a:buFont typeface="Instrument Sans"/>
              <a:buChar char="■"/>
              <a:defRPr/>
            </a:lvl3pPr>
            <a:lvl4pPr marL="1828800" lvl="3" indent="-292100" algn="l">
              <a:lnSpc>
                <a:spcPct val="115000"/>
              </a:lnSpc>
              <a:spcBef>
                <a:spcPts val="0"/>
              </a:spcBef>
              <a:spcAft>
                <a:spcPts val="0"/>
              </a:spcAft>
              <a:buClr>
                <a:schemeClr val="lt1"/>
              </a:buClr>
              <a:buSzPts val="1000"/>
              <a:buFont typeface="Instrument Sans"/>
              <a:buChar char="●"/>
              <a:defRPr/>
            </a:lvl4pPr>
            <a:lvl5pPr marL="2286000" lvl="4" indent="-292100" algn="l">
              <a:lnSpc>
                <a:spcPct val="115000"/>
              </a:lnSpc>
              <a:spcBef>
                <a:spcPts val="0"/>
              </a:spcBef>
              <a:spcAft>
                <a:spcPts val="0"/>
              </a:spcAft>
              <a:buClr>
                <a:schemeClr val="lt1"/>
              </a:buClr>
              <a:buSzPts val="1000"/>
              <a:buFont typeface="Instrument Sans"/>
              <a:buChar char="○"/>
              <a:defRPr/>
            </a:lvl5pPr>
            <a:lvl6pPr marL="2743200" lvl="5" indent="-292100" algn="l">
              <a:lnSpc>
                <a:spcPct val="115000"/>
              </a:lnSpc>
              <a:spcBef>
                <a:spcPts val="0"/>
              </a:spcBef>
              <a:spcAft>
                <a:spcPts val="0"/>
              </a:spcAft>
              <a:buClr>
                <a:schemeClr val="lt1"/>
              </a:buClr>
              <a:buSzPts val="1000"/>
              <a:buFont typeface="Instrument Sans"/>
              <a:buChar char="■"/>
              <a:defRPr/>
            </a:lvl6pPr>
            <a:lvl7pPr marL="3200400" lvl="6" indent="-292100" algn="l">
              <a:lnSpc>
                <a:spcPct val="115000"/>
              </a:lnSpc>
              <a:spcBef>
                <a:spcPts val="0"/>
              </a:spcBef>
              <a:spcAft>
                <a:spcPts val="0"/>
              </a:spcAft>
              <a:buClr>
                <a:schemeClr val="lt1"/>
              </a:buClr>
              <a:buSzPts val="1000"/>
              <a:buFont typeface="Instrument Sans"/>
              <a:buChar char="●"/>
              <a:defRPr/>
            </a:lvl7pPr>
            <a:lvl8pPr marL="3657600" lvl="7" indent="-292100" algn="l">
              <a:lnSpc>
                <a:spcPct val="115000"/>
              </a:lnSpc>
              <a:spcBef>
                <a:spcPts val="0"/>
              </a:spcBef>
              <a:spcAft>
                <a:spcPts val="0"/>
              </a:spcAft>
              <a:buClr>
                <a:schemeClr val="lt1"/>
              </a:buClr>
              <a:buSzPts val="1000"/>
              <a:buFont typeface="Instrument Sans"/>
              <a:buChar char="○"/>
              <a:defRPr/>
            </a:lvl8pPr>
            <a:lvl9pPr marL="4114800" lvl="8" indent="-292100" algn="l">
              <a:lnSpc>
                <a:spcPct val="115000"/>
              </a:lnSpc>
              <a:spcBef>
                <a:spcPts val="0"/>
              </a:spcBef>
              <a:spcAft>
                <a:spcPts val="0"/>
              </a:spcAft>
              <a:buClr>
                <a:schemeClr val="lt1"/>
              </a:buClr>
              <a:buSzPts val="1000"/>
              <a:buFont typeface="Instrument Sans"/>
              <a:buChar char="■"/>
              <a:defRPr/>
            </a:lvl9pPr>
          </a:lstStyle>
          <a:p>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Title, body and image ALT 4">
  <p:cSld name="BLANK_1_1_1_2_2">
    <p:bg>
      <p:bgPr>
        <a:blipFill>
          <a:blip r:embed="rId2">
            <a:alphaModFix/>
          </a:blip>
          <a:stretch>
            <a:fillRect/>
          </a:stretch>
        </a:blipFill>
        <a:effectLst/>
      </p:bgPr>
    </p:bg>
    <p:spTree>
      <p:nvGrpSpPr>
        <p:cNvPr id="1" name="Shape 642"/>
        <p:cNvGrpSpPr/>
        <p:nvPr/>
      </p:nvGrpSpPr>
      <p:grpSpPr>
        <a:xfrm>
          <a:off x="0" y="0"/>
          <a:ext cx="0" cy="0"/>
          <a:chOff x="0" y="0"/>
          <a:chExt cx="0" cy="0"/>
        </a:xfrm>
      </p:grpSpPr>
      <p:sp>
        <p:nvSpPr>
          <p:cNvPr id="643" name="Google Shape;643;p76"/>
          <p:cNvSpPr/>
          <p:nvPr/>
        </p:nvSpPr>
        <p:spPr>
          <a:xfrm>
            <a:off x="284700" y="2630400"/>
            <a:ext cx="8572200" cy="2038200"/>
          </a:xfrm>
          <a:prstGeom prst="roundRect">
            <a:avLst>
              <a:gd name="adj" fmla="val 50000"/>
            </a:avLst>
          </a:prstGeom>
          <a:solidFill>
            <a:schemeClr val="lt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Instrument Sans"/>
              <a:ea typeface="Instrument Sans"/>
              <a:cs typeface="Instrument Sans"/>
              <a:sym typeface="Instrument Sans"/>
            </a:endParaRPr>
          </a:p>
        </p:txBody>
      </p:sp>
      <p:sp>
        <p:nvSpPr>
          <p:cNvPr id="644" name="Google Shape;644;p76"/>
          <p:cNvSpPr/>
          <p:nvPr/>
        </p:nvSpPr>
        <p:spPr>
          <a:xfrm>
            <a:off x="463993" y="2779498"/>
            <a:ext cx="1783200" cy="1783200"/>
          </a:xfrm>
          <a:prstGeom prst="ellipse">
            <a:avLst/>
          </a:prstGeom>
          <a:solidFill>
            <a:schemeClr val="accent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Instrument Sans"/>
              <a:ea typeface="Instrument Sans"/>
              <a:cs typeface="Instrument Sans"/>
              <a:sym typeface="Instrument Sans"/>
            </a:endParaRPr>
          </a:p>
        </p:txBody>
      </p:sp>
      <p:sp>
        <p:nvSpPr>
          <p:cNvPr id="645" name="Google Shape;645;p76"/>
          <p:cNvSpPr>
            <a:spLocks noGrp="1"/>
          </p:cNvSpPr>
          <p:nvPr>
            <p:ph type="pic" idx="2"/>
          </p:nvPr>
        </p:nvSpPr>
        <p:spPr>
          <a:xfrm>
            <a:off x="446675" y="2758375"/>
            <a:ext cx="1783200" cy="1783200"/>
          </a:xfrm>
          <a:prstGeom prst="ellipse">
            <a:avLst/>
          </a:prstGeom>
          <a:noFill/>
          <a:ln>
            <a:noFill/>
          </a:ln>
        </p:spPr>
      </p:sp>
      <p:sp>
        <p:nvSpPr>
          <p:cNvPr id="646" name="Google Shape;646;p76"/>
          <p:cNvSpPr txBox="1">
            <a:spLocks noGrp="1"/>
          </p:cNvSpPr>
          <p:nvPr>
            <p:ph type="subTitle" idx="1"/>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a:buNone/>
              <a:defRPr sz="1000">
                <a:solidFill>
                  <a:schemeClr val="accent5"/>
                </a:solidFill>
              </a:defRPr>
            </a:lvl2pPr>
            <a:lvl3pPr lvl="2" algn="l">
              <a:lnSpc>
                <a:spcPct val="115000"/>
              </a:lnSpc>
              <a:spcBef>
                <a:spcPts val="0"/>
              </a:spcBef>
              <a:spcAft>
                <a:spcPts val="0"/>
              </a:spcAft>
              <a:buClr>
                <a:schemeClr val="accent5"/>
              </a:buClr>
              <a:buSzPts val="1000"/>
              <a:buFont typeface="Instrument Sans"/>
              <a:buNone/>
              <a:defRPr sz="1000">
                <a:solidFill>
                  <a:schemeClr val="accent5"/>
                </a:solidFill>
              </a:defRPr>
            </a:lvl3pPr>
            <a:lvl4pPr lvl="3" algn="l">
              <a:lnSpc>
                <a:spcPct val="115000"/>
              </a:lnSpc>
              <a:spcBef>
                <a:spcPts val="0"/>
              </a:spcBef>
              <a:spcAft>
                <a:spcPts val="0"/>
              </a:spcAft>
              <a:buClr>
                <a:schemeClr val="accent5"/>
              </a:buClr>
              <a:buSzPts val="1000"/>
              <a:buFont typeface="Instrument Sans"/>
              <a:buNone/>
              <a:defRPr sz="1000">
                <a:solidFill>
                  <a:schemeClr val="accent5"/>
                </a:solidFill>
              </a:defRPr>
            </a:lvl4pPr>
            <a:lvl5pPr lvl="4" algn="l">
              <a:lnSpc>
                <a:spcPct val="115000"/>
              </a:lnSpc>
              <a:spcBef>
                <a:spcPts val="0"/>
              </a:spcBef>
              <a:spcAft>
                <a:spcPts val="0"/>
              </a:spcAft>
              <a:buClr>
                <a:schemeClr val="accent5"/>
              </a:buClr>
              <a:buSzPts val="1000"/>
              <a:buFont typeface="Instrument Sans"/>
              <a:buNone/>
              <a:defRPr sz="1000">
                <a:solidFill>
                  <a:schemeClr val="accent5"/>
                </a:solidFill>
              </a:defRPr>
            </a:lvl5pPr>
            <a:lvl6pPr lvl="5" algn="l">
              <a:lnSpc>
                <a:spcPct val="115000"/>
              </a:lnSpc>
              <a:spcBef>
                <a:spcPts val="0"/>
              </a:spcBef>
              <a:spcAft>
                <a:spcPts val="0"/>
              </a:spcAft>
              <a:buClr>
                <a:schemeClr val="accent5"/>
              </a:buClr>
              <a:buSzPts val="1000"/>
              <a:buFont typeface="Instrument Sans"/>
              <a:buNone/>
              <a:defRPr sz="1000">
                <a:solidFill>
                  <a:schemeClr val="accent5"/>
                </a:solidFill>
              </a:defRPr>
            </a:lvl6pPr>
            <a:lvl7pPr lvl="6" algn="l">
              <a:lnSpc>
                <a:spcPct val="115000"/>
              </a:lnSpc>
              <a:spcBef>
                <a:spcPts val="0"/>
              </a:spcBef>
              <a:spcAft>
                <a:spcPts val="0"/>
              </a:spcAft>
              <a:buClr>
                <a:schemeClr val="accent5"/>
              </a:buClr>
              <a:buSzPts val="1000"/>
              <a:buFont typeface="Instrument Sans"/>
              <a:buNone/>
              <a:defRPr sz="1000">
                <a:solidFill>
                  <a:schemeClr val="accent5"/>
                </a:solidFill>
              </a:defRPr>
            </a:lvl7pPr>
            <a:lvl8pPr lvl="7" algn="l">
              <a:lnSpc>
                <a:spcPct val="115000"/>
              </a:lnSpc>
              <a:spcBef>
                <a:spcPts val="0"/>
              </a:spcBef>
              <a:spcAft>
                <a:spcPts val="0"/>
              </a:spcAft>
              <a:buClr>
                <a:schemeClr val="accent5"/>
              </a:buClr>
              <a:buSzPts val="1000"/>
              <a:buFont typeface="Instrument Sans"/>
              <a:buNone/>
              <a:defRPr sz="1000">
                <a:solidFill>
                  <a:schemeClr val="accent5"/>
                </a:solidFill>
              </a:defRPr>
            </a:lvl8pPr>
            <a:lvl9pPr lvl="8" algn="l">
              <a:lnSpc>
                <a:spcPct val="115000"/>
              </a:lnSpc>
              <a:spcBef>
                <a:spcPts val="0"/>
              </a:spcBef>
              <a:spcAft>
                <a:spcPts val="0"/>
              </a:spcAft>
              <a:buClr>
                <a:schemeClr val="accent5"/>
              </a:buClr>
              <a:buSzPts val="1000"/>
              <a:buFont typeface="Instrument Sans"/>
              <a:buNone/>
              <a:defRPr sz="1000">
                <a:solidFill>
                  <a:schemeClr val="accent5"/>
                </a:solidFill>
              </a:defRPr>
            </a:lvl9pPr>
          </a:lstStyle>
          <a:p>
            <a:endParaRPr/>
          </a:p>
        </p:txBody>
      </p:sp>
      <p:sp>
        <p:nvSpPr>
          <p:cNvPr id="647" name="Google Shape;647;p76"/>
          <p:cNvSpPr txBox="1">
            <a:spLocks noGrp="1"/>
          </p:cNvSpPr>
          <p:nvPr>
            <p:ph type="subTitle" idx="3"/>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a:buNone/>
              <a:defRPr sz="1000">
                <a:solidFill>
                  <a:schemeClr val="accent5"/>
                </a:solidFill>
              </a:defRPr>
            </a:lvl2pPr>
            <a:lvl3pPr lvl="2" algn="r">
              <a:lnSpc>
                <a:spcPct val="115000"/>
              </a:lnSpc>
              <a:spcBef>
                <a:spcPts val="0"/>
              </a:spcBef>
              <a:spcAft>
                <a:spcPts val="0"/>
              </a:spcAft>
              <a:buClr>
                <a:schemeClr val="accent5"/>
              </a:buClr>
              <a:buSzPts val="1000"/>
              <a:buFont typeface="Instrument Sans"/>
              <a:buNone/>
              <a:defRPr sz="1000">
                <a:solidFill>
                  <a:schemeClr val="accent5"/>
                </a:solidFill>
              </a:defRPr>
            </a:lvl3pPr>
            <a:lvl4pPr lvl="3" algn="r">
              <a:lnSpc>
                <a:spcPct val="115000"/>
              </a:lnSpc>
              <a:spcBef>
                <a:spcPts val="0"/>
              </a:spcBef>
              <a:spcAft>
                <a:spcPts val="0"/>
              </a:spcAft>
              <a:buClr>
                <a:schemeClr val="accent5"/>
              </a:buClr>
              <a:buSzPts val="1000"/>
              <a:buFont typeface="Instrument Sans"/>
              <a:buNone/>
              <a:defRPr sz="1000">
                <a:solidFill>
                  <a:schemeClr val="accent5"/>
                </a:solidFill>
              </a:defRPr>
            </a:lvl4pPr>
            <a:lvl5pPr lvl="4" algn="r">
              <a:lnSpc>
                <a:spcPct val="115000"/>
              </a:lnSpc>
              <a:spcBef>
                <a:spcPts val="0"/>
              </a:spcBef>
              <a:spcAft>
                <a:spcPts val="0"/>
              </a:spcAft>
              <a:buClr>
                <a:schemeClr val="accent5"/>
              </a:buClr>
              <a:buSzPts val="1000"/>
              <a:buFont typeface="Instrument Sans"/>
              <a:buNone/>
              <a:defRPr sz="1000">
                <a:solidFill>
                  <a:schemeClr val="accent5"/>
                </a:solidFill>
              </a:defRPr>
            </a:lvl5pPr>
            <a:lvl6pPr lvl="5" algn="r">
              <a:lnSpc>
                <a:spcPct val="115000"/>
              </a:lnSpc>
              <a:spcBef>
                <a:spcPts val="0"/>
              </a:spcBef>
              <a:spcAft>
                <a:spcPts val="0"/>
              </a:spcAft>
              <a:buClr>
                <a:schemeClr val="accent5"/>
              </a:buClr>
              <a:buSzPts val="1000"/>
              <a:buFont typeface="Instrument Sans"/>
              <a:buNone/>
              <a:defRPr sz="1000">
                <a:solidFill>
                  <a:schemeClr val="accent5"/>
                </a:solidFill>
              </a:defRPr>
            </a:lvl6pPr>
            <a:lvl7pPr lvl="6" algn="r">
              <a:lnSpc>
                <a:spcPct val="115000"/>
              </a:lnSpc>
              <a:spcBef>
                <a:spcPts val="0"/>
              </a:spcBef>
              <a:spcAft>
                <a:spcPts val="0"/>
              </a:spcAft>
              <a:buClr>
                <a:schemeClr val="accent5"/>
              </a:buClr>
              <a:buSzPts val="1000"/>
              <a:buFont typeface="Instrument Sans"/>
              <a:buNone/>
              <a:defRPr sz="1000">
                <a:solidFill>
                  <a:schemeClr val="accent5"/>
                </a:solidFill>
              </a:defRPr>
            </a:lvl7pPr>
            <a:lvl8pPr lvl="7" algn="r">
              <a:lnSpc>
                <a:spcPct val="115000"/>
              </a:lnSpc>
              <a:spcBef>
                <a:spcPts val="0"/>
              </a:spcBef>
              <a:spcAft>
                <a:spcPts val="0"/>
              </a:spcAft>
              <a:buClr>
                <a:schemeClr val="accent5"/>
              </a:buClr>
              <a:buSzPts val="1000"/>
              <a:buFont typeface="Instrument Sans"/>
              <a:buNone/>
              <a:defRPr sz="1000">
                <a:solidFill>
                  <a:schemeClr val="accent5"/>
                </a:solidFill>
              </a:defRPr>
            </a:lvl8pPr>
            <a:lvl9pPr lvl="8" algn="r">
              <a:lnSpc>
                <a:spcPct val="115000"/>
              </a:lnSpc>
              <a:spcBef>
                <a:spcPts val="0"/>
              </a:spcBef>
              <a:spcAft>
                <a:spcPts val="0"/>
              </a:spcAft>
              <a:buClr>
                <a:schemeClr val="accent5"/>
              </a:buClr>
              <a:buSzPts val="1000"/>
              <a:buFont typeface="Instrument Sans"/>
              <a:buNone/>
              <a:defRPr sz="1000">
                <a:solidFill>
                  <a:schemeClr val="accent5"/>
                </a:solidFill>
              </a:defRPr>
            </a:lvl9pPr>
          </a:lstStyle>
          <a:p>
            <a:endParaRPr/>
          </a:p>
        </p:txBody>
      </p:sp>
      <p:sp>
        <p:nvSpPr>
          <p:cNvPr id="648" name="Google Shape;648;p76"/>
          <p:cNvSpPr txBox="1">
            <a:spLocks noGrp="1"/>
          </p:cNvSpPr>
          <p:nvPr>
            <p:ph type="title"/>
          </p:nvPr>
        </p:nvSpPr>
        <p:spPr>
          <a:xfrm>
            <a:off x="284700" y="474750"/>
            <a:ext cx="4227300" cy="498600"/>
          </a:xfrm>
          <a:prstGeom prst="rect">
            <a:avLst/>
          </a:prstGeom>
          <a:noFill/>
          <a:ln>
            <a:noFill/>
          </a:ln>
        </p:spPr>
        <p:txBody>
          <a:bodyPr spcFirstLastPara="1" wrap="square" lIns="0" tIns="0" rIns="91425" bIns="0" anchor="b" anchorCtr="0">
            <a:noAutofit/>
          </a:bodyPr>
          <a:lstStyle>
            <a:lvl1pPr lvl="0" algn="l">
              <a:lnSpc>
                <a:spcPct val="85000"/>
              </a:lnSpc>
              <a:spcBef>
                <a:spcPts val="0"/>
              </a:spcBef>
              <a:spcAft>
                <a:spcPts val="0"/>
              </a:spcAft>
              <a:buSzPts val="2400"/>
              <a:buNone/>
              <a:defRPr sz="2400">
                <a:latin typeface="Instrument Sans"/>
                <a:ea typeface="Instrument Sans"/>
                <a:cs typeface="Instrument Sans"/>
                <a:sym typeface="Instrument Sans"/>
              </a:defRPr>
            </a:lvl1pPr>
            <a:lvl2pPr lvl="1" algn="l">
              <a:lnSpc>
                <a:spcPct val="115000"/>
              </a:lnSpc>
              <a:spcBef>
                <a:spcPts val="0"/>
              </a:spcBef>
              <a:spcAft>
                <a:spcPts val="0"/>
              </a:spcAft>
              <a:buSzPts val="2400"/>
              <a:buNone/>
              <a:defRPr sz="2400">
                <a:latin typeface="Instrument Sans"/>
                <a:ea typeface="Instrument Sans"/>
                <a:cs typeface="Instrument Sans"/>
                <a:sym typeface="Instrument Sans"/>
              </a:defRPr>
            </a:lvl2pPr>
            <a:lvl3pPr lvl="2" algn="l">
              <a:lnSpc>
                <a:spcPct val="115000"/>
              </a:lnSpc>
              <a:spcBef>
                <a:spcPts val="0"/>
              </a:spcBef>
              <a:spcAft>
                <a:spcPts val="0"/>
              </a:spcAft>
              <a:buSzPts val="2400"/>
              <a:buNone/>
              <a:defRPr sz="2400">
                <a:latin typeface="Instrument Sans"/>
                <a:ea typeface="Instrument Sans"/>
                <a:cs typeface="Instrument Sans"/>
                <a:sym typeface="Instrument Sans"/>
              </a:defRPr>
            </a:lvl3pPr>
            <a:lvl4pPr lvl="3" algn="l">
              <a:lnSpc>
                <a:spcPct val="115000"/>
              </a:lnSpc>
              <a:spcBef>
                <a:spcPts val="0"/>
              </a:spcBef>
              <a:spcAft>
                <a:spcPts val="0"/>
              </a:spcAft>
              <a:buSzPts val="2400"/>
              <a:buNone/>
              <a:defRPr sz="2400">
                <a:latin typeface="Instrument Sans"/>
                <a:ea typeface="Instrument Sans"/>
                <a:cs typeface="Instrument Sans"/>
                <a:sym typeface="Instrument Sans"/>
              </a:defRPr>
            </a:lvl4pPr>
            <a:lvl5pPr lvl="4" algn="l">
              <a:lnSpc>
                <a:spcPct val="115000"/>
              </a:lnSpc>
              <a:spcBef>
                <a:spcPts val="0"/>
              </a:spcBef>
              <a:spcAft>
                <a:spcPts val="0"/>
              </a:spcAft>
              <a:buSzPts val="2400"/>
              <a:buNone/>
              <a:defRPr sz="2400">
                <a:latin typeface="Instrument Sans"/>
                <a:ea typeface="Instrument Sans"/>
                <a:cs typeface="Instrument Sans"/>
                <a:sym typeface="Instrument Sans"/>
              </a:defRPr>
            </a:lvl5pPr>
            <a:lvl6pPr lvl="5" algn="l">
              <a:lnSpc>
                <a:spcPct val="115000"/>
              </a:lnSpc>
              <a:spcBef>
                <a:spcPts val="0"/>
              </a:spcBef>
              <a:spcAft>
                <a:spcPts val="0"/>
              </a:spcAft>
              <a:buSzPts val="2400"/>
              <a:buNone/>
              <a:defRPr sz="2400">
                <a:latin typeface="Instrument Sans"/>
                <a:ea typeface="Instrument Sans"/>
                <a:cs typeface="Instrument Sans"/>
                <a:sym typeface="Instrument Sans"/>
              </a:defRPr>
            </a:lvl6pPr>
            <a:lvl7pPr lvl="6" algn="l">
              <a:lnSpc>
                <a:spcPct val="115000"/>
              </a:lnSpc>
              <a:spcBef>
                <a:spcPts val="0"/>
              </a:spcBef>
              <a:spcAft>
                <a:spcPts val="0"/>
              </a:spcAft>
              <a:buSzPts val="2400"/>
              <a:buNone/>
              <a:defRPr sz="2400">
                <a:latin typeface="Instrument Sans"/>
                <a:ea typeface="Instrument Sans"/>
                <a:cs typeface="Instrument Sans"/>
                <a:sym typeface="Instrument Sans"/>
              </a:defRPr>
            </a:lvl7pPr>
            <a:lvl8pPr lvl="7" algn="l">
              <a:lnSpc>
                <a:spcPct val="115000"/>
              </a:lnSpc>
              <a:spcBef>
                <a:spcPts val="0"/>
              </a:spcBef>
              <a:spcAft>
                <a:spcPts val="0"/>
              </a:spcAft>
              <a:buSzPts val="2400"/>
              <a:buNone/>
              <a:defRPr sz="2400">
                <a:latin typeface="Instrument Sans"/>
                <a:ea typeface="Instrument Sans"/>
                <a:cs typeface="Instrument Sans"/>
                <a:sym typeface="Instrument Sans"/>
              </a:defRPr>
            </a:lvl8pPr>
            <a:lvl9pPr lvl="8" algn="l">
              <a:lnSpc>
                <a:spcPct val="115000"/>
              </a:lnSpc>
              <a:spcBef>
                <a:spcPts val="0"/>
              </a:spcBef>
              <a:spcAft>
                <a:spcPts val="0"/>
              </a:spcAft>
              <a:buSzPts val="2400"/>
              <a:buNone/>
              <a:defRPr sz="2400">
                <a:latin typeface="Instrument Sans"/>
                <a:ea typeface="Instrument Sans"/>
                <a:cs typeface="Instrument Sans"/>
                <a:sym typeface="Instrument Sans"/>
              </a:defRPr>
            </a:lvl9pPr>
          </a:lstStyle>
          <a:p>
            <a:endParaRPr/>
          </a:p>
        </p:txBody>
      </p:sp>
      <p:sp>
        <p:nvSpPr>
          <p:cNvPr id="649" name="Google Shape;649;p76"/>
          <p:cNvSpPr txBox="1">
            <a:spLocks noGrp="1"/>
          </p:cNvSpPr>
          <p:nvPr>
            <p:ph type="body" idx="4"/>
          </p:nvPr>
        </p:nvSpPr>
        <p:spPr>
          <a:xfrm>
            <a:off x="284700" y="1208750"/>
            <a:ext cx="4227300" cy="907200"/>
          </a:xfrm>
          <a:prstGeom prst="rect">
            <a:avLst/>
          </a:prstGeom>
          <a:noFill/>
          <a:ln>
            <a:noFill/>
          </a:ln>
        </p:spPr>
        <p:txBody>
          <a:bodyPr spcFirstLastPara="1" wrap="square" lIns="0" tIns="0" rIns="0" bIns="0" anchor="t" anchorCtr="0">
            <a:noAutofit/>
          </a:bodyPr>
          <a:lstStyle>
            <a:lvl1pPr marL="457200" lvl="0" indent="-304800" algn="l">
              <a:lnSpc>
                <a:spcPct val="100000"/>
              </a:lnSpc>
              <a:spcBef>
                <a:spcPts val="0"/>
              </a:spcBef>
              <a:spcAft>
                <a:spcPts val="0"/>
              </a:spcAft>
              <a:buSzPts val="1200"/>
              <a:buChar char="●"/>
              <a:defRPr sz="1200"/>
            </a:lvl1pPr>
            <a:lvl2pPr marL="914400" lvl="1" indent="-304800" algn="l">
              <a:lnSpc>
                <a:spcPct val="100000"/>
              </a:lnSpc>
              <a:spcBef>
                <a:spcPts val="0"/>
              </a:spcBef>
              <a:spcAft>
                <a:spcPts val="0"/>
              </a:spcAft>
              <a:buSzPts val="1200"/>
              <a:buChar char="○"/>
              <a:defRPr sz="1200"/>
            </a:lvl2pPr>
            <a:lvl3pPr marL="1371600" lvl="2" indent="-304800" algn="l">
              <a:lnSpc>
                <a:spcPct val="100000"/>
              </a:lnSpc>
              <a:spcBef>
                <a:spcPts val="0"/>
              </a:spcBef>
              <a:spcAft>
                <a:spcPts val="0"/>
              </a:spcAft>
              <a:buSzPts val="1200"/>
              <a:buChar char="■"/>
              <a:defRPr sz="1200"/>
            </a:lvl3pPr>
            <a:lvl4pPr marL="1828800" lvl="3" indent="-304800" algn="l">
              <a:lnSpc>
                <a:spcPct val="100000"/>
              </a:lnSpc>
              <a:spcBef>
                <a:spcPts val="0"/>
              </a:spcBef>
              <a:spcAft>
                <a:spcPts val="0"/>
              </a:spcAft>
              <a:buSzPts val="1200"/>
              <a:buChar char="●"/>
              <a:defRPr sz="1200"/>
            </a:lvl4pPr>
            <a:lvl5pPr marL="2286000" lvl="4" indent="-304800" algn="l">
              <a:lnSpc>
                <a:spcPct val="100000"/>
              </a:lnSpc>
              <a:spcBef>
                <a:spcPts val="0"/>
              </a:spcBef>
              <a:spcAft>
                <a:spcPts val="0"/>
              </a:spcAft>
              <a:buSzPts val="1200"/>
              <a:buChar char="○"/>
              <a:defRPr sz="1200"/>
            </a:lvl5pPr>
            <a:lvl6pPr marL="2743200" lvl="5" indent="-304800" algn="l">
              <a:lnSpc>
                <a:spcPct val="100000"/>
              </a:lnSpc>
              <a:spcBef>
                <a:spcPts val="0"/>
              </a:spcBef>
              <a:spcAft>
                <a:spcPts val="0"/>
              </a:spcAft>
              <a:buSzPts val="1200"/>
              <a:buChar char="■"/>
              <a:defRPr sz="1200"/>
            </a:lvl6pPr>
            <a:lvl7pPr marL="3200400" lvl="6" indent="-304800" algn="l">
              <a:lnSpc>
                <a:spcPct val="100000"/>
              </a:lnSpc>
              <a:spcBef>
                <a:spcPts val="0"/>
              </a:spcBef>
              <a:spcAft>
                <a:spcPts val="0"/>
              </a:spcAft>
              <a:buSzPts val="1200"/>
              <a:buChar char="●"/>
              <a:defRPr sz="1200"/>
            </a:lvl7pPr>
            <a:lvl8pPr marL="3657600" lvl="7" indent="-304800" algn="l">
              <a:lnSpc>
                <a:spcPct val="100000"/>
              </a:lnSpc>
              <a:spcBef>
                <a:spcPts val="0"/>
              </a:spcBef>
              <a:spcAft>
                <a:spcPts val="0"/>
              </a:spcAft>
              <a:buSzPts val="1200"/>
              <a:buChar char="○"/>
              <a:defRPr sz="1200"/>
            </a:lvl8pPr>
            <a:lvl9pPr marL="4114800" lvl="8" indent="-304800" algn="l">
              <a:lnSpc>
                <a:spcPct val="100000"/>
              </a:lnSpc>
              <a:spcBef>
                <a:spcPts val="0"/>
              </a:spcBef>
              <a:spcAft>
                <a:spcPts val="0"/>
              </a:spcAft>
              <a:buSzPts val="1200"/>
              <a:buChar char="■"/>
              <a:defRPr sz="1200"/>
            </a:lvl9pPr>
          </a:lstStyle>
          <a:p>
            <a:endParaRPr/>
          </a:p>
        </p:txBody>
      </p:sp>
      <p:sp>
        <p:nvSpPr>
          <p:cNvPr id="650" name="Google Shape;650;p76"/>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651" name="Google Shape;651;p76"/>
          <p:cNvSpPr txBox="1">
            <a:spLocks noGrp="1"/>
          </p:cNvSpPr>
          <p:nvPr>
            <p:ph type="title" idx="5"/>
          </p:nvPr>
        </p:nvSpPr>
        <p:spPr>
          <a:xfrm>
            <a:off x="2457150" y="3051277"/>
            <a:ext cx="4227300" cy="498600"/>
          </a:xfrm>
          <a:prstGeom prst="rect">
            <a:avLst/>
          </a:prstGeom>
          <a:noFill/>
          <a:ln>
            <a:noFill/>
          </a:ln>
        </p:spPr>
        <p:txBody>
          <a:bodyPr spcFirstLastPara="1" wrap="square" lIns="0" tIns="0" rIns="91425" bIns="0" anchor="t" anchorCtr="0">
            <a:noAutofit/>
          </a:bodyPr>
          <a:lstStyle>
            <a:lvl1pPr lvl="0" algn="l">
              <a:lnSpc>
                <a:spcPct val="85000"/>
              </a:lnSpc>
              <a:spcBef>
                <a:spcPts val="0"/>
              </a:spcBef>
              <a:spcAft>
                <a:spcPts val="0"/>
              </a:spcAft>
              <a:buSzPts val="3600"/>
              <a:buNone/>
              <a:defRPr sz="3600">
                <a:latin typeface="Instrument Sans"/>
                <a:ea typeface="Instrument Sans"/>
                <a:cs typeface="Instrument Sans"/>
                <a:sym typeface="Instrument Sans"/>
              </a:defRPr>
            </a:lvl1pPr>
            <a:lvl2pPr lvl="1" algn="l">
              <a:lnSpc>
                <a:spcPct val="115000"/>
              </a:lnSpc>
              <a:spcBef>
                <a:spcPts val="0"/>
              </a:spcBef>
              <a:spcAft>
                <a:spcPts val="0"/>
              </a:spcAft>
              <a:buSzPts val="3600"/>
              <a:buNone/>
              <a:defRPr sz="3600">
                <a:latin typeface="Instrument Sans"/>
                <a:ea typeface="Instrument Sans"/>
                <a:cs typeface="Instrument Sans"/>
                <a:sym typeface="Instrument Sans"/>
              </a:defRPr>
            </a:lvl2pPr>
            <a:lvl3pPr lvl="2" algn="l">
              <a:lnSpc>
                <a:spcPct val="115000"/>
              </a:lnSpc>
              <a:spcBef>
                <a:spcPts val="0"/>
              </a:spcBef>
              <a:spcAft>
                <a:spcPts val="0"/>
              </a:spcAft>
              <a:buSzPts val="3600"/>
              <a:buNone/>
              <a:defRPr sz="3600">
                <a:latin typeface="Instrument Sans"/>
                <a:ea typeface="Instrument Sans"/>
                <a:cs typeface="Instrument Sans"/>
                <a:sym typeface="Instrument Sans"/>
              </a:defRPr>
            </a:lvl3pPr>
            <a:lvl4pPr lvl="3" algn="l">
              <a:lnSpc>
                <a:spcPct val="115000"/>
              </a:lnSpc>
              <a:spcBef>
                <a:spcPts val="0"/>
              </a:spcBef>
              <a:spcAft>
                <a:spcPts val="0"/>
              </a:spcAft>
              <a:buSzPts val="3600"/>
              <a:buNone/>
              <a:defRPr sz="3600">
                <a:latin typeface="Instrument Sans"/>
                <a:ea typeface="Instrument Sans"/>
                <a:cs typeface="Instrument Sans"/>
                <a:sym typeface="Instrument Sans"/>
              </a:defRPr>
            </a:lvl4pPr>
            <a:lvl5pPr lvl="4" algn="l">
              <a:lnSpc>
                <a:spcPct val="115000"/>
              </a:lnSpc>
              <a:spcBef>
                <a:spcPts val="0"/>
              </a:spcBef>
              <a:spcAft>
                <a:spcPts val="0"/>
              </a:spcAft>
              <a:buSzPts val="3600"/>
              <a:buNone/>
              <a:defRPr sz="3600">
                <a:latin typeface="Instrument Sans"/>
                <a:ea typeface="Instrument Sans"/>
                <a:cs typeface="Instrument Sans"/>
                <a:sym typeface="Instrument Sans"/>
              </a:defRPr>
            </a:lvl5pPr>
            <a:lvl6pPr lvl="5" algn="l">
              <a:lnSpc>
                <a:spcPct val="115000"/>
              </a:lnSpc>
              <a:spcBef>
                <a:spcPts val="0"/>
              </a:spcBef>
              <a:spcAft>
                <a:spcPts val="0"/>
              </a:spcAft>
              <a:buSzPts val="3600"/>
              <a:buNone/>
              <a:defRPr sz="3600">
                <a:latin typeface="Instrument Sans"/>
                <a:ea typeface="Instrument Sans"/>
                <a:cs typeface="Instrument Sans"/>
                <a:sym typeface="Instrument Sans"/>
              </a:defRPr>
            </a:lvl6pPr>
            <a:lvl7pPr lvl="6" algn="l">
              <a:lnSpc>
                <a:spcPct val="115000"/>
              </a:lnSpc>
              <a:spcBef>
                <a:spcPts val="0"/>
              </a:spcBef>
              <a:spcAft>
                <a:spcPts val="0"/>
              </a:spcAft>
              <a:buSzPts val="3600"/>
              <a:buNone/>
              <a:defRPr sz="3600">
                <a:latin typeface="Instrument Sans"/>
                <a:ea typeface="Instrument Sans"/>
                <a:cs typeface="Instrument Sans"/>
                <a:sym typeface="Instrument Sans"/>
              </a:defRPr>
            </a:lvl7pPr>
            <a:lvl8pPr lvl="7" algn="l">
              <a:lnSpc>
                <a:spcPct val="115000"/>
              </a:lnSpc>
              <a:spcBef>
                <a:spcPts val="0"/>
              </a:spcBef>
              <a:spcAft>
                <a:spcPts val="0"/>
              </a:spcAft>
              <a:buSzPts val="3600"/>
              <a:buNone/>
              <a:defRPr sz="3600">
                <a:latin typeface="Instrument Sans"/>
                <a:ea typeface="Instrument Sans"/>
                <a:cs typeface="Instrument Sans"/>
                <a:sym typeface="Instrument Sans"/>
              </a:defRPr>
            </a:lvl8pPr>
            <a:lvl9pPr lvl="8" algn="l">
              <a:lnSpc>
                <a:spcPct val="115000"/>
              </a:lnSpc>
              <a:spcBef>
                <a:spcPts val="0"/>
              </a:spcBef>
              <a:spcAft>
                <a:spcPts val="0"/>
              </a:spcAft>
              <a:buSzPts val="3600"/>
              <a:buNone/>
              <a:defRPr sz="3600">
                <a:latin typeface="Instrument Sans"/>
                <a:ea typeface="Instrument Sans"/>
                <a:cs typeface="Instrument Sans"/>
                <a:sym typeface="Instrument Sans"/>
              </a:defRPr>
            </a:lvl9pPr>
          </a:lstStyle>
          <a:p>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Two blocks- two ideas">
  <p:cSld name="CUSTOM_5">
    <p:spTree>
      <p:nvGrpSpPr>
        <p:cNvPr id="1" name="Shape 652"/>
        <p:cNvGrpSpPr/>
        <p:nvPr/>
      </p:nvGrpSpPr>
      <p:grpSpPr>
        <a:xfrm>
          <a:off x="0" y="0"/>
          <a:ext cx="0" cy="0"/>
          <a:chOff x="0" y="0"/>
          <a:chExt cx="0" cy="0"/>
        </a:xfrm>
      </p:grpSpPr>
      <p:sp>
        <p:nvSpPr>
          <p:cNvPr id="653" name="Google Shape;653;p77"/>
          <p:cNvSpPr txBox="1">
            <a:spLocks noGrp="1"/>
          </p:cNvSpPr>
          <p:nvPr>
            <p:ph type="subTitle" idx="1"/>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654" name="Google Shape;654;p77"/>
          <p:cNvSpPr txBox="1">
            <a:spLocks noGrp="1"/>
          </p:cNvSpPr>
          <p:nvPr>
            <p:ph type="subTitle" idx="2"/>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655" name="Google Shape;655;p77"/>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Three elements">
  <p:cSld name="CUSTOM_6">
    <p:bg>
      <p:bgPr>
        <a:solidFill>
          <a:schemeClr val="dk2"/>
        </a:solidFill>
        <a:effectLst/>
      </p:bgPr>
    </p:bg>
    <p:spTree>
      <p:nvGrpSpPr>
        <p:cNvPr id="1" name="Shape 656"/>
        <p:cNvGrpSpPr/>
        <p:nvPr/>
      </p:nvGrpSpPr>
      <p:grpSpPr>
        <a:xfrm>
          <a:off x="0" y="0"/>
          <a:ext cx="0" cy="0"/>
          <a:chOff x="0" y="0"/>
          <a:chExt cx="0" cy="0"/>
        </a:xfrm>
      </p:grpSpPr>
      <p:sp>
        <p:nvSpPr>
          <p:cNvPr id="657" name="Google Shape;657;p78"/>
          <p:cNvSpPr txBox="1">
            <a:spLocks noGrp="1"/>
          </p:cNvSpPr>
          <p:nvPr>
            <p:ph type="body" idx="1"/>
          </p:nvPr>
        </p:nvSpPr>
        <p:spPr>
          <a:xfrm>
            <a:off x="284700" y="2630400"/>
            <a:ext cx="2055000" cy="2038200"/>
          </a:xfrm>
          <a:prstGeom prst="rect">
            <a:avLst/>
          </a:prstGeom>
          <a:noFill/>
          <a:ln>
            <a:noFill/>
          </a:ln>
        </p:spPr>
        <p:txBody>
          <a:bodyPr spcFirstLastPara="1" wrap="square" lIns="0" tIns="0" rIns="91425" bIns="0" anchor="t" anchorCtr="0">
            <a:noAutofit/>
          </a:bodyPr>
          <a:lstStyle>
            <a:lvl1pPr marL="457200" lvl="0" indent="-292100" algn="l">
              <a:lnSpc>
                <a:spcPct val="115000"/>
              </a:lnSpc>
              <a:spcBef>
                <a:spcPts val="0"/>
              </a:spcBef>
              <a:spcAft>
                <a:spcPts val="0"/>
              </a:spcAft>
              <a:buClr>
                <a:schemeClr val="lt1"/>
              </a:buClr>
              <a:buSzPts val="1000"/>
              <a:buChar char="●"/>
              <a:defRPr/>
            </a:lvl1pPr>
            <a:lvl2pPr marL="914400" lvl="1" indent="-292100" algn="l">
              <a:lnSpc>
                <a:spcPct val="115000"/>
              </a:lnSpc>
              <a:spcBef>
                <a:spcPts val="800"/>
              </a:spcBef>
              <a:spcAft>
                <a:spcPts val="0"/>
              </a:spcAft>
              <a:buClr>
                <a:schemeClr val="lt1"/>
              </a:buClr>
              <a:buSzPts val="1000"/>
              <a:buChar char="○"/>
              <a:defRPr/>
            </a:lvl2pPr>
            <a:lvl3pPr marL="1371600" lvl="2" indent="-292100" algn="l">
              <a:lnSpc>
                <a:spcPct val="115000"/>
              </a:lnSpc>
              <a:spcBef>
                <a:spcPts val="800"/>
              </a:spcBef>
              <a:spcAft>
                <a:spcPts val="0"/>
              </a:spcAft>
              <a:buClr>
                <a:schemeClr val="lt1"/>
              </a:buClr>
              <a:buSzPts val="1000"/>
              <a:buChar char="■"/>
              <a:defRPr/>
            </a:lvl3pPr>
            <a:lvl4pPr marL="1828800" lvl="3" indent="-292100" algn="l">
              <a:lnSpc>
                <a:spcPct val="115000"/>
              </a:lnSpc>
              <a:spcBef>
                <a:spcPts val="800"/>
              </a:spcBef>
              <a:spcAft>
                <a:spcPts val="0"/>
              </a:spcAft>
              <a:buClr>
                <a:schemeClr val="lt1"/>
              </a:buClr>
              <a:buSzPts val="1000"/>
              <a:buChar char="●"/>
              <a:defRPr/>
            </a:lvl4pPr>
            <a:lvl5pPr marL="2286000" lvl="4" indent="-292100" algn="l">
              <a:lnSpc>
                <a:spcPct val="115000"/>
              </a:lnSpc>
              <a:spcBef>
                <a:spcPts val="800"/>
              </a:spcBef>
              <a:spcAft>
                <a:spcPts val="0"/>
              </a:spcAft>
              <a:buClr>
                <a:schemeClr val="lt1"/>
              </a:buClr>
              <a:buSzPts val="1000"/>
              <a:buChar char="○"/>
              <a:defRPr/>
            </a:lvl5pPr>
            <a:lvl6pPr marL="2743200" lvl="5" indent="-292100" algn="l">
              <a:lnSpc>
                <a:spcPct val="115000"/>
              </a:lnSpc>
              <a:spcBef>
                <a:spcPts val="800"/>
              </a:spcBef>
              <a:spcAft>
                <a:spcPts val="0"/>
              </a:spcAft>
              <a:buClr>
                <a:schemeClr val="lt1"/>
              </a:buClr>
              <a:buSzPts val="1000"/>
              <a:buChar char="■"/>
              <a:defRPr/>
            </a:lvl6pPr>
            <a:lvl7pPr marL="3200400" lvl="6" indent="-292100" algn="l">
              <a:lnSpc>
                <a:spcPct val="115000"/>
              </a:lnSpc>
              <a:spcBef>
                <a:spcPts val="800"/>
              </a:spcBef>
              <a:spcAft>
                <a:spcPts val="0"/>
              </a:spcAft>
              <a:buClr>
                <a:schemeClr val="lt1"/>
              </a:buClr>
              <a:buSzPts val="1000"/>
              <a:buChar char="●"/>
              <a:defRPr/>
            </a:lvl7pPr>
            <a:lvl8pPr marL="3657600" lvl="7" indent="-292100" algn="l">
              <a:lnSpc>
                <a:spcPct val="115000"/>
              </a:lnSpc>
              <a:spcBef>
                <a:spcPts val="800"/>
              </a:spcBef>
              <a:spcAft>
                <a:spcPts val="0"/>
              </a:spcAft>
              <a:buClr>
                <a:schemeClr val="lt1"/>
              </a:buClr>
              <a:buSzPts val="1000"/>
              <a:buChar char="○"/>
              <a:defRPr/>
            </a:lvl8pPr>
            <a:lvl9pPr marL="4114800" lvl="8" indent="-292100" algn="l">
              <a:lnSpc>
                <a:spcPct val="115000"/>
              </a:lnSpc>
              <a:spcBef>
                <a:spcPts val="800"/>
              </a:spcBef>
              <a:spcAft>
                <a:spcPts val="800"/>
              </a:spcAft>
              <a:buClr>
                <a:schemeClr val="lt1"/>
              </a:buClr>
              <a:buSzPts val="1000"/>
              <a:buChar char="■"/>
              <a:defRPr/>
            </a:lvl9pPr>
          </a:lstStyle>
          <a:p>
            <a:endParaRPr/>
          </a:p>
        </p:txBody>
      </p:sp>
      <p:sp>
        <p:nvSpPr>
          <p:cNvPr id="658" name="Google Shape;658;p78"/>
          <p:cNvSpPr>
            <a:spLocks noGrp="1"/>
          </p:cNvSpPr>
          <p:nvPr>
            <p:ph type="pic" idx="2"/>
          </p:nvPr>
        </p:nvSpPr>
        <p:spPr>
          <a:xfrm>
            <a:off x="4629600" y="2630549"/>
            <a:ext cx="4227300" cy="2038200"/>
          </a:xfrm>
          <a:prstGeom prst="roundRect">
            <a:avLst>
              <a:gd name="adj" fmla="val 9982"/>
            </a:avLst>
          </a:prstGeom>
          <a:noFill/>
          <a:ln>
            <a:noFill/>
          </a:ln>
        </p:spPr>
      </p:sp>
      <p:sp>
        <p:nvSpPr>
          <p:cNvPr id="659" name="Google Shape;659;p78"/>
          <p:cNvSpPr txBox="1">
            <a:spLocks noGrp="1"/>
          </p:cNvSpPr>
          <p:nvPr>
            <p:ph type="subTitle" idx="3"/>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660" name="Google Shape;660;p78"/>
          <p:cNvSpPr txBox="1">
            <a:spLocks noGrp="1"/>
          </p:cNvSpPr>
          <p:nvPr>
            <p:ph type="subTitle" idx="4"/>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661" name="Google Shape;661;p78"/>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Various boxes">
  <p:cSld name="CUSTOM_6_1">
    <p:spTree>
      <p:nvGrpSpPr>
        <p:cNvPr id="1" name="Shape 662"/>
        <p:cNvGrpSpPr/>
        <p:nvPr/>
      </p:nvGrpSpPr>
      <p:grpSpPr>
        <a:xfrm>
          <a:off x="0" y="0"/>
          <a:ext cx="0" cy="0"/>
          <a:chOff x="0" y="0"/>
          <a:chExt cx="0" cy="0"/>
        </a:xfrm>
      </p:grpSpPr>
      <p:sp>
        <p:nvSpPr>
          <p:cNvPr id="663" name="Google Shape;663;p79"/>
          <p:cNvSpPr>
            <a:spLocks noGrp="1"/>
          </p:cNvSpPr>
          <p:nvPr>
            <p:ph type="pic" idx="2"/>
          </p:nvPr>
        </p:nvSpPr>
        <p:spPr>
          <a:xfrm>
            <a:off x="4630975" y="1365900"/>
            <a:ext cx="2055000" cy="3302700"/>
          </a:xfrm>
          <a:prstGeom prst="roundRect">
            <a:avLst>
              <a:gd name="adj" fmla="val 11973"/>
            </a:avLst>
          </a:prstGeom>
          <a:noFill/>
          <a:ln>
            <a:noFill/>
          </a:ln>
        </p:spPr>
      </p:sp>
      <p:sp>
        <p:nvSpPr>
          <p:cNvPr id="664" name="Google Shape;664;p79"/>
          <p:cNvSpPr txBox="1">
            <a:spLocks noGrp="1"/>
          </p:cNvSpPr>
          <p:nvPr>
            <p:ph type="body" idx="1"/>
          </p:nvPr>
        </p:nvSpPr>
        <p:spPr>
          <a:xfrm>
            <a:off x="417625" y="2720125"/>
            <a:ext cx="3754500" cy="486300"/>
          </a:xfrm>
          <a:prstGeom prst="rect">
            <a:avLst/>
          </a:prstGeom>
          <a:noFill/>
          <a:ln>
            <a:noFill/>
          </a:ln>
        </p:spPr>
        <p:txBody>
          <a:bodyPr spcFirstLastPara="1" wrap="square" lIns="0" tIns="0" rIns="0" bIns="0" anchor="b" anchorCtr="0">
            <a:noAutofit/>
          </a:bodyPr>
          <a:lstStyle>
            <a:lvl1pPr marL="457200" lvl="0" indent="-228600" algn="l">
              <a:lnSpc>
                <a:spcPct val="115000"/>
              </a:lnSpc>
              <a:spcBef>
                <a:spcPts val="0"/>
              </a:spcBef>
              <a:spcAft>
                <a:spcPts val="0"/>
              </a:spcAft>
              <a:buSzPts val="1000"/>
              <a:buNone/>
              <a:defRPr/>
            </a:lvl1pPr>
            <a:lvl2pPr marL="914400" lvl="1" indent="-228600" algn="l">
              <a:lnSpc>
                <a:spcPct val="115000"/>
              </a:lnSpc>
              <a:spcBef>
                <a:spcPts val="0"/>
              </a:spcBef>
              <a:spcAft>
                <a:spcPts val="0"/>
              </a:spcAft>
              <a:buSzPts val="1000"/>
              <a:buNone/>
              <a:defRPr/>
            </a:lvl2pPr>
            <a:lvl3pPr marL="1371600" lvl="2" indent="-228600" algn="l">
              <a:lnSpc>
                <a:spcPct val="115000"/>
              </a:lnSpc>
              <a:spcBef>
                <a:spcPts val="0"/>
              </a:spcBef>
              <a:spcAft>
                <a:spcPts val="0"/>
              </a:spcAft>
              <a:buSzPts val="1000"/>
              <a:buNone/>
              <a:defRPr/>
            </a:lvl3pPr>
            <a:lvl4pPr marL="1828800" lvl="3" indent="-228600" algn="l">
              <a:lnSpc>
                <a:spcPct val="115000"/>
              </a:lnSpc>
              <a:spcBef>
                <a:spcPts val="0"/>
              </a:spcBef>
              <a:spcAft>
                <a:spcPts val="0"/>
              </a:spcAft>
              <a:buSzPts val="1000"/>
              <a:buNone/>
              <a:defRPr/>
            </a:lvl4pPr>
            <a:lvl5pPr marL="2286000" lvl="4" indent="-228600" algn="l">
              <a:lnSpc>
                <a:spcPct val="115000"/>
              </a:lnSpc>
              <a:spcBef>
                <a:spcPts val="0"/>
              </a:spcBef>
              <a:spcAft>
                <a:spcPts val="0"/>
              </a:spcAft>
              <a:buSzPts val="1000"/>
              <a:buNone/>
              <a:defRPr/>
            </a:lvl5pPr>
            <a:lvl6pPr marL="2743200" lvl="5" indent="-228600" algn="l">
              <a:lnSpc>
                <a:spcPct val="115000"/>
              </a:lnSpc>
              <a:spcBef>
                <a:spcPts val="0"/>
              </a:spcBef>
              <a:spcAft>
                <a:spcPts val="0"/>
              </a:spcAft>
              <a:buSzPts val="1000"/>
              <a:buNone/>
              <a:defRPr/>
            </a:lvl6pPr>
            <a:lvl7pPr marL="3200400" lvl="6" indent="-228600" algn="l">
              <a:lnSpc>
                <a:spcPct val="115000"/>
              </a:lnSpc>
              <a:spcBef>
                <a:spcPts val="0"/>
              </a:spcBef>
              <a:spcAft>
                <a:spcPts val="0"/>
              </a:spcAft>
              <a:buSzPts val="1000"/>
              <a:buNone/>
              <a:defRPr/>
            </a:lvl7pPr>
            <a:lvl8pPr marL="3657600" lvl="7" indent="-228600" algn="l">
              <a:lnSpc>
                <a:spcPct val="115000"/>
              </a:lnSpc>
              <a:spcBef>
                <a:spcPts val="0"/>
              </a:spcBef>
              <a:spcAft>
                <a:spcPts val="0"/>
              </a:spcAft>
              <a:buSzPts val="1000"/>
              <a:buNone/>
              <a:defRPr/>
            </a:lvl8pPr>
            <a:lvl9pPr marL="4114800" lvl="8" indent="-228600" algn="l">
              <a:lnSpc>
                <a:spcPct val="115000"/>
              </a:lnSpc>
              <a:spcBef>
                <a:spcPts val="0"/>
              </a:spcBef>
              <a:spcAft>
                <a:spcPts val="0"/>
              </a:spcAft>
              <a:buSzPts val="1000"/>
              <a:buNone/>
              <a:defRPr/>
            </a:lvl9pPr>
          </a:lstStyle>
          <a:p>
            <a:endParaRPr/>
          </a:p>
        </p:txBody>
      </p:sp>
      <p:sp>
        <p:nvSpPr>
          <p:cNvPr id="665" name="Google Shape;665;p79"/>
          <p:cNvSpPr txBox="1">
            <a:spLocks noGrp="1"/>
          </p:cNvSpPr>
          <p:nvPr>
            <p:ph type="body" idx="3"/>
          </p:nvPr>
        </p:nvSpPr>
        <p:spPr>
          <a:xfrm>
            <a:off x="417625" y="3990775"/>
            <a:ext cx="1875600" cy="548100"/>
          </a:xfrm>
          <a:prstGeom prst="rect">
            <a:avLst/>
          </a:prstGeom>
          <a:noFill/>
          <a:ln>
            <a:noFill/>
          </a:ln>
        </p:spPr>
        <p:txBody>
          <a:bodyPr spcFirstLastPara="1" wrap="square" lIns="0" tIns="0" rIns="0" bIns="0" anchor="t" anchorCtr="0">
            <a:noAutofit/>
          </a:bodyPr>
          <a:lstStyle>
            <a:lvl1pPr marL="457200" lvl="0" indent="-228600" algn="l">
              <a:lnSpc>
                <a:spcPct val="115000"/>
              </a:lnSpc>
              <a:spcBef>
                <a:spcPts val="0"/>
              </a:spcBef>
              <a:spcAft>
                <a:spcPts val="0"/>
              </a:spcAft>
              <a:buSzPts val="1000"/>
              <a:buNone/>
              <a:defRPr i="1"/>
            </a:lvl1pPr>
            <a:lvl2pPr marL="914400" lvl="1" indent="-228600" algn="l">
              <a:lnSpc>
                <a:spcPct val="115000"/>
              </a:lnSpc>
              <a:spcBef>
                <a:spcPts val="0"/>
              </a:spcBef>
              <a:spcAft>
                <a:spcPts val="0"/>
              </a:spcAft>
              <a:buSzPts val="1000"/>
              <a:buNone/>
              <a:defRPr i="1"/>
            </a:lvl2pPr>
            <a:lvl3pPr marL="1371600" lvl="2" indent="-228600" algn="l">
              <a:lnSpc>
                <a:spcPct val="115000"/>
              </a:lnSpc>
              <a:spcBef>
                <a:spcPts val="0"/>
              </a:spcBef>
              <a:spcAft>
                <a:spcPts val="0"/>
              </a:spcAft>
              <a:buSzPts val="1000"/>
              <a:buNone/>
              <a:defRPr i="1"/>
            </a:lvl3pPr>
            <a:lvl4pPr marL="1828800" lvl="3" indent="-228600" algn="l">
              <a:lnSpc>
                <a:spcPct val="115000"/>
              </a:lnSpc>
              <a:spcBef>
                <a:spcPts val="0"/>
              </a:spcBef>
              <a:spcAft>
                <a:spcPts val="0"/>
              </a:spcAft>
              <a:buSzPts val="1000"/>
              <a:buNone/>
              <a:defRPr i="1"/>
            </a:lvl4pPr>
            <a:lvl5pPr marL="2286000" lvl="4" indent="-228600" algn="l">
              <a:lnSpc>
                <a:spcPct val="115000"/>
              </a:lnSpc>
              <a:spcBef>
                <a:spcPts val="0"/>
              </a:spcBef>
              <a:spcAft>
                <a:spcPts val="0"/>
              </a:spcAft>
              <a:buSzPts val="1000"/>
              <a:buNone/>
              <a:defRPr i="1"/>
            </a:lvl5pPr>
            <a:lvl6pPr marL="2743200" lvl="5" indent="-228600" algn="l">
              <a:lnSpc>
                <a:spcPct val="115000"/>
              </a:lnSpc>
              <a:spcBef>
                <a:spcPts val="0"/>
              </a:spcBef>
              <a:spcAft>
                <a:spcPts val="0"/>
              </a:spcAft>
              <a:buSzPts val="1000"/>
              <a:buNone/>
              <a:defRPr i="1"/>
            </a:lvl6pPr>
            <a:lvl7pPr marL="3200400" lvl="6" indent="-228600" algn="l">
              <a:lnSpc>
                <a:spcPct val="115000"/>
              </a:lnSpc>
              <a:spcBef>
                <a:spcPts val="0"/>
              </a:spcBef>
              <a:spcAft>
                <a:spcPts val="0"/>
              </a:spcAft>
              <a:buSzPts val="1000"/>
              <a:buNone/>
              <a:defRPr i="1"/>
            </a:lvl7pPr>
            <a:lvl8pPr marL="3657600" lvl="7" indent="-228600" algn="l">
              <a:lnSpc>
                <a:spcPct val="115000"/>
              </a:lnSpc>
              <a:spcBef>
                <a:spcPts val="0"/>
              </a:spcBef>
              <a:spcAft>
                <a:spcPts val="0"/>
              </a:spcAft>
              <a:buSzPts val="1000"/>
              <a:buNone/>
              <a:defRPr i="1"/>
            </a:lvl8pPr>
            <a:lvl9pPr marL="4114800" lvl="8" indent="-228600" algn="l">
              <a:lnSpc>
                <a:spcPct val="115000"/>
              </a:lnSpc>
              <a:spcBef>
                <a:spcPts val="0"/>
              </a:spcBef>
              <a:spcAft>
                <a:spcPts val="0"/>
              </a:spcAft>
              <a:buSzPts val="1000"/>
              <a:buNone/>
              <a:defRPr i="1"/>
            </a:lvl9pPr>
          </a:lstStyle>
          <a:p>
            <a:endParaRPr/>
          </a:p>
        </p:txBody>
      </p:sp>
      <p:sp>
        <p:nvSpPr>
          <p:cNvPr id="666" name="Google Shape;666;p79"/>
          <p:cNvSpPr txBox="1">
            <a:spLocks noGrp="1"/>
          </p:cNvSpPr>
          <p:nvPr>
            <p:ph type="body" idx="4"/>
          </p:nvPr>
        </p:nvSpPr>
        <p:spPr>
          <a:xfrm>
            <a:off x="2457075" y="4311325"/>
            <a:ext cx="2053500" cy="354300"/>
          </a:xfrm>
          <a:prstGeom prst="rect">
            <a:avLst/>
          </a:prstGeom>
          <a:noFill/>
          <a:ln>
            <a:noFill/>
          </a:ln>
        </p:spPr>
        <p:txBody>
          <a:bodyPr spcFirstLastPara="1" wrap="square" lIns="182875" tIns="0" rIns="0" bIns="0" anchor="t" anchorCtr="0">
            <a:noAutofit/>
          </a:bodyPr>
          <a:lstStyle>
            <a:lvl1pPr marL="457200" lvl="0" indent="-228600" algn="l">
              <a:lnSpc>
                <a:spcPct val="115000"/>
              </a:lnSpc>
              <a:spcBef>
                <a:spcPts val="0"/>
              </a:spcBef>
              <a:spcAft>
                <a:spcPts val="0"/>
              </a:spcAft>
              <a:buSzPts val="1000"/>
              <a:buNone/>
              <a:defRPr/>
            </a:lvl1pPr>
            <a:lvl2pPr marL="914400" lvl="1" indent="-228600" algn="l">
              <a:lnSpc>
                <a:spcPct val="115000"/>
              </a:lnSpc>
              <a:spcBef>
                <a:spcPts val="0"/>
              </a:spcBef>
              <a:spcAft>
                <a:spcPts val="0"/>
              </a:spcAft>
              <a:buSzPts val="1000"/>
              <a:buNone/>
              <a:defRPr/>
            </a:lvl2pPr>
            <a:lvl3pPr marL="1371600" lvl="2" indent="-228600" algn="l">
              <a:lnSpc>
                <a:spcPct val="115000"/>
              </a:lnSpc>
              <a:spcBef>
                <a:spcPts val="0"/>
              </a:spcBef>
              <a:spcAft>
                <a:spcPts val="0"/>
              </a:spcAft>
              <a:buSzPts val="1000"/>
              <a:buNone/>
              <a:defRPr/>
            </a:lvl3pPr>
            <a:lvl4pPr marL="1828800" lvl="3" indent="-228600" algn="l">
              <a:lnSpc>
                <a:spcPct val="115000"/>
              </a:lnSpc>
              <a:spcBef>
                <a:spcPts val="0"/>
              </a:spcBef>
              <a:spcAft>
                <a:spcPts val="0"/>
              </a:spcAft>
              <a:buSzPts val="1000"/>
              <a:buNone/>
              <a:defRPr/>
            </a:lvl4pPr>
            <a:lvl5pPr marL="2286000" lvl="4" indent="-228600" algn="l">
              <a:lnSpc>
                <a:spcPct val="115000"/>
              </a:lnSpc>
              <a:spcBef>
                <a:spcPts val="0"/>
              </a:spcBef>
              <a:spcAft>
                <a:spcPts val="0"/>
              </a:spcAft>
              <a:buSzPts val="1000"/>
              <a:buNone/>
              <a:defRPr/>
            </a:lvl5pPr>
            <a:lvl6pPr marL="2743200" lvl="5" indent="-228600" algn="l">
              <a:lnSpc>
                <a:spcPct val="115000"/>
              </a:lnSpc>
              <a:spcBef>
                <a:spcPts val="0"/>
              </a:spcBef>
              <a:spcAft>
                <a:spcPts val="0"/>
              </a:spcAft>
              <a:buSzPts val="1000"/>
              <a:buNone/>
              <a:defRPr/>
            </a:lvl6pPr>
            <a:lvl7pPr marL="3200400" lvl="6" indent="-228600" algn="l">
              <a:lnSpc>
                <a:spcPct val="115000"/>
              </a:lnSpc>
              <a:spcBef>
                <a:spcPts val="0"/>
              </a:spcBef>
              <a:spcAft>
                <a:spcPts val="0"/>
              </a:spcAft>
              <a:buSzPts val="1000"/>
              <a:buNone/>
              <a:defRPr/>
            </a:lvl7pPr>
            <a:lvl8pPr marL="3657600" lvl="7" indent="-228600" algn="l">
              <a:lnSpc>
                <a:spcPct val="115000"/>
              </a:lnSpc>
              <a:spcBef>
                <a:spcPts val="0"/>
              </a:spcBef>
              <a:spcAft>
                <a:spcPts val="0"/>
              </a:spcAft>
              <a:buSzPts val="1000"/>
              <a:buNone/>
              <a:defRPr/>
            </a:lvl8pPr>
            <a:lvl9pPr marL="4114800" lvl="8" indent="-228600" algn="l">
              <a:lnSpc>
                <a:spcPct val="115000"/>
              </a:lnSpc>
              <a:spcBef>
                <a:spcPts val="0"/>
              </a:spcBef>
              <a:spcAft>
                <a:spcPts val="0"/>
              </a:spcAft>
              <a:buSzPts val="1000"/>
              <a:buNone/>
              <a:defRPr/>
            </a:lvl9pPr>
          </a:lstStyle>
          <a:p>
            <a:endParaRPr/>
          </a:p>
        </p:txBody>
      </p:sp>
      <p:sp>
        <p:nvSpPr>
          <p:cNvPr id="667" name="Google Shape;667;p79"/>
          <p:cNvSpPr txBox="1">
            <a:spLocks noGrp="1"/>
          </p:cNvSpPr>
          <p:nvPr>
            <p:ph type="body" idx="5"/>
          </p:nvPr>
        </p:nvSpPr>
        <p:spPr>
          <a:xfrm>
            <a:off x="6801300" y="2498700"/>
            <a:ext cx="2055000" cy="1204500"/>
          </a:xfrm>
          <a:prstGeom prst="rect">
            <a:avLst/>
          </a:prstGeom>
          <a:noFill/>
          <a:ln>
            <a:noFill/>
          </a:ln>
        </p:spPr>
        <p:txBody>
          <a:bodyPr spcFirstLastPara="1" wrap="square" lIns="182875" tIns="0" rIns="182875" bIns="0" anchor="t" anchorCtr="0">
            <a:noAutofit/>
          </a:bodyPr>
          <a:lstStyle>
            <a:lvl1pPr marL="457200" lvl="0" indent="-228600" algn="l">
              <a:lnSpc>
                <a:spcPct val="115000"/>
              </a:lnSpc>
              <a:spcBef>
                <a:spcPts val="0"/>
              </a:spcBef>
              <a:spcAft>
                <a:spcPts val="0"/>
              </a:spcAft>
              <a:buSzPts val="1000"/>
              <a:buNone/>
              <a:defRPr/>
            </a:lvl1pPr>
            <a:lvl2pPr marL="914400" lvl="1" indent="-228600" algn="l">
              <a:lnSpc>
                <a:spcPct val="115000"/>
              </a:lnSpc>
              <a:spcBef>
                <a:spcPts val="0"/>
              </a:spcBef>
              <a:spcAft>
                <a:spcPts val="0"/>
              </a:spcAft>
              <a:buSzPts val="1000"/>
              <a:buNone/>
              <a:defRPr/>
            </a:lvl2pPr>
            <a:lvl3pPr marL="1371600" lvl="2" indent="-228600" algn="l">
              <a:lnSpc>
                <a:spcPct val="115000"/>
              </a:lnSpc>
              <a:spcBef>
                <a:spcPts val="0"/>
              </a:spcBef>
              <a:spcAft>
                <a:spcPts val="0"/>
              </a:spcAft>
              <a:buSzPts val="1000"/>
              <a:buNone/>
              <a:defRPr/>
            </a:lvl3pPr>
            <a:lvl4pPr marL="1828800" lvl="3" indent="-228600" algn="l">
              <a:lnSpc>
                <a:spcPct val="115000"/>
              </a:lnSpc>
              <a:spcBef>
                <a:spcPts val="0"/>
              </a:spcBef>
              <a:spcAft>
                <a:spcPts val="0"/>
              </a:spcAft>
              <a:buSzPts val="1000"/>
              <a:buNone/>
              <a:defRPr/>
            </a:lvl4pPr>
            <a:lvl5pPr marL="2286000" lvl="4" indent="-228600" algn="l">
              <a:lnSpc>
                <a:spcPct val="115000"/>
              </a:lnSpc>
              <a:spcBef>
                <a:spcPts val="0"/>
              </a:spcBef>
              <a:spcAft>
                <a:spcPts val="0"/>
              </a:spcAft>
              <a:buSzPts val="1000"/>
              <a:buNone/>
              <a:defRPr/>
            </a:lvl5pPr>
            <a:lvl6pPr marL="2743200" lvl="5" indent="-228600" algn="l">
              <a:lnSpc>
                <a:spcPct val="115000"/>
              </a:lnSpc>
              <a:spcBef>
                <a:spcPts val="0"/>
              </a:spcBef>
              <a:spcAft>
                <a:spcPts val="0"/>
              </a:spcAft>
              <a:buSzPts val="1000"/>
              <a:buNone/>
              <a:defRPr/>
            </a:lvl6pPr>
            <a:lvl7pPr marL="3200400" lvl="6" indent="-228600" algn="l">
              <a:lnSpc>
                <a:spcPct val="115000"/>
              </a:lnSpc>
              <a:spcBef>
                <a:spcPts val="0"/>
              </a:spcBef>
              <a:spcAft>
                <a:spcPts val="0"/>
              </a:spcAft>
              <a:buSzPts val="1000"/>
              <a:buNone/>
              <a:defRPr/>
            </a:lvl7pPr>
            <a:lvl8pPr marL="3657600" lvl="7" indent="-228600" algn="l">
              <a:lnSpc>
                <a:spcPct val="115000"/>
              </a:lnSpc>
              <a:spcBef>
                <a:spcPts val="0"/>
              </a:spcBef>
              <a:spcAft>
                <a:spcPts val="0"/>
              </a:spcAft>
              <a:buSzPts val="1000"/>
              <a:buNone/>
              <a:defRPr/>
            </a:lvl8pPr>
            <a:lvl9pPr marL="4114800" lvl="8" indent="-228600" algn="l">
              <a:lnSpc>
                <a:spcPct val="115000"/>
              </a:lnSpc>
              <a:spcBef>
                <a:spcPts val="0"/>
              </a:spcBef>
              <a:spcAft>
                <a:spcPts val="0"/>
              </a:spcAft>
              <a:buSzPts val="1000"/>
              <a:buNone/>
              <a:defRPr/>
            </a:lvl9pPr>
          </a:lstStyle>
          <a:p>
            <a:endParaRPr/>
          </a:p>
        </p:txBody>
      </p:sp>
      <p:sp>
        <p:nvSpPr>
          <p:cNvPr id="668" name="Google Shape;668;p79"/>
          <p:cNvSpPr txBox="1">
            <a:spLocks noGrp="1"/>
          </p:cNvSpPr>
          <p:nvPr>
            <p:ph type="title"/>
          </p:nvPr>
        </p:nvSpPr>
        <p:spPr>
          <a:xfrm>
            <a:off x="288350" y="1365975"/>
            <a:ext cx="4227300" cy="1156500"/>
          </a:xfrm>
          <a:prstGeom prst="rect">
            <a:avLst/>
          </a:prstGeom>
          <a:noFill/>
          <a:ln>
            <a:noFill/>
          </a:ln>
        </p:spPr>
        <p:txBody>
          <a:bodyPr spcFirstLastPara="1" wrap="square" lIns="182875" tIns="182875" rIns="182875" bIns="0" anchor="t" anchorCtr="0">
            <a:spAutoFit/>
          </a:bodyPr>
          <a:lstStyle>
            <a:lvl1pPr lvl="0"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1pPr>
            <a:lvl2pPr lvl="1"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2pPr>
            <a:lvl3pPr lvl="2"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3pPr>
            <a:lvl4pPr lvl="3"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4pPr>
            <a:lvl5pPr lvl="4"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5pPr>
            <a:lvl6pPr lvl="5"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6pPr>
            <a:lvl7pPr lvl="6"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7pPr>
            <a:lvl8pPr lvl="7"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8pPr>
            <a:lvl9pPr lvl="8"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9pPr>
          </a:lstStyle>
          <a:p>
            <a:endParaRPr/>
          </a:p>
        </p:txBody>
      </p:sp>
      <p:sp>
        <p:nvSpPr>
          <p:cNvPr id="669" name="Google Shape;669;p79"/>
          <p:cNvSpPr txBox="1">
            <a:spLocks noGrp="1"/>
          </p:cNvSpPr>
          <p:nvPr>
            <p:ph type="subTitle" idx="6"/>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670" name="Google Shape;670;p79"/>
          <p:cNvSpPr txBox="1">
            <a:spLocks noGrp="1"/>
          </p:cNvSpPr>
          <p:nvPr>
            <p:ph type="subTitle" idx="7"/>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671" name="Google Shape;671;p79"/>
          <p:cNvSpPr txBox="1">
            <a:spLocks noGrp="1"/>
          </p:cNvSpPr>
          <p:nvPr>
            <p:ph type="subTitle" idx="8"/>
          </p:nvPr>
        </p:nvSpPr>
        <p:spPr>
          <a:xfrm>
            <a:off x="2454063" y="3535641"/>
            <a:ext cx="2051400" cy="422700"/>
          </a:xfrm>
          <a:prstGeom prst="rect">
            <a:avLst/>
          </a:prstGeom>
          <a:noFill/>
          <a:ln>
            <a:noFill/>
          </a:ln>
        </p:spPr>
        <p:txBody>
          <a:bodyPr spcFirstLastPara="1" wrap="square" lIns="182875" tIns="182875" rIns="91425" bIns="91425" anchor="t" anchorCtr="0">
            <a:noAutofit/>
          </a:bodyPr>
          <a:lstStyle>
            <a:lvl1pPr lvl="0" algn="l">
              <a:lnSpc>
                <a:spcPct val="115000"/>
              </a:lnSpc>
              <a:spcBef>
                <a:spcPts val="0"/>
              </a:spcBef>
              <a:spcAft>
                <a:spcPts val="0"/>
              </a:spcAft>
              <a:buSzPts val="2400"/>
              <a:buFont typeface="Instrument Sans SemiBold"/>
              <a:buNone/>
              <a:defRPr sz="2400">
                <a:latin typeface="Instrument Sans SemiBold"/>
                <a:ea typeface="Instrument Sans SemiBold"/>
                <a:cs typeface="Instrument Sans SemiBold"/>
                <a:sym typeface="Instrument Sans SemiBold"/>
              </a:defRPr>
            </a:lvl1pPr>
            <a:lvl2pPr lvl="1" algn="l">
              <a:lnSpc>
                <a:spcPct val="115000"/>
              </a:lnSpc>
              <a:spcBef>
                <a:spcPts val="0"/>
              </a:spcBef>
              <a:spcAft>
                <a:spcPts val="0"/>
              </a:spcAft>
              <a:buSzPts val="1000"/>
              <a:buNone/>
              <a:defRPr sz="1200"/>
            </a:lvl2pPr>
            <a:lvl3pPr lvl="2" algn="l">
              <a:lnSpc>
                <a:spcPct val="115000"/>
              </a:lnSpc>
              <a:spcBef>
                <a:spcPts val="0"/>
              </a:spcBef>
              <a:spcAft>
                <a:spcPts val="0"/>
              </a:spcAft>
              <a:buSzPts val="1000"/>
              <a:buNone/>
              <a:defRPr sz="1200"/>
            </a:lvl3pPr>
            <a:lvl4pPr lvl="3" algn="l">
              <a:lnSpc>
                <a:spcPct val="115000"/>
              </a:lnSpc>
              <a:spcBef>
                <a:spcPts val="0"/>
              </a:spcBef>
              <a:spcAft>
                <a:spcPts val="0"/>
              </a:spcAft>
              <a:buSzPts val="1000"/>
              <a:buNone/>
              <a:defRPr sz="1200"/>
            </a:lvl4pPr>
            <a:lvl5pPr lvl="4" algn="l">
              <a:lnSpc>
                <a:spcPct val="115000"/>
              </a:lnSpc>
              <a:spcBef>
                <a:spcPts val="0"/>
              </a:spcBef>
              <a:spcAft>
                <a:spcPts val="0"/>
              </a:spcAft>
              <a:buSzPts val="1000"/>
              <a:buNone/>
              <a:defRPr sz="1200"/>
            </a:lvl5pPr>
            <a:lvl6pPr lvl="5" algn="l">
              <a:lnSpc>
                <a:spcPct val="115000"/>
              </a:lnSpc>
              <a:spcBef>
                <a:spcPts val="0"/>
              </a:spcBef>
              <a:spcAft>
                <a:spcPts val="0"/>
              </a:spcAft>
              <a:buSzPts val="1000"/>
              <a:buNone/>
              <a:defRPr sz="1200"/>
            </a:lvl6pPr>
            <a:lvl7pPr lvl="6" algn="l">
              <a:lnSpc>
                <a:spcPct val="115000"/>
              </a:lnSpc>
              <a:spcBef>
                <a:spcPts val="0"/>
              </a:spcBef>
              <a:spcAft>
                <a:spcPts val="0"/>
              </a:spcAft>
              <a:buSzPts val="1000"/>
              <a:buNone/>
              <a:defRPr sz="1200"/>
            </a:lvl7pPr>
            <a:lvl8pPr lvl="7" algn="l">
              <a:lnSpc>
                <a:spcPct val="115000"/>
              </a:lnSpc>
              <a:spcBef>
                <a:spcPts val="0"/>
              </a:spcBef>
              <a:spcAft>
                <a:spcPts val="0"/>
              </a:spcAft>
              <a:buSzPts val="1000"/>
              <a:buNone/>
              <a:defRPr sz="1200"/>
            </a:lvl8pPr>
            <a:lvl9pPr lvl="8" algn="l">
              <a:lnSpc>
                <a:spcPct val="115000"/>
              </a:lnSpc>
              <a:spcBef>
                <a:spcPts val="0"/>
              </a:spcBef>
              <a:spcAft>
                <a:spcPts val="0"/>
              </a:spcAft>
              <a:buSzPts val="1000"/>
              <a:buNone/>
              <a:defRPr sz="1200"/>
            </a:lvl9pPr>
          </a:lstStyle>
          <a:p>
            <a:endParaRPr/>
          </a:p>
        </p:txBody>
      </p:sp>
      <p:sp>
        <p:nvSpPr>
          <p:cNvPr id="672" name="Google Shape;672;p79"/>
          <p:cNvSpPr txBox="1">
            <a:spLocks noGrp="1"/>
          </p:cNvSpPr>
          <p:nvPr>
            <p:ph type="subTitle" idx="9"/>
          </p:nvPr>
        </p:nvSpPr>
        <p:spPr>
          <a:xfrm>
            <a:off x="6801300" y="1957926"/>
            <a:ext cx="2051400" cy="452700"/>
          </a:xfrm>
          <a:prstGeom prst="rect">
            <a:avLst/>
          </a:prstGeom>
          <a:noFill/>
          <a:ln>
            <a:noFill/>
          </a:ln>
        </p:spPr>
        <p:txBody>
          <a:bodyPr spcFirstLastPara="1" wrap="square" lIns="182875" tIns="182875" rIns="182875" bIns="0" anchor="t" anchorCtr="0">
            <a:noAutofit/>
          </a:bodyPr>
          <a:lstStyle>
            <a:lvl1pPr lvl="0" algn="l">
              <a:lnSpc>
                <a:spcPct val="115000"/>
              </a:lnSpc>
              <a:spcBef>
                <a:spcPts val="0"/>
              </a:spcBef>
              <a:spcAft>
                <a:spcPts val="0"/>
              </a:spcAft>
              <a:buSzPts val="1000"/>
              <a:buNone/>
              <a:defRPr>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000"/>
              <a:buNone/>
              <a:defRPr sz="1200"/>
            </a:lvl2pPr>
            <a:lvl3pPr lvl="2" algn="l">
              <a:lnSpc>
                <a:spcPct val="115000"/>
              </a:lnSpc>
              <a:spcBef>
                <a:spcPts val="0"/>
              </a:spcBef>
              <a:spcAft>
                <a:spcPts val="0"/>
              </a:spcAft>
              <a:buSzPts val="1000"/>
              <a:buNone/>
              <a:defRPr sz="1200"/>
            </a:lvl3pPr>
            <a:lvl4pPr lvl="3" algn="l">
              <a:lnSpc>
                <a:spcPct val="115000"/>
              </a:lnSpc>
              <a:spcBef>
                <a:spcPts val="0"/>
              </a:spcBef>
              <a:spcAft>
                <a:spcPts val="0"/>
              </a:spcAft>
              <a:buSzPts val="1000"/>
              <a:buNone/>
              <a:defRPr sz="1200"/>
            </a:lvl4pPr>
            <a:lvl5pPr lvl="4" algn="l">
              <a:lnSpc>
                <a:spcPct val="115000"/>
              </a:lnSpc>
              <a:spcBef>
                <a:spcPts val="0"/>
              </a:spcBef>
              <a:spcAft>
                <a:spcPts val="0"/>
              </a:spcAft>
              <a:buSzPts val="1000"/>
              <a:buNone/>
              <a:defRPr sz="1200"/>
            </a:lvl5pPr>
            <a:lvl6pPr lvl="5" algn="l">
              <a:lnSpc>
                <a:spcPct val="115000"/>
              </a:lnSpc>
              <a:spcBef>
                <a:spcPts val="0"/>
              </a:spcBef>
              <a:spcAft>
                <a:spcPts val="0"/>
              </a:spcAft>
              <a:buSzPts val="1000"/>
              <a:buNone/>
              <a:defRPr sz="1200"/>
            </a:lvl6pPr>
            <a:lvl7pPr lvl="6" algn="l">
              <a:lnSpc>
                <a:spcPct val="115000"/>
              </a:lnSpc>
              <a:spcBef>
                <a:spcPts val="0"/>
              </a:spcBef>
              <a:spcAft>
                <a:spcPts val="0"/>
              </a:spcAft>
              <a:buSzPts val="1000"/>
              <a:buNone/>
              <a:defRPr sz="1200"/>
            </a:lvl7pPr>
            <a:lvl8pPr lvl="7" algn="l">
              <a:lnSpc>
                <a:spcPct val="115000"/>
              </a:lnSpc>
              <a:spcBef>
                <a:spcPts val="0"/>
              </a:spcBef>
              <a:spcAft>
                <a:spcPts val="0"/>
              </a:spcAft>
              <a:buSzPts val="1000"/>
              <a:buNone/>
              <a:defRPr sz="1200"/>
            </a:lvl8pPr>
            <a:lvl9pPr lvl="8" algn="l">
              <a:lnSpc>
                <a:spcPct val="115000"/>
              </a:lnSpc>
              <a:spcBef>
                <a:spcPts val="0"/>
              </a:spcBef>
              <a:spcAft>
                <a:spcPts val="0"/>
              </a:spcAft>
              <a:buSzPts val="1000"/>
              <a:buNone/>
              <a:defRPr sz="1200"/>
            </a:lvl9pPr>
          </a:lstStyle>
          <a:p>
            <a:endParaRPr/>
          </a:p>
        </p:txBody>
      </p:sp>
      <p:sp>
        <p:nvSpPr>
          <p:cNvPr id="673" name="Google Shape;673;p79"/>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589">
          <p15:clr>
            <a:srgbClr val="E46962"/>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Three big ideas ALT 3">
  <p:cSld name="BLANK_1_1_1_1_1_1_1_1_1_1_1_1_1_1_3_1_1">
    <p:spTree>
      <p:nvGrpSpPr>
        <p:cNvPr id="1" name="Shape 674"/>
        <p:cNvGrpSpPr/>
        <p:nvPr/>
      </p:nvGrpSpPr>
      <p:grpSpPr>
        <a:xfrm>
          <a:off x="0" y="0"/>
          <a:ext cx="0" cy="0"/>
          <a:chOff x="0" y="0"/>
          <a:chExt cx="0" cy="0"/>
        </a:xfrm>
      </p:grpSpPr>
      <p:sp>
        <p:nvSpPr>
          <p:cNvPr id="675" name="Google Shape;675;p80"/>
          <p:cNvSpPr>
            <a:spLocks noGrp="1"/>
          </p:cNvSpPr>
          <p:nvPr>
            <p:ph type="pic" idx="2"/>
          </p:nvPr>
        </p:nvSpPr>
        <p:spPr>
          <a:xfrm>
            <a:off x="6802025" y="1372800"/>
            <a:ext cx="2058600" cy="3296700"/>
          </a:xfrm>
          <a:prstGeom prst="roundRect">
            <a:avLst>
              <a:gd name="adj" fmla="val 11530"/>
            </a:avLst>
          </a:prstGeom>
          <a:noFill/>
          <a:ln>
            <a:noFill/>
          </a:ln>
        </p:spPr>
      </p:sp>
      <p:sp>
        <p:nvSpPr>
          <p:cNvPr id="676" name="Google Shape;676;p80"/>
          <p:cNvSpPr txBox="1">
            <a:spLocks noGrp="1"/>
          </p:cNvSpPr>
          <p:nvPr>
            <p:ph type="subTitle" idx="1"/>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677" name="Google Shape;677;p80"/>
          <p:cNvSpPr txBox="1">
            <a:spLocks noGrp="1"/>
          </p:cNvSpPr>
          <p:nvPr>
            <p:ph type="subTitle" idx="3"/>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678" name="Google Shape;678;p80"/>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679" name="Google Shape;679;p80"/>
          <p:cNvSpPr txBox="1">
            <a:spLocks noGrp="1"/>
          </p:cNvSpPr>
          <p:nvPr>
            <p:ph type="title"/>
          </p:nvPr>
        </p:nvSpPr>
        <p:spPr>
          <a:xfrm>
            <a:off x="284700" y="474750"/>
            <a:ext cx="5673600" cy="4986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2pPr>
            <a:lvl3pPr lvl="2"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3pPr>
            <a:lvl4pPr lvl="3"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4pPr>
            <a:lvl5pPr lvl="4"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5pPr>
            <a:lvl6pPr lvl="5"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6pPr>
            <a:lvl7pPr lvl="6"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7pPr>
            <a:lvl8pPr lvl="7"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8pPr>
            <a:lvl9pPr lvl="8"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9pPr>
          </a:lstStyle>
          <a:p>
            <a:endParaRPr/>
          </a:p>
        </p:txBody>
      </p:sp>
      <p:sp>
        <p:nvSpPr>
          <p:cNvPr id="680" name="Google Shape;680;p80"/>
          <p:cNvSpPr txBox="1">
            <a:spLocks noGrp="1"/>
          </p:cNvSpPr>
          <p:nvPr>
            <p:ph type="body" idx="4"/>
          </p:nvPr>
        </p:nvSpPr>
        <p:spPr>
          <a:xfrm>
            <a:off x="284700" y="2792774"/>
            <a:ext cx="2053500" cy="1569900"/>
          </a:xfrm>
          <a:prstGeom prst="rect">
            <a:avLst/>
          </a:prstGeom>
          <a:noFill/>
          <a:ln>
            <a:noFill/>
          </a:ln>
        </p:spPr>
        <p:txBody>
          <a:bodyPr spcFirstLastPara="1" wrap="square" lIns="182875" tIns="0" rIns="182875" bIns="0" anchor="t" anchorCtr="0">
            <a:noAutofit/>
          </a:bodyPr>
          <a:lstStyle>
            <a:lvl1pPr marL="457200" lvl="0" indent="-292100" algn="l">
              <a:lnSpc>
                <a:spcPct val="115000"/>
              </a:lnSpc>
              <a:spcBef>
                <a:spcPts val="0"/>
              </a:spcBef>
              <a:spcAft>
                <a:spcPts val="0"/>
              </a:spcAft>
              <a:buSzPts val="1000"/>
              <a:buFont typeface="Instrument Sans"/>
              <a:buChar char="●"/>
              <a:defRPr/>
            </a:lvl1pPr>
            <a:lvl2pPr marL="914400" lvl="1" indent="-292100" algn="l">
              <a:lnSpc>
                <a:spcPct val="115000"/>
              </a:lnSpc>
              <a:spcBef>
                <a:spcPts val="0"/>
              </a:spcBef>
              <a:spcAft>
                <a:spcPts val="0"/>
              </a:spcAft>
              <a:buSzPts val="1000"/>
              <a:buFont typeface="Instrument Sans"/>
              <a:buChar char="○"/>
              <a:defRPr/>
            </a:lvl2pPr>
            <a:lvl3pPr marL="1371600" lvl="2" indent="-292100" algn="l">
              <a:lnSpc>
                <a:spcPct val="115000"/>
              </a:lnSpc>
              <a:spcBef>
                <a:spcPts val="0"/>
              </a:spcBef>
              <a:spcAft>
                <a:spcPts val="0"/>
              </a:spcAft>
              <a:buSzPts val="1000"/>
              <a:buFont typeface="Instrument Sans"/>
              <a:buChar char="■"/>
              <a:defRPr/>
            </a:lvl3pPr>
            <a:lvl4pPr marL="1828800" lvl="3" indent="-292100" algn="l">
              <a:lnSpc>
                <a:spcPct val="115000"/>
              </a:lnSpc>
              <a:spcBef>
                <a:spcPts val="0"/>
              </a:spcBef>
              <a:spcAft>
                <a:spcPts val="0"/>
              </a:spcAft>
              <a:buSzPts val="1000"/>
              <a:buFont typeface="Instrument Sans"/>
              <a:buChar char="●"/>
              <a:defRPr/>
            </a:lvl4pPr>
            <a:lvl5pPr marL="2286000" lvl="4" indent="-292100" algn="l">
              <a:lnSpc>
                <a:spcPct val="115000"/>
              </a:lnSpc>
              <a:spcBef>
                <a:spcPts val="0"/>
              </a:spcBef>
              <a:spcAft>
                <a:spcPts val="0"/>
              </a:spcAft>
              <a:buSzPts val="1000"/>
              <a:buFont typeface="Instrument Sans"/>
              <a:buChar char="○"/>
              <a:defRPr/>
            </a:lvl5pPr>
            <a:lvl6pPr marL="2743200" lvl="5" indent="-292100" algn="l">
              <a:lnSpc>
                <a:spcPct val="115000"/>
              </a:lnSpc>
              <a:spcBef>
                <a:spcPts val="0"/>
              </a:spcBef>
              <a:spcAft>
                <a:spcPts val="0"/>
              </a:spcAft>
              <a:buSzPts val="1000"/>
              <a:buFont typeface="Instrument Sans"/>
              <a:buChar char="■"/>
              <a:defRPr/>
            </a:lvl6pPr>
            <a:lvl7pPr marL="3200400" lvl="6" indent="-292100" algn="l">
              <a:lnSpc>
                <a:spcPct val="115000"/>
              </a:lnSpc>
              <a:spcBef>
                <a:spcPts val="0"/>
              </a:spcBef>
              <a:spcAft>
                <a:spcPts val="0"/>
              </a:spcAft>
              <a:buSzPts val="1000"/>
              <a:buFont typeface="Instrument Sans"/>
              <a:buChar char="●"/>
              <a:defRPr/>
            </a:lvl7pPr>
            <a:lvl8pPr marL="3657600" lvl="7" indent="-292100" algn="l">
              <a:lnSpc>
                <a:spcPct val="115000"/>
              </a:lnSpc>
              <a:spcBef>
                <a:spcPts val="0"/>
              </a:spcBef>
              <a:spcAft>
                <a:spcPts val="0"/>
              </a:spcAft>
              <a:buSzPts val="1000"/>
              <a:buFont typeface="Instrument Sans"/>
              <a:buChar char="○"/>
              <a:defRPr/>
            </a:lvl8pPr>
            <a:lvl9pPr marL="4114800" lvl="8" indent="-292100" algn="l">
              <a:lnSpc>
                <a:spcPct val="115000"/>
              </a:lnSpc>
              <a:spcBef>
                <a:spcPts val="0"/>
              </a:spcBef>
              <a:spcAft>
                <a:spcPts val="0"/>
              </a:spcAft>
              <a:buSzPts val="1000"/>
              <a:buFont typeface="Instrument Sans"/>
              <a:buChar char="■"/>
              <a:defRPr/>
            </a:lvl9pPr>
          </a:lstStyle>
          <a:p>
            <a:endParaRPr/>
          </a:p>
        </p:txBody>
      </p:sp>
      <p:sp>
        <p:nvSpPr>
          <p:cNvPr id="681" name="Google Shape;681;p80"/>
          <p:cNvSpPr txBox="1">
            <a:spLocks noGrp="1"/>
          </p:cNvSpPr>
          <p:nvPr>
            <p:ph type="title" idx="5"/>
          </p:nvPr>
        </p:nvSpPr>
        <p:spPr>
          <a:xfrm>
            <a:off x="284700" y="2053175"/>
            <a:ext cx="2058600" cy="498600"/>
          </a:xfrm>
          <a:prstGeom prst="rect">
            <a:avLst/>
          </a:prstGeom>
          <a:noFill/>
          <a:ln>
            <a:noFill/>
          </a:ln>
        </p:spPr>
        <p:txBody>
          <a:bodyPr spcFirstLastPara="1" wrap="square" lIns="182875" tIns="0" rIns="182875" bIns="0" anchor="ctr" anchorCtr="0">
            <a:noAutofit/>
          </a:bodyPr>
          <a:lstStyle>
            <a:lvl1pPr lvl="0" algn="l">
              <a:lnSpc>
                <a:spcPct val="100000"/>
              </a:lnSpc>
              <a:spcBef>
                <a:spcPts val="0"/>
              </a:spcBef>
              <a:spcAft>
                <a:spcPts val="0"/>
              </a:spcAft>
              <a:buSzPts val="1400"/>
              <a:buNone/>
              <a:defRPr sz="1400">
                <a:latin typeface="Instrument Sans Medium"/>
                <a:ea typeface="Instrument Sans Medium"/>
                <a:cs typeface="Instrument Sans Medium"/>
                <a:sym typeface="Instrument Sans Medium"/>
              </a:defRPr>
            </a:lvl1pPr>
            <a:lvl2pPr lvl="1"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2pPr>
            <a:lvl3pPr lvl="2"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3pPr>
            <a:lvl4pPr lvl="3"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4pPr>
            <a:lvl5pPr lvl="4"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5pPr>
            <a:lvl6pPr lvl="5"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6pPr>
            <a:lvl7pPr lvl="6"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7pPr>
            <a:lvl8pPr lvl="7"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8pPr>
            <a:lvl9pPr lvl="8"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9pPr>
          </a:lstStyle>
          <a:p>
            <a:endParaRPr/>
          </a:p>
        </p:txBody>
      </p:sp>
      <p:sp>
        <p:nvSpPr>
          <p:cNvPr id="682" name="Google Shape;682;p80"/>
          <p:cNvSpPr txBox="1">
            <a:spLocks noGrp="1"/>
          </p:cNvSpPr>
          <p:nvPr>
            <p:ph type="title" idx="6"/>
          </p:nvPr>
        </p:nvSpPr>
        <p:spPr>
          <a:xfrm>
            <a:off x="284700" y="1557525"/>
            <a:ext cx="1068000" cy="440700"/>
          </a:xfrm>
          <a:prstGeom prst="rect">
            <a:avLst/>
          </a:prstGeom>
          <a:noFill/>
          <a:ln>
            <a:noFill/>
          </a:ln>
        </p:spPr>
        <p:txBody>
          <a:bodyPr spcFirstLastPara="1" wrap="square" lIns="182875" tIns="0" rIns="182875" bIns="0" anchor="t" anchorCtr="0">
            <a:noAutofit/>
          </a:bodyPr>
          <a:lstStyle>
            <a:lvl1pPr lvl="0" algn="l">
              <a:lnSpc>
                <a:spcPct val="100000"/>
              </a:lnSpc>
              <a:spcBef>
                <a:spcPts val="0"/>
              </a:spcBef>
              <a:spcAft>
                <a:spcPts val="0"/>
              </a:spcAft>
              <a:buSzPts val="1000"/>
              <a:buNone/>
              <a:defRPr sz="1000">
                <a:latin typeface="Instrument Sans"/>
                <a:ea typeface="Instrument Sans"/>
                <a:cs typeface="Instrument Sans"/>
                <a:sym typeface="Instrument Sans"/>
              </a:defRPr>
            </a:lvl1pPr>
            <a:lvl2pPr lvl="1"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2pPr>
            <a:lvl3pPr lvl="2"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3pPr>
            <a:lvl4pPr lvl="3"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4pPr>
            <a:lvl5pPr lvl="4"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5pPr>
            <a:lvl6pPr lvl="5"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6pPr>
            <a:lvl7pPr lvl="6"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7pPr>
            <a:lvl8pPr lvl="7"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8pPr>
            <a:lvl9pPr lvl="8"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9pPr>
          </a:lstStyle>
          <a:p>
            <a:endParaRPr/>
          </a:p>
        </p:txBody>
      </p:sp>
      <p:sp>
        <p:nvSpPr>
          <p:cNvPr id="683" name="Google Shape;683;p80"/>
          <p:cNvSpPr txBox="1">
            <a:spLocks noGrp="1"/>
          </p:cNvSpPr>
          <p:nvPr>
            <p:ph type="body" idx="7"/>
          </p:nvPr>
        </p:nvSpPr>
        <p:spPr>
          <a:xfrm>
            <a:off x="2457088" y="2792774"/>
            <a:ext cx="2053500" cy="1569900"/>
          </a:xfrm>
          <a:prstGeom prst="rect">
            <a:avLst/>
          </a:prstGeom>
          <a:noFill/>
          <a:ln>
            <a:noFill/>
          </a:ln>
        </p:spPr>
        <p:txBody>
          <a:bodyPr spcFirstLastPara="1" wrap="square" lIns="182875" tIns="0" rIns="182875" bIns="0" anchor="t" anchorCtr="0">
            <a:noAutofit/>
          </a:bodyPr>
          <a:lstStyle>
            <a:lvl1pPr marL="457200" lvl="0" indent="-292100" algn="l">
              <a:lnSpc>
                <a:spcPct val="115000"/>
              </a:lnSpc>
              <a:spcBef>
                <a:spcPts val="0"/>
              </a:spcBef>
              <a:spcAft>
                <a:spcPts val="0"/>
              </a:spcAft>
              <a:buClr>
                <a:schemeClr val="lt1"/>
              </a:buClr>
              <a:buSzPts val="1000"/>
              <a:buFont typeface="Instrument Sans"/>
              <a:buChar char="●"/>
              <a:defRPr/>
            </a:lvl1pPr>
            <a:lvl2pPr marL="914400" lvl="1" indent="-292100" algn="l">
              <a:lnSpc>
                <a:spcPct val="115000"/>
              </a:lnSpc>
              <a:spcBef>
                <a:spcPts val="0"/>
              </a:spcBef>
              <a:spcAft>
                <a:spcPts val="0"/>
              </a:spcAft>
              <a:buClr>
                <a:schemeClr val="lt1"/>
              </a:buClr>
              <a:buSzPts val="1000"/>
              <a:buFont typeface="Instrument Sans"/>
              <a:buChar char="○"/>
              <a:defRPr/>
            </a:lvl2pPr>
            <a:lvl3pPr marL="1371600" lvl="2" indent="-292100" algn="l">
              <a:lnSpc>
                <a:spcPct val="115000"/>
              </a:lnSpc>
              <a:spcBef>
                <a:spcPts val="0"/>
              </a:spcBef>
              <a:spcAft>
                <a:spcPts val="0"/>
              </a:spcAft>
              <a:buClr>
                <a:schemeClr val="lt1"/>
              </a:buClr>
              <a:buSzPts val="1000"/>
              <a:buFont typeface="Instrument Sans"/>
              <a:buChar char="■"/>
              <a:defRPr/>
            </a:lvl3pPr>
            <a:lvl4pPr marL="1828800" lvl="3" indent="-292100" algn="l">
              <a:lnSpc>
                <a:spcPct val="115000"/>
              </a:lnSpc>
              <a:spcBef>
                <a:spcPts val="0"/>
              </a:spcBef>
              <a:spcAft>
                <a:spcPts val="0"/>
              </a:spcAft>
              <a:buClr>
                <a:schemeClr val="lt1"/>
              </a:buClr>
              <a:buSzPts val="1000"/>
              <a:buFont typeface="Instrument Sans"/>
              <a:buChar char="●"/>
              <a:defRPr/>
            </a:lvl4pPr>
            <a:lvl5pPr marL="2286000" lvl="4" indent="-292100" algn="l">
              <a:lnSpc>
                <a:spcPct val="115000"/>
              </a:lnSpc>
              <a:spcBef>
                <a:spcPts val="0"/>
              </a:spcBef>
              <a:spcAft>
                <a:spcPts val="0"/>
              </a:spcAft>
              <a:buClr>
                <a:schemeClr val="lt1"/>
              </a:buClr>
              <a:buSzPts val="1000"/>
              <a:buFont typeface="Instrument Sans"/>
              <a:buChar char="○"/>
              <a:defRPr/>
            </a:lvl5pPr>
            <a:lvl6pPr marL="2743200" lvl="5" indent="-292100" algn="l">
              <a:lnSpc>
                <a:spcPct val="115000"/>
              </a:lnSpc>
              <a:spcBef>
                <a:spcPts val="0"/>
              </a:spcBef>
              <a:spcAft>
                <a:spcPts val="0"/>
              </a:spcAft>
              <a:buClr>
                <a:schemeClr val="lt1"/>
              </a:buClr>
              <a:buSzPts val="1000"/>
              <a:buFont typeface="Instrument Sans"/>
              <a:buChar char="■"/>
              <a:defRPr/>
            </a:lvl6pPr>
            <a:lvl7pPr marL="3200400" lvl="6" indent="-292100" algn="l">
              <a:lnSpc>
                <a:spcPct val="115000"/>
              </a:lnSpc>
              <a:spcBef>
                <a:spcPts val="0"/>
              </a:spcBef>
              <a:spcAft>
                <a:spcPts val="0"/>
              </a:spcAft>
              <a:buClr>
                <a:schemeClr val="lt1"/>
              </a:buClr>
              <a:buSzPts val="1000"/>
              <a:buFont typeface="Instrument Sans"/>
              <a:buChar char="●"/>
              <a:defRPr/>
            </a:lvl7pPr>
            <a:lvl8pPr marL="3657600" lvl="7" indent="-292100" algn="l">
              <a:lnSpc>
                <a:spcPct val="115000"/>
              </a:lnSpc>
              <a:spcBef>
                <a:spcPts val="0"/>
              </a:spcBef>
              <a:spcAft>
                <a:spcPts val="0"/>
              </a:spcAft>
              <a:buClr>
                <a:schemeClr val="lt1"/>
              </a:buClr>
              <a:buSzPts val="1000"/>
              <a:buFont typeface="Instrument Sans"/>
              <a:buChar char="○"/>
              <a:defRPr/>
            </a:lvl8pPr>
            <a:lvl9pPr marL="4114800" lvl="8" indent="-292100" algn="l">
              <a:lnSpc>
                <a:spcPct val="115000"/>
              </a:lnSpc>
              <a:spcBef>
                <a:spcPts val="0"/>
              </a:spcBef>
              <a:spcAft>
                <a:spcPts val="0"/>
              </a:spcAft>
              <a:buClr>
                <a:schemeClr val="lt1"/>
              </a:buClr>
              <a:buSzPts val="1000"/>
              <a:buFont typeface="Instrument Sans"/>
              <a:buChar char="■"/>
              <a:defRPr/>
            </a:lvl9pPr>
          </a:lstStyle>
          <a:p>
            <a:endParaRPr/>
          </a:p>
        </p:txBody>
      </p:sp>
      <p:sp>
        <p:nvSpPr>
          <p:cNvPr id="684" name="Google Shape;684;p80"/>
          <p:cNvSpPr txBox="1">
            <a:spLocks noGrp="1"/>
          </p:cNvSpPr>
          <p:nvPr>
            <p:ph type="title" idx="8"/>
          </p:nvPr>
        </p:nvSpPr>
        <p:spPr>
          <a:xfrm>
            <a:off x="2457088" y="2053175"/>
            <a:ext cx="2058600" cy="498600"/>
          </a:xfrm>
          <a:prstGeom prst="rect">
            <a:avLst/>
          </a:prstGeom>
          <a:noFill/>
          <a:ln>
            <a:noFill/>
          </a:ln>
        </p:spPr>
        <p:txBody>
          <a:bodyPr spcFirstLastPara="1" wrap="square" lIns="182875" tIns="0" rIns="182875" bIns="0" anchor="ctr" anchorCtr="0">
            <a:noAutofit/>
          </a:bodyPr>
          <a:lstStyle>
            <a:lvl1pPr lvl="0" algn="l">
              <a:lnSpc>
                <a:spcPct val="100000"/>
              </a:lnSpc>
              <a:spcBef>
                <a:spcPts val="0"/>
              </a:spcBef>
              <a:spcAft>
                <a:spcPts val="0"/>
              </a:spcAft>
              <a:buSzPts val="1400"/>
              <a:buNone/>
              <a:defRPr sz="1400">
                <a:latin typeface="Instrument Sans Medium"/>
                <a:ea typeface="Instrument Sans Medium"/>
                <a:cs typeface="Instrument Sans Medium"/>
                <a:sym typeface="Instrument Sans Medium"/>
              </a:defRPr>
            </a:lvl1pPr>
            <a:lvl2pPr lvl="1"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2pPr>
            <a:lvl3pPr lvl="2"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3pPr>
            <a:lvl4pPr lvl="3"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4pPr>
            <a:lvl5pPr lvl="4"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5pPr>
            <a:lvl6pPr lvl="5"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6pPr>
            <a:lvl7pPr lvl="6"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7pPr>
            <a:lvl8pPr lvl="7"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8pPr>
            <a:lvl9pPr lvl="8"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9pPr>
          </a:lstStyle>
          <a:p>
            <a:endParaRPr/>
          </a:p>
        </p:txBody>
      </p:sp>
      <p:sp>
        <p:nvSpPr>
          <p:cNvPr id="685" name="Google Shape;685;p80"/>
          <p:cNvSpPr txBox="1">
            <a:spLocks noGrp="1"/>
          </p:cNvSpPr>
          <p:nvPr>
            <p:ph type="title" idx="9"/>
          </p:nvPr>
        </p:nvSpPr>
        <p:spPr>
          <a:xfrm>
            <a:off x="2457088" y="1557525"/>
            <a:ext cx="1068000" cy="440700"/>
          </a:xfrm>
          <a:prstGeom prst="rect">
            <a:avLst/>
          </a:prstGeom>
          <a:noFill/>
          <a:ln>
            <a:noFill/>
          </a:ln>
        </p:spPr>
        <p:txBody>
          <a:bodyPr spcFirstLastPara="1" wrap="square" lIns="182875" tIns="0" rIns="182875" bIns="0" anchor="t" anchorCtr="0">
            <a:noAutofit/>
          </a:bodyPr>
          <a:lstStyle>
            <a:lvl1pPr lvl="0" algn="l">
              <a:lnSpc>
                <a:spcPct val="100000"/>
              </a:lnSpc>
              <a:spcBef>
                <a:spcPts val="0"/>
              </a:spcBef>
              <a:spcAft>
                <a:spcPts val="0"/>
              </a:spcAft>
              <a:buSzPts val="1000"/>
              <a:buNone/>
              <a:defRPr sz="1000">
                <a:latin typeface="Instrument Sans"/>
                <a:ea typeface="Instrument Sans"/>
                <a:cs typeface="Instrument Sans"/>
                <a:sym typeface="Instrument Sans"/>
              </a:defRPr>
            </a:lvl1pPr>
            <a:lvl2pPr lvl="1"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2pPr>
            <a:lvl3pPr lvl="2"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3pPr>
            <a:lvl4pPr lvl="3"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4pPr>
            <a:lvl5pPr lvl="4"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5pPr>
            <a:lvl6pPr lvl="5"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6pPr>
            <a:lvl7pPr lvl="6"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7pPr>
            <a:lvl8pPr lvl="7"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8pPr>
            <a:lvl9pPr lvl="8"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9pPr>
          </a:lstStyle>
          <a:p>
            <a:endParaRPr/>
          </a:p>
        </p:txBody>
      </p:sp>
      <p:sp>
        <p:nvSpPr>
          <p:cNvPr id="686" name="Google Shape;686;p80"/>
          <p:cNvSpPr txBox="1">
            <a:spLocks noGrp="1"/>
          </p:cNvSpPr>
          <p:nvPr>
            <p:ph type="body" idx="13"/>
          </p:nvPr>
        </p:nvSpPr>
        <p:spPr>
          <a:xfrm>
            <a:off x="4629475" y="2792774"/>
            <a:ext cx="2053500" cy="1569900"/>
          </a:xfrm>
          <a:prstGeom prst="rect">
            <a:avLst/>
          </a:prstGeom>
          <a:noFill/>
          <a:ln>
            <a:noFill/>
          </a:ln>
        </p:spPr>
        <p:txBody>
          <a:bodyPr spcFirstLastPara="1" wrap="square" lIns="182875" tIns="0" rIns="182875" bIns="0" anchor="t" anchorCtr="0">
            <a:noAutofit/>
          </a:bodyPr>
          <a:lstStyle>
            <a:lvl1pPr marL="457200" lvl="0" indent="-292100" algn="l">
              <a:lnSpc>
                <a:spcPct val="115000"/>
              </a:lnSpc>
              <a:spcBef>
                <a:spcPts val="0"/>
              </a:spcBef>
              <a:spcAft>
                <a:spcPts val="0"/>
              </a:spcAft>
              <a:buClr>
                <a:schemeClr val="lt1"/>
              </a:buClr>
              <a:buSzPts val="1000"/>
              <a:buFont typeface="Instrument Sans"/>
              <a:buChar char="●"/>
              <a:defRPr/>
            </a:lvl1pPr>
            <a:lvl2pPr marL="914400" lvl="1" indent="-292100" algn="l">
              <a:lnSpc>
                <a:spcPct val="115000"/>
              </a:lnSpc>
              <a:spcBef>
                <a:spcPts val="0"/>
              </a:spcBef>
              <a:spcAft>
                <a:spcPts val="0"/>
              </a:spcAft>
              <a:buClr>
                <a:schemeClr val="lt1"/>
              </a:buClr>
              <a:buSzPts val="1000"/>
              <a:buFont typeface="Instrument Sans"/>
              <a:buChar char="○"/>
              <a:defRPr/>
            </a:lvl2pPr>
            <a:lvl3pPr marL="1371600" lvl="2" indent="-292100" algn="l">
              <a:lnSpc>
                <a:spcPct val="115000"/>
              </a:lnSpc>
              <a:spcBef>
                <a:spcPts val="0"/>
              </a:spcBef>
              <a:spcAft>
                <a:spcPts val="0"/>
              </a:spcAft>
              <a:buClr>
                <a:schemeClr val="lt1"/>
              </a:buClr>
              <a:buSzPts val="1000"/>
              <a:buFont typeface="Instrument Sans"/>
              <a:buChar char="■"/>
              <a:defRPr/>
            </a:lvl3pPr>
            <a:lvl4pPr marL="1828800" lvl="3" indent="-292100" algn="l">
              <a:lnSpc>
                <a:spcPct val="115000"/>
              </a:lnSpc>
              <a:spcBef>
                <a:spcPts val="0"/>
              </a:spcBef>
              <a:spcAft>
                <a:spcPts val="0"/>
              </a:spcAft>
              <a:buClr>
                <a:schemeClr val="lt1"/>
              </a:buClr>
              <a:buSzPts val="1000"/>
              <a:buFont typeface="Instrument Sans"/>
              <a:buChar char="●"/>
              <a:defRPr/>
            </a:lvl4pPr>
            <a:lvl5pPr marL="2286000" lvl="4" indent="-292100" algn="l">
              <a:lnSpc>
                <a:spcPct val="115000"/>
              </a:lnSpc>
              <a:spcBef>
                <a:spcPts val="0"/>
              </a:spcBef>
              <a:spcAft>
                <a:spcPts val="0"/>
              </a:spcAft>
              <a:buClr>
                <a:schemeClr val="lt1"/>
              </a:buClr>
              <a:buSzPts val="1000"/>
              <a:buFont typeface="Instrument Sans"/>
              <a:buChar char="○"/>
              <a:defRPr/>
            </a:lvl5pPr>
            <a:lvl6pPr marL="2743200" lvl="5" indent="-292100" algn="l">
              <a:lnSpc>
                <a:spcPct val="115000"/>
              </a:lnSpc>
              <a:spcBef>
                <a:spcPts val="0"/>
              </a:spcBef>
              <a:spcAft>
                <a:spcPts val="0"/>
              </a:spcAft>
              <a:buClr>
                <a:schemeClr val="lt1"/>
              </a:buClr>
              <a:buSzPts val="1000"/>
              <a:buFont typeface="Instrument Sans"/>
              <a:buChar char="■"/>
              <a:defRPr/>
            </a:lvl6pPr>
            <a:lvl7pPr marL="3200400" lvl="6" indent="-292100" algn="l">
              <a:lnSpc>
                <a:spcPct val="115000"/>
              </a:lnSpc>
              <a:spcBef>
                <a:spcPts val="0"/>
              </a:spcBef>
              <a:spcAft>
                <a:spcPts val="0"/>
              </a:spcAft>
              <a:buClr>
                <a:schemeClr val="lt1"/>
              </a:buClr>
              <a:buSzPts val="1000"/>
              <a:buFont typeface="Instrument Sans"/>
              <a:buChar char="●"/>
              <a:defRPr/>
            </a:lvl7pPr>
            <a:lvl8pPr marL="3657600" lvl="7" indent="-292100" algn="l">
              <a:lnSpc>
                <a:spcPct val="115000"/>
              </a:lnSpc>
              <a:spcBef>
                <a:spcPts val="0"/>
              </a:spcBef>
              <a:spcAft>
                <a:spcPts val="0"/>
              </a:spcAft>
              <a:buClr>
                <a:schemeClr val="lt1"/>
              </a:buClr>
              <a:buSzPts val="1000"/>
              <a:buFont typeface="Instrument Sans"/>
              <a:buChar char="○"/>
              <a:defRPr/>
            </a:lvl8pPr>
            <a:lvl9pPr marL="4114800" lvl="8" indent="-292100" algn="l">
              <a:lnSpc>
                <a:spcPct val="115000"/>
              </a:lnSpc>
              <a:spcBef>
                <a:spcPts val="0"/>
              </a:spcBef>
              <a:spcAft>
                <a:spcPts val="0"/>
              </a:spcAft>
              <a:buClr>
                <a:schemeClr val="lt1"/>
              </a:buClr>
              <a:buSzPts val="1000"/>
              <a:buFont typeface="Instrument Sans"/>
              <a:buChar char="■"/>
              <a:defRPr/>
            </a:lvl9pPr>
          </a:lstStyle>
          <a:p>
            <a:endParaRPr/>
          </a:p>
        </p:txBody>
      </p:sp>
      <p:sp>
        <p:nvSpPr>
          <p:cNvPr id="687" name="Google Shape;687;p80"/>
          <p:cNvSpPr txBox="1">
            <a:spLocks noGrp="1"/>
          </p:cNvSpPr>
          <p:nvPr>
            <p:ph type="title" idx="14"/>
          </p:nvPr>
        </p:nvSpPr>
        <p:spPr>
          <a:xfrm>
            <a:off x="4629475" y="2053175"/>
            <a:ext cx="2058600" cy="498600"/>
          </a:xfrm>
          <a:prstGeom prst="rect">
            <a:avLst/>
          </a:prstGeom>
          <a:noFill/>
          <a:ln>
            <a:noFill/>
          </a:ln>
        </p:spPr>
        <p:txBody>
          <a:bodyPr spcFirstLastPara="1" wrap="square" lIns="182875" tIns="0" rIns="182875" bIns="0" anchor="ctr" anchorCtr="0">
            <a:noAutofit/>
          </a:bodyPr>
          <a:lstStyle>
            <a:lvl1pPr lvl="0" algn="l">
              <a:lnSpc>
                <a:spcPct val="100000"/>
              </a:lnSpc>
              <a:spcBef>
                <a:spcPts val="0"/>
              </a:spcBef>
              <a:spcAft>
                <a:spcPts val="0"/>
              </a:spcAft>
              <a:buSzPts val="1400"/>
              <a:buNone/>
              <a:defRPr sz="1400">
                <a:latin typeface="Instrument Sans Medium"/>
                <a:ea typeface="Instrument Sans Medium"/>
                <a:cs typeface="Instrument Sans Medium"/>
                <a:sym typeface="Instrument Sans Medium"/>
              </a:defRPr>
            </a:lvl1pPr>
            <a:lvl2pPr lvl="1"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2pPr>
            <a:lvl3pPr lvl="2"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3pPr>
            <a:lvl4pPr lvl="3"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4pPr>
            <a:lvl5pPr lvl="4"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5pPr>
            <a:lvl6pPr lvl="5"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6pPr>
            <a:lvl7pPr lvl="6"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7pPr>
            <a:lvl8pPr lvl="7"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8pPr>
            <a:lvl9pPr lvl="8"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9pPr>
          </a:lstStyle>
          <a:p>
            <a:endParaRPr/>
          </a:p>
        </p:txBody>
      </p:sp>
      <p:sp>
        <p:nvSpPr>
          <p:cNvPr id="688" name="Google Shape;688;p80"/>
          <p:cNvSpPr txBox="1">
            <a:spLocks noGrp="1"/>
          </p:cNvSpPr>
          <p:nvPr>
            <p:ph type="title" idx="15"/>
          </p:nvPr>
        </p:nvSpPr>
        <p:spPr>
          <a:xfrm>
            <a:off x="4629475" y="1557525"/>
            <a:ext cx="1068000" cy="440700"/>
          </a:xfrm>
          <a:prstGeom prst="rect">
            <a:avLst/>
          </a:prstGeom>
          <a:noFill/>
          <a:ln>
            <a:noFill/>
          </a:ln>
        </p:spPr>
        <p:txBody>
          <a:bodyPr spcFirstLastPara="1" wrap="square" lIns="182875" tIns="0" rIns="182875" bIns="0" anchor="t" anchorCtr="0">
            <a:noAutofit/>
          </a:bodyPr>
          <a:lstStyle>
            <a:lvl1pPr lvl="0" algn="l">
              <a:lnSpc>
                <a:spcPct val="100000"/>
              </a:lnSpc>
              <a:spcBef>
                <a:spcPts val="0"/>
              </a:spcBef>
              <a:spcAft>
                <a:spcPts val="0"/>
              </a:spcAft>
              <a:buSzPts val="1000"/>
              <a:buNone/>
              <a:defRPr sz="1000">
                <a:latin typeface="Instrument Sans"/>
                <a:ea typeface="Instrument Sans"/>
                <a:cs typeface="Instrument Sans"/>
                <a:sym typeface="Instrument Sans"/>
              </a:defRPr>
            </a:lvl1pPr>
            <a:lvl2pPr lvl="1"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2pPr>
            <a:lvl3pPr lvl="2"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3pPr>
            <a:lvl4pPr lvl="3"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4pPr>
            <a:lvl5pPr lvl="4"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5pPr>
            <a:lvl6pPr lvl="5"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6pPr>
            <a:lvl7pPr lvl="6"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7pPr>
            <a:lvl8pPr lvl="7"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8pPr>
            <a:lvl9pPr lvl="8" algn="l">
              <a:lnSpc>
                <a:spcPct val="100000"/>
              </a:lnSpc>
              <a:spcBef>
                <a:spcPts val="0"/>
              </a:spcBef>
              <a:spcAft>
                <a:spcPts val="0"/>
              </a:spcAft>
              <a:buSzPts val="2400"/>
              <a:buNone/>
              <a:defRPr sz="2400">
                <a:latin typeface="Instrument Sans Medium"/>
                <a:ea typeface="Instrument Sans Medium"/>
                <a:cs typeface="Instrument Sans Medium"/>
                <a:sym typeface="Instrument Sans Medium"/>
              </a:defRPr>
            </a:lvl9pPr>
          </a:lstStyle>
          <a:p>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Chart 1">
  <p:cSld name="BLANK_1_1_1_1_2_2_3">
    <p:bg>
      <p:bgPr>
        <a:solidFill>
          <a:schemeClr val="lt2"/>
        </a:solidFill>
        <a:effectLst/>
      </p:bgPr>
    </p:bg>
    <p:spTree>
      <p:nvGrpSpPr>
        <p:cNvPr id="1" name="Shape 689"/>
        <p:cNvGrpSpPr/>
        <p:nvPr/>
      </p:nvGrpSpPr>
      <p:grpSpPr>
        <a:xfrm>
          <a:off x="0" y="0"/>
          <a:ext cx="0" cy="0"/>
          <a:chOff x="0" y="0"/>
          <a:chExt cx="0" cy="0"/>
        </a:xfrm>
      </p:grpSpPr>
      <p:sp>
        <p:nvSpPr>
          <p:cNvPr id="690" name="Google Shape;690;p81"/>
          <p:cNvSpPr txBox="1">
            <a:spLocks noGrp="1"/>
          </p:cNvSpPr>
          <p:nvPr>
            <p:ph type="subTitle" idx="1"/>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691" name="Google Shape;691;p81"/>
          <p:cNvSpPr txBox="1">
            <a:spLocks noGrp="1"/>
          </p:cNvSpPr>
          <p:nvPr>
            <p:ph type="subTitle" idx="2"/>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692" name="Google Shape;692;p81"/>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693" name="Google Shape;693;p81"/>
          <p:cNvSpPr txBox="1">
            <a:spLocks noGrp="1"/>
          </p:cNvSpPr>
          <p:nvPr>
            <p:ph type="subTitle" idx="3"/>
          </p:nvPr>
        </p:nvSpPr>
        <p:spPr>
          <a:xfrm>
            <a:off x="385925" y="1306050"/>
            <a:ext cx="1617900" cy="129600"/>
          </a:xfrm>
          <a:prstGeom prst="rect">
            <a:avLst/>
          </a:prstGeom>
          <a:noFill/>
          <a:ln>
            <a:noFill/>
          </a:ln>
        </p:spPr>
        <p:txBody>
          <a:bodyPr spcFirstLastPara="1" wrap="square" lIns="0" tIns="0" rIns="91425" bIns="0" anchor="t" anchorCtr="0">
            <a:noAutofit/>
          </a:bodyPr>
          <a:lstStyle>
            <a:lvl1pPr lvl="0" algn="l">
              <a:lnSpc>
                <a:spcPct val="115000"/>
              </a:lnSpc>
              <a:spcBef>
                <a:spcPts val="0"/>
              </a:spcBef>
              <a:spcAft>
                <a:spcPts val="0"/>
              </a:spcAft>
              <a:buSzPts val="1000"/>
              <a:buNone/>
              <a:defRPr sz="800">
                <a:solidFill>
                  <a:schemeClr val="accent5"/>
                </a:solidFill>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694" name="Google Shape;694;p81"/>
          <p:cNvSpPr txBox="1">
            <a:spLocks noGrp="1"/>
          </p:cNvSpPr>
          <p:nvPr>
            <p:ph type="subTitle" idx="4"/>
          </p:nvPr>
        </p:nvSpPr>
        <p:spPr>
          <a:xfrm>
            <a:off x="2650250" y="1306050"/>
            <a:ext cx="1617900" cy="129600"/>
          </a:xfrm>
          <a:prstGeom prst="rect">
            <a:avLst/>
          </a:prstGeom>
          <a:noFill/>
          <a:ln>
            <a:noFill/>
          </a:ln>
        </p:spPr>
        <p:txBody>
          <a:bodyPr spcFirstLastPara="1" wrap="square" lIns="0" tIns="0" rIns="91425" bIns="0" anchor="t" anchorCtr="0">
            <a:noAutofit/>
          </a:bodyPr>
          <a:lstStyle>
            <a:lvl1pPr lvl="0" algn="l">
              <a:lnSpc>
                <a:spcPct val="115000"/>
              </a:lnSpc>
              <a:spcBef>
                <a:spcPts val="0"/>
              </a:spcBef>
              <a:spcAft>
                <a:spcPts val="0"/>
              </a:spcAft>
              <a:buSzPts val="1000"/>
              <a:buNone/>
              <a:defRPr sz="800">
                <a:solidFill>
                  <a:schemeClr val="accent5"/>
                </a:solidFill>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695" name="Google Shape;695;p81"/>
          <p:cNvSpPr txBox="1">
            <a:spLocks noGrp="1"/>
          </p:cNvSpPr>
          <p:nvPr>
            <p:ph type="subTitle" idx="5"/>
          </p:nvPr>
        </p:nvSpPr>
        <p:spPr>
          <a:xfrm>
            <a:off x="4721750" y="1306050"/>
            <a:ext cx="1617900" cy="129600"/>
          </a:xfrm>
          <a:prstGeom prst="rect">
            <a:avLst/>
          </a:prstGeom>
          <a:noFill/>
          <a:ln>
            <a:noFill/>
          </a:ln>
        </p:spPr>
        <p:txBody>
          <a:bodyPr spcFirstLastPara="1" wrap="square" lIns="0" tIns="0" rIns="91425" bIns="0" anchor="t" anchorCtr="0">
            <a:noAutofit/>
          </a:bodyPr>
          <a:lstStyle>
            <a:lvl1pPr lvl="0" algn="l">
              <a:lnSpc>
                <a:spcPct val="115000"/>
              </a:lnSpc>
              <a:spcBef>
                <a:spcPts val="0"/>
              </a:spcBef>
              <a:spcAft>
                <a:spcPts val="0"/>
              </a:spcAft>
              <a:buSzPts val="1000"/>
              <a:buNone/>
              <a:defRPr sz="800">
                <a:solidFill>
                  <a:schemeClr val="accent5"/>
                </a:solidFill>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696" name="Google Shape;696;p81"/>
          <p:cNvSpPr txBox="1">
            <a:spLocks noGrp="1"/>
          </p:cNvSpPr>
          <p:nvPr>
            <p:ph type="subTitle" idx="6"/>
          </p:nvPr>
        </p:nvSpPr>
        <p:spPr>
          <a:xfrm>
            <a:off x="6986075" y="1306050"/>
            <a:ext cx="1617900" cy="129600"/>
          </a:xfrm>
          <a:prstGeom prst="rect">
            <a:avLst/>
          </a:prstGeom>
          <a:noFill/>
          <a:ln>
            <a:noFill/>
          </a:ln>
        </p:spPr>
        <p:txBody>
          <a:bodyPr spcFirstLastPara="1" wrap="square" lIns="0" tIns="0" rIns="91425" bIns="0" anchor="t" anchorCtr="0">
            <a:noAutofit/>
          </a:bodyPr>
          <a:lstStyle>
            <a:lvl1pPr lvl="0" algn="l">
              <a:lnSpc>
                <a:spcPct val="115000"/>
              </a:lnSpc>
              <a:spcBef>
                <a:spcPts val="0"/>
              </a:spcBef>
              <a:spcAft>
                <a:spcPts val="0"/>
              </a:spcAft>
              <a:buSzPts val="1000"/>
              <a:buNone/>
              <a:defRPr sz="800">
                <a:solidFill>
                  <a:schemeClr val="accent5"/>
                </a:solidFill>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697" name="Google Shape;697;p81"/>
          <p:cNvSpPr txBox="1">
            <a:spLocks noGrp="1"/>
          </p:cNvSpPr>
          <p:nvPr>
            <p:ph type="body" idx="7"/>
          </p:nvPr>
        </p:nvSpPr>
        <p:spPr>
          <a:xfrm>
            <a:off x="284700" y="4170025"/>
            <a:ext cx="2772600" cy="695400"/>
          </a:xfrm>
          <a:prstGeom prst="rect">
            <a:avLst/>
          </a:prstGeom>
          <a:noFill/>
          <a:ln>
            <a:noFill/>
          </a:ln>
        </p:spPr>
        <p:txBody>
          <a:bodyPr spcFirstLastPara="1" wrap="square" lIns="0" tIns="0" rIns="91425" bIns="0" anchor="t" anchorCtr="0">
            <a:noAutofit/>
          </a:bodyPr>
          <a:lstStyle>
            <a:lvl1pPr marL="457200" lvl="0" indent="-279400" algn="l">
              <a:lnSpc>
                <a:spcPct val="115000"/>
              </a:lnSpc>
              <a:spcBef>
                <a:spcPts val="0"/>
              </a:spcBef>
              <a:spcAft>
                <a:spcPts val="0"/>
              </a:spcAft>
              <a:buClr>
                <a:schemeClr val="lt1"/>
              </a:buClr>
              <a:buSzPts val="800"/>
              <a:buChar char="●"/>
              <a:defRPr sz="800"/>
            </a:lvl1pPr>
            <a:lvl2pPr marL="914400" lvl="1" indent="-279400" algn="l">
              <a:lnSpc>
                <a:spcPct val="115000"/>
              </a:lnSpc>
              <a:spcBef>
                <a:spcPts val="0"/>
              </a:spcBef>
              <a:spcAft>
                <a:spcPts val="0"/>
              </a:spcAft>
              <a:buClr>
                <a:schemeClr val="lt1"/>
              </a:buClr>
              <a:buSzPts val="800"/>
              <a:buChar char="○"/>
              <a:defRPr sz="800"/>
            </a:lvl2pPr>
            <a:lvl3pPr marL="1371600" lvl="2" indent="-279400" algn="l">
              <a:lnSpc>
                <a:spcPct val="115000"/>
              </a:lnSpc>
              <a:spcBef>
                <a:spcPts val="0"/>
              </a:spcBef>
              <a:spcAft>
                <a:spcPts val="0"/>
              </a:spcAft>
              <a:buClr>
                <a:schemeClr val="lt1"/>
              </a:buClr>
              <a:buSzPts val="800"/>
              <a:buChar char="■"/>
              <a:defRPr sz="800"/>
            </a:lvl3pPr>
            <a:lvl4pPr marL="1828800" lvl="3" indent="-279400" algn="l">
              <a:lnSpc>
                <a:spcPct val="115000"/>
              </a:lnSpc>
              <a:spcBef>
                <a:spcPts val="0"/>
              </a:spcBef>
              <a:spcAft>
                <a:spcPts val="0"/>
              </a:spcAft>
              <a:buClr>
                <a:schemeClr val="lt1"/>
              </a:buClr>
              <a:buSzPts val="800"/>
              <a:buChar char="●"/>
              <a:defRPr sz="800"/>
            </a:lvl4pPr>
            <a:lvl5pPr marL="2286000" lvl="4" indent="-279400" algn="l">
              <a:lnSpc>
                <a:spcPct val="115000"/>
              </a:lnSpc>
              <a:spcBef>
                <a:spcPts val="0"/>
              </a:spcBef>
              <a:spcAft>
                <a:spcPts val="0"/>
              </a:spcAft>
              <a:buClr>
                <a:schemeClr val="lt1"/>
              </a:buClr>
              <a:buSzPts val="800"/>
              <a:buChar char="○"/>
              <a:defRPr sz="800"/>
            </a:lvl5pPr>
            <a:lvl6pPr marL="2743200" lvl="5" indent="-279400" algn="l">
              <a:lnSpc>
                <a:spcPct val="115000"/>
              </a:lnSpc>
              <a:spcBef>
                <a:spcPts val="0"/>
              </a:spcBef>
              <a:spcAft>
                <a:spcPts val="0"/>
              </a:spcAft>
              <a:buClr>
                <a:schemeClr val="lt1"/>
              </a:buClr>
              <a:buSzPts val="800"/>
              <a:buChar char="■"/>
              <a:defRPr sz="800"/>
            </a:lvl6pPr>
            <a:lvl7pPr marL="3200400" lvl="6" indent="-279400" algn="l">
              <a:lnSpc>
                <a:spcPct val="115000"/>
              </a:lnSpc>
              <a:spcBef>
                <a:spcPts val="0"/>
              </a:spcBef>
              <a:spcAft>
                <a:spcPts val="0"/>
              </a:spcAft>
              <a:buClr>
                <a:schemeClr val="lt1"/>
              </a:buClr>
              <a:buSzPts val="800"/>
              <a:buChar char="●"/>
              <a:defRPr sz="800"/>
            </a:lvl7pPr>
            <a:lvl8pPr marL="3657600" lvl="7" indent="-279400" algn="l">
              <a:lnSpc>
                <a:spcPct val="115000"/>
              </a:lnSpc>
              <a:spcBef>
                <a:spcPts val="0"/>
              </a:spcBef>
              <a:spcAft>
                <a:spcPts val="0"/>
              </a:spcAft>
              <a:buClr>
                <a:schemeClr val="lt1"/>
              </a:buClr>
              <a:buSzPts val="800"/>
              <a:buChar char="○"/>
              <a:defRPr sz="800"/>
            </a:lvl8pPr>
            <a:lvl9pPr marL="4114800" lvl="8" indent="-279400" algn="l">
              <a:lnSpc>
                <a:spcPct val="115000"/>
              </a:lnSpc>
              <a:spcBef>
                <a:spcPts val="0"/>
              </a:spcBef>
              <a:spcAft>
                <a:spcPts val="0"/>
              </a:spcAft>
              <a:buClr>
                <a:schemeClr val="lt1"/>
              </a:buClr>
              <a:buSzPts val="800"/>
              <a:buChar char="■"/>
              <a:defRPr sz="800"/>
            </a:lvl9pPr>
          </a:lstStyle>
          <a:p>
            <a:endParaRPr/>
          </a:p>
        </p:txBody>
      </p:sp>
      <p:sp>
        <p:nvSpPr>
          <p:cNvPr id="698" name="Google Shape;698;p81"/>
          <p:cNvSpPr txBox="1">
            <a:spLocks noGrp="1"/>
          </p:cNvSpPr>
          <p:nvPr>
            <p:ph type="subTitle" idx="8"/>
          </p:nvPr>
        </p:nvSpPr>
        <p:spPr>
          <a:xfrm>
            <a:off x="284700" y="3693600"/>
            <a:ext cx="27726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699" name="Google Shape;699;p81"/>
          <p:cNvSpPr txBox="1">
            <a:spLocks noGrp="1"/>
          </p:cNvSpPr>
          <p:nvPr>
            <p:ph type="subTitle" idx="9"/>
          </p:nvPr>
        </p:nvSpPr>
        <p:spPr>
          <a:xfrm>
            <a:off x="284700" y="3880329"/>
            <a:ext cx="27726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i="1">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00" name="Google Shape;700;p81"/>
          <p:cNvSpPr txBox="1">
            <a:spLocks noGrp="1"/>
          </p:cNvSpPr>
          <p:nvPr>
            <p:ph type="body" idx="13"/>
          </p:nvPr>
        </p:nvSpPr>
        <p:spPr>
          <a:xfrm>
            <a:off x="3185700" y="4170025"/>
            <a:ext cx="2772600" cy="695400"/>
          </a:xfrm>
          <a:prstGeom prst="rect">
            <a:avLst/>
          </a:prstGeom>
          <a:noFill/>
          <a:ln>
            <a:noFill/>
          </a:ln>
        </p:spPr>
        <p:txBody>
          <a:bodyPr spcFirstLastPara="1" wrap="square" lIns="0" tIns="0" rIns="91425" bIns="0" anchor="t" anchorCtr="0">
            <a:noAutofit/>
          </a:bodyPr>
          <a:lstStyle>
            <a:lvl1pPr marL="457200" lvl="0" indent="-279400" algn="l">
              <a:lnSpc>
                <a:spcPct val="115000"/>
              </a:lnSpc>
              <a:spcBef>
                <a:spcPts val="0"/>
              </a:spcBef>
              <a:spcAft>
                <a:spcPts val="0"/>
              </a:spcAft>
              <a:buClr>
                <a:schemeClr val="lt1"/>
              </a:buClr>
              <a:buSzPts val="800"/>
              <a:buFont typeface="Instrument Sans"/>
              <a:buChar char="●"/>
              <a:defRPr sz="800"/>
            </a:lvl1pPr>
            <a:lvl2pPr marL="914400" lvl="1" indent="-279400" algn="l">
              <a:lnSpc>
                <a:spcPct val="115000"/>
              </a:lnSpc>
              <a:spcBef>
                <a:spcPts val="0"/>
              </a:spcBef>
              <a:spcAft>
                <a:spcPts val="0"/>
              </a:spcAft>
              <a:buClr>
                <a:schemeClr val="lt1"/>
              </a:buClr>
              <a:buSzPts val="800"/>
              <a:buFont typeface="Instrument Sans"/>
              <a:buChar char="○"/>
              <a:defRPr sz="800"/>
            </a:lvl2pPr>
            <a:lvl3pPr marL="1371600" lvl="2" indent="-279400" algn="l">
              <a:lnSpc>
                <a:spcPct val="115000"/>
              </a:lnSpc>
              <a:spcBef>
                <a:spcPts val="0"/>
              </a:spcBef>
              <a:spcAft>
                <a:spcPts val="0"/>
              </a:spcAft>
              <a:buClr>
                <a:schemeClr val="lt1"/>
              </a:buClr>
              <a:buSzPts val="800"/>
              <a:buFont typeface="Instrument Sans"/>
              <a:buChar char="■"/>
              <a:defRPr sz="800"/>
            </a:lvl3pPr>
            <a:lvl4pPr marL="1828800" lvl="3" indent="-279400" algn="l">
              <a:lnSpc>
                <a:spcPct val="115000"/>
              </a:lnSpc>
              <a:spcBef>
                <a:spcPts val="0"/>
              </a:spcBef>
              <a:spcAft>
                <a:spcPts val="0"/>
              </a:spcAft>
              <a:buClr>
                <a:schemeClr val="lt1"/>
              </a:buClr>
              <a:buSzPts val="800"/>
              <a:buFont typeface="Instrument Sans"/>
              <a:buChar char="●"/>
              <a:defRPr sz="800"/>
            </a:lvl4pPr>
            <a:lvl5pPr marL="2286000" lvl="4" indent="-279400" algn="l">
              <a:lnSpc>
                <a:spcPct val="115000"/>
              </a:lnSpc>
              <a:spcBef>
                <a:spcPts val="0"/>
              </a:spcBef>
              <a:spcAft>
                <a:spcPts val="0"/>
              </a:spcAft>
              <a:buClr>
                <a:schemeClr val="lt1"/>
              </a:buClr>
              <a:buSzPts val="800"/>
              <a:buFont typeface="Instrument Sans"/>
              <a:buChar char="○"/>
              <a:defRPr sz="800"/>
            </a:lvl5pPr>
            <a:lvl6pPr marL="2743200" lvl="5" indent="-279400" algn="l">
              <a:lnSpc>
                <a:spcPct val="115000"/>
              </a:lnSpc>
              <a:spcBef>
                <a:spcPts val="0"/>
              </a:spcBef>
              <a:spcAft>
                <a:spcPts val="0"/>
              </a:spcAft>
              <a:buClr>
                <a:schemeClr val="lt1"/>
              </a:buClr>
              <a:buSzPts val="800"/>
              <a:buFont typeface="Instrument Sans"/>
              <a:buChar char="■"/>
              <a:defRPr sz="800"/>
            </a:lvl6pPr>
            <a:lvl7pPr marL="3200400" lvl="6" indent="-279400" algn="l">
              <a:lnSpc>
                <a:spcPct val="115000"/>
              </a:lnSpc>
              <a:spcBef>
                <a:spcPts val="0"/>
              </a:spcBef>
              <a:spcAft>
                <a:spcPts val="0"/>
              </a:spcAft>
              <a:buClr>
                <a:schemeClr val="lt1"/>
              </a:buClr>
              <a:buSzPts val="800"/>
              <a:buFont typeface="Instrument Sans"/>
              <a:buChar char="●"/>
              <a:defRPr sz="800"/>
            </a:lvl7pPr>
            <a:lvl8pPr marL="3657600" lvl="7" indent="-279400" algn="l">
              <a:lnSpc>
                <a:spcPct val="115000"/>
              </a:lnSpc>
              <a:spcBef>
                <a:spcPts val="0"/>
              </a:spcBef>
              <a:spcAft>
                <a:spcPts val="0"/>
              </a:spcAft>
              <a:buClr>
                <a:schemeClr val="lt1"/>
              </a:buClr>
              <a:buSzPts val="800"/>
              <a:buFont typeface="Instrument Sans"/>
              <a:buChar char="○"/>
              <a:defRPr sz="800"/>
            </a:lvl8pPr>
            <a:lvl9pPr marL="4114800" lvl="8" indent="-279400" algn="l">
              <a:lnSpc>
                <a:spcPct val="115000"/>
              </a:lnSpc>
              <a:spcBef>
                <a:spcPts val="0"/>
              </a:spcBef>
              <a:spcAft>
                <a:spcPts val="0"/>
              </a:spcAft>
              <a:buClr>
                <a:schemeClr val="lt1"/>
              </a:buClr>
              <a:buSzPts val="800"/>
              <a:buFont typeface="Instrument Sans"/>
              <a:buChar char="■"/>
              <a:defRPr sz="800"/>
            </a:lvl9pPr>
          </a:lstStyle>
          <a:p>
            <a:endParaRPr/>
          </a:p>
        </p:txBody>
      </p:sp>
      <p:sp>
        <p:nvSpPr>
          <p:cNvPr id="701" name="Google Shape;701;p81"/>
          <p:cNvSpPr txBox="1">
            <a:spLocks noGrp="1"/>
          </p:cNvSpPr>
          <p:nvPr>
            <p:ph type="subTitle" idx="14"/>
          </p:nvPr>
        </p:nvSpPr>
        <p:spPr>
          <a:xfrm>
            <a:off x="3185700" y="3693600"/>
            <a:ext cx="27726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02" name="Google Shape;702;p81"/>
          <p:cNvSpPr txBox="1">
            <a:spLocks noGrp="1"/>
          </p:cNvSpPr>
          <p:nvPr>
            <p:ph type="subTitle" idx="15"/>
          </p:nvPr>
        </p:nvSpPr>
        <p:spPr>
          <a:xfrm>
            <a:off x="3185700" y="3880329"/>
            <a:ext cx="27726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i="1">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03" name="Google Shape;703;p81"/>
          <p:cNvSpPr txBox="1">
            <a:spLocks noGrp="1"/>
          </p:cNvSpPr>
          <p:nvPr>
            <p:ph type="body" idx="16"/>
          </p:nvPr>
        </p:nvSpPr>
        <p:spPr>
          <a:xfrm>
            <a:off x="6086700" y="4170025"/>
            <a:ext cx="2772600" cy="695400"/>
          </a:xfrm>
          <a:prstGeom prst="rect">
            <a:avLst/>
          </a:prstGeom>
          <a:noFill/>
          <a:ln>
            <a:noFill/>
          </a:ln>
        </p:spPr>
        <p:txBody>
          <a:bodyPr spcFirstLastPara="1" wrap="square" lIns="0" tIns="0" rIns="91425" bIns="0" anchor="t" anchorCtr="0">
            <a:noAutofit/>
          </a:bodyPr>
          <a:lstStyle>
            <a:lvl1pPr marL="457200" lvl="0" indent="-279400" algn="l">
              <a:lnSpc>
                <a:spcPct val="115000"/>
              </a:lnSpc>
              <a:spcBef>
                <a:spcPts val="0"/>
              </a:spcBef>
              <a:spcAft>
                <a:spcPts val="0"/>
              </a:spcAft>
              <a:buClr>
                <a:schemeClr val="lt1"/>
              </a:buClr>
              <a:buSzPts val="800"/>
              <a:buFont typeface="Instrument Sans"/>
              <a:buChar char="●"/>
              <a:defRPr sz="800"/>
            </a:lvl1pPr>
            <a:lvl2pPr marL="914400" lvl="1" indent="-279400" algn="l">
              <a:lnSpc>
                <a:spcPct val="115000"/>
              </a:lnSpc>
              <a:spcBef>
                <a:spcPts val="0"/>
              </a:spcBef>
              <a:spcAft>
                <a:spcPts val="0"/>
              </a:spcAft>
              <a:buClr>
                <a:schemeClr val="lt1"/>
              </a:buClr>
              <a:buSzPts val="800"/>
              <a:buFont typeface="Instrument Sans"/>
              <a:buChar char="○"/>
              <a:defRPr sz="800"/>
            </a:lvl2pPr>
            <a:lvl3pPr marL="1371600" lvl="2" indent="-279400" algn="l">
              <a:lnSpc>
                <a:spcPct val="115000"/>
              </a:lnSpc>
              <a:spcBef>
                <a:spcPts val="0"/>
              </a:spcBef>
              <a:spcAft>
                <a:spcPts val="0"/>
              </a:spcAft>
              <a:buClr>
                <a:schemeClr val="lt1"/>
              </a:buClr>
              <a:buSzPts val="800"/>
              <a:buFont typeface="Instrument Sans"/>
              <a:buChar char="■"/>
              <a:defRPr sz="800"/>
            </a:lvl3pPr>
            <a:lvl4pPr marL="1828800" lvl="3" indent="-279400" algn="l">
              <a:lnSpc>
                <a:spcPct val="115000"/>
              </a:lnSpc>
              <a:spcBef>
                <a:spcPts val="0"/>
              </a:spcBef>
              <a:spcAft>
                <a:spcPts val="0"/>
              </a:spcAft>
              <a:buClr>
                <a:schemeClr val="lt1"/>
              </a:buClr>
              <a:buSzPts val="800"/>
              <a:buFont typeface="Instrument Sans"/>
              <a:buChar char="●"/>
              <a:defRPr sz="800"/>
            </a:lvl4pPr>
            <a:lvl5pPr marL="2286000" lvl="4" indent="-279400" algn="l">
              <a:lnSpc>
                <a:spcPct val="115000"/>
              </a:lnSpc>
              <a:spcBef>
                <a:spcPts val="0"/>
              </a:spcBef>
              <a:spcAft>
                <a:spcPts val="0"/>
              </a:spcAft>
              <a:buClr>
                <a:schemeClr val="lt1"/>
              </a:buClr>
              <a:buSzPts val="800"/>
              <a:buFont typeface="Instrument Sans"/>
              <a:buChar char="○"/>
              <a:defRPr sz="800"/>
            </a:lvl5pPr>
            <a:lvl6pPr marL="2743200" lvl="5" indent="-279400" algn="l">
              <a:lnSpc>
                <a:spcPct val="115000"/>
              </a:lnSpc>
              <a:spcBef>
                <a:spcPts val="0"/>
              </a:spcBef>
              <a:spcAft>
                <a:spcPts val="0"/>
              </a:spcAft>
              <a:buClr>
                <a:schemeClr val="lt1"/>
              </a:buClr>
              <a:buSzPts val="800"/>
              <a:buFont typeface="Instrument Sans"/>
              <a:buChar char="■"/>
              <a:defRPr sz="800"/>
            </a:lvl6pPr>
            <a:lvl7pPr marL="3200400" lvl="6" indent="-279400" algn="l">
              <a:lnSpc>
                <a:spcPct val="115000"/>
              </a:lnSpc>
              <a:spcBef>
                <a:spcPts val="0"/>
              </a:spcBef>
              <a:spcAft>
                <a:spcPts val="0"/>
              </a:spcAft>
              <a:buClr>
                <a:schemeClr val="lt1"/>
              </a:buClr>
              <a:buSzPts val="800"/>
              <a:buFont typeface="Instrument Sans"/>
              <a:buChar char="●"/>
              <a:defRPr sz="800"/>
            </a:lvl7pPr>
            <a:lvl8pPr marL="3657600" lvl="7" indent="-279400" algn="l">
              <a:lnSpc>
                <a:spcPct val="115000"/>
              </a:lnSpc>
              <a:spcBef>
                <a:spcPts val="0"/>
              </a:spcBef>
              <a:spcAft>
                <a:spcPts val="0"/>
              </a:spcAft>
              <a:buClr>
                <a:schemeClr val="lt1"/>
              </a:buClr>
              <a:buSzPts val="800"/>
              <a:buFont typeface="Instrument Sans"/>
              <a:buChar char="○"/>
              <a:defRPr sz="800"/>
            </a:lvl8pPr>
            <a:lvl9pPr marL="4114800" lvl="8" indent="-279400" algn="l">
              <a:lnSpc>
                <a:spcPct val="115000"/>
              </a:lnSpc>
              <a:spcBef>
                <a:spcPts val="0"/>
              </a:spcBef>
              <a:spcAft>
                <a:spcPts val="0"/>
              </a:spcAft>
              <a:buClr>
                <a:schemeClr val="lt1"/>
              </a:buClr>
              <a:buSzPts val="800"/>
              <a:buFont typeface="Instrument Sans"/>
              <a:buChar char="■"/>
              <a:defRPr sz="800"/>
            </a:lvl9pPr>
          </a:lstStyle>
          <a:p>
            <a:endParaRPr/>
          </a:p>
        </p:txBody>
      </p:sp>
      <p:sp>
        <p:nvSpPr>
          <p:cNvPr id="704" name="Google Shape;704;p81"/>
          <p:cNvSpPr txBox="1">
            <a:spLocks noGrp="1"/>
          </p:cNvSpPr>
          <p:nvPr>
            <p:ph type="subTitle" idx="17"/>
          </p:nvPr>
        </p:nvSpPr>
        <p:spPr>
          <a:xfrm>
            <a:off x="6086700" y="3693600"/>
            <a:ext cx="27726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05" name="Google Shape;705;p81"/>
          <p:cNvSpPr txBox="1">
            <a:spLocks noGrp="1"/>
          </p:cNvSpPr>
          <p:nvPr>
            <p:ph type="subTitle" idx="18"/>
          </p:nvPr>
        </p:nvSpPr>
        <p:spPr>
          <a:xfrm>
            <a:off x="6086700" y="3880329"/>
            <a:ext cx="27726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i="1">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06" name="Google Shape;706;p81"/>
          <p:cNvSpPr txBox="1">
            <a:spLocks noGrp="1"/>
          </p:cNvSpPr>
          <p:nvPr>
            <p:ph type="title"/>
          </p:nvPr>
        </p:nvSpPr>
        <p:spPr>
          <a:xfrm>
            <a:off x="284700" y="474750"/>
            <a:ext cx="5673600" cy="4986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2pPr>
            <a:lvl3pPr lvl="2"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3pPr>
            <a:lvl4pPr lvl="3"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4pPr>
            <a:lvl5pPr lvl="4"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5pPr>
            <a:lvl6pPr lvl="5"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6pPr>
            <a:lvl7pPr lvl="6"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7pPr>
            <a:lvl8pPr lvl="7"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8pPr>
            <a:lvl9pPr lvl="8"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9pPr>
          </a:lstStyle>
          <a:p>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Chart 2">
  <p:cSld name="BLANK_1_1_1_1_2_2_3_1">
    <p:bg>
      <p:bgPr>
        <a:solidFill>
          <a:schemeClr val="lt2"/>
        </a:solidFill>
        <a:effectLst/>
      </p:bgPr>
    </p:bg>
    <p:spTree>
      <p:nvGrpSpPr>
        <p:cNvPr id="1" name="Shape 707"/>
        <p:cNvGrpSpPr/>
        <p:nvPr/>
      </p:nvGrpSpPr>
      <p:grpSpPr>
        <a:xfrm>
          <a:off x="0" y="0"/>
          <a:ext cx="0" cy="0"/>
          <a:chOff x="0" y="0"/>
          <a:chExt cx="0" cy="0"/>
        </a:xfrm>
      </p:grpSpPr>
      <p:sp>
        <p:nvSpPr>
          <p:cNvPr id="708" name="Google Shape;708;p82"/>
          <p:cNvSpPr txBox="1">
            <a:spLocks noGrp="1"/>
          </p:cNvSpPr>
          <p:nvPr>
            <p:ph type="subTitle" idx="1"/>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709" name="Google Shape;709;p82"/>
          <p:cNvSpPr txBox="1">
            <a:spLocks noGrp="1"/>
          </p:cNvSpPr>
          <p:nvPr>
            <p:ph type="subTitle" idx="2"/>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710" name="Google Shape;710;p82"/>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711" name="Google Shape;711;p82"/>
          <p:cNvSpPr txBox="1">
            <a:spLocks noGrp="1"/>
          </p:cNvSpPr>
          <p:nvPr>
            <p:ph type="body" idx="3"/>
          </p:nvPr>
        </p:nvSpPr>
        <p:spPr>
          <a:xfrm>
            <a:off x="284700" y="3703925"/>
            <a:ext cx="2772600" cy="695400"/>
          </a:xfrm>
          <a:prstGeom prst="rect">
            <a:avLst/>
          </a:prstGeom>
          <a:noFill/>
          <a:ln>
            <a:noFill/>
          </a:ln>
        </p:spPr>
        <p:txBody>
          <a:bodyPr spcFirstLastPara="1" wrap="square" lIns="0" tIns="0" rIns="91425" bIns="0" anchor="t" anchorCtr="0">
            <a:noAutofit/>
          </a:bodyPr>
          <a:lstStyle>
            <a:lvl1pPr marL="457200" lvl="0" indent="-279400" algn="l">
              <a:lnSpc>
                <a:spcPct val="115000"/>
              </a:lnSpc>
              <a:spcBef>
                <a:spcPts val="0"/>
              </a:spcBef>
              <a:spcAft>
                <a:spcPts val="0"/>
              </a:spcAft>
              <a:buClr>
                <a:schemeClr val="lt1"/>
              </a:buClr>
              <a:buSzPts val="800"/>
              <a:buFont typeface="Instrument Sans"/>
              <a:buChar char="●"/>
              <a:defRPr sz="800"/>
            </a:lvl1pPr>
            <a:lvl2pPr marL="914400" lvl="1" indent="-279400" algn="l">
              <a:lnSpc>
                <a:spcPct val="115000"/>
              </a:lnSpc>
              <a:spcBef>
                <a:spcPts val="0"/>
              </a:spcBef>
              <a:spcAft>
                <a:spcPts val="0"/>
              </a:spcAft>
              <a:buClr>
                <a:schemeClr val="lt1"/>
              </a:buClr>
              <a:buSzPts val="800"/>
              <a:buFont typeface="Instrument Sans"/>
              <a:buChar char="○"/>
              <a:defRPr sz="800"/>
            </a:lvl2pPr>
            <a:lvl3pPr marL="1371600" lvl="2" indent="-279400" algn="l">
              <a:lnSpc>
                <a:spcPct val="115000"/>
              </a:lnSpc>
              <a:spcBef>
                <a:spcPts val="0"/>
              </a:spcBef>
              <a:spcAft>
                <a:spcPts val="0"/>
              </a:spcAft>
              <a:buClr>
                <a:schemeClr val="lt1"/>
              </a:buClr>
              <a:buSzPts val="800"/>
              <a:buFont typeface="Instrument Sans"/>
              <a:buChar char="■"/>
              <a:defRPr sz="800"/>
            </a:lvl3pPr>
            <a:lvl4pPr marL="1828800" lvl="3" indent="-279400" algn="l">
              <a:lnSpc>
                <a:spcPct val="115000"/>
              </a:lnSpc>
              <a:spcBef>
                <a:spcPts val="0"/>
              </a:spcBef>
              <a:spcAft>
                <a:spcPts val="0"/>
              </a:spcAft>
              <a:buClr>
                <a:schemeClr val="lt1"/>
              </a:buClr>
              <a:buSzPts val="800"/>
              <a:buFont typeface="Instrument Sans"/>
              <a:buChar char="●"/>
              <a:defRPr sz="800"/>
            </a:lvl4pPr>
            <a:lvl5pPr marL="2286000" lvl="4" indent="-279400" algn="l">
              <a:lnSpc>
                <a:spcPct val="115000"/>
              </a:lnSpc>
              <a:spcBef>
                <a:spcPts val="0"/>
              </a:spcBef>
              <a:spcAft>
                <a:spcPts val="0"/>
              </a:spcAft>
              <a:buClr>
                <a:schemeClr val="lt1"/>
              </a:buClr>
              <a:buSzPts val="800"/>
              <a:buFont typeface="Instrument Sans"/>
              <a:buChar char="○"/>
              <a:defRPr sz="800"/>
            </a:lvl5pPr>
            <a:lvl6pPr marL="2743200" lvl="5" indent="-279400" algn="l">
              <a:lnSpc>
                <a:spcPct val="115000"/>
              </a:lnSpc>
              <a:spcBef>
                <a:spcPts val="0"/>
              </a:spcBef>
              <a:spcAft>
                <a:spcPts val="0"/>
              </a:spcAft>
              <a:buClr>
                <a:schemeClr val="lt1"/>
              </a:buClr>
              <a:buSzPts val="800"/>
              <a:buFont typeface="Instrument Sans"/>
              <a:buChar char="■"/>
              <a:defRPr sz="800"/>
            </a:lvl6pPr>
            <a:lvl7pPr marL="3200400" lvl="6" indent="-279400" algn="l">
              <a:lnSpc>
                <a:spcPct val="115000"/>
              </a:lnSpc>
              <a:spcBef>
                <a:spcPts val="0"/>
              </a:spcBef>
              <a:spcAft>
                <a:spcPts val="0"/>
              </a:spcAft>
              <a:buClr>
                <a:schemeClr val="lt1"/>
              </a:buClr>
              <a:buSzPts val="800"/>
              <a:buFont typeface="Instrument Sans"/>
              <a:buChar char="●"/>
              <a:defRPr sz="800"/>
            </a:lvl7pPr>
            <a:lvl8pPr marL="3657600" lvl="7" indent="-279400" algn="l">
              <a:lnSpc>
                <a:spcPct val="115000"/>
              </a:lnSpc>
              <a:spcBef>
                <a:spcPts val="0"/>
              </a:spcBef>
              <a:spcAft>
                <a:spcPts val="0"/>
              </a:spcAft>
              <a:buClr>
                <a:schemeClr val="lt1"/>
              </a:buClr>
              <a:buSzPts val="800"/>
              <a:buFont typeface="Instrument Sans"/>
              <a:buChar char="○"/>
              <a:defRPr sz="800"/>
            </a:lvl8pPr>
            <a:lvl9pPr marL="4114800" lvl="8" indent="-279400" algn="l">
              <a:lnSpc>
                <a:spcPct val="115000"/>
              </a:lnSpc>
              <a:spcBef>
                <a:spcPts val="0"/>
              </a:spcBef>
              <a:spcAft>
                <a:spcPts val="0"/>
              </a:spcAft>
              <a:buClr>
                <a:schemeClr val="lt1"/>
              </a:buClr>
              <a:buSzPts val="800"/>
              <a:buFont typeface="Instrument Sans"/>
              <a:buChar char="■"/>
              <a:defRPr sz="800"/>
            </a:lvl9pPr>
          </a:lstStyle>
          <a:p>
            <a:endParaRPr/>
          </a:p>
        </p:txBody>
      </p:sp>
      <p:sp>
        <p:nvSpPr>
          <p:cNvPr id="712" name="Google Shape;712;p82"/>
          <p:cNvSpPr txBox="1">
            <a:spLocks noGrp="1"/>
          </p:cNvSpPr>
          <p:nvPr>
            <p:ph type="subTitle" idx="4"/>
          </p:nvPr>
        </p:nvSpPr>
        <p:spPr>
          <a:xfrm>
            <a:off x="284700" y="3227500"/>
            <a:ext cx="27726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13" name="Google Shape;713;p82"/>
          <p:cNvSpPr txBox="1">
            <a:spLocks noGrp="1"/>
          </p:cNvSpPr>
          <p:nvPr>
            <p:ph type="subTitle" idx="5"/>
          </p:nvPr>
        </p:nvSpPr>
        <p:spPr>
          <a:xfrm>
            <a:off x="284700" y="3414229"/>
            <a:ext cx="27726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i="1">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14" name="Google Shape;714;p82"/>
          <p:cNvSpPr txBox="1">
            <a:spLocks noGrp="1"/>
          </p:cNvSpPr>
          <p:nvPr>
            <p:ph type="body" idx="6"/>
          </p:nvPr>
        </p:nvSpPr>
        <p:spPr>
          <a:xfrm>
            <a:off x="3185700" y="3703925"/>
            <a:ext cx="2772600" cy="695400"/>
          </a:xfrm>
          <a:prstGeom prst="rect">
            <a:avLst/>
          </a:prstGeom>
          <a:noFill/>
          <a:ln>
            <a:noFill/>
          </a:ln>
        </p:spPr>
        <p:txBody>
          <a:bodyPr spcFirstLastPara="1" wrap="square" lIns="0" tIns="0" rIns="91425" bIns="0" anchor="t" anchorCtr="0">
            <a:noAutofit/>
          </a:bodyPr>
          <a:lstStyle>
            <a:lvl1pPr marL="457200" lvl="0" indent="-279400" algn="l">
              <a:lnSpc>
                <a:spcPct val="115000"/>
              </a:lnSpc>
              <a:spcBef>
                <a:spcPts val="0"/>
              </a:spcBef>
              <a:spcAft>
                <a:spcPts val="0"/>
              </a:spcAft>
              <a:buClr>
                <a:schemeClr val="lt1"/>
              </a:buClr>
              <a:buSzPts val="800"/>
              <a:buFont typeface="Instrument Sans"/>
              <a:buChar char="●"/>
              <a:defRPr sz="800"/>
            </a:lvl1pPr>
            <a:lvl2pPr marL="914400" lvl="1" indent="-279400" algn="l">
              <a:lnSpc>
                <a:spcPct val="115000"/>
              </a:lnSpc>
              <a:spcBef>
                <a:spcPts val="0"/>
              </a:spcBef>
              <a:spcAft>
                <a:spcPts val="0"/>
              </a:spcAft>
              <a:buClr>
                <a:schemeClr val="lt1"/>
              </a:buClr>
              <a:buSzPts val="800"/>
              <a:buFont typeface="Instrument Sans"/>
              <a:buChar char="○"/>
              <a:defRPr sz="800"/>
            </a:lvl2pPr>
            <a:lvl3pPr marL="1371600" lvl="2" indent="-279400" algn="l">
              <a:lnSpc>
                <a:spcPct val="115000"/>
              </a:lnSpc>
              <a:spcBef>
                <a:spcPts val="0"/>
              </a:spcBef>
              <a:spcAft>
                <a:spcPts val="0"/>
              </a:spcAft>
              <a:buClr>
                <a:schemeClr val="lt1"/>
              </a:buClr>
              <a:buSzPts val="800"/>
              <a:buFont typeface="Instrument Sans"/>
              <a:buChar char="■"/>
              <a:defRPr sz="800"/>
            </a:lvl3pPr>
            <a:lvl4pPr marL="1828800" lvl="3" indent="-279400" algn="l">
              <a:lnSpc>
                <a:spcPct val="115000"/>
              </a:lnSpc>
              <a:spcBef>
                <a:spcPts val="0"/>
              </a:spcBef>
              <a:spcAft>
                <a:spcPts val="0"/>
              </a:spcAft>
              <a:buClr>
                <a:schemeClr val="lt1"/>
              </a:buClr>
              <a:buSzPts val="800"/>
              <a:buFont typeface="Instrument Sans"/>
              <a:buChar char="●"/>
              <a:defRPr sz="800"/>
            </a:lvl4pPr>
            <a:lvl5pPr marL="2286000" lvl="4" indent="-279400" algn="l">
              <a:lnSpc>
                <a:spcPct val="115000"/>
              </a:lnSpc>
              <a:spcBef>
                <a:spcPts val="0"/>
              </a:spcBef>
              <a:spcAft>
                <a:spcPts val="0"/>
              </a:spcAft>
              <a:buClr>
                <a:schemeClr val="lt1"/>
              </a:buClr>
              <a:buSzPts val="800"/>
              <a:buFont typeface="Instrument Sans"/>
              <a:buChar char="○"/>
              <a:defRPr sz="800"/>
            </a:lvl5pPr>
            <a:lvl6pPr marL="2743200" lvl="5" indent="-279400" algn="l">
              <a:lnSpc>
                <a:spcPct val="115000"/>
              </a:lnSpc>
              <a:spcBef>
                <a:spcPts val="0"/>
              </a:spcBef>
              <a:spcAft>
                <a:spcPts val="0"/>
              </a:spcAft>
              <a:buClr>
                <a:schemeClr val="lt1"/>
              </a:buClr>
              <a:buSzPts val="800"/>
              <a:buFont typeface="Instrument Sans"/>
              <a:buChar char="■"/>
              <a:defRPr sz="800"/>
            </a:lvl6pPr>
            <a:lvl7pPr marL="3200400" lvl="6" indent="-279400" algn="l">
              <a:lnSpc>
                <a:spcPct val="115000"/>
              </a:lnSpc>
              <a:spcBef>
                <a:spcPts val="0"/>
              </a:spcBef>
              <a:spcAft>
                <a:spcPts val="0"/>
              </a:spcAft>
              <a:buClr>
                <a:schemeClr val="lt1"/>
              </a:buClr>
              <a:buSzPts val="800"/>
              <a:buFont typeface="Instrument Sans"/>
              <a:buChar char="●"/>
              <a:defRPr sz="800"/>
            </a:lvl7pPr>
            <a:lvl8pPr marL="3657600" lvl="7" indent="-279400" algn="l">
              <a:lnSpc>
                <a:spcPct val="115000"/>
              </a:lnSpc>
              <a:spcBef>
                <a:spcPts val="0"/>
              </a:spcBef>
              <a:spcAft>
                <a:spcPts val="0"/>
              </a:spcAft>
              <a:buClr>
                <a:schemeClr val="lt1"/>
              </a:buClr>
              <a:buSzPts val="800"/>
              <a:buFont typeface="Instrument Sans"/>
              <a:buChar char="○"/>
              <a:defRPr sz="800"/>
            </a:lvl8pPr>
            <a:lvl9pPr marL="4114800" lvl="8" indent="-279400" algn="l">
              <a:lnSpc>
                <a:spcPct val="115000"/>
              </a:lnSpc>
              <a:spcBef>
                <a:spcPts val="0"/>
              </a:spcBef>
              <a:spcAft>
                <a:spcPts val="0"/>
              </a:spcAft>
              <a:buClr>
                <a:schemeClr val="lt1"/>
              </a:buClr>
              <a:buSzPts val="800"/>
              <a:buFont typeface="Instrument Sans"/>
              <a:buChar char="■"/>
              <a:defRPr sz="800"/>
            </a:lvl9pPr>
          </a:lstStyle>
          <a:p>
            <a:endParaRPr/>
          </a:p>
        </p:txBody>
      </p:sp>
      <p:sp>
        <p:nvSpPr>
          <p:cNvPr id="715" name="Google Shape;715;p82"/>
          <p:cNvSpPr txBox="1">
            <a:spLocks noGrp="1"/>
          </p:cNvSpPr>
          <p:nvPr>
            <p:ph type="subTitle" idx="7"/>
          </p:nvPr>
        </p:nvSpPr>
        <p:spPr>
          <a:xfrm>
            <a:off x="3185700" y="3227500"/>
            <a:ext cx="27726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16" name="Google Shape;716;p82"/>
          <p:cNvSpPr txBox="1">
            <a:spLocks noGrp="1"/>
          </p:cNvSpPr>
          <p:nvPr>
            <p:ph type="subTitle" idx="8"/>
          </p:nvPr>
        </p:nvSpPr>
        <p:spPr>
          <a:xfrm>
            <a:off x="3185700" y="3414229"/>
            <a:ext cx="27726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i="1">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17" name="Google Shape;717;p82"/>
          <p:cNvSpPr txBox="1">
            <a:spLocks noGrp="1"/>
          </p:cNvSpPr>
          <p:nvPr>
            <p:ph type="body" idx="9"/>
          </p:nvPr>
        </p:nvSpPr>
        <p:spPr>
          <a:xfrm>
            <a:off x="6086700" y="3703925"/>
            <a:ext cx="2772600" cy="695400"/>
          </a:xfrm>
          <a:prstGeom prst="rect">
            <a:avLst/>
          </a:prstGeom>
          <a:noFill/>
          <a:ln>
            <a:noFill/>
          </a:ln>
        </p:spPr>
        <p:txBody>
          <a:bodyPr spcFirstLastPara="1" wrap="square" lIns="0" tIns="0" rIns="91425" bIns="0" anchor="t" anchorCtr="0">
            <a:noAutofit/>
          </a:bodyPr>
          <a:lstStyle>
            <a:lvl1pPr marL="457200" lvl="0" indent="-279400" algn="l">
              <a:lnSpc>
                <a:spcPct val="115000"/>
              </a:lnSpc>
              <a:spcBef>
                <a:spcPts val="0"/>
              </a:spcBef>
              <a:spcAft>
                <a:spcPts val="0"/>
              </a:spcAft>
              <a:buClr>
                <a:schemeClr val="lt1"/>
              </a:buClr>
              <a:buSzPts val="800"/>
              <a:buFont typeface="Instrument Sans"/>
              <a:buChar char="●"/>
              <a:defRPr sz="800"/>
            </a:lvl1pPr>
            <a:lvl2pPr marL="914400" lvl="1" indent="-279400" algn="l">
              <a:lnSpc>
                <a:spcPct val="115000"/>
              </a:lnSpc>
              <a:spcBef>
                <a:spcPts val="0"/>
              </a:spcBef>
              <a:spcAft>
                <a:spcPts val="0"/>
              </a:spcAft>
              <a:buClr>
                <a:schemeClr val="lt1"/>
              </a:buClr>
              <a:buSzPts val="800"/>
              <a:buFont typeface="Instrument Sans"/>
              <a:buChar char="○"/>
              <a:defRPr sz="800"/>
            </a:lvl2pPr>
            <a:lvl3pPr marL="1371600" lvl="2" indent="-279400" algn="l">
              <a:lnSpc>
                <a:spcPct val="115000"/>
              </a:lnSpc>
              <a:spcBef>
                <a:spcPts val="0"/>
              </a:spcBef>
              <a:spcAft>
                <a:spcPts val="0"/>
              </a:spcAft>
              <a:buClr>
                <a:schemeClr val="lt1"/>
              </a:buClr>
              <a:buSzPts val="800"/>
              <a:buFont typeface="Instrument Sans"/>
              <a:buChar char="■"/>
              <a:defRPr sz="800"/>
            </a:lvl3pPr>
            <a:lvl4pPr marL="1828800" lvl="3" indent="-279400" algn="l">
              <a:lnSpc>
                <a:spcPct val="115000"/>
              </a:lnSpc>
              <a:spcBef>
                <a:spcPts val="0"/>
              </a:spcBef>
              <a:spcAft>
                <a:spcPts val="0"/>
              </a:spcAft>
              <a:buClr>
                <a:schemeClr val="lt1"/>
              </a:buClr>
              <a:buSzPts val="800"/>
              <a:buFont typeface="Instrument Sans"/>
              <a:buChar char="●"/>
              <a:defRPr sz="800"/>
            </a:lvl4pPr>
            <a:lvl5pPr marL="2286000" lvl="4" indent="-279400" algn="l">
              <a:lnSpc>
                <a:spcPct val="115000"/>
              </a:lnSpc>
              <a:spcBef>
                <a:spcPts val="0"/>
              </a:spcBef>
              <a:spcAft>
                <a:spcPts val="0"/>
              </a:spcAft>
              <a:buClr>
                <a:schemeClr val="lt1"/>
              </a:buClr>
              <a:buSzPts val="800"/>
              <a:buFont typeface="Instrument Sans"/>
              <a:buChar char="○"/>
              <a:defRPr sz="800"/>
            </a:lvl5pPr>
            <a:lvl6pPr marL="2743200" lvl="5" indent="-279400" algn="l">
              <a:lnSpc>
                <a:spcPct val="115000"/>
              </a:lnSpc>
              <a:spcBef>
                <a:spcPts val="0"/>
              </a:spcBef>
              <a:spcAft>
                <a:spcPts val="0"/>
              </a:spcAft>
              <a:buClr>
                <a:schemeClr val="lt1"/>
              </a:buClr>
              <a:buSzPts val="800"/>
              <a:buFont typeface="Instrument Sans"/>
              <a:buChar char="■"/>
              <a:defRPr sz="800"/>
            </a:lvl6pPr>
            <a:lvl7pPr marL="3200400" lvl="6" indent="-279400" algn="l">
              <a:lnSpc>
                <a:spcPct val="115000"/>
              </a:lnSpc>
              <a:spcBef>
                <a:spcPts val="0"/>
              </a:spcBef>
              <a:spcAft>
                <a:spcPts val="0"/>
              </a:spcAft>
              <a:buClr>
                <a:schemeClr val="lt1"/>
              </a:buClr>
              <a:buSzPts val="800"/>
              <a:buFont typeface="Instrument Sans"/>
              <a:buChar char="●"/>
              <a:defRPr sz="800"/>
            </a:lvl7pPr>
            <a:lvl8pPr marL="3657600" lvl="7" indent="-279400" algn="l">
              <a:lnSpc>
                <a:spcPct val="115000"/>
              </a:lnSpc>
              <a:spcBef>
                <a:spcPts val="0"/>
              </a:spcBef>
              <a:spcAft>
                <a:spcPts val="0"/>
              </a:spcAft>
              <a:buClr>
                <a:schemeClr val="lt1"/>
              </a:buClr>
              <a:buSzPts val="800"/>
              <a:buFont typeface="Instrument Sans"/>
              <a:buChar char="○"/>
              <a:defRPr sz="800"/>
            </a:lvl8pPr>
            <a:lvl9pPr marL="4114800" lvl="8" indent="-279400" algn="l">
              <a:lnSpc>
                <a:spcPct val="115000"/>
              </a:lnSpc>
              <a:spcBef>
                <a:spcPts val="0"/>
              </a:spcBef>
              <a:spcAft>
                <a:spcPts val="0"/>
              </a:spcAft>
              <a:buClr>
                <a:schemeClr val="lt1"/>
              </a:buClr>
              <a:buSzPts val="800"/>
              <a:buFont typeface="Instrument Sans"/>
              <a:buChar char="■"/>
              <a:defRPr sz="800"/>
            </a:lvl9pPr>
          </a:lstStyle>
          <a:p>
            <a:endParaRPr/>
          </a:p>
        </p:txBody>
      </p:sp>
      <p:sp>
        <p:nvSpPr>
          <p:cNvPr id="718" name="Google Shape;718;p82"/>
          <p:cNvSpPr txBox="1">
            <a:spLocks noGrp="1"/>
          </p:cNvSpPr>
          <p:nvPr>
            <p:ph type="subTitle" idx="13"/>
          </p:nvPr>
        </p:nvSpPr>
        <p:spPr>
          <a:xfrm>
            <a:off x="6086700" y="3227500"/>
            <a:ext cx="27726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19" name="Google Shape;719;p82"/>
          <p:cNvSpPr txBox="1">
            <a:spLocks noGrp="1"/>
          </p:cNvSpPr>
          <p:nvPr>
            <p:ph type="subTitle" idx="14"/>
          </p:nvPr>
        </p:nvSpPr>
        <p:spPr>
          <a:xfrm>
            <a:off x="6086700" y="3414229"/>
            <a:ext cx="27726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i="1">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cxnSp>
        <p:nvCxnSpPr>
          <p:cNvPr id="720" name="Google Shape;720;p82"/>
          <p:cNvCxnSpPr/>
          <p:nvPr/>
        </p:nvCxnSpPr>
        <p:spPr>
          <a:xfrm>
            <a:off x="306250" y="2632300"/>
            <a:ext cx="8545500" cy="0"/>
          </a:xfrm>
          <a:prstGeom prst="straightConnector1">
            <a:avLst/>
          </a:prstGeom>
          <a:noFill/>
          <a:ln w="9525" cap="flat" cmpd="sng">
            <a:solidFill>
              <a:schemeClr val="accent5"/>
            </a:solidFill>
            <a:prstDash val="solid"/>
            <a:round/>
            <a:headEnd type="none" w="sm" len="sm"/>
            <a:tailEnd type="none" w="sm" len="sm"/>
          </a:ln>
        </p:spPr>
      </p:cxnSp>
      <p:sp>
        <p:nvSpPr>
          <p:cNvPr id="721" name="Google Shape;721;p82"/>
          <p:cNvSpPr txBox="1">
            <a:spLocks noGrp="1"/>
          </p:cNvSpPr>
          <p:nvPr>
            <p:ph type="title"/>
          </p:nvPr>
        </p:nvSpPr>
        <p:spPr>
          <a:xfrm>
            <a:off x="284700" y="474750"/>
            <a:ext cx="5673600" cy="4986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2pPr>
            <a:lvl3pPr lvl="2"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3pPr>
            <a:lvl4pPr lvl="3"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4pPr>
            <a:lvl5pPr lvl="4"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5pPr>
            <a:lvl6pPr lvl="5"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6pPr>
            <a:lvl7pPr lvl="6"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7pPr>
            <a:lvl8pPr lvl="7"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8pPr>
            <a:lvl9pPr lvl="8"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9pPr>
          </a:lstStyle>
          <a:p>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Chart 3">
  <p:cSld name="BLANK_1_1_1_1_2_2_3_1_1">
    <p:bg>
      <p:bgPr>
        <a:solidFill>
          <a:schemeClr val="lt2"/>
        </a:solidFill>
        <a:effectLst/>
      </p:bgPr>
    </p:bg>
    <p:spTree>
      <p:nvGrpSpPr>
        <p:cNvPr id="1" name="Shape 722"/>
        <p:cNvGrpSpPr/>
        <p:nvPr/>
      </p:nvGrpSpPr>
      <p:grpSpPr>
        <a:xfrm>
          <a:off x="0" y="0"/>
          <a:ext cx="0" cy="0"/>
          <a:chOff x="0" y="0"/>
          <a:chExt cx="0" cy="0"/>
        </a:xfrm>
      </p:grpSpPr>
      <p:sp>
        <p:nvSpPr>
          <p:cNvPr id="723" name="Google Shape;723;p83"/>
          <p:cNvSpPr txBox="1">
            <a:spLocks noGrp="1"/>
          </p:cNvSpPr>
          <p:nvPr>
            <p:ph type="subTitle" idx="1"/>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724" name="Google Shape;724;p83"/>
          <p:cNvSpPr txBox="1">
            <a:spLocks noGrp="1"/>
          </p:cNvSpPr>
          <p:nvPr>
            <p:ph type="subTitle" idx="2"/>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725" name="Google Shape;725;p83"/>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726" name="Google Shape;726;p83"/>
          <p:cNvSpPr txBox="1">
            <a:spLocks noGrp="1"/>
          </p:cNvSpPr>
          <p:nvPr>
            <p:ph type="title"/>
          </p:nvPr>
        </p:nvSpPr>
        <p:spPr>
          <a:xfrm>
            <a:off x="284700" y="474750"/>
            <a:ext cx="5673600" cy="4986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2pPr>
            <a:lvl3pPr lvl="2"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3pPr>
            <a:lvl4pPr lvl="3"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4pPr>
            <a:lvl5pPr lvl="4"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5pPr>
            <a:lvl6pPr lvl="5"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6pPr>
            <a:lvl7pPr lvl="6"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7pPr>
            <a:lvl8pPr lvl="7"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8pPr>
            <a:lvl9pPr lvl="8"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9pPr>
          </a:lstStyle>
          <a:p>
            <a:endParaRPr/>
          </a:p>
        </p:txBody>
      </p:sp>
      <p:sp>
        <p:nvSpPr>
          <p:cNvPr id="727" name="Google Shape;727;p83"/>
          <p:cNvSpPr txBox="1">
            <a:spLocks noGrp="1"/>
          </p:cNvSpPr>
          <p:nvPr>
            <p:ph type="subTitle" idx="3"/>
          </p:nvPr>
        </p:nvSpPr>
        <p:spPr>
          <a:xfrm>
            <a:off x="2623525" y="1305637"/>
            <a:ext cx="826500" cy="129600"/>
          </a:xfrm>
          <a:prstGeom prst="rect">
            <a:avLst/>
          </a:prstGeom>
          <a:noFill/>
          <a:ln>
            <a:noFill/>
          </a:ln>
        </p:spPr>
        <p:txBody>
          <a:bodyPr spcFirstLastPara="1" wrap="square" lIns="0" tIns="0" rIns="91425" bIns="0" anchor="t" anchorCtr="0">
            <a:noAutofit/>
          </a:bodyPr>
          <a:lstStyle>
            <a:lvl1pPr lvl="0" algn="l">
              <a:lnSpc>
                <a:spcPct val="115000"/>
              </a:lnSpc>
              <a:spcBef>
                <a:spcPts val="0"/>
              </a:spcBef>
              <a:spcAft>
                <a:spcPts val="0"/>
              </a:spcAft>
              <a:buSzPts val="1000"/>
              <a:buNone/>
              <a:defRPr sz="800">
                <a:solidFill>
                  <a:schemeClr val="accent5"/>
                </a:solidFill>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728" name="Google Shape;728;p83"/>
          <p:cNvSpPr txBox="1">
            <a:spLocks noGrp="1"/>
          </p:cNvSpPr>
          <p:nvPr>
            <p:ph type="subTitle" idx="4"/>
          </p:nvPr>
        </p:nvSpPr>
        <p:spPr>
          <a:xfrm>
            <a:off x="3519125" y="1305637"/>
            <a:ext cx="826500" cy="129600"/>
          </a:xfrm>
          <a:prstGeom prst="rect">
            <a:avLst/>
          </a:prstGeom>
          <a:noFill/>
          <a:ln>
            <a:noFill/>
          </a:ln>
        </p:spPr>
        <p:txBody>
          <a:bodyPr spcFirstLastPara="1" wrap="square" lIns="0" tIns="0" rIns="91425" bIns="0" anchor="t" anchorCtr="0">
            <a:noAutofit/>
          </a:bodyPr>
          <a:lstStyle>
            <a:lvl1pPr lvl="0" algn="l">
              <a:lnSpc>
                <a:spcPct val="115000"/>
              </a:lnSpc>
              <a:spcBef>
                <a:spcPts val="0"/>
              </a:spcBef>
              <a:spcAft>
                <a:spcPts val="0"/>
              </a:spcAft>
              <a:buSzPts val="1000"/>
              <a:buNone/>
              <a:defRPr sz="800">
                <a:solidFill>
                  <a:schemeClr val="accent5"/>
                </a:solidFill>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729" name="Google Shape;729;p83"/>
          <p:cNvSpPr txBox="1">
            <a:spLocks noGrp="1"/>
          </p:cNvSpPr>
          <p:nvPr>
            <p:ph type="subTitle" idx="5"/>
          </p:nvPr>
        </p:nvSpPr>
        <p:spPr>
          <a:xfrm>
            <a:off x="4414725" y="1305637"/>
            <a:ext cx="826500" cy="129600"/>
          </a:xfrm>
          <a:prstGeom prst="rect">
            <a:avLst/>
          </a:prstGeom>
          <a:noFill/>
          <a:ln>
            <a:noFill/>
          </a:ln>
        </p:spPr>
        <p:txBody>
          <a:bodyPr spcFirstLastPara="1" wrap="square" lIns="0" tIns="0" rIns="91425" bIns="0" anchor="t" anchorCtr="0">
            <a:noAutofit/>
          </a:bodyPr>
          <a:lstStyle>
            <a:lvl1pPr lvl="0" algn="l">
              <a:lnSpc>
                <a:spcPct val="115000"/>
              </a:lnSpc>
              <a:spcBef>
                <a:spcPts val="0"/>
              </a:spcBef>
              <a:spcAft>
                <a:spcPts val="0"/>
              </a:spcAft>
              <a:buSzPts val="1000"/>
              <a:buNone/>
              <a:defRPr sz="800">
                <a:solidFill>
                  <a:schemeClr val="accent5"/>
                </a:solidFill>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730" name="Google Shape;730;p83"/>
          <p:cNvSpPr txBox="1">
            <a:spLocks noGrp="1"/>
          </p:cNvSpPr>
          <p:nvPr>
            <p:ph type="subTitle" idx="6"/>
          </p:nvPr>
        </p:nvSpPr>
        <p:spPr>
          <a:xfrm>
            <a:off x="5310325" y="1305637"/>
            <a:ext cx="826500" cy="129600"/>
          </a:xfrm>
          <a:prstGeom prst="rect">
            <a:avLst/>
          </a:prstGeom>
          <a:noFill/>
          <a:ln>
            <a:noFill/>
          </a:ln>
        </p:spPr>
        <p:txBody>
          <a:bodyPr spcFirstLastPara="1" wrap="square" lIns="0" tIns="0" rIns="91425" bIns="0" anchor="t" anchorCtr="0">
            <a:noAutofit/>
          </a:bodyPr>
          <a:lstStyle>
            <a:lvl1pPr lvl="0" algn="l">
              <a:lnSpc>
                <a:spcPct val="115000"/>
              </a:lnSpc>
              <a:spcBef>
                <a:spcPts val="0"/>
              </a:spcBef>
              <a:spcAft>
                <a:spcPts val="0"/>
              </a:spcAft>
              <a:buSzPts val="1000"/>
              <a:buNone/>
              <a:defRPr sz="800">
                <a:solidFill>
                  <a:schemeClr val="accent5"/>
                </a:solidFill>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731" name="Google Shape;731;p83"/>
          <p:cNvSpPr txBox="1">
            <a:spLocks noGrp="1"/>
          </p:cNvSpPr>
          <p:nvPr>
            <p:ph type="subTitle" idx="7"/>
          </p:nvPr>
        </p:nvSpPr>
        <p:spPr>
          <a:xfrm>
            <a:off x="6205925" y="1305637"/>
            <a:ext cx="826500" cy="129600"/>
          </a:xfrm>
          <a:prstGeom prst="rect">
            <a:avLst/>
          </a:prstGeom>
          <a:noFill/>
          <a:ln>
            <a:noFill/>
          </a:ln>
        </p:spPr>
        <p:txBody>
          <a:bodyPr spcFirstLastPara="1" wrap="square" lIns="0" tIns="0" rIns="91425" bIns="0" anchor="t" anchorCtr="0">
            <a:noAutofit/>
          </a:bodyPr>
          <a:lstStyle>
            <a:lvl1pPr lvl="0" algn="l">
              <a:lnSpc>
                <a:spcPct val="115000"/>
              </a:lnSpc>
              <a:spcBef>
                <a:spcPts val="0"/>
              </a:spcBef>
              <a:spcAft>
                <a:spcPts val="0"/>
              </a:spcAft>
              <a:buSzPts val="1000"/>
              <a:buNone/>
              <a:defRPr sz="800">
                <a:solidFill>
                  <a:schemeClr val="accent5"/>
                </a:solidFill>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732" name="Google Shape;732;p83"/>
          <p:cNvSpPr txBox="1">
            <a:spLocks noGrp="1"/>
          </p:cNvSpPr>
          <p:nvPr>
            <p:ph type="subTitle" idx="8"/>
          </p:nvPr>
        </p:nvSpPr>
        <p:spPr>
          <a:xfrm>
            <a:off x="7101525" y="1305637"/>
            <a:ext cx="826500" cy="129600"/>
          </a:xfrm>
          <a:prstGeom prst="rect">
            <a:avLst/>
          </a:prstGeom>
          <a:noFill/>
          <a:ln>
            <a:noFill/>
          </a:ln>
        </p:spPr>
        <p:txBody>
          <a:bodyPr spcFirstLastPara="1" wrap="square" lIns="0" tIns="0" rIns="91425" bIns="0" anchor="t" anchorCtr="0">
            <a:noAutofit/>
          </a:bodyPr>
          <a:lstStyle>
            <a:lvl1pPr lvl="0" algn="l">
              <a:lnSpc>
                <a:spcPct val="115000"/>
              </a:lnSpc>
              <a:spcBef>
                <a:spcPts val="0"/>
              </a:spcBef>
              <a:spcAft>
                <a:spcPts val="0"/>
              </a:spcAft>
              <a:buSzPts val="1000"/>
              <a:buNone/>
              <a:defRPr sz="800">
                <a:solidFill>
                  <a:schemeClr val="accent5"/>
                </a:solidFill>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733" name="Google Shape;733;p83"/>
          <p:cNvSpPr txBox="1">
            <a:spLocks noGrp="1"/>
          </p:cNvSpPr>
          <p:nvPr>
            <p:ph type="subTitle" idx="9"/>
          </p:nvPr>
        </p:nvSpPr>
        <p:spPr>
          <a:xfrm>
            <a:off x="7997125" y="1305637"/>
            <a:ext cx="826500" cy="129600"/>
          </a:xfrm>
          <a:prstGeom prst="rect">
            <a:avLst/>
          </a:prstGeom>
          <a:noFill/>
          <a:ln>
            <a:noFill/>
          </a:ln>
        </p:spPr>
        <p:txBody>
          <a:bodyPr spcFirstLastPara="1" wrap="square" lIns="0" tIns="0" rIns="91425" bIns="0" anchor="t" anchorCtr="0">
            <a:noAutofit/>
          </a:bodyPr>
          <a:lstStyle>
            <a:lvl1pPr lvl="0" algn="l">
              <a:lnSpc>
                <a:spcPct val="115000"/>
              </a:lnSpc>
              <a:spcBef>
                <a:spcPts val="0"/>
              </a:spcBef>
              <a:spcAft>
                <a:spcPts val="0"/>
              </a:spcAft>
              <a:buSzPts val="1000"/>
              <a:buNone/>
              <a:defRPr sz="800">
                <a:solidFill>
                  <a:schemeClr val="accent5"/>
                </a:solidFill>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a:endParaRPr/>
          </a:p>
        </p:txBody>
      </p:sp>
      <p:sp>
        <p:nvSpPr>
          <p:cNvPr id="734" name="Google Shape;734;p83"/>
          <p:cNvSpPr txBox="1">
            <a:spLocks noGrp="1"/>
          </p:cNvSpPr>
          <p:nvPr>
            <p:ph type="subTitle" idx="13"/>
          </p:nvPr>
        </p:nvSpPr>
        <p:spPr>
          <a:xfrm>
            <a:off x="430525" y="1551325"/>
            <a:ext cx="21264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35" name="Google Shape;735;p83"/>
          <p:cNvSpPr txBox="1">
            <a:spLocks noGrp="1"/>
          </p:cNvSpPr>
          <p:nvPr>
            <p:ph type="subTitle" idx="14"/>
          </p:nvPr>
        </p:nvSpPr>
        <p:spPr>
          <a:xfrm>
            <a:off x="430525" y="1817255"/>
            <a:ext cx="21264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36" name="Google Shape;736;p83"/>
          <p:cNvSpPr txBox="1">
            <a:spLocks noGrp="1"/>
          </p:cNvSpPr>
          <p:nvPr>
            <p:ph type="subTitle" idx="15"/>
          </p:nvPr>
        </p:nvSpPr>
        <p:spPr>
          <a:xfrm>
            <a:off x="430525" y="2083184"/>
            <a:ext cx="21264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37" name="Google Shape;737;p83"/>
          <p:cNvSpPr txBox="1">
            <a:spLocks noGrp="1"/>
          </p:cNvSpPr>
          <p:nvPr>
            <p:ph type="subTitle" idx="16"/>
          </p:nvPr>
        </p:nvSpPr>
        <p:spPr>
          <a:xfrm>
            <a:off x="430525" y="2349114"/>
            <a:ext cx="21264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38" name="Google Shape;738;p83"/>
          <p:cNvSpPr txBox="1">
            <a:spLocks noGrp="1"/>
          </p:cNvSpPr>
          <p:nvPr>
            <p:ph type="subTitle" idx="17"/>
          </p:nvPr>
        </p:nvSpPr>
        <p:spPr>
          <a:xfrm>
            <a:off x="430525" y="2615043"/>
            <a:ext cx="21264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39" name="Google Shape;739;p83"/>
          <p:cNvSpPr txBox="1">
            <a:spLocks noGrp="1"/>
          </p:cNvSpPr>
          <p:nvPr>
            <p:ph type="subTitle" idx="18"/>
          </p:nvPr>
        </p:nvSpPr>
        <p:spPr>
          <a:xfrm>
            <a:off x="430525" y="2880973"/>
            <a:ext cx="21264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40" name="Google Shape;740;p83"/>
          <p:cNvSpPr txBox="1">
            <a:spLocks noGrp="1"/>
          </p:cNvSpPr>
          <p:nvPr>
            <p:ph type="subTitle" idx="19"/>
          </p:nvPr>
        </p:nvSpPr>
        <p:spPr>
          <a:xfrm>
            <a:off x="430525" y="3146902"/>
            <a:ext cx="21264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41" name="Google Shape;741;p83"/>
          <p:cNvSpPr txBox="1">
            <a:spLocks noGrp="1"/>
          </p:cNvSpPr>
          <p:nvPr>
            <p:ph type="subTitle" idx="20"/>
          </p:nvPr>
        </p:nvSpPr>
        <p:spPr>
          <a:xfrm>
            <a:off x="430525" y="3412832"/>
            <a:ext cx="21264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42" name="Google Shape;742;p83"/>
          <p:cNvSpPr txBox="1">
            <a:spLocks noGrp="1"/>
          </p:cNvSpPr>
          <p:nvPr>
            <p:ph type="subTitle" idx="21"/>
          </p:nvPr>
        </p:nvSpPr>
        <p:spPr>
          <a:xfrm>
            <a:off x="430525" y="3678761"/>
            <a:ext cx="21264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43" name="Google Shape;743;p83"/>
          <p:cNvSpPr txBox="1">
            <a:spLocks noGrp="1"/>
          </p:cNvSpPr>
          <p:nvPr>
            <p:ph type="subTitle" idx="22"/>
          </p:nvPr>
        </p:nvSpPr>
        <p:spPr>
          <a:xfrm>
            <a:off x="430525" y="3944691"/>
            <a:ext cx="21264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44" name="Google Shape;744;p83"/>
          <p:cNvSpPr txBox="1">
            <a:spLocks noGrp="1"/>
          </p:cNvSpPr>
          <p:nvPr>
            <p:ph type="subTitle" idx="23"/>
          </p:nvPr>
        </p:nvSpPr>
        <p:spPr>
          <a:xfrm>
            <a:off x="430525" y="4210620"/>
            <a:ext cx="21264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45" name="Google Shape;745;p83"/>
          <p:cNvSpPr txBox="1">
            <a:spLocks noGrp="1"/>
          </p:cNvSpPr>
          <p:nvPr>
            <p:ph type="subTitle" idx="24"/>
          </p:nvPr>
        </p:nvSpPr>
        <p:spPr>
          <a:xfrm>
            <a:off x="430525" y="4476550"/>
            <a:ext cx="2126400" cy="1920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hree storyboards 1">
  <p:cSld name="BLANK_1_1_1_1_2_2_2">
    <p:bg>
      <p:bgPr>
        <a:blipFill>
          <a:blip r:embed="rId2">
            <a:alphaModFix/>
          </a:blip>
          <a:stretch>
            <a:fillRect/>
          </a:stretch>
        </a:blipFill>
        <a:effectLst/>
      </p:bgPr>
    </p:bg>
    <p:spTree>
      <p:nvGrpSpPr>
        <p:cNvPr id="1" name="Shape 746"/>
        <p:cNvGrpSpPr/>
        <p:nvPr/>
      </p:nvGrpSpPr>
      <p:grpSpPr>
        <a:xfrm>
          <a:off x="0" y="0"/>
          <a:ext cx="0" cy="0"/>
          <a:chOff x="0" y="0"/>
          <a:chExt cx="0" cy="0"/>
        </a:xfrm>
      </p:grpSpPr>
      <p:sp>
        <p:nvSpPr>
          <p:cNvPr id="747" name="Google Shape;747;p84"/>
          <p:cNvSpPr>
            <a:spLocks noGrp="1"/>
          </p:cNvSpPr>
          <p:nvPr>
            <p:ph type="pic" idx="2"/>
          </p:nvPr>
        </p:nvSpPr>
        <p:spPr>
          <a:xfrm>
            <a:off x="284700" y="1440150"/>
            <a:ext cx="605100" cy="1413900"/>
          </a:xfrm>
          <a:prstGeom prst="roundRect">
            <a:avLst>
              <a:gd name="adj" fmla="val 50000"/>
            </a:avLst>
          </a:prstGeom>
          <a:noFill/>
          <a:ln>
            <a:noFill/>
          </a:ln>
        </p:spPr>
      </p:sp>
      <p:sp>
        <p:nvSpPr>
          <p:cNvPr id="748" name="Google Shape;748;p84"/>
          <p:cNvSpPr>
            <a:spLocks noGrp="1"/>
          </p:cNvSpPr>
          <p:nvPr>
            <p:ph type="pic" idx="3"/>
          </p:nvPr>
        </p:nvSpPr>
        <p:spPr>
          <a:xfrm>
            <a:off x="1002300" y="1440150"/>
            <a:ext cx="2055000" cy="1413900"/>
          </a:xfrm>
          <a:prstGeom prst="roundRect">
            <a:avLst>
              <a:gd name="adj" fmla="val 16960"/>
            </a:avLst>
          </a:prstGeom>
          <a:noFill/>
          <a:ln>
            <a:noFill/>
          </a:ln>
        </p:spPr>
      </p:sp>
      <p:sp>
        <p:nvSpPr>
          <p:cNvPr id="749" name="Google Shape;749;p84"/>
          <p:cNvSpPr>
            <a:spLocks noGrp="1"/>
          </p:cNvSpPr>
          <p:nvPr>
            <p:ph type="pic" idx="4"/>
          </p:nvPr>
        </p:nvSpPr>
        <p:spPr>
          <a:xfrm>
            <a:off x="3185700" y="1440150"/>
            <a:ext cx="605100" cy="1413900"/>
          </a:xfrm>
          <a:prstGeom prst="roundRect">
            <a:avLst>
              <a:gd name="adj" fmla="val 50000"/>
            </a:avLst>
          </a:prstGeom>
          <a:noFill/>
          <a:ln>
            <a:noFill/>
          </a:ln>
        </p:spPr>
      </p:sp>
      <p:sp>
        <p:nvSpPr>
          <p:cNvPr id="750" name="Google Shape;750;p84"/>
          <p:cNvSpPr>
            <a:spLocks noGrp="1"/>
          </p:cNvSpPr>
          <p:nvPr>
            <p:ph type="pic" idx="5"/>
          </p:nvPr>
        </p:nvSpPr>
        <p:spPr>
          <a:xfrm>
            <a:off x="3903300" y="1440150"/>
            <a:ext cx="2055000" cy="1413900"/>
          </a:xfrm>
          <a:prstGeom prst="roundRect">
            <a:avLst>
              <a:gd name="adj" fmla="val 16960"/>
            </a:avLst>
          </a:prstGeom>
          <a:noFill/>
          <a:ln>
            <a:noFill/>
          </a:ln>
        </p:spPr>
      </p:sp>
      <p:sp>
        <p:nvSpPr>
          <p:cNvPr id="751" name="Google Shape;751;p84"/>
          <p:cNvSpPr>
            <a:spLocks noGrp="1"/>
          </p:cNvSpPr>
          <p:nvPr>
            <p:ph type="pic" idx="6"/>
          </p:nvPr>
        </p:nvSpPr>
        <p:spPr>
          <a:xfrm>
            <a:off x="6086700" y="1440150"/>
            <a:ext cx="605100" cy="1413900"/>
          </a:xfrm>
          <a:prstGeom prst="roundRect">
            <a:avLst>
              <a:gd name="adj" fmla="val 50000"/>
            </a:avLst>
          </a:prstGeom>
          <a:noFill/>
          <a:ln>
            <a:noFill/>
          </a:ln>
        </p:spPr>
      </p:sp>
      <p:sp>
        <p:nvSpPr>
          <p:cNvPr id="752" name="Google Shape;752;p84"/>
          <p:cNvSpPr>
            <a:spLocks noGrp="1"/>
          </p:cNvSpPr>
          <p:nvPr>
            <p:ph type="pic" idx="7"/>
          </p:nvPr>
        </p:nvSpPr>
        <p:spPr>
          <a:xfrm>
            <a:off x="6804300" y="1440150"/>
            <a:ext cx="2055000" cy="1413900"/>
          </a:xfrm>
          <a:prstGeom prst="roundRect">
            <a:avLst>
              <a:gd name="adj" fmla="val 16960"/>
            </a:avLst>
          </a:prstGeom>
          <a:noFill/>
          <a:ln>
            <a:noFill/>
          </a:ln>
        </p:spPr>
      </p:sp>
      <p:sp>
        <p:nvSpPr>
          <p:cNvPr id="753" name="Google Shape;753;p84"/>
          <p:cNvSpPr txBox="1">
            <a:spLocks noGrp="1"/>
          </p:cNvSpPr>
          <p:nvPr>
            <p:ph type="title"/>
          </p:nvPr>
        </p:nvSpPr>
        <p:spPr>
          <a:xfrm>
            <a:off x="284700" y="474750"/>
            <a:ext cx="5673600" cy="4986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2pPr>
            <a:lvl3pPr lvl="2"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3pPr>
            <a:lvl4pPr lvl="3"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4pPr>
            <a:lvl5pPr lvl="4"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5pPr>
            <a:lvl6pPr lvl="5"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6pPr>
            <a:lvl7pPr lvl="6"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7pPr>
            <a:lvl8pPr lvl="7"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8pPr>
            <a:lvl9pPr lvl="8"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9pPr>
          </a:lstStyle>
          <a:p>
            <a:endParaRPr/>
          </a:p>
        </p:txBody>
      </p:sp>
      <p:sp>
        <p:nvSpPr>
          <p:cNvPr id="754" name="Google Shape;754;p84"/>
          <p:cNvSpPr txBox="1">
            <a:spLocks noGrp="1"/>
          </p:cNvSpPr>
          <p:nvPr>
            <p:ph type="body" idx="1"/>
          </p:nvPr>
        </p:nvSpPr>
        <p:spPr>
          <a:xfrm>
            <a:off x="284700" y="3817800"/>
            <a:ext cx="2772600" cy="1042200"/>
          </a:xfrm>
          <a:prstGeom prst="rect">
            <a:avLst/>
          </a:prstGeom>
          <a:noFill/>
          <a:ln>
            <a:noFill/>
          </a:ln>
        </p:spPr>
        <p:txBody>
          <a:bodyPr spcFirstLastPara="1" wrap="square" lIns="0" tIns="0" rIns="91425" bIns="0" anchor="t" anchorCtr="0">
            <a:noAutofit/>
          </a:bodyPr>
          <a:lstStyle>
            <a:lvl1pPr marL="457200" lvl="0" indent="-292100" algn="l">
              <a:lnSpc>
                <a:spcPct val="115000"/>
              </a:lnSpc>
              <a:spcBef>
                <a:spcPts val="0"/>
              </a:spcBef>
              <a:spcAft>
                <a:spcPts val="0"/>
              </a:spcAft>
              <a:buSzPts val="1000"/>
              <a:buChar char="●"/>
              <a:defRPr/>
            </a:lvl1pPr>
            <a:lvl2pPr marL="914400" lvl="1" indent="-292100" algn="l">
              <a:lnSpc>
                <a:spcPct val="115000"/>
              </a:lnSpc>
              <a:spcBef>
                <a:spcPts val="0"/>
              </a:spcBef>
              <a:spcAft>
                <a:spcPts val="0"/>
              </a:spcAft>
              <a:buSzPts val="1000"/>
              <a:buChar char="○"/>
              <a:defRPr/>
            </a:lvl2pPr>
            <a:lvl3pPr marL="1371600" lvl="2" indent="-292100" algn="l">
              <a:lnSpc>
                <a:spcPct val="115000"/>
              </a:lnSpc>
              <a:spcBef>
                <a:spcPts val="0"/>
              </a:spcBef>
              <a:spcAft>
                <a:spcPts val="0"/>
              </a:spcAft>
              <a:buSzPts val="1000"/>
              <a:buChar char="■"/>
              <a:defRPr/>
            </a:lvl3pPr>
            <a:lvl4pPr marL="1828800" lvl="3" indent="-292100" algn="l">
              <a:lnSpc>
                <a:spcPct val="115000"/>
              </a:lnSpc>
              <a:spcBef>
                <a:spcPts val="0"/>
              </a:spcBef>
              <a:spcAft>
                <a:spcPts val="0"/>
              </a:spcAft>
              <a:buSzPts val="1000"/>
              <a:buChar char="●"/>
              <a:defRPr/>
            </a:lvl4pPr>
            <a:lvl5pPr marL="2286000" lvl="4" indent="-292100" algn="l">
              <a:lnSpc>
                <a:spcPct val="115000"/>
              </a:lnSpc>
              <a:spcBef>
                <a:spcPts val="0"/>
              </a:spcBef>
              <a:spcAft>
                <a:spcPts val="0"/>
              </a:spcAft>
              <a:buSzPts val="1000"/>
              <a:buChar char="○"/>
              <a:defRPr/>
            </a:lvl5pPr>
            <a:lvl6pPr marL="2743200" lvl="5" indent="-292100" algn="l">
              <a:lnSpc>
                <a:spcPct val="115000"/>
              </a:lnSpc>
              <a:spcBef>
                <a:spcPts val="0"/>
              </a:spcBef>
              <a:spcAft>
                <a:spcPts val="0"/>
              </a:spcAft>
              <a:buSzPts val="1000"/>
              <a:buChar char="■"/>
              <a:defRPr/>
            </a:lvl6pPr>
            <a:lvl7pPr marL="3200400" lvl="6" indent="-292100" algn="l">
              <a:lnSpc>
                <a:spcPct val="115000"/>
              </a:lnSpc>
              <a:spcBef>
                <a:spcPts val="0"/>
              </a:spcBef>
              <a:spcAft>
                <a:spcPts val="0"/>
              </a:spcAft>
              <a:buSzPts val="1000"/>
              <a:buChar char="●"/>
              <a:defRPr/>
            </a:lvl7pPr>
            <a:lvl8pPr marL="3657600" lvl="7" indent="-292100" algn="l">
              <a:lnSpc>
                <a:spcPct val="115000"/>
              </a:lnSpc>
              <a:spcBef>
                <a:spcPts val="0"/>
              </a:spcBef>
              <a:spcAft>
                <a:spcPts val="0"/>
              </a:spcAft>
              <a:buSzPts val="1000"/>
              <a:buChar char="○"/>
              <a:defRPr/>
            </a:lvl8pPr>
            <a:lvl9pPr marL="4114800" lvl="8" indent="-292100" algn="l">
              <a:lnSpc>
                <a:spcPct val="115000"/>
              </a:lnSpc>
              <a:spcBef>
                <a:spcPts val="0"/>
              </a:spcBef>
              <a:spcAft>
                <a:spcPts val="0"/>
              </a:spcAft>
              <a:buSzPts val="1000"/>
              <a:buChar char="■"/>
              <a:defRPr/>
            </a:lvl9pPr>
          </a:lstStyle>
          <a:p>
            <a:endParaRPr/>
          </a:p>
        </p:txBody>
      </p:sp>
      <p:sp>
        <p:nvSpPr>
          <p:cNvPr id="755" name="Google Shape;755;p84"/>
          <p:cNvSpPr txBox="1">
            <a:spLocks noGrp="1"/>
          </p:cNvSpPr>
          <p:nvPr>
            <p:ph type="subTitle" idx="8"/>
          </p:nvPr>
        </p:nvSpPr>
        <p:spPr>
          <a:xfrm>
            <a:off x="284700" y="3421198"/>
            <a:ext cx="2772600" cy="196800"/>
          </a:xfrm>
          <a:prstGeom prst="rect">
            <a:avLst/>
          </a:prstGeom>
          <a:noFill/>
          <a:ln>
            <a:noFill/>
          </a:ln>
        </p:spPr>
        <p:txBody>
          <a:bodyPr spcFirstLastPara="1" wrap="square" lIns="0" tIns="0" rIns="91425" bIns="0" anchor="t" anchorCtr="0">
            <a:noAutofit/>
          </a:bodyPr>
          <a:lstStyle>
            <a:lvl1pPr lvl="0" algn="l">
              <a:lnSpc>
                <a:spcPct val="115000"/>
              </a:lnSpc>
              <a:spcBef>
                <a:spcPts val="0"/>
              </a:spcBef>
              <a:spcAft>
                <a:spcPts val="0"/>
              </a:spcAft>
              <a:buSzPts val="1000"/>
              <a:buNone/>
              <a:defRPr>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56" name="Google Shape;756;p84"/>
          <p:cNvSpPr txBox="1">
            <a:spLocks noGrp="1"/>
          </p:cNvSpPr>
          <p:nvPr>
            <p:ph type="subTitle" idx="9"/>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757" name="Google Shape;757;p84"/>
          <p:cNvSpPr txBox="1">
            <a:spLocks noGrp="1"/>
          </p:cNvSpPr>
          <p:nvPr>
            <p:ph type="subTitle" idx="13"/>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758" name="Google Shape;758;p84"/>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759" name="Google Shape;759;p84"/>
          <p:cNvSpPr txBox="1">
            <a:spLocks noGrp="1"/>
          </p:cNvSpPr>
          <p:nvPr>
            <p:ph type="body" idx="14"/>
          </p:nvPr>
        </p:nvSpPr>
        <p:spPr>
          <a:xfrm>
            <a:off x="3185700" y="3817800"/>
            <a:ext cx="2772600" cy="1042200"/>
          </a:xfrm>
          <a:prstGeom prst="rect">
            <a:avLst/>
          </a:prstGeom>
          <a:noFill/>
          <a:ln>
            <a:noFill/>
          </a:ln>
        </p:spPr>
        <p:txBody>
          <a:bodyPr spcFirstLastPara="1" wrap="square" lIns="0" tIns="0" rIns="91425" bIns="0" anchor="t" anchorCtr="0">
            <a:noAutofit/>
          </a:bodyPr>
          <a:lstStyle>
            <a:lvl1pPr marL="457200" lvl="0" indent="-292100" algn="l">
              <a:lnSpc>
                <a:spcPct val="115000"/>
              </a:lnSpc>
              <a:spcBef>
                <a:spcPts val="0"/>
              </a:spcBef>
              <a:spcAft>
                <a:spcPts val="0"/>
              </a:spcAft>
              <a:buClr>
                <a:schemeClr val="lt1"/>
              </a:buClr>
              <a:buSzPts val="1000"/>
              <a:buFont typeface="Instrument Sans"/>
              <a:buChar char="●"/>
              <a:defRPr/>
            </a:lvl1pPr>
            <a:lvl2pPr marL="914400" lvl="1" indent="-292100" algn="l">
              <a:lnSpc>
                <a:spcPct val="115000"/>
              </a:lnSpc>
              <a:spcBef>
                <a:spcPts val="0"/>
              </a:spcBef>
              <a:spcAft>
                <a:spcPts val="0"/>
              </a:spcAft>
              <a:buClr>
                <a:schemeClr val="lt1"/>
              </a:buClr>
              <a:buSzPts val="1000"/>
              <a:buFont typeface="Instrument Sans"/>
              <a:buChar char="○"/>
              <a:defRPr/>
            </a:lvl2pPr>
            <a:lvl3pPr marL="1371600" lvl="2" indent="-292100" algn="l">
              <a:lnSpc>
                <a:spcPct val="115000"/>
              </a:lnSpc>
              <a:spcBef>
                <a:spcPts val="0"/>
              </a:spcBef>
              <a:spcAft>
                <a:spcPts val="0"/>
              </a:spcAft>
              <a:buClr>
                <a:schemeClr val="lt1"/>
              </a:buClr>
              <a:buSzPts val="1000"/>
              <a:buFont typeface="Instrument Sans"/>
              <a:buChar char="■"/>
              <a:defRPr/>
            </a:lvl3pPr>
            <a:lvl4pPr marL="1828800" lvl="3" indent="-292100" algn="l">
              <a:lnSpc>
                <a:spcPct val="115000"/>
              </a:lnSpc>
              <a:spcBef>
                <a:spcPts val="0"/>
              </a:spcBef>
              <a:spcAft>
                <a:spcPts val="0"/>
              </a:spcAft>
              <a:buClr>
                <a:schemeClr val="lt1"/>
              </a:buClr>
              <a:buSzPts val="1000"/>
              <a:buFont typeface="Instrument Sans"/>
              <a:buChar char="●"/>
              <a:defRPr/>
            </a:lvl4pPr>
            <a:lvl5pPr marL="2286000" lvl="4" indent="-292100" algn="l">
              <a:lnSpc>
                <a:spcPct val="115000"/>
              </a:lnSpc>
              <a:spcBef>
                <a:spcPts val="0"/>
              </a:spcBef>
              <a:spcAft>
                <a:spcPts val="0"/>
              </a:spcAft>
              <a:buClr>
                <a:schemeClr val="lt1"/>
              </a:buClr>
              <a:buSzPts val="1000"/>
              <a:buFont typeface="Instrument Sans"/>
              <a:buChar char="○"/>
              <a:defRPr/>
            </a:lvl5pPr>
            <a:lvl6pPr marL="2743200" lvl="5" indent="-292100" algn="l">
              <a:lnSpc>
                <a:spcPct val="115000"/>
              </a:lnSpc>
              <a:spcBef>
                <a:spcPts val="0"/>
              </a:spcBef>
              <a:spcAft>
                <a:spcPts val="0"/>
              </a:spcAft>
              <a:buClr>
                <a:schemeClr val="lt1"/>
              </a:buClr>
              <a:buSzPts val="1000"/>
              <a:buFont typeface="Instrument Sans"/>
              <a:buChar char="■"/>
              <a:defRPr/>
            </a:lvl6pPr>
            <a:lvl7pPr marL="3200400" lvl="6" indent="-292100" algn="l">
              <a:lnSpc>
                <a:spcPct val="115000"/>
              </a:lnSpc>
              <a:spcBef>
                <a:spcPts val="0"/>
              </a:spcBef>
              <a:spcAft>
                <a:spcPts val="0"/>
              </a:spcAft>
              <a:buClr>
                <a:schemeClr val="lt1"/>
              </a:buClr>
              <a:buSzPts val="1000"/>
              <a:buFont typeface="Instrument Sans"/>
              <a:buChar char="●"/>
              <a:defRPr/>
            </a:lvl7pPr>
            <a:lvl8pPr marL="3657600" lvl="7" indent="-292100" algn="l">
              <a:lnSpc>
                <a:spcPct val="115000"/>
              </a:lnSpc>
              <a:spcBef>
                <a:spcPts val="0"/>
              </a:spcBef>
              <a:spcAft>
                <a:spcPts val="0"/>
              </a:spcAft>
              <a:buClr>
                <a:schemeClr val="lt1"/>
              </a:buClr>
              <a:buSzPts val="1000"/>
              <a:buFont typeface="Instrument Sans"/>
              <a:buChar char="○"/>
              <a:defRPr/>
            </a:lvl8pPr>
            <a:lvl9pPr marL="4114800" lvl="8" indent="-292100" algn="l">
              <a:lnSpc>
                <a:spcPct val="115000"/>
              </a:lnSpc>
              <a:spcBef>
                <a:spcPts val="0"/>
              </a:spcBef>
              <a:spcAft>
                <a:spcPts val="0"/>
              </a:spcAft>
              <a:buClr>
                <a:schemeClr val="lt1"/>
              </a:buClr>
              <a:buSzPts val="1000"/>
              <a:buFont typeface="Instrument Sans"/>
              <a:buChar char="■"/>
              <a:defRPr/>
            </a:lvl9pPr>
          </a:lstStyle>
          <a:p>
            <a:endParaRPr/>
          </a:p>
        </p:txBody>
      </p:sp>
      <p:sp>
        <p:nvSpPr>
          <p:cNvPr id="760" name="Google Shape;760;p84"/>
          <p:cNvSpPr txBox="1">
            <a:spLocks noGrp="1"/>
          </p:cNvSpPr>
          <p:nvPr>
            <p:ph type="subTitle" idx="15"/>
          </p:nvPr>
        </p:nvSpPr>
        <p:spPr>
          <a:xfrm>
            <a:off x="3185700" y="3421198"/>
            <a:ext cx="2772600" cy="196800"/>
          </a:xfrm>
          <a:prstGeom prst="rect">
            <a:avLst/>
          </a:prstGeom>
          <a:noFill/>
          <a:ln>
            <a:noFill/>
          </a:ln>
        </p:spPr>
        <p:txBody>
          <a:bodyPr spcFirstLastPara="1" wrap="square" lIns="0" tIns="0" rIns="91425" bIns="0" anchor="t" anchorCtr="0">
            <a:noAutofit/>
          </a:bodyPr>
          <a:lstStyle>
            <a:lvl1pPr lvl="0" algn="l">
              <a:lnSpc>
                <a:spcPct val="115000"/>
              </a:lnSpc>
              <a:spcBef>
                <a:spcPts val="0"/>
              </a:spcBef>
              <a:spcAft>
                <a:spcPts val="0"/>
              </a:spcAft>
              <a:buSzPts val="1000"/>
              <a:buNone/>
              <a:defRPr>
                <a:latin typeface="Instrument Sans Medium"/>
                <a:ea typeface="Instrument Sans Medium"/>
                <a:cs typeface="Instrument Sans Medium"/>
                <a:sym typeface="Instrument Sans Medium"/>
              </a:defRPr>
            </a:lvl1pPr>
            <a:lvl2pPr lvl="1"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a:endParaRPr/>
          </a:p>
        </p:txBody>
      </p:sp>
      <p:sp>
        <p:nvSpPr>
          <p:cNvPr id="761" name="Google Shape;761;p84"/>
          <p:cNvSpPr txBox="1">
            <a:spLocks noGrp="1"/>
          </p:cNvSpPr>
          <p:nvPr>
            <p:ph type="body" idx="16"/>
          </p:nvPr>
        </p:nvSpPr>
        <p:spPr>
          <a:xfrm>
            <a:off x="6086700" y="3817800"/>
            <a:ext cx="2772600" cy="1042200"/>
          </a:xfrm>
          <a:prstGeom prst="rect">
            <a:avLst/>
          </a:prstGeom>
          <a:noFill/>
          <a:ln>
            <a:noFill/>
          </a:ln>
        </p:spPr>
        <p:txBody>
          <a:bodyPr spcFirstLastPara="1" wrap="square" lIns="0" tIns="0" rIns="91425" bIns="0" anchor="t" anchorCtr="0">
            <a:noAutofit/>
          </a:bodyPr>
          <a:lstStyle>
            <a:lvl1pPr marL="457200" lvl="0" indent="-292100" algn="l">
              <a:lnSpc>
                <a:spcPct val="115000"/>
              </a:lnSpc>
              <a:spcBef>
                <a:spcPts val="0"/>
              </a:spcBef>
              <a:spcAft>
                <a:spcPts val="0"/>
              </a:spcAft>
              <a:buClr>
                <a:schemeClr val="lt1"/>
              </a:buClr>
              <a:buSzPts val="1000"/>
              <a:buFont typeface="Instrument Sans"/>
              <a:buChar char="●"/>
              <a:defRPr/>
            </a:lvl1pPr>
            <a:lvl2pPr marL="914400" lvl="1" indent="-292100" algn="l">
              <a:lnSpc>
                <a:spcPct val="115000"/>
              </a:lnSpc>
              <a:spcBef>
                <a:spcPts val="0"/>
              </a:spcBef>
              <a:spcAft>
                <a:spcPts val="0"/>
              </a:spcAft>
              <a:buClr>
                <a:schemeClr val="lt1"/>
              </a:buClr>
              <a:buSzPts val="1000"/>
              <a:buFont typeface="Instrument Sans"/>
              <a:buChar char="○"/>
              <a:defRPr/>
            </a:lvl2pPr>
            <a:lvl3pPr marL="1371600" lvl="2" indent="-292100" algn="l">
              <a:lnSpc>
                <a:spcPct val="115000"/>
              </a:lnSpc>
              <a:spcBef>
                <a:spcPts val="0"/>
              </a:spcBef>
              <a:spcAft>
                <a:spcPts val="0"/>
              </a:spcAft>
              <a:buClr>
                <a:schemeClr val="lt1"/>
              </a:buClr>
              <a:buSzPts val="1000"/>
              <a:buFont typeface="Instrument Sans"/>
              <a:buChar char="■"/>
              <a:defRPr/>
            </a:lvl3pPr>
            <a:lvl4pPr marL="1828800" lvl="3" indent="-292100" algn="l">
              <a:lnSpc>
                <a:spcPct val="115000"/>
              </a:lnSpc>
              <a:spcBef>
                <a:spcPts val="0"/>
              </a:spcBef>
              <a:spcAft>
                <a:spcPts val="0"/>
              </a:spcAft>
              <a:buClr>
                <a:schemeClr val="lt1"/>
              </a:buClr>
              <a:buSzPts val="1000"/>
              <a:buFont typeface="Instrument Sans"/>
              <a:buChar char="●"/>
              <a:defRPr/>
            </a:lvl4pPr>
            <a:lvl5pPr marL="2286000" lvl="4" indent="-292100" algn="l">
              <a:lnSpc>
                <a:spcPct val="115000"/>
              </a:lnSpc>
              <a:spcBef>
                <a:spcPts val="0"/>
              </a:spcBef>
              <a:spcAft>
                <a:spcPts val="0"/>
              </a:spcAft>
              <a:buClr>
                <a:schemeClr val="lt1"/>
              </a:buClr>
              <a:buSzPts val="1000"/>
              <a:buFont typeface="Instrument Sans"/>
              <a:buChar char="○"/>
              <a:defRPr/>
            </a:lvl5pPr>
            <a:lvl6pPr marL="2743200" lvl="5" indent="-292100" algn="l">
              <a:lnSpc>
                <a:spcPct val="115000"/>
              </a:lnSpc>
              <a:spcBef>
                <a:spcPts val="0"/>
              </a:spcBef>
              <a:spcAft>
                <a:spcPts val="0"/>
              </a:spcAft>
              <a:buClr>
                <a:schemeClr val="lt1"/>
              </a:buClr>
              <a:buSzPts val="1000"/>
              <a:buFont typeface="Instrument Sans"/>
              <a:buChar char="■"/>
              <a:defRPr/>
            </a:lvl6pPr>
            <a:lvl7pPr marL="3200400" lvl="6" indent="-292100" algn="l">
              <a:lnSpc>
                <a:spcPct val="115000"/>
              </a:lnSpc>
              <a:spcBef>
                <a:spcPts val="0"/>
              </a:spcBef>
              <a:spcAft>
                <a:spcPts val="0"/>
              </a:spcAft>
              <a:buClr>
                <a:schemeClr val="lt1"/>
              </a:buClr>
              <a:buSzPts val="1000"/>
              <a:buFont typeface="Instrument Sans"/>
              <a:buChar char="●"/>
              <a:defRPr/>
            </a:lvl7pPr>
            <a:lvl8pPr marL="3657600" lvl="7" indent="-292100" algn="l">
              <a:lnSpc>
                <a:spcPct val="115000"/>
              </a:lnSpc>
              <a:spcBef>
                <a:spcPts val="0"/>
              </a:spcBef>
              <a:spcAft>
                <a:spcPts val="0"/>
              </a:spcAft>
              <a:buClr>
                <a:schemeClr val="lt1"/>
              </a:buClr>
              <a:buSzPts val="1000"/>
              <a:buFont typeface="Instrument Sans"/>
              <a:buChar char="○"/>
              <a:defRPr/>
            </a:lvl8pPr>
            <a:lvl9pPr marL="4114800" lvl="8" indent="-292100" algn="l">
              <a:lnSpc>
                <a:spcPct val="115000"/>
              </a:lnSpc>
              <a:spcBef>
                <a:spcPts val="0"/>
              </a:spcBef>
              <a:spcAft>
                <a:spcPts val="0"/>
              </a:spcAft>
              <a:buClr>
                <a:schemeClr val="lt1"/>
              </a:buClr>
              <a:buSzPts val="1000"/>
              <a:buFont typeface="Instrument Sans"/>
              <a:buChar char="■"/>
              <a:defRPr/>
            </a:lvl9pPr>
          </a:lstStyle>
          <a:p>
            <a:endParaRPr/>
          </a:p>
        </p:txBody>
      </p:sp>
      <p:sp>
        <p:nvSpPr>
          <p:cNvPr id="762" name="Google Shape;762;p84"/>
          <p:cNvSpPr txBox="1">
            <a:spLocks noGrp="1"/>
          </p:cNvSpPr>
          <p:nvPr>
            <p:ph type="subTitle" idx="17"/>
          </p:nvPr>
        </p:nvSpPr>
        <p:spPr>
          <a:xfrm>
            <a:off x="6086700" y="3421198"/>
            <a:ext cx="2772600" cy="196800"/>
          </a:xfrm>
          <a:prstGeom prst="rect">
            <a:avLst/>
          </a:prstGeom>
          <a:noFill/>
          <a:ln>
            <a:noFill/>
          </a:ln>
        </p:spPr>
        <p:txBody>
          <a:bodyPr spcFirstLastPara="1" wrap="square" lIns="0" tIns="0" rIns="91425" bIns="0" anchor="t" anchorCtr="0">
            <a:noAutofit/>
          </a:bodyPr>
          <a:lstStyle>
            <a:lvl1pPr lvl="0" algn="l">
              <a:lnSpc>
                <a:spcPct val="115000"/>
              </a:lnSpc>
              <a:spcBef>
                <a:spcPts val="0"/>
              </a:spcBef>
              <a:spcAft>
                <a:spcPts val="0"/>
              </a:spcAft>
              <a:buSzPts val="1000"/>
              <a:buNone/>
              <a:defRPr>
                <a:latin typeface="Instrument Sans Medium"/>
                <a:ea typeface="Instrument Sans Medium"/>
                <a:cs typeface="Instrument Sans Medium"/>
                <a:sym typeface="Instrument Sans Medium"/>
              </a:defRPr>
            </a:lvl1pPr>
            <a:lvl2pPr lvl="1" algn="l">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9pPr>
          </a:lstStyle>
          <a:p>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body text and images">
  <p:cSld name="CUSTOM_15">
    <p:bg>
      <p:bgPr>
        <a:blipFill>
          <a:blip r:embed="rId2">
            <a:alphaModFix/>
          </a:blip>
          <a:stretch>
            <a:fillRect/>
          </a:stretch>
        </a:blipFill>
        <a:effectLst/>
      </p:bgPr>
    </p:bg>
    <p:spTree>
      <p:nvGrpSpPr>
        <p:cNvPr id="1" name="Shape 763"/>
        <p:cNvGrpSpPr/>
        <p:nvPr/>
      </p:nvGrpSpPr>
      <p:grpSpPr>
        <a:xfrm>
          <a:off x="0" y="0"/>
          <a:ext cx="0" cy="0"/>
          <a:chOff x="0" y="0"/>
          <a:chExt cx="0" cy="0"/>
        </a:xfrm>
      </p:grpSpPr>
      <p:sp>
        <p:nvSpPr>
          <p:cNvPr id="764" name="Google Shape;764;p85"/>
          <p:cNvSpPr>
            <a:spLocks noGrp="1"/>
          </p:cNvSpPr>
          <p:nvPr>
            <p:ph type="pic" idx="2"/>
          </p:nvPr>
        </p:nvSpPr>
        <p:spPr>
          <a:xfrm>
            <a:off x="284700" y="2901150"/>
            <a:ext cx="2772600" cy="1770900"/>
          </a:xfrm>
          <a:prstGeom prst="roundRect">
            <a:avLst>
              <a:gd name="adj" fmla="val 16667"/>
            </a:avLst>
          </a:prstGeom>
          <a:noFill/>
          <a:ln>
            <a:noFill/>
          </a:ln>
        </p:spPr>
      </p:sp>
      <p:sp>
        <p:nvSpPr>
          <p:cNvPr id="765" name="Google Shape;765;p85"/>
          <p:cNvSpPr>
            <a:spLocks noGrp="1"/>
          </p:cNvSpPr>
          <p:nvPr>
            <p:ph type="pic" idx="3"/>
          </p:nvPr>
        </p:nvSpPr>
        <p:spPr>
          <a:xfrm>
            <a:off x="3185800" y="2901150"/>
            <a:ext cx="2772600" cy="1770900"/>
          </a:xfrm>
          <a:prstGeom prst="roundRect">
            <a:avLst>
              <a:gd name="adj" fmla="val 16667"/>
            </a:avLst>
          </a:prstGeom>
          <a:noFill/>
          <a:ln>
            <a:noFill/>
          </a:ln>
        </p:spPr>
      </p:sp>
      <p:sp>
        <p:nvSpPr>
          <p:cNvPr id="766" name="Google Shape;766;p85"/>
          <p:cNvSpPr>
            <a:spLocks noGrp="1"/>
          </p:cNvSpPr>
          <p:nvPr>
            <p:ph type="pic" idx="4"/>
          </p:nvPr>
        </p:nvSpPr>
        <p:spPr>
          <a:xfrm>
            <a:off x="3185800" y="1440150"/>
            <a:ext cx="2772600" cy="1347600"/>
          </a:xfrm>
          <a:prstGeom prst="roundRect">
            <a:avLst>
              <a:gd name="adj" fmla="val 16667"/>
            </a:avLst>
          </a:prstGeom>
          <a:noFill/>
          <a:ln>
            <a:noFill/>
          </a:ln>
        </p:spPr>
      </p:sp>
      <p:sp>
        <p:nvSpPr>
          <p:cNvPr id="767" name="Google Shape;767;p85"/>
          <p:cNvSpPr txBox="1">
            <a:spLocks noGrp="1"/>
          </p:cNvSpPr>
          <p:nvPr>
            <p:ph type="subTitle" idx="1"/>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768" name="Google Shape;768;p85"/>
          <p:cNvSpPr txBox="1">
            <a:spLocks noGrp="1"/>
          </p:cNvSpPr>
          <p:nvPr>
            <p:ph type="subTitle" idx="5"/>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769" name="Google Shape;769;p85"/>
          <p:cNvSpPr txBox="1">
            <a:spLocks noGrp="1"/>
          </p:cNvSpPr>
          <p:nvPr>
            <p:ph type="body" idx="6"/>
          </p:nvPr>
        </p:nvSpPr>
        <p:spPr>
          <a:xfrm>
            <a:off x="284700" y="1440225"/>
            <a:ext cx="2772600" cy="965400"/>
          </a:xfrm>
          <a:prstGeom prst="rect">
            <a:avLst/>
          </a:prstGeom>
          <a:noFill/>
          <a:ln>
            <a:noFill/>
          </a:ln>
        </p:spPr>
        <p:txBody>
          <a:bodyPr spcFirstLastPara="1" wrap="square" lIns="0" tIns="0" rIns="91425" bIns="0" anchor="t" anchorCtr="0">
            <a:noAutofit/>
          </a:bodyPr>
          <a:lstStyle>
            <a:lvl1pPr marL="457200" lvl="0" indent="-292100" algn="l">
              <a:lnSpc>
                <a:spcPct val="115000"/>
              </a:lnSpc>
              <a:spcBef>
                <a:spcPts val="0"/>
              </a:spcBef>
              <a:spcAft>
                <a:spcPts val="0"/>
              </a:spcAft>
              <a:buSzPts val="1000"/>
              <a:buFont typeface="Instrument Sans"/>
              <a:buChar char="●"/>
              <a:defRPr/>
            </a:lvl1pPr>
            <a:lvl2pPr marL="914400" lvl="1" indent="-292100" algn="l">
              <a:lnSpc>
                <a:spcPct val="115000"/>
              </a:lnSpc>
              <a:spcBef>
                <a:spcPts val="0"/>
              </a:spcBef>
              <a:spcAft>
                <a:spcPts val="0"/>
              </a:spcAft>
              <a:buSzPts val="1000"/>
              <a:buFont typeface="Instrument Sans"/>
              <a:buChar char="○"/>
              <a:defRPr/>
            </a:lvl2pPr>
            <a:lvl3pPr marL="1371600" lvl="2" indent="-292100" algn="l">
              <a:lnSpc>
                <a:spcPct val="115000"/>
              </a:lnSpc>
              <a:spcBef>
                <a:spcPts val="0"/>
              </a:spcBef>
              <a:spcAft>
                <a:spcPts val="0"/>
              </a:spcAft>
              <a:buSzPts val="1000"/>
              <a:buFont typeface="Instrument Sans"/>
              <a:buChar char="■"/>
              <a:defRPr/>
            </a:lvl3pPr>
            <a:lvl4pPr marL="1828800" lvl="3" indent="-292100" algn="l">
              <a:lnSpc>
                <a:spcPct val="115000"/>
              </a:lnSpc>
              <a:spcBef>
                <a:spcPts val="0"/>
              </a:spcBef>
              <a:spcAft>
                <a:spcPts val="0"/>
              </a:spcAft>
              <a:buSzPts val="1000"/>
              <a:buFont typeface="Instrument Sans"/>
              <a:buChar char="●"/>
              <a:defRPr/>
            </a:lvl4pPr>
            <a:lvl5pPr marL="2286000" lvl="4" indent="-292100" algn="l">
              <a:lnSpc>
                <a:spcPct val="115000"/>
              </a:lnSpc>
              <a:spcBef>
                <a:spcPts val="0"/>
              </a:spcBef>
              <a:spcAft>
                <a:spcPts val="0"/>
              </a:spcAft>
              <a:buSzPts val="1000"/>
              <a:buFont typeface="Instrument Sans"/>
              <a:buChar char="○"/>
              <a:defRPr/>
            </a:lvl5pPr>
            <a:lvl6pPr marL="2743200" lvl="5" indent="-292100" algn="l">
              <a:lnSpc>
                <a:spcPct val="115000"/>
              </a:lnSpc>
              <a:spcBef>
                <a:spcPts val="0"/>
              </a:spcBef>
              <a:spcAft>
                <a:spcPts val="0"/>
              </a:spcAft>
              <a:buSzPts val="1000"/>
              <a:buFont typeface="Instrument Sans"/>
              <a:buChar char="■"/>
              <a:defRPr/>
            </a:lvl6pPr>
            <a:lvl7pPr marL="3200400" lvl="6" indent="-292100" algn="l">
              <a:lnSpc>
                <a:spcPct val="115000"/>
              </a:lnSpc>
              <a:spcBef>
                <a:spcPts val="0"/>
              </a:spcBef>
              <a:spcAft>
                <a:spcPts val="0"/>
              </a:spcAft>
              <a:buSzPts val="1000"/>
              <a:buFont typeface="Instrument Sans"/>
              <a:buChar char="●"/>
              <a:defRPr/>
            </a:lvl7pPr>
            <a:lvl8pPr marL="3657600" lvl="7" indent="-292100" algn="l">
              <a:lnSpc>
                <a:spcPct val="115000"/>
              </a:lnSpc>
              <a:spcBef>
                <a:spcPts val="0"/>
              </a:spcBef>
              <a:spcAft>
                <a:spcPts val="0"/>
              </a:spcAft>
              <a:buSzPts val="1000"/>
              <a:buFont typeface="Instrument Sans"/>
              <a:buChar char="○"/>
              <a:defRPr/>
            </a:lvl8pPr>
            <a:lvl9pPr marL="4114800" lvl="8" indent="-292100" algn="l">
              <a:lnSpc>
                <a:spcPct val="115000"/>
              </a:lnSpc>
              <a:spcBef>
                <a:spcPts val="0"/>
              </a:spcBef>
              <a:spcAft>
                <a:spcPts val="0"/>
              </a:spcAft>
              <a:buSzPts val="1000"/>
              <a:buFont typeface="Instrument Sans"/>
              <a:buChar char="■"/>
              <a:defRPr/>
            </a:lvl9pPr>
          </a:lstStyle>
          <a:p>
            <a:endParaRPr/>
          </a:p>
        </p:txBody>
      </p:sp>
      <p:sp>
        <p:nvSpPr>
          <p:cNvPr id="770" name="Google Shape;770;p85"/>
          <p:cNvSpPr txBox="1">
            <a:spLocks noGrp="1"/>
          </p:cNvSpPr>
          <p:nvPr>
            <p:ph type="body" idx="7"/>
          </p:nvPr>
        </p:nvSpPr>
        <p:spPr>
          <a:xfrm>
            <a:off x="6086900" y="3095300"/>
            <a:ext cx="2772600" cy="655500"/>
          </a:xfrm>
          <a:prstGeom prst="rect">
            <a:avLst/>
          </a:prstGeom>
          <a:noFill/>
          <a:ln>
            <a:noFill/>
          </a:ln>
        </p:spPr>
        <p:txBody>
          <a:bodyPr spcFirstLastPara="1" wrap="square" lIns="182875" tIns="0" rIns="182875" bIns="0" anchor="t" anchorCtr="0">
            <a:noAutofit/>
          </a:bodyPr>
          <a:lstStyle>
            <a:lvl1pPr marL="457200" lvl="0" indent="-292100" algn="l">
              <a:lnSpc>
                <a:spcPct val="115000"/>
              </a:lnSpc>
              <a:spcBef>
                <a:spcPts val="0"/>
              </a:spcBef>
              <a:spcAft>
                <a:spcPts val="0"/>
              </a:spcAft>
              <a:buClr>
                <a:schemeClr val="lt1"/>
              </a:buClr>
              <a:buSzPts val="1000"/>
              <a:buFont typeface="Instrument Sans"/>
              <a:buChar char="●"/>
              <a:defRPr/>
            </a:lvl1pPr>
            <a:lvl2pPr marL="914400" lvl="1" indent="-292100" algn="l">
              <a:lnSpc>
                <a:spcPct val="115000"/>
              </a:lnSpc>
              <a:spcBef>
                <a:spcPts val="0"/>
              </a:spcBef>
              <a:spcAft>
                <a:spcPts val="0"/>
              </a:spcAft>
              <a:buClr>
                <a:schemeClr val="lt1"/>
              </a:buClr>
              <a:buSzPts val="1000"/>
              <a:buFont typeface="Instrument Sans"/>
              <a:buChar char="○"/>
              <a:defRPr/>
            </a:lvl2pPr>
            <a:lvl3pPr marL="1371600" lvl="2" indent="-292100" algn="l">
              <a:lnSpc>
                <a:spcPct val="115000"/>
              </a:lnSpc>
              <a:spcBef>
                <a:spcPts val="0"/>
              </a:spcBef>
              <a:spcAft>
                <a:spcPts val="0"/>
              </a:spcAft>
              <a:buClr>
                <a:schemeClr val="lt1"/>
              </a:buClr>
              <a:buSzPts val="1000"/>
              <a:buFont typeface="Instrument Sans"/>
              <a:buChar char="■"/>
              <a:defRPr/>
            </a:lvl3pPr>
            <a:lvl4pPr marL="1828800" lvl="3" indent="-292100" algn="l">
              <a:lnSpc>
                <a:spcPct val="115000"/>
              </a:lnSpc>
              <a:spcBef>
                <a:spcPts val="0"/>
              </a:spcBef>
              <a:spcAft>
                <a:spcPts val="0"/>
              </a:spcAft>
              <a:buClr>
                <a:schemeClr val="lt1"/>
              </a:buClr>
              <a:buSzPts val="1000"/>
              <a:buFont typeface="Instrument Sans"/>
              <a:buChar char="●"/>
              <a:defRPr/>
            </a:lvl4pPr>
            <a:lvl5pPr marL="2286000" lvl="4" indent="-292100" algn="l">
              <a:lnSpc>
                <a:spcPct val="115000"/>
              </a:lnSpc>
              <a:spcBef>
                <a:spcPts val="0"/>
              </a:spcBef>
              <a:spcAft>
                <a:spcPts val="0"/>
              </a:spcAft>
              <a:buClr>
                <a:schemeClr val="lt1"/>
              </a:buClr>
              <a:buSzPts val="1000"/>
              <a:buFont typeface="Instrument Sans"/>
              <a:buChar char="○"/>
              <a:defRPr/>
            </a:lvl5pPr>
            <a:lvl6pPr marL="2743200" lvl="5" indent="-292100" algn="l">
              <a:lnSpc>
                <a:spcPct val="115000"/>
              </a:lnSpc>
              <a:spcBef>
                <a:spcPts val="0"/>
              </a:spcBef>
              <a:spcAft>
                <a:spcPts val="0"/>
              </a:spcAft>
              <a:buClr>
                <a:schemeClr val="lt1"/>
              </a:buClr>
              <a:buSzPts val="1000"/>
              <a:buFont typeface="Instrument Sans"/>
              <a:buChar char="■"/>
              <a:defRPr/>
            </a:lvl6pPr>
            <a:lvl7pPr marL="3200400" lvl="6" indent="-292100" algn="l">
              <a:lnSpc>
                <a:spcPct val="115000"/>
              </a:lnSpc>
              <a:spcBef>
                <a:spcPts val="0"/>
              </a:spcBef>
              <a:spcAft>
                <a:spcPts val="0"/>
              </a:spcAft>
              <a:buClr>
                <a:schemeClr val="lt1"/>
              </a:buClr>
              <a:buSzPts val="1000"/>
              <a:buFont typeface="Instrument Sans"/>
              <a:buChar char="●"/>
              <a:defRPr/>
            </a:lvl7pPr>
            <a:lvl8pPr marL="3657600" lvl="7" indent="-292100" algn="l">
              <a:lnSpc>
                <a:spcPct val="115000"/>
              </a:lnSpc>
              <a:spcBef>
                <a:spcPts val="0"/>
              </a:spcBef>
              <a:spcAft>
                <a:spcPts val="0"/>
              </a:spcAft>
              <a:buClr>
                <a:schemeClr val="lt1"/>
              </a:buClr>
              <a:buSzPts val="1000"/>
              <a:buFont typeface="Instrument Sans"/>
              <a:buChar char="○"/>
              <a:defRPr/>
            </a:lvl8pPr>
            <a:lvl9pPr marL="4114800" lvl="8" indent="-292100" algn="l">
              <a:lnSpc>
                <a:spcPct val="115000"/>
              </a:lnSpc>
              <a:spcBef>
                <a:spcPts val="0"/>
              </a:spcBef>
              <a:spcAft>
                <a:spcPts val="0"/>
              </a:spcAft>
              <a:buClr>
                <a:schemeClr val="lt1"/>
              </a:buClr>
              <a:buSzPts val="1000"/>
              <a:buFont typeface="Instrument Sans"/>
              <a:buChar char="■"/>
              <a:defRPr/>
            </a:lvl9pPr>
          </a:lstStyle>
          <a:p>
            <a:endParaRPr/>
          </a:p>
        </p:txBody>
      </p:sp>
      <p:sp>
        <p:nvSpPr>
          <p:cNvPr id="771" name="Google Shape;771;p85"/>
          <p:cNvSpPr txBox="1">
            <a:spLocks noGrp="1"/>
          </p:cNvSpPr>
          <p:nvPr>
            <p:ph type="title"/>
          </p:nvPr>
        </p:nvSpPr>
        <p:spPr>
          <a:xfrm>
            <a:off x="284700" y="474750"/>
            <a:ext cx="5673600" cy="4986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2pPr>
            <a:lvl3pPr lvl="2"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3pPr>
            <a:lvl4pPr lvl="3"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4pPr>
            <a:lvl5pPr lvl="4"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5pPr>
            <a:lvl6pPr lvl="5"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6pPr>
            <a:lvl7pPr lvl="6"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7pPr>
            <a:lvl8pPr lvl="7"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8pPr>
            <a:lvl9pPr lvl="8" algn="l">
              <a:lnSpc>
                <a:spcPct val="115000"/>
              </a:lnSpc>
              <a:spcBef>
                <a:spcPts val="0"/>
              </a:spcBef>
              <a:spcAft>
                <a:spcPts val="0"/>
              </a:spcAft>
              <a:buSzPts val="2400"/>
              <a:buNone/>
              <a:defRPr sz="2400">
                <a:latin typeface="Instrument Sans Medium"/>
                <a:ea typeface="Instrument Sans Medium"/>
                <a:cs typeface="Instrument Sans Medium"/>
                <a:sym typeface="Instrument Sans Medium"/>
              </a:defRPr>
            </a:lvl9pPr>
          </a:lstStyle>
          <a:p>
            <a:endParaRPr/>
          </a:p>
        </p:txBody>
      </p:sp>
      <p:sp>
        <p:nvSpPr>
          <p:cNvPr id="772" name="Google Shape;772;p85"/>
          <p:cNvSpPr txBox="1">
            <a:spLocks noGrp="1"/>
          </p:cNvSpPr>
          <p:nvPr>
            <p:ph type="subTitle" idx="8"/>
          </p:nvPr>
        </p:nvSpPr>
        <p:spPr>
          <a:xfrm>
            <a:off x="6084175" y="2787750"/>
            <a:ext cx="2772600" cy="192000"/>
          </a:xfrm>
          <a:prstGeom prst="rect">
            <a:avLst/>
          </a:prstGeom>
          <a:noFill/>
          <a:ln>
            <a:noFill/>
          </a:ln>
        </p:spPr>
        <p:txBody>
          <a:bodyPr spcFirstLastPara="1" wrap="square" lIns="182875" tIns="0" rIns="182875" bIns="0" anchor="t" anchorCtr="0">
            <a:noAutofit/>
          </a:bodyPr>
          <a:lstStyle>
            <a:lvl1pPr lvl="0" algn="l">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1pPr>
            <a:lvl2pPr lvl="1" algn="l">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2pPr>
            <a:lvl3pPr lvl="2" algn="l">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3pPr>
            <a:lvl4pPr lvl="3" algn="l">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4pPr>
            <a:lvl5pPr lvl="4" algn="l">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5pPr>
            <a:lvl6pPr lvl="5" algn="l">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6pPr>
            <a:lvl7pPr lvl="6" algn="l">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7pPr>
            <a:lvl8pPr lvl="7" algn="l">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8pPr>
            <a:lvl9pPr lvl="8" algn="l">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9pPr>
          </a:lstStyle>
          <a:p>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Full image w/ left box">
  <p:cSld name="BLANK_1_1_1_1_1_1_1_1_1_1_1_1_1_1_1_1_1_1_1_1_2">
    <p:spTree>
      <p:nvGrpSpPr>
        <p:cNvPr id="1" name="Shape 773"/>
        <p:cNvGrpSpPr/>
        <p:nvPr/>
      </p:nvGrpSpPr>
      <p:grpSpPr>
        <a:xfrm>
          <a:off x="0" y="0"/>
          <a:ext cx="0" cy="0"/>
          <a:chOff x="0" y="0"/>
          <a:chExt cx="0" cy="0"/>
        </a:xfrm>
      </p:grpSpPr>
      <p:sp>
        <p:nvSpPr>
          <p:cNvPr id="774" name="Google Shape;774;p86"/>
          <p:cNvSpPr>
            <a:spLocks noGrp="1"/>
          </p:cNvSpPr>
          <p:nvPr>
            <p:ph type="pic" idx="2"/>
          </p:nvPr>
        </p:nvSpPr>
        <p:spPr>
          <a:xfrm>
            <a:off x="-10475" y="0"/>
            <a:ext cx="9167700" cy="5143500"/>
          </a:xfrm>
          <a:prstGeom prst="rect">
            <a:avLst/>
          </a:prstGeom>
          <a:noFill/>
          <a:ln>
            <a:noFill/>
          </a:ln>
        </p:spPr>
      </p:sp>
      <p:sp>
        <p:nvSpPr>
          <p:cNvPr id="775" name="Google Shape;775;p86"/>
          <p:cNvSpPr txBox="1">
            <a:spLocks noGrp="1"/>
          </p:cNvSpPr>
          <p:nvPr>
            <p:ph type="subTitle" idx="1"/>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776" name="Google Shape;776;p86"/>
          <p:cNvSpPr txBox="1">
            <a:spLocks noGrp="1"/>
          </p:cNvSpPr>
          <p:nvPr>
            <p:ph type="subTitle" idx="3"/>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777" name="Google Shape;777;p86"/>
          <p:cNvSpPr txBox="1">
            <a:spLocks noGrp="1"/>
          </p:cNvSpPr>
          <p:nvPr>
            <p:ph type="body" idx="4"/>
          </p:nvPr>
        </p:nvSpPr>
        <p:spPr>
          <a:xfrm>
            <a:off x="284800" y="3713250"/>
            <a:ext cx="4227300" cy="955200"/>
          </a:xfrm>
          <a:prstGeom prst="rect">
            <a:avLst/>
          </a:prstGeom>
          <a:noFill/>
          <a:ln>
            <a:noFill/>
          </a:ln>
        </p:spPr>
        <p:txBody>
          <a:bodyPr spcFirstLastPara="1" wrap="square" lIns="182875" tIns="0" rIns="182875" bIns="182875" anchor="b" anchorCtr="0">
            <a:noAutofit/>
          </a:bodyPr>
          <a:lstStyle>
            <a:lvl1pPr marL="457200" lvl="0" indent="-292100" algn="l">
              <a:lnSpc>
                <a:spcPct val="115000"/>
              </a:lnSpc>
              <a:spcBef>
                <a:spcPts val="0"/>
              </a:spcBef>
              <a:spcAft>
                <a:spcPts val="0"/>
              </a:spcAft>
              <a:buClr>
                <a:schemeClr val="lt1"/>
              </a:buClr>
              <a:buSzPts val="1000"/>
              <a:buFont typeface="Instrument Sans"/>
              <a:buChar char="●"/>
              <a:defRPr/>
            </a:lvl1pPr>
            <a:lvl2pPr marL="914400" lvl="1" indent="-292100" algn="l">
              <a:lnSpc>
                <a:spcPct val="115000"/>
              </a:lnSpc>
              <a:spcBef>
                <a:spcPts val="0"/>
              </a:spcBef>
              <a:spcAft>
                <a:spcPts val="0"/>
              </a:spcAft>
              <a:buClr>
                <a:schemeClr val="lt1"/>
              </a:buClr>
              <a:buSzPts val="1000"/>
              <a:buFont typeface="Instrument Sans"/>
              <a:buChar char="○"/>
              <a:defRPr/>
            </a:lvl2pPr>
            <a:lvl3pPr marL="1371600" lvl="2" indent="-292100" algn="l">
              <a:lnSpc>
                <a:spcPct val="115000"/>
              </a:lnSpc>
              <a:spcBef>
                <a:spcPts val="0"/>
              </a:spcBef>
              <a:spcAft>
                <a:spcPts val="0"/>
              </a:spcAft>
              <a:buClr>
                <a:schemeClr val="lt1"/>
              </a:buClr>
              <a:buSzPts val="1000"/>
              <a:buFont typeface="Instrument Sans"/>
              <a:buChar char="■"/>
              <a:defRPr/>
            </a:lvl3pPr>
            <a:lvl4pPr marL="1828800" lvl="3" indent="-292100" algn="l">
              <a:lnSpc>
                <a:spcPct val="115000"/>
              </a:lnSpc>
              <a:spcBef>
                <a:spcPts val="0"/>
              </a:spcBef>
              <a:spcAft>
                <a:spcPts val="0"/>
              </a:spcAft>
              <a:buClr>
                <a:schemeClr val="lt1"/>
              </a:buClr>
              <a:buSzPts val="1000"/>
              <a:buFont typeface="Instrument Sans"/>
              <a:buChar char="●"/>
              <a:defRPr/>
            </a:lvl4pPr>
            <a:lvl5pPr marL="2286000" lvl="4" indent="-292100" algn="l">
              <a:lnSpc>
                <a:spcPct val="115000"/>
              </a:lnSpc>
              <a:spcBef>
                <a:spcPts val="0"/>
              </a:spcBef>
              <a:spcAft>
                <a:spcPts val="0"/>
              </a:spcAft>
              <a:buClr>
                <a:schemeClr val="lt1"/>
              </a:buClr>
              <a:buSzPts val="1000"/>
              <a:buFont typeface="Instrument Sans"/>
              <a:buChar char="○"/>
              <a:defRPr/>
            </a:lvl5pPr>
            <a:lvl6pPr marL="2743200" lvl="5" indent="-292100" algn="l">
              <a:lnSpc>
                <a:spcPct val="115000"/>
              </a:lnSpc>
              <a:spcBef>
                <a:spcPts val="0"/>
              </a:spcBef>
              <a:spcAft>
                <a:spcPts val="0"/>
              </a:spcAft>
              <a:buClr>
                <a:schemeClr val="lt1"/>
              </a:buClr>
              <a:buSzPts val="1000"/>
              <a:buFont typeface="Instrument Sans"/>
              <a:buChar char="■"/>
              <a:defRPr/>
            </a:lvl6pPr>
            <a:lvl7pPr marL="3200400" lvl="6" indent="-292100" algn="l">
              <a:lnSpc>
                <a:spcPct val="115000"/>
              </a:lnSpc>
              <a:spcBef>
                <a:spcPts val="0"/>
              </a:spcBef>
              <a:spcAft>
                <a:spcPts val="0"/>
              </a:spcAft>
              <a:buClr>
                <a:schemeClr val="lt1"/>
              </a:buClr>
              <a:buSzPts val="1000"/>
              <a:buFont typeface="Instrument Sans"/>
              <a:buChar char="●"/>
              <a:defRPr/>
            </a:lvl7pPr>
            <a:lvl8pPr marL="3657600" lvl="7" indent="-292100" algn="l">
              <a:lnSpc>
                <a:spcPct val="115000"/>
              </a:lnSpc>
              <a:spcBef>
                <a:spcPts val="0"/>
              </a:spcBef>
              <a:spcAft>
                <a:spcPts val="0"/>
              </a:spcAft>
              <a:buClr>
                <a:schemeClr val="lt1"/>
              </a:buClr>
              <a:buSzPts val="1000"/>
              <a:buFont typeface="Instrument Sans"/>
              <a:buChar char="○"/>
              <a:defRPr/>
            </a:lvl8pPr>
            <a:lvl9pPr marL="4114800" lvl="8" indent="-292100" algn="l">
              <a:lnSpc>
                <a:spcPct val="115000"/>
              </a:lnSpc>
              <a:spcBef>
                <a:spcPts val="0"/>
              </a:spcBef>
              <a:spcAft>
                <a:spcPts val="0"/>
              </a:spcAft>
              <a:buClr>
                <a:schemeClr val="lt1"/>
              </a:buClr>
              <a:buSzPts val="1000"/>
              <a:buFont typeface="Instrument Sans"/>
              <a:buChar char="■"/>
              <a:defRPr/>
            </a:lvl9pPr>
          </a:lstStyle>
          <a:p>
            <a:endParaRPr/>
          </a:p>
        </p:txBody>
      </p:sp>
      <p:sp>
        <p:nvSpPr>
          <p:cNvPr id="778" name="Google Shape;778;p86"/>
          <p:cNvSpPr txBox="1">
            <a:spLocks noGrp="1"/>
          </p:cNvSpPr>
          <p:nvPr>
            <p:ph type="title"/>
          </p:nvPr>
        </p:nvSpPr>
        <p:spPr>
          <a:xfrm>
            <a:off x="284700" y="474750"/>
            <a:ext cx="4227300" cy="965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2400"/>
              <a:buNone/>
              <a:defRPr sz="2400"/>
            </a:lvl2pPr>
            <a:lvl3pPr lvl="2" algn="l">
              <a:lnSpc>
                <a:spcPct val="115000"/>
              </a:lnSpc>
              <a:spcBef>
                <a:spcPts val="0"/>
              </a:spcBef>
              <a:spcAft>
                <a:spcPts val="0"/>
              </a:spcAft>
              <a:buSzPts val="2400"/>
              <a:buNone/>
              <a:defRPr sz="2400"/>
            </a:lvl3pPr>
            <a:lvl4pPr lvl="3" algn="l">
              <a:lnSpc>
                <a:spcPct val="115000"/>
              </a:lnSpc>
              <a:spcBef>
                <a:spcPts val="0"/>
              </a:spcBef>
              <a:spcAft>
                <a:spcPts val="0"/>
              </a:spcAft>
              <a:buSzPts val="2400"/>
              <a:buNone/>
              <a:defRPr sz="2400"/>
            </a:lvl4pPr>
            <a:lvl5pPr lvl="4" algn="l">
              <a:lnSpc>
                <a:spcPct val="115000"/>
              </a:lnSpc>
              <a:spcBef>
                <a:spcPts val="0"/>
              </a:spcBef>
              <a:spcAft>
                <a:spcPts val="0"/>
              </a:spcAft>
              <a:buSzPts val="2400"/>
              <a:buNone/>
              <a:defRPr sz="2400"/>
            </a:lvl5pPr>
            <a:lvl6pPr lvl="5" algn="l">
              <a:lnSpc>
                <a:spcPct val="115000"/>
              </a:lnSpc>
              <a:spcBef>
                <a:spcPts val="0"/>
              </a:spcBef>
              <a:spcAft>
                <a:spcPts val="0"/>
              </a:spcAft>
              <a:buSzPts val="2400"/>
              <a:buNone/>
              <a:defRPr sz="2400"/>
            </a:lvl6pPr>
            <a:lvl7pPr lvl="6" algn="l">
              <a:lnSpc>
                <a:spcPct val="115000"/>
              </a:lnSpc>
              <a:spcBef>
                <a:spcPts val="0"/>
              </a:spcBef>
              <a:spcAft>
                <a:spcPts val="0"/>
              </a:spcAft>
              <a:buSzPts val="2400"/>
              <a:buNone/>
              <a:defRPr sz="2400"/>
            </a:lvl7pPr>
            <a:lvl8pPr lvl="7" algn="l">
              <a:lnSpc>
                <a:spcPct val="115000"/>
              </a:lnSpc>
              <a:spcBef>
                <a:spcPts val="0"/>
              </a:spcBef>
              <a:spcAft>
                <a:spcPts val="0"/>
              </a:spcAft>
              <a:buSzPts val="2400"/>
              <a:buNone/>
              <a:defRPr sz="2400"/>
            </a:lvl8pPr>
            <a:lvl9pPr lvl="8" algn="l">
              <a:lnSpc>
                <a:spcPct val="115000"/>
              </a:lnSpc>
              <a:spcBef>
                <a:spcPts val="0"/>
              </a:spcBef>
              <a:spcAft>
                <a:spcPts val="0"/>
              </a:spcAft>
              <a:buSzPts val="2400"/>
              <a:buNone/>
              <a:defRPr sz="2400"/>
            </a:lvl9pPr>
          </a:lstStyle>
          <a:p>
            <a:endParaRPr/>
          </a:p>
        </p:txBody>
      </p:sp>
      <p:sp>
        <p:nvSpPr>
          <p:cNvPr id="779" name="Google Shape;779;p86"/>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Full image w/ right box ">
  <p:cSld name="BLANK_1_1_1_1_1_1_1_1_1_1_1_1_1_1_1_1_1_1_1_1_2_1">
    <p:spTree>
      <p:nvGrpSpPr>
        <p:cNvPr id="1" name="Shape 780"/>
        <p:cNvGrpSpPr/>
        <p:nvPr/>
      </p:nvGrpSpPr>
      <p:grpSpPr>
        <a:xfrm>
          <a:off x="0" y="0"/>
          <a:ext cx="0" cy="0"/>
          <a:chOff x="0" y="0"/>
          <a:chExt cx="0" cy="0"/>
        </a:xfrm>
      </p:grpSpPr>
      <p:sp>
        <p:nvSpPr>
          <p:cNvPr id="781" name="Google Shape;781;p87"/>
          <p:cNvSpPr>
            <a:spLocks noGrp="1"/>
          </p:cNvSpPr>
          <p:nvPr>
            <p:ph type="pic" idx="2"/>
          </p:nvPr>
        </p:nvSpPr>
        <p:spPr>
          <a:xfrm>
            <a:off x="-10475" y="0"/>
            <a:ext cx="9167700" cy="5143500"/>
          </a:xfrm>
          <a:prstGeom prst="rect">
            <a:avLst/>
          </a:prstGeom>
          <a:noFill/>
          <a:ln>
            <a:noFill/>
          </a:ln>
        </p:spPr>
      </p:sp>
      <p:sp>
        <p:nvSpPr>
          <p:cNvPr id="782" name="Google Shape;782;p87"/>
          <p:cNvSpPr txBox="1">
            <a:spLocks noGrp="1"/>
          </p:cNvSpPr>
          <p:nvPr>
            <p:ph type="subTitle" idx="1"/>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783" name="Google Shape;783;p87"/>
          <p:cNvSpPr txBox="1">
            <a:spLocks noGrp="1"/>
          </p:cNvSpPr>
          <p:nvPr>
            <p:ph type="subTitle" idx="3"/>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784" name="Google Shape;784;p87"/>
          <p:cNvSpPr txBox="1">
            <a:spLocks noGrp="1"/>
          </p:cNvSpPr>
          <p:nvPr>
            <p:ph type="body" idx="4"/>
          </p:nvPr>
        </p:nvSpPr>
        <p:spPr>
          <a:xfrm>
            <a:off x="5078626" y="3728550"/>
            <a:ext cx="3767400" cy="941700"/>
          </a:xfrm>
          <a:prstGeom prst="rect">
            <a:avLst/>
          </a:prstGeom>
          <a:noFill/>
          <a:ln>
            <a:noFill/>
          </a:ln>
        </p:spPr>
        <p:txBody>
          <a:bodyPr spcFirstLastPara="1" wrap="square" lIns="182875" tIns="0" rIns="182875" bIns="182875" anchor="b" anchorCtr="0">
            <a:noAutofit/>
          </a:bodyPr>
          <a:lstStyle>
            <a:lvl1pPr marL="457200" lvl="0" indent="-292100" algn="l">
              <a:lnSpc>
                <a:spcPct val="115000"/>
              </a:lnSpc>
              <a:spcBef>
                <a:spcPts val="0"/>
              </a:spcBef>
              <a:spcAft>
                <a:spcPts val="0"/>
              </a:spcAft>
              <a:buClr>
                <a:schemeClr val="lt1"/>
              </a:buClr>
              <a:buSzPts val="1000"/>
              <a:buFont typeface="Instrument Sans"/>
              <a:buChar char="●"/>
              <a:defRPr/>
            </a:lvl1pPr>
            <a:lvl2pPr marL="914400" lvl="1" indent="-292100" algn="l">
              <a:lnSpc>
                <a:spcPct val="115000"/>
              </a:lnSpc>
              <a:spcBef>
                <a:spcPts val="0"/>
              </a:spcBef>
              <a:spcAft>
                <a:spcPts val="0"/>
              </a:spcAft>
              <a:buClr>
                <a:schemeClr val="lt1"/>
              </a:buClr>
              <a:buSzPts val="1000"/>
              <a:buFont typeface="Instrument Sans"/>
              <a:buChar char="○"/>
              <a:defRPr/>
            </a:lvl2pPr>
            <a:lvl3pPr marL="1371600" lvl="2" indent="-292100" algn="l">
              <a:lnSpc>
                <a:spcPct val="115000"/>
              </a:lnSpc>
              <a:spcBef>
                <a:spcPts val="0"/>
              </a:spcBef>
              <a:spcAft>
                <a:spcPts val="0"/>
              </a:spcAft>
              <a:buClr>
                <a:schemeClr val="lt1"/>
              </a:buClr>
              <a:buSzPts val="1000"/>
              <a:buFont typeface="Instrument Sans"/>
              <a:buChar char="■"/>
              <a:defRPr/>
            </a:lvl3pPr>
            <a:lvl4pPr marL="1828800" lvl="3" indent="-292100" algn="l">
              <a:lnSpc>
                <a:spcPct val="115000"/>
              </a:lnSpc>
              <a:spcBef>
                <a:spcPts val="0"/>
              </a:spcBef>
              <a:spcAft>
                <a:spcPts val="0"/>
              </a:spcAft>
              <a:buClr>
                <a:schemeClr val="lt1"/>
              </a:buClr>
              <a:buSzPts val="1000"/>
              <a:buFont typeface="Instrument Sans"/>
              <a:buChar char="●"/>
              <a:defRPr/>
            </a:lvl4pPr>
            <a:lvl5pPr marL="2286000" lvl="4" indent="-292100" algn="l">
              <a:lnSpc>
                <a:spcPct val="115000"/>
              </a:lnSpc>
              <a:spcBef>
                <a:spcPts val="0"/>
              </a:spcBef>
              <a:spcAft>
                <a:spcPts val="0"/>
              </a:spcAft>
              <a:buClr>
                <a:schemeClr val="lt1"/>
              </a:buClr>
              <a:buSzPts val="1000"/>
              <a:buFont typeface="Instrument Sans"/>
              <a:buChar char="○"/>
              <a:defRPr/>
            </a:lvl5pPr>
            <a:lvl6pPr marL="2743200" lvl="5" indent="-292100" algn="l">
              <a:lnSpc>
                <a:spcPct val="115000"/>
              </a:lnSpc>
              <a:spcBef>
                <a:spcPts val="0"/>
              </a:spcBef>
              <a:spcAft>
                <a:spcPts val="0"/>
              </a:spcAft>
              <a:buClr>
                <a:schemeClr val="lt1"/>
              </a:buClr>
              <a:buSzPts val="1000"/>
              <a:buFont typeface="Instrument Sans"/>
              <a:buChar char="■"/>
              <a:defRPr/>
            </a:lvl6pPr>
            <a:lvl7pPr marL="3200400" lvl="6" indent="-292100" algn="l">
              <a:lnSpc>
                <a:spcPct val="115000"/>
              </a:lnSpc>
              <a:spcBef>
                <a:spcPts val="0"/>
              </a:spcBef>
              <a:spcAft>
                <a:spcPts val="0"/>
              </a:spcAft>
              <a:buClr>
                <a:schemeClr val="lt1"/>
              </a:buClr>
              <a:buSzPts val="1000"/>
              <a:buFont typeface="Instrument Sans"/>
              <a:buChar char="●"/>
              <a:defRPr/>
            </a:lvl7pPr>
            <a:lvl8pPr marL="3657600" lvl="7" indent="-292100" algn="l">
              <a:lnSpc>
                <a:spcPct val="115000"/>
              </a:lnSpc>
              <a:spcBef>
                <a:spcPts val="0"/>
              </a:spcBef>
              <a:spcAft>
                <a:spcPts val="0"/>
              </a:spcAft>
              <a:buClr>
                <a:schemeClr val="lt1"/>
              </a:buClr>
              <a:buSzPts val="1000"/>
              <a:buFont typeface="Instrument Sans"/>
              <a:buChar char="○"/>
              <a:defRPr/>
            </a:lvl8pPr>
            <a:lvl9pPr marL="4114800" lvl="8" indent="-292100" algn="l">
              <a:lnSpc>
                <a:spcPct val="115000"/>
              </a:lnSpc>
              <a:spcBef>
                <a:spcPts val="0"/>
              </a:spcBef>
              <a:spcAft>
                <a:spcPts val="0"/>
              </a:spcAft>
              <a:buClr>
                <a:schemeClr val="lt1"/>
              </a:buClr>
              <a:buSzPts val="1000"/>
              <a:buFont typeface="Instrument Sans"/>
              <a:buChar char="■"/>
              <a:defRPr/>
            </a:lvl9pPr>
          </a:lstStyle>
          <a:p>
            <a:endParaRPr/>
          </a:p>
        </p:txBody>
      </p:sp>
      <p:sp>
        <p:nvSpPr>
          <p:cNvPr id="785" name="Google Shape;785;p87"/>
          <p:cNvSpPr txBox="1">
            <a:spLocks noGrp="1"/>
          </p:cNvSpPr>
          <p:nvPr>
            <p:ph type="title"/>
          </p:nvPr>
        </p:nvSpPr>
        <p:spPr>
          <a:xfrm>
            <a:off x="284700" y="474750"/>
            <a:ext cx="4344900" cy="965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2400"/>
              <a:buNone/>
              <a:defRPr sz="2400"/>
            </a:lvl2pPr>
            <a:lvl3pPr lvl="2" algn="l">
              <a:lnSpc>
                <a:spcPct val="115000"/>
              </a:lnSpc>
              <a:spcBef>
                <a:spcPts val="0"/>
              </a:spcBef>
              <a:spcAft>
                <a:spcPts val="0"/>
              </a:spcAft>
              <a:buSzPts val="2400"/>
              <a:buNone/>
              <a:defRPr sz="2400"/>
            </a:lvl3pPr>
            <a:lvl4pPr lvl="3" algn="l">
              <a:lnSpc>
                <a:spcPct val="115000"/>
              </a:lnSpc>
              <a:spcBef>
                <a:spcPts val="0"/>
              </a:spcBef>
              <a:spcAft>
                <a:spcPts val="0"/>
              </a:spcAft>
              <a:buSzPts val="2400"/>
              <a:buNone/>
              <a:defRPr sz="2400"/>
            </a:lvl4pPr>
            <a:lvl5pPr lvl="4" algn="l">
              <a:lnSpc>
                <a:spcPct val="115000"/>
              </a:lnSpc>
              <a:spcBef>
                <a:spcPts val="0"/>
              </a:spcBef>
              <a:spcAft>
                <a:spcPts val="0"/>
              </a:spcAft>
              <a:buSzPts val="2400"/>
              <a:buNone/>
              <a:defRPr sz="2400"/>
            </a:lvl5pPr>
            <a:lvl6pPr lvl="5" algn="l">
              <a:lnSpc>
                <a:spcPct val="115000"/>
              </a:lnSpc>
              <a:spcBef>
                <a:spcPts val="0"/>
              </a:spcBef>
              <a:spcAft>
                <a:spcPts val="0"/>
              </a:spcAft>
              <a:buSzPts val="2400"/>
              <a:buNone/>
              <a:defRPr sz="2400"/>
            </a:lvl6pPr>
            <a:lvl7pPr lvl="6" algn="l">
              <a:lnSpc>
                <a:spcPct val="115000"/>
              </a:lnSpc>
              <a:spcBef>
                <a:spcPts val="0"/>
              </a:spcBef>
              <a:spcAft>
                <a:spcPts val="0"/>
              </a:spcAft>
              <a:buSzPts val="2400"/>
              <a:buNone/>
              <a:defRPr sz="2400"/>
            </a:lvl7pPr>
            <a:lvl8pPr lvl="7" algn="l">
              <a:lnSpc>
                <a:spcPct val="115000"/>
              </a:lnSpc>
              <a:spcBef>
                <a:spcPts val="0"/>
              </a:spcBef>
              <a:spcAft>
                <a:spcPts val="0"/>
              </a:spcAft>
              <a:buSzPts val="2400"/>
              <a:buNone/>
              <a:defRPr sz="2400"/>
            </a:lvl8pPr>
            <a:lvl9pPr lvl="8" algn="l">
              <a:lnSpc>
                <a:spcPct val="115000"/>
              </a:lnSpc>
              <a:spcBef>
                <a:spcPts val="0"/>
              </a:spcBef>
              <a:spcAft>
                <a:spcPts val="0"/>
              </a:spcAft>
              <a:buSzPts val="2400"/>
              <a:buNone/>
              <a:defRPr sz="2400"/>
            </a:lvl9pPr>
          </a:lstStyle>
          <a:p>
            <a:endParaRPr/>
          </a:p>
        </p:txBody>
      </p:sp>
      <p:sp>
        <p:nvSpPr>
          <p:cNvPr id="786" name="Google Shape;786;p87"/>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Text/images and blocks">
  <p:cSld name="CUSTOM_7">
    <p:bg>
      <p:bgPr>
        <a:blipFill>
          <a:blip r:embed="rId2">
            <a:alphaModFix/>
          </a:blip>
          <a:stretch>
            <a:fillRect/>
          </a:stretch>
        </a:blipFill>
        <a:effectLst/>
      </p:bgPr>
    </p:bg>
    <p:spTree>
      <p:nvGrpSpPr>
        <p:cNvPr id="1" name="Shape 787"/>
        <p:cNvGrpSpPr/>
        <p:nvPr/>
      </p:nvGrpSpPr>
      <p:grpSpPr>
        <a:xfrm>
          <a:off x="0" y="0"/>
          <a:ext cx="0" cy="0"/>
          <a:chOff x="0" y="0"/>
          <a:chExt cx="0" cy="0"/>
        </a:xfrm>
      </p:grpSpPr>
      <p:sp>
        <p:nvSpPr>
          <p:cNvPr id="788" name="Google Shape;788;p88"/>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789" name="Google Shape;789;p88"/>
          <p:cNvSpPr txBox="1">
            <a:spLocks noGrp="1"/>
          </p:cNvSpPr>
          <p:nvPr>
            <p:ph type="subTitle" idx="1"/>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790" name="Google Shape;790;p88"/>
          <p:cNvSpPr txBox="1">
            <a:spLocks noGrp="1"/>
          </p:cNvSpPr>
          <p:nvPr>
            <p:ph type="subTitle" idx="2"/>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791" name="Google Shape;791;p88"/>
          <p:cNvSpPr txBox="1">
            <a:spLocks noGrp="1"/>
          </p:cNvSpPr>
          <p:nvPr>
            <p:ph type="body" idx="3"/>
          </p:nvPr>
        </p:nvSpPr>
        <p:spPr>
          <a:xfrm>
            <a:off x="284700" y="1862325"/>
            <a:ext cx="4219200" cy="512100"/>
          </a:xfrm>
          <a:prstGeom prst="rect">
            <a:avLst/>
          </a:prstGeom>
          <a:noFill/>
          <a:ln>
            <a:noFill/>
          </a:ln>
        </p:spPr>
        <p:txBody>
          <a:bodyPr spcFirstLastPara="1" wrap="square" lIns="0" tIns="0" rIns="0" bIns="0" anchor="t" anchorCtr="0">
            <a:noAutofit/>
          </a:bodyPr>
          <a:lstStyle>
            <a:lvl1pPr marL="457200" lvl="0" indent="-292100" algn="l">
              <a:lnSpc>
                <a:spcPct val="115000"/>
              </a:lnSpc>
              <a:spcBef>
                <a:spcPts val="0"/>
              </a:spcBef>
              <a:spcAft>
                <a:spcPts val="0"/>
              </a:spcAft>
              <a:buClr>
                <a:schemeClr val="lt1"/>
              </a:buClr>
              <a:buSzPts val="1000"/>
              <a:buFont typeface="Instrument Sans"/>
              <a:buChar char="●"/>
              <a:defRPr/>
            </a:lvl1pPr>
            <a:lvl2pPr marL="914400" lvl="1" indent="-292100" algn="l">
              <a:lnSpc>
                <a:spcPct val="115000"/>
              </a:lnSpc>
              <a:spcBef>
                <a:spcPts val="0"/>
              </a:spcBef>
              <a:spcAft>
                <a:spcPts val="0"/>
              </a:spcAft>
              <a:buClr>
                <a:schemeClr val="lt1"/>
              </a:buClr>
              <a:buSzPts val="1000"/>
              <a:buFont typeface="Instrument Sans"/>
              <a:buChar char="○"/>
              <a:defRPr/>
            </a:lvl2pPr>
            <a:lvl3pPr marL="1371600" lvl="2" indent="-292100" algn="l">
              <a:lnSpc>
                <a:spcPct val="115000"/>
              </a:lnSpc>
              <a:spcBef>
                <a:spcPts val="0"/>
              </a:spcBef>
              <a:spcAft>
                <a:spcPts val="0"/>
              </a:spcAft>
              <a:buClr>
                <a:schemeClr val="lt1"/>
              </a:buClr>
              <a:buSzPts val="1000"/>
              <a:buFont typeface="Instrument Sans"/>
              <a:buChar char="■"/>
              <a:defRPr/>
            </a:lvl3pPr>
            <a:lvl4pPr marL="1828800" lvl="3" indent="-292100" algn="l">
              <a:lnSpc>
                <a:spcPct val="115000"/>
              </a:lnSpc>
              <a:spcBef>
                <a:spcPts val="0"/>
              </a:spcBef>
              <a:spcAft>
                <a:spcPts val="0"/>
              </a:spcAft>
              <a:buClr>
                <a:schemeClr val="lt1"/>
              </a:buClr>
              <a:buSzPts val="1000"/>
              <a:buFont typeface="Instrument Sans"/>
              <a:buChar char="●"/>
              <a:defRPr/>
            </a:lvl4pPr>
            <a:lvl5pPr marL="2286000" lvl="4" indent="-292100" algn="l">
              <a:lnSpc>
                <a:spcPct val="115000"/>
              </a:lnSpc>
              <a:spcBef>
                <a:spcPts val="0"/>
              </a:spcBef>
              <a:spcAft>
                <a:spcPts val="0"/>
              </a:spcAft>
              <a:buClr>
                <a:schemeClr val="lt1"/>
              </a:buClr>
              <a:buSzPts val="1000"/>
              <a:buFont typeface="Instrument Sans"/>
              <a:buChar char="○"/>
              <a:defRPr/>
            </a:lvl5pPr>
            <a:lvl6pPr marL="2743200" lvl="5" indent="-292100" algn="l">
              <a:lnSpc>
                <a:spcPct val="115000"/>
              </a:lnSpc>
              <a:spcBef>
                <a:spcPts val="0"/>
              </a:spcBef>
              <a:spcAft>
                <a:spcPts val="0"/>
              </a:spcAft>
              <a:buClr>
                <a:schemeClr val="lt1"/>
              </a:buClr>
              <a:buSzPts val="1000"/>
              <a:buFont typeface="Instrument Sans"/>
              <a:buChar char="■"/>
              <a:defRPr/>
            </a:lvl6pPr>
            <a:lvl7pPr marL="3200400" lvl="6" indent="-292100" algn="l">
              <a:lnSpc>
                <a:spcPct val="115000"/>
              </a:lnSpc>
              <a:spcBef>
                <a:spcPts val="0"/>
              </a:spcBef>
              <a:spcAft>
                <a:spcPts val="0"/>
              </a:spcAft>
              <a:buClr>
                <a:schemeClr val="lt1"/>
              </a:buClr>
              <a:buSzPts val="1000"/>
              <a:buFont typeface="Instrument Sans"/>
              <a:buChar char="●"/>
              <a:defRPr/>
            </a:lvl7pPr>
            <a:lvl8pPr marL="3657600" lvl="7" indent="-292100" algn="l">
              <a:lnSpc>
                <a:spcPct val="115000"/>
              </a:lnSpc>
              <a:spcBef>
                <a:spcPts val="0"/>
              </a:spcBef>
              <a:spcAft>
                <a:spcPts val="0"/>
              </a:spcAft>
              <a:buClr>
                <a:schemeClr val="lt1"/>
              </a:buClr>
              <a:buSzPts val="1000"/>
              <a:buFont typeface="Instrument Sans"/>
              <a:buChar char="○"/>
              <a:defRPr/>
            </a:lvl8pPr>
            <a:lvl9pPr marL="4114800" lvl="8" indent="-292100" algn="l">
              <a:lnSpc>
                <a:spcPct val="115000"/>
              </a:lnSpc>
              <a:spcBef>
                <a:spcPts val="0"/>
              </a:spcBef>
              <a:spcAft>
                <a:spcPts val="0"/>
              </a:spcAft>
              <a:buClr>
                <a:schemeClr val="lt1"/>
              </a:buClr>
              <a:buSzPts val="1000"/>
              <a:buFont typeface="Instrument Sans"/>
              <a:buChar char="■"/>
              <a:defRPr/>
            </a:lvl9pPr>
          </a:lstStyle>
          <a:p>
            <a:endParaRPr/>
          </a:p>
        </p:txBody>
      </p:sp>
      <p:sp>
        <p:nvSpPr>
          <p:cNvPr id="792" name="Google Shape;792;p88"/>
          <p:cNvSpPr>
            <a:spLocks noGrp="1"/>
          </p:cNvSpPr>
          <p:nvPr>
            <p:ph type="pic" idx="4"/>
          </p:nvPr>
        </p:nvSpPr>
        <p:spPr>
          <a:xfrm>
            <a:off x="4623425" y="672675"/>
            <a:ext cx="4247100" cy="1839300"/>
          </a:xfrm>
          <a:prstGeom prst="roundRect">
            <a:avLst>
              <a:gd name="adj" fmla="val 14674"/>
            </a:avLst>
          </a:prstGeom>
          <a:noFill/>
          <a:ln>
            <a:noFill/>
          </a:ln>
        </p:spPr>
      </p:sp>
      <p:sp>
        <p:nvSpPr>
          <p:cNvPr id="793" name="Google Shape;793;p88"/>
          <p:cNvSpPr>
            <a:spLocks noGrp="1"/>
          </p:cNvSpPr>
          <p:nvPr>
            <p:ph type="pic" idx="5"/>
          </p:nvPr>
        </p:nvSpPr>
        <p:spPr>
          <a:xfrm>
            <a:off x="4623425" y="2629425"/>
            <a:ext cx="4227600" cy="1074000"/>
          </a:xfrm>
          <a:prstGeom prst="roundRect">
            <a:avLst>
              <a:gd name="adj" fmla="val 50000"/>
            </a:avLst>
          </a:prstGeom>
          <a:noFill/>
          <a:ln>
            <a:noFill/>
          </a:ln>
        </p:spPr>
      </p:sp>
      <p:sp>
        <p:nvSpPr>
          <p:cNvPr id="794" name="Google Shape;794;p88"/>
          <p:cNvSpPr txBox="1">
            <a:spLocks noGrp="1"/>
          </p:cNvSpPr>
          <p:nvPr>
            <p:ph type="body" idx="6"/>
          </p:nvPr>
        </p:nvSpPr>
        <p:spPr>
          <a:xfrm>
            <a:off x="4627625" y="4055988"/>
            <a:ext cx="4219200" cy="612600"/>
          </a:xfrm>
          <a:prstGeom prst="rect">
            <a:avLst/>
          </a:prstGeom>
          <a:noFill/>
          <a:ln>
            <a:noFill/>
          </a:ln>
        </p:spPr>
        <p:txBody>
          <a:bodyPr spcFirstLastPara="1" wrap="square" lIns="0" tIns="91425" rIns="91425" bIns="91425" anchor="t" anchorCtr="0">
            <a:noAutofit/>
          </a:bodyPr>
          <a:lstStyle>
            <a:lvl1pPr marL="457200" lvl="0" indent="-292100" algn="l">
              <a:lnSpc>
                <a:spcPct val="115000"/>
              </a:lnSpc>
              <a:spcBef>
                <a:spcPts val="0"/>
              </a:spcBef>
              <a:spcAft>
                <a:spcPts val="0"/>
              </a:spcAft>
              <a:buSzPts val="1000"/>
              <a:buFont typeface="Instrument Sans"/>
              <a:buChar char="●"/>
              <a:defRPr/>
            </a:lvl1pPr>
            <a:lvl2pPr marL="914400" lvl="1" indent="-292100" algn="l">
              <a:lnSpc>
                <a:spcPct val="115000"/>
              </a:lnSpc>
              <a:spcBef>
                <a:spcPts val="800"/>
              </a:spcBef>
              <a:spcAft>
                <a:spcPts val="0"/>
              </a:spcAft>
              <a:buSzPts val="1000"/>
              <a:buFont typeface="Instrument Sans"/>
              <a:buChar char="○"/>
              <a:defRPr/>
            </a:lvl2pPr>
            <a:lvl3pPr marL="1371600" lvl="2" indent="-292100" algn="l">
              <a:lnSpc>
                <a:spcPct val="115000"/>
              </a:lnSpc>
              <a:spcBef>
                <a:spcPts val="800"/>
              </a:spcBef>
              <a:spcAft>
                <a:spcPts val="0"/>
              </a:spcAft>
              <a:buSzPts val="1000"/>
              <a:buFont typeface="Instrument Sans"/>
              <a:buChar char="■"/>
              <a:defRPr/>
            </a:lvl3pPr>
            <a:lvl4pPr marL="1828800" lvl="3" indent="-292100" algn="l">
              <a:lnSpc>
                <a:spcPct val="115000"/>
              </a:lnSpc>
              <a:spcBef>
                <a:spcPts val="800"/>
              </a:spcBef>
              <a:spcAft>
                <a:spcPts val="0"/>
              </a:spcAft>
              <a:buSzPts val="1000"/>
              <a:buFont typeface="Instrument Sans"/>
              <a:buChar char="●"/>
              <a:defRPr/>
            </a:lvl4pPr>
            <a:lvl5pPr marL="2286000" lvl="4" indent="-292100" algn="l">
              <a:lnSpc>
                <a:spcPct val="115000"/>
              </a:lnSpc>
              <a:spcBef>
                <a:spcPts val="800"/>
              </a:spcBef>
              <a:spcAft>
                <a:spcPts val="0"/>
              </a:spcAft>
              <a:buSzPts val="1000"/>
              <a:buFont typeface="Instrument Sans"/>
              <a:buChar char="○"/>
              <a:defRPr/>
            </a:lvl5pPr>
            <a:lvl6pPr marL="2743200" lvl="5" indent="-292100" algn="l">
              <a:lnSpc>
                <a:spcPct val="115000"/>
              </a:lnSpc>
              <a:spcBef>
                <a:spcPts val="800"/>
              </a:spcBef>
              <a:spcAft>
                <a:spcPts val="0"/>
              </a:spcAft>
              <a:buSzPts val="1000"/>
              <a:buFont typeface="Instrument Sans"/>
              <a:buChar char="■"/>
              <a:defRPr/>
            </a:lvl6pPr>
            <a:lvl7pPr marL="3200400" lvl="6" indent="-292100" algn="l">
              <a:lnSpc>
                <a:spcPct val="115000"/>
              </a:lnSpc>
              <a:spcBef>
                <a:spcPts val="800"/>
              </a:spcBef>
              <a:spcAft>
                <a:spcPts val="0"/>
              </a:spcAft>
              <a:buSzPts val="1000"/>
              <a:buFont typeface="Instrument Sans"/>
              <a:buChar char="●"/>
              <a:defRPr/>
            </a:lvl7pPr>
            <a:lvl8pPr marL="3657600" lvl="7" indent="-292100" algn="l">
              <a:lnSpc>
                <a:spcPct val="115000"/>
              </a:lnSpc>
              <a:spcBef>
                <a:spcPts val="800"/>
              </a:spcBef>
              <a:spcAft>
                <a:spcPts val="0"/>
              </a:spcAft>
              <a:buSzPts val="1000"/>
              <a:buFont typeface="Instrument Sans"/>
              <a:buChar char="○"/>
              <a:defRPr/>
            </a:lvl8pPr>
            <a:lvl9pPr marL="4114800" lvl="8" indent="-292100" algn="l">
              <a:lnSpc>
                <a:spcPct val="115000"/>
              </a:lnSpc>
              <a:spcBef>
                <a:spcPts val="800"/>
              </a:spcBef>
              <a:spcAft>
                <a:spcPts val="800"/>
              </a:spcAft>
              <a:buSzPts val="1000"/>
              <a:buFont typeface="Instrument Sans"/>
              <a:buChar char="■"/>
              <a:defRPr/>
            </a:lvl9pPr>
          </a:lstStyle>
          <a:p>
            <a:endParaRPr/>
          </a:p>
        </p:txBody>
      </p:sp>
      <p:sp>
        <p:nvSpPr>
          <p:cNvPr id="795" name="Google Shape;795;p88"/>
          <p:cNvSpPr txBox="1">
            <a:spLocks noGrp="1"/>
          </p:cNvSpPr>
          <p:nvPr>
            <p:ph type="body" idx="7"/>
          </p:nvPr>
        </p:nvSpPr>
        <p:spPr>
          <a:xfrm>
            <a:off x="2450475" y="3154450"/>
            <a:ext cx="2055000" cy="546000"/>
          </a:xfrm>
          <a:prstGeom prst="rect">
            <a:avLst/>
          </a:prstGeom>
          <a:noFill/>
          <a:ln>
            <a:noFill/>
          </a:ln>
        </p:spPr>
        <p:txBody>
          <a:bodyPr spcFirstLastPara="1" wrap="square" lIns="182875" tIns="0" rIns="182875" bIns="182875" anchor="t" anchorCtr="0">
            <a:noAutofit/>
          </a:bodyPr>
          <a:lstStyle>
            <a:lvl1pPr marL="457200" lvl="0" indent="-292100" algn="l">
              <a:lnSpc>
                <a:spcPct val="115000"/>
              </a:lnSpc>
              <a:spcBef>
                <a:spcPts val="0"/>
              </a:spcBef>
              <a:spcAft>
                <a:spcPts val="0"/>
              </a:spcAft>
              <a:buClr>
                <a:schemeClr val="lt1"/>
              </a:buClr>
              <a:buSzPts val="1000"/>
              <a:buFont typeface="Instrument Sans"/>
              <a:buChar char="●"/>
              <a:defRPr/>
            </a:lvl1pPr>
            <a:lvl2pPr marL="914400" lvl="1" indent="-292100" algn="l">
              <a:lnSpc>
                <a:spcPct val="115000"/>
              </a:lnSpc>
              <a:spcBef>
                <a:spcPts val="0"/>
              </a:spcBef>
              <a:spcAft>
                <a:spcPts val="0"/>
              </a:spcAft>
              <a:buClr>
                <a:schemeClr val="lt1"/>
              </a:buClr>
              <a:buSzPts val="1000"/>
              <a:buFont typeface="Instrument Sans"/>
              <a:buChar char="○"/>
              <a:defRPr/>
            </a:lvl2pPr>
            <a:lvl3pPr marL="1371600" lvl="2" indent="-292100" algn="l">
              <a:lnSpc>
                <a:spcPct val="115000"/>
              </a:lnSpc>
              <a:spcBef>
                <a:spcPts val="0"/>
              </a:spcBef>
              <a:spcAft>
                <a:spcPts val="0"/>
              </a:spcAft>
              <a:buClr>
                <a:schemeClr val="lt1"/>
              </a:buClr>
              <a:buSzPts val="1000"/>
              <a:buFont typeface="Instrument Sans"/>
              <a:buChar char="■"/>
              <a:defRPr/>
            </a:lvl3pPr>
            <a:lvl4pPr marL="1828800" lvl="3" indent="-292100" algn="l">
              <a:lnSpc>
                <a:spcPct val="115000"/>
              </a:lnSpc>
              <a:spcBef>
                <a:spcPts val="0"/>
              </a:spcBef>
              <a:spcAft>
                <a:spcPts val="0"/>
              </a:spcAft>
              <a:buClr>
                <a:schemeClr val="lt1"/>
              </a:buClr>
              <a:buSzPts val="1000"/>
              <a:buFont typeface="Instrument Sans"/>
              <a:buChar char="●"/>
              <a:defRPr/>
            </a:lvl4pPr>
            <a:lvl5pPr marL="2286000" lvl="4" indent="-292100" algn="l">
              <a:lnSpc>
                <a:spcPct val="115000"/>
              </a:lnSpc>
              <a:spcBef>
                <a:spcPts val="0"/>
              </a:spcBef>
              <a:spcAft>
                <a:spcPts val="0"/>
              </a:spcAft>
              <a:buClr>
                <a:schemeClr val="lt1"/>
              </a:buClr>
              <a:buSzPts val="1000"/>
              <a:buFont typeface="Instrument Sans"/>
              <a:buChar char="○"/>
              <a:defRPr/>
            </a:lvl5pPr>
            <a:lvl6pPr marL="2743200" lvl="5" indent="-292100" algn="l">
              <a:lnSpc>
                <a:spcPct val="115000"/>
              </a:lnSpc>
              <a:spcBef>
                <a:spcPts val="0"/>
              </a:spcBef>
              <a:spcAft>
                <a:spcPts val="0"/>
              </a:spcAft>
              <a:buClr>
                <a:schemeClr val="lt1"/>
              </a:buClr>
              <a:buSzPts val="1000"/>
              <a:buFont typeface="Instrument Sans"/>
              <a:buChar char="■"/>
              <a:defRPr/>
            </a:lvl6pPr>
            <a:lvl7pPr marL="3200400" lvl="6" indent="-292100" algn="l">
              <a:lnSpc>
                <a:spcPct val="115000"/>
              </a:lnSpc>
              <a:spcBef>
                <a:spcPts val="0"/>
              </a:spcBef>
              <a:spcAft>
                <a:spcPts val="0"/>
              </a:spcAft>
              <a:buClr>
                <a:schemeClr val="lt1"/>
              </a:buClr>
              <a:buSzPts val="1000"/>
              <a:buFont typeface="Instrument Sans"/>
              <a:buChar char="●"/>
              <a:defRPr/>
            </a:lvl7pPr>
            <a:lvl8pPr marL="3657600" lvl="7" indent="-292100" algn="l">
              <a:lnSpc>
                <a:spcPct val="115000"/>
              </a:lnSpc>
              <a:spcBef>
                <a:spcPts val="0"/>
              </a:spcBef>
              <a:spcAft>
                <a:spcPts val="0"/>
              </a:spcAft>
              <a:buClr>
                <a:schemeClr val="lt1"/>
              </a:buClr>
              <a:buSzPts val="1000"/>
              <a:buFont typeface="Instrument Sans"/>
              <a:buChar char="○"/>
              <a:defRPr/>
            </a:lvl8pPr>
            <a:lvl9pPr marL="4114800" lvl="8" indent="-292100" algn="l">
              <a:lnSpc>
                <a:spcPct val="115000"/>
              </a:lnSpc>
              <a:spcBef>
                <a:spcPts val="0"/>
              </a:spcBef>
              <a:spcAft>
                <a:spcPts val="0"/>
              </a:spcAft>
              <a:buClr>
                <a:schemeClr val="lt1"/>
              </a:buClr>
              <a:buSzPts val="1000"/>
              <a:buFont typeface="Instrument Sans"/>
              <a:buChar char="■"/>
              <a:defRPr/>
            </a:lvl9pPr>
          </a:lstStyle>
          <a:p>
            <a:endParaRPr/>
          </a:p>
        </p:txBody>
      </p:sp>
      <p:sp>
        <p:nvSpPr>
          <p:cNvPr id="796" name="Google Shape;796;p88"/>
          <p:cNvSpPr txBox="1">
            <a:spLocks noGrp="1"/>
          </p:cNvSpPr>
          <p:nvPr>
            <p:ph type="body" idx="8"/>
          </p:nvPr>
        </p:nvSpPr>
        <p:spPr>
          <a:xfrm>
            <a:off x="284700" y="3154450"/>
            <a:ext cx="2051400" cy="549000"/>
          </a:xfrm>
          <a:prstGeom prst="rect">
            <a:avLst/>
          </a:prstGeom>
          <a:noFill/>
          <a:ln>
            <a:noFill/>
          </a:ln>
        </p:spPr>
        <p:txBody>
          <a:bodyPr spcFirstLastPara="1" wrap="square" lIns="182875" tIns="0" rIns="182875" bIns="182875" anchor="t" anchorCtr="0">
            <a:noAutofit/>
          </a:bodyPr>
          <a:lstStyle>
            <a:lvl1pPr marL="457200" lvl="0" indent="-292100" algn="l">
              <a:lnSpc>
                <a:spcPct val="115000"/>
              </a:lnSpc>
              <a:spcBef>
                <a:spcPts val="0"/>
              </a:spcBef>
              <a:spcAft>
                <a:spcPts val="0"/>
              </a:spcAft>
              <a:buClr>
                <a:schemeClr val="lt1"/>
              </a:buClr>
              <a:buSzPts val="1000"/>
              <a:buFont typeface="Instrument Sans"/>
              <a:buChar char="●"/>
              <a:defRPr/>
            </a:lvl1pPr>
            <a:lvl2pPr marL="914400" lvl="1" indent="-292100" algn="l">
              <a:lnSpc>
                <a:spcPct val="115000"/>
              </a:lnSpc>
              <a:spcBef>
                <a:spcPts val="0"/>
              </a:spcBef>
              <a:spcAft>
                <a:spcPts val="0"/>
              </a:spcAft>
              <a:buClr>
                <a:schemeClr val="lt1"/>
              </a:buClr>
              <a:buSzPts val="1000"/>
              <a:buFont typeface="Instrument Sans"/>
              <a:buChar char="○"/>
              <a:defRPr/>
            </a:lvl2pPr>
            <a:lvl3pPr marL="1371600" lvl="2" indent="-292100" algn="l">
              <a:lnSpc>
                <a:spcPct val="115000"/>
              </a:lnSpc>
              <a:spcBef>
                <a:spcPts val="0"/>
              </a:spcBef>
              <a:spcAft>
                <a:spcPts val="0"/>
              </a:spcAft>
              <a:buClr>
                <a:schemeClr val="lt1"/>
              </a:buClr>
              <a:buSzPts val="1000"/>
              <a:buFont typeface="Instrument Sans"/>
              <a:buChar char="■"/>
              <a:defRPr/>
            </a:lvl3pPr>
            <a:lvl4pPr marL="1828800" lvl="3" indent="-292100" algn="l">
              <a:lnSpc>
                <a:spcPct val="115000"/>
              </a:lnSpc>
              <a:spcBef>
                <a:spcPts val="0"/>
              </a:spcBef>
              <a:spcAft>
                <a:spcPts val="0"/>
              </a:spcAft>
              <a:buClr>
                <a:schemeClr val="lt1"/>
              </a:buClr>
              <a:buSzPts val="1000"/>
              <a:buFont typeface="Instrument Sans"/>
              <a:buChar char="●"/>
              <a:defRPr/>
            </a:lvl4pPr>
            <a:lvl5pPr marL="2286000" lvl="4" indent="-292100" algn="l">
              <a:lnSpc>
                <a:spcPct val="115000"/>
              </a:lnSpc>
              <a:spcBef>
                <a:spcPts val="0"/>
              </a:spcBef>
              <a:spcAft>
                <a:spcPts val="0"/>
              </a:spcAft>
              <a:buClr>
                <a:schemeClr val="lt1"/>
              </a:buClr>
              <a:buSzPts val="1000"/>
              <a:buFont typeface="Instrument Sans"/>
              <a:buChar char="○"/>
              <a:defRPr/>
            </a:lvl5pPr>
            <a:lvl6pPr marL="2743200" lvl="5" indent="-292100" algn="l">
              <a:lnSpc>
                <a:spcPct val="115000"/>
              </a:lnSpc>
              <a:spcBef>
                <a:spcPts val="0"/>
              </a:spcBef>
              <a:spcAft>
                <a:spcPts val="0"/>
              </a:spcAft>
              <a:buClr>
                <a:schemeClr val="lt1"/>
              </a:buClr>
              <a:buSzPts val="1000"/>
              <a:buFont typeface="Instrument Sans"/>
              <a:buChar char="■"/>
              <a:defRPr/>
            </a:lvl6pPr>
            <a:lvl7pPr marL="3200400" lvl="6" indent="-292100" algn="l">
              <a:lnSpc>
                <a:spcPct val="115000"/>
              </a:lnSpc>
              <a:spcBef>
                <a:spcPts val="0"/>
              </a:spcBef>
              <a:spcAft>
                <a:spcPts val="0"/>
              </a:spcAft>
              <a:buClr>
                <a:schemeClr val="lt1"/>
              </a:buClr>
              <a:buSzPts val="1000"/>
              <a:buFont typeface="Instrument Sans"/>
              <a:buChar char="●"/>
              <a:defRPr/>
            </a:lvl7pPr>
            <a:lvl8pPr marL="3657600" lvl="7" indent="-292100" algn="l">
              <a:lnSpc>
                <a:spcPct val="115000"/>
              </a:lnSpc>
              <a:spcBef>
                <a:spcPts val="0"/>
              </a:spcBef>
              <a:spcAft>
                <a:spcPts val="0"/>
              </a:spcAft>
              <a:buClr>
                <a:schemeClr val="lt1"/>
              </a:buClr>
              <a:buSzPts val="1000"/>
              <a:buFont typeface="Instrument Sans"/>
              <a:buChar char="○"/>
              <a:defRPr/>
            </a:lvl8pPr>
            <a:lvl9pPr marL="4114800" lvl="8" indent="-292100" algn="l">
              <a:lnSpc>
                <a:spcPct val="115000"/>
              </a:lnSpc>
              <a:spcBef>
                <a:spcPts val="0"/>
              </a:spcBef>
              <a:spcAft>
                <a:spcPts val="0"/>
              </a:spcAft>
              <a:buClr>
                <a:schemeClr val="lt1"/>
              </a:buClr>
              <a:buSzPts val="1000"/>
              <a:buFont typeface="Instrument Sans"/>
              <a:buChar char="■"/>
              <a:defRPr/>
            </a:lvl9pPr>
          </a:lstStyle>
          <a:p>
            <a:endParaRPr/>
          </a:p>
        </p:txBody>
      </p:sp>
      <p:sp>
        <p:nvSpPr>
          <p:cNvPr id="797" name="Google Shape;797;p88"/>
          <p:cNvSpPr txBox="1">
            <a:spLocks noGrp="1"/>
          </p:cNvSpPr>
          <p:nvPr>
            <p:ph type="title"/>
          </p:nvPr>
        </p:nvSpPr>
        <p:spPr>
          <a:xfrm>
            <a:off x="284700" y="672675"/>
            <a:ext cx="4219200" cy="767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2400"/>
              <a:buNone/>
              <a:defRPr sz="2400"/>
            </a:lvl2pPr>
            <a:lvl3pPr lvl="2" algn="l">
              <a:lnSpc>
                <a:spcPct val="115000"/>
              </a:lnSpc>
              <a:spcBef>
                <a:spcPts val="0"/>
              </a:spcBef>
              <a:spcAft>
                <a:spcPts val="0"/>
              </a:spcAft>
              <a:buSzPts val="2400"/>
              <a:buNone/>
              <a:defRPr sz="2400"/>
            </a:lvl3pPr>
            <a:lvl4pPr lvl="3" algn="l">
              <a:lnSpc>
                <a:spcPct val="115000"/>
              </a:lnSpc>
              <a:spcBef>
                <a:spcPts val="0"/>
              </a:spcBef>
              <a:spcAft>
                <a:spcPts val="0"/>
              </a:spcAft>
              <a:buSzPts val="2400"/>
              <a:buNone/>
              <a:defRPr sz="2400"/>
            </a:lvl4pPr>
            <a:lvl5pPr lvl="4" algn="l">
              <a:lnSpc>
                <a:spcPct val="115000"/>
              </a:lnSpc>
              <a:spcBef>
                <a:spcPts val="0"/>
              </a:spcBef>
              <a:spcAft>
                <a:spcPts val="0"/>
              </a:spcAft>
              <a:buSzPts val="2400"/>
              <a:buNone/>
              <a:defRPr sz="2400"/>
            </a:lvl5pPr>
            <a:lvl6pPr lvl="5" algn="l">
              <a:lnSpc>
                <a:spcPct val="115000"/>
              </a:lnSpc>
              <a:spcBef>
                <a:spcPts val="0"/>
              </a:spcBef>
              <a:spcAft>
                <a:spcPts val="0"/>
              </a:spcAft>
              <a:buSzPts val="2400"/>
              <a:buNone/>
              <a:defRPr sz="2400"/>
            </a:lvl6pPr>
            <a:lvl7pPr lvl="6" algn="l">
              <a:lnSpc>
                <a:spcPct val="115000"/>
              </a:lnSpc>
              <a:spcBef>
                <a:spcPts val="0"/>
              </a:spcBef>
              <a:spcAft>
                <a:spcPts val="0"/>
              </a:spcAft>
              <a:buSzPts val="2400"/>
              <a:buNone/>
              <a:defRPr sz="2400"/>
            </a:lvl7pPr>
            <a:lvl8pPr lvl="7" algn="l">
              <a:lnSpc>
                <a:spcPct val="115000"/>
              </a:lnSpc>
              <a:spcBef>
                <a:spcPts val="0"/>
              </a:spcBef>
              <a:spcAft>
                <a:spcPts val="0"/>
              </a:spcAft>
              <a:buSzPts val="2400"/>
              <a:buNone/>
              <a:defRPr sz="2400"/>
            </a:lvl8pPr>
            <a:lvl9pPr lvl="8" algn="l">
              <a:lnSpc>
                <a:spcPct val="115000"/>
              </a:lnSpc>
              <a:spcBef>
                <a:spcPts val="0"/>
              </a:spcBef>
              <a:spcAft>
                <a:spcPts val="0"/>
              </a:spcAft>
              <a:buSzPts val="2400"/>
              <a:buNone/>
              <a:defRPr sz="2400"/>
            </a:lvl9pPr>
          </a:lstStyle>
          <a:p>
            <a:endParaRPr/>
          </a:p>
        </p:txBody>
      </p:sp>
      <p:sp>
        <p:nvSpPr>
          <p:cNvPr id="798" name="Google Shape;798;p88"/>
          <p:cNvSpPr txBox="1">
            <a:spLocks noGrp="1"/>
          </p:cNvSpPr>
          <p:nvPr>
            <p:ph type="subTitle" idx="9"/>
          </p:nvPr>
        </p:nvSpPr>
        <p:spPr>
          <a:xfrm>
            <a:off x="284700" y="2630400"/>
            <a:ext cx="2051400" cy="498900"/>
          </a:xfrm>
          <a:prstGeom prst="rect">
            <a:avLst/>
          </a:prstGeom>
          <a:noFill/>
          <a:ln>
            <a:noFill/>
          </a:ln>
        </p:spPr>
        <p:txBody>
          <a:bodyPr spcFirstLastPara="1" wrap="square" lIns="182875" tIns="182875" rIns="182875" bIns="0" anchor="t" anchorCtr="0">
            <a:noAutofit/>
          </a:bodyPr>
          <a:lstStyle>
            <a:lvl1pPr lvl="0" algn="l">
              <a:lnSpc>
                <a:spcPct val="85000"/>
              </a:lnSpc>
              <a:spcBef>
                <a:spcPts val="0"/>
              </a:spcBef>
              <a:spcAft>
                <a:spcPts val="0"/>
              </a:spcAft>
              <a:buClr>
                <a:schemeClr val="lt1"/>
              </a:buClr>
              <a:buSzPts val="1800"/>
              <a:buFont typeface="Instrument Sans SemiBold"/>
              <a:buNone/>
              <a:defRPr sz="1800">
                <a:latin typeface="Instrument Sans SemiBold"/>
                <a:ea typeface="Instrument Sans SemiBold"/>
                <a:cs typeface="Instrument Sans SemiBold"/>
                <a:sym typeface="Instrument Sans SemiBold"/>
              </a:defRPr>
            </a:lvl1pPr>
            <a:lvl2pPr lvl="1" algn="l">
              <a:lnSpc>
                <a:spcPct val="85000"/>
              </a:lnSpc>
              <a:spcBef>
                <a:spcPts val="0"/>
              </a:spcBef>
              <a:spcAft>
                <a:spcPts val="0"/>
              </a:spcAft>
              <a:buSzPts val="1000"/>
              <a:buNone/>
              <a:defRPr sz="1200"/>
            </a:lvl2pPr>
            <a:lvl3pPr lvl="2" algn="l">
              <a:lnSpc>
                <a:spcPct val="85000"/>
              </a:lnSpc>
              <a:spcBef>
                <a:spcPts val="0"/>
              </a:spcBef>
              <a:spcAft>
                <a:spcPts val="0"/>
              </a:spcAft>
              <a:buSzPts val="1000"/>
              <a:buNone/>
              <a:defRPr sz="1200"/>
            </a:lvl3pPr>
            <a:lvl4pPr lvl="3" algn="l">
              <a:lnSpc>
                <a:spcPct val="85000"/>
              </a:lnSpc>
              <a:spcBef>
                <a:spcPts val="0"/>
              </a:spcBef>
              <a:spcAft>
                <a:spcPts val="0"/>
              </a:spcAft>
              <a:buSzPts val="1000"/>
              <a:buNone/>
              <a:defRPr sz="1200"/>
            </a:lvl4pPr>
            <a:lvl5pPr lvl="4" algn="l">
              <a:lnSpc>
                <a:spcPct val="85000"/>
              </a:lnSpc>
              <a:spcBef>
                <a:spcPts val="0"/>
              </a:spcBef>
              <a:spcAft>
                <a:spcPts val="0"/>
              </a:spcAft>
              <a:buSzPts val="1000"/>
              <a:buNone/>
              <a:defRPr sz="1200"/>
            </a:lvl5pPr>
            <a:lvl6pPr lvl="5" algn="l">
              <a:lnSpc>
                <a:spcPct val="85000"/>
              </a:lnSpc>
              <a:spcBef>
                <a:spcPts val="0"/>
              </a:spcBef>
              <a:spcAft>
                <a:spcPts val="0"/>
              </a:spcAft>
              <a:buSzPts val="1000"/>
              <a:buNone/>
              <a:defRPr sz="1200"/>
            </a:lvl6pPr>
            <a:lvl7pPr lvl="6" algn="l">
              <a:lnSpc>
                <a:spcPct val="85000"/>
              </a:lnSpc>
              <a:spcBef>
                <a:spcPts val="0"/>
              </a:spcBef>
              <a:spcAft>
                <a:spcPts val="0"/>
              </a:spcAft>
              <a:buSzPts val="1000"/>
              <a:buNone/>
              <a:defRPr sz="1200"/>
            </a:lvl7pPr>
            <a:lvl8pPr lvl="7" algn="l">
              <a:lnSpc>
                <a:spcPct val="85000"/>
              </a:lnSpc>
              <a:spcBef>
                <a:spcPts val="0"/>
              </a:spcBef>
              <a:spcAft>
                <a:spcPts val="0"/>
              </a:spcAft>
              <a:buSzPts val="1000"/>
              <a:buNone/>
              <a:defRPr sz="1200"/>
            </a:lvl8pPr>
            <a:lvl9pPr lvl="8" algn="l">
              <a:lnSpc>
                <a:spcPct val="85000"/>
              </a:lnSpc>
              <a:spcBef>
                <a:spcPts val="0"/>
              </a:spcBef>
              <a:spcAft>
                <a:spcPts val="0"/>
              </a:spcAft>
              <a:buSzPts val="1000"/>
              <a:buNone/>
              <a:defRPr sz="1200"/>
            </a:lvl9pPr>
          </a:lstStyle>
          <a:p>
            <a:endParaRPr/>
          </a:p>
        </p:txBody>
      </p:sp>
      <p:sp>
        <p:nvSpPr>
          <p:cNvPr id="799" name="Google Shape;799;p88"/>
          <p:cNvSpPr txBox="1">
            <a:spLocks noGrp="1"/>
          </p:cNvSpPr>
          <p:nvPr>
            <p:ph type="subTitle" idx="13"/>
          </p:nvPr>
        </p:nvSpPr>
        <p:spPr>
          <a:xfrm>
            <a:off x="2454069" y="2630400"/>
            <a:ext cx="2051400" cy="498900"/>
          </a:xfrm>
          <a:prstGeom prst="rect">
            <a:avLst/>
          </a:prstGeom>
          <a:noFill/>
          <a:ln>
            <a:noFill/>
          </a:ln>
        </p:spPr>
        <p:txBody>
          <a:bodyPr spcFirstLastPara="1" wrap="square" lIns="182875" tIns="182875" rIns="182875" bIns="0" anchor="t" anchorCtr="0">
            <a:noAutofit/>
          </a:bodyPr>
          <a:lstStyle>
            <a:lvl1pPr lvl="0" algn="l">
              <a:lnSpc>
                <a:spcPct val="85000"/>
              </a:lnSpc>
              <a:spcBef>
                <a:spcPts val="0"/>
              </a:spcBef>
              <a:spcAft>
                <a:spcPts val="0"/>
              </a:spcAft>
              <a:buClr>
                <a:schemeClr val="lt1"/>
              </a:buClr>
              <a:buSzPts val="1800"/>
              <a:buFont typeface="Instrument Sans SemiBold"/>
              <a:buNone/>
              <a:defRPr sz="1800">
                <a:latin typeface="Instrument Sans SemiBold"/>
                <a:ea typeface="Instrument Sans SemiBold"/>
                <a:cs typeface="Instrument Sans SemiBold"/>
                <a:sym typeface="Instrument Sans SemiBold"/>
              </a:defRPr>
            </a:lvl1pPr>
            <a:lvl2pPr lvl="1" algn="l">
              <a:lnSpc>
                <a:spcPct val="85000"/>
              </a:lnSpc>
              <a:spcBef>
                <a:spcPts val="0"/>
              </a:spcBef>
              <a:spcAft>
                <a:spcPts val="0"/>
              </a:spcAft>
              <a:buSzPts val="1000"/>
              <a:buNone/>
              <a:defRPr sz="1200"/>
            </a:lvl2pPr>
            <a:lvl3pPr lvl="2" algn="l">
              <a:lnSpc>
                <a:spcPct val="85000"/>
              </a:lnSpc>
              <a:spcBef>
                <a:spcPts val="0"/>
              </a:spcBef>
              <a:spcAft>
                <a:spcPts val="0"/>
              </a:spcAft>
              <a:buSzPts val="1000"/>
              <a:buNone/>
              <a:defRPr sz="1200"/>
            </a:lvl3pPr>
            <a:lvl4pPr lvl="3" algn="l">
              <a:lnSpc>
                <a:spcPct val="85000"/>
              </a:lnSpc>
              <a:spcBef>
                <a:spcPts val="0"/>
              </a:spcBef>
              <a:spcAft>
                <a:spcPts val="0"/>
              </a:spcAft>
              <a:buSzPts val="1000"/>
              <a:buNone/>
              <a:defRPr sz="1200"/>
            </a:lvl4pPr>
            <a:lvl5pPr lvl="4" algn="l">
              <a:lnSpc>
                <a:spcPct val="85000"/>
              </a:lnSpc>
              <a:spcBef>
                <a:spcPts val="0"/>
              </a:spcBef>
              <a:spcAft>
                <a:spcPts val="0"/>
              </a:spcAft>
              <a:buSzPts val="1000"/>
              <a:buNone/>
              <a:defRPr sz="1200"/>
            </a:lvl5pPr>
            <a:lvl6pPr lvl="5" algn="l">
              <a:lnSpc>
                <a:spcPct val="85000"/>
              </a:lnSpc>
              <a:spcBef>
                <a:spcPts val="0"/>
              </a:spcBef>
              <a:spcAft>
                <a:spcPts val="0"/>
              </a:spcAft>
              <a:buSzPts val="1000"/>
              <a:buNone/>
              <a:defRPr sz="1200"/>
            </a:lvl6pPr>
            <a:lvl7pPr lvl="6" algn="l">
              <a:lnSpc>
                <a:spcPct val="85000"/>
              </a:lnSpc>
              <a:spcBef>
                <a:spcPts val="0"/>
              </a:spcBef>
              <a:spcAft>
                <a:spcPts val="0"/>
              </a:spcAft>
              <a:buSzPts val="1000"/>
              <a:buNone/>
              <a:defRPr sz="1200"/>
            </a:lvl7pPr>
            <a:lvl8pPr lvl="7" algn="l">
              <a:lnSpc>
                <a:spcPct val="85000"/>
              </a:lnSpc>
              <a:spcBef>
                <a:spcPts val="0"/>
              </a:spcBef>
              <a:spcAft>
                <a:spcPts val="0"/>
              </a:spcAft>
              <a:buSzPts val="1000"/>
              <a:buNone/>
              <a:defRPr sz="1200"/>
            </a:lvl8pPr>
            <a:lvl9pPr lvl="8" algn="l">
              <a:lnSpc>
                <a:spcPct val="85000"/>
              </a:lnSpc>
              <a:spcBef>
                <a:spcPts val="0"/>
              </a:spcBef>
              <a:spcAft>
                <a:spcPts val="0"/>
              </a:spcAft>
              <a:buSzPts val="1000"/>
              <a:buNone/>
              <a:defRPr sz="1200"/>
            </a:lvl9pPr>
          </a:lstStyle>
          <a:p>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Project details">
  <p:cSld name="CUSTOM_8">
    <p:spTree>
      <p:nvGrpSpPr>
        <p:cNvPr id="1" name="Shape 800"/>
        <p:cNvGrpSpPr/>
        <p:nvPr/>
      </p:nvGrpSpPr>
      <p:grpSpPr>
        <a:xfrm>
          <a:off x="0" y="0"/>
          <a:ext cx="0" cy="0"/>
          <a:chOff x="0" y="0"/>
          <a:chExt cx="0" cy="0"/>
        </a:xfrm>
      </p:grpSpPr>
      <p:sp>
        <p:nvSpPr>
          <p:cNvPr id="801" name="Google Shape;801;p89"/>
          <p:cNvSpPr/>
          <p:nvPr/>
        </p:nvSpPr>
        <p:spPr>
          <a:xfrm>
            <a:off x="288400" y="474900"/>
            <a:ext cx="8568300" cy="4193700"/>
          </a:xfrm>
          <a:prstGeom prst="roundRect">
            <a:avLst>
              <a:gd name="adj" fmla="val 5525"/>
            </a:avLst>
          </a:prstGeom>
          <a:solidFill>
            <a:schemeClr val="lt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Instrument Sans"/>
              <a:ea typeface="Instrument Sans"/>
              <a:cs typeface="Instrument Sans"/>
              <a:sym typeface="Instrument Sans"/>
            </a:endParaRPr>
          </a:p>
        </p:txBody>
      </p:sp>
      <p:sp>
        <p:nvSpPr>
          <p:cNvPr id="802" name="Google Shape;802;p89"/>
          <p:cNvSpPr txBox="1">
            <a:spLocks noGrp="1"/>
          </p:cNvSpPr>
          <p:nvPr>
            <p:ph type="body" idx="1"/>
          </p:nvPr>
        </p:nvSpPr>
        <p:spPr>
          <a:xfrm>
            <a:off x="617750" y="775450"/>
            <a:ext cx="728100" cy="302100"/>
          </a:xfrm>
          <a:prstGeom prst="rect">
            <a:avLst/>
          </a:prstGeom>
          <a:noFill/>
          <a:ln>
            <a:noFill/>
          </a:ln>
        </p:spPr>
        <p:txBody>
          <a:bodyPr spcFirstLastPara="1" wrap="square" lIns="0" tIns="0" rIns="0" bIns="0" anchor="t" anchorCtr="0">
            <a:noAutofit/>
          </a:bodyPr>
          <a:lstStyle>
            <a:lvl1pPr marL="457200" lvl="0" indent="-228600" algn="l">
              <a:lnSpc>
                <a:spcPct val="115000"/>
              </a:lnSpc>
              <a:spcBef>
                <a:spcPts val="0"/>
              </a:spcBef>
              <a:spcAft>
                <a:spcPts val="0"/>
              </a:spcAft>
              <a:buSzPts val="1000"/>
              <a:buNone/>
              <a:defRPr/>
            </a:lvl1pPr>
            <a:lvl2pPr marL="914400" lvl="1" indent="-228600" algn="l">
              <a:lnSpc>
                <a:spcPct val="115000"/>
              </a:lnSpc>
              <a:spcBef>
                <a:spcPts val="0"/>
              </a:spcBef>
              <a:spcAft>
                <a:spcPts val="0"/>
              </a:spcAft>
              <a:buSzPts val="1000"/>
              <a:buNone/>
              <a:defRPr/>
            </a:lvl2pPr>
            <a:lvl3pPr marL="1371600" lvl="2" indent="-228600" algn="l">
              <a:lnSpc>
                <a:spcPct val="115000"/>
              </a:lnSpc>
              <a:spcBef>
                <a:spcPts val="0"/>
              </a:spcBef>
              <a:spcAft>
                <a:spcPts val="0"/>
              </a:spcAft>
              <a:buSzPts val="1000"/>
              <a:buNone/>
              <a:defRPr/>
            </a:lvl3pPr>
            <a:lvl4pPr marL="1828800" lvl="3" indent="-228600" algn="l">
              <a:lnSpc>
                <a:spcPct val="115000"/>
              </a:lnSpc>
              <a:spcBef>
                <a:spcPts val="0"/>
              </a:spcBef>
              <a:spcAft>
                <a:spcPts val="0"/>
              </a:spcAft>
              <a:buSzPts val="1000"/>
              <a:buNone/>
              <a:defRPr/>
            </a:lvl4pPr>
            <a:lvl5pPr marL="2286000" lvl="4" indent="-228600" algn="l">
              <a:lnSpc>
                <a:spcPct val="115000"/>
              </a:lnSpc>
              <a:spcBef>
                <a:spcPts val="0"/>
              </a:spcBef>
              <a:spcAft>
                <a:spcPts val="0"/>
              </a:spcAft>
              <a:buSzPts val="1000"/>
              <a:buNone/>
              <a:defRPr/>
            </a:lvl5pPr>
            <a:lvl6pPr marL="2743200" lvl="5" indent="-228600" algn="l">
              <a:lnSpc>
                <a:spcPct val="115000"/>
              </a:lnSpc>
              <a:spcBef>
                <a:spcPts val="0"/>
              </a:spcBef>
              <a:spcAft>
                <a:spcPts val="0"/>
              </a:spcAft>
              <a:buSzPts val="1000"/>
              <a:buNone/>
              <a:defRPr/>
            </a:lvl6pPr>
            <a:lvl7pPr marL="3200400" lvl="6" indent="-228600" algn="l">
              <a:lnSpc>
                <a:spcPct val="115000"/>
              </a:lnSpc>
              <a:spcBef>
                <a:spcPts val="0"/>
              </a:spcBef>
              <a:spcAft>
                <a:spcPts val="0"/>
              </a:spcAft>
              <a:buSzPts val="1000"/>
              <a:buNone/>
              <a:defRPr/>
            </a:lvl7pPr>
            <a:lvl8pPr marL="3657600" lvl="7" indent="-228600" algn="l">
              <a:lnSpc>
                <a:spcPct val="115000"/>
              </a:lnSpc>
              <a:spcBef>
                <a:spcPts val="0"/>
              </a:spcBef>
              <a:spcAft>
                <a:spcPts val="0"/>
              </a:spcAft>
              <a:buSzPts val="1000"/>
              <a:buNone/>
              <a:defRPr/>
            </a:lvl8pPr>
            <a:lvl9pPr marL="4114800" lvl="8" indent="-228600" algn="l">
              <a:lnSpc>
                <a:spcPct val="115000"/>
              </a:lnSpc>
              <a:spcBef>
                <a:spcPts val="0"/>
              </a:spcBef>
              <a:spcAft>
                <a:spcPts val="0"/>
              </a:spcAft>
              <a:buSzPts val="1000"/>
              <a:buNone/>
              <a:defRPr/>
            </a:lvl9pPr>
          </a:lstStyle>
          <a:p>
            <a:endParaRPr/>
          </a:p>
        </p:txBody>
      </p:sp>
      <p:sp>
        <p:nvSpPr>
          <p:cNvPr id="803" name="Google Shape;803;p89"/>
          <p:cNvSpPr txBox="1">
            <a:spLocks noGrp="1"/>
          </p:cNvSpPr>
          <p:nvPr>
            <p:ph type="body" idx="2"/>
          </p:nvPr>
        </p:nvSpPr>
        <p:spPr>
          <a:xfrm>
            <a:off x="617750" y="2630400"/>
            <a:ext cx="3889500" cy="1809600"/>
          </a:xfrm>
          <a:prstGeom prst="rect">
            <a:avLst/>
          </a:prstGeom>
          <a:noFill/>
          <a:ln>
            <a:noFill/>
          </a:ln>
        </p:spPr>
        <p:txBody>
          <a:bodyPr spcFirstLastPara="1" wrap="square" lIns="0" tIns="0" rIns="0" bIns="0" anchor="b" anchorCtr="0">
            <a:noAutofit/>
          </a:bodyPr>
          <a:lstStyle>
            <a:lvl1pPr marL="457200" lvl="0" indent="-228600" algn="l">
              <a:lnSpc>
                <a:spcPct val="115000"/>
              </a:lnSpc>
              <a:spcBef>
                <a:spcPts val="0"/>
              </a:spcBef>
              <a:spcAft>
                <a:spcPts val="0"/>
              </a:spcAft>
              <a:buSzPts val="1000"/>
              <a:buNone/>
              <a:defRPr/>
            </a:lvl1pPr>
            <a:lvl2pPr marL="914400" lvl="1" indent="-228600" algn="l">
              <a:lnSpc>
                <a:spcPct val="115000"/>
              </a:lnSpc>
              <a:spcBef>
                <a:spcPts val="0"/>
              </a:spcBef>
              <a:spcAft>
                <a:spcPts val="0"/>
              </a:spcAft>
              <a:buSzPts val="1000"/>
              <a:buNone/>
              <a:defRPr/>
            </a:lvl2pPr>
            <a:lvl3pPr marL="1371600" lvl="2" indent="-228600" algn="l">
              <a:lnSpc>
                <a:spcPct val="115000"/>
              </a:lnSpc>
              <a:spcBef>
                <a:spcPts val="0"/>
              </a:spcBef>
              <a:spcAft>
                <a:spcPts val="0"/>
              </a:spcAft>
              <a:buSzPts val="1000"/>
              <a:buNone/>
              <a:defRPr/>
            </a:lvl3pPr>
            <a:lvl4pPr marL="1828800" lvl="3" indent="-228600" algn="l">
              <a:lnSpc>
                <a:spcPct val="115000"/>
              </a:lnSpc>
              <a:spcBef>
                <a:spcPts val="0"/>
              </a:spcBef>
              <a:spcAft>
                <a:spcPts val="0"/>
              </a:spcAft>
              <a:buSzPts val="1000"/>
              <a:buNone/>
              <a:defRPr/>
            </a:lvl4pPr>
            <a:lvl5pPr marL="2286000" lvl="4" indent="-228600" algn="l">
              <a:lnSpc>
                <a:spcPct val="115000"/>
              </a:lnSpc>
              <a:spcBef>
                <a:spcPts val="0"/>
              </a:spcBef>
              <a:spcAft>
                <a:spcPts val="0"/>
              </a:spcAft>
              <a:buSzPts val="1000"/>
              <a:buNone/>
              <a:defRPr/>
            </a:lvl5pPr>
            <a:lvl6pPr marL="2743200" lvl="5" indent="-228600" algn="l">
              <a:lnSpc>
                <a:spcPct val="115000"/>
              </a:lnSpc>
              <a:spcBef>
                <a:spcPts val="0"/>
              </a:spcBef>
              <a:spcAft>
                <a:spcPts val="0"/>
              </a:spcAft>
              <a:buSzPts val="1000"/>
              <a:buNone/>
              <a:defRPr/>
            </a:lvl6pPr>
            <a:lvl7pPr marL="3200400" lvl="6" indent="-228600" algn="l">
              <a:lnSpc>
                <a:spcPct val="115000"/>
              </a:lnSpc>
              <a:spcBef>
                <a:spcPts val="0"/>
              </a:spcBef>
              <a:spcAft>
                <a:spcPts val="0"/>
              </a:spcAft>
              <a:buSzPts val="1000"/>
              <a:buNone/>
              <a:defRPr/>
            </a:lvl7pPr>
            <a:lvl8pPr marL="3657600" lvl="7" indent="-228600" algn="l">
              <a:lnSpc>
                <a:spcPct val="115000"/>
              </a:lnSpc>
              <a:spcBef>
                <a:spcPts val="0"/>
              </a:spcBef>
              <a:spcAft>
                <a:spcPts val="0"/>
              </a:spcAft>
              <a:buSzPts val="1000"/>
              <a:buNone/>
              <a:defRPr/>
            </a:lvl8pPr>
            <a:lvl9pPr marL="4114800" lvl="8" indent="-228600" algn="l">
              <a:lnSpc>
                <a:spcPct val="115000"/>
              </a:lnSpc>
              <a:spcBef>
                <a:spcPts val="0"/>
              </a:spcBef>
              <a:spcAft>
                <a:spcPts val="0"/>
              </a:spcAft>
              <a:buSzPts val="1000"/>
              <a:buNone/>
              <a:defRPr/>
            </a:lvl9pPr>
          </a:lstStyle>
          <a:p>
            <a:endParaRPr/>
          </a:p>
        </p:txBody>
      </p:sp>
      <p:sp>
        <p:nvSpPr>
          <p:cNvPr id="804" name="Google Shape;804;p89"/>
          <p:cNvSpPr>
            <a:spLocks noGrp="1"/>
          </p:cNvSpPr>
          <p:nvPr>
            <p:ph type="pic" idx="3"/>
          </p:nvPr>
        </p:nvSpPr>
        <p:spPr>
          <a:xfrm>
            <a:off x="6806700" y="1335775"/>
            <a:ext cx="1821600" cy="2563500"/>
          </a:xfrm>
          <a:prstGeom prst="roundRect">
            <a:avLst>
              <a:gd name="adj" fmla="val 13098"/>
            </a:avLst>
          </a:prstGeom>
          <a:noFill/>
          <a:ln>
            <a:noFill/>
          </a:ln>
        </p:spPr>
      </p:sp>
      <p:sp>
        <p:nvSpPr>
          <p:cNvPr id="805" name="Google Shape;805;p89"/>
          <p:cNvSpPr txBox="1">
            <a:spLocks noGrp="1"/>
          </p:cNvSpPr>
          <p:nvPr>
            <p:ph type="title"/>
          </p:nvPr>
        </p:nvSpPr>
        <p:spPr>
          <a:xfrm>
            <a:off x="622700" y="1323975"/>
            <a:ext cx="3889500" cy="9654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85000"/>
              </a:lnSpc>
              <a:spcBef>
                <a:spcPts val="0"/>
              </a:spcBef>
              <a:spcAft>
                <a:spcPts val="0"/>
              </a:spcAft>
              <a:buSzPts val="2400"/>
              <a:buNone/>
              <a:defRPr sz="2400"/>
            </a:lvl2pPr>
            <a:lvl3pPr lvl="2" algn="l">
              <a:lnSpc>
                <a:spcPct val="85000"/>
              </a:lnSpc>
              <a:spcBef>
                <a:spcPts val="0"/>
              </a:spcBef>
              <a:spcAft>
                <a:spcPts val="0"/>
              </a:spcAft>
              <a:buSzPts val="2400"/>
              <a:buNone/>
              <a:defRPr sz="2400"/>
            </a:lvl3pPr>
            <a:lvl4pPr lvl="3" algn="l">
              <a:lnSpc>
                <a:spcPct val="85000"/>
              </a:lnSpc>
              <a:spcBef>
                <a:spcPts val="0"/>
              </a:spcBef>
              <a:spcAft>
                <a:spcPts val="0"/>
              </a:spcAft>
              <a:buSzPts val="2400"/>
              <a:buNone/>
              <a:defRPr sz="2400"/>
            </a:lvl4pPr>
            <a:lvl5pPr lvl="4" algn="l">
              <a:lnSpc>
                <a:spcPct val="85000"/>
              </a:lnSpc>
              <a:spcBef>
                <a:spcPts val="0"/>
              </a:spcBef>
              <a:spcAft>
                <a:spcPts val="0"/>
              </a:spcAft>
              <a:buSzPts val="2400"/>
              <a:buNone/>
              <a:defRPr sz="2400"/>
            </a:lvl5pPr>
            <a:lvl6pPr lvl="5" algn="l">
              <a:lnSpc>
                <a:spcPct val="85000"/>
              </a:lnSpc>
              <a:spcBef>
                <a:spcPts val="0"/>
              </a:spcBef>
              <a:spcAft>
                <a:spcPts val="0"/>
              </a:spcAft>
              <a:buSzPts val="2400"/>
              <a:buNone/>
              <a:defRPr sz="2400"/>
            </a:lvl6pPr>
            <a:lvl7pPr lvl="6" algn="l">
              <a:lnSpc>
                <a:spcPct val="85000"/>
              </a:lnSpc>
              <a:spcBef>
                <a:spcPts val="0"/>
              </a:spcBef>
              <a:spcAft>
                <a:spcPts val="0"/>
              </a:spcAft>
              <a:buSzPts val="2400"/>
              <a:buNone/>
              <a:defRPr sz="2400"/>
            </a:lvl7pPr>
            <a:lvl8pPr lvl="7" algn="l">
              <a:lnSpc>
                <a:spcPct val="85000"/>
              </a:lnSpc>
              <a:spcBef>
                <a:spcPts val="0"/>
              </a:spcBef>
              <a:spcAft>
                <a:spcPts val="0"/>
              </a:spcAft>
              <a:buSzPts val="2400"/>
              <a:buNone/>
              <a:defRPr sz="2400"/>
            </a:lvl8pPr>
            <a:lvl9pPr lvl="8" algn="l">
              <a:lnSpc>
                <a:spcPct val="85000"/>
              </a:lnSpc>
              <a:spcBef>
                <a:spcPts val="0"/>
              </a:spcBef>
              <a:spcAft>
                <a:spcPts val="0"/>
              </a:spcAft>
              <a:buSzPts val="2400"/>
              <a:buNone/>
              <a:defRPr sz="2400"/>
            </a:lvl9pPr>
          </a:lstStyle>
          <a:p>
            <a:endParaRPr/>
          </a:p>
        </p:txBody>
      </p:sp>
      <p:sp>
        <p:nvSpPr>
          <p:cNvPr id="806" name="Google Shape;806;p89"/>
          <p:cNvSpPr txBox="1">
            <a:spLocks noGrp="1"/>
          </p:cNvSpPr>
          <p:nvPr>
            <p:ph type="subTitle" idx="4"/>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807" name="Google Shape;807;p89"/>
          <p:cNvSpPr txBox="1">
            <a:spLocks noGrp="1"/>
          </p:cNvSpPr>
          <p:nvPr>
            <p:ph type="subTitle" idx="5"/>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808" name="Google Shape;808;p89"/>
          <p:cNvSpPr txBox="1">
            <a:spLocks noGrp="1"/>
          </p:cNvSpPr>
          <p:nvPr>
            <p:ph type="body" idx="6"/>
          </p:nvPr>
        </p:nvSpPr>
        <p:spPr>
          <a:xfrm>
            <a:off x="4629475" y="2513100"/>
            <a:ext cx="2055000" cy="1926600"/>
          </a:xfrm>
          <a:prstGeom prst="rect">
            <a:avLst/>
          </a:prstGeom>
          <a:noFill/>
          <a:ln>
            <a:noFill/>
          </a:ln>
        </p:spPr>
        <p:txBody>
          <a:bodyPr spcFirstLastPara="1" wrap="square" lIns="91425" tIns="91425" rIns="91425" bIns="91425" anchor="b" anchorCtr="0">
            <a:noAutofit/>
          </a:bodyPr>
          <a:lstStyle>
            <a:lvl1pPr marL="457200" lvl="0" indent="-228600" algn="l">
              <a:lnSpc>
                <a:spcPct val="115000"/>
              </a:lnSpc>
              <a:spcBef>
                <a:spcPts val="0"/>
              </a:spcBef>
              <a:spcAft>
                <a:spcPts val="0"/>
              </a:spcAft>
              <a:buSzPts val="1000"/>
              <a:buNone/>
              <a:defRPr/>
            </a:lvl1pPr>
            <a:lvl2pPr marL="914400" lvl="1" indent="-228600" algn="l">
              <a:lnSpc>
                <a:spcPct val="115000"/>
              </a:lnSpc>
              <a:spcBef>
                <a:spcPts val="0"/>
              </a:spcBef>
              <a:spcAft>
                <a:spcPts val="0"/>
              </a:spcAft>
              <a:buSzPts val="1000"/>
              <a:buNone/>
              <a:defRPr/>
            </a:lvl2pPr>
            <a:lvl3pPr marL="1371600" lvl="2" indent="-228600" algn="l">
              <a:lnSpc>
                <a:spcPct val="115000"/>
              </a:lnSpc>
              <a:spcBef>
                <a:spcPts val="0"/>
              </a:spcBef>
              <a:spcAft>
                <a:spcPts val="0"/>
              </a:spcAft>
              <a:buSzPts val="1000"/>
              <a:buNone/>
              <a:defRPr/>
            </a:lvl3pPr>
            <a:lvl4pPr marL="1828800" lvl="3" indent="-228600" algn="l">
              <a:lnSpc>
                <a:spcPct val="115000"/>
              </a:lnSpc>
              <a:spcBef>
                <a:spcPts val="0"/>
              </a:spcBef>
              <a:spcAft>
                <a:spcPts val="0"/>
              </a:spcAft>
              <a:buSzPts val="1000"/>
              <a:buNone/>
              <a:defRPr/>
            </a:lvl4pPr>
            <a:lvl5pPr marL="2286000" lvl="4" indent="-228600" algn="l">
              <a:lnSpc>
                <a:spcPct val="115000"/>
              </a:lnSpc>
              <a:spcBef>
                <a:spcPts val="0"/>
              </a:spcBef>
              <a:spcAft>
                <a:spcPts val="0"/>
              </a:spcAft>
              <a:buSzPts val="1000"/>
              <a:buNone/>
              <a:defRPr/>
            </a:lvl5pPr>
            <a:lvl6pPr marL="2743200" lvl="5" indent="-228600" algn="l">
              <a:lnSpc>
                <a:spcPct val="115000"/>
              </a:lnSpc>
              <a:spcBef>
                <a:spcPts val="0"/>
              </a:spcBef>
              <a:spcAft>
                <a:spcPts val="0"/>
              </a:spcAft>
              <a:buSzPts val="1000"/>
              <a:buNone/>
              <a:defRPr/>
            </a:lvl6pPr>
            <a:lvl7pPr marL="3200400" lvl="6" indent="-228600" algn="l">
              <a:lnSpc>
                <a:spcPct val="115000"/>
              </a:lnSpc>
              <a:spcBef>
                <a:spcPts val="0"/>
              </a:spcBef>
              <a:spcAft>
                <a:spcPts val="0"/>
              </a:spcAft>
              <a:buSzPts val="1000"/>
              <a:buNone/>
              <a:defRPr/>
            </a:lvl7pPr>
            <a:lvl8pPr marL="3657600" lvl="7" indent="-228600" algn="l">
              <a:lnSpc>
                <a:spcPct val="115000"/>
              </a:lnSpc>
              <a:spcBef>
                <a:spcPts val="0"/>
              </a:spcBef>
              <a:spcAft>
                <a:spcPts val="0"/>
              </a:spcAft>
              <a:buSzPts val="1000"/>
              <a:buNone/>
              <a:defRPr/>
            </a:lvl8pPr>
            <a:lvl9pPr marL="4114800" lvl="8" indent="-228600" algn="l">
              <a:lnSpc>
                <a:spcPct val="115000"/>
              </a:lnSpc>
              <a:spcBef>
                <a:spcPts val="0"/>
              </a:spcBef>
              <a:spcAft>
                <a:spcPts val="0"/>
              </a:spcAft>
              <a:buSzPts val="1000"/>
              <a:buNone/>
              <a:defRPr/>
            </a:lvl9pPr>
          </a:lstStyle>
          <a:p>
            <a:endParaRPr/>
          </a:p>
        </p:txBody>
      </p:sp>
      <p:sp>
        <p:nvSpPr>
          <p:cNvPr id="809" name="Google Shape;809;p89"/>
          <p:cNvSpPr txBox="1">
            <a:spLocks noGrp="1"/>
          </p:cNvSpPr>
          <p:nvPr>
            <p:ph type="subTitle" idx="7"/>
          </p:nvPr>
        </p:nvSpPr>
        <p:spPr>
          <a:xfrm>
            <a:off x="4783900" y="1539225"/>
            <a:ext cx="1821600" cy="5685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1000"/>
              <a:buNone/>
              <a:defRPr sz="1200" b="1"/>
            </a:lvl1pPr>
            <a:lvl2pPr lvl="1" algn="l">
              <a:lnSpc>
                <a:spcPct val="115000"/>
              </a:lnSpc>
              <a:spcBef>
                <a:spcPts val="0"/>
              </a:spcBef>
              <a:spcAft>
                <a:spcPts val="0"/>
              </a:spcAft>
              <a:buClr>
                <a:schemeClr val="lt1"/>
              </a:buClr>
              <a:buSzPts val="1400"/>
              <a:buFont typeface="Instrument Sans"/>
              <a:buNone/>
              <a:defRPr>
                <a:solidFill>
                  <a:schemeClr val="lt1"/>
                </a:solidFill>
              </a:defRPr>
            </a:lvl2pPr>
            <a:lvl3pPr lvl="2" algn="l">
              <a:lnSpc>
                <a:spcPct val="115000"/>
              </a:lnSpc>
              <a:spcBef>
                <a:spcPts val="0"/>
              </a:spcBef>
              <a:spcAft>
                <a:spcPts val="0"/>
              </a:spcAft>
              <a:buClr>
                <a:schemeClr val="lt1"/>
              </a:buClr>
              <a:buSzPts val="1400"/>
              <a:buFont typeface="Instrument Sans"/>
              <a:buNone/>
              <a:defRPr>
                <a:solidFill>
                  <a:schemeClr val="lt1"/>
                </a:solidFill>
              </a:defRPr>
            </a:lvl3pPr>
            <a:lvl4pPr lvl="3" algn="l">
              <a:lnSpc>
                <a:spcPct val="115000"/>
              </a:lnSpc>
              <a:spcBef>
                <a:spcPts val="0"/>
              </a:spcBef>
              <a:spcAft>
                <a:spcPts val="0"/>
              </a:spcAft>
              <a:buClr>
                <a:schemeClr val="lt1"/>
              </a:buClr>
              <a:buSzPts val="1400"/>
              <a:buFont typeface="Instrument Sans"/>
              <a:buNone/>
              <a:defRPr>
                <a:solidFill>
                  <a:schemeClr val="lt1"/>
                </a:solidFill>
              </a:defRPr>
            </a:lvl4pPr>
            <a:lvl5pPr lvl="4" algn="l">
              <a:lnSpc>
                <a:spcPct val="115000"/>
              </a:lnSpc>
              <a:spcBef>
                <a:spcPts val="0"/>
              </a:spcBef>
              <a:spcAft>
                <a:spcPts val="0"/>
              </a:spcAft>
              <a:buClr>
                <a:schemeClr val="lt1"/>
              </a:buClr>
              <a:buSzPts val="1400"/>
              <a:buFont typeface="Instrument Sans"/>
              <a:buNone/>
              <a:defRPr>
                <a:solidFill>
                  <a:schemeClr val="lt1"/>
                </a:solidFill>
              </a:defRPr>
            </a:lvl5pPr>
            <a:lvl6pPr lvl="5" algn="l">
              <a:lnSpc>
                <a:spcPct val="115000"/>
              </a:lnSpc>
              <a:spcBef>
                <a:spcPts val="0"/>
              </a:spcBef>
              <a:spcAft>
                <a:spcPts val="0"/>
              </a:spcAft>
              <a:buClr>
                <a:schemeClr val="lt1"/>
              </a:buClr>
              <a:buSzPts val="1400"/>
              <a:buFont typeface="Instrument Sans"/>
              <a:buNone/>
              <a:defRPr>
                <a:solidFill>
                  <a:schemeClr val="lt1"/>
                </a:solidFill>
              </a:defRPr>
            </a:lvl6pPr>
            <a:lvl7pPr lvl="6" algn="l">
              <a:lnSpc>
                <a:spcPct val="115000"/>
              </a:lnSpc>
              <a:spcBef>
                <a:spcPts val="0"/>
              </a:spcBef>
              <a:spcAft>
                <a:spcPts val="0"/>
              </a:spcAft>
              <a:buClr>
                <a:schemeClr val="lt1"/>
              </a:buClr>
              <a:buSzPts val="1400"/>
              <a:buFont typeface="Instrument Sans"/>
              <a:buNone/>
              <a:defRPr>
                <a:solidFill>
                  <a:schemeClr val="lt1"/>
                </a:solidFill>
              </a:defRPr>
            </a:lvl7pPr>
            <a:lvl8pPr lvl="7" algn="l">
              <a:lnSpc>
                <a:spcPct val="115000"/>
              </a:lnSpc>
              <a:spcBef>
                <a:spcPts val="0"/>
              </a:spcBef>
              <a:spcAft>
                <a:spcPts val="0"/>
              </a:spcAft>
              <a:buClr>
                <a:schemeClr val="lt1"/>
              </a:buClr>
              <a:buSzPts val="1400"/>
              <a:buFont typeface="Instrument Sans"/>
              <a:buNone/>
              <a:defRPr>
                <a:solidFill>
                  <a:schemeClr val="lt1"/>
                </a:solidFill>
              </a:defRPr>
            </a:lvl8pPr>
            <a:lvl9pPr lvl="8" algn="l">
              <a:lnSpc>
                <a:spcPct val="115000"/>
              </a:lnSpc>
              <a:spcBef>
                <a:spcPts val="0"/>
              </a:spcBef>
              <a:spcAft>
                <a:spcPts val="0"/>
              </a:spcAft>
              <a:buClr>
                <a:schemeClr val="lt1"/>
              </a:buClr>
              <a:buSzPts val="1400"/>
              <a:buFont typeface="Instrument Sans"/>
              <a:buNone/>
              <a:defRPr>
                <a:solidFill>
                  <a:schemeClr val="lt1"/>
                </a:solidFill>
              </a:defRPr>
            </a:lvl9pPr>
          </a:lstStyle>
          <a:p>
            <a:endParaRPr/>
          </a:p>
        </p:txBody>
      </p:sp>
      <p:sp>
        <p:nvSpPr>
          <p:cNvPr id="810" name="Google Shape;810;p89"/>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Project details 2">
  <p:cSld name="CUSTOM_8_1">
    <p:spTree>
      <p:nvGrpSpPr>
        <p:cNvPr id="1" name="Shape 811"/>
        <p:cNvGrpSpPr/>
        <p:nvPr/>
      </p:nvGrpSpPr>
      <p:grpSpPr>
        <a:xfrm>
          <a:off x="0" y="0"/>
          <a:ext cx="0" cy="0"/>
          <a:chOff x="0" y="0"/>
          <a:chExt cx="0" cy="0"/>
        </a:xfrm>
      </p:grpSpPr>
      <p:sp>
        <p:nvSpPr>
          <p:cNvPr id="812" name="Google Shape;812;p90"/>
          <p:cNvSpPr/>
          <p:nvPr/>
        </p:nvSpPr>
        <p:spPr>
          <a:xfrm>
            <a:off x="288400" y="474900"/>
            <a:ext cx="8568300" cy="4193700"/>
          </a:xfrm>
          <a:prstGeom prst="roundRect">
            <a:avLst>
              <a:gd name="adj" fmla="val 5525"/>
            </a:avLst>
          </a:prstGeom>
          <a:solidFill>
            <a:schemeClr val="lt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Instrument Sans"/>
              <a:ea typeface="Instrument Sans"/>
              <a:cs typeface="Instrument Sans"/>
              <a:sym typeface="Instrument Sans"/>
            </a:endParaRPr>
          </a:p>
        </p:txBody>
      </p:sp>
      <p:sp>
        <p:nvSpPr>
          <p:cNvPr id="813" name="Google Shape;813;p90"/>
          <p:cNvSpPr txBox="1">
            <a:spLocks noGrp="1"/>
          </p:cNvSpPr>
          <p:nvPr>
            <p:ph type="body" idx="1"/>
          </p:nvPr>
        </p:nvSpPr>
        <p:spPr>
          <a:xfrm>
            <a:off x="617750" y="775450"/>
            <a:ext cx="728100" cy="302100"/>
          </a:xfrm>
          <a:prstGeom prst="rect">
            <a:avLst/>
          </a:prstGeom>
          <a:noFill/>
          <a:ln>
            <a:noFill/>
          </a:ln>
        </p:spPr>
        <p:txBody>
          <a:bodyPr spcFirstLastPara="1" wrap="square" lIns="0" tIns="0" rIns="0" bIns="0" anchor="t" anchorCtr="0">
            <a:noAutofit/>
          </a:bodyPr>
          <a:lstStyle>
            <a:lvl1pPr marL="457200" lvl="0" indent="-228600" algn="l">
              <a:lnSpc>
                <a:spcPct val="115000"/>
              </a:lnSpc>
              <a:spcBef>
                <a:spcPts val="0"/>
              </a:spcBef>
              <a:spcAft>
                <a:spcPts val="0"/>
              </a:spcAft>
              <a:buSzPts val="1000"/>
              <a:buNone/>
              <a:defRPr/>
            </a:lvl1pPr>
            <a:lvl2pPr marL="914400" lvl="1" indent="-228600" algn="l">
              <a:lnSpc>
                <a:spcPct val="115000"/>
              </a:lnSpc>
              <a:spcBef>
                <a:spcPts val="0"/>
              </a:spcBef>
              <a:spcAft>
                <a:spcPts val="0"/>
              </a:spcAft>
              <a:buSzPts val="1000"/>
              <a:buNone/>
              <a:defRPr/>
            </a:lvl2pPr>
            <a:lvl3pPr marL="1371600" lvl="2" indent="-228600" algn="l">
              <a:lnSpc>
                <a:spcPct val="115000"/>
              </a:lnSpc>
              <a:spcBef>
                <a:spcPts val="0"/>
              </a:spcBef>
              <a:spcAft>
                <a:spcPts val="0"/>
              </a:spcAft>
              <a:buSzPts val="1000"/>
              <a:buNone/>
              <a:defRPr/>
            </a:lvl3pPr>
            <a:lvl4pPr marL="1828800" lvl="3" indent="-228600" algn="l">
              <a:lnSpc>
                <a:spcPct val="115000"/>
              </a:lnSpc>
              <a:spcBef>
                <a:spcPts val="0"/>
              </a:spcBef>
              <a:spcAft>
                <a:spcPts val="0"/>
              </a:spcAft>
              <a:buSzPts val="1000"/>
              <a:buNone/>
              <a:defRPr/>
            </a:lvl4pPr>
            <a:lvl5pPr marL="2286000" lvl="4" indent="-228600" algn="l">
              <a:lnSpc>
                <a:spcPct val="115000"/>
              </a:lnSpc>
              <a:spcBef>
                <a:spcPts val="0"/>
              </a:spcBef>
              <a:spcAft>
                <a:spcPts val="0"/>
              </a:spcAft>
              <a:buSzPts val="1000"/>
              <a:buNone/>
              <a:defRPr/>
            </a:lvl5pPr>
            <a:lvl6pPr marL="2743200" lvl="5" indent="-228600" algn="l">
              <a:lnSpc>
                <a:spcPct val="115000"/>
              </a:lnSpc>
              <a:spcBef>
                <a:spcPts val="0"/>
              </a:spcBef>
              <a:spcAft>
                <a:spcPts val="0"/>
              </a:spcAft>
              <a:buSzPts val="1000"/>
              <a:buNone/>
              <a:defRPr/>
            </a:lvl6pPr>
            <a:lvl7pPr marL="3200400" lvl="6" indent="-228600" algn="l">
              <a:lnSpc>
                <a:spcPct val="115000"/>
              </a:lnSpc>
              <a:spcBef>
                <a:spcPts val="0"/>
              </a:spcBef>
              <a:spcAft>
                <a:spcPts val="0"/>
              </a:spcAft>
              <a:buSzPts val="1000"/>
              <a:buNone/>
              <a:defRPr/>
            </a:lvl7pPr>
            <a:lvl8pPr marL="3657600" lvl="7" indent="-228600" algn="l">
              <a:lnSpc>
                <a:spcPct val="115000"/>
              </a:lnSpc>
              <a:spcBef>
                <a:spcPts val="0"/>
              </a:spcBef>
              <a:spcAft>
                <a:spcPts val="0"/>
              </a:spcAft>
              <a:buSzPts val="1000"/>
              <a:buNone/>
              <a:defRPr/>
            </a:lvl8pPr>
            <a:lvl9pPr marL="4114800" lvl="8" indent="-228600" algn="l">
              <a:lnSpc>
                <a:spcPct val="115000"/>
              </a:lnSpc>
              <a:spcBef>
                <a:spcPts val="0"/>
              </a:spcBef>
              <a:spcAft>
                <a:spcPts val="0"/>
              </a:spcAft>
              <a:buSzPts val="1000"/>
              <a:buNone/>
              <a:defRPr/>
            </a:lvl9pPr>
          </a:lstStyle>
          <a:p>
            <a:endParaRPr/>
          </a:p>
        </p:txBody>
      </p:sp>
      <p:sp>
        <p:nvSpPr>
          <p:cNvPr id="814" name="Google Shape;814;p90"/>
          <p:cNvSpPr txBox="1">
            <a:spLocks noGrp="1"/>
          </p:cNvSpPr>
          <p:nvPr>
            <p:ph type="body" idx="2"/>
          </p:nvPr>
        </p:nvSpPr>
        <p:spPr>
          <a:xfrm>
            <a:off x="617750" y="2630400"/>
            <a:ext cx="3889500" cy="1809600"/>
          </a:xfrm>
          <a:prstGeom prst="rect">
            <a:avLst/>
          </a:prstGeom>
          <a:noFill/>
          <a:ln>
            <a:noFill/>
          </a:ln>
        </p:spPr>
        <p:txBody>
          <a:bodyPr spcFirstLastPara="1" wrap="square" lIns="0" tIns="0" rIns="0" bIns="0" anchor="b" anchorCtr="0">
            <a:noAutofit/>
          </a:bodyPr>
          <a:lstStyle>
            <a:lvl1pPr marL="457200" lvl="0" indent="-228600" algn="l">
              <a:lnSpc>
                <a:spcPct val="115000"/>
              </a:lnSpc>
              <a:spcBef>
                <a:spcPts val="0"/>
              </a:spcBef>
              <a:spcAft>
                <a:spcPts val="0"/>
              </a:spcAft>
              <a:buSzPts val="1000"/>
              <a:buNone/>
              <a:defRPr/>
            </a:lvl1pPr>
            <a:lvl2pPr marL="914400" lvl="1" indent="-228600" algn="l">
              <a:lnSpc>
                <a:spcPct val="115000"/>
              </a:lnSpc>
              <a:spcBef>
                <a:spcPts val="0"/>
              </a:spcBef>
              <a:spcAft>
                <a:spcPts val="0"/>
              </a:spcAft>
              <a:buSzPts val="1000"/>
              <a:buNone/>
              <a:defRPr/>
            </a:lvl2pPr>
            <a:lvl3pPr marL="1371600" lvl="2" indent="-228600" algn="l">
              <a:lnSpc>
                <a:spcPct val="115000"/>
              </a:lnSpc>
              <a:spcBef>
                <a:spcPts val="0"/>
              </a:spcBef>
              <a:spcAft>
                <a:spcPts val="0"/>
              </a:spcAft>
              <a:buSzPts val="1000"/>
              <a:buNone/>
              <a:defRPr/>
            </a:lvl3pPr>
            <a:lvl4pPr marL="1828800" lvl="3" indent="-228600" algn="l">
              <a:lnSpc>
                <a:spcPct val="115000"/>
              </a:lnSpc>
              <a:spcBef>
                <a:spcPts val="0"/>
              </a:spcBef>
              <a:spcAft>
                <a:spcPts val="0"/>
              </a:spcAft>
              <a:buSzPts val="1000"/>
              <a:buNone/>
              <a:defRPr/>
            </a:lvl4pPr>
            <a:lvl5pPr marL="2286000" lvl="4" indent="-228600" algn="l">
              <a:lnSpc>
                <a:spcPct val="115000"/>
              </a:lnSpc>
              <a:spcBef>
                <a:spcPts val="0"/>
              </a:spcBef>
              <a:spcAft>
                <a:spcPts val="0"/>
              </a:spcAft>
              <a:buSzPts val="1000"/>
              <a:buNone/>
              <a:defRPr/>
            </a:lvl5pPr>
            <a:lvl6pPr marL="2743200" lvl="5" indent="-228600" algn="l">
              <a:lnSpc>
                <a:spcPct val="115000"/>
              </a:lnSpc>
              <a:spcBef>
                <a:spcPts val="0"/>
              </a:spcBef>
              <a:spcAft>
                <a:spcPts val="0"/>
              </a:spcAft>
              <a:buSzPts val="1000"/>
              <a:buNone/>
              <a:defRPr/>
            </a:lvl6pPr>
            <a:lvl7pPr marL="3200400" lvl="6" indent="-228600" algn="l">
              <a:lnSpc>
                <a:spcPct val="115000"/>
              </a:lnSpc>
              <a:spcBef>
                <a:spcPts val="0"/>
              </a:spcBef>
              <a:spcAft>
                <a:spcPts val="0"/>
              </a:spcAft>
              <a:buSzPts val="1000"/>
              <a:buNone/>
              <a:defRPr/>
            </a:lvl7pPr>
            <a:lvl8pPr marL="3657600" lvl="7" indent="-228600" algn="l">
              <a:lnSpc>
                <a:spcPct val="115000"/>
              </a:lnSpc>
              <a:spcBef>
                <a:spcPts val="0"/>
              </a:spcBef>
              <a:spcAft>
                <a:spcPts val="0"/>
              </a:spcAft>
              <a:buSzPts val="1000"/>
              <a:buNone/>
              <a:defRPr/>
            </a:lvl8pPr>
            <a:lvl9pPr marL="4114800" lvl="8" indent="-228600" algn="l">
              <a:lnSpc>
                <a:spcPct val="115000"/>
              </a:lnSpc>
              <a:spcBef>
                <a:spcPts val="0"/>
              </a:spcBef>
              <a:spcAft>
                <a:spcPts val="0"/>
              </a:spcAft>
              <a:buSzPts val="1000"/>
              <a:buNone/>
              <a:defRPr/>
            </a:lvl9pPr>
          </a:lstStyle>
          <a:p>
            <a:endParaRPr/>
          </a:p>
        </p:txBody>
      </p:sp>
      <p:sp>
        <p:nvSpPr>
          <p:cNvPr id="815" name="Google Shape;815;p90"/>
          <p:cNvSpPr txBox="1">
            <a:spLocks noGrp="1"/>
          </p:cNvSpPr>
          <p:nvPr>
            <p:ph type="title"/>
          </p:nvPr>
        </p:nvSpPr>
        <p:spPr>
          <a:xfrm>
            <a:off x="622700" y="1323975"/>
            <a:ext cx="3889500" cy="9654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85000"/>
              </a:lnSpc>
              <a:spcBef>
                <a:spcPts val="0"/>
              </a:spcBef>
              <a:spcAft>
                <a:spcPts val="0"/>
              </a:spcAft>
              <a:buSzPts val="2400"/>
              <a:buNone/>
              <a:defRPr sz="2400"/>
            </a:lvl2pPr>
            <a:lvl3pPr lvl="2" algn="l">
              <a:lnSpc>
                <a:spcPct val="85000"/>
              </a:lnSpc>
              <a:spcBef>
                <a:spcPts val="0"/>
              </a:spcBef>
              <a:spcAft>
                <a:spcPts val="0"/>
              </a:spcAft>
              <a:buSzPts val="2400"/>
              <a:buNone/>
              <a:defRPr sz="2400"/>
            </a:lvl3pPr>
            <a:lvl4pPr lvl="3" algn="l">
              <a:lnSpc>
                <a:spcPct val="85000"/>
              </a:lnSpc>
              <a:spcBef>
                <a:spcPts val="0"/>
              </a:spcBef>
              <a:spcAft>
                <a:spcPts val="0"/>
              </a:spcAft>
              <a:buSzPts val="2400"/>
              <a:buNone/>
              <a:defRPr sz="2400"/>
            </a:lvl4pPr>
            <a:lvl5pPr lvl="4" algn="l">
              <a:lnSpc>
                <a:spcPct val="85000"/>
              </a:lnSpc>
              <a:spcBef>
                <a:spcPts val="0"/>
              </a:spcBef>
              <a:spcAft>
                <a:spcPts val="0"/>
              </a:spcAft>
              <a:buSzPts val="2400"/>
              <a:buNone/>
              <a:defRPr sz="2400"/>
            </a:lvl5pPr>
            <a:lvl6pPr lvl="5" algn="l">
              <a:lnSpc>
                <a:spcPct val="85000"/>
              </a:lnSpc>
              <a:spcBef>
                <a:spcPts val="0"/>
              </a:spcBef>
              <a:spcAft>
                <a:spcPts val="0"/>
              </a:spcAft>
              <a:buSzPts val="2400"/>
              <a:buNone/>
              <a:defRPr sz="2400"/>
            </a:lvl6pPr>
            <a:lvl7pPr lvl="6" algn="l">
              <a:lnSpc>
                <a:spcPct val="85000"/>
              </a:lnSpc>
              <a:spcBef>
                <a:spcPts val="0"/>
              </a:spcBef>
              <a:spcAft>
                <a:spcPts val="0"/>
              </a:spcAft>
              <a:buSzPts val="2400"/>
              <a:buNone/>
              <a:defRPr sz="2400"/>
            </a:lvl7pPr>
            <a:lvl8pPr lvl="7" algn="l">
              <a:lnSpc>
                <a:spcPct val="85000"/>
              </a:lnSpc>
              <a:spcBef>
                <a:spcPts val="0"/>
              </a:spcBef>
              <a:spcAft>
                <a:spcPts val="0"/>
              </a:spcAft>
              <a:buSzPts val="2400"/>
              <a:buNone/>
              <a:defRPr sz="2400"/>
            </a:lvl8pPr>
            <a:lvl9pPr lvl="8" algn="l">
              <a:lnSpc>
                <a:spcPct val="85000"/>
              </a:lnSpc>
              <a:spcBef>
                <a:spcPts val="0"/>
              </a:spcBef>
              <a:spcAft>
                <a:spcPts val="0"/>
              </a:spcAft>
              <a:buSzPts val="2400"/>
              <a:buNone/>
              <a:defRPr sz="2400"/>
            </a:lvl9pPr>
          </a:lstStyle>
          <a:p>
            <a:endParaRPr/>
          </a:p>
        </p:txBody>
      </p:sp>
      <p:sp>
        <p:nvSpPr>
          <p:cNvPr id="816" name="Google Shape;816;p90"/>
          <p:cNvSpPr txBox="1">
            <a:spLocks noGrp="1"/>
          </p:cNvSpPr>
          <p:nvPr>
            <p:ph type="subTitle" idx="3"/>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817" name="Google Shape;817;p90"/>
          <p:cNvSpPr txBox="1">
            <a:spLocks noGrp="1"/>
          </p:cNvSpPr>
          <p:nvPr>
            <p:ph type="subTitle" idx="4"/>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818" name="Google Shape;818;p90"/>
          <p:cNvSpPr txBox="1">
            <a:spLocks noGrp="1"/>
          </p:cNvSpPr>
          <p:nvPr>
            <p:ph type="body" idx="5"/>
          </p:nvPr>
        </p:nvSpPr>
        <p:spPr>
          <a:xfrm>
            <a:off x="4629475" y="2513100"/>
            <a:ext cx="2055000" cy="1926600"/>
          </a:xfrm>
          <a:prstGeom prst="rect">
            <a:avLst/>
          </a:prstGeom>
          <a:noFill/>
          <a:ln>
            <a:noFill/>
          </a:ln>
        </p:spPr>
        <p:txBody>
          <a:bodyPr spcFirstLastPara="1" wrap="square" lIns="91425" tIns="91425" rIns="91425" bIns="91425" anchor="b" anchorCtr="0">
            <a:noAutofit/>
          </a:bodyPr>
          <a:lstStyle>
            <a:lvl1pPr marL="457200" lvl="0" indent="-228600" algn="l">
              <a:lnSpc>
                <a:spcPct val="115000"/>
              </a:lnSpc>
              <a:spcBef>
                <a:spcPts val="0"/>
              </a:spcBef>
              <a:spcAft>
                <a:spcPts val="0"/>
              </a:spcAft>
              <a:buSzPts val="1000"/>
              <a:buNone/>
              <a:defRPr/>
            </a:lvl1pPr>
            <a:lvl2pPr marL="914400" lvl="1" indent="-228600" algn="l">
              <a:lnSpc>
                <a:spcPct val="115000"/>
              </a:lnSpc>
              <a:spcBef>
                <a:spcPts val="0"/>
              </a:spcBef>
              <a:spcAft>
                <a:spcPts val="0"/>
              </a:spcAft>
              <a:buSzPts val="1000"/>
              <a:buNone/>
              <a:defRPr/>
            </a:lvl2pPr>
            <a:lvl3pPr marL="1371600" lvl="2" indent="-228600" algn="l">
              <a:lnSpc>
                <a:spcPct val="115000"/>
              </a:lnSpc>
              <a:spcBef>
                <a:spcPts val="0"/>
              </a:spcBef>
              <a:spcAft>
                <a:spcPts val="0"/>
              </a:spcAft>
              <a:buSzPts val="1000"/>
              <a:buNone/>
              <a:defRPr/>
            </a:lvl3pPr>
            <a:lvl4pPr marL="1828800" lvl="3" indent="-228600" algn="l">
              <a:lnSpc>
                <a:spcPct val="115000"/>
              </a:lnSpc>
              <a:spcBef>
                <a:spcPts val="0"/>
              </a:spcBef>
              <a:spcAft>
                <a:spcPts val="0"/>
              </a:spcAft>
              <a:buSzPts val="1000"/>
              <a:buNone/>
              <a:defRPr/>
            </a:lvl4pPr>
            <a:lvl5pPr marL="2286000" lvl="4" indent="-228600" algn="l">
              <a:lnSpc>
                <a:spcPct val="115000"/>
              </a:lnSpc>
              <a:spcBef>
                <a:spcPts val="0"/>
              </a:spcBef>
              <a:spcAft>
                <a:spcPts val="0"/>
              </a:spcAft>
              <a:buSzPts val="1000"/>
              <a:buNone/>
              <a:defRPr/>
            </a:lvl5pPr>
            <a:lvl6pPr marL="2743200" lvl="5" indent="-228600" algn="l">
              <a:lnSpc>
                <a:spcPct val="115000"/>
              </a:lnSpc>
              <a:spcBef>
                <a:spcPts val="0"/>
              </a:spcBef>
              <a:spcAft>
                <a:spcPts val="0"/>
              </a:spcAft>
              <a:buSzPts val="1000"/>
              <a:buNone/>
              <a:defRPr/>
            </a:lvl6pPr>
            <a:lvl7pPr marL="3200400" lvl="6" indent="-228600" algn="l">
              <a:lnSpc>
                <a:spcPct val="115000"/>
              </a:lnSpc>
              <a:spcBef>
                <a:spcPts val="0"/>
              </a:spcBef>
              <a:spcAft>
                <a:spcPts val="0"/>
              </a:spcAft>
              <a:buSzPts val="1000"/>
              <a:buNone/>
              <a:defRPr/>
            </a:lvl7pPr>
            <a:lvl8pPr marL="3657600" lvl="7" indent="-228600" algn="l">
              <a:lnSpc>
                <a:spcPct val="115000"/>
              </a:lnSpc>
              <a:spcBef>
                <a:spcPts val="0"/>
              </a:spcBef>
              <a:spcAft>
                <a:spcPts val="0"/>
              </a:spcAft>
              <a:buSzPts val="1000"/>
              <a:buNone/>
              <a:defRPr/>
            </a:lvl8pPr>
            <a:lvl9pPr marL="4114800" lvl="8" indent="-228600" algn="l">
              <a:lnSpc>
                <a:spcPct val="115000"/>
              </a:lnSpc>
              <a:spcBef>
                <a:spcPts val="0"/>
              </a:spcBef>
              <a:spcAft>
                <a:spcPts val="0"/>
              </a:spcAft>
              <a:buSzPts val="1000"/>
              <a:buNone/>
              <a:defRPr/>
            </a:lvl9pPr>
          </a:lstStyle>
          <a:p>
            <a:endParaRPr/>
          </a:p>
        </p:txBody>
      </p:sp>
      <p:sp>
        <p:nvSpPr>
          <p:cNvPr id="819" name="Google Shape;819;p90"/>
          <p:cNvSpPr txBox="1">
            <a:spLocks noGrp="1"/>
          </p:cNvSpPr>
          <p:nvPr>
            <p:ph type="subTitle" idx="6"/>
          </p:nvPr>
        </p:nvSpPr>
        <p:spPr>
          <a:xfrm>
            <a:off x="4783900" y="1539225"/>
            <a:ext cx="1821600" cy="5685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1000"/>
              <a:buNone/>
              <a:defRPr sz="1200" b="1"/>
            </a:lvl1pPr>
            <a:lvl2pPr lvl="1" algn="l">
              <a:lnSpc>
                <a:spcPct val="115000"/>
              </a:lnSpc>
              <a:spcBef>
                <a:spcPts val="0"/>
              </a:spcBef>
              <a:spcAft>
                <a:spcPts val="0"/>
              </a:spcAft>
              <a:buClr>
                <a:schemeClr val="lt1"/>
              </a:buClr>
              <a:buSzPts val="1400"/>
              <a:buFont typeface="Instrument Sans"/>
              <a:buNone/>
              <a:defRPr>
                <a:solidFill>
                  <a:schemeClr val="lt1"/>
                </a:solidFill>
              </a:defRPr>
            </a:lvl2pPr>
            <a:lvl3pPr lvl="2" algn="l">
              <a:lnSpc>
                <a:spcPct val="115000"/>
              </a:lnSpc>
              <a:spcBef>
                <a:spcPts val="0"/>
              </a:spcBef>
              <a:spcAft>
                <a:spcPts val="0"/>
              </a:spcAft>
              <a:buClr>
                <a:schemeClr val="lt1"/>
              </a:buClr>
              <a:buSzPts val="1400"/>
              <a:buFont typeface="Instrument Sans"/>
              <a:buNone/>
              <a:defRPr>
                <a:solidFill>
                  <a:schemeClr val="lt1"/>
                </a:solidFill>
              </a:defRPr>
            </a:lvl3pPr>
            <a:lvl4pPr lvl="3" algn="l">
              <a:lnSpc>
                <a:spcPct val="115000"/>
              </a:lnSpc>
              <a:spcBef>
                <a:spcPts val="0"/>
              </a:spcBef>
              <a:spcAft>
                <a:spcPts val="0"/>
              </a:spcAft>
              <a:buClr>
                <a:schemeClr val="lt1"/>
              </a:buClr>
              <a:buSzPts val="1400"/>
              <a:buFont typeface="Instrument Sans"/>
              <a:buNone/>
              <a:defRPr>
                <a:solidFill>
                  <a:schemeClr val="lt1"/>
                </a:solidFill>
              </a:defRPr>
            </a:lvl4pPr>
            <a:lvl5pPr lvl="4" algn="l">
              <a:lnSpc>
                <a:spcPct val="115000"/>
              </a:lnSpc>
              <a:spcBef>
                <a:spcPts val="0"/>
              </a:spcBef>
              <a:spcAft>
                <a:spcPts val="0"/>
              </a:spcAft>
              <a:buClr>
                <a:schemeClr val="lt1"/>
              </a:buClr>
              <a:buSzPts val="1400"/>
              <a:buFont typeface="Instrument Sans"/>
              <a:buNone/>
              <a:defRPr>
                <a:solidFill>
                  <a:schemeClr val="lt1"/>
                </a:solidFill>
              </a:defRPr>
            </a:lvl5pPr>
            <a:lvl6pPr lvl="5" algn="l">
              <a:lnSpc>
                <a:spcPct val="115000"/>
              </a:lnSpc>
              <a:spcBef>
                <a:spcPts val="0"/>
              </a:spcBef>
              <a:spcAft>
                <a:spcPts val="0"/>
              </a:spcAft>
              <a:buClr>
                <a:schemeClr val="lt1"/>
              </a:buClr>
              <a:buSzPts val="1400"/>
              <a:buFont typeface="Instrument Sans"/>
              <a:buNone/>
              <a:defRPr>
                <a:solidFill>
                  <a:schemeClr val="lt1"/>
                </a:solidFill>
              </a:defRPr>
            </a:lvl6pPr>
            <a:lvl7pPr lvl="6" algn="l">
              <a:lnSpc>
                <a:spcPct val="115000"/>
              </a:lnSpc>
              <a:spcBef>
                <a:spcPts val="0"/>
              </a:spcBef>
              <a:spcAft>
                <a:spcPts val="0"/>
              </a:spcAft>
              <a:buClr>
                <a:schemeClr val="lt1"/>
              </a:buClr>
              <a:buSzPts val="1400"/>
              <a:buFont typeface="Instrument Sans"/>
              <a:buNone/>
              <a:defRPr>
                <a:solidFill>
                  <a:schemeClr val="lt1"/>
                </a:solidFill>
              </a:defRPr>
            </a:lvl7pPr>
            <a:lvl8pPr lvl="7" algn="l">
              <a:lnSpc>
                <a:spcPct val="115000"/>
              </a:lnSpc>
              <a:spcBef>
                <a:spcPts val="0"/>
              </a:spcBef>
              <a:spcAft>
                <a:spcPts val="0"/>
              </a:spcAft>
              <a:buClr>
                <a:schemeClr val="lt1"/>
              </a:buClr>
              <a:buSzPts val="1400"/>
              <a:buFont typeface="Instrument Sans"/>
              <a:buNone/>
              <a:defRPr>
                <a:solidFill>
                  <a:schemeClr val="lt1"/>
                </a:solidFill>
              </a:defRPr>
            </a:lvl8pPr>
            <a:lvl9pPr lvl="8" algn="l">
              <a:lnSpc>
                <a:spcPct val="115000"/>
              </a:lnSpc>
              <a:spcBef>
                <a:spcPts val="0"/>
              </a:spcBef>
              <a:spcAft>
                <a:spcPts val="0"/>
              </a:spcAft>
              <a:buClr>
                <a:schemeClr val="lt1"/>
              </a:buClr>
              <a:buSzPts val="1400"/>
              <a:buFont typeface="Instrument Sans"/>
              <a:buNone/>
              <a:defRPr>
                <a:solidFill>
                  <a:schemeClr val="lt1"/>
                </a:solidFill>
              </a:defRPr>
            </a:lvl9pPr>
          </a:lstStyle>
          <a:p>
            <a:endParaRPr/>
          </a:p>
        </p:txBody>
      </p:sp>
      <p:sp>
        <p:nvSpPr>
          <p:cNvPr id="820" name="Google Shape;820;p90"/>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Boxes and image">
  <p:cSld name="CUSTOM">
    <p:spTree>
      <p:nvGrpSpPr>
        <p:cNvPr id="1" name="Shape 821"/>
        <p:cNvGrpSpPr/>
        <p:nvPr/>
      </p:nvGrpSpPr>
      <p:grpSpPr>
        <a:xfrm>
          <a:off x="0" y="0"/>
          <a:ext cx="0" cy="0"/>
          <a:chOff x="0" y="0"/>
          <a:chExt cx="0" cy="0"/>
        </a:xfrm>
      </p:grpSpPr>
      <p:sp>
        <p:nvSpPr>
          <p:cNvPr id="822" name="Google Shape;822;p91"/>
          <p:cNvSpPr/>
          <p:nvPr/>
        </p:nvSpPr>
        <p:spPr>
          <a:xfrm>
            <a:off x="6084175" y="474900"/>
            <a:ext cx="2771400" cy="4193700"/>
          </a:xfrm>
          <a:prstGeom prst="roundRect">
            <a:avLst>
              <a:gd name="adj" fmla="val 7333"/>
            </a:avLst>
          </a:prstGeom>
          <a:solidFill>
            <a:schemeClr val="lt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Instrument Sans"/>
              <a:ea typeface="Instrument Sans"/>
              <a:cs typeface="Instrument Sans"/>
              <a:sym typeface="Instrument Sans"/>
            </a:endParaRPr>
          </a:p>
        </p:txBody>
      </p:sp>
      <p:sp>
        <p:nvSpPr>
          <p:cNvPr id="823" name="Google Shape;823;p91"/>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
        <p:nvSpPr>
          <p:cNvPr id="824" name="Google Shape;824;p91"/>
          <p:cNvSpPr/>
          <p:nvPr/>
        </p:nvSpPr>
        <p:spPr>
          <a:xfrm>
            <a:off x="288400" y="474900"/>
            <a:ext cx="5670000" cy="4193700"/>
          </a:xfrm>
          <a:prstGeom prst="roundRect">
            <a:avLst>
              <a:gd name="adj" fmla="val 4076"/>
            </a:avLst>
          </a:prstGeom>
          <a:solidFill>
            <a:schemeClr val="lt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Instrument Sans"/>
              <a:ea typeface="Instrument Sans"/>
              <a:cs typeface="Instrument Sans"/>
              <a:sym typeface="Instrument Sans"/>
            </a:endParaRPr>
          </a:p>
        </p:txBody>
      </p:sp>
      <p:sp>
        <p:nvSpPr>
          <p:cNvPr id="825" name="Google Shape;825;p91"/>
          <p:cNvSpPr/>
          <p:nvPr/>
        </p:nvSpPr>
        <p:spPr>
          <a:xfrm>
            <a:off x="567700" y="4089150"/>
            <a:ext cx="1112100" cy="350700"/>
          </a:xfrm>
          <a:prstGeom prst="roundRect">
            <a:avLst>
              <a:gd name="adj" fmla="val 50000"/>
            </a:avLst>
          </a:prstGeom>
          <a:solidFill>
            <a:schemeClr val="dk1"/>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800"/>
              <a:buFont typeface="Arial"/>
              <a:buNone/>
            </a:pPr>
            <a:endParaRPr sz="800" b="0" i="0" u="none" strike="noStrike" cap="none">
              <a:solidFill>
                <a:schemeClr val="lt1"/>
              </a:solidFill>
              <a:latin typeface="Instrument Sans Medium"/>
              <a:ea typeface="Instrument Sans Medium"/>
              <a:cs typeface="Instrument Sans Medium"/>
              <a:sym typeface="Instrument Sans Medium"/>
            </a:endParaRPr>
          </a:p>
        </p:txBody>
      </p:sp>
      <p:sp>
        <p:nvSpPr>
          <p:cNvPr id="826" name="Google Shape;826;p91"/>
          <p:cNvSpPr/>
          <p:nvPr/>
        </p:nvSpPr>
        <p:spPr>
          <a:xfrm>
            <a:off x="1679742" y="4089150"/>
            <a:ext cx="1112100" cy="350700"/>
          </a:xfrm>
          <a:prstGeom prst="roundRect">
            <a:avLst>
              <a:gd name="adj" fmla="val 50000"/>
            </a:avLst>
          </a:prstGeom>
          <a:solidFill>
            <a:schemeClr val="dk1"/>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800"/>
              <a:buFont typeface="Arial"/>
              <a:buNone/>
            </a:pPr>
            <a:endParaRPr sz="800" b="0" i="0" u="none" strike="noStrike" cap="none">
              <a:solidFill>
                <a:schemeClr val="lt1"/>
              </a:solidFill>
              <a:latin typeface="Instrument Sans Medium"/>
              <a:ea typeface="Instrument Sans Medium"/>
              <a:cs typeface="Instrument Sans Medium"/>
              <a:sym typeface="Instrument Sans Medium"/>
            </a:endParaRPr>
          </a:p>
        </p:txBody>
      </p:sp>
      <p:sp>
        <p:nvSpPr>
          <p:cNvPr id="827" name="Google Shape;827;p91"/>
          <p:cNvSpPr/>
          <p:nvPr/>
        </p:nvSpPr>
        <p:spPr>
          <a:xfrm>
            <a:off x="2791783" y="4089150"/>
            <a:ext cx="1112100" cy="350700"/>
          </a:xfrm>
          <a:prstGeom prst="roundRect">
            <a:avLst>
              <a:gd name="adj" fmla="val 50000"/>
            </a:avLst>
          </a:prstGeom>
          <a:solidFill>
            <a:schemeClr val="dk1"/>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800"/>
              <a:buFont typeface="Arial"/>
              <a:buNone/>
            </a:pPr>
            <a:endParaRPr sz="800" b="0" i="0" u="none" strike="noStrike" cap="none">
              <a:solidFill>
                <a:schemeClr val="lt1"/>
              </a:solidFill>
              <a:latin typeface="Instrument Sans Medium"/>
              <a:ea typeface="Instrument Sans Medium"/>
              <a:cs typeface="Instrument Sans Medium"/>
              <a:sym typeface="Instrument Sans Medium"/>
            </a:endParaRPr>
          </a:p>
        </p:txBody>
      </p:sp>
      <p:sp>
        <p:nvSpPr>
          <p:cNvPr id="828" name="Google Shape;828;p91"/>
          <p:cNvSpPr txBox="1">
            <a:spLocks noGrp="1"/>
          </p:cNvSpPr>
          <p:nvPr>
            <p:ph type="title"/>
          </p:nvPr>
        </p:nvSpPr>
        <p:spPr>
          <a:xfrm>
            <a:off x="586125" y="745875"/>
            <a:ext cx="4471200" cy="9420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1pPr>
            <a:lvl2pPr lvl="1"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2pPr>
            <a:lvl3pPr lvl="2"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3pPr>
            <a:lvl4pPr lvl="3"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4pPr>
            <a:lvl5pPr lvl="4"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5pPr>
            <a:lvl6pPr lvl="5"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6pPr>
            <a:lvl7pPr lvl="6"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7pPr>
            <a:lvl8pPr lvl="7"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8pPr>
            <a:lvl9pPr lvl="8"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9pPr>
          </a:lstStyle>
          <a:p>
            <a:endParaRPr/>
          </a:p>
        </p:txBody>
      </p:sp>
      <p:sp>
        <p:nvSpPr>
          <p:cNvPr id="829" name="Google Shape;829;p91"/>
          <p:cNvSpPr txBox="1">
            <a:spLocks noGrp="1"/>
          </p:cNvSpPr>
          <p:nvPr>
            <p:ph type="body" idx="1"/>
          </p:nvPr>
        </p:nvSpPr>
        <p:spPr>
          <a:xfrm>
            <a:off x="6379950" y="3477525"/>
            <a:ext cx="2121300" cy="965100"/>
          </a:xfrm>
          <a:prstGeom prst="rect">
            <a:avLst/>
          </a:prstGeom>
          <a:noFill/>
          <a:ln>
            <a:noFill/>
          </a:ln>
        </p:spPr>
        <p:txBody>
          <a:bodyPr spcFirstLastPara="1" wrap="square" lIns="0" tIns="0" rIns="0" bIns="0" anchor="b" anchorCtr="0">
            <a:noAutofit/>
          </a:bodyPr>
          <a:lstStyle>
            <a:lvl1pPr marL="457200" lvl="0" indent="-228600" algn="l">
              <a:lnSpc>
                <a:spcPct val="115000"/>
              </a:lnSpc>
              <a:spcBef>
                <a:spcPts val="0"/>
              </a:spcBef>
              <a:spcAft>
                <a:spcPts val="0"/>
              </a:spcAft>
              <a:buSzPts val="1000"/>
              <a:buNone/>
              <a:defRPr/>
            </a:lvl1pPr>
            <a:lvl2pPr marL="914400" lvl="1" indent="-228600" algn="l">
              <a:lnSpc>
                <a:spcPct val="115000"/>
              </a:lnSpc>
              <a:spcBef>
                <a:spcPts val="0"/>
              </a:spcBef>
              <a:spcAft>
                <a:spcPts val="0"/>
              </a:spcAft>
              <a:buSzPts val="1000"/>
              <a:buNone/>
              <a:defRPr/>
            </a:lvl2pPr>
            <a:lvl3pPr marL="1371600" lvl="2" indent="-228600" algn="l">
              <a:lnSpc>
                <a:spcPct val="115000"/>
              </a:lnSpc>
              <a:spcBef>
                <a:spcPts val="0"/>
              </a:spcBef>
              <a:spcAft>
                <a:spcPts val="0"/>
              </a:spcAft>
              <a:buSzPts val="1000"/>
              <a:buNone/>
              <a:defRPr/>
            </a:lvl3pPr>
            <a:lvl4pPr marL="1828800" lvl="3" indent="-228600" algn="l">
              <a:lnSpc>
                <a:spcPct val="115000"/>
              </a:lnSpc>
              <a:spcBef>
                <a:spcPts val="0"/>
              </a:spcBef>
              <a:spcAft>
                <a:spcPts val="0"/>
              </a:spcAft>
              <a:buSzPts val="1000"/>
              <a:buNone/>
              <a:defRPr/>
            </a:lvl4pPr>
            <a:lvl5pPr marL="2286000" lvl="4" indent="-228600" algn="l">
              <a:lnSpc>
                <a:spcPct val="115000"/>
              </a:lnSpc>
              <a:spcBef>
                <a:spcPts val="0"/>
              </a:spcBef>
              <a:spcAft>
                <a:spcPts val="0"/>
              </a:spcAft>
              <a:buSzPts val="1000"/>
              <a:buNone/>
              <a:defRPr/>
            </a:lvl5pPr>
            <a:lvl6pPr marL="2743200" lvl="5" indent="-228600" algn="l">
              <a:lnSpc>
                <a:spcPct val="115000"/>
              </a:lnSpc>
              <a:spcBef>
                <a:spcPts val="0"/>
              </a:spcBef>
              <a:spcAft>
                <a:spcPts val="0"/>
              </a:spcAft>
              <a:buSzPts val="1000"/>
              <a:buNone/>
              <a:defRPr/>
            </a:lvl6pPr>
            <a:lvl7pPr marL="3200400" lvl="6" indent="-228600" algn="l">
              <a:lnSpc>
                <a:spcPct val="115000"/>
              </a:lnSpc>
              <a:spcBef>
                <a:spcPts val="0"/>
              </a:spcBef>
              <a:spcAft>
                <a:spcPts val="0"/>
              </a:spcAft>
              <a:buSzPts val="1000"/>
              <a:buNone/>
              <a:defRPr/>
            </a:lvl7pPr>
            <a:lvl8pPr marL="3657600" lvl="7" indent="-228600" algn="l">
              <a:lnSpc>
                <a:spcPct val="115000"/>
              </a:lnSpc>
              <a:spcBef>
                <a:spcPts val="0"/>
              </a:spcBef>
              <a:spcAft>
                <a:spcPts val="0"/>
              </a:spcAft>
              <a:buSzPts val="1000"/>
              <a:buNone/>
              <a:defRPr/>
            </a:lvl8pPr>
            <a:lvl9pPr marL="4114800" lvl="8" indent="-228600" algn="l">
              <a:lnSpc>
                <a:spcPct val="115000"/>
              </a:lnSpc>
              <a:spcBef>
                <a:spcPts val="0"/>
              </a:spcBef>
              <a:spcAft>
                <a:spcPts val="0"/>
              </a:spcAft>
              <a:buSzPts val="1000"/>
              <a:buNone/>
              <a:defRPr/>
            </a:lvl9pPr>
          </a:lstStyle>
          <a:p>
            <a:endParaRPr/>
          </a:p>
        </p:txBody>
      </p:sp>
      <p:sp>
        <p:nvSpPr>
          <p:cNvPr id="830" name="Google Shape;830;p91"/>
          <p:cNvSpPr txBox="1">
            <a:spLocks noGrp="1"/>
          </p:cNvSpPr>
          <p:nvPr>
            <p:ph type="subTitle" idx="2"/>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831" name="Google Shape;831;p91"/>
          <p:cNvSpPr txBox="1">
            <a:spLocks noGrp="1"/>
          </p:cNvSpPr>
          <p:nvPr>
            <p:ph type="subTitle" idx="3"/>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Font typeface="Instrument Sans"/>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832" name="Google Shape;832;p91"/>
          <p:cNvSpPr>
            <a:spLocks noGrp="1"/>
          </p:cNvSpPr>
          <p:nvPr>
            <p:ph type="pic" idx="4"/>
          </p:nvPr>
        </p:nvSpPr>
        <p:spPr>
          <a:xfrm>
            <a:off x="6084175" y="474750"/>
            <a:ext cx="2771400" cy="1458300"/>
          </a:xfrm>
          <a:prstGeom prst="roundRect">
            <a:avLst>
              <a:gd name="adj" fmla="val 11040"/>
            </a:avLst>
          </a:prstGeom>
          <a:noFill/>
          <a:ln>
            <a:noFill/>
          </a:ln>
        </p:spPr>
      </p:sp>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Next steps 4 elements 1">
  <p:cSld name="CUSTOM_10_3">
    <p:bg>
      <p:bgPr>
        <a:solidFill>
          <a:schemeClr val="dk2"/>
        </a:solidFill>
        <a:effectLst/>
      </p:bgPr>
    </p:bg>
    <p:spTree>
      <p:nvGrpSpPr>
        <p:cNvPr id="1" name="Shape 833"/>
        <p:cNvGrpSpPr/>
        <p:nvPr/>
      </p:nvGrpSpPr>
      <p:grpSpPr>
        <a:xfrm>
          <a:off x="0" y="0"/>
          <a:ext cx="0" cy="0"/>
          <a:chOff x="0" y="0"/>
          <a:chExt cx="0" cy="0"/>
        </a:xfrm>
      </p:grpSpPr>
      <p:pic>
        <p:nvPicPr>
          <p:cNvPr id="834" name="Google Shape;834;p92"/>
          <p:cNvPicPr preferRelativeResize="0"/>
          <p:nvPr/>
        </p:nvPicPr>
        <p:blipFill rotWithShape="1">
          <a:blip r:embed="rId2">
            <a:alphaModFix/>
          </a:blip>
          <a:srcRect t="12335" r="33444" b="31415"/>
          <a:stretch/>
        </p:blipFill>
        <p:spPr>
          <a:xfrm>
            <a:off x="3058325" y="0"/>
            <a:ext cx="6085676" cy="5143500"/>
          </a:xfrm>
          <a:prstGeom prst="rect">
            <a:avLst/>
          </a:prstGeom>
          <a:noFill/>
          <a:ln>
            <a:noFill/>
          </a:ln>
        </p:spPr>
      </p:pic>
      <p:sp>
        <p:nvSpPr>
          <p:cNvPr id="835" name="Google Shape;835;p92"/>
          <p:cNvSpPr txBox="1">
            <a:spLocks noGrp="1"/>
          </p:cNvSpPr>
          <p:nvPr>
            <p:ph type="subTitle" idx="1"/>
          </p:nvPr>
        </p:nvSpPr>
        <p:spPr>
          <a:xfrm>
            <a:off x="284700" y="284400"/>
            <a:ext cx="1965900" cy="192000"/>
          </a:xfrm>
          <a:prstGeom prst="rect">
            <a:avLst/>
          </a:prstGeom>
          <a:noFill/>
          <a:ln>
            <a:noFill/>
          </a:ln>
        </p:spPr>
        <p:txBody>
          <a:bodyPr spcFirstLastPara="1" wrap="square" lIns="0" tIns="0" rIns="0" bIns="0" anchor="t" anchorCtr="0">
            <a:noAutofit/>
          </a:bodyPr>
          <a:lstStyle>
            <a:lvl1pPr lvl="0" algn="l">
              <a:lnSpc>
                <a:spcPct val="115000"/>
              </a:lnSpc>
              <a:spcBef>
                <a:spcPts val="0"/>
              </a:spcBef>
              <a:spcAft>
                <a:spcPts val="0"/>
              </a:spcAft>
              <a:buClr>
                <a:schemeClr val="accent5"/>
              </a:buClr>
              <a:buSzPts val="700"/>
              <a:buFont typeface="Instrument Sans"/>
              <a:buNone/>
              <a:defRPr sz="700">
                <a:solidFill>
                  <a:schemeClr val="accent5"/>
                </a:solidFill>
              </a:defRPr>
            </a:lvl1pPr>
            <a:lvl2pPr lvl="1"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l">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836" name="Google Shape;836;p92"/>
          <p:cNvSpPr txBox="1">
            <a:spLocks noGrp="1"/>
          </p:cNvSpPr>
          <p:nvPr>
            <p:ph type="subTitle" idx="2"/>
          </p:nvPr>
        </p:nvSpPr>
        <p:spPr>
          <a:xfrm>
            <a:off x="6890875" y="284400"/>
            <a:ext cx="1965900" cy="192000"/>
          </a:xfrm>
          <a:prstGeom prst="rect">
            <a:avLst/>
          </a:prstGeom>
          <a:noFill/>
          <a:ln>
            <a:noFill/>
          </a:ln>
        </p:spPr>
        <p:txBody>
          <a:bodyPr spcFirstLastPara="1" wrap="square" lIns="0" tIns="0" rIns="0" bIns="0" anchor="t" anchorCtr="0">
            <a:noAutofit/>
          </a:bodyPr>
          <a:lstStyle>
            <a:lvl1pPr lvl="0" algn="r">
              <a:lnSpc>
                <a:spcPct val="115000"/>
              </a:lnSpc>
              <a:spcBef>
                <a:spcPts val="0"/>
              </a:spcBef>
              <a:spcAft>
                <a:spcPts val="0"/>
              </a:spcAft>
              <a:buClr>
                <a:schemeClr val="accent5"/>
              </a:buClr>
              <a:buSzPts val="700"/>
              <a:buNone/>
              <a:defRPr sz="700">
                <a:solidFill>
                  <a:schemeClr val="accent5"/>
                </a:solidFill>
              </a:defRPr>
            </a:lvl1pPr>
            <a:lvl2pPr lvl="1"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lnSpc>
                <a:spcPct val="115000"/>
              </a:lnSpc>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a:endParaRPr/>
          </a:p>
        </p:txBody>
      </p:sp>
      <p:sp>
        <p:nvSpPr>
          <p:cNvPr id="837" name="Google Shape;837;p92"/>
          <p:cNvSpPr txBox="1">
            <a:spLocks noGrp="1"/>
          </p:cNvSpPr>
          <p:nvPr>
            <p:ph type="title"/>
          </p:nvPr>
        </p:nvSpPr>
        <p:spPr>
          <a:xfrm>
            <a:off x="288400" y="476400"/>
            <a:ext cx="2769000" cy="496800"/>
          </a:xfrm>
          <a:prstGeom prst="rect">
            <a:avLst/>
          </a:prstGeom>
          <a:noFill/>
          <a:ln>
            <a:noFill/>
          </a:ln>
        </p:spPr>
        <p:txBody>
          <a:bodyPr spcFirstLastPara="1" wrap="square" lIns="0" tIns="0" rIns="0" bIns="0" anchor="b" anchorCtr="0">
            <a:noAutofit/>
          </a:bodyPr>
          <a:lstStyle>
            <a:lvl1pPr lvl="0" algn="l">
              <a:lnSpc>
                <a:spcPct val="85000"/>
              </a:lnSpc>
              <a:spcBef>
                <a:spcPts val="0"/>
              </a:spcBef>
              <a:spcAft>
                <a:spcPts val="0"/>
              </a:spcAft>
              <a:buSzPts val="2400"/>
              <a:buNone/>
              <a:defRPr sz="2400">
                <a:latin typeface="Instrument Sans Medium"/>
                <a:ea typeface="Instrument Sans Medium"/>
                <a:cs typeface="Instrument Sans Medium"/>
                <a:sym typeface="Instrument Sans Medium"/>
              </a:defRPr>
            </a:lvl1pPr>
            <a:lvl2pPr lvl="1"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2pPr>
            <a:lvl3pPr lvl="2"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3pPr>
            <a:lvl4pPr lvl="3"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4pPr>
            <a:lvl5pPr lvl="4"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5pPr>
            <a:lvl6pPr lvl="5"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6pPr>
            <a:lvl7pPr lvl="6"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7pPr>
            <a:lvl8pPr lvl="7"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8pPr>
            <a:lvl9pPr lvl="8" algn="l">
              <a:lnSpc>
                <a:spcPct val="85000"/>
              </a:lnSpc>
              <a:spcBef>
                <a:spcPts val="0"/>
              </a:spcBef>
              <a:spcAft>
                <a:spcPts val="0"/>
              </a:spcAft>
              <a:buSzPts val="3600"/>
              <a:buNone/>
              <a:defRPr sz="3600">
                <a:latin typeface="Instrument Sans Medium"/>
                <a:ea typeface="Instrument Sans Medium"/>
                <a:cs typeface="Instrument Sans Medium"/>
                <a:sym typeface="Instrument Sans Medium"/>
              </a:defRPr>
            </a:lvl9pPr>
          </a:lstStyle>
          <a:p>
            <a:endParaRPr/>
          </a:p>
        </p:txBody>
      </p:sp>
      <p:sp>
        <p:nvSpPr>
          <p:cNvPr id="838" name="Google Shape;838;p92"/>
          <p:cNvSpPr txBox="1">
            <a:spLocks noGrp="1"/>
          </p:cNvSpPr>
          <p:nvPr>
            <p:ph type="subTitle" idx="3"/>
          </p:nvPr>
        </p:nvSpPr>
        <p:spPr>
          <a:xfrm>
            <a:off x="284701" y="1716225"/>
            <a:ext cx="854700" cy="646200"/>
          </a:xfrm>
          <a:prstGeom prst="rect">
            <a:avLst/>
          </a:prstGeom>
          <a:noFill/>
          <a:ln>
            <a:noFill/>
          </a:ln>
        </p:spPr>
        <p:txBody>
          <a:bodyPr spcFirstLastPara="1" wrap="square" lIns="182875" tIns="91425" rIns="91425" bIns="91425" anchor="ctr" anchorCtr="0">
            <a:noAutofit/>
          </a:bodyPr>
          <a:lstStyle>
            <a:lvl1pPr lvl="0" algn="l">
              <a:lnSpc>
                <a:spcPct val="115000"/>
              </a:lnSpc>
              <a:spcBef>
                <a:spcPts val="0"/>
              </a:spcBef>
              <a:spcAft>
                <a:spcPts val="0"/>
              </a:spcAft>
              <a:buSzPts val="1000"/>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lt1"/>
              </a:buClr>
              <a:buSzPts val="1400"/>
              <a:buFont typeface="Instrument Sans"/>
              <a:buNone/>
              <a:defRPr>
                <a:solidFill>
                  <a:schemeClr val="lt1"/>
                </a:solidFill>
              </a:defRPr>
            </a:lvl2pPr>
            <a:lvl3pPr lvl="2" algn="l">
              <a:lnSpc>
                <a:spcPct val="115000"/>
              </a:lnSpc>
              <a:spcBef>
                <a:spcPts val="0"/>
              </a:spcBef>
              <a:spcAft>
                <a:spcPts val="0"/>
              </a:spcAft>
              <a:buClr>
                <a:schemeClr val="lt1"/>
              </a:buClr>
              <a:buSzPts val="1400"/>
              <a:buFont typeface="Instrument Sans"/>
              <a:buNone/>
              <a:defRPr>
                <a:solidFill>
                  <a:schemeClr val="lt1"/>
                </a:solidFill>
              </a:defRPr>
            </a:lvl3pPr>
            <a:lvl4pPr lvl="3" algn="l">
              <a:lnSpc>
                <a:spcPct val="115000"/>
              </a:lnSpc>
              <a:spcBef>
                <a:spcPts val="0"/>
              </a:spcBef>
              <a:spcAft>
                <a:spcPts val="0"/>
              </a:spcAft>
              <a:buClr>
                <a:schemeClr val="lt1"/>
              </a:buClr>
              <a:buSzPts val="1400"/>
              <a:buFont typeface="Instrument Sans"/>
              <a:buNone/>
              <a:defRPr>
                <a:solidFill>
                  <a:schemeClr val="lt1"/>
                </a:solidFill>
              </a:defRPr>
            </a:lvl4pPr>
            <a:lvl5pPr lvl="4" algn="l">
              <a:lnSpc>
                <a:spcPct val="115000"/>
              </a:lnSpc>
              <a:spcBef>
                <a:spcPts val="0"/>
              </a:spcBef>
              <a:spcAft>
                <a:spcPts val="0"/>
              </a:spcAft>
              <a:buClr>
                <a:schemeClr val="lt1"/>
              </a:buClr>
              <a:buSzPts val="1400"/>
              <a:buFont typeface="Instrument Sans"/>
              <a:buNone/>
              <a:defRPr>
                <a:solidFill>
                  <a:schemeClr val="lt1"/>
                </a:solidFill>
              </a:defRPr>
            </a:lvl5pPr>
            <a:lvl6pPr lvl="5" algn="l">
              <a:lnSpc>
                <a:spcPct val="115000"/>
              </a:lnSpc>
              <a:spcBef>
                <a:spcPts val="0"/>
              </a:spcBef>
              <a:spcAft>
                <a:spcPts val="0"/>
              </a:spcAft>
              <a:buClr>
                <a:schemeClr val="lt1"/>
              </a:buClr>
              <a:buSzPts val="1400"/>
              <a:buFont typeface="Instrument Sans"/>
              <a:buNone/>
              <a:defRPr>
                <a:solidFill>
                  <a:schemeClr val="lt1"/>
                </a:solidFill>
              </a:defRPr>
            </a:lvl6pPr>
            <a:lvl7pPr lvl="6" algn="l">
              <a:lnSpc>
                <a:spcPct val="115000"/>
              </a:lnSpc>
              <a:spcBef>
                <a:spcPts val="0"/>
              </a:spcBef>
              <a:spcAft>
                <a:spcPts val="0"/>
              </a:spcAft>
              <a:buClr>
                <a:schemeClr val="lt1"/>
              </a:buClr>
              <a:buSzPts val="1400"/>
              <a:buFont typeface="Instrument Sans"/>
              <a:buNone/>
              <a:defRPr>
                <a:solidFill>
                  <a:schemeClr val="lt1"/>
                </a:solidFill>
              </a:defRPr>
            </a:lvl7pPr>
            <a:lvl8pPr lvl="7" algn="l">
              <a:lnSpc>
                <a:spcPct val="115000"/>
              </a:lnSpc>
              <a:spcBef>
                <a:spcPts val="0"/>
              </a:spcBef>
              <a:spcAft>
                <a:spcPts val="0"/>
              </a:spcAft>
              <a:buClr>
                <a:schemeClr val="lt1"/>
              </a:buClr>
              <a:buSzPts val="1400"/>
              <a:buFont typeface="Instrument Sans"/>
              <a:buNone/>
              <a:defRPr>
                <a:solidFill>
                  <a:schemeClr val="lt1"/>
                </a:solidFill>
              </a:defRPr>
            </a:lvl8pPr>
            <a:lvl9pPr lvl="8" algn="l">
              <a:lnSpc>
                <a:spcPct val="115000"/>
              </a:lnSpc>
              <a:spcBef>
                <a:spcPts val="0"/>
              </a:spcBef>
              <a:spcAft>
                <a:spcPts val="0"/>
              </a:spcAft>
              <a:buClr>
                <a:schemeClr val="lt1"/>
              </a:buClr>
              <a:buSzPts val="1400"/>
              <a:buFont typeface="Instrument Sans"/>
              <a:buNone/>
              <a:defRPr>
                <a:solidFill>
                  <a:schemeClr val="lt1"/>
                </a:solidFill>
              </a:defRPr>
            </a:lvl9pPr>
          </a:lstStyle>
          <a:p>
            <a:endParaRPr/>
          </a:p>
        </p:txBody>
      </p:sp>
      <p:sp>
        <p:nvSpPr>
          <p:cNvPr id="839" name="Google Shape;839;p92"/>
          <p:cNvSpPr txBox="1">
            <a:spLocks noGrp="1"/>
          </p:cNvSpPr>
          <p:nvPr>
            <p:ph type="subTitle" idx="4"/>
          </p:nvPr>
        </p:nvSpPr>
        <p:spPr>
          <a:xfrm>
            <a:off x="1148000" y="1713825"/>
            <a:ext cx="2448600" cy="646200"/>
          </a:xfrm>
          <a:prstGeom prst="rect">
            <a:avLst/>
          </a:prstGeom>
          <a:noFill/>
          <a:ln>
            <a:noFill/>
          </a:ln>
        </p:spPr>
        <p:txBody>
          <a:bodyPr spcFirstLastPara="1" wrap="square" lIns="91425" tIns="91425" rIns="91425" bIns="91425" anchor="ctr" anchorCtr="0">
            <a:noAutofit/>
          </a:bodyPr>
          <a:lstStyle>
            <a:lvl1pPr lvl="0" algn="l">
              <a:lnSpc>
                <a:spcPct val="115000"/>
              </a:lnSpc>
              <a:spcBef>
                <a:spcPts val="0"/>
              </a:spcBef>
              <a:spcAft>
                <a:spcPts val="0"/>
              </a:spcAft>
              <a:buSzPts val="1000"/>
              <a:buNone/>
              <a:defRPr sz="12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000"/>
              <a:buNone/>
              <a:defRPr sz="1200"/>
            </a:lvl2pPr>
            <a:lvl3pPr lvl="2" algn="l">
              <a:lnSpc>
                <a:spcPct val="115000"/>
              </a:lnSpc>
              <a:spcBef>
                <a:spcPts val="0"/>
              </a:spcBef>
              <a:spcAft>
                <a:spcPts val="0"/>
              </a:spcAft>
              <a:buSzPts val="1000"/>
              <a:buNone/>
              <a:defRPr sz="1200"/>
            </a:lvl3pPr>
            <a:lvl4pPr lvl="3" algn="l">
              <a:lnSpc>
                <a:spcPct val="115000"/>
              </a:lnSpc>
              <a:spcBef>
                <a:spcPts val="0"/>
              </a:spcBef>
              <a:spcAft>
                <a:spcPts val="0"/>
              </a:spcAft>
              <a:buSzPts val="1000"/>
              <a:buNone/>
              <a:defRPr sz="1200"/>
            </a:lvl4pPr>
            <a:lvl5pPr lvl="4" algn="l">
              <a:lnSpc>
                <a:spcPct val="115000"/>
              </a:lnSpc>
              <a:spcBef>
                <a:spcPts val="0"/>
              </a:spcBef>
              <a:spcAft>
                <a:spcPts val="0"/>
              </a:spcAft>
              <a:buSzPts val="1000"/>
              <a:buNone/>
              <a:defRPr sz="1200"/>
            </a:lvl5pPr>
            <a:lvl6pPr lvl="5" algn="l">
              <a:lnSpc>
                <a:spcPct val="115000"/>
              </a:lnSpc>
              <a:spcBef>
                <a:spcPts val="0"/>
              </a:spcBef>
              <a:spcAft>
                <a:spcPts val="0"/>
              </a:spcAft>
              <a:buSzPts val="1000"/>
              <a:buNone/>
              <a:defRPr sz="1200"/>
            </a:lvl6pPr>
            <a:lvl7pPr lvl="6" algn="l">
              <a:lnSpc>
                <a:spcPct val="115000"/>
              </a:lnSpc>
              <a:spcBef>
                <a:spcPts val="0"/>
              </a:spcBef>
              <a:spcAft>
                <a:spcPts val="0"/>
              </a:spcAft>
              <a:buSzPts val="1000"/>
              <a:buNone/>
              <a:defRPr sz="1200"/>
            </a:lvl7pPr>
            <a:lvl8pPr lvl="7" algn="l">
              <a:lnSpc>
                <a:spcPct val="115000"/>
              </a:lnSpc>
              <a:spcBef>
                <a:spcPts val="0"/>
              </a:spcBef>
              <a:spcAft>
                <a:spcPts val="0"/>
              </a:spcAft>
              <a:buSzPts val="1000"/>
              <a:buNone/>
              <a:defRPr sz="1200"/>
            </a:lvl8pPr>
            <a:lvl9pPr lvl="8" algn="l">
              <a:lnSpc>
                <a:spcPct val="115000"/>
              </a:lnSpc>
              <a:spcBef>
                <a:spcPts val="0"/>
              </a:spcBef>
              <a:spcAft>
                <a:spcPts val="0"/>
              </a:spcAft>
              <a:buSzPts val="1000"/>
              <a:buNone/>
              <a:defRPr sz="1200"/>
            </a:lvl9pPr>
          </a:lstStyle>
          <a:p>
            <a:endParaRPr/>
          </a:p>
        </p:txBody>
      </p:sp>
      <p:sp>
        <p:nvSpPr>
          <p:cNvPr id="840" name="Google Shape;840;p92"/>
          <p:cNvSpPr txBox="1">
            <a:spLocks noGrp="1"/>
          </p:cNvSpPr>
          <p:nvPr>
            <p:ph type="subTitle" idx="5"/>
          </p:nvPr>
        </p:nvSpPr>
        <p:spPr>
          <a:xfrm>
            <a:off x="5842012" y="1713825"/>
            <a:ext cx="2448600" cy="646200"/>
          </a:xfrm>
          <a:prstGeom prst="rect">
            <a:avLst/>
          </a:prstGeom>
          <a:noFill/>
          <a:ln>
            <a:noFill/>
          </a:ln>
        </p:spPr>
        <p:txBody>
          <a:bodyPr spcFirstLastPara="1" wrap="square" lIns="91425" tIns="91425" rIns="91425" bIns="91425" anchor="ctr" anchorCtr="0">
            <a:noAutofit/>
          </a:bodyPr>
          <a:lstStyle>
            <a:lvl1pPr lvl="0" algn="r">
              <a:lnSpc>
                <a:spcPct val="115000"/>
              </a:lnSpc>
              <a:spcBef>
                <a:spcPts val="0"/>
              </a:spcBef>
              <a:spcAft>
                <a:spcPts val="0"/>
              </a:spcAft>
              <a:buSzPts val="1000"/>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000"/>
              <a:buNone/>
              <a:defRPr sz="1200"/>
            </a:lvl2pPr>
            <a:lvl3pPr lvl="2" algn="l">
              <a:lnSpc>
                <a:spcPct val="115000"/>
              </a:lnSpc>
              <a:spcBef>
                <a:spcPts val="0"/>
              </a:spcBef>
              <a:spcAft>
                <a:spcPts val="0"/>
              </a:spcAft>
              <a:buSzPts val="1000"/>
              <a:buNone/>
              <a:defRPr sz="1200"/>
            </a:lvl3pPr>
            <a:lvl4pPr lvl="3" algn="l">
              <a:lnSpc>
                <a:spcPct val="115000"/>
              </a:lnSpc>
              <a:spcBef>
                <a:spcPts val="0"/>
              </a:spcBef>
              <a:spcAft>
                <a:spcPts val="0"/>
              </a:spcAft>
              <a:buSzPts val="1000"/>
              <a:buNone/>
              <a:defRPr sz="1200"/>
            </a:lvl4pPr>
            <a:lvl5pPr lvl="4" algn="l">
              <a:lnSpc>
                <a:spcPct val="115000"/>
              </a:lnSpc>
              <a:spcBef>
                <a:spcPts val="0"/>
              </a:spcBef>
              <a:spcAft>
                <a:spcPts val="0"/>
              </a:spcAft>
              <a:buSzPts val="1000"/>
              <a:buNone/>
              <a:defRPr sz="1200"/>
            </a:lvl5pPr>
            <a:lvl6pPr lvl="5" algn="l">
              <a:lnSpc>
                <a:spcPct val="115000"/>
              </a:lnSpc>
              <a:spcBef>
                <a:spcPts val="0"/>
              </a:spcBef>
              <a:spcAft>
                <a:spcPts val="0"/>
              </a:spcAft>
              <a:buSzPts val="1000"/>
              <a:buNone/>
              <a:defRPr sz="1200"/>
            </a:lvl6pPr>
            <a:lvl7pPr lvl="6" algn="l">
              <a:lnSpc>
                <a:spcPct val="115000"/>
              </a:lnSpc>
              <a:spcBef>
                <a:spcPts val="0"/>
              </a:spcBef>
              <a:spcAft>
                <a:spcPts val="0"/>
              </a:spcAft>
              <a:buSzPts val="1000"/>
              <a:buNone/>
              <a:defRPr sz="1200"/>
            </a:lvl7pPr>
            <a:lvl8pPr lvl="7" algn="l">
              <a:lnSpc>
                <a:spcPct val="115000"/>
              </a:lnSpc>
              <a:spcBef>
                <a:spcPts val="0"/>
              </a:spcBef>
              <a:spcAft>
                <a:spcPts val="0"/>
              </a:spcAft>
              <a:buSzPts val="1000"/>
              <a:buNone/>
              <a:defRPr sz="1200"/>
            </a:lvl8pPr>
            <a:lvl9pPr lvl="8" algn="l">
              <a:lnSpc>
                <a:spcPct val="115000"/>
              </a:lnSpc>
              <a:spcBef>
                <a:spcPts val="0"/>
              </a:spcBef>
              <a:spcAft>
                <a:spcPts val="0"/>
              </a:spcAft>
              <a:buSzPts val="1000"/>
              <a:buNone/>
              <a:defRPr sz="1200"/>
            </a:lvl9pPr>
          </a:lstStyle>
          <a:p>
            <a:endParaRPr/>
          </a:p>
        </p:txBody>
      </p:sp>
      <p:sp>
        <p:nvSpPr>
          <p:cNvPr id="841" name="Google Shape;841;p92"/>
          <p:cNvSpPr txBox="1">
            <a:spLocks noGrp="1"/>
          </p:cNvSpPr>
          <p:nvPr>
            <p:ph type="subTitle" idx="6"/>
          </p:nvPr>
        </p:nvSpPr>
        <p:spPr>
          <a:xfrm>
            <a:off x="284701" y="2506919"/>
            <a:ext cx="854700" cy="646200"/>
          </a:xfrm>
          <a:prstGeom prst="rect">
            <a:avLst/>
          </a:prstGeom>
          <a:noFill/>
          <a:ln>
            <a:noFill/>
          </a:ln>
        </p:spPr>
        <p:txBody>
          <a:bodyPr spcFirstLastPara="1" wrap="square" lIns="182875" tIns="91425" rIns="91425" bIns="91425" anchor="ctr" anchorCtr="0">
            <a:noAutofit/>
          </a:bodyPr>
          <a:lstStyle>
            <a:lvl1pPr lvl="0" algn="l">
              <a:lnSpc>
                <a:spcPct val="115000"/>
              </a:lnSpc>
              <a:spcBef>
                <a:spcPts val="0"/>
              </a:spcBef>
              <a:spcAft>
                <a:spcPts val="0"/>
              </a:spcAft>
              <a:buSzPts val="1000"/>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lt1"/>
              </a:buClr>
              <a:buSzPts val="1400"/>
              <a:buFont typeface="Instrument Sans"/>
              <a:buNone/>
              <a:defRPr>
                <a:solidFill>
                  <a:schemeClr val="lt1"/>
                </a:solidFill>
              </a:defRPr>
            </a:lvl2pPr>
            <a:lvl3pPr lvl="2" algn="l">
              <a:lnSpc>
                <a:spcPct val="115000"/>
              </a:lnSpc>
              <a:spcBef>
                <a:spcPts val="0"/>
              </a:spcBef>
              <a:spcAft>
                <a:spcPts val="0"/>
              </a:spcAft>
              <a:buClr>
                <a:schemeClr val="lt1"/>
              </a:buClr>
              <a:buSzPts val="1400"/>
              <a:buFont typeface="Instrument Sans"/>
              <a:buNone/>
              <a:defRPr>
                <a:solidFill>
                  <a:schemeClr val="lt1"/>
                </a:solidFill>
              </a:defRPr>
            </a:lvl3pPr>
            <a:lvl4pPr lvl="3" algn="l">
              <a:lnSpc>
                <a:spcPct val="115000"/>
              </a:lnSpc>
              <a:spcBef>
                <a:spcPts val="0"/>
              </a:spcBef>
              <a:spcAft>
                <a:spcPts val="0"/>
              </a:spcAft>
              <a:buClr>
                <a:schemeClr val="lt1"/>
              </a:buClr>
              <a:buSzPts val="1400"/>
              <a:buFont typeface="Instrument Sans"/>
              <a:buNone/>
              <a:defRPr>
                <a:solidFill>
                  <a:schemeClr val="lt1"/>
                </a:solidFill>
              </a:defRPr>
            </a:lvl4pPr>
            <a:lvl5pPr lvl="4" algn="l">
              <a:lnSpc>
                <a:spcPct val="115000"/>
              </a:lnSpc>
              <a:spcBef>
                <a:spcPts val="0"/>
              </a:spcBef>
              <a:spcAft>
                <a:spcPts val="0"/>
              </a:spcAft>
              <a:buClr>
                <a:schemeClr val="lt1"/>
              </a:buClr>
              <a:buSzPts val="1400"/>
              <a:buFont typeface="Instrument Sans"/>
              <a:buNone/>
              <a:defRPr>
                <a:solidFill>
                  <a:schemeClr val="lt1"/>
                </a:solidFill>
              </a:defRPr>
            </a:lvl5pPr>
            <a:lvl6pPr lvl="5" algn="l">
              <a:lnSpc>
                <a:spcPct val="115000"/>
              </a:lnSpc>
              <a:spcBef>
                <a:spcPts val="0"/>
              </a:spcBef>
              <a:spcAft>
                <a:spcPts val="0"/>
              </a:spcAft>
              <a:buClr>
                <a:schemeClr val="lt1"/>
              </a:buClr>
              <a:buSzPts val="1400"/>
              <a:buFont typeface="Instrument Sans"/>
              <a:buNone/>
              <a:defRPr>
                <a:solidFill>
                  <a:schemeClr val="lt1"/>
                </a:solidFill>
              </a:defRPr>
            </a:lvl6pPr>
            <a:lvl7pPr lvl="6" algn="l">
              <a:lnSpc>
                <a:spcPct val="115000"/>
              </a:lnSpc>
              <a:spcBef>
                <a:spcPts val="0"/>
              </a:spcBef>
              <a:spcAft>
                <a:spcPts val="0"/>
              </a:spcAft>
              <a:buClr>
                <a:schemeClr val="lt1"/>
              </a:buClr>
              <a:buSzPts val="1400"/>
              <a:buFont typeface="Instrument Sans"/>
              <a:buNone/>
              <a:defRPr>
                <a:solidFill>
                  <a:schemeClr val="lt1"/>
                </a:solidFill>
              </a:defRPr>
            </a:lvl7pPr>
            <a:lvl8pPr lvl="7" algn="l">
              <a:lnSpc>
                <a:spcPct val="115000"/>
              </a:lnSpc>
              <a:spcBef>
                <a:spcPts val="0"/>
              </a:spcBef>
              <a:spcAft>
                <a:spcPts val="0"/>
              </a:spcAft>
              <a:buClr>
                <a:schemeClr val="lt1"/>
              </a:buClr>
              <a:buSzPts val="1400"/>
              <a:buFont typeface="Instrument Sans"/>
              <a:buNone/>
              <a:defRPr>
                <a:solidFill>
                  <a:schemeClr val="lt1"/>
                </a:solidFill>
              </a:defRPr>
            </a:lvl8pPr>
            <a:lvl9pPr lvl="8" algn="l">
              <a:lnSpc>
                <a:spcPct val="115000"/>
              </a:lnSpc>
              <a:spcBef>
                <a:spcPts val="0"/>
              </a:spcBef>
              <a:spcAft>
                <a:spcPts val="0"/>
              </a:spcAft>
              <a:buClr>
                <a:schemeClr val="lt1"/>
              </a:buClr>
              <a:buSzPts val="1400"/>
              <a:buFont typeface="Instrument Sans"/>
              <a:buNone/>
              <a:defRPr>
                <a:solidFill>
                  <a:schemeClr val="lt1"/>
                </a:solidFill>
              </a:defRPr>
            </a:lvl9pPr>
          </a:lstStyle>
          <a:p>
            <a:endParaRPr/>
          </a:p>
        </p:txBody>
      </p:sp>
      <p:sp>
        <p:nvSpPr>
          <p:cNvPr id="842" name="Google Shape;842;p92"/>
          <p:cNvSpPr txBox="1">
            <a:spLocks noGrp="1"/>
          </p:cNvSpPr>
          <p:nvPr>
            <p:ph type="subTitle" idx="7"/>
          </p:nvPr>
        </p:nvSpPr>
        <p:spPr>
          <a:xfrm>
            <a:off x="1148000" y="2504519"/>
            <a:ext cx="2448600" cy="646200"/>
          </a:xfrm>
          <a:prstGeom prst="rect">
            <a:avLst/>
          </a:prstGeom>
          <a:noFill/>
          <a:ln>
            <a:noFill/>
          </a:ln>
        </p:spPr>
        <p:txBody>
          <a:bodyPr spcFirstLastPara="1" wrap="square" lIns="91425" tIns="91425" rIns="91425" bIns="91425" anchor="ctr" anchorCtr="0">
            <a:noAutofit/>
          </a:bodyPr>
          <a:lstStyle>
            <a:lvl1pPr lvl="0" algn="l">
              <a:lnSpc>
                <a:spcPct val="115000"/>
              </a:lnSpc>
              <a:spcBef>
                <a:spcPts val="0"/>
              </a:spcBef>
              <a:spcAft>
                <a:spcPts val="0"/>
              </a:spcAft>
              <a:buSzPts val="1000"/>
              <a:buNone/>
              <a:defRPr sz="12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000"/>
              <a:buNone/>
              <a:defRPr sz="1200"/>
            </a:lvl2pPr>
            <a:lvl3pPr lvl="2" algn="l">
              <a:lnSpc>
                <a:spcPct val="115000"/>
              </a:lnSpc>
              <a:spcBef>
                <a:spcPts val="0"/>
              </a:spcBef>
              <a:spcAft>
                <a:spcPts val="0"/>
              </a:spcAft>
              <a:buSzPts val="1000"/>
              <a:buNone/>
              <a:defRPr sz="1200"/>
            </a:lvl3pPr>
            <a:lvl4pPr lvl="3" algn="l">
              <a:lnSpc>
                <a:spcPct val="115000"/>
              </a:lnSpc>
              <a:spcBef>
                <a:spcPts val="0"/>
              </a:spcBef>
              <a:spcAft>
                <a:spcPts val="0"/>
              </a:spcAft>
              <a:buSzPts val="1000"/>
              <a:buNone/>
              <a:defRPr sz="1200"/>
            </a:lvl4pPr>
            <a:lvl5pPr lvl="4" algn="l">
              <a:lnSpc>
                <a:spcPct val="115000"/>
              </a:lnSpc>
              <a:spcBef>
                <a:spcPts val="0"/>
              </a:spcBef>
              <a:spcAft>
                <a:spcPts val="0"/>
              </a:spcAft>
              <a:buSzPts val="1000"/>
              <a:buNone/>
              <a:defRPr sz="1200"/>
            </a:lvl5pPr>
            <a:lvl6pPr lvl="5" algn="l">
              <a:lnSpc>
                <a:spcPct val="115000"/>
              </a:lnSpc>
              <a:spcBef>
                <a:spcPts val="0"/>
              </a:spcBef>
              <a:spcAft>
                <a:spcPts val="0"/>
              </a:spcAft>
              <a:buSzPts val="1000"/>
              <a:buNone/>
              <a:defRPr sz="1200"/>
            </a:lvl6pPr>
            <a:lvl7pPr lvl="6" algn="l">
              <a:lnSpc>
                <a:spcPct val="115000"/>
              </a:lnSpc>
              <a:spcBef>
                <a:spcPts val="0"/>
              </a:spcBef>
              <a:spcAft>
                <a:spcPts val="0"/>
              </a:spcAft>
              <a:buSzPts val="1000"/>
              <a:buNone/>
              <a:defRPr sz="1200"/>
            </a:lvl7pPr>
            <a:lvl8pPr lvl="7" algn="l">
              <a:lnSpc>
                <a:spcPct val="115000"/>
              </a:lnSpc>
              <a:spcBef>
                <a:spcPts val="0"/>
              </a:spcBef>
              <a:spcAft>
                <a:spcPts val="0"/>
              </a:spcAft>
              <a:buSzPts val="1000"/>
              <a:buNone/>
              <a:defRPr sz="1200"/>
            </a:lvl8pPr>
            <a:lvl9pPr lvl="8" algn="l">
              <a:lnSpc>
                <a:spcPct val="115000"/>
              </a:lnSpc>
              <a:spcBef>
                <a:spcPts val="0"/>
              </a:spcBef>
              <a:spcAft>
                <a:spcPts val="0"/>
              </a:spcAft>
              <a:buSzPts val="1000"/>
              <a:buNone/>
              <a:defRPr sz="1200"/>
            </a:lvl9pPr>
          </a:lstStyle>
          <a:p>
            <a:endParaRPr/>
          </a:p>
        </p:txBody>
      </p:sp>
      <p:sp>
        <p:nvSpPr>
          <p:cNvPr id="843" name="Google Shape;843;p92"/>
          <p:cNvSpPr txBox="1">
            <a:spLocks noGrp="1"/>
          </p:cNvSpPr>
          <p:nvPr>
            <p:ph type="subTitle" idx="8"/>
          </p:nvPr>
        </p:nvSpPr>
        <p:spPr>
          <a:xfrm>
            <a:off x="5842012" y="2504519"/>
            <a:ext cx="2448600" cy="646200"/>
          </a:xfrm>
          <a:prstGeom prst="rect">
            <a:avLst/>
          </a:prstGeom>
          <a:noFill/>
          <a:ln>
            <a:noFill/>
          </a:ln>
        </p:spPr>
        <p:txBody>
          <a:bodyPr spcFirstLastPara="1" wrap="square" lIns="91425" tIns="91425" rIns="91425" bIns="91425" anchor="ctr" anchorCtr="0">
            <a:noAutofit/>
          </a:bodyPr>
          <a:lstStyle>
            <a:lvl1pPr lvl="0" algn="r">
              <a:lnSpc>
                <a:spcPct val="115000"/>
              </a:lnSpc>
              <a:spcBef>
                <a:spcPts val="0"/>
              </a:spcBef>
              <a:spcAft>
                <a:spcPts val="0"/>
              </a:spcAft>
              <a:buSzPts val="1000"/>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000"/>
              <a:buNone/>
              <a:defRPr sz="1200"/>
            </a:lvl2pPr>
            <a:lvl3pPr lvl="2" algn="l">
              <a:lnSpc>
                <a:spcPct val="115000"/>
              </a:lnSpc>
              <a:spcBef>
                <a:spcPts val="0"/>
              </a:spcBef>
              <a:spcAft>
                <a:spcPts val="0"/>
              </a:spcAft>
              <a:buSzPts val="1000"/>
              <a:buNone/>
              <a:defRPr sz="1200"/>
            </a:lvl3pPr>
            <a:lvl4pPr lvl="3" algn="l">
              <a:lnSpc>
                <a:spcPct val="115000"/>
              </a:lnSpc>
              <a:spcBef>
                <a:spcPts val="0"/>
              </a:spcBef>
              <a:spcAft>
                <a:spcPts val="0"/>
              </a:spcAft>
              <a:buSzPts val="1000"/>
              <a:buNone/>
              <a:defRPr sz="1200"/>
            </a:lvl4pPr>
            <a:lvl5pPr lvl="4" algn="l">
              <a:lnSpc>
                <a:spcPct val="115000"/>
              </a:lnSpc>
              <a:spcBef>
                <a:spcPts val="0"/>
              </a:spcBef>
              <a:spcAft>
                <a:spcPts val="0"/>
              </a:spcAft>
              <a:buSzPts val="1000"/>
              <a:buNone/>
              <a:defRPr sz="1200"/>
            </a:lvl5pPr>
            <a:lvl6pPr lvl="5" algn="l">
              <a:lnSpc>
                <a:spcPct val="115000"/>
              </a:lnSpc>
              <a:spcBef>
                <a:spcPts val="0"/>
              </a:spcBef>
              <a:spcAft>
                <a:spcPts val="0"/>
              </a:spcAft>
              <a:buSzPts val="1000"/>
              <a:buNone/>
              <a:defRPr sz="1200"/>
            </a:lvl6pPr>
            <a:lvl7pPr lvl="6" algn="l">
              <a:lnSpc>
                <a:spcPct val="115000"/>
              </a:lnSpc>
              <a:spcBef>
                <a:spcPts val="0"/>
              </a:spcBef>
              <a:spcAft>
                <a:spcPts val="0"/>
              </a:spcAft>
              <a:buSzPts val="1000"/>
              <a:buNone/>
              <a:defRPr sz="1200"/>
            </a:lvl7pPr>
            <a:lvl8pPr lvl="7" algn="l">
              <a:lnSpc>
                <a:spcPct val="115000"/>
              </a:lnSpc>
              <a:spcBef>
                <a:spcPts val="0"/>
              </a:spcBef>
              <a:spcAft>
                <a:spcPts val="0"/>
              </a:spcAft>
              <a:buSzPts val="1000"/>
              <a:buNone/>
              <a:defRPr sz="1200"/>
            </a:lvl8pPr>
            <a:lvl9pPr lvl="8" algn="l">
              <a:lnSpc>
                <a:spcPct val="115000"/>
              </a:lnSpc>
              <a:spcBef>
                <a:spcPts val="0"/>
              </a:spcBef>
              <a:spcAft>
                <a:spcPts val="0"/>
              </a:spcAft>
              <a:buSzPts val="1000"/>
              <a:buNone/>
              <a:defRPr sz="1200"/>
            </a:lvl9pPr>
          </a:lstStyle>
          <a:p>
            <a:endParaRPr/>
          </a:p>
        </p:txBody>
      </p:sp>
      <p:sp>
        <p:nvSpPr>
          <p:cNvPr id="844" name="Google Shape;844;p92"/>
          <p:cNvSpPr txBox="1">
            <a:spLocks noGrp="1"/>
          </p:cNvSpPr>
          <p:nvPr>
            <p:ph type="subTitle" idx="9"/>
          </p:nvPr>
        </p:nvSpPr>
        <p:spPr>
          <a:xfrm>
            <a:off x="284701" y="3255713"/>
            <a:ext cx="854700" cy="646200"/>
          </a:xfrm>
          <a:prstGeom prst="rect">
            <a:avLst/>
          </a:prstGeom>
          <a:noFill/>
          <a:ln>
            <a:noFill/>
          </a:ln>
        </p:spPr>
        <p:txBody>
          <a:bodyPr spcFirstLastPara="1" wrap="square" lIns="182875" tIns="91425" rIns="91425" bIns="91425" anchor="ctr" anchorCtr="0">
            <a:noAutofit/>
          </a:bodyPr>
          <a:lstStyle>
            <a:lvl1pPr lvl="0" algn="l">
              <a:lnSpc>
                <a:spcPct val="115000"/>
              </a:lnSpc>
              <a:spcBef>
                <a:spcPts val="0"/>
              </a:spcBef>
              <a:spcAft>
                <a:spcPts val="0"/>
              </a:spcAft>
              <a:buSzPts val="1000"/>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lt1"/>
              </a:buClr>
              <a:buSzPts val="1400"/>
              <a:buFont typeface="Instrument Sans"/>
              <a:buNone/>
              <a:defRPr>
                <a:solidFill>
                  <a:schemeClr val="lt1"/>
                </a:solidFill>
              </a:defRPr>
            </a:lvl2pPr>
            <a:lvl3pPr lvl="2" algn="l">
              <a:lnSpc>
                <a:spcPct val="115000"/>
              </a:lnSpc>
              <a:spcBef>
                <a:spcPts val="0"/>
              </a:spcBef>
              <a:spcAft>
                <a:spcPts val="0"/>
              </a:spcAft>
              <a:buClr>
                <a:schemeClr val="lt1"/>
              </a:buClr>
              <a:buSzPts val="1400"/>
              <a:buFont typeface="Instrument Sans"/>
              <a:buNone/>
              <a:defRPr>
                <a:solidFill>
                  <a:schemeClr val="lt1"/>
                </a:solidFill>
              </a:defRPr>
            </a:lvl3pPr>
            <a:lvl4pPr lvl="3" algn="l">
              <a:lnSpc>
                <a:spcPct val="115000"/>
              </a:lnSpc>
              <a:spcBef>
                <a:spcPts val="0"/>
              </a:spcBef>
              <a:spcAft>
                <a:spcPts val="0"/>
              </a:spcAft>
              <a:buClr>
                <a:schemeClr val="lt1"/>
              </a:buClr>
              <a:buSzPts val="1400"/>
              <a:buFont typeface="Instrument Sans"/>
              <a:buNone/>
              <a:defRPr>
                <a:solidFill>
                  <a:schemeClr val="lt1"/>
                </a:solidFill>
              </a:defRPr>
            </a:lvl4pPr>
            <a:lvl5pPr lvl="4" algn="l">
              <a:lnSpc>
                <a:spcPct val="115000"/>
              </a:lnSpc>
              <a:spcBef>
                <a:spcPts val="0"/>
              </a:spcBef>
              <a:spcAft>
                <a:spcPts val="0"/>
              </a:spcAft>
              <a:buClr>
                <a:schemeClr val="lt1"/>
              </a:buClr>
              <a:buSzPts val="1400"/>
              <a:buFont typeface="Instrument Sans"/>
              <a:buNone/>
              <a:defRPr>
                <a:solidFill>
                  <a:schemeClr val="lt1"/>
                </a:solidFill>
              </a:defRPr>
            </a:lvl5pPr>
            <a:lvl6pPr lvl="5" algn="l">
              <a:lnSpc>
                <a:spcPct val="115000"/>
              </a:lnSpc>
              <a:spcBef>
                <a:spcPts val="0"/>
              </a:spcBef>
              <a:spcAft>
                <a:spcPts val="0"/>
              </a:spcAft>
              <a:buClr>
                <a:schemeClr val="lt1"/>
              </a:buClr>
              <a:buSzPts val="1400"/>
              <a:buFont typeface="Instrument Sans"/>
              <a:buNone/>
              <a:defRPr>
                <a:solidFill>
                  <a:schemeClr val="lt1"/>
                </a:solidFill>
              </a:defRPr>
            </a:lvl6pPr>
            <a:lvl7pPr lvl="6" algn="l">
              <a:lnSpc>
                <a:spcPct val="115000"/>
              </a:lnSpc>
              <a:spcBef>
                <a:spcPts val="0"/>
              </a:spcBef>
              <a:spcAft>
                <a:spcPts val="0"/>
              </a:spcAft>
              <a:buClr>
                <a:schemeClr val="lt1"/>
              </a:buClr>
              <a:buSzPts val="1400"/>
              <a:buFont typeface="Instrument Sans"/>
              <a:buNone/>
              <a:defRPr>
                <a:solidFill>
                  <a:schemeClr val="lt1"/>
                </a:solidFill>
              </a:defRPr>
            </a:lvl7pPr>
            <a:lvl8pPr lvl="7" algn="l">
              <a:lnSpc>
                <a:spcPct val="115000"/>
              </a:lnSpc>
              <a:spcBef>
                <a:spcPts val="0"/>
              </a:spcBef>
              <a:spcAft>
                <a:spcPts val="0"/>
              </a:spcAft>
              <a:buClr>
                <a:schemeClr val="lt1"/>
              </a:buClr>
              <a:buSzPts val="1400"/>
              <a:buFont typeface="Instrument Sans"/>
              <a:buNone/>
              <a:defRPr>
                <a:solidFill>
                  <a:schemeClr val="lt1"/>
                </a:solidFill>
              </a:defRPr>
            </a:lvl8pPr>
            <a:lvl9pPr lvl="8" algn="l">
              <a:lnSpc>
                <a:spcPct val="115000"/>
              </a:lnSpc>
              <a:spcBef>
                <a:spcPts val="0"/>
              </a:spcBef>
              <a:spcAft>
                <a:spcPts val="0"/>
              </a:spcAft>
              <a:buClr>
                <a:schemeClr val="lt1"/>
              </a:buClr>
              <a:buSzPts val="1400"/>
              <a:buFont typeface="Instrument Sans"/>
              <a:buNone/>
              <a:defRPr>
                <a:solidFill>
                  <a:schemeClr val="lt1"/>
                </a:solidFill>
              </a:defRPr>
            </a:lvl9pPr>
          </a:lstStyle>
          <a:p>
            <a:endParaRPr/>
          </a:p>
        </p:txBody>
      </p:sp>
      <p:sp>
        <p:nvSpPr>
          <p:cNvPr id="845" name="Google Shape;845;p92"/>
          <p:cNvSpPr txBox="1">
            <a:spLocks noGrp="1"/>
          </p:cNvSpPr>
          <p:nvPr>
            <p:ph type="subTitle" idx="13"/>
          </p:nvPr>
        </p:nvSpPr>
        <p:spPr>
          <a:xfrm>
            <a:off x="1148000" y="3253313"/>
            <a:ext cx="2448600" cy="646200"/>
          </a:xfrm>
          <a:prstGeom prst="rect">
            <a:avLst/>
          </a:prstGeom>
          <a:noFill/>
          <a:ln>
            <a:noFill/>
          </a:ln>
        </p:spPr>
        <p:txBody>
          <a:bodyPr spcFirstLastPara="1" wrap="square" lIns="91425" tIns="91425" rIns="91425" bIns="91425" anchor="ctr" anchorCtr="0">
            <a:noAutofit/>
          </a:bodyPr>
          <a:lstStyle>
            <a:lvl1pPr lvl="0" algn="l">
              <a:lnSpc>
                <a:spcPct val="115000"/>
              </a:lnSpc>
              <a:spcBef>
                <a:spcPts val="0"/>
              </a:spcBef>
              <a:spcAft>
                <a:spcPts val="0"/>
              </a:spcAft>
              <a:buSzPts val="1000"/>
              <a:buNone/>
              <a:defRPr sz="12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000"/>
              <a:buNone/>
              <a:defRPr sz="1200"/>
            </a:lvl2pPr>
            <a:lvl3pPr lvl="2" algn="l">
              <a:lnSpc>
                <a:spcPct val="115000"/>
              </a:lnSpc>
              <a:spcBef>
                <a:spcPts val="0"/>
              </a:spcBef>
              <a:spcAft>
                <a:spcPts val="0"/>
              </a:spcAft>
              <a:buSzPts val="1000"/>
              <a:buNone/>
              <a:defRPr sz="1200"/>
            </a:lvl3pPr>
            <a:lvl4pPr lvl="3" algn="l">
              <a:lnSpc>
                <a:spcPct val="115000"/>
              </a:lnSpc>
              <a:spcBef>
                <a:spcPts val="0"/>
              </a:spcBef>
              <a:spcAft>
                <a:spcPts val="0"/>
              </a:spcAft>
              <a:buSzPts val="1000"/>
              <a:buNone/>
              <a:defRPr sz="1200"/>
            </a:lvl4pPr>
            <a:lvl5pPr lvl="4" algn="l">
              <a:lnSpc>
                <a:spcPct val="115000"/>
              </a:lnSpc>
              <a:spcBef>
                <a:spcPts val="0"/>
              </a:spcBef>
              <a:spcAft>
                <a:spcPts val="0"/>
              </a:spcAft>
              <a:buSzPts val="1000"/>
              <a:buNone/>
              <a:defRPr sz="1200"/>
            </a:lvl5pPr>
            <a:lvl6pPr lvl="5" algn="l">
              <a:lnSpc>
                <a:spcPct val="115000"/>
              </a:lnSpc>
              <a:spcBef>
                <a:spcPts val="0"/>
              </a:spcBef>
              <a:spcAft>
                <a:spcPts val="0"/>
              </a:spcAft>
              <a:buSzPts val="1000"/>
              <a:buNone/>
              <a:defRPr sz="1200"/>
            </a:lvl6pPr>
            <a:lvl7pPr lvl="6" algn="l">
              <a:lnSpc>
                <a:spcPct val="115000"/>
              </a:lnSpc>
              <a:spcBef>
                <a:spcPts val="0"/>
              </a:spcBef>
              <a:spcAft>
                <a:spcPts val="0"/>
              </a:spcAft>
              <a:buSzPts val="1000"/>
              <a:buNone/>
              <a:defRPr sz="1200"/>
            </a:lvl7pPr>
            <a:lvl8pPr lvl="7" algn="l">
              <a:lnSpc>
                <a:spcPct val="115000"/>
              </a:lnSpc>
              <a:spcBef>
                <a:spcPts val="0"/>
              </a:spcBef>
              <a:spcAft>
                <a:spcPts val="0"/>
              </a:spcAft>
              <a:buSzPts val="1000"/>
              <a:buNone/>
              <a:defRPr sz="1200"/>
            </a:lvl8pPr>
            <a:lvl9pPr lvl="8" algn="l">
              <a:lnSpc>
                <a:spcPct val="115000"/>
              </a:lnSpc>
              <a:spcBef>
                <a:spcPts val="0"/>
              </a:spcBef>
              <a:spcAft>
                <a:spcPts val="0"/>
              </a:spcAft>
              <a:buSzPts val="1000"/>
              <a:buNone/>
              <a:defRPr sz="1200"/>
            </a:lvl9pPr>
          </a:lstStyle>
          <a:p>
            <a:endParaRPr/>
          </a:p>
        </p:txBody>
      </p:sp>
      <p:sp>
        <p:nvSpPr>
          <p:cNvPr id="846" name="Google Shape;846;p92"/>
          <p:cNvSpPr txBox="1">
            <a:spLocks noGrp="1"/>
          </p:cNvSpPr>
          <p:nvPr>
            <p:ph type="subTitle" idx="14"/>
          </p:nvPr>
        </p:nvSpPr>
        <p:spPr>
          <a:xfrm>
            <a:off x="5842012" y="3253313"/>
            <a:ext cx="2448600" cy="646200"/>
          </a:xfrm>
          <a:prstGeom prst="rect">
            <a:avLst/>
          </a:prstGeom>
          <a:noFill/>
          <a:ln>
            <a:noFill/>
          </a:ln>
        </p:spPr>
        <p:txBody>
          <a:bodyPr spcFirstLastPara="1" wrap="square" lIns="91425" tIns="91425" rIns="91425" bIns="91425" anchor="ctr" anchorCtr="0">
            <a:noAutofit/>
          </a:bodyPr>
          <a:lstStyle>
            <a:lvl1pPr lvl="0" algn="r">
              <a:lnSpc>
                <a:spcPct val="115000"/>
              </a:lnSpc>
              <a:spcBef>
                <a:spcPts val="0"/>
              </a:spcBef>
              <a:spcAft>
                <a:spcPts val="0"/>
              </a:spcAft>
              <a:buSzPts val="1000"/>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000"/>
              <a:buNone/>
              <a:defRPr sz="1200"/>
            </a:lvl2pPr>
            <a:lvl3pPr lvl="2" algn="l">
              <a:lnSpc>
                <a:spcPct val="115000"/>
              </a:lnSpc>
              <a:spcBef>
                <a:spcPts val="0"/>
              </a:spcBef>
              <a:spcAft>
                <a:spcPts val="0"/>
              </a:spcAft>
              <a:buSzPts val="1000"/>
              <a:buNone/>
              <a:defRPr sz="1200"/>
            </a:lvl3pPr>
            <a:lvl4pPr lvl="3" algn="l">
              <a:lnSpc>
                <a:spcPct val="115000"/>
              </a:lnSpc>
              <a:spcBef>
                <a:spcPts val="0"/>
              </a:spcBef>
              <a:spcAft>
                <a:spcPts val="0"/>
              </a:spcAft>
              <a:buSzPts val="1000"/>
              <a:buNone/>
              <a:defRPr sz="1200"/>
            </a:lvl4pPr>
            <a:lvl5pPr lvl="4" algn="l">
              <a:lnSpc>
                <a:spcPct val="115000"/>
              </a:lnSpc>
              <a:spcBef>
                <a:spcPts val="0"/>
              </a:spcBef>
              <a:spcAft>
                <a:spcPts val="0"/>
              </a:spcAft>
              <a:buSzPts val="1000"/>
              <a:buNone/>
              <a:defRPr sz="1200"/>
            </a:lvl5pPr>
            <a:lvl6pPr lvl="5" algn="l">
              <a:lnSpc>
                <a:spcPct val="115000"/>
              </a:lnSpc>
              <a:spcBef>
                <a:spcPts val="0"/>
              </a:spcBef>
              <a:spcAft>
                <a:spcPts val="0"/>
              </a:spcAft>
              <a:buSzPts val="1000"/>
              <a:buNone/>
              <a:defRPr sz="1200"/>
            </a:lvl6pPr>
            <a:lvl7pPr lvl="6" algn="l">
              <a:lnSpc>
                <a:spcPct val="115000"/>
              </a:lnSpc>
              <a:spcBef>
                <a:spcPts val="0"/>
              </a:spcBef>
              <a:spcAft>
                <a:spcPts val="0"/>
              </a:spcAft>
              <a:buSzPts val="1000"/>
              <a:buNone/>
              <a:defRPr sz="1200"/>
            </a:lvl7pPr>
            <a:lvl8pPr lvl="7" algn="l">
              <a:lnSpc>
                <a:spcPct val="115000"/>
              </a:lnSpc>
              <a:spcBef>
                <a:spcPts val="0"/>
              </a:spcBef>
              <a:spcAft>
                <a:spcPts val="0"/>
              </a:spcAft>
              <a:buSzPts val="1000"/>
              <a:buNone/>
              <a:defRPr sz="1200"/>
            </a:lvl8pPr>
            <a:lvl9pPr lvl="8" algn="l">
              <a:lnSpc>
                <a:spcPct val="115000"/>
              </a:lnSpc>
              <a:spcBef>
                <a:spcPts val="0"/>
              </a:spcBef>
              <a:spcAft>
                <a:spcPts val="0"/>
              </a:spcAft>
              <a:buSzPts val="1000"/>
              <a:buNone/>
              <a:defRPr sz="1200"/>
            </a:lvl9pPr>
          </a:lstStyle>
          <a:p>
            <a:endParaRPr/>
          </a:p>
        </p:txBody>
      </p:sp>
      <p:sp>
        <p:nvSpPr>
          <p:cNvPr id="847" name="Google Shape;847;p92"/>
          <p:cNvSpPr txBox="1">
            <a:spLocks noGrp="1"/>
          </p:cNvSpPr>
          <p:nvPr>
            <p:ph type="subTitle" idx="15"/>
          </p:nvPr>
        </p:nvSpPr>
        <p:spPr>
          <a:xfrm>
            <a:off x="284701" y="4029675"/>
            <a:ext cx="854700" cy="646200"/>
          </a:xfrm>
          <a:prstGeom prst="rect">
            <a:avLst/>
          </a:prstGeom>
          <a:noFill/>
          <a:ln>
            <a:noFill/>
          </a:ln>
        </p:spPr>
        <p:txBody>
          <a:bodyPr spcFirstLastPara="1" wrap="square" lIns="182875" tIns="91425" rIns="91425" bIns="91425" anchor="ctr" anchorCtr="0">
            <a:noAutofit/>
          </a:bodyPr>
          <a:lstStyle>
            <a:lvl1pPr lvl="0" algn="l">
              <a:lnSpc>
                <a:spcPct val="115000"/>
              </a:lnSpc>
              <a:spcBef>
                <a:spcPts val="0"/>
              </a:spcBef>
              <a:spcAft>
                <a:spcPts val="0"/>
              </a:spcAft>
              <a:buSzPts val="1000"/>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Clr>
                <a:schemeClr val="lt1"/>
              </a:buClr>
              <a:buSzPts val="1400"/>
              <a:buFont typeface="Instrument Sans"/>
              <a:buNone/>
              <a:defRPr>
                <a:solidFill>
                  <a:schemeClr val="lt1"/>
                </a:solidFill>
              </a:defRPr>
            </a:lvl2pPr>
            <a:lvl3pPr lvl="2" algn="l">
              <a:lnSpc>
                <a:spcPct val="115000"/>
              </a:lnSpc>
              <a:spcBef>
                <a:spcPts val="0"/>
              </a:spcBef>
              <a:spcAft>
                <a:spcPts val="0"/>
              </a:spcAft>
              <a:buClr>
                <a:schemeClr val="lt1"/>
              </a:buClr>
              <a:buSzPts val="1400"/>
              <a:buFont typeface="Instrument Sans"/>
              <a:buNone/>
              <a:defRPr>
                <a:solidFill>
                  <a:schemeClr val="lt1"/>
                </a:solidFill>
              </a:defRPr>
            </a:lvl3pPr>
            <a:lvl4pPr lvl="3" algn="l">
              <a:lnSpc>
                <a:spcPct val="115000"/>
              </a:lnSpc>
              <a:spcBef>
                <a:spcPts val="0"/>
              </a:spcBef>
              <a:spcAft>
                <a:spcPts val="0"/>
              </a:spcAft>
              <a:buClr>
                <a:schemeClr val="lt1"/>
              </a:buClr>
              <a:buSzPts val="1400"/>
              <a:buFont typeface="Instrument Sans"/>
              <a:buNone/>
              <a:defRPr>
                <a:solidFill>
                  <a:schemeClr val="lt1"/>
                </a:solidFill>
              </a:defRPr>
            </a:lvl4pPr>
            <a:lvl5pPr lvl="4" algn="l">
              <a:lnSpc>
                <a:spcPct val="115000"/>
              </a:lnSpc>
              <a:spcBef>
                <a:spcPts val="0"/>
              </a:spcBef>
              <a:spcAft>
                <a:spcPts val="0"/>
              </a:spcAft>
              <a:buClr>
                <a:schemeClr val="lt1"/>
              </a:buClr>
              <a:buSzPts val="1400"/>
              <a:buFont typeface="Instrument Sans"/>
              <a:buNone/>
              <a:defRPr>
                <a:solidFill>
                  <a:schemeClr val="lt1"/>
                </a:solidFill>
              </a:defRPr>
            </a:lvl5pPr>
            <a:lvl6pPr lvl="5" algn="l">
              <a:lnSpc>
                <a:spcPct val="115000"/>
              </a:lnSpc>
              <a:spcBef>
                <a:spcPts val="0"/>
              </a:spcBef>
              <a:spcAft>
                <a:spcPts val="0"/>
              </a:spcAft>
              <a:buClr>
                <a:schemeClr val="lt1"/>
              </a:buClr>
              <a:buSzPts val="1400"/>
              <a:buFont typeface="Instrument Sans"/>
              <a:buNone/>
              <a:defRPr>
                <a:solidFill>
                  <a:schemeClr val="lt1"/>
                </a:solidFill>
              </a:defRPr>
            </a:lvl6pPr>
            <a:lvl7pPr lvl="6" algn="l">
              <a:lnSpc>
                <a:spcPct val="115000"/>
              </a:lnSpc>
              <a:spcBef>
                <a:spcPts val="0"/>
              </a:spcBef>
              <a:spcAft>
                <a:spcPts val="0"/>
              </a:spcAft>
              <a:buClr>
                <a:schemeClr val="lt1"/>
              </a:buClr>
              <a:buSzPts val="1400"/>
              <a:buFont typeface="Instrument Sans"/>
              <a:buNone/>
              <a:defRPr>
                <a:solidFill>
                  <a:schemeClr val="lt1"/>
                </a:solidFill>
              </a:defRPr>
            </a:lvl7pPr>
            <a:lvl8pPr lvl="7" algn="l">
              <a:lnSpc>
                <a:spcPct val="115000"/>
              </a:lnSpc>
              <a:spcBef>
                <a:spcPts val="0"/>
              </a:spcBef>
              <a:spcAft>
                <a:spcPts val="0"/>
              </a:spcAft>
              <a:buClr>
                <a:schemeClr val="lt1"/>
              </a:buClr>
              <a:buSzPts val="1400"/>
              <a:buFont typeface="Instrument Sans"/>
              <a:buNone/>
              <a:defRPr>
                <a:solidFill>
                  <a:schemeClr val="lt1"/>
                </a:solidFill>
              </a:defRPr>
            </a:lvl8pPr>
            <a:lvl9pPr lvl="8" algn="l">
              <a:lnSpc>
                <a:spcPct val="115000"/>
              </a:lnSpc>
              <a:spcBef>
                <a:spcPts val="0"/>
              </a:spcBef>
              <a:spcAft>
                <a:spcPts val="0"/>
              </a:spcAft>
              <a:buClr>
                <a:schemeClr val="lt1"/>
              </a:buClr>
              <a:buSzPts val="1400"/>
              <a:buFont typeface="Instrument Sans"/>
              <a:buNone/>
              <a:defRPr>
                <a:solidFill>
                  <a:schemeClr val="lt1"/>
                </a:solidFill>
              </a:defRPr>
            </a:lvl9pPr>
          </a:lstStyle>
          <a:p>
            <a:endParaRPr/>
          </a:p>
        </p:txBody>
      </p:sp>
      <p:sp>
        <p:nvSpPr>
          <p:cNvPr id="848" name="Google Shape;848;p92"/>
          <p:cNvSpPr txBox="1">
            <a:spLocks noGrp="1"/>
          </p:cNvSpPr>
          <p:nvPr>
            <p:ph type="subTitle" idx="16"/>
          </p:nvPr>
        </p:nvSpPr>
        <p:spPr>
          <a:xfrm>
            <a:off x="1148000" y="4027275"/>
            <a:ext cx="2448600" cy="646200"/>
          </a:xfrm>
          <a:prstGeom prst="rect">
            <a:avLst/>
          </a:prstGeom>
          <a:noFill/>
          <a:ln>
            <a:noFill/>
          </a:ln>
        </p:spPr>
        <p:txBody>
          <a:bodyPr spcFirstLastPara="1" wrap="square" lIns="91425" tIns="91425" rIns="91425" bIns="91425" anchor="ctr" anchorCtr="0">
            <a:noAutofit/>
          </a:bodyPr>
          <a:lstStyle>
            <a:lvl1pPr lvl="0" algn="l">
              <a:lnSpc>
                <a:spcPct val="115000"/>
              </a:lnSpc>
              <a:spcBef>
                <a:spcPts val="0"/>
              </a:spcBef>
              <a:spcAft>
                <a:spcPts val="0"/>
              </a:spcAft>
              <a:buSzPts val="1000"/>
              <a:buNone/>
              <a:defRPr sz="12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000"/>
              <a:buNone/>
              <a:defRPr sz="1200"/>
            </a:lvl2pPr>
            <a:lvl3pPr lvl="2" algn="l">
              <a:lnSpc>
                <a:spcPct val="115000"/>
              </a:lnSpc>
              <a:spcBef>
                <a:spcPts val="0"/>
              </a:spcBef>
              <a:spcAft>
                <a:spcPts val="0"/>
              </a:spcAft>
              <a:buSzPts val="1000"/>
              <a:buNone/>
              <a:defRPr sz="1200"/>
            </a:lvl3pPr>
            <a:lvl4pPr lvl="3" algn="l">
              <a:lnSpc>
                <a:spcPct val="115000"/>
              </a:lnSpc>
              <a:spcBef>
                <a:spcPts val="0"/>
              </a:spcBef>
              <a:spcAft>
                <a:spcPts val="0"/>
              </a:spcAft>
              <a:buSzPts val="1000"/>
              <a:buNone/>
              <a:defRPr sz="1200"/>
            </a:lvl4pPr>
            <a:lvl5pPr lvl="4" algn="l">
              <a:lnSpc>
                <a:spcPct val="115000"/>
              </a:lnSpc>
              <a:spcBef>
                <a:spcPts val="0"/>
              </a:spcBef>
              <a:spcAft>
                <a:spcPts val="0"/>
              </a:spcAft>
              <a:buSzPts val="1000"/>
              <a:buNone/>
              <a:defRPr sz="1200"/>
            </a:lvl5pPr>
            <a:lvl6pPr lvl="5" algn="l">
              <a:lnSpc>
                <a:spcPct val="115000"/>
              </a:lnSpc>
              <a:spcBef>
                <a:spcPts val="0"/>
              </a:spcBef>
              <a:spcAft>
                <a:spcPts val="0"/>
              </a:spcAft>
              <a:buSzPts val="1000"/>
              <a:buNone/>
              <a:defRPr sz="1200"/>
            </a:lvl6pPr>
            <a:lvl7pPr lvl="6" algn="l">
              <a:lnSpc>
                <a:spcPct val="115000"/>
              </a:lnSpc>
              <a:spcBef>
                <a:spcPts val="0"/>
              </a:spcBef>
              <a:spcAft>
                <a:spcPts val="0"/>
              </a:spcAft>
              <a:buSzPts val="1000"/>
              <a:buNone/>
              <a:defRPr sz="1200"/>
            </a:lvl7pPr>
            <a:lvl8pPr lvl="7" algn="l">
              <a:lnSpc>
                <a:spcPct val="115000"/>
              </a:lnSpc>
              <a:spcBef>
                <a:spcPts val="0"/>
              </a:spcBef>
              <a:spcAft>
                <a:spcPts val="0"/>
              </a:spcAft>
              <a:buSzPts val="1000"/>
              <a:buNone/>
              <a:defRPr sz="1200"/>
            </a:lvl8pPr>
            <a:lvl9pPr lvl="8" algn="l">
              <a:lnSpc>
                <a:spcPct val="115000"/>
              </a:lnSpc>
              <a:spcBef>
                <a:spcPts val="0"/>
              </a:spcBef>
              <a:spcAft>
                <a:spcPts val="0"/>
              </a:spcAft>
              <a:buSzPts val="1000"/>
              <a:buNone/>
              <a:defRPr sz="1200"/>
            </a:lvl9pPr>
          </a:lstStyle>
          <a:p>
            <a:endParaRPr/>
          </a:p>
        </p:txBody>
      </p:sp>
      <p:sp>
        <p:nvSpPr>
          <p:cNvPr id="849" name="Google Shape;849;p92"/>
          <p:cNvSpPr txBox="1">
            <a:spLocks noGrp="1"/>
          </p:cNvSpPr>
          <p:nvPr>
            <p:ph type="subTitle" idx="17"/>
          </p:nvPr>
        </p:nvSpPr>
        <p:spPr>
          <a:xfrm>
            <a:off x="5842012" y="4027275"/>
            <a:ext cx="2448600" cy="646200"/>
          </a:xfrm>
          <a:prstGeom prst="rect">
            <a:avLst/>
          </a:prstGeom>
          <a:noFill/>
          <a:ln>
            <a:noFill/>
          </a:ln>
        </p:spPr>
        <p:txBody>
          <a:bodyPr spcFirstLastPara="1" wrap="square" lIns="91425" tIns="91425" rIns="91425" bIns="91425" anchor="ctr" anchorCtr="0">
            <a:noAutofit/>
          </a:bodyPr>
          <a:lstStyle>
            <a:lvl1pPr lvl="0" algn="r">
              <a:lnSpc>
                <a:spcPct val="115000"/>
              </a:lnSpc>
              <a:spcBef>
                <a:spcPts val="0"/>
              </a:spcBef>
              <a:spcAft>
                <a:spcPts val="0"/>
              </a:spcAft>
              <a:buSzPts val="1000"/>
              <a:buNone/>
              <a:defRPr sz="1000">
                <a:latin typeface="Instrument Sans Medium"/>
                <a:ea typeface="Instrument Sans Medium"/>
                <a:cs typeface="Instrument Sans Medium"/>
                <a:sym typeface="Instrument Sans Medium"/>
              </a:defRPr>
            </a:lvl1pPr>
            <a:lvl2pPr lvl="1" algn="l">
              <a:lnSpc>
                <a:spcPct val="115000"/>
              </a:lnSpc>
              <a:spcBef>
                <a:spcPts val="0"/>
              </a:spcBef>
              <a:spcAft>
                <a:spcPts val="0"/>
              </a:spcAft>
              <a:buSzPts val="1000"/>
              <a:buNone/>
              <a:defRPr sz="1200"/>
            </a:lvl2pPr>
            <a:lvl3pPr lvl="2" algn="l">
              <a:lnSpc>
                <a:spcPct val="115000"/>
              </a:lnSpc>
              <a:spcBef>
                <a:spcPts val="0"/>
              </a:spcBef>
              <a:spcAft>
                <a:spcPts val="0"/>
              </a:spcAft>
              <a:buSzPts val="1000"/>
              <a:buNone/>
              <a:defRPr sz="1200"/>
            </a:lvl3pPr>
            <a:lvl4pPr lvl="3" algn="l">
              <a:lnSpc>
                <a:spcPct val="115000"/>
              </a:lnSpc>
              <a:spcBef>
                <a:spcPts val="0"/>
              </a:spcBef>
              <a:spcAft>
                <a:spcPts val="0"/>
              </a:spcAft>
              <a:buSzPts val="1000"/>
              <a:buNone/>
              <a:defRPr sz="1200"/>
            </a:lvl4pPr>
            <a:lvl5pPr lvl="4" algn="l">
              <a:lnSpc>
                <a:spcPct val="115000"/>
              </a:lnSpc>
              <a:spcBef>
                <a:spcPts val="0"/>
              </a:spcBef>
              <a:spcAft>
                <a:spcPts val="0"/>
              </a:spcAft>
              <a:buSzPts val="1000"/>
              <a:buNone/>
              <a:defRPr sz="1200"/>
            </a:lvl5pPr>
            <a:lvl6pPr lvl="5" algn="l">
              <a:lnSpc>
                <a:spcPct val="115000"/>
              </a:lnSpc>
              <a:spcBef>
                <a:spcPts val="0"/>
              </a:spcBef>
              <a:spcAft>
                <a:spcPts val="0"/>
              </a:spcAft>
              <a:buSzPts val="1000"/>
              <a:buNone/>
              <a:defRPr sz="1200"/>
            </a:lvl6pPr>
            <a:lvl7pPr lvl="6" algn="l">
              <a:lnSpc>
                <a:spcPct val="115000"/>
              </a:lnSpc>
              <a:spcBef>
                <a:spcPts val="0"/>
              </a:spcBef>
              <a:spcAft>
                <a:spcPts val="0"/>
              </a:spcAft>
              <a:buSzPts val="1000"/>
              <a:buNone/>
              <a:defRPr sz="1200"/>
            </a:lvl7pPr>
            <a:lvl8pPr lvl="7" algn="l">
              <a:lnSpc>
                <a:spcPct val="115000"/>
              </a:lnSpc>
              <a:spcBef>
                <a:spcPts val="0"/>
              </a:spcBef>
              <a:spcAft>
                <a:spcPts val="0"/>
              </a:spcAft>
              <a:buSzPts val="1000"/>
              <a:buNone/>
              <a:defRPr sz="1200"/>
            </a:lvl8pPr>
            <a:lvl9pPr lvl="8" algn="l">
              <a:lnSpc>
                <a:spcPct val="115000"/>
              </a:lnSpc>
              <a:spcBef>
                <a:spcPts val="0"/>
              </a:spcBef>
              <a:spcAft>
                <a:spcPts val="0"/>
              </a:spcAft>
              <a:buSzPts val="1000"/>
              <a:buNone/>
              <a:defRPr sz="1200"/>
            </a:lvl9pPr>
          </a:lstStyle>
          <a:p>
            <a:endParaRPr/>
          </a:p>
        </p:txBody>
      </p:sp>
      <p:sp>
        <p:nvSpPr>
          <p:cNvPr id="850" name="Google Shape;850;p92"/>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accent6"/>
                </a:solidFill>
                <a:latin typeface="Instrument Sans"/>
                <a:ea typeface="Instrument Sans"/>
                <a:cs typeface="Instrument Sans"/>
                <a:sym typeface="Instrument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851"/>
        <p:cNvGrpSpPr/>
        <p:nvPr/>
      </p:nvGrpSpPr>
      <p:grpSpPr>
        <a:xfrm>
          <a:off x="0" y="0"/>
          <a:ext cx="0" cy="0"/>
          <a:chOff x="0" y="0"/>
          <a:chExt cx="0" cy="0"/>
        </a:xfrm>
      </p:grpSpPr>
      <p:sp>
        <p:nvSpPr>
          <p:cNvPr id="852" name="Google Shape;852;p93"/>
          <p:cNvSpPr txBox="1">
            <a:spLocks noGrp="1"/>
          </p:cNvSpPr>
          <p:nvPr>
            <p:ph type="ctrTitle"/>
          </p:nvPr>
        </p:nvSpPr>
        <p:spPr>
          <a:xfrm>
            <a:off x="311708" y="744575"/>
            <a:ext cx="8520600" cy="2052600"/>
          </a:xfrm>
          <a:prstGeom prst="rect">
            <a:avLst/>
          </a:prstGeom>
          <a:noFill/>
          <a:ln>
            <a:noFill/>
          </a:ln>
        </p:spPr>
        <p:txBody>
          <a:bodyPr spcFirstLastPara="1" wrap="square" lIns="0" tIns="0" rIns="91425" bIns="0" anchor="b" anchorCtr="0">
            <a:spAutoFit/>
          </a:bodyPr>
          <a:lstStyle>
            <a:lvl1pPr lvl="0" algn="ctr">
              <a:lnSpc>
                <a:spcPct val="100000"/>
              </a:lnSpc>
              <a:spcBef>
                <a:spcPts val="0"/>
              </a:spcBef>
              <a:spcAft>
                <a:spcPts val="0"/>
              </a:spcAft>
              <a:buSzPts val="5200"/>
              <a:buChar char="●"/>
              <a:defRPr sz="5200"/>
            </a:lvl1pPr>
            <a:lvl2pPr lvl="1" algn="ctr">
              <a:lnSpc>
                <a:spcPct val="100000"/>
              </a:lnSpc>
              <a:spcBef>
                <a:spcPts val="0"/>
              </a:spcBef>
              <a:spcAft>
                <a:spcPts val="0"/>
              </a:spcAft>
              <a:buSzPts val="5200"/>
              <a:buChar char="○"/>
              <a:defRPr sz="5200"/>
            </a:lvl2pPr>
            <a:lvl3pPr lvl="2" algn="ctr">
              <a:lnSpc>
                <a:spcPct val="100000"/>
              </a:lnSpc>
              <a:spcBef>
                <a:spcPts val="0"/>
              </a:spcBef>
              <a:spcAft>
                <a:spcPts val="0"/>
              </a:spcAft>
              <a:buSzPts val="5200"/>
              <a:buChar char="■"/>
              <a:defRPr sz="5200"/>
            </a:lvl3pPr>
            <a:lvl4pPr lvl="3" algn="ctr">
              <a:lnSpc>
                <a:spcPct val="100000"/>
              </a:lnSpc>
              <a:spcBef>
                <a:spcPts val="0"/>
              </a:spcBef>
              <a:spcAft>
                <a:spcPts val="0"/>
              </a:spcAft>
              <a:buSzPts val="5200"/>
              <a:buChar char="●"/>
              <a:defRPr sz="5200"/>
            </a:lvl4pPr>
            <a:lvl5pPr lvl="4" algn="ctr">
              <a:lnSpc>
                <a:spcPct val="100000"/>
              </a:lnSpc>
              <a:spcBef>
                <a:spcPts val="0"/>
              </a:spcBef>
              <a:spcAft>
                <a:spcPts val="0"/>
              </a:spcAft>
              <a:buSzPts val="5200"/>
              <a:buChar char="○"/>
              <a:defRPr sz="5200"/>
            </a:lvl5pPr>
            <a:lvl6pPr lvl="5" algn="ctr">
              <a:lnSpc>
                <a:spcPct val="100000"/>
              </a:lnSpc>
              <a:spcBef>
                <a:spcPts val="0"/>
              </a:spcBef>
              <a:spcAft>
                <a:spcPts val="0"/>
              </a:spcAft>
              <a:buSzPts val="5200"/>
              <a:buChar char="■"/>
              <a:defRPr sz="5200"/>
            </a:lvl6pPr>
            <a:lvl7pPr lvl="6" algn="ctr">
              <a:lnSpc>
                <a:spcPct val="100000"/>
              </a:lnSpc>
              <a:spcBef>
                <a:spcPts val="0"/>
              </a:spcBef>
              <a:spcAft>
                <a:spcPts val="0"/>
              </a:spcAft>
              <a:buSzPts val="5200"/>
              <a:buChar char="●"/>
              <a:defRPr sz="5200"/>
            </a:lvl7pPr>
            <a:lvl8pPr lvl="7" algn="ctr">
              <a:lnSpc>
                <a:spcPct val="100000"/>
              </a:lnSpc>
              <a:spcBef>
                <a:spcPts val="0"/>
              </a:spcBef>
              <a:spcAft>
                <a:spcPts val="0"/>
              </a:spcAft>
              <a:buSzPts val="5200"/>
              <a:buChar char="○"/>
              <a:defRPr sz="5200"/>
            </a:lvl8pPr>
            <a:lvl9pPr lvl="8" algn="ctr">
              <a:lnSpc>
                <a:spcPct val="100000"/>
              </a:lnSpc>
              <a:spcBef>
                <a:spcPts val="0"/>
              </a:spcBef>
              <a:spcAft>
                <a:spcPts val="0"/>
              </a:spcAft>
              <a:buSzPts val="5200"/>
              <a:buChar char="■"/>
              <a:defRPr sz="5200"/>
            </a:lvl9pPr>
          </a:lstStyle>
          <a:p>
            <a:endParaRPr/>
          </a:p>
        </p:txBody>
      </p:sp>
      <p:sp>
        <p:nvSpPr>
          <p:cNvPr id="853" name="Google Shape;853;p93"/>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Autofit/>
          </a:bodyPr>
          <a:lstStyle>
            <a:lvl1pPr lvl="0" algn="ctr">
              <a:lnSpc>
                <a:spcPct val="115000"/>
              </a:lnSpc>
              <a:spcBef>
                <a:spcPts val="0"/>
              </a:spcBef>
              <a:spcAft>
                <a:spcPts val="0"/>
              </a:spcAft>
              <a:buSzPts val="2800"/>
              <a:buNone/>
              <a:defRPr sz="2800"/>
            </a:lvl1pPr>
            <a:lvl2pPr lvl="1" algn="ctr">
              <a:lnSpc>
                <a:spcPct val="115000"/>
              </a:lnSpc>
              <a:spcBef>
                <a:spcPts val="0"/>
              </a:spcBef>
              <a:spcAft>
                <a:spcPts val="0"/>
              </a:spcAft>
              <a:buSzPts val="2800"/>
              <a:buNone/>
              <a:defRPr sz="2800"/>
            </a:lvl2pPr>
            <a:lvl3pPr lvl="2" algn="ctr">
              <a:lnSpc>
                <a:spcPct val="115000"/>
              </a:lnSpc>
              <a:spcBef>
                <a:spcPts val="0"/>
              </a:spcBef>
              <a:spcAft>
                <a:spcPts val="0"/>
              </a:spcAft>
              <a:buSzPts val="2800"/>
              <a:buNone/>
              <a:defRPr sz="2800"/>
            </a:lvl3pPr>
            <a:lvl4pPr lvl="3" algn="ctr">
              <a:lnSpc>
                <a:spcPct val="115000"/>
              </a:lnSpc>
              <a:spcBef>
                <a:spcPts val="0"/>
              </a:spcBef>
              <a:spcAft>
                <a:spcPts val="0"/>
              </a:spcAft>
              <a:buSzPts val="2800"/>
              <a:buNone/>
              <a:defRPr sz="2800"/>
            </a:lvl4pPr>
            <a:lvl5pPr lvl="4" algn="ctr">
              <a:lnSpc>
                <a:spcPct val="115000"/>
              </a:lnSpc>
              <a:spcBef>
                <a:spcPts val="0"/>
              </a:spcBef>
              <a:spcAft>
                <a:spcPts val="0"/>
              </a:spcAft>
              <a:buSzPts val="2800"/>
              <a:buNone/>
              <a:defRPr sz="2800"/>
            </a:lvl5pPr>
            <a:lvl6pPr lvl="5" algn="ctr">
              <a:lnSpc>
                <a:spcPct val="115000"/>
              </a:lnSpc>
              <a:spcBef>
                <a:spcPts val="0"/>
              </a:spcBef>
              <a:spcAft>
                <a:spcPts val="0"/>
              </a:spcAft>
              <a:buSzPts val="2800"/>
              <a:buNone/>
              <a:defRPr sz="2800"/>
            </a:lvl6pPr>
            <a:lvl7pPr lvl="6" algn="ctr">
              <a:lnSpc>
                <a:spcPct val="115000"/>
              </a:lnSpc>
              <a:spcBef>
                <a:spcPts val="0"/>
              </a:spcBef>
              <a:spcAft>
                <a:spcPts val="0"/>
              </a:spcAft>
              <a:buSzPts val="2800"/>
              <a:buNone/>
              <a:defRPr sz="2800"/>
            </a:lvl7pPr>
            <a:lvl8pPr lvl="7" algn="ctr">
              <a:lnSpc>
                <a:spcPct val="115000"/>
              </a:lnSpc>
              <a:spcBef>
                <a:spcPts val="0"/>
              </a:spcBef>
              <a:spcAft>
                <a:spcPts val="0"/>
              </a:spcAft>
              <a:buSzPts val="2800"/>
              <a:buNone/>
              <a:defRPr sz="2800"/>
            </a:lvl8pPr>
            <a:lvl9pPr lvl="8" algn="ctr">
              <a:lnSpc>
                <a:spcPct val="115000"/>
              </a:lnSpc>
              <a:spcBef>
                <a:spcPts val="0"/>
              </a:spcBef>
              <a:spcAft>
                <a:spcPts val="0"/>
              </a:spcAft>
              <a:buSzPts val="2800"/>
              <a:buNone/>
              <a:defRPr sz="2800"/>
            </a:lvl9pPr>
          </a:lstStyle>
          <a:p>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matchingName="Section header">
  <p:cSld name="Section header">
    <p:spTree>
      <p:nvGrpSpPr>
        <p:cNvPr id="1" name="Shape 854"/>
        <p:cNvGrpSpPr/>
        <p:nvPr/>
      </p:nvGrpSpPr>
      <p:grpSpPr>
        <a:xfrm>
          <a:off x="0" y="0"/>
          <a:ext cx="0" cy="0"/>
          <a:chOff x="0" y="0"/>
          <a:chExt cx="0" cy="0"/>
        </a:xfrm>
      </p:grpSpPr>
      <p:sp>
        <p:nvSpPr>
          <p:cNvPr id="855" name="Google Shape;855;p94"/>
          <p:cNvSpPr txBox="1">
            <a:spLocks noGrp="1"/>
          </p:cNvSpPr>
          <p:nvPr>
            <p:ph type="title"/>
          </p:nvPr>
        </p:nvSpPr>
        <p:spPr>
          <a:xfrm>
            <a:off x="311700" y="2150850"/>
            <a:ext cx="8520600" cy="841800"/>
          </a:xfrm>
          <a:prstGeom prst="rect">
            <a:avLst/>
          </a:prstGeom>
          <a:noFill/>
          <a:ln>
            <a:noFill/>
          </a:ln>
        </p:spPr>
        <p:txBody>
          <a:bodyPr spcFirstLastPara="1" wrap="square" lIns="0" tIns="0" rIns="91425" bIns="0" anchor="ctr" anchorCtr="0">
            <a:spAutoFit/>
          </a:bodyPr>
          <a:lstStyle>
            <a:lvl1pPr lvl="0" algn="ctr">
              <a:lnSpc>
                <a:spcPct val="100000"/>
              </a:lnSpc>
              <a:spcBef>
                <a:spcPts val="0"/>
              </a:spcBef>
              <a:spcAft>
                <a:spcPts val="0"/>
              </a:spcAft>
              <a:buSzPts val="3600"/>
              <a:buChar char="●"/>
              <a:defRPr sz="3600"/>
            </a:lvl1pPr>
            <a:lvl2pPr lvl="1" algn="ctr">
              <a:lnSpc>
                <a:spcPct val="100000"/>
              </a:lnSpc>
              <a:spcBef>
                <a:spcPts val="0"/>
              </a:spcBef>
              <a:spcAft>
                <a:spcPts val="0"/>
              </a:spcAft>
              <a:buSzPts val="3600"/>
              <a:buChar char="○"/>
              <a:defRPr sz="3600"/>
            </a:lvl2pPr>
            <a:lvl3pPr lvl="2" algn="ctr">
              <a:lnSpc>
                <a:spcPct val="100000"/>
              </a:lnSpc>
              <a:spcBef>
                <a:spcPts val="0"/>
              </a:spcBef>
              <a:spcAft>
                <a:spcPts val="0"/>
              </a:spcAft>
              <a:buSzPts val="3600"/>
              <a:buChar char="■"/>
              <a:defRPr sz="3600"/>
            </a:lvl3pPr>
            <a:lvl4pPr lvl="3" algn="ctr">
              <a:lnSpc>
                <a:spcPct val="100000"/>
              </a:lnSpc>
              <a:spcBef>
                <a:spcPts val="0"/>
              </a:spcBef>
              <a:spcAft>
                <a:spcPts val="0"/>
              </a:spcAft>
              <a:buSzPts val="3600"/>
              <a:buChar char="●"/>
              <a:defRPr sz="3600"/>
            </a:lvl4pPr>
            <a:lvl5pPr lvl="4" algn="ctr">
              <a:lnSpc>
                <a:spcPct val="100000"/>
              </a:lnSpc>
              <a:spcBef>
                <a:spcPts val="0"/>
              </a:spcBef>
              <a:spcAft>
                <a:spcPts val="0"/>
              </a:spcAft>
              <a:buSzPts val="3600"/>
              <a:buChar char="○"/>
              <a:defRPr sz="3600"/>
            </a:lvl5pPr>
            <a:lvl6pPr lvl="5" algn="ctr">
              <a:lnSpc>
                <a:spcPct val="100000"/>
              </a:lnSpc>
              <a:spcBef>
                <a:spcPts val="0"/>
              </a:spcBef>
              <a:spcAft>
                <a:spcPts val="0"/>
              </a:spcAft>
              <a:buSzPts val="3600"/>
              <a:buChar char="■"/>
              <a:defRPr sz="3600"/>
            </a:lvl6pPr>
            <a:lvl7pPr lvl="6" algn="ctr">
              <a:lnSpc>
                <a:spcPct val="100000"/>
              </a:lnSpc>
              <a:spcBef>
                <a:spcPts val="0"/>
              </a:spcBef>
              <a:spcAft>
                <a:spcPts val="0"/>
              </a:spcAft>
              <a:buSzPts val="3600"/>
              <a:buChar char="●"/>
              <a:defRPr sz="3600"/>
            </a:lvl7pPr>
            <a:lvl8pPr lvl="7" algn="ctr">
              <a:lnSpc>
                <a:spcPct val="100000"/>
              </a:lnSpc>
              <a:spcBef>
                <a:spcPts val="0"/>
              </a:spcBef>
              <a:spcAft>
                <a:spcPts val="0"/>
              </a:spcAft>
              <a:buSzPts val="3600"/>
              <a:buChar char="○"/>
              <a:defRPr sz="3600"/>
            </a:lvl8pPr>
            <a:lvl9pPr lvl="8" algn="ctr">
              <a:lnSpc>
                <a:spcPct val="100000"/>
              </a:lnSpc>
              <a:spcBef>
                <a:spcPts val="0"/>
              </a:spcBef>
              <a:spcAft>
                <a:spcPts val="0"/>
              </a:spcAft>
              <a:buSzPts val="3600"/>
              <a:buChar char="■"/>
              <a:defRPr sz="3600"/>
            </a:lvl9pPr>
          </a:lstStyle>
          <a:p>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matchingName="Title and body">
  <p:cSld name="Title and body">
    <p:spTree>
      <p:nvGrpSpPr>
        <p:cNvPr id="1" name="Shape 856"/>
        <p:cNvGrpSpPr/>
        <p:nvPr/>
      </p:nvGrpSpPr>
      <p:grpSpPr>
        <a:xfrm>
          <a:off x="0" y="0"/>
          <a:ext cx="0" cy="0"/>
          <a:chOff x="0" y="0"/>
          <a:chExt cx="0" cy="0"/>
        </a:xfrm>
      </p:grpSpPr>
      <p:sp>
        <p:nvSpPr>
          <p:cNvPr id="857" name="Google Shape;857;p95"/>
          <p:cNvSpPr txBox="1">
            <a:spLocks noGrp="1"/>
          </p:cNvSpPr>
          <p:nvPr>
            <p:ph type="title"/>
          </p:nvPr>
        </p:nvSpPr>
        <p:spPr>
          <a:xfrm>
            <a:off x="311700" y="445025"/>
            <a:ext cx="8520600" cy="572700"/>
          </a:xfrm>
          <a:prstGeom prst="rect">
            <a:avLst/>
          </a:prstGeom>
          <a:noFill/>
          <a:ln>
            <a:noFill/>
          </a:ln>
        </p:spPr>
        <p:txBody>
          <a:bodyPr spcFirstLastPara="1" wrap="square" lIns="0" tIns="0" rIns="91425" bIns="0" anchor="t" anchorCtr="0">
            <a:spAutoFit/>
          </a:bodyPr>
          <a:lstStyle>
            <a:lvl1pPr lvl="0" algn="l">
              <a:lnSpc>
                <a:spcPct val="100000"/>
              </a:lnSpc>
              <a:spcBef>
                <a:spcPts val="0"/>
              </a:spcBef>
              <a:spcAft>
                <a:spcPts val="0"/>
              </a:spcAft>
              <a:buSzPts val="1400"/>
              <a:buChar char="●"/>
              <a:defRPr/>
            </a:lvl1pPr>
            <a:lvl2pPr lvl="1" algn="l">
              <a:lnSpc>
                <a:spcPct val="100000"/>
              </a:lnSpc>
              <a:spcBef>
                <a:spcPts val="0"/>
              </a:spcBef>
              <a:spcAft>
                <a:spcPts val="0"/>
              </a:spcAft>
              <a:buSzPts val="1400"/>
              <a:buChar char="○"/>
              <a:defRPr/>
            </a:lvl2pPr>
            <a:lvl3pPr lvl="2" algn="l">
              <a:lnSpc>
                <a:spcPct val="100000"/>
              </a:lnSpc>
              <a:spcBef>
                <a:spcPts val="0"/>
              </a:spcBef>
              <a:spcAft>
                <a:spcPts val="0"/>
              </a:spcAft>
              <a:buSzPts val="1400"/>
              <a:buChar char="■"/>
              <a:defRPr/>
            </a:lvl3pPr>
            <a:lvl4pPr lvl="3" algn="l">
              <a:lnSpc>
                <a:spcPct val="100000"/>
              </a:lnSpc>
              <a:spcBef>
                <a:spcPts val="0"/>
              </a:spcBef>
              <a:spcAft>
                <a:spcPts val="0"/>
              </a:spcAft>
              <a:buSzPts val="1400"/>
              <a:buChar char="●"/>
              <a:defRPr/>
            </a:lvl4pPr>
            <a:lvl5pPr lvl="4" algn="l">
              <a:lnSpc>
                <a:spcPct val="100000"/>
              </a:lnSpc>
              <a:spcBef>
                <a:spcPts val="0"/>
              </a:spcBef>
              <a:spcAft>
                <a:spcPts val="0"/>
              </a:spcAft>
              <a:buSzPts val="1400"/>
              <a:buChar char="○"/>
              <a:defRPr/>
            </a:lvl5pPr>
            <a:lvl6pPr lvl="5" algn="l">
              <a:lnSpc>
                <a:spcPct val="100000"/>
              </a:lnSpc>
              <a:spcBef>
                <a:spcPts val="0"/>
              </a:spcBef>
              <a:spcAft>
                <a:spcPts val="0"/>
              </a:spcAft>
              <a:buSzPts val="1400"/>
              <a:buChar char="■"/>
              <a:defRPr/>
            </a:lvl6pPr>
            <a:lvl7pPr lvl="6" algn="l">
              <a:lnSpc>
                <a:spcPct val="100000"/>
              </a:lnSpc>
              <a:spcBef>
                <a:spcPts val="0"/>
              </a:spcBef>
              <a:spcAft>
                <a:spcPts val="0"/>
              </a:spcAft>
              <a:buSzPts val="1400"/>
              <a:buChar char="●"/>
              <a:defRPr/>
            </a:lvl7pPr>
            <a:lvl8pPr lvl="7" algn="l">
              <a:lnSpc>
                <a:spcPct val="100000"/>
              </a:lnSpc>
              <a:spcBef>
                <a:spcPts val="0"/>
              </a:spcBef>
              <a:spcAft>
                <a:spcPts val="0"/>
              </a:spcAft>
              <a:buSzPts val="1400"/>
              <a:buChar char="○"/>
              <a:defRPr/>
            </a:lvl8pPr>
            <a:lvl9pPr lvl="8" algn="l">
              <a:lnSpc>
                <a:spcPct val="100000"/>
              </a:lnSpc>
              <a:spcBef>
                <a:spcPts val="0"/>
              </a:spcBef>
              <a:spcAft>
                <a:spcPts val="0"/>
              </a:spcAft>
              <a:buSzPts val="1400"/>
              <a:buChar char="■"/>
              <a:defRPr/>
            </a:lvl9pPr>
          </a:lstStyle>
          <a:p>
            <a:endParaRPr/>
          </a:p>
        </p:txBody>
      </p:sp>
      <p:sp>
        <p:nvSpPr>
          <p:cNvPr id="858" name="Google Shape;858;p9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292100" algn="l">
              <a:lnSpc>
                <a:spcPct val="115000"/>
              </a:lnSpc>
              <a:spcBef>
                <a:spcPts val="0"/>
              </a:spcBef>
              <a:spcAft>
                <a:spcPts val="0"/>
              </a:spcAft>
              <a:buSzPts val="1000"/>
              <a:buChar char="●"/>
              <a:defRPr/>
            </a:lvl1pPr>
            <a:lvl2pPr marL="914400" lvl="1" indent="-292100" algn="l">
              <a:lnSpc>
                <a:spcPct val="115000"/>
              </a:lnSpc>
              <a:spcBef>
                <a:spcPts val="0"/>
              </a:spcBef>
              <a:spcAft>
                <a:spcPts val="0"/>
              </a:spcAft>
              <a:buSzPts val="1000"/>
              <a:buChar char="○"/>
              <a:defRPr/>
            </a:lvl2pPr>
            <a:lvl3pPr marL="1371600" lvl="2" indent="-292100" algn="l">
              <a:lnSpc>
                <a:spcPct val="115000"/>
              </a:lnSpc>
              <a:spcBef>
                <a:spcPts val="0"/>
              </a:spcBef>
              <a:spcAft>
                <a:spcPts val="0"/>
              </a:spcAft>
              <a:buSzPts val="1000"/>
              <a:buChar char="■"/>
              <a:defRPr/>
            </a:lvl3pPr>
            <a:lvl4pPr marL="1828800" lvl="3" indent="-292100" algn="l">
              <a:lnSpc>
                <a:spcPct val="115000"/>
              </a:lnSpc>
              <a:spcBef>
                <a:spcPts val="0"/>
              </a:spcBef>
              <a:spcAft>
                <a:spcPts val="0"/>
              </a:spcAft>
              <a:buSzPts val="1000"/>
              <a:buChar char="●"/>
              <a:defRPr/>
            </a:lvl4pPr>
            <a:lvl5pPr marL="2286000" lvl="4" indent="-292100" algn="l">
              <a:lnSpc>
                <a:spcPct val="115000"/>
              </a:lnSpc>
              <a:spcBef>
                <a:spcPts val="0"/>
              </a:spcBef>
              <a:spcAft>
                <a:spcPts val="0"/>
              </a:spcAft>
              <a:buSzPts val="1000"/>
              <a:buChar char="○"/>
              <a:defRPr/>
            </a:lvl5pPr>
            <a:lvl6pPr marL="2743200" lvl="5" indent="-292100" algn="l">
              <a:lnSpc>
                <a:spcPct val="115000"/>
              </a:lnSpc>
              <a:spcBef>
                <a:spcPts val="0"/>
              </a:spcBef>
              <a:spcAft>
                <a:spcPts val="0"/>
              </a:spcAft>
              <a:buSzPts val="1000"/>
              <a:buChar char="■"/>
              <a:defRPr/>
            </a:lvl6pPr>
            <a:lvl7pPr marL="3200400" lvl="6" indent="-292100" algn="l">
              <a:lnSpc>
                <a:spcPct val="115000"/>
              </a:lnSpc>
              <a:spcBef>
                <a:spcPts val="0"/>
              </a:spcBef>
              <a:spcAft>
                <a:spcPts val="0"/>
              </a:spcAft>
              <a:buSzPts val="1000"/>
              <a:buChar char="●"/>
              <a:defRPr/>
            </a:lvl7pPr>
            <a:lvl8pPr marL="3657600" lvl="7" indent="-292100" algn="l">
              <a:lnSpc>
                <a:spcPct val="115000"/>
              </a:lnSpc>
              <a:spcBef>
                <a:spcPts val="0"/>
              </a:spcBef>
              <a:spcAft>
                <a:spcPts val="0"/>
              </a:spcAft>
              <a:buSzPts val="1000"/>
              <a:buChar char="○"/>
              <a:defRPr/>
            </a:lvl8pPr>
            <a:lvl9pPr marL="4114800" lvl="8" indent="-292100" algn="l">
              <a:lnSpc>
                <a:spcPct val="115000"/>
              </a:lnSpc>
              <a:spcBef>
                <a:spcPts val="0"/>
              </a:spcBef>
              <a:spcAft>
                <a:spcPts val="0"/>
              </a:spcAft>
              <a:buSzPts val="1000"/>
              <a:buChar char="■"/>
              <a:defRPr/>
            </a:lvl9pPr>
          </a:lstStyle>
          <a:p>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matchingName="Title and two columns">
  <p:cSld name="Title and two columns">
    <p:spTree>
      <p:nvGrpSpPr>
        <p:cNvPr id="1" name="Shape 859"/>
        <p:cNvGrpSpPr/>
        <p:nvPr/>
      </p:nvGrpSpPr>
      <p:grpSpPr>
        <a:xfrm>
          <a:off x="0" y="0"/>
          <a:ext cx="0" cy="0"/>
          <a:chOff x="0" y="0"/>
          <a:chExt cx="0" cy="0"/>
        </a:xfrm>
      </p:grpSpPr>
      <p:sp>
        <p:nvSpPr>
          <p:cNvPr id="860" name="Google Shape;860;p96"/>
          <p:cNvSpPr txBox="1">
            <a:spLocks noGrp="1"/>
          </p:cNvSpPr>
          <p:nvPr>
            <p:ph type="title"/>
          </p:nvPr>
        </p:nvSpPr>
        <p:spPr>
          <a:xfrm>
            <a:off x="311700" y="445025"/>
            <a:ext cx="8520600" cy="572700"/>
          </a:xfrm>
          <a:prstGeom prst="rect">
            <a:avLst/>
          </a:prstGeom>
          <a:noFill/>
          <a:ln>
            <a:noFill/>
          </a:ln>
        </p:spPr>
        <p:txBody>
          <a:bodyPr spcFirstLastPara="1" wrap="square" lIns="0" tIns="0" rIns="91425" bIns="0" anchor="t" anchorCtr="0">
            <a:spAutoFit/>
          </a:bodyPr>
          <a:lstStyle>
            <a:lvl1pPr lvl="0" algn="l">
              <a:lnSpc>
                <a:spcPct val="100000"/>
              </a:lnSpc>
              <a:spcBef>
                <a:spcPts val="0"/>
              </a:spcBef>
              <a:spcAft>
                <a:spcPts val="0"/>
              </a:spcAft>
              <a:buSzPts val="1400"/>
              <a:buChar char="●"/>
              <a:defRPr/>
            </a:lvl1pPr>
            <a:lvl2pPr lvl="1" algn="l">
              <a:lnSpc>
                <a:spcPct val="100000"/>
              </a:lnSpc>
              <a:spcBef>
                <a:spcPts val="0"/>
              </a:spcBef>
              <a:spcAft>
                <a:spcPts val="0"/>
              </a:spcAft>
              <a:buSzPts val="1400"/>
              <a:buChar char="○"/>
              <a:defRPr/>
            </a:lvl2pPr>
            <a:lvl3pPr lvl="2" algn="l">
              <a:lnSpc>
                <a:spcPct val="100000"/>
              </a:lnSpc>
              <a:spcBef>
                <a:spcPts val="0"/>
              </a:spcBef>
              <a:spcAft>
                <a:spcPts val="0"/>
              </a:spcAft>
              <a:buSzPts val="1400"/>
              <a:buChar char="■"/>
              <a:defRPr/>
            </a:lvl3pPr>
            <a:lvl4pPr lvl="3" algn="l">
              <a:lnSpc>
                <a:spcPct val="100000"/>
              </a:lnSpc>
              <a:spcBef>
                <a:spcPts val="0"/>
              </a:spcBef>
              <a:spcAft>
                <a:spcPts val="0"/>
              </a:spcAft>
              <a:buSzPts val="1400"/>
              <a:buChar char="●"/>
              <a:defRPr/>
            </a:lvl4pPr>
            <a:lvl5pPr lvl="4" algn="l">
              <a:lnSpc>
                <a:spcPct val="100000"/>
              </a:lnSpc>
              <a:spcBef>
                <a:spcPts val="0"/>
              </a:spcBef>
              <a:spcAft>
                <a:spcPts val="0"/>
              </a:spcAft>
              <a:buSzPts val="1400"/>
              <a:buChar char="○"/>
              <a:defRPr/>
            </a:lvl5pPr>
            <a:lvl6pPr lvl="5" algn="l">
              <a:lnSpc>
                <a:spcPct val="100000"/>
              </a:lnSpc>
              <a:spcBef>
                <a:spcPts val="0"/>
              </a:spcBef>
              <a:spcAft>
                <a:spcPts val="0"/>
              </a:spcAft>
              <a:buSzPts val="1400"/>
              <a:buChar char="■"/>
              <a:defRPr/>
            </a:lvl6pPr>
            <a:lvl7pPr lvl="6" algn="l">
              <a:lnSpc>
                <a:spcPct val="100000"/>
              </a:lnSpc>
              <a:spcBef>
                <a:spcPts val="0"/>
              </a:spcBef>
              <a:spcAft>
                <a:spcPts val="0"/>
              </a:spcAft>
              <a:buSzPts val="1400"/>
              <a:buChar char="●"/>
              <a:defRPr/>
            </a:lvl7pPr>
            <a:lvl8pPr lvl="7" algn="l">
              <a:lnSpc>
                <a:spcPct val="100000"/>
              </a:lnSpc>
              <a:spcBef>
                <a:spcPts val="0"/>
              </a:spcBef>
              <a:spcAft>
                <a:spcPts val="0"/>
              </a:spcAft>
              <a:buSzPts val="1400"/>
              <a:buChar char="○"/>
              <a:defRPr/>
            </a:lvl8pPr>
            <a:lvl9pPr lvl="8" algn="l">
              <a:lnSpc>
                <a:spcPct val="100000"/>
              </a:lnSpc>
              <a:spcBef>
                <a:spcPts val="0"/>
              </a:spcBef>
              <a:spcAft>
                <a:spcPts val="0"/>
              </a:spcAft>
              <a:buSzPts val="1400"/>
              <a:buChar char="■"/>
              <a:defRPr/>
            </a:lvl9pPr>
          </a:lstStyle>
          <a:p>
            <a:endParaRPr/>
          </a:p>
        </p:txBody>
      </p:sp>
      <p:sp>
        <p:nvSpPr>
          <p:cNvPr id="861" name="Google Shape;861;p96"/>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862" name="Google Shape;862;p96"/>
          <p:cNvSpPr txBox="1">
            <a:spLocks noGrp="1"/>
          </p:cNvSpPr>
          <p:nvPr>
            <p:ph type="body" idx="2"/>
          </p:nvPr>
        </p:nvSpPr>
        <p:spPr>
          <a:xfrm>
            <a:off x="4832400" y="1152475"/>
            <a:ext cx="3999900" cy="3416400"/>
          </a:xfrm>
          <a:prstGeom prst="rect">
            <a:avLst/>
          </a:prstGeom>
          <a:noFill/>
          <a:ln>
            <a:noFill/>
          </a:ln>
        </p:spPr>
        <p:txBody>
          <a:bodyPr spcFirstLastPara="1" wrap="square" lIns="0"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800"/>
              </a:spcBef>
              <a:spcAft>
                <a:spcPts val="0"/>
              </a:spcAft>
              <a:buSzPts val="1200"/>
              <a:buChar char="○"/>
              <a:defRPr sz="1200"/>
            </a:lvl2pPr>
            <a:lvl3pPr marL="1371600" lvl="2" indent="-304800" algn="l">
              <a:lnSpc>
                <a:spcPct val="115000"/>
              </a:lnSpc>
              <a:spcBef>
                <a:spcPts val="800"/>
              </a:spcBef>
              <a:spcAft>
                <a:spcPts val="0"/>
              </a:spcAft>
              <a:buSzPts val="1200"/>
              <a:buChar char="■"/>
              <a:defRPr sz="1200"/>
            </a:lvl3pPr>
            <a:lvl4pPr marL="1828800" lvl="3" indent="-304800" algn="l">
              <a:lnSpc>
                <a:spcPct val="115000"/>
              </a:lnSpc>
              <a:spcBef>
                <a:spcPts val="800"/>
              </a:spcBef>
              <a:spcAft>
                <a:spcPts val="0"/>
              </a:spcAft>
              <a:buSzPts val="1200"/>
              <a:buChar char="●"/>
              <a:defRPr sz="1200"/>
            </a:lvl4pPr>
            <a:lvl5pPr marL="2286000" lvl="4" indent="-304800" algn="l">
              <a:lnSpc>
                <a:spcPct val="115000"/>
              </a:lnSpc>
              <a:spcBef>
                <a:spcPts val="800"/>
              </a:spcBef>
              <a:spcAft>
                <a:spcPts val="0"/>
              </a:spcAft>
              <a:buSzPts val="1200"/>
              <a:buChar char="○"/>
              <a:defRPr sz="1200"/>
            </a:lvl5pPr>
            <a:lvl6pPr marL="2743200" lvl="5" indent="-304800" algn="l">
              <a:lnSpc>
                <a:spcPct val="115000"/>
              </a:lnSpc>
              <a:spcBef>
                <a:spcPts val="800"/>
              </a:spcBef>
              <a:spcAft>
                <a:spcPts val="0"/>
              </a:spcAft>
              <a:buSzPts val="1200"/>
              <a:buChar char="■"/>
              <a:defRPr sz="1200"/>
            </a:lvl6pPr>
            <a:lvl7pPr marL="3200400" lvl="6" indent="-304800" algn="l">
              <a:lnSpc>
                <a:spcPct val="115000"/>
              </a:lnSpc>
              <a:spcBef>
                <a:spcPts val="800"/>
              </a:spcBef>
              <a:spcAft>
                <a:spcPts val="0"/>
              </a:spcAft>
              <a:buSzPts val="1200"/>
              <a:buChar char="●"/>
              <a:defRPr sz="1200"/>
            </a:lvl7pPr>
            <a:lvl8pPr marL="3657600" lvl="7" indent="-304800" algn="l">
              <a:lnSpc>
                <a:spcPct val="115000"/>
              </a:lnSpc>
              <a:spcBef>
                <a:spcPts val="800"/>
              </a:spcBef>
              <a:spcAft>
                <a:spcPts val="0"/>
              </a:spcAft>
              <a:buSzPts val="1200"/>
              <a:buChar char="○"/>
              <a:defRPr sz="1200"/>
            </a:lvl8pPr>
            <a:lvl9pPr marL="4114800" lvl="8" indent="-304800" algn="l">
              <a:lnSpc>
                <a:spcPct val="115000"/>
              </a:lnSpc>
              <a:spcBef>
                <a:spcPts val="800"/>
              </a:spcBef>
              <a:spcAft>
                <a:spcPts val="800"/>
              </a:spcAft>
              <a:buSzPts val="1200"/>
              <a:buChar char="■"/>
              <a:defRPr sz="1200"/>
            </a:lvl9pPr>
          </a:lstStyle>
          <a:p>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863"/>
        <p:cNvGrpSpPr/>
        <p:nvPr/>
      </p:nvGrpSpPr>
      <p:grpSpPr>
        <a:xfrm>
          <a:off x="0" y="0"/>
          <a:ext cx="0" cy="0"/>
          <a:chOff x="0" y="0"/>
          <a:chExt cx="0" cy="0"/>
        </a:xfrm>
      </p:grpSpPr>
      <p:sp>
        <p:nvSpPr>
          <p:cNvPr id="864" name="Google Shape;864;p97"/>
          <p:cNvSpPr txBox="1">
            <a:spLocks noGrp="1"/>
          </p:cNvSpPr>
          <p:nvPr>
            <p:ph type="title"/>
          </p:nvPr>
        </p:nvSpPr>
        <p:spPr>
          <a:xfrm>
            <a:off x="311700" y="445025"/>
            <a:ext cx="8520600" cy="572700"/>
          </a:xfrm>
          <a:prstGeom prst="rect">
            <a:avLst/>
          </a:prstGeom>
          <a:noFill/>
          <a:ln>
            <a:noFill/>
          </a:ln>
        </p:spPr>
        <p:txBody>
          <a:bodyPr spcFirstLastPara="1" wrap="square" lIns="0" tIns="0" rIns="91425" bIns="0" anchor="t" anchorCtr="0">
            <a:spAutoFit/>
          </a:bodyPr>
          <a:lstStyle>
            <a:lvl1pPr lvl="0" algn="l">
              <a:lnSpc>
                <a:spcPct val="100000"/>
              </a:lnSpc>
              <a:spcBef>
                <a:spcPts val="0"/>
              </a:spcBef>
              <a:spcAft>
                <a:spcPts val="0"/>
              </a:spcAft>
              <a:buSzPts val="1400"/>
              <a:buChar char="●"/>
              <a:defRPr/>
            </a:lvl1pPr>
            <a:lvl2pPr lvl="1" algn="l">
              <a:lnSpc>
                <a:spcPct val="100000"/>
              </a:lnSpc>
              <a:spcBef>
                <a:spcPts val="0"/>
              </a:spcBef>
              <a:spcAft>
                <a:spcPts val="0"/>
              </a:spcAft>
              <a:buSzPts val="1400"/>
              <a:buChar char="○"/>
              <a:defRPr/>
            </a:lvl2pPr>
            <a:lvl3pPr lvl="2" algn="l">
              <a:lnSpc>
                <a:spcPct val="100000"/>
              </a:lnSpc>
              <a:spcBef>
                <a:spcPts val="0"/>
              </a:spcBef>
              <a:spcAft>
                <a:spcPts val="0"/>
              </a:spcAft>
              <a:buSzPts val="1400"/>
              <a:buChar char="■"/>
              <a:defRPr/>
            </a:lvl3pPr>
            <a:lvl4pPr lvl="3" algn="l">
              <a:lnSpc>
                <a:spcPct val="100000"/>
              </a:lnSpc>
              <a:spcBef>
                <a:spcPts val="0"/>
              </a:spcBef>
              <a:spcAft>
                <a:spcPts val="0"/>
              </a:spcAft>
              <a:buSzPts val="1400"/>
              <a:buChar char="●"/>
              <a:defRPr/>
            </a:lvl4pPr>
            <a:lvl5pPr lvl="4" algn="l">
              <a:lnSpc>
                <a:spcPct val="100000"/>
              </a:lnSpc>
              <a:spcBef>
                <a:spcPts val="0"/>
              </a:spcBef>
              <a:spcAft>
                <a:spcPts val="0"/>
              </a:spcAft>
              <a:buSzPts val="1400"/>
              <a:buChar char="○"/>
              <a:defRPr/>
            </a:lvl5pPr>
            <a:lvl6pPr lvl="5" algn="l">
              <a:lnSpc>
                <a:spcPct val="100000"/>
              </a:lnSpc>
              <a:spcBef>
                <a:spcPts val="0"/>
              </a:spcBef>
              <a:spcAft>
                <a:spcPts val="0"/>
              </a:spcAft>
              <a:buSzPts val="1400"/>
              <a:buChar char="■"/>
              <a:defRPr/>
            </a:lvl6pPr>
            <a:lvl7pPr lvl="6" algn="l">
              <a:lnSpc>
                <a:spcPct val="100000"/>
              </a:lnSpc>
              <a:spcBef>
                <a:spcPts val="0"/>
              </a:spcBef>
              <a:spcAft>
                <a:spcPts val="0"/>
              </a:spcAft>
              <a:buSzPts val="1400"/>
              <a:buChar char="●"/>
              <a:defRPr/>
            </a:lvl7pPr>
            <a:lvl8pPr lvl="7" algn="l">
              <a:lnSpc>
                <a:spcPct val="100000"/>
              </a:lnSpc>
              <a:spcBef>
                <a:spcPts val="0"/>
              </a:spcBef>
              <a:spcAft>
                <a:spcPts val="0"/>
              </a:spcAft>
              <a:buSzPts val="1400"/>
              <a:buChar char="○"/>
              <a:defRPr/>
            </a:lvl8pPr>
            <a:lvl9pPr lvl="8" algn="l">
              <a:lnSpc>
                <a:spcPct val="100000"/>
              </a:lnSpc>
              <a:spcBef>
                <a:spcPts val="0"/>
              </a:spcBef>
              <a:spcAft>
                <a:spcPts val="0"/>
              </a:spcAft>
              <a:buSzPts val="1400"/>
              <a:buChar char="■"/>
              <a:defRPr/>
            </a:lvl9pPr>
          </a:lstStyle>
          <a:p>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865"/>
        <p:cNvGrpSpPr/>
        <p:nvPr/>
      </p:nvGrpSpPr>
      <p:grpSpPr>
        <a:xfrm>
          <a:off x="0" y="0"/>
          <a:ext cx="0" cy="0"/>
          <a:chOff x="0" y="0"/>
          <a:chExt cx="0" cy="0"/>
        </a:xfrm>
      </p:grpSpPr>
      <p:sp>
        <p:nvSpPr>
          <p:cNvPr id="866" name="Google Shape;866;p98"/>
          <p:cNvSpPr txBox="1">
            <a:spLocks noGrp="1"/>
          </p:cNvSpPr>
          <p:nvPr>
            <p:ph type="title"/>
          </p:nvPr>
        </p:nvSpPr>
        <p:spPr>
          <a:xfrm>
            <a:off x="311700" y="555600"/>
            <a:ext cx="2808000" cy="755700"/>
          </a:xfrm>
          <a:prstGeom prst="rect">
            <a:avLst/>
          </a:prstGeom>
          <a:noFill/>
          <a:ln>
            <a:noFill/>
          </a:ln>
        </p:spPr>
        <p:txBody>
          <a:bodyPr spcFirstLastPara="1" wrap="square" lIns="0" tIns="0" rIns="91425" bIns="0" anchor="b" anchorCtr="0">
            <a:spAutoFit/>
          </a:bodyPr>
          <a:lstStyle>
            <a:lvl1pPr lvl="0" algn="l">
              <a:lnSpc>
                <a:spcPct val="100000"/>
              </a:lnSpc>
              <a:spcBef>
                <a:spcPts val="0"/>
              </a:spcBef>
              <a:spcAft>
                <a:spcPts val="0"/>
              </a:spcAft>
              <a:buSzPts val="2400"/>
              <a:buChar char="●"/>
              <a:defRPr sz="2400"/>
            </a:lvl1pPr>
            <a:lvl2pPr lvl="1" algn="l">
              <a:lnSpc>
                <a:spcPct val="100000"/>
              </a:lnSpc>
              <a:spcBef>
                <a:spcPts val="0"/>
              </a:spcBef>
              <a:spcAft>
                <a:spcPts val="0"/>
              </a:spcAft>
              <a:buSzPts val="2400"/>
              <a:buChar char="○"/>
              <a:defRPr sz="2400"/>
            </a:lvl2pPr>
            <a:lvl3pPr lvl="2" algn="l">
              <a:lnSpc>
                <a:spcPct val="100000"/>
              </a:lnSpc>
              <a:spcBef>
                <a:spcPts val="0"/>
              </a:spcBef>
              <a:spcAft>
                <a:spcPts val="0"/>
              </a:spcAft>
              <a:buSzPts val="2400"/>
              <a:buChar char="■"/>
              <a:defRPr sz="2400"/>
            </a:lvl3pPr>
            <a:lvl4pPr lvl="3" algn="l">
              <a:lnSpc>
                <a:spcPct val="100000"/>
              </a:lnSpc>
              <a:spcBef>
                <a:spcPts val="0"/>
              </a:spcBef>
              <a:spcAft>
                <a:spcPts val="0"/>
              </a:spcAft>
              <a:buSzPts val="2400"/>
              <a:buChar char="●"/>
              <a:defRPr sz="2400"/>
            </a:lvl4pPr>
            <a:lvl5pPr lvl="4" algn="l">
              <a:lnSpc>
                <a:spcPct val="100000"/>
              </a:lnSpc>
              <a:spcBef>
                <a:spcPts val="0"/>
              </a:spcBef>
              <a:spcAft>
                <a:spcPts val="0"/>
              </a:spcAft>
              <a:buSzPts val="2400"/>
              <a:buChar char="○"/>
              <a:defRPr sz="2400"/>
            </a:lvl5pPr>
            <a:lvl6pPr lvl="5" algn="l">
              <a:lnSpc>
                <a:spcPct val="100000"/>
              </a:lnSpc>
              <a:spcBef>
                <a:spcPts val="0"/>
              </a:spcBef>
              <a:spcAft>
                <a:spcPts val="0"/>
              </a:spcAft>
              <a:buSzPts val="2400"/>
              <a:buChar char="■"/>
              <a:defRPr sz="2400"/>
            </a:lvl6pPr>
            <a:lvl7pPr lvl="6" algn="l">
              <a:lnSpc>
                <a:spcPct val="100000"/>
              </a:lnSpc>
              <a:spcBef>
                <a:spcPts val="0"/>
              </a:spcBef>
              <a:spcAft>
                <a:spcPts val="0"/>
              </a:spcAft>
              <a:buSzPts val="2400"/>
              <a:buChar char="●"/>
              <a:defRPr sz="2400"/>
            </a:lvl7pPr>
            <a:lvl8pPr lvl="7" algn="l">
              <a:lnSpc>
                <a:spcPct val="100000"/>
              </a:lnSpc>
              <a:spcBef>
                <a:spcPts val="0"/>
              </a:spcBef>
              <a:spcAft>
                <a:spcPts val="0"/>
              </a:spcAft>
              <a:buSzPts val="2400"/>
              <a:buChar char="○"/>
              <a:defRPr sz="2400"/>
            </a:lvl8pPr>
            <a:lvl9pPr lvl="8" algn="l">
              <a:lnSpc>
                <a:spcPct val="100000"/>
              </a:lnSpc>
              <a:spcBef>
                <a:spcPts val="0"/>
              </a:spcBef>
              <a:spcAft>
                <a:spcPts val="0"/>
              </a:spcAft>
              <a:buSzPts val="2400"/>
              <a:buChar char="■"/>
              <a:defRPr sz="2400"/>
            </a:lvl9pPr>
          </a:lstStyle>
          <a:p>
            <a:endParaRPr/>
          </a:p>
        </p:txBody>
      </p:sp>
      <p:sp>
        <p:nvSpPr>
          <p:cNvPr id="867" name="Google Shape;867;p98"/>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868"/>
        <p:cNvGrpSpPr/>
        <p:nvPr/>
      </p:nvGrpSpPr>
      <p:grpSpPr>
        <a:xfrm>
          <a:off x="0" y="0"/>
          <a:ext cx="0" cy="0"/>
          <a:chOff x="0" y="0"/>
          <a:chExt cx="0" cy="0"/>
        </a:xfrm>
      </p:grpSpPr>
      <p:sp>
        <p:nvSpPr>
          <p:cNvPr id="869" name="Google Shape;869;p99"/>
          <p:cNvSpPr txBox="1">
            <a:spLocks noGrp="1"/>
          </p:cNvSpPr>
          <p:nvPr>
            <p:ph type="title"/>
          </p:nvPr>
        </p:nvSpPr>
        <p:spPr>
          <a:xfrm>
            <a:off x="490250" y="450150"/>
            <a:ext cx="6367800" cy="4090800"/>
          </a:xfrm>
          <a:prstGeom prst="rect">
            <a:avLst/>
          </a:prstGeom>
          <a:noFill/>
          <a:ln>
            <a:noFill/>
          </a:ln>
        </p:spPr>
        <p:txBody>
          <a:bodyPr spcFirstLastPara="1" wrap="square" lIns="0" tIns="0" rIns="91425" bIns="0" anchor="ctr" anchorCtr="0">
            <a:spAutoFit/>
          </a:bodyPr>
          <a:lstStyle>
            <a:lvl1pPr lvl="0" algn="l">
              <a:lnSpc>
                <a:spcPct val="100000"/>
              </a:lnSpc>
              <a:spcBef>
                <a:spcPts val="0"/>
              </a:spcBef>
              <a:spcAft>
                <a:spcPts val="0"/>
              </a:spcAft>
              <a:buSzPts val="4800"/>
              <a:buChar char="●"/>
              <a:defRPr/>
            </a:lvl1pPr>
            <a:lvl2pPr lvl="1" algn="l">
              <a:lnSpc>
                <a:spcPct val="100000"/>
              </a:lnSpc>
              <a:spcBef>
                <a:spcPts val="0"/>
              </a:spcBef>
              <a:spcAft>
                <a:spcPts val="0"/>
              </a:spcAft>
              <a:buSzPts val="4800"/>
              <a:buChar char="○"/>
              <a:defRPr sz="4800"/>
            </a:lvl2pPr>
            <a:lvl3pPr lvl="2" algn="l">
              <a:lnSpc>
                <a:spcPct val="100000"/>
              </a:lnSpc>
              <a:spcBef>
                <a:spcPts val="0"/>
              </a:spcBef>
              <a:spcAft>
                <a:spcPts val="0"/>
              </a:spcAft>
              <a:buSzPts val="4800"/>
              <a:buChar char="■"/>
              <a:defRPr sz="4800"/>
            </a:lvl3pPr>
            <a:lvl4pPr lvl="3" algn="l">
              <a:lnSpc>
                <a:spcPct val="100000"/>
              </a:lnSpc>
              <a:spcBef>
                <a:spcPts val="0"/>
              </a:spcBef>
              <a:spcAft>
                <a:spcPts val="0"/>
              </a:spcAft>
              <a:buSzPts val="4800"/>
              <a:buChar char="●"/>
              <a:defRPr sz="4800"/>
            </a:lvl4pPr>
            <a:lvl5pPr lvl="4" algn="l">
              <a:lnSpc>
                <a:spcPct val="100000"/>
              </a:lnSpc>
              <a:spcBef>
                <a:spcPts val="0"/>
              </a:spcBef>
              <a:spcAft>
                <a:spcPts val="0"/>
              </a:spcAft>
              <a:buSzPts val="4800"/>
              <a:buChar char="○"/>
              <a:defRPr sz="4800"/>
            </a:lvl5pPr>
            <a:lvl6pPr lvl="5" algn="l">
              <a:lnSpc>
                <a:spcPct val="100000"/>
              </a:lnSpc>
              <a:spcBef>
                <a:spcPts val="0"/>
              </a:spcBef>
              <a:spcAft>
                <a:spcPts val="0"/>
              </a:spcAft>
              <a:buSzPts val="4800"/>
              <a:buChar char="■"/>
              <a:defRPr sz="4800"/>
            </a:lvl6pPr>
            <a:lvl7pPr lvl="6" algn="l">
              <a:lnSpc>
                <a:spcPct val="100000"/>
              </a:lnSpc>
              <a:spcBef>
                <a:spcPts val="0"/>
              </a:spcBef>
              <a:spcAft>
                <a:spcPts val="0"/>
              </a:spcAft>
              <a:buSzPts val="4800"/>
              <a:buChar char="●"/>
              <a:defRPr sz="4800"/>
            </a:lvl7pPr>
            <a:lvl8pPr lvl="7" algn="l">
              <a:lnSpc>
                <a:spcPct val="100000"/>
              </a:lnSpc>
              <a:spcBef>
                <a:spcPts val="0"/>
              </a:spcBef>
              <a:spcAft>
                <a:spcPts val="0"/>
              </a:spcAft>
              <a:buSzPts val="4800"/>
              <a:buChar char="○"/>
              <a:defRPr sz="4800"/>
            </a:lvl8pPr>
            <a:lvl9pPr lvl="8" algn="l">
              <a:lnSpc>
                <a:spcPct val="100000"/>
              </a:lnSpc>
              <a:spcBef>
                <a:spcPts val="0"/>
              </a:spcBef>
              <a:spcAft>
                <a:spcPts val="0"/>
              </a:spcAft>
              <a:buSzPts val="4800"/>
              <a:buChar char="■"/>
              <a:defRPr sz="4800"/>
            </a:lvl9pPr>
          </a:lstStyle>
          <a:p>
            <a:endParaRPr/>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870"/>
        <p:cNvGrpSpPr/>
        <p:nvPr/>
      </p:nvGrpSpPr>
      <p:grpSpPr>
        <a:xfrm>
          <a:off x="0" y="0"/>
          <a:ext cx="0" cy="0"/>
          <a:chOff x="0" y="0"/>
          <a:chExt cx="0" cy="0"/>
        </a:xfrm>
      </p:grpSpPr>
      <p:sp>
        <p:nvSpPr>
          <p:cNvPr id="871" name="Google Shape;871;p100"/>
          <p:cNvSpPr txBox="1">
            <a:spLocks noGrp="1"/>
          </p:cNvSpPr>
          <p:nvPr>
            <p:ph type="title"/>
          </p:nvPr>
        </p:nvSpPr>
        <p:spPr>
          <a:xfrm>
            <a:off x="265500" y="1233175"/>
            <a:ext cx="4045200" cy="1482300"/>
          </a:xfrm>
          <a:prstGeom prst="rect">
            <a:avLst/>
          </a:prstGeom>
          <a:noFill/>
          <a:ln>
            <a:noFill/>
          </a:ln>
        </p:spPr>
        <p:txBody>
          <a:bodyPr spcFirstLastPara="1" wrap="square" lIns="0" tIns="0" rIns="91425" bIns="0" anchor="b" anchorCtr="0">
            <a:spAutoFit/>
          </a:bodyPr>
          <a:lstStyle>
            <a:lvl1pPr lvl="0" algn="ctr">
              <a:lnSpc>
                <a:spcPct val="100000"/>
              </a:lnSpc>
              <a:spcBef>
                <a:spcPts val="0"/>
              </a:spcBef>
              <a:spcAft>
                <a:spcPts val="0"/>
              </a:spcAft>
              <a:buSzPts val="4200"/>
              <a:buChar char="●"/>
              <a:defRPr sz="4200"/>
            </a:lvl1pPr>
            <a:lvl2pPr lvl="1" algn="ctr">
              <a:lnSpc>
                <a:spcPct val="100000"/>
              </a:lnSpc>
              <a:spcBef>
                <a:spcPts val="0"/>
              </a:spcBef>
              <a:spcAft>
                <a:spcPts val="0"/>
              </a:spcAft>
              <a:buSzPts val="4200"/>
              <a:buChar char="○"/>
              <a:defRPr sz="4200"/>
            </a:lvl2pPr>
            <a:lvl3pPr lvl="2" algn="ctr">
              <a:lnSpc>
                <a:spcPct val="100000"/>
              </a:lnSpc>
              <a:spcBef>
                <a:spcPts val="0"/>
              </a:spcBef>
              <a:spcAft>
                <a:spcPts val="0"/>
              </a:spcAft>
              <a:buSzPts val="4200"/>
              <a:buChar char="■"/>
              <a:defRPr sz="4200"/>
            </a:lvl3pPr>
            <a:lvl4pPr lvl="3" algn="ctr">
              <a:lnSpc>
                <a:spcPct val="100000"/>
              </a:lnSpc>
              <a:spcBef>
                <a:spcPts val="0"/>
              </a:spcBef>
              <a:spcAft>
                <a:spcPts val="0"/>
              </a:spcAft>
              <a:buSzPts val="4200"/>
              <a:buChar char="●"/>
              <a:defRPr sz="4200"/>
            </a:lvl4pPr>
            <a:lvl5pPr lvl="4" algn="ctr">
              <a:lnSpc>
                <a:spcPct val="100000"/>
              </a:lnSpc>
              <a:spcBef>
                <a:spcPts val="0"/>
              </a:spcBef>
              <a:spcAft>
                <a:spcPts val="0"/>
              </a:spcAft>
              <a:buSzPts val="4200"/>
              <a:buChar char="○"/>
              <a:defRPr sz="4200"/>
            </a:lvl5pPr>
            <a:lvl6pPr lvl="5" algn="ctr">
              <a:lnSpc>
                <a:spcPct val="100000"/>
              </a:lnSpc>
              <a:spcBef>
                <a:spcPts val="0"/>
              </a:spcBef>
              <a:spcAft>
                <a:spcPts val="0"/>
              </a:spcAft>
              <a:buSzPts val="4200"/>
              <a:buChar char="■"/>
              <a:defRPr sz="4200"/>
            </a:lvl6pPr>
            <a:lvl7pPr lvl="6" algn="ctr">
              <a:lnSpc>
                <a:spcPct val="100000"/>
              </a:lnSpc>
              <a:spcBef>
                <a:spcPts val="0"/>
              </a:spcBef>
              <a:spcAft>
                <a:spcPts val="0"/>
              </a:spcAft>
              <a:buSzPts val="4200"/>
              <a:buChar char="●"/>
              <a:defRPr sz="4200"/>
            </a:lvl7pPr>
            <a:lvl8pPr lvl="7" algn="ctr">
              <a:lnSpc>
                <a:spcPct val="100000"/>
              </a:lnSpc>
              <a:spcBef>
                <a:spcPts val="0"/>
              </a:spcBef>
              <a:spcAft>
                <a:spcPts val="0"/>
              </a:spcAft>
              <a:buSzPts val="4200"/>
              <a:buChar char="○"/>
              <a:defRPr sz="4200"/>
            </a:lvl8pPr>
            <a:lvl9pPr lvl="8" algn="ctr">
              <a:lnSpc>
                <a:spcPct val="100000"/>
              </a:lnSpc>
              <a:spcBef>
                <a:spcPts val="0"/>
              </a:spcBef>
              <a:spcAft>
                <a:spcPts val="0"/>
              </a:spcAft>
              <a:buSzPts val="4200"/>
              <a:buChar char="■"/>
              <a:defRPr sz="4200"/>
            </a:lvl9pPr>
          </a:lstStyle>
          <a:p>
            <a:endParaRPr/>
          </a:p>
        </p:txBody>
      </p:sp>
      <p:sp>
        <p:nvSpPr>
          <p:cNvPr id="872" name="Google Shape;872;p10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15000"/>
              </a:lnSpc>
              <a:spcBef>
                <a:spcPts val="0"/>
              </a:spcBef>
              <a:spcAft>
                <a:spcPts val="0"/>
              </a:spcAft>
              <a:buSzPts val="2100"/>
              <a:buNone/>
              <a:defRPr sz="2100"/>
            </a:lvl1pPr>
            <a:lvl2pPr lvl="1" algn="ctr">
              <a:lnSpc>
                <a:spcPct val="115000"/>
              </a:lnSpc>
              <a:spcBef>
                <a:spcPts val="0"/>
              </a:spcBef>
              <a:spcAft>
                <a:spcPts val="0"/>
              </a:spcAft>
              <a:buSzPts val="2100"/>
              <a:buNone/>
              <a:defRPr sz="2100"/>
            </a:lvl2pPr>
            <a:lvl3pPr lvl="2" algn="ctr">
              <a:lnSpc>
                <a:spcPct val="115000"/>
              </a:lnSpc>
              <a:spcBef>
                <a:spcPts val="0"/>
              </a:spcBef>
              <a:spcAft>
                <a:spcPts val="0"/>
              </a:spcAft>
              <a:buSzPts val="2100"/>
              <a:buNone/>
              <a:defRPr sz="2100"/>
            </a:lvl3pPr>
            <a:lvl4pPr lvl="3" algn="ctr">
              <a:lnSpc>
                <a:spcPct val="115000"/>
              </a:lnSpc>
              <a:spcBef>
                <a:spcPts val="0"/>
              </a:spcBef>
              <a:spcAft>
                <a:spcPts val="0"/>
              </a:spcAft>
              <a:buSzPts val="2100"/>
              <a:buNone/>
              <a:defRPr sz="2100"/>
            </a:lvl4pPr>
            <a:lvl5pPr lvl="4" algn="ctr">
              <a:lnSpc>
                <a:spcPct val="115000"/>
              </a:lnSpc>
              <a:spcBef>
                <a:spcPts val="0"/>
              </a:spcBef>
              <a:spcAft>
                <a:spcPts val="0"/>
              </a:spcAft>
              <a:buSzPts val="2100"/>
              <a:buNone/>
              <a:defRPr sz="2100"/>
            </a:lvl5pPr>
            <a:lvl6pPr lvl="5" algn="ctr">
              <a:lnSpc>
                <a:spcPct val="115000"/>
              </a:lnSpc>
              <a:spcBef>
                <a:spcPts val="0"/>
              </a:spcBef>
              <a:spcAft>
                <a:spcPts val="0"/>
              </a:spcAft>
              <a:buSzPts val="2100"/>
              <a:buNone/>
              <a:defRPr sz="2100"/>
            </a:lvl6pPr>
            <a:lvl7pPr lvl="6" algn="ctr">
              <a:lnSpc>
                <a:spcPct val="115000"/>
              </a:lnSpc>
              <a:spcBef>
                <a:spcPts val="0"/>
              </a:spcBef>
              <a:spcAft>
                <a:spcPts val="0"/>
              </a:spcAft>
              <a:buSzPts val="2100"/>
              <a:buNone/>
              <a:defRPr sz="2100"/>
            </a:lvl7pPr>
            <a:lvl8pPr lvl="7" algn="ctr">
              <a:lnSpc>
                <a:spcPct val="115000"/>
              </a:lnSpc>
              <a:spcBef>
                <a:spcPts val="0"/>
              </a:spcBef>
              <a:spcAft>
                <a:spcPts val="0"/>
              </a:spcAft>
              <a:buSzPts val="2100"/>
              <a:buNone/>
              <a:defRPr sz="2100"/>
            </a:lvl8pPr>
            <a:lvl9pPr lvl="8" algn="ctr">
              <a:lnSpc>
                <a:spcPct val="115000"/>
              </a:lnSpc>
              <a:spcBef>
                <a:spcPts val="0"/>
              </a:spcBef>
              <a:spcAft>
                <a:spcPts val="0"/>
              </a:spcAft>
              <a:buSzPts val="2100"/>
              <a:buNone/>
              <a:defRPr sz="2100"/>
            </a:lvl9pPr>
          </a:lstStyle>
          <a:p>
            <a:endParaRPr/>
          </a:p>
        </p:txBody>
      </p:sp>
      <p:sp>
        <p:nvSpPr>
          <p:cNvPr id="873" name="Google Shape;873;p10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292100" algn="l">
              <a:lnSpc>
                <a:spcPct val="115000"/>
              </a:lnSpc>
              <a:spcBef>
                <a:spcPts val="0"/>
              </a:spcBef>
              <a:spcAft>
                <a:spcPts val="0"/>
              </a:spcAft>
              <a:buSzPts val="1000"/>
              <a:buChar char="●"/>
              <a:defRPr/>
            </a:lvl1pPr>
            <a:lvl2pPr marL="914400" lvl="1" indent="-292100" algn="l">
              <a:lnSpc>
                <a:spcPct val="115000"/>
              </a:lnSpc>
              <a:spcBef>
                <a:spcPts val="0"/>
              </a:spcBef>
              <a:spcAft>
                <a:spcPts val="0"/>
              </a:spcAft>
              <a:buSzPts val="1000"/>
              <a:buChar char="○"/>
              <a:defRPr/>
            </a:lvl2pPr>
            <a:lvl3pPr marL="1371600" lvl="2" indent="-292100" algn="l">
              <a:lnSpc>
                <a:spcPct val="115000"/>
              </a:lnSpc>
              <a:spcBef>
                <a:spcPts val="0"/>
              </a:spcBef>
              <a:spcAft>
                <a:spcPts val="0"/>
              </a:spcAft>
              <a:buSzPts val="1000"/>
              <a:buChar char="■"/>
              <a:defRPr/>
            </a:lvl3pPr>
            <a:lvl4pPr marL="1828800" lvl="3" indent="-292100" algn="l">
              <a:lnSpc>
                <a:spcPct val="115000"/>
              </a:lnSpc>
              <a:spcBef>
                <a:spcPts val="0"/>
              </a:spcBef>
              <a:spcAft>
                <a:spcPts val="0"/>
              </a:spcAft>
              <a:buSzPts val="1000"/>
              <a:buChar char="●"/>
              <a:defRPr/>
            </a:lvl4pPr>
            <a:lvl5pPr marL="2286000" lvl="4" indent="-292100" algn="l">
              <a:lnSpc>
                <a:spcPct val="115000"/>
              </a:lnSpc>
              <a:spcBef>
                <a:spcPts val="0"/>
              </a:spcBef>
              <a:spcAft>
                <a:spcPts val="0"/>
              </a:spcAft>
              <a:buSzPts val="1000"/>
              <a:buChar char="○"/>
              <a:defRPr/>
            </a:lvl5pPr>
            <a:lvl6pPr marL="2743200" lvl="5" indent="-292100" algn="l">
              <a:lnSpc>
                <a:spcPct val="115000"/>
              </a:lnSpc>
              <a:spcBef>
                <a:spcPts val="0"/>
              </a:spcBef>
              <a:spcAft>
                <a:spcPts val="0"/>
              </a:spcAft>
              <a:buSzPts val="1000"/>
              <a:buChar char="■"/>
              <a:defRPr/>
            </a:lvl6pPr>
            <a:lvl7pPr marL="3200400" lvl="6" indent="-292100" algn="l">
              <a:lnSpc>
                <a:spcPct val="115000"/>
              </a:lnSpc>
              <a:spcBef>
                <a:spcPts val="0"/>
              </a:spcBef>
              <a:spcAft>
                <a:spcPts val="0"/>
              </a:spcAft>
              <a:buSzPts val="1000"/>
              <a:buChar char="●"/>
              <a:defRPr/>
            </a:lvl7pPr>
            <a:lvl8pPr marL="3657600" lvl="7" indent="-292100" algn="l">
              <a:lnSpc>
                <a:spcPct val="115000"/>
              </a:lnSpc>
              <a:spcBef>
                <a:spcPts val="0"/>
              </a:spcBef>
              <a:spcAft>
                <a:spcPts val="0"/>
              </a:spcAft>
              <a:buSzPts val="1000"/>
              <a:buChar char="○"/>
              <a:defRPr/>
            </a:lvl8pPr>
            <a:lvl9pPr marL="4114800" lvl="8" indent="-292100" algn="l">
              <a:lnSpc>
                <a:spcPct val="115000"/>
              </a:lnSpc>
              <a:spcBef>
                <a:spcPts val="0"/>
              </a:spcBef>
              <a:spcAft>
                <a:spcPts val="0"/>
              </a:spcAft>
              <a:buSzPts val="1000"/>
              <a:buChar char="■"/>
              <a:defRPr/>
            </a:lvl9pPr>
          </a:lstStyle>
          <a:p>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874"/>
        <p:cNvGrpSpPr/>
        <p:nvPr/>
      </p:nvGrpSpPr>
      <p:grpSpPr>
        <a:xfrm>
          <a:off x="0" y="0"/>
          <a:ext cx="0" cy="0"/>
          <a:chOff x="0" y="0"/>
          <a:chExt cx="0" cy="0"/>
        </a:xfrm>
      </p:grpSpPr>
      <p:sp>
        <p:nvSpPr>
          <p:cNvPr id="875" name="Google Shape;875;p101"/>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Autofit/>
          </a:bodyPr>
          <a:lstStyle>
            <a:lvl1pPr marL="457200" lvl="0" indent="-228600" algn="l">
              <a:lnSpc>
                <a:spcPct val="115000"/>
              </a:lnSpc>
              <a:spcBef>
                <a:spcPts val="0"/>
              </a:spcBef>
              <a:spcAft>
                <a:spcPts val="0"/>
              </a:spcAft>
              <a:buSzPts val="1000"/>
              <a:buNone/>
              <a:defRPr/>
            </a:lvl1pPr>
            <a:lvl2pPr marL="914400" lvl="1" indent="-292100" algn="l">
              <a:lnSpc>
                <a:spcPct val="115000"/>
              </a:lnSpc>
              <a:spcBef>
                <a:spcPts val="800"/>
              </a:spcBef>
              <a:spcAft>
                <a:spcPts val="0"/>
              </a:spcAft>
              <a:buSzPts val="1000"/>
              <a:buChar char="○"/>
              <a:defRPr/>
            </a:lvl2pPr>
            <a:lvl3pPr marL="1371600" lvl="2" indent="-292100" algn="l">
              <a:lnSpc>
                <a:spcPct val="115000"/>
              </a:lnSpc>
              <a:spcBef>
                <a:spcPts val="800"/>
              </a:spcBef>
              <a:spcAft>
                <a:spcPts val="0"/>
              </a:spcAft>
              <a:buSzPts val="1000"/>
              <a:buChar char="■"/>
              <a:defRPr/>
            </a:lvl3pPr>
            <a:lvl4pPr marL="1828800" lvl="3" indent="-292100" algn="l">
              <a:lnSpc>
                <a:spcPct val="115000"/>
              </a:lnSpc>
              <a:spcBef>
                <a:spcPts val="800"/>
              </a:spcBef>
              <a:spcAft>
                <a:spcPts val="0"/>
              </a:spcAft>
              <a:buSzPts val="1000"/>
              <a:buChar char="●"/>
              <a:defRPr/>
            </a:lvl4pPr>
            <a:lvl5pPr marL="2286000" lvl="4" indent="-292100" algn="l">
              <a:lnSpc>
                <a:spcPct val="115000"/>
              </a:lnSpc>
              <a:spcBef>
                <a:spcPts val="800"/>
              </a:spcBef>
              <a:spcAft>
                <a:spcPts val="0"/>
              </a:spcAft>
              <a:buSzPts val="1000"/>
              <a:buChar char="○"/>
              <a:defRPr/>
            </a:lvl5pPr>
            <a:lvl6pPr marL="2743200" lvl="5" indent="-292100" algn="l">
              <a:lnSpc>
                <a:spcPct val="115000"/>
              </a:lnSpc>
              <a:spcBef>
                <a:spcPts val="800"/>
              </a:spcBef>
              <a:spcAft>
                <a:spcPts val="0"/>
              </a:spcAft>
              <a:buSzPts val="1000"/>
              <a:buChar char="■"/>
              <a:defRPr/>
            </a:lvl6pPr>
            <a:lvl7pPr marL="3200400" lvl="6" indent="-292100" algn="l">
              <a:lnSpc>
                <a:spcPct val="115000"/>
              </a:lnSpc>
              <a:spcBef>
                <a:spcPts val="800"/>
              </a:spcBef>
              <a:spcAft>
                <a:spcPts val="0"/>
              </a:spcAft>
              <a:buSzPts val="1000"/>
              <a:buChar char="●"/>
              <a:defRPr/>
            </a:lvl7pPr>
            <a:lvl8pPr marL="3657600" lvl="7" indent="-292100" algn="l">
              <a:lnSpc>
                <a:spcPct val="115000"/>
              </a:lnSpc>
              <a:spcBef>
                <a:spcPts val="800"/>
              </a:spcBef>
              <a:spcAft>
                <a:spcPts val="0"/>
              </a:spcAft>
              <a:buSzPts val="1000"/>
              <a:buChar char="○"/>
              <a:defRPr/>
            </a:lvl8pPr>
            <a:lvl9pPr marL="4114800" lvl="8" indent="-292100" algn="l">
              <a:lnSpc>
                <a:spcPct val="115000"/>
              </a:lnSpc>
              <a:spcBef>
                <a:spcPts val="800"/>
              </a:spcBef>
              <a:spcAft>
                <a:spcPts val="800"/>
              </a:spcAft>
              <a:buSzPts val="1000"/>
              <a:buChar char="■"/>
              <a:defRPr/>
            </a:lvl9pPr>
          </a:lstStyle>
          <a:p>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876"/>
        <p:cNvGrpSpPr/>
        <p:nvPr/>
      </p:nvGrpSpPr>
      <p:grpSpPr>
        <a:xfrm>
          <a:off x="0" y="0"/>
          <a:ext cx="0" cy="0"/>
          <a:chOff x="0" y="0"/>
          <a:chExt cx="0" cy="0"/>
        </a:xfrm>
      </p:grpSpPr>
      <p:sp>
        <p:nvSpPr>
          <p:cNvPr id="877" name="Google Shape;877;p102"/>
          <p:cNvSpPr txBox="1">
            <a:spLocks noGrp="1"/>
          </p:cNvSpPr>
          <p:nvPr>
            <p:ph type="title"/>
          </p:nvPr>
        </p:nvSpPr>
        <p:spPr>
          <a:xfrm>
            <a:off x="311700" y="1106125"/>
            <a:ext cx="8520600" cy="1963500"/>
          </a:xfrm>
          <a:prstGeom prst="rect">
            <a:avLst/>
          </a:prstGeom>
          <a:noFill/>
          <a:ln>
            <a:noFill/>
          </a:ln>
        </p:spPr>
        <p:txBody>
          <a:bodyPr spcFirstLastPara="1" wrap="square" lIns="0" tIns="0" rIns="91425" bIns="0" anchor="b" anchorCtr="0">
            <a:spAutoFit/>
          </a:bodyPr>
          <a:lstStyle>
            <a:lvl1pPr lvl="0" algn="ctr">
              <a:lnSpc>
                <a:spcPct val="100000"/>
              </a:lnSpc>
              <a:spcBef>
                <a:spcPts val="0"/>
              </a:spcBef>
              <a:spcAft>
                <a:spcPts val="0"/>
              </a:spcAft>
              <a:buSzPts val="12000"/>
              <a:buChar char="●"/>
              <a:defRPr sz="12000"/>
            </a:lvl1pPr>
            <a:lvl2pPr lvl="1" algn="ctr">
              <a:lnSpc>
                <a:spcPct val="100000"/>
              </a:lnSpc>
              <a:spcBef>
                <a:spcPts val="0"/>
              </a:spcBef>
              <a:spcAft>
                <a:spcPts val="0"/>
              </a:spcAft>
              <a:buSzPts val="12000"/>
              <a:buChar char="○"/>
              <a:defRPr sz="12000"/>
            </a:lvl2pPr>
            <a:lvl3pPr lvl="2" algn="ctr">
              <a:lnSpc>
                <a:spcPct val="100000"/>
              </a:lnSpc>
              <a:spcBef>
                <a:spcPts val="0"/>
              </a:spcBef>
              <a:spcAft>
                <a:spcPts val="0"/>
              </a:spcAft>
              <a:buSzPts val="12000"/>
              <a:buChar char="■"/>
              <a:defRPr sz="12000"/>
            </a:lvl3pPr>
            <a:lvl4pPr lvl="3" algn="ctr">
              <a:lnSpc>
                <a:spcPct val="100000"/>
              </a:lnSpc>
              <a:spcBef>
                <a:spcPts val="0"/>
              </a:spcBef>
              <a:spcAft>
                <a:spcPts val="0"/>
              </a:spcAft>
              <a:buSzPts val="12000"/>
              <a:buChar char="●"/>
              <a:defRPr sz="12000"/>
            </a:lvl4pPr>
            <a:lvl5pPr lvl="4" algn="ctr">
              <a:lnSpc>
                <a:spcPct val="100000"/>
              </a:lnSpc>
              <a:spcBef>
                <a:spcPts val="0"/>
              </a:spcBef>
              <a:spcAft>
                <a:spcPts val="0"/>
              </a:spcAft>
              <a:buSzPts val="12000"/>
              <a:buChar char="○"/>
              <a:defRPr sz="12000"/>
            </a:lvl5pPr>
            <a:lvl6pPr lvl="5" algn="ctr">
              <a:lnSpc>
                <a:spcPct val="100000"/>
              </a:lnSpc>
              <a:spcBef>
                <a:spcPts val="0"/>
              </a:spcBef>
              <a:spcAft>
                <a:spcPts val="0"/>
              </a:spcAft>
              <a:buSzPts val="12000"/>
              <a:buChar char="■"/>
              <a:defRPr sz="12000"/>
            </a:lvl6pPr>
            <a:lvl7pPr lvl="6" algn="ctr">
              <a:lnSpc>
                <a:spcPct val="100000"/>
              </a:lnSpc>
              <a:spcBef>
                <a:spcPts val="0"/>
              </a:spcBef>
              <a:spcAft>
                <a:spcPts val="0"/>
              </a:spcAft>
              <a:buSzPts val="12000"/>
              <a:buChar char="●"/>
              <a:defRPr sz="12000"/>
            </a:lvl7pPr>
            <a:lvl8pPr lvl="7" algn="ctr">
              <a:lnSpc>
                <a:spcPct val="100000"/>
              </a:lnSpc>
              <a:spcBef>
                <a:spcPts val="0"/>
              </a:spcBef>
              <a:spcAft>
                <a:spcPts val="0"/>
              </a:spcAft>
              <a:buSzPts val="12000"/>
              <a:buChar char="○"/>
              <a:defRPr sz="12000"/>
            </a:lvl8pPr>
            <a:lvl9pPr lvl="8" algn="ctr">
              <a:lnSpc>
                <a:spcPct val="100000"/>
              </a:lnSpc>
              <a:spcBef>
                <a:spcPts val="0"/>
              </a:spcBef>
              <a:spcAft>
                <a:spcPts val="0"/>
              </a:spcAft>
              <a:buSzPts val="12000"/>
              <a:buChar char="■"/>
              <a:defRPr sz="12000"/>
            </a:lvl9pPr>
          </a:lstStyle>
          <a:p>
            <a:endParaRPr/>
          </a:p>
        </p:txBody>
      </p:sp>
      <p:sp>
        <p:nvSpPr>
          <p:cNvPr id="878" name="Google Shape;878;p102"/>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Autofit/>
          </a:bodyPr>
          <a:lstStyle>
            <a:lvl1pPr marL="457200" lvl="0" indent="-292100" algn="ctr">
              <a:lnSpc>
                <a:spcPct val="115000"/>
              </a:lnSpc>
              <a:spcBef>
                <a:spcPts val="0"/>
              </a:spcBef>
              <a:spcAft>
                <a:spcPts val="0"/>
              </a:spcAft>
              <a:buSzPts val="1000"/>
              <a:buChar char="●"/>
              <a:defRPr/>
            </a:lvl1pPr>
            <a:lvl2pPr marL="914400" lvl="1" indent="-292100" algn="ctr">
              <a:lnSpc>
                <a:spcPct val="115000"/>
              </a:lnSpc>
              <a:spcBef>
                <a:spcPts val="0"/>
              </a:spcBef>
              <a:spcAft>
                <a:spcPts val="0"/>
              </a:spcAft>
              <a:buSzPts val="1000"/>
              <a:buChar char="○"/>
              <a:defRPr/>
            </a:lvl2pPr>
            <a:lvl3pPr marL="1371600" lvl="2" indent="-292100" algn="ctr">
              <a:lnSpc>
                <a:spcPct val="115000"/>
              </a:lnSpc>
              <a:spcBef>
                <a:spcPts val="0"/>
              </a:spcBef>
              <a:spcAft>
                <a:spcPts val="0"/>
              </a:spcAft>
              <a:buSzPts val="1000"/>
              <a:buChar char="■"/>
              <a:defRPr/>
            </a:lvl3pPr>
            <a:lvl4pPr marL="1828800" lvl="3" indent="-292100" algn="ctr">
              <a:lnSpc>
                <a:spcPct val="115000"/>
              </a:lnSpc>
              <a:spcBef>
                <a:spcPts val="0"/>
              </a:spcBef>
              <a:spcAft>
                <a:spcPts val="0"/>
              </a:spcAft>
              <a:buSzPts val="1000"/>
              <a:buChar char="●"/>
              <a:defRPr/>
            </a:lvl4pPr>
            <a:lvl5pPr marL="2286000" lvl="4" indent="-292100" algn="ctr">
              <a:lnSpc>
                <a:spcPct val="115000"/>
              </a:lnSpc>
              <a:spcBef>
                <a:spcPts val="0"/>
              </a:spcBef>
              <a:spcAft>
                <a:spcPts val="0"/>
              </a:spcAft>
              <a:buSzPts val="1000"/>
              <a:buChar char="○"/>
              <a:defRPr/>
            </a:lvl5pPr>
            <a:lvl6pPr marL="2743200" lvl="5" indent="-292100" algn="ctr">
              <a:lnSpc>
                <a:spcPct val="115000"/>
              </a:lnSpc>
              <a:spcBef>
                <a:spcPts val="0"/>
              </a:spcBef>
              <a:spcAft>
                <a:spcPts val="0"/>
              </a:spcAft>
              <a:buSzPts val="1000"/>
              <a:buChar char="■"/>
              <a:defRPr/>
            </a:lvl6pPr>
            <a:lvl7pPr marL="3200400" lvl="6" indent="-292100" algn="ctr">
              <a:lnSpc>
                <a:spcPct val="115000"/>
              </a:lnSpc>
              <a:spcBef>
                <a:spcPts val="0"/>
              </a:spcBef>
              <a:spcAft>
                <a:spcPts val="0"/>
              </a:spcAft>
              <a:buSzPts val="1000"/>
              <a:buChar char="●"/>
              <a:defRPr/>
            </a:lvl7pPr>
            <a:lvl8pPr marL="3657600" lvl="7" indent="-292100" algn="ctr">
              <a:lnSpc>
                <a:spcPct val="115000"/>
              </a:lnSpc>
              <a:spcBef>
                <a:spcPts val="0"/>
              </a:spcBef>
              <a:spcAft>
                <a:spcPts val="0"/>
              </a:spcAft>
              <a:buSzPts val="1000"/>
              <a:buChar char="○"/>
              <a:defRPr/>
            </a:lvl8pPr>
            <a:lvl9pPr marL="4114800" lvl="8" indent="-292100" algn="ctr">
              <a:lnSpc>
                <a:spcPct val="115000"/>
              </a:lnSpc>
              <a:spcBef>
                <a:spcPts val="0"/>
              </a:spcBef>
              <a:spcAft>
                <a:spcPts val="0"/>
              </a:spcAft>
              <a:buSzPts val="1000"/>
              <a:buChar char="■"/>
              <a:defRPr/>
            </a:lvl9pPr>
          </a:lstStyle>
          <a:p>
            <a:endParaRPr/>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879"/>
        <p:cNvGrpSpPr/>
        <p:nvPr/>
      </p:nvGrpSpPr>
      <p:grpSpPr>
        <a:xfrm>
          <a:off x="0" y="0"/>
          <a:ext cx="0" cy="0"/>
          <a:chOff x="0" y="0"/>
          <a:chExt cx="0" cy="0"/>
        </a:xfrm>
      </p:grpSpPr>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matchingName="Agenda">
  <p:cSld name="Agenda">
    <p:spTree>
      <p:nvGrpSpPr>
        <p:cNvPr id="1" name="Shape 880"/>
        <p:cNvGrpSpPr/>
        <p:nvPr/>
      </p:nvGrpSpPr>
      <p:grpSpPr>
        <a:xfrm>
          <a:off x="0" y="0"/>
          <a:ext cx="0" cy="0"/>
          <a:chOff x="0" y="0"/>
          <a:chExt cx="0" cy="0"/>
        </a:xfrm>
      </p:grpSpPr>
      <p:sp>
        <p:nvSpPr>
          <p:cNvPr id="881" name="Google Shape;881;p104"/>
          <p:cNvSpPr txBox="1">
            <a:spLocks noGrp="1"/>
          </p:cNvSpPr>
          <p:nvPr>
            <p:ph type="title"/>
          </p:nvPr>
        </p:nvSpPr>
        <p:spPr>
          <a:xfrm>
            <a:off x="677325" y="1832775"/>
            <a:ext cx="3217200" cy="1484100"/>
          </a:xfrm>
          <a:prstGeom prst="rect">
            <a:avLst/>
          </a:prstGeom>
          <a:noFill/>
          <a:ln>
            <a:noFill/>
          </a:ln>
        </p:spPr>
        <p:txBody>
          <a:bodyPr spcFirstLastPara="1" wrap="square" lIns="0" tIns="0" rIns="91425" bIns="0" anchor="ctr" anchorCtr="0">
            <a:sp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2" name="Google Shape;882;p104"/>
          <p:cNvSpPr txBox="1">
            <a:spLocks noGrp="1"/>
          </p:cNvSpPr>
          <p:nvPr>
            <p:ph type="subTitle" idx="1"/>
          </p:nvPr>
        </p:nvSpPr>
        <p:spPr>
          <a:xfrm>
            <a:off x="4406650" y="393750"/>
            <a:ext cx="4409700" cy="5427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2000"/>
              <a:buNone/>
              <a:defRPr sz="2000"/>
            </a:lvl1pPr>
            <a:lvl2pPr lvl="1" algn="l">
              <a:lnSpc>
                <a:spcPct val="115000"/>
              </a:lnSpc>
              <a:spcBef>
                <a:spcPts val="0"/>
              </a:spcBef>
              <a:spcAft>
                <a:spcPts val="0"/>
              </a:spcAft>
              <a:buSzPts val="2000"/>
              <a:buNone/>
              <a:defRPr sz="2000"/>
            </a:lvl2pPr>
            <a:lvl3pPr lvl="2" algn="l">
              <a:lnSpc>
                <a:spcPct val="115000"/>
              </a:lnSpc>
              <a:spcBef>
                <a:spcPts val="0"/>
              </a:spcBef>
              <a:spcAft>
                <a:spcPts val="0"/>
              </a:spcAft>
              <a:buSzPts val="2000"/>
              <a:buNone/>
              <a:defRPr sz="2000"/>
            </a:lvl3pPr>
            <a:lvl4pPr lvl="3" algn="l">
              <a:lnSpc>
                <a:spcPct val="115000"/>
              </a:lnSpc>
              <a:spcBef>
                <a:spcPts val="0"/>
              </a:spcBef>
              <a:spcAft>
                <a:spcPts val="0"/>
              </a:spcAft>
              <a:buSzPts val="2000"/>
              <a:buNone/>
              <a:defRPr sz="2000"/>
            </a:lvl4pPr>
            <a:lvl5pPr lvl="4" algn="l">
              <a:lnSpc>
                <a:spcPct val="115000"/>
              </a:lnSpc>
              <a:spcBef>
                <a:spcPts val="0"/>
              </a:spcBef>
              <a:spcAft>
                <a:spcPts val="0"/>
              </a:spcAft>
              <a:buSzPts val="2000"/>
              <a:buNone/>
              <a:defRPr sz="2000"/>
            </a:lvl5pPr>
            <a:lvl6pPr lvl="5" algn="l">
              <a:lnSpc>
                <a:spcPct val="115000"/>
              </a:lnSpc>
              <a:spcBef>
                <a:spcPts val="0"/>
              </a:spcBef>
              <a:spcAft>
                <a:spcPts val="0"/>
              </a:spcAft>
              <a:buSzPts val="2000"/>
              <a:buNone/>
              <a:defRPr sz="2000"/>
            </a:lvl6pPr>
            <a:lvl7pPr lvl="6" algn="l">
              <a:lnSpc>
                <a:spcPct val="115000"/>
              </a:lnSpc>
              <a:spcBef>
                <a:spcPts val="0"/>
              </a:spcBef>
              <a:spcAft>
                <a:spcPts val="0"/>
              </a:spcAft>
              <a:buSzPts val="2000"/>
              <a:buNone/>
              <a:defRPr sz="2000"/>
            </a:lvl7pPr>
            <a:lvl8pPr lvl="7" algn="l">
              <a:lnSpc>
                <a:spcPct val="115000"/>
              </a:lnSpc>
              <a:spcBef>
                <a:spcPts val="0"/>
              </a:spcBef>
              <a:spcAft>
                <a:spcPts val="0"/>
              </a:spcAft>
              <a:buSzPts val="2000"/>
              <a:buNone/>
              <a:defRPr sz="2000"/>
            </a:lvl8pPr>
            <a:lvl9pPr lvl="8" algn="l">
              <a:lnSpc>
                <a:spcPct val="115000"/>
              </a:lnSpc>
              <a:spcBef>
                <a:spcPts val="0"/>
              </a:spcBef>
              <a:spcAft>
                <a:spcPts val="0"/>
              </a:spcAft>
              <a:buSzPts val="2000"/>
              <a:buNone/>
              <a:defRPr sz="2000"/>
            </a:lvl9pPr>
          </a:lstStyle>
          <a:p>
            <a:endParaRPr/>
          </a:p>
        </p:txBody>
      </p:sp>
      <p:sp>
        <p:nvSpPr>
          <p:cNvPr id="883" name="Google Shape;883;p104"/>
          <p:cNvSpPr txBox="1">
            <a:spLocks noGrp="1"/>
          </p:cNvSpPr>
          <p:nvPr>
            <p:ph type="subTitle" idx="2"/>
          </p:nvPr>
        </p:nvSpPr>
        <p:spPr>
          <a:xfrm>
            <a:off x="4406650" y="1151705"/>
            <a:ext cx="4409700" cy="5427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2000"/>
              <a:buNone/>
              <a:defRPr sz="2000"/>
            </a:lvl1pPr>
            <a:lvl2pPr lvl="1" algn="l">
              <a:lnSpc>
                <a:spcPct val="115000"/>
              </a:lnSpc>
              <a:spcBef>
                <a:spcPts val="0"/>
              </a:spcBef>
              <a:spcAft>
                <a:spcPts val="0"/>
              </a:spcAft>
              <a:buSzPts val="2000"/>
              <a:buNone/>
              <a:defRPr sz="2000"/>
            </a:lvl2pPr>
            <a:lvl3pPr lvl="2" algn="l">
              <a:lnSpc>
                <a:spcPct val="115000"/>
              </a:lnSpc>
              <a:spcBef>
                <a:spcPts val="0"/>
              </a:spcBef>
              <a:spcAft>
                <a:spcPts val="0"/>
              </a:spcAft>
              <a:buSzPts val="2000"/>
              <a:buNone/>
              <a:defRPr sz="2000"/>
            </a:lvl3pPr>
            <a:lvl4pPr lvl="3" algn="l">
              <a:lnSpc>
                <a:spcPct val="115000"/>
              </a:lnSpc>
              <a:spcBef>
                <a:spcPts val="0"/>
              </a:spcBef>
              <a:spcAft>
                <a:spcPts val="0"/>
              </a:spcAft>
              <a:buSzPts val="2000"/>
              <a:buNone/>
              <a:defRPr sz="2000"/>
            </a:lvl4pPr>
            <a:lvl5pPr lvl="4" algn="l">
              <a:lnSpc>
                <a:spcPct val="115000"/>
              </a:lnSpc>
              <a:spcBef>
                <a:spcPts val="0"/>
              </a:spcBef>
              <a:spcAft>
                <a:spcPts val="0"/>
              </a:spcAft>
              <a:buSzPts val="2000"/>
              <a:buNone/>
              <a:defRPr sz="2000"/>
            </a:lvl5pPr>
            <a:lvl6pPr lvl="5" algn="l">
              <a:lnSpc>
                <a:spcPct val="115000"/>
              </a:lnSpc>
              <a:spcBef>
                <a:spcPts val="0"/>
              </a:spcBef>
              <a:spcAft>
                <a:spcPts val="0"/>
              </a:spcAft>
              <a:buSzPts val="2000"/>
              <a:buNone/>
              <a:defRPr sz="2000"/>
            </a:lvl6pPr>
            <a:lvl7pPr lvl="6" algn="l">
              <a:lnSpc>
                <a:spcPct val="115000"/>
              </a:lnSpc>
              <a:spcBef>
                <a:spcPts val="0"/>
              </a:spcBef>
              <a:spcAft>
                <a:spcPts val="0"/>
              </a:spcAft>
              <a:buSzPts val="2000"/>
              <a:buNone/>
              <a:defRPr sz="2000"/>
            </a:lvl7pPr>
            <a:lvl8pPr lvl="7" algn="l">
              <a:lnSpc>
                <a:spcPct val="115000"/>
              </a:lnSpc>
              <a:spcBef>
                <a:spcPts val="0"/>
              </a:spcBef>
              <a:spcAft>
                <a:spcPts val="0"/>
              </a:spcAft>
              <a:buSzPts val="2000"/>
              <a:buNone/>
              <a:defRPr sz="2000"/>
            </a:lvl8pPr>
            <a:lvl9pPr lvl="8" algn="l">
              <a:lnSpc>
                <a:spcPct val="115000"/>
              </a:lnSpc>
              <a:spcBef>
                <a:spcPts val="0"/>
              </a:spcBef>
              <a:spcAft>
                <a:spcPts val="0"/>
              </a:spcAft>
              <a:buSzPts val="2000"/>
              <a:buNone/>
              <a:defRPr sz="2000"/>
            </a:lvl9pPr>
          </a:lstStyle>
          <a:p>
            <a:endParaRPr/>
          </a:p>
        </p:txBody>
      </p:sp>
      <p:sp>
        <p:nvSpPr>
          <p:cNvPr id="884" name="Google Shape;884;p104"/>
          <p:cNvSpPr txBox="1">
            <a:spLocks noGrp="1"/>
          </p:cNvSpPr>
          <p:nvPr>
            <p:ph type="subTitle" idx="3"/>
          </p:nvPr>
        </p:nvSpPr>
        <p:spPr>
          <a:xfrm>
            <a:off x="4406650" y="3425570"/>
            <a:ext cx="4409700" cy="5427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2000"/>
              <a:buNone/>
              <a:defRPr sz="2000"/>
            </a:lvl1pPr>
            <a:lvl2pPr lvl="1" algn="l">
              <a:lnSpc>
                <a:spcPct val="115000"/>
              </a:lnSpc>
              <a:spcBef>
                <a:spcPts val="0"/>
              </a:spcBef>
              <a:spcAft>
                <a:spcPts val="0"/>
              </a:spcAft>
              <a:buSzPts val="2000"/>
              <a:buNone/>
              <a:defRPr sz="2000"/>
            </a:lvl2pPr>
            <a:lvl3pPr lvl="2" algn="l">
              <a:lnSpc>
                <a:spcPct val="115000"/>
              </a:lnSpc>
              <a:spcBef>
                <a:spcPts val="0"/>
              </a:spcBef>
              <a:spcAft>
                <a:spcPts val="0"/>
              </a:spcAft>
              <a:buSzPts val="2000"/>
              <a:buNone/>
              <a:defRPr sz="2000"/>
            </a:lvl3pPr>
            <a:lvl4pPr lvl="3" algn="l">
              <a:lnSpc>
                <a:spcPct val="115000"/>
              </a:lnSpc>
              <a:spcBef>
                <a:spcPts val="0"/>
              </a:spcBef>
              <a:spcAft>
                <a:spcPts val="0"/>
              </a:spcAft>
              <a:buSzPts val="2000"/>
              <a:buNone/>
              <a:defRPr sz="2000"/>
            </a:lvl4pPr>
            <a:lvl5pPr lvl="4" algn="l">
              <a:lnSpc>
                <a:spcPct val="115000"/>
              </a:lnSpc>
              <a:spcBef>
                <a:spcPts val="0"/>
              </a:spcBef>
              <a:spcAft>
                <a:spcPts val="0"/>
              </a:spcAft>
              <a:buSzPts val="2000"/>
              <a:buNone/>
              <a:defRPr sz="2000"/>
            </a:lvl5pPr>
            <a:lvl6pPr lvl="5" algn="l">
              <a:lnSpc>
                <a:spcPct val="115000"/>
              </a:lnSpc>
              <a:spcBef>
                <a:spcPts val="0"/>
              </a:spcBef>
              <a:spcAft>
                <a:spcPts val="0"/>
              </a:spcAft>
              <a:buSzPts val="2000"/>
              <a:buNone/>
              <a:defRPr sz="2000"/>
            </a:lvl6pPr>
            <a:lvl7pPr lvl="6" algn="l">
              <a:lnSpc>
                <a:spcPct val="115000"/>
              </a:lnSpc>
              <a:spcBef>
                <a:spcPts val="0"/>
              </a:spcBef>
              <a:spcAft>
                <a:spcPts val="0"/>
              </a:spcAft>
              <a:buSzPts val="2000"/>
              <a:buNone/>
              <a:defRPr sz="2000"/>
            </a:lvl7pPr>
            <a:lvl8pPr lvl="7" algn="l">
              <a:lnSpc>
                <a:spcPct val="115000"/>
              </a:lnSpc>
              <a:spcBef>
                <a:spcPts val="0"/>
              </a:spcBef>
              <a:spcAft>
                <a:spcPts val="0"/>
              </a:spcAft>
              <a:buSzPts val="2000"/>
              <a:buNone/>
              <a:defRPr sz="2000"/>
            </a:lvl8pPr>
            <a:lvl9pPr lvl="8" algn="l">
              <a:lnSpc>
                <a:spcPct val="115000"/>
              </a:lnSpc>
              <a:spcBef>
                <a:spcPts val="0"/>
              </a:spcBef>
              <a:spcAft>
                <a:spcPts val="0"/>
              </a:spcAft>
              <a:buSzPts val="2000"/>
              <a:buNone/>
              <a:defRPr sz="2000"/>
            </a:lvl9pPr>
          </a:lstStyle>
          <a:p>
            <a:endParaRPr/>
          </a:p>
        </p:txBody>
      </p:sp>
      <p:sp>
        <p:nvSpPr>
          <p:cNvPr id="885" name="Google Shape;885;p104"/>
          <p:cNvSpPr txBox="1">
            <a:spLocks noGrp="1"/>
          </p:cNvSpPr>
          <p:nvPr>
            <p:ph type="subTitle" idx="4"/>
          </p:nvPr>
        </p:nvSpPr>
        <p:spPr>
          <a:xfrm>
            <a:off x="4406650" y="1909660"/>
            <a:ext cx="4409700" cy="5427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2000"/>
              <a:buNone/>
              <a:defRPr sz="2000"/>
            </a:lvl1pPr>
            <a:lvl2pPr lvl="1" algn="l">
              <a:lnSpc>
                <a:spcPct val="115000"/>
              </a:lnSpc>
              <a:spcBef>
                <a:spcPts val="0"/>
              </a:spcBef>
              <a:spcAft>
                <a:spcPts val="0"/>
              </a:spcAft>
              <a:buSzPts val="2000"/>
              <a:buNone/>
              <a:defRPr sz="2000"/>
            </a:lvl2pPr>
            <a:lvl3pPr lvl="2" algn="l">
              <a:lnSpc>
                <a:spcPct val="115000"/>
              </a:lnSpc>
              <a:spcBef>
                <a:spcPts val="0"/>
              </a:spcBef>
              <a:spcAft>
                <a:spcPts val="0"/>
              </a:spcAft>
              <a:buSzPts val="2000"/>
              <a:buNone/>
              <a:defRPr sz="2000"/>
            </a:lvl3pPr>
            <a:lvl4pPr lvl="3" algn="l">
              <a:lnSpc>
                <a:spcPct val="115000"/>
              </a:lnSpc>
              <a:spcBef>
                <a:spcPts val="0"/>
              </a:spcBef>
              <a:spcAft>
                <a:spcPts val="0"/>
              </a:spcAft>
              <a:buSzPts val="2000"/>
              <a:buNone/>
              <a:defRPr sz="2000"/>
            </a:lvl4pPr>
            <a:lvl5pPr lvl="4" algn="l">
              <a:lnSpc>
                <a:spcPct val="115000"/>
              </a:lnSpc>
              <a:spcBef>
                <a:spcPts val="0"/>
              </a:spcBef>
              <a:spcAft>
                <a:spcPts val="0"/>
              </a:spcAft>
              <a:buSzPts val="2000"/>
              <a:buNone/>
              <a:defRPr sz="2000"/>
            </a:lvl5pPr>
            <a:lvl6pPr lvl="5" algn="l">
              <a:lnSpc>
                <a:spcPct val="115000"/>
              </a:lnSpc>
              <a:spcBef>
                <a:spcPts val="0"/>
              </a:spcBef>
              <a:spcAft>
                <a:spcPts val="0"/>
              </a:spcAft>
              <a:buSzPts val="2000"/>
              <a:buNone/>
              <a:defRPr sz="2000"/>
            </a:lvl6pPr>
            <a:lvl7pPr lvl="6" algn="l">
              <a:lnSpc>
                <a:spcPct val="115000"/>
              </a:lnSpc>
              <a:spcBef>
                <a:spcPts val="0"/>
              </a:spcBef>
              <a:spcAft>
                <a:spcPts val="0"/>
              </a:spcAft>
              <a:buSzPts val="2000"/>
              <a:buNone/>
              <a:defRPr sz="2000"/>
            </a:lvl7pPr>
            <a:lvl8pPr lvl="7" algn="l">
              <a:lnSpc>
                <a:spcPct val="115000"/>
              </a:lnSpc>
              <a:spcBef>
                <a:spcPts val="0"/>
              </a:spcBef>
              <a:spcAft>
                <a:spcPts val="0"/>
              </a:spcAft>
              <a:buSzPts val="2000"/>
              <a:buNone/>
              <a:defRPr sz="2000"/>
            </a:lvl8pPr>
            <a:lvl9pPr lvl="8" algn="l">
              <a:lnSpc>
                <a:spcPct val="115000"/>
              </a:lnSpc>
              <a:spcBef>
                <a:spcPts val="0"/>
              </a:spcBef>
              <a:spcAft>
                <a:spcPts val="0"/>
              </a:spcAft>
              <a:buSzPts val="2000"/>
              <a:buNone/>
              <a:defRPr sz="2000"/>
            </a:lvl9pPr>
          </a:lstStyle>
          <a:p>
            <a:endParaRPr/>
          </a:p>
        </p:txBody>
      </p:sp>
      <p:sp>
        <p:nvSpPr>
          <p:cNvPr id="886" name="Google Shape;886;p104"/>
          <p:cNvSpPr txBox="1">
            <a:spLocks noGrp="1"/>
          </p:cNvSpPr>
          <p:nvPr>
            <p:ph type="subTitle" idx="5"/>
          </p:nvPr>
        </p:nvSpPr>
        <p:spPr>
          <a:xfrm>
            <a:off x="4406650" y="4183525"/>
            <a:ext cx="4409700" cy="5427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2000"/>
              <a:buNone/>
              <a:defRPr sz="2000"/>
            </a:lvl1pPr>
            <a:lvl2pPr lvl="1" algn="l">
              <a:lnSpc>
                <a:spcPct val="115000"/>
              </a:lnSpc>
              <a:spcBef>
                <a:spcPts val="0"/>
              </a:spcBef>
              <a:spcAft>
                <a:spcPts val="0"/>
              </a:spcAft>
              <a:buSzPts val="2000"/>
              <a:buNone/>
              <a:defRPr sz="2000"/>
            </a:lvl2pPr>
            <a:lvl3pPr lvl="2" algn="l">
              <a:lnSpc>
                <a:spcPct val="115000"/>
              </a:lnSpc>
              <a:spcBef>
                <a:spcPts val="0"/>
              </a:spcBef>
              <a:spcAft>
                <a:spcPts val="0"/>
              </a:spcAft>
              <a:buSzPts val="2000"/>
              <a:buNone/>
              <a:defRPr sz="2000"/>
            </a:lvl3pPr>
            <a:lvl4pPr lvl="3" algn="l">
              <a:lnSpc>
                <a:spcPct val="115000"/>
              </a:lnSpc>
              <a:spcBef>
                <a:spcPts val="0"/>
              </a:spcBef>
              <a:spcAft>
                <a:spcPts val="0"/>
              </a:spcAft>
              <a:buSzPts val="2000"/>
              <a:buNone/>
              <a:defRPr sz="2000"/>
            </a:lvl4pPr>
            <a:lvl5pPr lvl="4" algn="l">
              <a:lnSpc>
                <a:spcPct val="115000"/>
              </a:lnSpc>
              <a:spcBef>
                <a:spcPts val="0"/>
              </a:spcBef>
              <a:spcAft>
                <a:spcPts val="0"/>
              </a:spcAft>
              <a:buSzPts val="2000"/>
              <a:buNone/>
              <a:defRPr sz="2000"/>
            </a:lvl5pPr>
            <a:lvl6pPr lvl="5" algn="l">
              <a:lnSpc>
                <a:spcPct val="115000"/>
              </a:lnSpc>
              <a:spcBef>
                <a:spcPts val="0"/>
              </a:spcBef>
              <a:spcAft>
                <a:spcPts val="0"/>
              </a:spcAft>
              <a:buSzPts val="2000"/>
              <a:buNone/>
              <a:defRPr sz="2000"/>
            </a:lvl6pPr>
            <a:lvl7pPr lvl="6" algn="l">
              <a:lnSpc>
                <a:spcPct val="115000"/>
              </a:lnSpc>
              <a:spcBef>
                <a:spcPts val="0"/>
              </a:spcBef>
              <a:spcAft>
                <a:spcPts val="0"/>
              </a:spcAft>
              <a:buSzPts val="2000"/>
              <a:buNone/>
              <a:defRPr sz="2000"/>
            </a:lvl7pPr>
            <a:lvl8pPr lvl="7" algn="l">
              <a:lnSpc>
                <a:spcPct val="115000"/>
              </a:lnSpc>
              <a:spcBef>
                <a:spcPts val="0"/>
              </a:spcBef>
              <a:spcAft>
                <a:spcPts val="0"/>
              </a:spcAft>
              <a:buSzPts val="2000"/>
              <a:buNone/>
              <a:defRPr sz="2000"/>
            </a:lvl8pPr>
            <a:lvl9pPr lvl="8" algn="l">
              <a:lnSpc>
                <a:spcPct val="115000"/>
              </a:lnSpc>
              <a:spcBef>
                <a:spcPts val="0"/>
              </a:spcBef>
              <a:spcAft>
                <a:spcPts val="0"/>
              </a:spcAft>
              <a:buSzPts val="2000"/>
              <a:buNone/>
              <a:defRPr sz="2000"/>
            </a:lvl9pPr>
          </a:lstStyle>
          <a:p>
            <a:endParaRPr/>
          </a:p>
        </p:txBody>
      </p:sp>
      <p:sp>
        <p:nvSpPr>
          <p:cNvPr id="887" name="Google Shape;887;p104"/>
          <p:cNvSpPr txBox="1">
            <a:spLocks noGrp="1"/>
          </p:cNvSpPr>
          <p:nvPr>
            <p:ph type="subTitle" idx="6"/>
          </p:nvPr>
        </p:nvSpPr>
        <p:spPr>
          <a:xfrm>
            <a:off x="4406650" y="2667615"/>
            <a:ext cx="4409700" cy="5427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2000"/>
              <a:buNone/>
              <a:defRPr sz="2000"/>
            </a:lvl1pPr>
            <a:lvl2pPr lvl="1" algn="l">
              <a:lnSpc>
                <a:spcPct val="115000"/>
              </a:lnSpc>
              <a:spcBef>
                <a:spcPts val="0"/>
              </a:spcBef>
              <a:spcAft>
                <a:spcPts val="0"/>
              </a:spcAft>
              <a:buSzPts val="2000"/>
              <a:buNone/>
              <a:defRPr sz="2000"/>
            </a:lvl2pPr>
            <a:lvl3pPr lvl="2" algn="l">
              <a:lnSpc>
                <a:spcPct val="115000"/>
              </a:lnSpc>
              <a:spcBef>
                <a:spcPts val="0"/>
              </a:spcBef>
              <a:spcAft>
                <a:spcPts val="0"/>
              </a:spcAft>
              <a:buSzPts val="2000"/>
              <a:buNone/>
              <a:defRPr sz="2000"/>
            </a:lvl3pPr>
            <a:lvl4pPr lvl="3" algn="l">
              <a:lnSpc>
                <a:spcPct val="115000"/>
              </a:lnSpc>
              <a:spcBef>
                <a:spcPts val="0"/>
              </a:spcBef>
              <a:spcAft>
                <a:spcPts val="0"/>
              </a:spcAft>
              <a:buSzPts val="2000"/>
              <a:buNone/>
              <a:defRPr sz="2000"/>
            </a:lvl4pPr>
            <a:lvl5pPr lvl="4" algn="l">
              <a:lnSpc>
                <a:spcPct val="115000"/>
              </a:lnSpc>
              <a:spcBef>
                <a:spcPts val="0"/>
              </a:spcBef>
              <a:spcAft>
                <a:spcPts val="0"/>
              </a:spcAft>
              <a:buSzPts val="2000"/>
              <a:buNone/>
              <a:defRPr sz="2000"/>
            </a:lvl5pPr>
            <a:lvl6pPr lvl="5" algn="l">
              <a:lnSpc>
                <a:spcPct val="115000"/>
              </a:lnSpc>
              <a:spcBef>
                <a:spcPts val="0"/>
              </a:spcBef>
              <a:spcAft>
                <a:spcPts val="0"/>
              </a:spcAft>
              <a:buSzPts val="2000"/>
              <a:buNone/>
              <a:defRPr sz="2000"/>
            </a:lvl6pPr>
            <a:lvl7pPr lvl="6" algn="l">
              <a:lnSpc>
                <a:spcPct val="115000"/>
              </a:lnSpc>
              <a:spcBef>
                <a:spcPts val="0"/>
              </a:spcBef>
              <a:spcAft>
                <a:spcPts val="0"/>
              </a:spcAft>
              <a:buSzPts val="2000"/>
              <a:buNone/>
              <a:defRPr sz="2000"/>
            </a:lvl7pPr>
            <a:lvl8pPr lvl="7" algn="l">
              <a:lnSpc>
                <a:spcPct val="115000"/>
              </a:lnSpc>
              <a:spcBef>
                <a:spcPts val="0"/>
              </a:spcBef>
              <a:spcAft>
                <a:spcPts val="0"/>
              </a:spcAft>
              <a:buSzPts val="2000"/>
              <a:buNone/>
              <a:defRPr sz="2000"/>
            </a:lvl8pPr>
            <a:lvl9pPr lvl="8" algn="l">
              <a:lnSpc>
                <a:spcPct val="115000"/>
              </a:lnSpc>
              <a:spcBef>
                <a:spcPts val="0"/>
              </a:spcBef>
              <a:spcAft>
                <a:spcPts val="0"/>
              </a:spcAft>
              <a:buSzPts val="2000"/>
              <a:buNone/>
              <a:defRPr sz="2000"/>
            </a:lvl9pPr>
          </a:lstStyle>
          <a:p>
            <a:endParaRPr/>
          </a:p>
        </p:txBody>
      </p: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matchingName="Title, body and image">
  <p:cSld name="Title, body and image">
    <p:spTree>
      <p:nvGrpSpPr>
        <p:cNvPr id="1" name="Shape 888"/>
        <p:cNvGrpSpPr/>
        <p:nvPr/>
      </p:nvGrpSpPr>
      <p:grpSpPr>
        <a:xfrm>
          <a:off x="0" y="0"/>
          <a:ext cx="0" cy="0"/>
          <a:chOff x="0" y="0"/>
          <a:chExt cx="0" cy="0"/>
        </a:xfrm>
      </p:grpSpPr>
      <p:sp>
        <p:nvSpPr>
          <p:cNvPr id="889" name="Google Shape;889;p105"/>
          <p:cNvSpPr txBox="1">
            <a:spLocks noGrp="1"/>
          </p:cNvSpPr>
          <p:nvPr>
            <p:ph type="title"/>
          </p:nvPr>
        </p:nvSpPr>
        <p:spPr>
          <a:xfrm>
            <a:off x="311700" y="445025"/>
            <a:ext cx="8520600" cy="572700"/>
          </a:xfrm>
          <a:prstGeom prst="rect">
            <a:avLst/>
          </a:prstGeom>
          <a:noFill/>
          <a:ln>
            <a:noFill/>
          </a:ln>
        </p:spPr>
        <p:txBody>
          <a:bodyPr spcFirstLastPara="1" wrap="square" lIns="0" tIns="0" rIns="91425" bIns="0" anchor="t" anchorCtr="0">
            <a:spAutoFit/>
          </a:bodyPr>
          <a:lstStyle>
            <a:lvl1pPr lvl="0" algn="l">
              <a:lnSpc>
                <a:spcPct val="100000"/>
              </a:lnSpc>
              <a:spcBef>
                <a:spcPts val="0"/>
              </a:spcBef>
              <a:spcAft>
                <a:spcPts val="0"/>
              </a:spcAft>
              <a:buSzPts val="1400"/>
              <a:buChar char="●"/>
              <a:defRPr/>
            </a:lvl1pPr>
            <a:lvl2pPr lvl="1" algn="l">
              <a:lnSpc>
                <a:spcPct val="100000"/>
              </a:lnSpc>
              <a:spcBef>
                <a:spcPts val="0"/>
              </a:spcBef>
              <a:spcAft>
                <a:spcPts val="0"/>
              </a:spcAft>
              <a:buSzPts val="1400"/>
              <a:buChar char="○"/>
              <a:defRPr/>
            </a:lvl2pPr>
            <a:lvl3pPr lvl="2" algn="l">
              <a:lnSpc>
                <a:spcPct val="100000"/>
              </a:lnSpc>
              <a:spcBef>
                <a:spcPts val="0"/>
              </a:spcBef>
              <a:spcAft>
                <a:spcPts val="0"/>
              </a:spcAft>
              <a:buSzPts val="1400"/>
              <a:buChar char="■"/>
              <a:defRPr/>
            </a:lvl3pPr>
            <a:lvl4pPr lvl="3" algn="l">
              <a:lnSpc>
                <a:spcPct val="100000"/>
              </a:lnSpc>
              <a:spcBef>
                <a:spcPts val="0"/>
              </a:spcBef>
              <a:spcAft>
                <a:spcPts val="0"/>
              </a:spcAft>
              <a:buSzPts val="1400"/>
              <a:buChar char="●"/>
              <a:defRPr/>
            </a:lvl4pPr>
            <a:lvl5pPr lvl="4" algn="l">
              <a:lnSpc>
                <a:spcPct val="100000"/>
              </a:lnSpc>
              <a:spcBef>
                <a:spcPts val="0"/>
              </a:spcBef>
              <a:spcAft>
                <a:spcPts val="0"/>
              </a:spcAft>
              <a:buSzPts val="1400"/>
              <a:buChar char="○"/>
              <a:defRPr/>
            </a:lvl5pPr>
            <a:lvl6pPr lvl="5" algn="l">
              <a:lnSpc>
                <a:spcPct val="100000"/>
              </a:lnSpc>
              <a:spcBef>
                <a:spcPts val="0"/>
              </a:spcBef>
              <a:spcAft>
                <a:spcPts val="0"/>
              </a:spcAft>
              <a:buSzPts val="1400"/>
              <a:buChar char="■"/>
              <a:defRPr/>
            </a:lvl6pPr>
            <a:lvl7pPr lvl="6" algn="l">
              <a:lnSpc>
                <a:spcPct val="100000"/>
              </a:lnSpc>
              <a:spcBef>
                <a:spcPts val="0"/>
              </a:spcBef>
              <a:spcAft>
                <a:spcPts val="0"/>
              </a:spcAft>
              <a:buSzPts val="1400"/>
              <a:buChar char="●"/>
              <a:defRPr/>
            </a:lvl7pPr>
            <a:lvl8pPr lvl="7" algn="l">
              <a:lnSpc>
                <a:spcPct val="100000"/>
              </a:lnSpc>
              <a:spcBef>
                <a:spcPts val="0"/>
              </a:spcBef>
              <a:spcAft>
                <a:spcPts val="0"/>
              </a:spcAft>
              <a:buSzPts val="1400"/>
              <a:buChar char="○"/>
              <a:defRPr/>
            </a:lvl8pPr>
            <a:lvl9pPr lvl="8" algn="l">
              <a:lnSpc>
                <a:spcPct val="100000"/>
              </a:lnSpc>
              <a:spcBef>
                <a:spcPts val="0"/>
              </a:spcBef>
              <a:spcAft>
                <a:spcPts val="0"/>
              </a:spcAft>
              <a:buSzPts val="1400"/>
              <a:buChar char="■"/>
              <a:defRPr/>
            </a:lvl9pPr>
          </a:lstStyle>
          <a:p>
            <a:endParaRPr/>
          </a:p>
        </p:txBody>
      </p:sp>
      <p:sp>
        <p:nvSpPr>
          <p:cNvPr id="890" name="Google Shape;890;p105"/>
          <p:cNvSpPr txBox="1">
            <a:spLocks noGrp="1"/>
          </p:cNvSpPr>
          <p:nvPr>
            <p:ph type="body" idx="1"/>
          </p:nvPr>
        </p:nvSpPr>
        <p:spPr>
          <a:xfrm>
            <a:off x="311700" y="1152475"/>
            <a:ext cx="4473900" cy="3416400"/>
          </a:xfrm>
          <a:prstGeom prst="rect">
            <a:avLst/>
          </a:prstGeom>
          <a:noFill/>
          <a:ln>
            <a:noFill/>
          </a:ln>
        </p:spPr>
        <p:txBody>
          <a:bodyPr spcFirstLastPara="1" wrap="square" lIns="0" tIns="91425" rIns="91425" bIns="91425" anchor="t" anchorCtr="0">
            <a:noAutofit/>
          </a:bodyPr>
          <a:lstStyle>
            <a:lvl1pPr marL="457200" lvl="0" indent="-292100" algn="l">
              <a:lnSpc>
                <a:spcPct val="115000"/>
              </a:lnSpc>
              <a:spcBef>
                <a:spcPts val="0"/>
              </a:spcBef>
              <a:spcAft>
                <a:spcPts val="0"/>
              </a:spcAft>
              <a:buSzPts val="1000"/>
              <a:buChar char="●"/>
              <a:defRPr/>
            </a:lvl1pPr>
            <a:lvl2pPr marL="914400" lvl="1" indent="-292100" algn="l">
              <a:lnSpc>
                <a:spcPct val="115000"/>
              </a:lnSpc>
              <a:spcBef>
                <a:spcPts val="800"/>
              </a:spcBef>
              <a:spcAft>
                <a:spcPts val="0"/>
              </a:spcAft>
              <a:buSzPts val="1000"/>
              <a:buChar char="○"/>
              <a:defRPr/>
            </a:lvl2pPr>
            <a:lvl3pPr marL="1371600" lvl="2" indent="-292100" algn="l">
              <a:lnSpc>
                <a:spcPct val="115000"/>
              </a:lnSpc>
              <a:spcBef>
                <a:spcPts val="800"/>
              </a:spcBef>
              <a:spcAft>
                <a:spcPts val="0"/>
              </a:spcAft>
              <a:buSzPts val="1000"/>
              <a:buChar char="■"/>
              <a:defRPr/>
            </a:lvl3pPr>
            <a:lvl4pPr marL="1828800" lvl="3" indent="-292100" algn="l">
              <a:lnSpc>
                <a:spcPct val="115000"/>
              </a:lnSpc>
              <a:spcBef>
                <a:spcPts val="800"/>
              </a:spcBef>
              <a:spcAft>
                <a:spcPts val="0"/>
              </a:spcAft>
              <a:buSzPts val="1000"/>
              <a:buChar char="●"/>
              <a:defRPr/>
            </a:lvl4pPr>
            <a:lvl5pPr marL="2286000" lvl="4" indent="-292100" algn="l">
              <a:lnSpc>
                <a:spcPct val="115000"/>
              </a:lnSpc>
              <a:spcBef>
                <a:spcPts val="800"/>
              </a:spcBef>
              <a:spcAft>
                <a:spcPts val="0"/>
              </a:spcAft>
              <a:buSzPts val="1000"/>
              <a:buChar char="○"/>
              <a:defRPr/>
            </a:lvl5pPr>
            <a:lvl6pPr marL="2743200" lvl="5" indent="-292100" algn="l">
              <a:lnSpc>
                <a:spcPct val="115000"/>
              </a:lnSpc>
              <a:spcBef>
                <a:spcPts val="800"/>
              </a:spcBef>
              <a:spcAft>
                <a:spcPts val="0"/>
              </a:spcAft>
              <a:buSzPts val="1000"/>
              <a:buChar char="■"/>
              <a:defRPr/>
            </a:lvl6pPr>
            <a:lvl7pPr marL="3200400" lvl="6" indent="-292100" algn="l">
              <a:lnSpc>
                <a:spcPct val="115000"/>
              </a:lnSpc>
              <a:spcBef>
                <a:spcPts val="800"/>
              </a:spcBef>
              <a:spcAft>
                <a:spcPts val="0"/>
              </a:spcAft>
              <a:buSzPts val="1000"/>
              <a:buChar char="●"/>
              <a:defRPr/>
            </a:lvl7pPr>
            <a:lvl8pPr marL="3657600" lvl="7" indent="-292100" algn="l">
              <a:lnSpc>
                <a:spcPct val="115000"/>
              </a:lnSpc>
              <a:spcBef>
                <a:spcPts val="800"/>
              </a:spcBef>
              <a:spcAft>
                <a:spcPts val="0"/>
              </a:spcAft>
              <a:buSzPts val="1000"/>
              <a:buChar char="○"/>
              <a:defRPr/>
            </a:lvl8pPr>
            <a:lvl9pPr marL="4114800" lvl="8" indent="-292100" algn="l">
              <a:lnSpc>
                <a:spcPct val="115000"/>
              </a:lnSpc>
              <a:spcBef>
                <a:spcPts val="800"/>
              </a:spcBef>
              <a:spcAft>
                <a:spcPts val="800"/>
              </a:spcAft>
              <a:buSzPts val="1000"/>
              <a:buChar char="■"/>
              <a:defRPr/>
            </a:lvl9pPr>
          </a:lstStyle>
          <a:p>
            <a:endParaRPr/>
          </a:p>
        </p:txBody>
      </p:sp>
      <p:sp>
        <p:nvSpPr>
          <p:cNvPr id="891" name="Google Shape;891;p105"/>
          <p:cNvSpPr>
            <a:spLocks noGrp="1"/>
          </p:cNvSpPr>
          <p:nvPr>
            <p:ph type="pic" idx="2"/>
          </p:nvPr>
        </p:nvSpPr>
        <p:spPr>
          <a:xfrm>
            <a:off x="4992024" y="1152775"/>
            <a:ext cx="3840300" cy="3416400"/>
          </a:xfrm>
          <a:prstGeom prst="rect">
            <a:avLst/>
          </a:prstGeom>
          <a:noFill/>
          <a:ln>
            <a:noFill/>
          </a:ln>
        </p:spPr>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matchingName="Two big ideas">
  <p:cSld name="Two big ideas">
    <p:spTree>
      <p:nvGrpSpPr>
        <p:cNvPr id="1" name="Shape 892"/>
        <p:cNvGrpSpPr/>
        <p:nvPr/>
      </p:nvGrpSpPr>
      <p:grpSpPr>
        <a:xfrm>
          <a:off x="0" y="0"/>
          <a:ext cx="0" cy="0"/>
          <a:chOff x="0" y="0"/>
          <a:chExt cx="0" cy="0"/>
        </a:xfrm>
      </p:grpSpPr>
      <p:sp>
        <p:nvSpPr>
          <p:cNvPr id="893" name="Google Shape;893;p106"/>
          <p:cNvSpPr txBox="1">
            <a:spLocks noGrp="1"/>
          </p:cNvSpPr>
          <p:nvPr>
            <p:ph type="title"/>
          </p:nvPr>
        </p:nvSpPr>
        <p:spPr>
          <a:xfrm>
            <a:off x="483175" y="450025"/>
            <a:ext cx="8184600" cy="758100"/>
          </a:xfrm>
          <a:prstGeom prst="rect">
            <a:avLst/>
          </a:prstGeom>
          <a:noFill/>
          <a:ln>
            <a:noFill/>
          </a:ln>
        </p:spPr>
        <p:txBody>
          <a:bodyPr spcFirstLastPara="1" wrap="square" lIns="0" tIns="0" rIns="91425" bIns="0" anchor="ctr" anchorCtr="0">
            <a:spAutoFit/>
          </a:bodyPr>
          <a:lstStyle>
            <a:lvl1pPr lvl="0" algn="l">
              <a:lnSpc>
                <a:spcPct val="100000"/>
              </a:lnSpc>
              <a:spcBef>
                <a:spcPts val="0"/>
              </a:spcBef>
              <a:spcAft>
                <a:spcPts val="0"/>
              </a:spcAft>
              <a:buSzPts val="3000"/>
              <a:buChar char="●"/>
              <a:defRPr sz="3000"/>
            </a:lvl1pPr>
            <a:lvl2pPr lvl="1" algn="l">
              <a:lnSpc>
                <a:spcPct val="100000"/>
              </a:lnSpc>
              <a:spcBef>
                <a:spcPts val="0"/>
              </a:spcBef>
              <a:spcAft>
                <a:spcPts val="0"/>
              </a:spcAft>
              <a:buSzPts val="3000"/>
              <a:buChar char="○"/>
              <a:defRPr sz="3000"/>
            </a:lvl2pPr>
            <a:lvl3pPr lvl="2" algn="l">
              <a:lnSpc>
                <a:spcPct val="100000"/>
              </a:lnSpc>
              <a:spcBef>
                <a:spcPts val="0"/>
              </a:spcBef>
              <a:spcAft>
                <a:spcPts val="0"/>
              </a:spcAft>
              <a:buSzPts val="3000"/>
              <a:buChar char="■"/>
              <a:defRPr sz="3000"/>
            </a:lvl3pPr>
            <a:lvl4pPr lvl="3" algn="l">
              <a:lnSpc>
                <a:spcPct val="100000"/>
              </a:lnSpc>
              <a:spcBef>
                <a:spcPts val="0"/>
              </a:spcBef>
              <a:spcAft>
                <a:spcPts val="0"/>
              </a:spcAft>
              <a:buSzPts val="3000"/>
              <a:buChar char="●"/>
              <a:defRPr sz="3000"/>
            </a:lvl4pPr>
            <a:lvl5pPr lvl="4" algn="l">
              <a:lnSpc>
                <a:spcPct val="100000"/>
              </a:lnSpc>
              <a:spcBef>
                <a:spcPts val="0"/>
              </a:spcBef>
              <a:spcAft>
                <a:spcPts val="0"/>
              </a:spcAft>
              <a:buSzPts val="3000"/>
              <a:buChar char="○"/>
              <a:defRPr sz="3000"/>
            </a:lvl5pPr>
            <a:lvl6pPr lvl="5" algn="l">
              <a:lnSpc>
                <a:spcPct val="100000"/>
              </a:lnSpc>
              <a:spcBef>
                <a:spcPts val="0"/>
              </a:spcBef>
              <a:spcAft>
                <a:spcPts val="0"/>
              </a:spcAft>
              <a:buSzPts val="3000"/>
              <a:buChar char="■"/>
              <a:defRPr sz="3000"/>
            </a:lvl6pPr>
            <a:lvl7pPr lvl="6" algn="l">
              <a:lnSpc>
                <a:spcPct val="100000"/>
              </a:lnSpc>
              <a:spcBef>
                <a:spcPts val="0"/>
              </a:spcBef>
              <a:spcAft>
                <a:spcPts val="0"/>
              </a:spcAft>
              <a:buSzPts val="3000"/>
              <a:buChar char="●"/>
              <a:defRPr sz="3000"/>
            </a:lvl7pPr>
            <a:lvl8pPr lvl="7" algn="l">
              <a:lnSpc>
                <a:spcPct val="100000"/>
              </a:lnSpc>
              <a:spcBef>
                <a:spcPts val="0"/>
              </a:spcBef>
              <a:spcAft>
                <a:spcPts val="0"/>
              </a:spcAft>
              <a:buSzPts val="3000"/>
              <a:buChar char="○"/>
              <a:defRPr sz="3000"/>
            </a:lvl8pPr>
            <a:lvl9pPr lvl="8" algn="l">
              <a:lnSpc>
                <a:spcPct val="100000"/>
              </a:lnSpc>
              <a:spcBef>
                <a:spcPts val="0"/>
              </a:spcBef>
              <a:spcAft>
                <a:spcPts val="0"/>
              </a:spcAft>
              <a:buSzPts val="3000"/>
              <a:buChar char="■"/>
              <a:defRPr sz="3000"/>
            </a:lvl9pPr>
          </a:lstStyle>
          <a:p>
            <a:endParaRPr/>
          </a:p>
        </p:txBody>
      </p:sp>
      <p:sp>
        <p:nvSpPr>
          <p:cNvPr id="894" name="Google Shape;894;p106"/>
          <p:cNvSpPr txBox="1">
            <a:spLocks noGrp="1"/>
          </p:cNvSpPr>
          <p:nvPr>
            <p:ph type="body" idx="1"/>
          </p:nvPr>
        </p:nvSpPr>
        <p:spPr>
          <a:xfrm>
            <a:off x="483150" y="2237788"/>
            <a:ext cx="3619800" cy="2373600"/>
          </a:xfrm>
          <a:prstGeom prst="rect">
            <a:avLst/>
          </a:prstGeom>
          <a:noFill/>
          <a:ln>
            <a:noFill/>
          </a:ln>
        </p:spPr>
        <p:txBody>
          <a:bodyPr spcFirstLastPara="1" wrap="square" lIns="0" tIns="91425" rIns="91425" bIns="91425" anchor="t" anchorCtr="0">
            <a:noAutofit/>
          </a:bodyPr>
          <a:lstStyle>
            <a:lvl1pPr marL="457200" lvl="0" indent="-292100" algn="l">
              <a:lnSpc>
                <a:spcPct val="115000"/>
              </a:lnSpc>
              <a:spcBef>
                <a:spcPts val="0"/>
              </a:spcBef>
              <a:spcAft>
                <a:spcPts val="0"/>
              </a:spcAft>
              <a:buSzPts val="1000"/>
              <a:buChar char="●"/>
              <a:defRPr/>
            </a:lvl1pPr>
            <a:lvl2pPr marL="914400" lvl="1" indent="-292100" algn="l">
              <a:lnSpc>
                <a:spcPct val="115000"/>
              </a:lnSpc>
              <a:spcBef>
                <a:spcPts val="800"/>
              </a:spcBef>
              <a:spcAft>
                <a:spcPts val="0"/>
              </a:spcAft>
              <a:buSzPts val="1000"/>
              <a:buChar char="○"/>
              <a:defRPr/>
            </a:lvl2pPr>
            <a:lvl3pPr marL="1371600" lvl="2" indent="-292100" algn="l">
              <a:lnSpc>
                <a:spcPct val="115000"/>
              </a:lnSpc>
              <a:spcBef>
                <a:spcPts val="800"/>
              </a:spcBef>
              <a:spcAft>
                <a:spcPts val="0"/>
              </a:spcAft>
              <a:buSzPts val="1000"/>
              <a:buChar char="■"/>
              <a:defRPr/>
            </a:lvl3pPr>
            <a:lvl4pPr marL="1828800" lvl="3" indent="-292100" algn="l">
              <a:lnSpc>
                <a:spcPct val="115000"/>
              </a:lnSpc>
              <a:spcBef>
                <a:spcPts val="800"/>
              </a:spcBef>
              <a:spcAft>
                <a:spcPts val="0"/>
              </a:spcAft>
              <a:buSzPts val="1000"/>
              <a:buChar char="●"/>
              <a:defRPr/>
            </a:lvl4pPr>
            <a:lvl5pPr marL="2286000" lvl="4" indent="-292100" algn="l">
              <a:lnSpc>
                <a:spcPct val="115000"/>
              </a:lnSpc>
              <a:spcBef>
                <a:spcPts val="800"/>
              </a:spcBef>
              <a:spcAft>
                <a:spcPts val="0"/>
              </a:spcAft>
              <a:buSzPts val="1000"/>
              <a:buChar char="○"/>
              <a:defRPr/>
            </a:lvl5pPr>
            <a:lvl6pPr marL="2743200" lvl="5" indent="-292100" algn="l">
              <a:lnSpc>
                <a:spcPct val="115000"/>
              </a:lnSpc>
              <a:spcBef>
                <a:spcPts val="800"/>
              </a:spcBef>
              <a:spcAft>
                <a:spcPts val="0"/>
              </a:spcAft>
              <a:buSzPts val="1000"/>
              <a:buChar char="■"/>
              <a:defRPr/>
            </a:lvl6pPr>
            <a:lvl7pPr marL="3200400" lvl="6" indent="-292100" algn="l">
              <a:lnSpc>
                <a:spcPct val="115000"/>
              </a:lnSpc>
              <a:spcBef>
                <a:spcPts val="800"/>
              </a:spcBef>
              <a:spcAft>
                <a:spcPts val="0"/>
              </a:spcAft>
              <a:buSzPts val="1000"/>
              <a:buChar char="●"/>
              <a:defRPr/>
            </a:lvl7pPr>
            <a:lvl8pPr marL="3657600" lvl="7" indent="-292100" algn="l">
              <a:lnSpc>
                <a:spcPct val="115000"/>
              </a:lnSpc>
              <a:spcBef>
                <a:spcPts val="800"/>
              </a:spcBef>
              <a:spcAft>
                <a:spcPts val="0"/>
              </a:spcAft>
              <a:buSzPts val="1000"/>
              <a:buChar char="○"/>
              <a:defRPr/>
            </a:lvl8pPr>
            <a:lvl9pPr marL="4114800" lvl="8" indent="-292100" algn="l">
              <a:lnSpc>
                <a:spcPct val="115000"/>
              </a:lnSpc>
              <a:spcBef>
                <a:spcPts val="800"/>
              </a:spcBef>
              <a:spcAft>
                <a:spcPts val="800"/>
              </a:spcAft>
              <a:buSzPts val="1000"/>
              <a:buChar char="■"/>
              <a:defRPr/>
            </a:lvl9pPr>
          </a:lstStyle>
          <a:p>
            <a:endParaRPr/>
          </a:p>
        </p:txBody>
      </p:sp>
      <p:sp>
        <p:nvSpPr>
          <p:cNvPr id="895" name="Google Shape;895;p106"/>
          <p:cNvSpPr txBox="1">
            <a:spLocks noGrp="1"/>
          </p:cNvSpPr>
          <p:nvPr>
            <p:ph type="body" idx="2"/>
          </p:nvPr>
        </p:nvSpPr>
        <p:spPr>
          <a:xfrm>
            <a:off x="5048000" y="2237788"/>
            <a:ext cx="3619800" cy="2373600"/>
          </a:xfrm>
          <a:prstGeom prst="rect">
            <a:avLst/>
          </a:prstGeom>
          <a:noFill/>
          <a:ln>
            <a:noFill/>
          </a:ln>
        </p:spPr>
        <p:txBody>
          <a:bodyPr spcFirstLastPara="1" wrap="square" lIns="91425" tIns="91425" rIns="91425" bIns="91425" anchor="t" anchorCtr="0">
            <a:noAutofit/>
          </a:bodyPr>
          <a:lstStyle>
            <a:lvl1pPr marL="457200" lvl="0" indent="-292100" algn="l">
              <a:lnSpc>
                <a:spcPct val="115000"/>
              </a:lnSpc>
              <a:spcBef>
                <a:spcPts val="0"/>
              </a:spcBef>
              <a:spcAft>
                <a:spcPts val="0"/>
              </a:spcAft>
              <a:buSzPts val="1000"/>
              <a:buChar char="●"/>
              <a:defRPr/>
            </a:lvl1pPr>
            <a:lvl2pPr marL="914400" lvl="1" indent="-292100" algn="l">
              <a:lnSpc>
                <a:spcPct val="115000"/>
              </a:lnSpc>
              <a:spcBef>
                <a:spcPts val="0"/>
              </a:spcBef>
              <a:spcAft>
                <a:spcPts val="0"/>
              </a:spcAft>
              <a:buSzPts val="1000"/>
              <a:buChar char="○"/>
              <a:defRPr/>
            </a:lvl2pPr>
            <a:lvl3pPr marL="1371600" lvl="2" indent="-292100" algn="l">
              <a:lnSpc>
                <a:spcPct val="115000"/>
              </a:lnSpc>
              <a:spcBef>
                <a:spcPts val="0"/>
              </a:spcBef>
              <a:spcAft>
                <a:spcPts val="0"/>
              </a:spcAft>
              <a:buSzPts val="1000"/>
              <a:buChar char="■"/>
              <a:defRPr/>
            </a:lvl3pPr>
            <a:lvl4pPr marL="1828800" lvl="3" indent="-292100" algn="l">
              <a:lnSpc>
                <a:spcPct val="115000"/>
              </a:lnSpc>
              <a:spcBef>
                <a:spcPts val="0"/>
              </a:spcBef>
              <a:spcAft>
                <a:spcPts val="0"/>
              </a:spcAft>
              <a:buSzPts val="1000"/>
              <a:buChar char="●"/>
              <a:defRPr/>
            </a:lvl4pPr>
            <a:lvl5pPr marL="2286000" lvl="4" indent="-292100" algn="l">
              <a:lnSpc>
                <a:spcPct val="115000"/>
              </a:lnSpc>
              <a:spcBef>
                <a:spcPts val="0"/>
              </a:spcBef>
              <a:spcAft>
                <a:spcPts val="0"/>
              </a:spcAft>
              <a:buSzPts val="1000"/>
              <a:buChar char="○"/>
              <a:defRPr/>
            </a:lvl5pPr>
            <a:lvl6pPr marL="2743200" lvl="5" indent="-292100" algn="l">
              <a:lnSpc>
                <a:spcPct val="115000"/>
              </a:lnSpc>
              <a:spcBef>
                <a:spcPts val="0"/>
              </a:spcBef>
              <a:spcAft>
                <a:spcPts val="0"/>
              </a:spcAft>
              <a:buSzPts val="1000"/>
              <a:buChar char="■"/>
              <a:defRPr/>
            </a:lvl6pPr>
            <a:lvl7pPr marL="3200400" lvl="6" indent="-292100" algn="l">
              <a:lnSpc>
                <a:spcPct val="115000"/>
              </a:lnSpc>
              <a:spcBef>
                <a:spcPts val="0"/>
              </a:spcBef>
              <a:spcAft>
                <a:spcPts val="0"/>
              </a:spcAft>
              <a:buSzPts val="1000"/>
              <a:buChar char="●"/>
              <a:defRPr/>
            </a:lvl7pPr>
            <a:lvl8pPr marL="3657600" lvl="7" indent="-292100" algn="l">
              <a:lnSpc>
                <a:spcPct val="115000"/>
              </a:lnSpc>
              <a:spcBef>
                <a:spcPts val="0"/>
              </a:spcBef>
              <a:spcAft>
                <a:spcPts val="0"/>
              </a:spcAft>
              <a:buSzPts val="1000"/>
              <a:buChar char="○"/>
              <a:defRPr/>
            </a:lvl8pPr>
            <a:lvl9pPr marL="4114800" lvl="8" indent="-292100" algn="l">
              <a:lnSpc>
                <a:spcPct val="115000"/>
              </a:lnSpc>
              <a:spcBef>
                <a:spcPts val="0"/>
              </a:spcBef>
              <a:spcAft>
                <a:spcPts val="0"/>
              </a:spcAft>
              <a:buSzPts val="1000"/>
              <a:buChar char="■"/>
              <a:defRPr/>
            </a:lvl9pPr>
          </a:lstStyle>
          <a:p>
            <a:endParaRPr/>
          </a:p>
        </p:txBody>
      </p:sp>
      <p:sp>
        <p:nvSpPr>
          <p:cNvPr id="896" name="Google Shape;896;p106"/>
          <p:cNvSpPr txBox="1">
            <a:spLocks noGrp="1"/>
          </p:cNvSpPr>
          <p:nvPr>
            <p:ph type="subTitle" idx="3"/>
          </p:nvPr>
        </p:nvSpPr>
        <p:spPr>
          <a:xfrm>
            <a:off x="483150" y="1336161"/>
            <a:ext cx="3619800" cy="5427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2000"/>
              <a:buNone/>
              <a:defRPr sz="2000"/>
            </a:lvl1pPr>
            <a:lvl2pPr lvl="1" algn="l">
              <a:lnSpc>
                <a:spcPct val="115000"/>
              </a:lnSpc>
              <a:spcBef>
                <a:spcPts val="0"/>
              </a:spcBef>
              <a:spcAft>
                <a:spcPts val="0"/>
              </a:spcAft>
              <a:buSzPts val="2000"/>
              <a:buNone/>
              <a:defRPr sz="2000"/>
            </a:lvl2pPr>
            <a:lvl3pPr lvl="2" algn="l">
              <a:lnSpc>
                <a:spcPct val="115000"/>
              </a:lnSpc>
              <a:spcBef>
                <a:spcPts val="0"/>
              </a:spcBef>
              <a:spcAft>
                <a:spcPts val="0"/>
              </a:spcAft>
              <a:buSzPts val="2000"/>
              <a:buNone/>
              <a:defRPr sz="2000"/>
            </a:lvl3pPr>
            <a:lvl4pPr lvl="3" algn="l">
              <a:lnSpc>
                <a:spcPct val="115000"/>
              </a:lnSpc>
              <a:spcBef>
                <a:spcPts val="0"/>
              </a:spcBef>
              <a:spcAft>
                <a:spcPts val="0"/>
              </a:spcAft>
              <a:buSzPts val="2000"/>
              <a:buNone/>
              <a:defRPr sz="2000"/>
            </a:lvl4pPr>
            <a:lvl5pPr lvl="4" algn="l">
              <a:lnSpc>
                <a:spcPct val="115000"/>
              </a:lnSpc>
              <a:spcBef>
                <a:spcPts val="0"/>
              </a:spcBef>
              <a:spcAft>
                <a:spcPts val="0"/>
              </a:spcAft>
              <a:buSzPts val="2000"/>
              <a:buNone/>
              <a:defRPr sz="2000"/>
            </a:lvl5pPr>
            <a:lvl6pPr lvl="5" algn="l">
              <a:lnSpc>
                <a:spcPct val="115000"/>
              </a:lnSpc>
              <a:spcBef>
                <a:spcPts val="0"/>
              </a:spcBef>
              <a:spcAft>
                <a:spcPts val="0"/>
              </a:spcAft>
              <a:buSzPts val="2000"/>
              <a:buNone/>
              <a:defRPr sz="2000"/>
            </a:lvl6pPr>
            <a:lvl7pPr lvl="6" algn="l">
              <a:lnSpc>
                <a:spcPct val="115000"/>
              </a:lnSpc>
              <a:spcBef>
                <a:spcPts val="0"/>
              </a:spcBef>
              <a:spcAft>
                <a:spcPts val="0"/>
              </a:spcAft>
              <a:buSzPts val="2000"/>
              <a:buNone/>
              <a:defRPr sz="2000"/>
            </a:lvl7pPr>
            <a:lvl8pPr lvl="7" algn="l">
              <a:lnSpc>
                <a:spcPct val="115000"/>
              </a:lnSpc>
              <a:spcBef>
                <a:spcPts val="0"/>
              </a:spcBef>
              <a:spcAft>
                <a:spcPts val="0"/>
              </a:spcAft>
              <a:buSzPts val="2000"/>
              <a:buNone/>
              <a:defRPr sz="2000"/>
            </a:lvl8pPr>
            <a:lvl9pPr lvl="8" algn="l">
              <a:lnSpc>
                <a:spcPct val="115000"/>
              </a:lnSpc>
              <a:spcBef>
                <a:spcPts val="0"/>
              </a:spcBef>
              <a:spcAft>
                <a:spcPts val="0"/>
              </a:spcAft>
              <a:buSzPts val="2000"/>
              <a:buNone/>
              <a:defRPr sz="2000"/>
            </a:lvl9pPr>
          </a:lstStyle>
          <a:p>
            <a:endParaRPr/>
          </a:p>
        </p:txBody>
      </p:sp>
      <p:sp>
        <p:nvSpPr>
          <p:cNvPr id="897" name="Google Shape;897;p106"/>
          <p:cNvSpPr txBox="1">
            <a:spLocks noGrp="1"/>
          </p:cNvSpPr>
          <p:nvPr>
            <p:ph type="subTitle" idx="4"/>
          </p:nvPr>
        </p:nvSpPr>
        <p:spPr>
          <a:xfrm>
            <a:off x="5048000" y="1336161"/>
            <a:ext cx="3619800" cy="5427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2000"/>
              <a:buNone/>
              <a:defRPr sz="2000"/>
            </a:lvl1pPr>
            <a:lvl2pPr lvl="1" algn="l">
              <a:lnSpc>
                <a:spcPct val="115000"/>
              </a:lnSpc>
              <a:spcBef>
                <a:spcPts val="0"/>
              </a:spcBef>
              <a:spcAft>
                <a:spcPts val="0"/>
              </a:spcAft>
              <a:buSzPts val="2000"/>
              <a:buNone/>
              <a:defRPr sz="2000"/>
            </a:lvl2pPr>
            <a:lvl3pPr lvl="2" algn="l">
              <a:lnSpc>
                <a:spcPct val="115000"/>
              </a:lnSpc>
              <a:spcBef>
                <a:spcPts val="0"/>
              </a:spcBef>
              <a:spcAft>
                <a:spcPts val="0"/>
              </a:spcAft>
              <a:buSzPts val="2000"/>
              <a:buNone/>
              <a:defRPr sz="2000"/>
            </a:lvl3pPr>
            <a:lvl4pPr lvl="3" algn="l">
              <a:lnSpc>
                <a:spcPct val="115000"/>
              </a:lnSpc>
              <a:spcBef>
                <a:spcPts val="0"/>
              </a:spcBef>
              <a:spcAft>
                <a:spcPts val="0"/>
              </a:spcAft>
              <a:buSzPts val="2000"/>
              <a:buNone/>
              <a:defRPr sz="2000"/>
            </a:lvl4pPr>
            <a:lvl5pPr lvl="4" algn="l">
              <a:lnSpc>
                <a:spcPct val="115000"/>
              </a:lnSpc>
              <a:spcBef>
                <a:spcPts val="0"/>
              </a:spcBef>
              <a:spcAft>
                <a:spcPts val="0"/>
              </a:spcAft>
              <a:buSzPts val="2000"/>
              <a:buNone/>
              <a:defRPr sz="2000"/>
            </a:lvl5pPr>
            <a:lvl6pPr lvl="5" algn="l">
              <a:lnSpc>
                <a:spcPct val="115000"/>
              </a:lnSpc>
              <a:spcBef>
                <a:spcPts val="0"/>
              </a:spcBef>
              <a:spcAft>
                <a:spcPts val="0"/>
              </a:spcAft>
              <a:buSzPts val="2000"/>
              <a:buNone/>
              <a:defRPr sz="2000"/>
            </a:lvl6pPr>
            <a:lvl7pPr lvl="6" algn="l">
              <a:lnSpc>
                <a:spcPct val="115000"/>
              </a:lnSpc>
              <a:spcBef>
                <a:spcPts val="0"/>
              </a:spcBef>
              <a:spcAft>
                <a:spcPts val="0"/>
              </a:spcAft>
              <a:buSzPts val="2000"/>
              <a:buNone/>
              <a:defRPr sz="2000"/>
            </a:lvl7pPr>
            <a:lvl8pPr lvl="7" algn="l">
              <a:lnSpc>
                <a:spcPct val="115000"/>
              </a:lnSpc>
              <a:spcBef>
                <a:spcPts val="0"/>
              </a:spcBef>
              <a:spcAft>
                <a:spcPts val="0"/>
              </a:spcAft>
              <a:buSzPts val="2000"/>
              <a:buNone/>
              <a:defRPr sz="2000"/>
            </a:lvl8pPr>
            <a:lvl9pPr lvl="8" algn="l">
              <a:lnSpc>
                <a:spcPct val="115000"/>
              </a:lnSpc>
              <a:spcBef>
                <a:spcPts val="0"/>
              </a:spcBef>
              <a:spcAft>
                <a:spcPts val="0"/>
              </a:spcAft>
              <a:buSzPts val="2000"/>
              <a:buNone/>
              <a:defRPr sz="2000"/>
            </a:lvl9pPr>
          </a:lstStyle>
          <a:p>
            <a:endParaRPr/>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matchingName="Three big ideas">
  <p:cSld name="Three big ideas">
    <p:spTree>
      <p:nvGrpSpPr>
        <p:cNvPr id="1" name="Shape 898"/>
        <p:cNvGrpSpPr/>
        <p:nvPr/>
      </p:nvGrpSpPr>
      <p:grpSpPr>
        <a:xfrm>
          <a:off x="0" y="0"/>
          <a:ext cx="0" cy="0"/>
          <a:chOff x="0" y="0"/>
          <a:chExt cx="0" cy="0"/>
        </a:xfrm>
      </p:grpSpPr>
      <p:sp>
        <p:nvSpPr>
          <p:cNvPr id="899" name="Google Shape;899;p107"/>
          <p:cNvSpPr txBox="1">
            <a:spLocks noGrp="1"/>
          </p:cNvSpPr>
          <p:nvPr>
            <p:ph type="body" idx="1"/>
          </p:nvPr>
        </p:nvSpPr>
        <p:spPr>
          <a:xfrm>
            <a:off x="483175" y="2417500"/>
            <a:ext cx="2455500" cy="2373600"/>
          </a:xfrm>
          <a:prstGeom prst="rect">
            <a:avLst/>
          </a:prstGeom>
          <a:noFill/>
          <a:ln>
            <a:noFill/>
          </a:ln>
        </p:spPr>
        <p:txBody>
          <a:bodyPr spcFirstLastPara="1" wrap="square" lIns="0" tIns="91425" rIns="91425" bIns="91425" anchor="t" anchorCtr="0">
            <a:noAutofit/>
          </a:bodyPr>
          <a:lstStyle>
            <a:lvl1pPr marL="457200" lvl="0" indent="-292100" algn="l">
              <a:lnSpc>
                <a:spcPct val="115000"/>
              </a:lnSpc>
              <a:spcBef>
                <a:spcPts val="0"/>
              </a:spcBef>
              <a:spcAft>
                <a:spcPts val="0"/>
              </a:spcAft>
              <a:buSzPts val="1000"/>
              <a:buChar char="●"/>
              <a:defRPr/>
            </a:lvl1pPr>
            <a:lvl2pPr marL="914400" lvl="1" indent="-292100" algn="l">
              <a:lnSpc>
                <a:spcPct val="115000"/>
              </a:lnSpc>
              <a:spcBef>
                <a:spcPts val="800"/>
              </a:spcBef>
              <a:spcAft>
                <a:spcPts val="0"/>
              </a:spcAft>
              <a:buSzPts val="1000"/>
              <a:buChar char="○"/>
              <a:defRPr/>
            </a:lvl2pPr>
            <a:lvl3pPr marL="1371600" lvl="2" indent="-292100" algn="l">
              <a:lnSpc>
                <a:spcPct val="115000"/>
              </a:lnSpc>
              <a:spcBef>
                <a:spcPts val="800"/>
              </a:spcBef>
              <a:spcAft>
                <a:spcPts val="0"/>
              </a:spcAft>
              <a:buSzPts val="1000"/>
              <a:buChar char="■"/>
              <a:defRPr/>
            </a:lvl3pPr>
            <a:lvl4pPr marL="1828800" lvl="3" indent="-292100" algn="l">
              <a:lnSpc>
                <a:spcPct val="115000"/>
              </a:lnSpc>
              <a:spcBef>
                <a:spcPts val="800"/>
              </a:spcBef>
              <a:spcAft>
                <a:spcPts val="0"/>
              </a:spcAft>
              <a:buSzPts val="1000"/>
              <a:buChar char="●"/>
              <a:defRPr/>
            </a:lvl4pPr>
            <a:lvl5pPr marL="2286000" lvl="4" indent="-292100" algn="l">
              <a:lnSpc>
                <a:spcPct val="115000"/>
              </a:lnSpc>
              <a:spcBef>
                <a:spcPts val="800"/>
              </a:spcBef>
              <a:spcAft>
                <a:spcPts val="0"/>
              </a:spcAft>
              <a:buSzPts val="1000"/>
              <a:buChar char="○"/>
              <a:defRPr/>
            </a:lvl5pPr>
            <a:lvl6pPr marL="2743200" lvl="5" indent="-292100" algn="l">
              <a:lnSpc>
                <a:spcPct val="115000"/>
              </a:lnSpc>
              <a:spcBef>
                <a:spcPts val="800"/>
              </a:spcBef>
              <a:spcAft>
                <a:spcPts val="0"/>
              </a:spcAft>
              <a:buSzPts val="1000"/>
              <a:buChar char="■"/>
              <a:defRPr/>
            </a:lvl6pPr>
            <a:lvl7pPr marL="3200400" lvl="6" indent="-292100" algn="l">
              <a:lnSpc>
                <a:spcPct val="115000"/>
              </a:lnSpc>
              <a:spcBef>
                <a:spcPts val="800"/>
              </a:spcBef>
              <a:spcAft>
                <a:spcPts val="0"/>
              </a:spcAft>
              <a:buSzPts val="1000"/>
              <a:buChar char="●"/>
              <a:defRPr/>
            </a:lvl7pPr>
            <a:lvl8pPr marL="3657600" lvl="7" indent="-292100" algn="l">
              <a:lnSpc>
                <a:spcPct val="115000"/>
              </a:lnSpc>
              <a:spcBef>
                <a:spcPts val="800"/>
              </a:spcBef>
              <a:spcAft>
                <a:spcPts val="0"/>
              </a:spcAft>
              <a:buSzPts val="1000"/>
              <a:buChar char="○"/>
              <a:defRPr/>
            </a:lvl8pPr>
            <a:lvl9pPr marL="4114800" lvl="8" indent="-292100" algn="l">
              <a:lnSpc>
                <a:spcPct val="115000"/>
              </a:lnSpc>
              <a:spcBef>
                <a:spcPts val="800"/>
              </a:spcBef>
              <a:spcAft>
                <a:spcPts val="800"/>
              </a:spcAft>
              <a:buSzPts val="1000"/>
              <a:buChar char="■"/>
              <a:defRPr/>
            </a:lvl9pPr>
          </a:lstStyle>
          <a:p>
            <a:endParaRPr/>
          </a:p>
        </p:txBody>
      </p:sp>
      <p:sp>
        <p:nvSpPr>
          <p:cNvPr id="900" name="Google Shape;900;p107"/>
          <p:cNvSpPr txBox="1">
            <a:spLocks noGrp="1"/>
          </p:cNvSpPr>
          <p:nvPr>
            <p:ph type="body" idx="2"/>
          </p:nvPr>
        </p:nvSpPr>
        <p:spPr>
          <a:xfrm>
            <a:off x="3347725" y="2417500"/>
            <a:ext cx="2455500" cy="2373600"/>
          </a:xfrm>
          <a:prstGeom prst="rect">
            <a:avLst/>
          </a:prstGeom>
          <a:noFill/>
          <a:ln>
            <a:noFill/>
          </a:ln>
        </p:spPr>
        <p:txBody>
          <a:bodyPr spcFirstLastPara="1" wrap="square" lIns="91425" tIns="91425" rIns="91425" bIns="91425" anchor="t" anchorCtr="0">
            <a:noAutofit/>
          </a:bodyPr>
          <a:lstStyle>
            <a:lvl1pPr marL="457200" lvl="0" indent="-292100" algn="l">
              <a:lnSpc>
                <a:spcPct val="115000"/>
              </a:lnSpc>
              <a:spcBef>
                <a:spcPts val="0"/>
              </a:spcBef>
              <a:spcAft>
                <a:spcPts val="0"/>
              </a:spcAft>
              <a:buSzPts val="1000"/>
              <a:buChar char="●"/>
              <a:defRPr/>
            </a:lvl1pPr>
            <a:lvl2pPr marL="914400" lvl="1" indent="-292100" algn="l">
              <a:lnSpc>
                <a:spcPct val="115000"/>
              </a:lnSpc>
              <a:spcBef>
                <a:spcPts val="0"/>
              </a:spcBef>
              <a:spcAft>
                <a:spcPts val="0"/>
              </a:spcAft>
              <a:buSzPts val="1000"/>
              <a:buChar char="○"/>
              <a:defRPr/>
            </a:lvl2pPr>
            <a:lvl3pPr marL="1371600" lvl="2" indent="-292100" algn="l">
              <a:lnSpc>
                <a:spcPct val="115000"/>
              </a:lnSpc>
              <a:spcBef>
                <a:spcPts val="0"/>
              </a:spcBef>
              <a:spcAft>
                <a:spcPts val="0"/>
              </a:spcAft>
              <a:buSzPts val="1000"/>
              <a:buChar char="■"/>
              <a:defRPr/>
            </a:lvl3pPr>
            <a:lvl4pPr marL="1828800" lvl="3" indent="-292100" algn="l">
              <a:lnSpc>
                <a:spcPct val="115000"/>
              </a:lnSpc>
              <a:spcBef>
                <a:spcPts val="0"/>
              </a:spcBef>
              <a:spcAft>
                <a:spcPts val="0"/>
              </a:spcAft>
              <a:buSzPts val="1000"/>
              <a:buChar char="●"/>
              <a:defRPr/>
            </a:lvl4pPr>
            <a:lvl5pPr marL="2286000" lvl="4" indent="-292100" algn="l">
              <a:lnSpc>
                <a:spcPct val="115000"/>
              </a:lnSpc>
              <a:spcBef>
                <a:spcPts val="0"/>
              </a:spcBef>
              <a:spcAft>
                <a:spcPts val="0"/>
              </a:spcAft>
              <a:buSzPts val="1000"/>
              <a:buChar char="○"/>
              <a:defRPr/>
            </a:lvl5pPr>
            <a:lvl6pPr marL="2743200" lvl="5" indent="-292100" algn="l">
              <a:lnSpc>
                <a:spcPct val="115000"/>
              </a:lnSpc>
              <a:spcBef>
                <a:spcPts val="0"/>
              </a:spcBef>
              <a:spcAft>
                <a:spcPts val="0"/>
              </a:spcAft>
              <a:buSzPts val="1000"/>
              <a:buChar char="■"/>
              <a:defRPr/>
            </a:lvl6pPr>
            <a:lvl7pPr marL="3200400" lvl="6" indent="-292100" algn="l">
              <a:lnSpc>
                <a:spcPct val="115000"/>
              </a:lnSpc>
              <a:spcBef>
                <a:spcPts val="0"/>
              </a:spcBef>
              <a:spcAft>
                <a:spcPts val="0"/>
              </a:spcAft>
              <a:buSzPts val="1000"/>
              <a:buChar char="●"/>
              <a:defRPr/>
            </a:lvl7pPr>
            <a:lvl8pPr marL="3657600" lvl="7" indent="-292100" algn="l">
              <a:lnSpc>
                <a:spcPct val="115000"/>
              </a:lnSpc>
              <a:spcBef>
                <a:spcPts val="0"/>
              </a:spcBef>
              <a:spcAft>
                <a:spcPts val="0"/>
              </a:spcAft>
              <a:buSzPts val="1000"/>
              <a:buChar char="○"/>
              <a:defRPr/>
            </a:lvl8pPr>
            <a:lvl9pPr marL="4114800" lvl="8" indent="-292100" algn="l">
              <a:lnSpc>
                <a:spcPct val="115000"/>
              </a:lnSpc>
              <a:spcBef>
                <a:spcPts val="0"/>
              </a:spcBef>
              <a:spcAft>
                <a:spcPts val="0"/>
              </a:spcAft>
              <a:buSzPts val="1000"/>
              <a:buChar char="■"/>
              <a:defRPr/>
            </a:lvl9pPr>
          </a:lstStyle>
          <a:p>
            <a:endParaRPr/>
          </a:p>
        </p:txBody>
      </p:sp>
      <p:sp>
        <p:nvSpPr>
          <p:cNvPr id="901" name="Google Shape;901;p107"/>
          <p:cNvSpPr txBox="1">
            <a:spLocks noGrp="1"/>
          </p:cNvSpPr>
          <p:nvPr>
            <p:ph type="title"/>
          </p:nvPr>
        </p:nvSpPr>
        <p:spPr>
          <a:xfrm>
            <a:off x="483175" y="450025"/>
            <a:ext cx="8184600" cy="758100"/>
          </a:xfrm>
          <a:prstGeom prst="rect">
            <a:avLst/>
          </a:prstGeom>
          <a:noFill/>
          <a:ln>
            <a:noFill/>
          </a:ln>
        </p:spPr>
        <p:txBody>
          <a:bodyPr spcFirstLastPara="1" wrap="square" lIns="0" tIns="0" rIns="91425" bIns="0" anchor="ctr" anchorCtr="0">
            <a:spAutoFit/>
          </a:bodyPr>
          <a:lstStyle>
            <a:lvl1pPr lvl="0" algn="l">
              <a:lnSpc>
                <a:spcPct val="100000"/>
              </a:lnSpc>
              <a:spcBef>
                <a:spcPts val="0"/>
              </a:spcBef>
              <a:spcAft>
                <a:spcPts val="0"/>
              </a:spcAft>
              <a:buSzPts val="3000"/>
              <a:buChar char="●"/>
              <a:defRPr sz="3000"/>
            </a:lvl1pPr>
            <a:lvl2pPr lvl="1" algn="l">
              <a:lnSpc>
                <a:spcPct val="100000"/>
              </a:lnSpc>
              <a:spcBef>
                <a:spcPts val="0"/>
              </a:spcBef>
              <a:spcAft>
                <a:spcPts val="0"/>
              </a:spcAft>
              <a:buSzPts val="3000"/>
              <a:buChar char="○"/>
              <a:defRPr sz="3000"/>
            </a:lvl2pPr>
            <a:lvl3pPr lvl="2" algn="l">
              <a:lnSpc>
                <a:spcPct val="100000"/>
              </a:lnSpc>
              <a:spcBef>
                <a:spcPts val="0"/>
              </a:spcBef>
              <a:spcAft>
                <a:spcPts val="0"/>
              </a:spcAft>
              <a:buSzPts val="3000"/>
              <a:buChar char="■"/>
              <a:defRPr sz="3000"/>
            </a:lvl3pPr>
            <a:lvl4pPr lvl="3" algn="l">
              <a:lnSpc>
                <a:spcPct val="100000"/>
              </a:lnSpc>
              <a:spcBef>
                <a:spcPts val="0"/>
              </a:spcBef>
              <a:spcAft>
                <a:spcPts val="0"/>
              </a:spcAft>
              <a:buSzPts val="3000"/>
              <a:buChar char="●"/>
              <a:defRPr sz="3000"/>
            </a:lvl4pPr>
            <a:lvl5pPr lvl="4" algn="l">
              <a:lnSpc>
                <a:spcPct val="100000"/>
              </a:lnSpc>
              <a:spcBef>
                <a:spcPts val="0"/>
              </a:spcBef>
              <a:spcAft>
                <a:spcPts val="0"/>
              </a:spcAft>
              <a:buSzPts val="3000"/>
              <a:buChar char="○"/>
              <a:defRPr sz="3000"/>
            </a:lvl5pPr>
            <a:lvl6pPr lvl="5" algn="l">
              <a:lnSpc>
                <a:spcPct val="100000"/>
              </a:lnSpc>
              <a:spcBef>
                <a:spcPts val="0"/>
              </a:spcBef>
              <a:spcAft>
                <a:spcPts val="0"/>
              </a:spcAft>
              <a:buSzPts val="3000"/>
              <a:buChar char="■"/>
              <a:defRPr sz="3000"/>
            </a:lvl6pPr>
            <a:lvl7pPr lvl="6" algn="l">
              <a:lnSpc>
                <a:spcPct val="100000"/>
              </a:lnSpc>
              <a:spcBef>
                <a:spcPts val="0"/>
              </a:spcBef>
              <a:spcAft>
                <a:spcPts val="0"/>
              </a:spcAft>
              <a:buSzPts val="3000"/>
              <a:buChar char="●"/>
              <a:defRPr sz="3000"/>
            </a:lvl7pPr>
            <a:lvl8pPr lvl="7" algn="l">
              <a:lnSpc>
                <a:spcPct val="100000"/>
              </a:lnSpc>
              <a:spcBef>
                <a:spcPts val="0"/>
              </a:spcBef>
              <a:spcAft>
                <a:spcPts val="0"/>
              </a:spcAft>
              <a:buSzPts val="3000"/>
              <a:buChar char="○"/>
              <a:defRPr sz="3000"/>
            </a:lvl8pPr>
            <a:lvl9pPr lvl="8" algn="l">
              <a:lnSpc>
                <a:spcPct val="100000"/>
              </a:lnSpc>
              <a:spcBef>
                <a:spcPts val="0"/>
              </a:spcBef>
              <a:spcAft>
                <a:spcPts val="0"/>
              </a:spcAft>
              <a:buSzPts val="3000"/>
              <a:buChar char="■"/>
              <a:defRPr sz="3000"/>
            </a:lvl9pPr>
          </a:lstStyle>
          <a:p>
            <a:endParaRPr/>
          </a:p>
        </p:txBody>
      </p:sp>
      <p:sp>
        <p:nvSpPr>
          <p:cNvPr id="902" name="Google Shape;902;p107"/>
          <p:cNvSpPr txBox="1">
            <a:spLocks noGrp="1"/>
          </p:cNvSpPr>
          <p:nvPr>
            <p:ph type="subTitle" idx="3"/>
          </p:nvPr>
        </p:nvSpPr>
        <p:spPr>
          <a:xfrm>
            <a:off x="483175" y="1336150"/>
            <a:ext cx="2455500" cy="7785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2000"/>
              <a:buNone/>
              <a:defRPr sz="2000"/>
            </a:lvl1pPr>
            <a:lvl2pPr lvl="1" algn="l">
              <a:lnSpc>
                <a:spcPct val="115000"/>
              </a:lnSpc>
              <a:spcBef>
                <a:spcPts val="0"/>
              </a:spcBef>
              <a:spcAft>
                <a:spcPts val="0"/>
              </a:spcAft>
              <a:buSzPts val="2000"/>
              <a:buNone/>
              <a:defRPr sz="2000"/>
            </a:lvl2pPr>
            <a:lvl3pPr lvl="2" algn="l">
              <a:lnSpc>
                <a:spcPct val="115000"/>
              </a:lnSpc>
              <a:spcBef>
                <a:spcPts val="0"/>
              </a:spcBef>
              <a:spcAft>
                <a:spcPts val="0"/>
              </a:spcAft>
              <a:buSzPts val="2000"/>
              <a:buNone/>
              <a:defRPr sz="2000"/>
            </a:lvl3pPr>
            <a:lvl4pPr lvl="3" algn="l">
              <a:lnSpc>
                <a:spcPct val="115000"/>
              </a:lnSpc>
              <a:spcBef>
                <a:spcPts val="0"/>
              </a:spcBef>
              <a:spcAft>
                <a:spcPts val="0"/>
              </a:spcAft>
              <a:buSzPts val="2000"/>
              <a:buNone/>
              <a:defRPr sz="2000"/>
            </a:lvl4pPr>
            <a:lvl5pPr lvl="4" algn="l">
              <a:lnSpc>
                <a:spcPct val="115000"/>
              </a:lnSpc>
              <a:spcBef>
                <a:spcPts val="0"/>
              </a:spcBef>
              <a:spcAft>
                <a:spcPts val="0"/>
              </a:spcAft>
              <a:buSzPts val="2000"/>
              <a:buNone/>
              <a:defRPr sz="2000"/>
            </a:lvl5pPr>
            <a:lvl6pPr lvl="5" algn="l">
              <a:lnSpc>
                <a:spcPct val="115000"/>
              </a:lnSpc>
              <a:spcBef>
                <a:spcPts val="0"/>
              </a:spcBef>
              <a:spcAft>
                <a:spcPts val="0"/>
              </a:spcAft>
              <a:buSzPts val="2000"/>
              <a:buNone/>
              <a:defRPr sz="2000"/>
            </a:lvl6pPr>
            <a:lvl7pPr lvl="6" algn="l">
              <a:lnSpc>
                <a:spcPct val="115000"/>
              </a:lnSpc>
              <a:spcBef>
                <a:spcPts val="0"/>
              </a:spcBef>
              <a:spcAft>
                <a:spcPts val="0"/>
              </a:spcAft>
              <a:buSzPts val="2000"/>
              <a:buNone/>
              <a:defRPr sz="2000"/>
            </a:lvl7pPr>
            <a:lvl8pPr lvl="7" algn="l">
              <a:lnSpc>
                <a:spcPct val="115000"/>
              </a:lnSpc>
              <a:spcBef>
                <a:spcPts val="0"/>
              </a:spcBef>
              <a:spcAft>
                <a:spcPts val="0"/>
              </a:spcAft>
              <a:buSzPts val="2000"/>
              <a:buNone/>
              <a:defRPr sz="2000"/>
            </a:lvl8pPr>
            <a:lvl9pPr lvl="8" algn="l">
              <a:lnSpc>
                <a:spcPct val="115000"/>
              </a:lnSpc>
              <a:spcBef>
                <a:spcPts val="0"/>
              </a:spcBef>
              <a:spcAft>
                <a:spcPts val="0"/>
              </a:spcAft>
              <a:buSzPts val="2000"/>
              <a:buNone/>
              <a:defRPr sz="2000"/>
            </a:lvl9pPr>
          </a:lstStyle>
          <a:p>
            <a:endParaRPr/>
          </a:p>
        </p:txBody>
      </p:sp>
      <p:sp>
        <p:nvSpPr>
          <p:cNvPr id="903" name="Google Shape;903;p107"/>
          <p:cNvSpPr txBox="1">
            <a:spLocks noGrp="1"/>
          </p:cNvSpPr>
          <p:nvPr>
            <p:ph type="subTitle" idx="4"/>
          </p:nvPr>
        </p:nvSpPr>
        <p:spPr>
          <a:xfrm>
            <a:off x="3347725" y="1336150"/>
            <a:ext cx="2455500" cy="7785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2000"/>
              <a:buNone/>
              <a:defRPr sz="2000"/>
            </a:lvl1pPr>
            <a:lvl2pPr lvl="1" algn="l">
              <a:lnSpc>
                <a:spcPct val="115000"/>
              </a:lnSpc>
              <a:spcBef>
                <a:spcPts val="0"/>
              </a:spcBef>
              <a:spcAft>
                <a:spcPts val="0"/>
              </a:spcAft>
              <a:buSzPts val="2000"/>
              <a:buNone/>
              <a:defRPr sz="2000"/>
            </a:lvl2pPr>
            <a:lvl3pPr lvl="2" algn="l">
              <a:lnSpc>
                <a:spcPct val="115000"/>
              </a:lnSpc>
              <a:spcBef>
                <a:spcPts val="0"/>
              </a:spcBef>
              <a:spcAft>
                <a:spcPts val="0"/>
              </a:spcAft>
              <a:buSzPts val="2000"/>
              <a:buNone/>
              <a:defRPr sz="2000"/>
            </a:lvl3pPr>
            <a:lvl4pPr lvl="3" algn="l">
              <a:lnSpc>
                <a:spcPct val="115000"/>
              </a:lnSpc>
              <a:spcBef>
                <a:spcPts val="0"/>
              </a:spcBef>
              <a:spcAft>
                <a:spcPts val="0"/>
              </a:spcAft>
              <a:buSzPts val="2000"/>
              <a:buNone/>
              <a:defRPr sz="2000"/>
            </a:lvl4pPr>
            <a:lvl5pPr lvl="4" algn="l">
              <a:lnSpc>
                <a:spcPct val="115000"/>
              </a:lnSpc>
              <a:spcBef>
                <a:spcPts val="0"/>
              </a:spcBef>
              <a:spcAft>
                <a:spcPts val="0"/>
              </a:spcAft>
              <a:buSzPts val="2000"/>
              <a:buNone/>
              <a:defRPr sz="2000"/>
            </a:lvl5pPr>
            <a:lvl6pPr lvl="5" algn="l">
              <a:lnSpc>
                <a:spcPct val="115000"/>
              </a:lnSpc>
              <a:spcBef>
                <a:spcPts val="0"/>
              </a:spcBef>
              <a:spcAft>
                <a:spcPts val="0"/>
              </a:spcAft>
              <a:buSzPts val="2000"/>
              <a:buNone/>
              <a:defRPr sz="2000"/>
            </a:lvl6pPr>
            <a:lvl7pPr lvl="6" algn="l">
              <a:lnSpc>
                <a:spcPct val="115000"/>
              </a:lnSpc>
              <a:spcBef>
                <a:spcPts val="0"/>
              </a:spcBef>
              <a:spcAft>
                <a:spcPts val="0"/>
              </a:spcAft>
              <a:buSzPts val="2000"/>
              <a:buNone/>
              <a:defRPr sz="2000"/>
            </a:lvl7pPr>
            <a:lvl8pPr lvl="7" algn="l">
              <a:lnSpc>
                <a:spcPct val="115000"/>
              </a:lnSpc>
              <a:spcBef>
                <a:spcPts val="0"/>
              </a:spcBef>
              <a:spcAft>
                <a:spcPts val="0"/>
              </a:spcAft>
              <a:buSzPts val="2000"/>
              <a:buNone/>
              <a:defRPr sz="2000"/>
            </a:lvl8pPr>
            <a:lvl9pPr lvl="8" algn="l">
              <a:lnSpc>
                <a:spcPct val="115000"/>
              </a:lnSpc>
              <a:spcBef>
                <a:spcPts val="0"/>
              </a:spcBef>
              <a:spcAft>
                <a:spcPts val="0"/>
              </a:spcAft>
              <a:buSzPts val="2000"/>
              <a:buNone/>
              <a:defRPr sz="2000"/>
            </a:lvl9pPr>
          </a:lstStyle>
          <a:p>
            <a:endParaRPr/>
          </a:p>
        </p:txBody>
      </p:sp>
      <p:sp>
        <p:nvSpPr>
          <p:cNvPr id="904" name="Google Shape;904;p107"/>
          <p:cNvSpPr txBox="1">
            <a:spLocks noGrp="1"/>
          </p:cNvSpPr>
          <p:nvPr>
            <p:ph type="subTitle" idx="5"/>
          </p:nvPr>
        </p:nvSpPr>
        <p:spPr>
          <a:xfrm>
            <a:off x="6212275" y="1336150"/>
            <a:ext cx="2455500" cy="7785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2000"/>
              <a:buNone/>
              <a:defRPr sz="2000"/>
            </a:lvl1pPr>
            <a:lvl2pPr lvl="1" algn="l">
              <a:lnSpc>
                <a:spcPct val="115000"/>
              </a:lnSpc>
              <a:spcBef>
                <a:spcPts val="0"/>
              </a:spcBef>
              <a:spcAft>
                <a:spcPts val="0"/>
              </a:spcAft>
              <a:buSzPts val="2000"/>
              <a:buNone/>
              <a:defRPr sz="2000"/>
            </a:lvl2pPr>
            <a:lvl3pPr lvl="2" algn="l">
              <a:lnSpc>
                <a:spcPct val="115000"/>
              </a:lnSpc>
              <a:spcBef>
                <a:spcPts val="0"/>
              </a:spcBef>
              <a:spcAft>
                <a:spcPts val="0"/>
              </a:spcAft>
              <a:buSzPts val="2000"/>
              <a:buNone/>
              <a:defRPr sz="2000"/>
            </a:lvl3pPr>
            <a:lvl4pPr lvl="3" algn="l">
              <a:lnSpc>
                <a:spcPct val="115000"/>
              </a:lnSpc>
              <a:spcBef>
                <a:spcPts val="0"/>
              </a:spcBef>
              <a:spcAft>
                <a:spcPts val="0"/>
              </a:spcAft>
              <a:buSzPts val="2000"/>
              <a:buNone/>
              <a:defRPr sz="2000"/>
            </a:lvl4pPr>
            <a:lvl5pPr lvl="4" algn="l">
              <a:lnSpc>
                <a:spcPct val="115000"/>
              </a:lnSpc>
              <a:spcBef>
                <a:spcPts val="0"/>
              </a:spcBef>
              <a:spcAft>
                <a:spcPts val="0"/>
              </a:spcAft>
              <a:buSzPts val="2000"/>
              <a:buNone/>
              <a:defRPr sz="2000"/>
            </a:lvl5pPr>
            <a:lvl6pPr lvl="5" algn="l">
              <a:lnSpc>
                <a:spcPct val="115000"/>
              </a:lnSpc>
              <a:spcBef>
                <a:spcPts val="0"/>
              </a:spcBef>
              <a:spcAft>
                <a:spcPts val="0"/>
              </a:spcAft>
              <a:buSzPts val="2000"/>
              <a:buNone/>
              <a:defRPr sz="2000"/>
            </a:lvl6pPr>
            <a:lvl7pPr lvl="6" algn="l">
              <a:lnSpc>
                <a:spcPct val="115000"/>
              </a:lnSpc>
              <a:spcBef>
                <a:spcPts val="0"/>
              </a:spcBef>
              <a:spcAft>
                <a:spcPts val="0"/>
              </a:spcAft>
              <a:buSzPts val="2000"/>
              <a:buNone/>
              <a:defRPr sz="2000"/>
            </a:lvl7pPr>
            <a:lvl8pPr lvl="7" algn="l">
              <a:lnSpc>
                <a:spcPct val="115000"/>
              </a:lnSpc>
              <a:spcBef>
                <a:spcPts val="0"/>
              </a:spcBef>
              <a:spcAft>
                <a:spcPts val="0"/>
              </a:spcAft>
              <a:buSzPts val="2000"/>
              <a:buNone/>
              <a:defRPr sz="2000"/>
            </a:lvl8pPr>
            <a:lvl9pPr lvl="8" algn="l">
              <a:lnSpc>
                <a:spcPct val="115000"/>
              </a:lnSpc>
              <a:spcBef>
                <a:spcPts val="0"/>
              </a:spcBef>
              <a:spcAft>
                <a:spcPts val="0"/>
              </a:spcAft>
              <a:buSzPts val="2000"/>
              <a:buNone/>
              <a:defRPr sz="2000"/>
            </a:lvl9pPr>
          </a:lstStyle>
          <a:p>
            <a:endParaRPr/>
          </a:p>
        </p:txBody>
      </p:sp>
      <p:sp>
        <p:nvSpPr>
          <p:cNvPr id="905" name="Google Shape;905;p107"/>
          <p:cNvSpPr txBox="1">
            <a:spLocks noGrp="1"/>
          </p:cNvSpPr>
          <p:nvPr>
            <p:ph type="body" idx="6"/>
          </p:nvPr>
        </p:nvSpPr>
        <p:spPr>
          <a:xfrm>
            <a:off x="6212275" y="2417500"/>
            <a:ext cx="2455500" cy="2373600"/>
          </a:xfrm>
          <a:prstGeom prst="rect">
            <a:avLst/>
          </a:prstGeom>
          <a:noFill/>
          <a:ln>
            <a:noFill/>
          </a:ln>
        </p:spPr>
        <p:txBody>
          <a:bodyPr spcFirstLastPara="1" wrap="square" lIns="91425" tIns="91425" rIns="91425" bIns="91425" anchor="t" anchorCtr="0">
            <a:noAutofit/>
          </a:bodyPr>
          <a:lstStyle>
            <a:lvl1pPr marL="457200" lvl="0" indent="-292100" algn="l">
              <a:lnSpc>
                <a:spcPct val="115000"/>
              </a:lnSpc>
              <a:spcBef>
                <a:spcPts val="0"/>
              </a:spcBef>
              <a:spcAft>
                <a:spcPts val="0"/>
              </a:spcAft>
              <a:buSzPts val="1000"/>
              <a:buChar char="●"/>
              <a:defRPr/>
            </a:lvl1pPr>
            <a:lvl2pPr marL="914400" lvl="1" indent="-292100" algn="l">
              <a:lnSpc>
                <a:spcPct val="115000"/>
              </a:lnSpc>
              <a:spcBef>
                <a:spcPts val="0"/>
              </a:spcBef>
              <a:spcAft>
                <a:spcPts val="0"/>
              </a:spcAft>
              <a:buSzPts val="1000"/>
              <a:buChar char="○"/>
              <a:defRPr/>
            </a:lvl2pPr>
            <a:lvl3pPr marL="1371600" lvl="2" indent="-292100" algn="l">
              <a:lnSpc>
                <a:spcPct val="115000"/>
              </a:lnSpc>
              <a:spcBef>
                <a:spcPts val="0"/>
              </a:spcBef>
              <a:spcAft>
                <a:spcPts val="0"/>
              </a:spcAft>
              <a:buSzPts val="1000"/>
              <a:buChar char="■"/>
              <a:defRPr/>
            </a:lvl3pPr>
            <a:lvl4pPr marL="1828800" lvl="3" indent="-292100" algn="l">
              <a:lnSpc>
                <a:spcPct val="115000"/>
              </a:lnSpc>
              <a:spcBef>
                <a:spcPts val="0"/>
              </a:spcBef>
              <a:spcAft>
                <a:spcPts val="0"/>
              </a:spcAft>
              <a:buSzPts val="1000"/>
              <a:buChar char="●"/>
              <a:defRPr/>
            </a:lvl4pPr>
            <a:lvl5pPr marL="2286000" lvl="4" indent="-292100" algn="l">
              <a:lnSpc>
                <a:spcPct val="115000"/>
              </a:lnSpc>
              <a:spcBef>
                <a:spcPts val="0"/>
              </a:spcBef>
              <a:spcAft>
                <a:spcPts val="0"/>
              </a:spcAft>
              <a:buSzPts val="1000"/>
              <a:buChar char="○"/>
              <a:defRPr/>
            </a:lvl5pPr>
            <a:lvl6pPr marL="2743200" lvl="5" indent="-292100" algn="l">
              <a:lnSpc>
                <a:spcPct val="115000"/>
              </a:lnSpc>
              <a:spcBef>
                <a:spcPts val="0"/>
              </a:spcBef>
              <a:spcAft>
                <a:spcPts val="0"/>
              </a:spcAft>
              <a:buSzPts val="1000"/>
              <a:buChar char="■"/>
              <a:defRPr/>
            </a:lvl6pPr>
            <a:lvl7pPr marL="3200400" lvl="6" indent="-292100" algn="l">
              <a:lnSpc>
                <a:spcPct val="115000"/>
              </a:lnSpc>
              <a:spcBef>
                <a:spcPts val="0"/>
              </a:spcBef>
              <a:spcAft>
                <a:spcPts val="0"/>
              </a:spcAft>
              <a:buSzPts val="1000"/>
              <a:buChar char="●"/>
              <a:defRPr/>
            </a:lvl7pPr>
            <a:lvl8pPr marL="3657600" lvl="7" indent="-292100" algn="l">
              <a:lnSpc>
                <a:spcPct val="115000"/>
              </a:lnSpc>
              <a:spcBef>
                <a:spcPts val="0"/>
              </a:spcBef>
              <a:spcAft>
                <a:spcPts val="0"/>
              </a:spcAft>
              <a:buSzPts val="1000"/>
              <a:buChar char="○"/>
              <a:defRPr/>
            </a:lvl8pPr>
            <a:lvl9pPr marL="4114800" lvl="8" indent="-292100" algn="l">
              <a:lnSpc>
                <a:spcPct val="115000"/>
              </a:lnSpc>
              <a:spcBef>
                <a:spcPts val="0"/>
              </a:spcBef>
              <a:spcAft>
                <a:spcPts val="0"/>
              </a:spcAft>
              <a:buSzPts val="1000"/>
              <a:buChar char="■"/>
              <a:defRPr/>
            </a:lvl9pPr>
          </a:lstStyle>
          <a:p>
            <a:endParaRPr/>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matchingName="Four big ideas">
  <p:cSld name="Four big ideas">
    <p:spTree>
      <p:nvGrpSpPr>
        <p:cNvPr id="1" name="Shape 906"/>
        <p:cNvGrpSpPr/>
        <p:nvPr/>
      </p:nvGrpSpPr>
      <p:grpSpPr>
        <a:xfrm>
          <a:off x="0" y="0"/>
          <a:ext cx="0" cy="0"/>
          <a:chOff x="0" y="0"/>
          <a:chExt cx="0" cy="0"/>
        </a:xfrm>
      </p:grpSpPr>
      <p:sp>
        <p:nvSpPr>
          <p:cNvPr id="907" name="Google Shape;907;p108"/>
          <p:cNvSpPr txBox="1">
            <a:spLocks noGrp="1"/>
          </p:cNvSpPr>
          <p:nvPr>
            <p:ph type="body" idx="1"/>
          </p:nvPr>
        </p:nvSpPr>
        <p:spPr>
          <a:xfrm>
            <a:off x="366725" y="1759093"/>
            <a:ext cx="3838500" cy="1138500"/>
          </a:xfrm>
          <a:prstGeom prst="rect">
            <a:avLst/>
          </a:prstGeom>
          <a:noFill/>
          <a:ln>
            <a:noFill/>
          </a:ln>
        </p:spPr>
        <p:txBody>
          <a:bodyPr spcFirstLastPara="1" wrap="square" lIns="0"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292100" algn="l">
              <a:lnSpc>
                <a:spcPct val="115000"/>
              </a:lnSpc>
              <a:spcBef>
                <a:spcPts val="800"/>
              </a:spcBef>
              <a:spcAft>
                <a:spcPts val="0"/>
              </a:spcAft>
              <a:buSzPts val="1000"/>
              <a:buChar char="○"/>
              <a:defRPr/>
            </a:lvl2pPr>
            <a:lvl3pPr marL="1371600" lvl="2" indent="-292100" algn="l">
              <a:lnSpc>
                <a:spcPct val="115000"/>
              </a:lnSpc>
              <a:spcBef>
                <a:spcPts val="800"/>
              </a:spcBef>
              <a:spcAft>
                <a:spcPts val="0"/>
              </a:spcAft>
              <a:buSzPts val="1000"/>
              <a:buChar char="■"/>
              <a:defRPr/>
            </a:lvl3pPr>
            <a:lvl4pPr marL="1828800" lvl="3" indent="-292100" algn="l">
              <a:lnSpc>
                <a:spcPct val="115000"/>
              </a:lnSpc>
              <a:spcBef>
                <a:spcPts val="800"/>
              </a:spcBef>
              <a:spcAft>
                <a:spcPts val="0"/>
              </a:spcAft>
              <a:buSzPts val="1000"/>
              <a:buChar char="●"/>
              <a:defRPr/>
            </a:lvl4pPr>
            <a:lvl5pPr marL="2286000" lvl="4" indent="-292100" algn="l">
              <a:lnSpc>
                <a:spcPct val="115000"/>
              </a:lnSpc>
              <a:spcBef>
                <a:spcPts val="800"/>
              </a:spcBef>
              <a:spcAft>
                <a:spcPts val="0"/>
              </a:spcAft>
              <a:buSzPts val="1000"/>
              <a:buChar char="○"/>
              <a:defRPr/>
            </a:lvl5pPr>
            <a:lvl6pPr marL="2743200" lvl="5" indent="-292100" algn="l">
              <a:lnSpc>
                <a:spcPct val="115000"/>
              </a:lnSpc>
              <a:spcBef>
                <a:spcPts val="800"/>
              </a:spcBef>
              <a:spcAft>
                <a:spcPts val="0"/>
              </a:spcAft>
              <a:buSzPts val="1000"/>
              <a:buChar char="■"/>
              <a:defRPr/>
            </a:lvl6pPr>
            <a:lvl7pPr marL="3200400" lvl="6" indent="-292100" algn="l">
              <a:lnSpc>
                <a:spcPct val="115000"/>
              </a:lnSpc>
              <a:spcBef>
                <a:spcPts val="800"/>
              </a:spcBef>
              <a:spcAft>
                <a:spcPts val="0"/>
              </a:spcAft>
              <a:buSzPts val="1000"/>
              <a:buChar char="●"/>
              <a:defRPr/>
            </a:lvl7pPr>
            <a:lvl8pPr marL="3657600" lvl="7" indent="-292100" algn="l">
              <a:lnSpc>
                <a:spcPct val="115000"/>
              </a:lnSpc>
              <a:spcBef>
                <a:spcPts val="800"/>
              </a:spcBef>
              <a:spcAft>
                <a:spcPts val="0"/>
              </a:spcAft>
              <a:buSzPts val="1000"/>
              <a:buChar char="○"/>
              <a:defRPr/>
            </a:lvl8pPr>
            <a:lvl9pPr marL="4114800" lvl="8" indent="-292100" algn="l">
              <a:lnSpc>
                <a:spcPct val="115000"/>
              </a:lnSpc>
              <a:spcBef>
                <a:spcPts val="800"/>
              </a:spcBef>
              <a:spcAft>
                <a:spcPts val="800"/>
              </a:spcAft>
              <a:buSzPts val="1000"/>
              <a:buChar char="■"/>
              <a:defRPr/>
            </a:lvl9pPr>
          </a:lstStyle>
          <a:p>
            <a:endParaRPr/>
          </a:p>
        </p:txBody>
      </p:sp>
      <p:sp>
        <p:nvSpPr>
          <p:cNvPr id="908" name="Google Shape;908;p108"/>
          <p:cNvSpPr txBox="1">
            <a:spLocks noGrp="1"/>
          </p:cNvSpPr>
          <p:nvPr>
            <p:ph type="body" idx="2"/>
          </p:nvPr>
        </p:nvSpPr>
        <p:spPr>
          <a:xfrm>
            <a:off x="4938725" y="1759093"/>
            <a:ext cx="3838500" cy="11385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292100" algn="l">
              <a:lnSpc>
                <a:spcPct val="115000"/>
              </a:lnSpc>
              <a:spcBef>
                <a:spcPts val="0"/>
              </a:spcBef>
              <a:spcAft>
                <a:spcPts val="0"/>
              </a:spcAft>
              <a:buSzPts val="1000"/>
              <a:buChar char="○"/>
              <a:defRPr/>
            </a:lvl2pPr>
            <a:lvl3pPr marL="1371600" lvl="2" indent="-292100" algn="l">
              <a:lnSpc>
                <a:spcPct val="115000"/>
              </a:lnSpc>
              <a:spcBef>
                <a:spcPts val="0"/>
              </a:spcBef>
              <a:spcAft>
                <a:spcPts val="0"/>
              </a:spcAft>
              <a:buSzPts val="1000"/>
              <a:buChar char="■"/>
              <a:defRPr/>
            </a:lvl3pPr>
            <a:lvl4pPr marL="1828800" lvl="3" indent="-292100" algn="l">
              <a:lnSpc>
                <a:spcPct val="115000"/>
              </a:lnSpc>
              <a:spcBef>
                <a:spcPts val="0"/>
              </a:spcBef>
              <a:spcAft>
                <a:spcPts val="0"/>
              </a:spcAft>
              <a:buSzPts val="1000"/>
              <a:buChar char="●"/>
              <a:defRPr/>
            </a:lvl4pPr>
            <a:lvl5pPr marL="2286000" lvl="4" indent="-292100" algn="l">
              <a:lnSpc>
                <a:spcPct val="115000"/>
              </a:lnSpc>
              <a:spcBef>
                <a:spcPts val="0"/>
              </a:spcBef>
              <a:spcAft>
                <a:spcPts val="0"/>
              </a:spcAft>
              <a:buSzPts val="1000"/>
              <a:buChar char="○"/>
              <a:defRPr/>
            </a:lvl5pPr>
            <a:lvl6pPr marL="2743200" lvl="5" indent="-292100" algn="l">
              <a:lnSpc>
                <a:spcPct val="115000"/>
              </a:lnSpc>
              <a:spcBef>
                <a:spcPts val="0"/>
              </a:spcBef>
              <a:spcAft>
                <a:spcPts val="0"/>
              </a:spcAft>
              <a:buSzPts val="1000"/>
              <a:buChar char="■"/>
              <a:defRPr/>
            </a:lvl6pPr>
            <a:lvl7pPr marL="3200400" lvl="6" indent="-292100" algn="l">
              <a:lnSpc>
                <a:spcPct val="115000"/>
              </a:lnSpc>
              <a:spcBef>
                <a:spcPts val="0"/>
              </a:spcBef>
              <a:spcAft>
                <a:spcPts val="0"/>
              </a:spcAft>
              <a:buSzPts val="1000"/>
              <a:buChar char="●"/>
              <a:defRPr/>
            </a:lvl7pPr>
            <a:lvl8pPr marL="3657600" lvl="7" indent="-292100" algn="l">
              <a:lnSpc>
                <a:spcPct val="115000"/>
              </a:lnSpc>
              <a:spcBef>
                <a:spcPts val="0"/>
              </a:spcBef>
              <a:spcAft>
                <a:spcPts val="0"/>
              </a:spcAft>
              <a:buSzPts val="1000"/>
              <a:buChar char="○"/>
              <a:defRPr/>
            </a:lvl8pPr>
            <a:lvl9pPr marL="4114800" lvl="8" indent="-292100" algn="l">
              <a:lnSpc>
                <a:spcPct val="115000"/>
              </a:lnSpc>
              <a:spcBef>
                <a:spcPts val="0"/>
              </a:spcBef>
              <a:spcAft>
                <a:spcPts val="0"/>
              </a:spcAft>
              <a:buSzPts val="1000"/>
              <a:buChar char="■"/>
              <a:defRPr/>
            </a:lvl9pPr>
          </a:lstStyle>
          <a:p>
            <a:endParaRPr/>
          </a:p>
        </p:txBody>
      </p:sp>
      <p:sp>
        <p:nvSpPr>
          <p:cNvPr id="909" name="Google Shape;909;p108"/>
          <p:cNvSpPr txBox="1">
            <a:spLocks noGrp="1"/>
          </p:cNvSpPr>
          <p:nvPr>
            <p:ph type="body" idx="3"/>
          </p:nvPr>
        </p:nvSpPr>
        <p:spPr>
          <a:xfrm>
            <a:off x="366750" y="3648575"/>
            <a:ext cx="3838500" cy="11385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292100" algn="l">
              <a:lnSpc>
                <a:spcPct val="115000"/>
              </a:lnSpc>
              <a:spcBef>
                <a:spcPts val="0"/>
              </a:spcBef>
              <a:spcAft>
                <a:spcPts val="0"/>
              </a:spcAft>
              <a:buSzPts val="1000"/>
              <a:buChar char="○"/>
              <a:defRPr/>
            </a:lvl2pPr>
            <a:lvl3pPr marL="1371600" lvl="2" indent="-292100" algn="l">
              <a:lnSpc>
                <a:spcPct val="115000"/>
              </a:lnSpc>
              <a:spcBef>
                <a:spcPts val="0"/>
              </a:spcBef>
              <a:spcAft>
                <a:spcPts val="0"/>
              </a:spcAft>
              <a:buSzPts val="1000"/>
              <a:buChar char="■"/>
              <a:defRPr/>
            </a:lvl3pPr>
            <a:lvl4pPr marL="1828800" lvl="3" indent="-292100" algn="l">
              <a:lnSpc>
                <a:spcPct val="115000"/>
              </a:lnSpc>
              <a:spcBef>
                <a:spcPts val="0"/>
              </a:spcBef>
              <a:spcAft>
                <a:spcPts val="0"/>
              </a:spcAft>
              <a:buSzPts val="1000"/>
              <a:buChar char="●"/>
              <a:defRPr/>
            </a:lvl4pPr>
            <a:lvl5pPr marL="2286000" lvl="4" indent="-292100" algn="l">
              <a:lnSpc>
                <a:spcPct val="115000"/>
              </a:lnSpc>
              <a:spcBef>
                <a:spcPts val="0"/>
              </a:spcBef>
              <a:spcAft>
                <a:spcPts val="0"/>
              </a:spcAft>
              <a:buSzPts val="1000"/>
              <a:buChar char="○"/>
              <a:defRPr/>
            </a:lvl5pPr>
            <a:lvl6pPr marL="2743200" lvl="5" indent="-292100" algn="l">
              <a:lnSpc>
                <a:spcPct val="115000"/>
              </a:lnSpc>
              <a:spcBef>
                <a:spcPts val="0"/>
              </a:spcBef>
              <a:spcAft>
                <a:spcPts val="0"/>
              </a:spcAft>
              <a:buSzPts val="1000"/>
              <a:buChar char="■"/>
              <a:defRPr/>
            </a:lvl6pPr>
            <a:lvl7pPr marL="3200400" lvl="6" indent="-292100" algn="l">
              <a:lnSpc>
                <a:spcPct val="115000"/>
              </a:lnSpc>
              <a:spcBef>
                <a:spcPts val="0"/>
              </a:spcBef>
              <a:spcAft>
                <a:spcPts val="0"/>
              </a:spcAft>
              <a:buSzPts val="1000"/>
              <a:buChar char="●"/>
              <a:defRPr/>
            </a:lvl7pPr>
            <a:lvl8pPr marL="3657600" lvl="7" indent="-292100" algn="l">
              <a:lnSpc>
                <a:spcPct val="115000"/>
              </a:lnSpc>
              <a:spcBef>
                <a:spcPts val="0"/>
              </a:spcBef>
              <a:spcAft>
                <a:spcPts val="0"/>
              </a:spcAft>
              <a:buSzPts val="1000"/>
              <a:buChar char="○"/>
              <a:defRPr/>
            </a:lvl8pPr>
            <a:lvl9pPr marL="4114800" lvl="8" indent="-292100" algn="l">
              <a:lnSpc>
                <a:spcPct val="115000"/>
              </a:lnSpc>
              <a:spcBef>
                <a:spcPts val="0"/>
              </a:spcBef>
              <a:spcAft>
                <a:spcPts val="0"/>
              </a:spcAft>
              <a:buSzPts val="1000"/>
              <a:buChar char="■"/>
              <a:defRPr/>
            </a:lvl9pPr>
          </a:lstStyle>
          <a:p>
            <a:endParaRPr/>
          </a:p>
        </p:txBody>
      </p:sp>
      <p:sp>
        <p:nvSpPr>
          <p:cNvPr id="910" name="Google Shape;910;p108"/>
          <p:cNvSpPr txBox="1">
            <a:spLocks noGrp="1"/>
          </p:cNvSpPr>
          <p:nvPr>
            <p:ph type="body" idx="4"/>
          </p:nvPr>
        </p:nvSpPr>
        <p:spPr>
          <a:xfrm>
            <a:off x="4938750" y="3648575"/>
            <a:ext cx="3838500" cy="11385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292100" algn="l">
              <a:lnSpc>
                <a:spcPct val="115000"/>
              </a:lnSpc>
              <a:spcBef>
                <a:spcPts val="0"/>
              </a:spcBef>
              <a:spcAft>
                <a:spcPts val="0"/>
              </a:spcAft>
              <a:buSzPts val="1000"/>
              <a:buChar char="○"/>
              <a:defRPr/>
            </a:lvl2pPr>
            <a:lvl3pPr marL="1371600" lvl="2" indent="-292100" algn="l">
              <a:lnSpc>
                <a:spcPct val="115000"/>
              </a:lnSpc>
              <a:spcBef>
                <a:spcPts val="0"/>
              </a:spcBef>
              <a:spcAft>
                <a:spcPts val="0"/>
              </a:spcAft>
              <a:buSzPts val="1000"/>
              <a:buChar char="■"/>
              <a:defRPr/>
            </a:lvl3pPr>
            <a:lvl4pPr marL="1828800" lvl="3" indent="-292100" algn="l">
              <a:lnSpc>
                <a:spcPct val="115000"/>
              </a:lnSpc>
              <a:spcBef>
                <a:spcPts val="0"/>
              </a:spcBef>
              <a:spcAft>
                <a:spcPts val="0"/>
              </a:spcAft>
              <a:buSzPts val="1000"/>
              <a:buChar char="●"/>
              <a:defRPr/>
            </a:lvl4pPr>
            <a:lvl5pPr marL="2286000" lvl="4" indent="-292100" algn="l">
              <a:lnSpc>
                <a:spcPct val="115000"/>
              </a:lnSpc>
              <a:spcBef>
                <a:spcPts val="0"/>
              </a:spcBef>
              <a:spcAft>
                <a:spcPts val="0"/>
              </a:spcAft>
              <a:buSzPts val="1000"/>
              <a:buChar char="○"/>
              <a:defRPr/>
            </a:lvl5pPr>
            <a:lvl6pPr marL="2743200" lvl="5" indent="-292100" algn="l">
              <a:lnSpc>
                <a:spcPct val="115000"/>
              </a:lnSpc>
              <a:spcBef>
                <a:spcPts val="0"/>
              </a:spcBef>
              <a:spcAft>
                <a:spcPts val="0"/>
              </a:spcAft>
              <a:buSzPts val="1000"/>
              <a:buChar char="■"/>
              <a:defRPr/>
            </a:lvl6pPr>
            <a:lvl7pPr marL="3200400" lvl="6" indent="-292100" algn="l">
              <a:lnSpc>
                <a:spcPct val="115000"/>
              </a:lnSpc>
              <a:spcBef>
                <a:spcPts val="0"/>
              </a:spcBef>
              <a:spcAft>
                <a:spcPts val="0"/>
              </a:spcAft>
              <a:buSzPts val="1000"/>
              <a:buChar char="●"/>
              <a:defRPr/>
            </a:lvl7pPr>
            <a:lvl8pPr marL="3657600" lvl="7" indent="-292100" algn="l">
              <a:lnSpc>
                <a:spcPct val="115000"/>
              </a:lnSpc>
              <a:spcBef>
                <a:spcPts val="0"/>
              </a:spcBef>
              <a:spcAft>
                <a:spcPts val="0"/>
              </a:spcAft>
              <a:buSzPts val="1000"/>
              <a:buChar char="○"/>
              <a:defRPr/>
            </a:lvl8pPr>
            <a:lvl9pPr marL="4114800" lvl="8" indent="-292100" algn="l">
              <a:lnSpc>
                <a:spcPct val="115000"/>
              </a:lnSpc>
              <a:spcBef>
                <a:spcPts val="0"/>
              </a:spcBef>
              <a:spcAft>
                <a:spcPts val="0"/>
              </a:spcAft>
              <a:buSzPts val="1000"/>
              <a:buChar char="■"/>
              <a:defRPr/>
            </a:lvl9pPr>
          </a:lstStyle>
          <a:p>
            <a:endParaRPr/>
          </a:p>
        </p:txBody>
      </p:sp>
      <p:sp>
        <p:nvSpPr>
          <p:cNvPr id="911" name="Google Shape;911;p108"/>
          <p:cNvSpPr txBox="1">
            <a:spLocks noGrp="1"/>
          </p:cNvSpPr>
          <p:nvPr>
            <p:ph type="title"/>
          </p:nvPr>
        </p:nvSpPr>
        <p:spPr>
          <a:xfrm>
            <a:off x="366750" y="450025"/>
            <a:ext cx="8184600" cy="758100"/>
          </a:xfrm>
          <a:prstGeom prst="rect">
            <a:avLst/>
          </a:prstGeom>
          <a:noFill/>
          <a:ln>
            <a:noFill/>
          </a:ln>
        </p:spPr>
        <p:txBody>
          <a:bodyPr spcFirstLastPara="1" wrap="square" lIns="0" tIns="0" rIns="91425" bIns="0" anchor="ctr" anchorCtr="0">
            <a:spAutoFit/>
          </a:bodyPr>
          <a:lstStyle>
            <a:lvl1pPr lvl="0" algn="l">
              <a:lnSpc>
                <a:spcPct val="100000"/>
              </a:lnSpc>
              <a:spcBef>
                <a:spcPts val="0"/>
              </a:spcBef>
              <a:spcAft>
                <a:spcPts val="0"/>
              </a:spcAft>
              <a:buSzPts val="3000"/>
              <a:buChar char="●"/>
              <a:defRPr sz="3000"/>
            </a:lvl1pPr>
            <a:lvl2pPr lvl="1" algn="l">
              <a:lnSpc>
                <a:spcPct val="100000"/>
              </a:lnSpc>
              <a:spcBef>
                <a:spcPts val="0"/>
              </a:spcBef>
              <a:spcAft>
                <a:spcPts val="0"/>
              </a:spcAft>
              <a:buSzPts val="3000"/>
              <a:buChar char="○"/>
              <a:defRPr sz="3000"/>
            </a:lvl2pPr>
            <a:lvl3pPr lvl="2" algn="l">
              <a:lnSpc>
                <a:spcPct val="100000"/>
              </a:lnSpc>
              <a:spcBef>
                <a:spcPts val="0"/>
              </a:spcBef>
              <a:spcAft>
                <a:spcPts val="0"/>
              </a:spcAft>
              <a:buSzPts val="3000"/>
              <a:buChar char="■"/>
              <a:defRPr sz="3000"/>
            </a:lvl3pPr>
            <a:lvl4pPr lvl="3" algn="l">
              <a:lnSpc>
                <a:spcPct val="100000"/>
              </a:lnSpc>
              <a:spcBef>
                <a:spcPts val="0"/>
              </a:spcBef>
              <a:spcAft>
                <a:spcPts val="0"/>
              </a:spcAft>
              <a:buSzPts val="3000"/>
              <a:buChar char="●"/>
              <a:defRPr sz="3000"/>
            </a:lvl4pPr>
            <a:lvl5pPr lvl="4" algn="l">
              <a:lnSpc>
                <a:spcPct val="100000"/>
              </a:lnSpc>
              <a:spcBef>
                <a:spcPts val="0"/>
              </a:spcBef>
              <a:spcAft>
                <a:spcPts val="0"/>
              </a:spcAft>
              <a:buSzPts val="3000"/>
              <a:buChar char="○"/>
              <a:defRPr sz="3000"/>
            </a:lvl5pPr>
            <a:lvl6pPr lvl="5" algn="l">
              <a:lnSpc>
                <a:spcPct val="100000"/>
              </a:lnSpc>
              <a:spcBef>
                <a:spcPts val="0"/>
              </a:spcBef>
              <a:spcAft>
                <a:spcPts val="0"/>
              </a:spcAft>
              <a:buSzPts val="3000"/>
              <a:buChar char="■"/>
              <a:defRPr sz="3000"/>
            </a:lvl6pPr>
            <a:lvl7pPr lvl="6" algn="l">
              <a:lnSpc>
                <a:spcPct val="100000"/>
              </a:lnSpc>
              <a:spcBef>
                <a:spcPts val="0"/>
              </a:spcBef>
              <a:spcAft>
                <a:spcPts val="0"/>
              </a:spcAft>
              <a:buSzPts val="3000"/>
              <a:buChar char="●"/>
              <a:defRPr sz="3000"/>
            </a:lvl7pPr>
            <a:lvl8pPr lvl="7" algn="l">
              <a:lnSpc>
                <a:spcPct val="100000"/>
              </a:lnSpc>
              <a:spcBef>
                <a:spcPts val="0"/>
              </a:spcBef>
              <a:spcAft>
                <a:spcPts val="0"/>
              </a:spcAft>
              <a:buSzPts val="3000"/>
              <a:buChar char="○"/>
              <a:defRPr sz="3000"/>
            </a:lvl8pPr>
            <a:lvl9pPr lvl="8" algn="l">
              <a:lnSpc>
                <a:spcPct val="100000"/>
              </a:lnSpc>
              <a:spcBef>
                <a:spcPts val="0"/>
              </a:spcBef>
              <a:spcAft>
                <a:spcPts val="0"/>
              </a:spcAft>
              <a:buSzPts val="3000"/>
              <a:buChar char="■"/>
              <a:defRPr sz="3000"/>
            </a:lvl9pPr>
          </a:lstStyle>
          <a:p>
            <a:endParaRPr/>
          </a:p>
        </p:txBody>
      </p:sp>
      <p:sp>
        <p:nvSpPr>
          <p:cNvPr id="912" name="Google Shape;912;p108"/>
          <p:cNvSpPr txBox="1">
            <a:spLocks noGrp="1"/>
          </p:cNvSpPr>
          <p:nvPr>
            <p:ph type="subTitle" idx="5"/>
          </p:nvPr>
        </p:nvSpPr>
        <p:spPr>
          <a:xfrm>
            <a:off x="366763" y="1277907"/>
            <a:ext cx="3838500" cy="4812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2000"/>
              <a:buNone/>
              <a:defRPr sz="2000"/>
            </a:lvl1pPr>
            <a:lvl2pPr lvl="1" algn="l">
              <a:lnSpc>
                <a:spcPct val="115000"/>
              </a:lnSpc>
              <a:spcBef>
                <a:spcPts val="0"/>
              </a:spcBef>
              <a:spcAft>
                <a:spcPts val="0"/>
              </a:spcAft>
              <a:buSzPts val="2000"/>
              <a:buNone/>
              <a:defRPr sz="2000"/>
            </a:lvl2pPr>
            <a:lvl3pPr lvl="2" algn="l">
              <a:lnSpc>
                <a:spcPct val="115000"/>
              </a:lnSpc>
              <a:spcBef>
                <a:spcPts val="0"/>
              </a:spcBef>
              <a:spcAft>
                <a:spcPts val="0"/>
              </a:spcAft>
              <a:buSzPts val="2000"/>
              <a:buNone/>
              <a:defRPr sz="2000"/>
            </a:lvl3pPr>
            <a:lvl4pPr lvl="3" algn="l">
              <a:lnSpc>
                <a:spcPct val="115000"/>
              </a:lnSpc>
              <a:spcBef>
                <a:spcPts val="0"/>
              </a:spcBef>
              <a:spcAft>
                <a:spcPts val="0"/>
              </a:spcAft>
              <a:buSzPts val="2000"/>
              <a:buNone/>
              <a:defRPr sz="2000"/>
            </a:lvl4pPr>
            <a:lvl5pPr lvl="4" algn="l">
              <a:lnSpc>
                <a:spcPct val="115000"/>
              </a:lnSpc>
              <a:spcBef>
                <a:spcPts val="0"/>
              </a:spcBef>
              <a:spcAft>
                <a:spcPts val="0"/>
              </a:spcAft>
              <a:buSzPts val="2000"/>
              <a:buNone/>
              <a:defRPr sz="2000"/>
            </a:lvl5pPr>
            <a:lvl6pPr lvl="5" algn="l">
              <a:lnSpc>
                <a:spcPct val="115000"/>
              </a:lnSpc>
              <a:spcBef>
                <a:spcPts val="0"/>
              </a:spcBef>
              <a:spcAft>
                <a:spcPts val="0"/>
              </a:spcAft>
              <a:buSzPts val="2000"/>
              <a:buNone/>
              <a:defRPr sz="2000"/>
            </a:lvl6pPr>
            <a:lvl7pPr lvl="6" algn="l">
              <a:lnSpc>
                <a:spcPct val="115000"/>
              </a:lnSpc>
              <a:spcBef>
                <a:spcPts val="0"/>
              </a:spcBef>
              <a:spcAft>
                <a:spcPts val="0"/>
              </a:spcAft>
              <a:buSzPts val="2000"/>
              <a:buNone/>
              <a:defRPr sz="2000"/>
            </a:lvl7pPr>
            <a:lvl8pPr lvl="7" algn="l">
              <a:lnSpc>
                <a:spcPct val="115000"/>
              </a:lnSpc>
              <a:spcBef>
                <a:spcPts val="0"/>
              </a:spcBef>
              <a:spcAft>
                <a:spcPts val="0"/>
              </a:spcAft>
              <a:buSzPts val="2000"/>
              <a:buNone/>
              <a:defRPr sz="2000"/>
            </a:lvl8pPr>
            <a:lvl9pPr lvl="8" algn="l">
              <a:lnSpc>
                <a:spcPct val="115000"/>
              </a:lnSpc>
              <a:spcBef>
                <a:spcPts val="0"/>
              </a:spcBef>
              <a:spcAft>
                <a:spcPts val="0"/>
              </a:spcAft>
              <a:buSzPts val="2000"/>
              <a:buNone/>
              <a:defRPr sz="2000"/>
            </a:lvl9pPr>
          </a:lstStyle>
          <a:p>
            <a:endParaRPr/>
          </a:p>
        </p:txBody>
      </p:sp>
      <p:sp>
        <p:nvSpPr>
          <p:cNvPr id="913" name="Google Shape;913;p108"/>
          <p:cNvSpPr txBox="1">
            <a:spLocks noGrp="1"/>
          </p:cNvSpPr>
          <p:nvPr>
            <p:ph type="subTitle" idx="6"/>
          </p:nvPr>
        </p:nvSpPr>
        <p:spPr>
          <a:xfrm>
            <a:off x="4938738" y="1277907"/>
            <a:ext cx="3838500" cy="4812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2000"/>
              <a:buNone/>
              <a:defRPr sz="2000"/>
            </a:lvl1pPr>
            <a:lvl2pPr lvl="1" algn="l">
              <a:lnSpc>
                <a:spcPct val="115000"/>
              </a:lnSpc>
              <a:spcBef>
                <a:spcPts val="0"/>
              </a:spcBef>
              <a:spcAft>
                <a:spcPts val="0"/>
              </a:spcAft>
              <a:buSzPts val="2000"/>
              <a:buNone/>
              <a:defRPr sz="2000"/>
            </a:lvl2pPr>
            <a:lvl3pPr lvl="2" algn="l">
              <a:lnSpc>
                <a:spcPct val="115000"/>
              </a:lnSpc>
              <a:spcBef>
                <a:spcPts val="0"/>
              </a:spcBef>
              <a:spcAft>
                <a:spcPts val="0"/>
              </a:spcAft>
              <a:buSzPts val="2000"/>
              <a:buNone/>
              <a:defRPr sz="2000"/>
            </a:lvl3pPr>
            <a:lvl4pPr lvl="3" algn="l">
              <a:lnSpc>
                <a:spcPct val="115000"/>
              </a:lnSpc>
              <a:spcBef>
                <a:spcPts val="0"/>
              </a:spcBef>
              <a:spcAft>
                <a:spcPts val="0"/>
              </a:spcAft>
              <a:buSzPts val="2000"/>
              <a:buNone/>
              <a:defRPr sz="2000"/>
            </a:lvl4pPr>
            <a:lvl5pPr lvl="4" algn="l">
              <a:lnSpc>
                <a:spcPct val="115000"/>
              </a:lnSpc>
              <a:spcBef>
                <a:spcPts val="0"/>
              </a:spcBef>
              <a:spcAft>
                <a:spcPts val="0"/>
              </a:spcAft>
              <a:buSzPts val="2000"/>
              <a:buNone/>
              <a:defRPr sz="2000"/>
            </a:lvl5pPr>
            <a:lvl6pPr lvl="5" algn="l">
              <a:lnSpc>
                <a:spcPct val="115000"/>
              </a:lnSpc>
              <a:spcBef>
                <a:spcPts val="0"/>
              </a:spcBef>
              <a:spcAft>
                <a:spcPts val="0"/>
              </a:spcAft>
              <a:buSzPts val="2000"/>
              <a:buNone/>
              <a:defRPr sz="2000"/>
            </a:lvl6pPr>
            <a:lvl7pPr lvl="6" algn="l">
              <a:lnSpc>
                <a:spcPct val="115000"/>
              </a:lnSpc>
              <a:spcBef>
                <a:spcPts val="0"/>
              </a:spcBef>
              <a:spcAft>
                <a:spcPts val="0"/>
              </a:spcAft>
              <a:buSzPts val="2000"/>
              <a:buNone/>
              <a:defRPr sz="2000"/>
            </a:lvl7pPr>
            <a:lvl8pPr lvl="7" algn="l">
              <a:lnSpc>
                <a:spcPct val="115000"/>
              </a:lnSpc>
              <a:spcBef>
                <a:spcPts val="0"/>
              </a:spcBef>
              <a:spcAft>
                <a:spcPts val="0"/>
              </a:spcAft>
              <a:buSzPts val="2000"/>
              <a:buNone/>
              <a:defRPr sz="2000"/>
            </a:lvl8pPr>
            <a:lvl9pPr lvl="8" algn="l">
              <a:lnSpc>
                <a:spcPct val="115000"/>
              </a:lnSpc>
              <a:spcBef>
                <a:spcPts val="0"/>
              </a:spcBef>
              <a:spcAft>
                <a:spcPts val="0"/>
              </a:spcAft>
              <a:buSzPts val="2000"/>
              <a:buNone/>
              <a:defRPr sz="2000"/>
            </a:lvl9pPr>
          </a:lstStyle>
          <a:p>
            <a:endParaRPr/>
          </a:p>
        </p:txBody>
      </p:sp>
      <p:sp>
        <p:nvSpPr>
          <p:cNvPr id="914" name="Google Shape;914;p108"/>
          <p:cNvSpPr txBox="1">
            <a:spLocks noGrp="1"/>
          </p:cNvSpPr>
          <p:nvPr>
            <p:ph type="subTitle" idx="7"/>
          </p:nvPr>
        </p:nvSpPr>
        <p:spPr>
          <a:xfrm>
            <a:off x="4938761" y="3167363"/>
            <a:ext cx="3838500" cy="4812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2000"/>
              <a:buNone/>
              <a:defRPr sz="2000"/>
            </a:lvl1pPr>
            <a:lvl2pPr lvl="1" algn="l">
              <a:lnSpc>
                <a:spcPct val="115000"/>
              </a:lnSpc>
              <a:spcBef>
                <a:spcPts val="0"/>
              </a:spcBef>
              <a:spcAft>
                <a:spcPts val="0"/>
              </a:spcAft>
              <a:buSzPts val="2000"/>
              <a:buNone/>
              <a:defRPr sz="2000"/>
            </a:lvl2pPr>
            <a:lvl3pPr lvl="2" algn="l">
              <a:lnSpc>
                <a:spcPct val="115000"/>
              </a:lnSpc>
              <a:spcBef>
                <a:spcPts val="0"/>
              </a:spcBef>
              <a:spcAft>
                <a:spcPts val="0"/>
              </a:spcAft>
              <a:buSzPts val="2000"/>
              <a:buNone/>
              <a:defRPr sz="2000"/>
            </a:lvl3pPr>
            <a:lvl4pPr lvl="3" algn="l">
              <a:lnSpc>
                <a:spcPct val="115000"/>
              </a:lnSpc>
              <a:spcBef>
                <a:spcPts val="0"/>
              </a:spcBef>
              <a:spcAft>
                <a:spcPts val="0"/>
              </a:spcAft>
              <a:buSzPts val="2000"/>
              <a:buNone/>
              <a:defRPr sz="2000"/>
            </a:lvl4pPr>
            <a:lvl5pPr lvl="4" algn="l">
              <a:lnSpc>
                <a:spcPct val="115000"/>
              </a:lnSpc>
              <a:spcBef>
                <a:spcPts val="0"/>
              </a:spcBef>
              <a:spcAft>
                <a:spcPts val="0"/>
              </a:spcAft>
              <a:buSzPts val="2000"/>
              <a:buNone/>
              <a:defRPr sz="2000"/>
            </a:lvl5pPr>
            <a:lvl6pPr lvl="5" algn="l">
              <a:lnSpc>
                <a:spcPct val="115000"/>
              </a:lnSpc>
              <a:spcBef>
                <a:spcPts val="0"/>
              </a:spcBef>
              <a:spcAft>
                <a:spcPts val="0"/>
              </a:spcAft>
              <a:buSzPts val="2000"/>
              <a:buNone/>
              <a:defRPr sz="2000"/>
            </a:lvl6pPr>
            <a:lvl7pPr lvl="6" algn="l">
              <a:lnSpc>
                <a:spcPct val="115000"/>
              </a:lnSpc>
              <a:spcBef>
                <a:spcPts val="0"/>
              </a:spcBef>
              <a:spcAft>
                <a:spcPts val="0"/>
              </a:spcAft>
              <a:buSzPts val="2000"/>
              <a:buNone/>
              <a:defRPr sz="2000"/>
            </a:lvl7pPr>
            <a:lvl8pPr lvl="7" algn="l">
              <a:lnSpc>
                <a:spcPct val="115000"/>
              </a:lnSpc>
              <a:spcBef>
                <a:spcPts val="0"/>
              </a:spcBef>
              <a:spcAft>
                <a:spcPts val="0"/>
              </a:spcAft>
              <a:buSzPts val="2000"/>
              <a:buNone/>
              <a:defRPr sz="2000"/>
            </a:lvl8pPr>
            <a:lvl9pPr lvl="8" algn="l">
              <a:lnSpc>
                <a:spcPct val="115000"/>
              </a:lnSpc>
              <a:spcBef>
                <a:spcPts val="0"/>
              </a:spcBef>
              <a:spcAft>
                <a:spcPts val="0"/>
              </a:spcAft>
              <a:buSzPts val="2000"/>
              <a:buNone/>
              <a:defRPr sz="2000"/>
            </a:lvl9pPr>
          </a:lstStyle>
          <a:p>
            <a:endParaRPr/>
          </a:p>
        </p:txBody>
      </p:sp>
      <p:sp>
        <p:nvSpPr>
          <p:cNvPr id="915" name="Google Shape;915;p108"/>
          <p:cNvSpPr txBox="1">
            <a:spLocks noGrp="1"/>
          </p:cNvSpPr>
          <p:nvPr>
            <p:ph type="subTitle" idx="8"/>
          </p:nvPr>
        </p:nvSpPr>
        <p:spPr>
          <a:xfrm>
            <a:off x="366750" y="3167363"/>
            <a:ext cx="3838500" cy="4812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2000"/>
              <a:buNone/>
              <a:defRPr sz="2000"/>
            </a:lvl1pPr>
            <a:lvl2pPr lvl="1" algn="l">
              <a:lnSpc>
                <a:spcPct val="115000"/>
              </a:lnSpc>
              <a:spcBef>
                <a:spcPts val="0"/>
              </a:spcBef>
              <a:spcAft>
                <a:spcPts val="0"/>
              </a:spcAft>
              <a:buSzPts val="2000"/>
              <a:buNone/>
              <a:defRPr sz="2000"/>
            </a:lvl2pPr>
            <a:lvl3pPr lvl="2" algn="l">
              <a:lnSpc>
                <a:spcPct val="115000"/>
              </a:lnSpc>
              <a:spcBef>
                <a:spcPts val="0"/>
              </a:spcBef>
              <a:spcAft>
                <a:spcPts val="0"/>
              </a:spcAft>
              <a:buSzPts val="2000"/>
              <a:buNone/>
              <a:defRPr sz="2000"/>
            </a:lvl3pPr>
            <a:lvl4pPr lvl="3" algn="l">
              <a:lnSpc>
                <a:spcPct val="115000"/>
              </a:lnSpc>
              <a:spcBef>
                <a:spcPts val="0"/>
              </a:spcBef>
              <a:spcAft>
                <a:spcPts val="0"/>
              </a:spcAft>
              <a:buSzPts val="2000"/>
              <a:buNone/>
              <a:defRPr sz="2000"/>
            </a:lvl4pPr>
            <a:lvl5pPr lvl="4" algn="l">
              <a:lnSpc>
                <a:spcPct val="115000"/>
              </a:lnSpc>
              <a:spcBef>
                <a:spcPts val="0"/>
              </a:spcBef>
              <a:spcAft>
                <a:spcPts val="0"/>
              </a:spcAft>
              <a:buSzPts val="2000"/>
              <a:buNone/>
              <a:defRPr sz="2000"/>
            </a:lvl5pPr>
            <a:lvl6pPr lvl="5" algn="l">
              <a:lnSpc>
                <a:spcPct val="115000"/>
              </a:lnSpc>
              <a:spcBef>
                <a:spcPts val="0"/>
              </a:spcBef>
              <a:spcAft>
                <a:spcPts val="0"/>
              </a:spcAft>
              <a:buSzPts val="2000"/>
              <a:buNone/>
              <a:defRPr sz="2000"/>
            </a:lvl6pPr>
            <a:lvl7pPr lvl="6" algn="l">
              <a:lnSpc>
                <a:spcPct val="115000"/>
              </a:lnSpc>
              <a:spcBef>
                <a:spcPts val="0"/>
              </a:spcBef>
              <a:spcAft>
                <a:spcPts val="0"/>
              </a:spcAft>
              <a:buSzPts val="2000"/>
              <a:buNone/>
              <a:defRPr sz="2000"/>
            </a:lvl7pPr>
            <a:lvl8pPr lvl="7" algn="l">
              <a:lnSpc>
                <a:spcPct val="115000"/>
              </a:lnSpc>
              <a:spcBef>
                <a:spcPts val="0"/>
              </a:spcBef>
              <a:spcAft>
                <a:spcPts val="0"/>
              </a:spcAft>
              <a:buSzPts val="2000"/>
              <a:buNone/>
              <a:defRPr sz="2000"/>
            </a:lvl8pPr>
            <a:lvl9pPr lvl="8" algn="l">
              <a:lnSpc>
                <a:spcPct val="115000"/>
              </a:lnSpc>
              <a:spcBef>
                <a:spcPts val="0"/>
              </a:spcBef>
              <a:spcAft>
                <a:spcPts val="0"/>
              </a:spcAft>
              <a:buSzPts val="2000"/>
              <a:buNone/>
              <a:defRPr sz="2000"/>
            </a:lvl9pPr>
          </a:lstStyle>
          <a:p>
            <a:endParaRPr/>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matchingName="Title and image">
  <p:cSld name="Title and image">
    <p:spTree>
      <p:nvGrpSpPr>
        <p:cNvPr id="1" name="Shape 916"/>
        <p:cNvGrpSpPr/>
        <p:nvPr/>
      </p:nvGrpSpPr>
      <p:grpSpPr>
        <a:xfrm>
          <a:off x="0" y="0"/>
          <a:ext cx="0" cy="0"/>
          <a:chOff x="0" y="0"/>
          <a:chExt cx="0" cy="0"/>
        </a:xfrm>
      </p:grpSpPr>
      <p:sp>
        <p:nvSpPr>
          <p:cNvPr id="917" name="Google Shape;917;p109"/>
          <p:cNvSpPr txBox="1">
            <a:spLocks noGrp="1"/>
          </p:cNvSpPr>
          <p:nvPr>
            <p:ph type="title"/>
          </p:nvPr>
        </p:nvSpPr>
        <p:spPr>
          <a:xfrm>
            <a:off x="311700" y="445025"/>
            <a:ext cx="8520600" cy="572700"/>
          </a:xfrm>
          <a:prstGeom prst="rect">
            <a:avLst/>
          </a:prstGeom>
          <a:noFill/>
          <a:ln>
            <a:noFill/>
          </a:ln>
        </p:spPr>
        <p:txBody>
          <a:bodyPr spcFirstLastPara="1" wrap="square" lIns="0" tIns="0" rIns="91425" bIns="0" anchor="t" anchorCtr="0">
            <a:spAutoFit/>
          </a:bodyPr>
          <a:lstStyle>
            <a:lvl1pPr lvl="0" algn="l">
              <a:lnSpc>
                <a:spcPct val="100000"/>
              </a:lnSpc>
              <a:spcBef>
                <a:spcPts val="0"/>
              </a:spcBef>
              <a:spcAft>
                <a:spcPts val="0"/>
              </a:spcAft>
              <a:buSzPts val="1400"/>
              <a:buChar char="●"/>
              <a:defRPr/>
            </a:lvl1pPr>
            <a:lvl2pPr lvl="1" algn="l">
              <a:lnSpc>
                <a:spcPct val="100000"/>
              </a:lnSpc>
              <a:spcBef>
                <a:spcPts val="0"/>
              </a:spcBef>
              <a:spcAft>
                <a:spcPts val="0"/>
              </a:spcAft>
              <a:buSzPts val="1400"/>
              <a:buChar char="○"/>
              <a:defRPr/>
            </a:lvl2pPr>
            <a:lvl3pPr lvl="2" algn="l">
              <a:lnSpc>
                <a:spcPct val="100000"/>
              </a:lnSpc>
              <a:spcBef>
                <a:spcPts val="0"/>
              </a:spcBef>
              <a:spcAft>
                <a:spcPts val="0"/>
              </a:spcAft>
              <a:buSzPts val="1400"/>
              <a:buChar char="■"/>
              <a:defRPr/>
            </a:lvl3pPr>
            <a:lvl4pPr lvl="3" algn="l">
              <a:lnSpc>
                <a:spcPct val="100000"/>
              </a:lnSpc>
              <a:spcBef>
                <a:spcPts val="0"/>
              </a:spcBef>
              <a:spcAft>
                <a:spcPts val="0"/>
              </a:spcAft>
              <a:buSzPts val="1400"/>
              <a:buChar char="●"/>
              <a:defRPr/>
            </a:lvl4pPr>
            <a:lvl5pPr lvl="4" algn="l">
              <a:lnSpc>
                <a:spcPct val="100000"/>
              </a:lnSpc>
              <a:spcBef>
                <a:spcPts val="0"/>
              </a:spcBef>
              <a:spcAft>
                <a:spcPts val="0"/>
              </a:spcAft>
              <a:buSzPts val="1400"/>
              <a:buChar char="○"/>
              <a:defRPr/>
            </a:lvl5pPr>
            <a:lvl6pPr lvl="5" algn="l">
              <a:lnSpc>
                <a:spcPct val="100000"/>
              </a:lnSpc>
              <a:spcBef>
                <a:spcPts val="0"/>
              </a:spcBef>
              <a:spcAft>
                <a:spcPts val="0"/>
              </a:spcAft>
              <a:buSzPts val="1400"/>
              <a:buChar char="■"/>
              <a:defRPr/>
            </a:lvl6pPr>
            <a:lvl7pPr lvl="6" algn="l">
              <a:lnSpc>
                <a:spcPct val="100000"/>
              </a:lnSpc>
              <a:spcBef>
                <a:spcPts val="0"/>
              </a:spcBef>
              <a:spcAft>
                <a:spcPts val="0"/>
              </a:spcAft>
              <a:buSzPts val="1400"/>
              <a:buChar char="●"/>
              <a:defRPr/>
            </a:lvl7pPr>
            <a:lvl8pPr lvl="7" algn="l">
              <a:lnSpc>
                <a:spcPct val="100000"/>
              </a:lnSpc>
              <a:spcBef>
                <a:spcPts val="0"/>
              </a:spcBef>
              <a:spcAft>
                <a:spcPts val="0"/>
              </a:spcAft>
              <a:buSzPts val="1400"/>
              <a:buChar char="○"/>
              <a:defRPr/>
            </a:lvl8pPr>
            <a:lvl9pPr lvl="8" algn="l">
              <a:lnSpc>
                <a:spcPct val="100000"/>
              </a:lnSpc>
              <a:spcBef>
                <a:spcPts val="0"/>
              </a:spcBef>
              <a:spcAft>
                <a:spcPts val="0"/>
              </a:spcAft>
              <a:buSzPts val="1400"/>
              <a:buChar char="■"/>
              <a:defRPr/>
            </a:lvl9pPr>
          </a:lstStyle>
          <a:p>
            <a:endParaRPr/>
          </a:p>
        </p:txBody>
      </p:sp>
      <p:sp>
        <p:nvSpPr>
          <p:cNvPr id="918" name="Google Shape;918;p109"/>
          <p:cNvSpPr>
            <a:spLocks noGrp="1"/>
          </p:cNvSpPr>
          <p:nvPr>
            <p:ph type="pic" idx="2"/>
          </p:nvPr>
        </p:nvSpPr>
        <p:spPr>
          <a:xfrm>
            <a:off x="311700" y="1170425"/>
            <a:ext cx="8520600" cy="34929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matchingName="Two storyboards">
  <p:cSld name="Two storyboards">
    <p:spTree>
      <p:nvGrpSpPr>
        <p:cNvPr id="1" name="Shape 919"/>
        <p:cNvGrpSpPr/>
        <p:nvPr/>
      </p:nvGrpSpPr>
      <p:grpSpPr>
        <a:xfrm>
          <a:off x="0" y="0"/>
          <a:ext cx="0" cy="0"/>
          <a:chOff x="0" y="0"/>
          <a:chExt cx="0" cy="0"/>
        </a:xfrm>
      </p:grpSpPr>
      <p:sp>
        <p:nvSpPr>
          <p:cNvPr id="920" name="Google Shape;920;p110"/>
          <p:cNvSpPr txBox="1">
            <a:spLocks noGrp="1"/>
          </p:cNvSpPr>
          <p:nvPr>
            <p:ph type="body" idx="1"/>
          </p:nvPr>
        </p:nvSpPr>
        <p:spPr>
          <a:xfrm>
            <a:off x="311700" y="4080225"/>
            <a:ext cx="4027500" cy="926100"/>
          </a:xfrm>
          <a:prstGeom prst="rect">
            <a:avLst/>
          </a:prstGeom>
          <a:noFill/>
          <a:ln>
            <a:noFill/>
          </a:ln>
        </p:spPr>
        <p:txBody>
          <a:bodyPr spcFirstLastPara="1" wrap="square" lIns="0"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800"/>
              </a:spcBef>
              <a:spcAft>
                <a:spcPts val="0"/>
              </a:spcAft>
              <a:buSzPts val="1200"/>
              <a:buChar char="○"/>
              <a:defRPr sz="1200"/>
            </a:lvl2pPr>
            <a:lvl3pPr marL="1371600" lvl="2" indent="-304800" algn="l">
              <a:lnSpc>
                <a:spcPct val="115000"/>
              </a:lnSpc>
              <a:spcBef>
                <a:spcPts val="800"/>
              </a:spcBef>
              <a:spcAft>
                <a:spcPts val="0"/>
              </a:spcAft>
              <a:buSzPts val="1200"/>
              <a:buChar char="■"/>
              <a:defRPr sz="1200"/>
            </a:lvl3pPr>
            <a:lvl4pPr marL="1828800" lvl="3" indent="-304800" algn="l">
              <a:lnSpc>
                <a:spcPct val="115000"/>
              </a:lnSpc>
              <a:spcBef>
                <a:spcPts val="800"/>
              </a:spcBef>
              <a:spcAft>
                <a:spcPts val="0"/>
              </a:spcAft>
              <a:buSzPts val="1200"/>
              <a:buChar char="●"/>
              <a:defRPr sz="1200"/>
            </a:lvl4pPr>
            <a:lvl5pPr marL="2286000" lvl="4" indent="-304800" algn="l">
              <a:lnSpc>
                <a:spcPct val="115000"/>
              </a:lnSpc>
              <a:spcBef>
                <a:spcPts val="800"/>
              </a:spcBef>
              <a:spcAft>
                <a:spcPts val="0"/>
              </a:spcAft>
              <a:buSzPts val="1200"/>
              <a:buChar char="○"/>
              <a:defRPr sz="1200"/>
            </a:lvl5pPr>
            <a:lvl6pPr marL="2743200" lvl="5" indent="-304800" algn="l">
              <a:lnSpc>
                <a:spcPct val="115000"/>
              </a:lnSpc>
              <a:spcBef>
                <a:spcPts val="800"/>
              </a:spcBef>
              <a:spcAft>
                <a:spcPts val="0"/>
              </a:spcAft>
              <a:buSzPts val="1200"/>
              <a:buChar char="■"/>
              <a:defRPr sz="1200"/>
            </a:lvl6pPr>
            <a:lvl7pPr marL="3200400" lvl="6" indent="-304800" algn="l">
              <a:lnSpc>
                <a:spcPct val="115000"/>
              </a:lnSpc>
              <a:spcBef>
                <a:spcPts val="800"/>
              </a:spcBef>
              <a:spcAft>
                <a:spcPts val="0"/>
              </a:spcAft>
              <a:buSzPts val="1200"/>
              <a:buChar char="●"/>
              <a:defRPr sz="1200"/>
            </a:lvl7pPr>
            <a:lvl8pPr marL="3657600" lvl="7" indent="-304800" algn="l">
              <a:lnSpc>
                <a:spcPct val="115000"/>
              </a:lnSpc>
              <a:spcBef>
                <a:spcPts val="800"/>
              </a:spcBef>
              <a:spcAft>
                <a:spcPts val="0"/>
              </a:spcAft>
              <a:buSzPts val="1200"/>
              <a:buChar char="○"/>
              <a:defRPr sz="1200"/>
            </a:lvl8pPr>
            <a:lvl9pPr marL="4114800" lvl="8" indent="-304800" algn="l">
              <a:lnSpc>
                <a:spcPct val="115000"/>
              </a:lnSpc>
              <a:spcBef>
                <a:spcPts val="800"/>
              </a:spcBef>
              <a:spcAft>
                <a:spcPts val="800"/>
              </a:spcAft>
              <a:buSzPts val="1200"/>
              <a:buChar char="■"/>
              <a:defRPr sz="1200"/>
            </a:lvl9pPr>
          </a:lstStyle>
          <a:p>
            <a:endParaRPr/>
          </a:p>
        </p:txBody>
      </p:sp>
      <p:sp>
        <p:nvSpPr>
          <p:cNvPr id="921" name="Google Shape;921;p110"/>
          <p:cNvSpPr>
            <a:spLocks noGrp="1"/>
          </p:cNvSpPr>
          <p:nvPr>
            <p:ph type="pic" idx="2"/>
          </p:nvPr>
        </p:nvSpPr>
        <p:spPr>
          <a:xfrm>
            <a:off x="4804825" y="1133300"/>
            <a:ext cx="4027500" cy="2392800"/>
          </a:xfrm>
          <a:prstGeom prst="rect">
            <a:avLst/>
          </a:prstGeom>
          <a:noFill/>
          <a:ln>
            <a:noFill/>
          </a:ln>
        </p:spPr>
      </p:sp>
      <p:sp>
        <p:nvSpPr>
          <p:cNvPr id="922" name="Google Shape;922;p110"/>
          <p:cNvSpPr>
            <a:spLocks noGrp="1"/>
          </p:cNvSpPr>
          <p:nvPr>
            <p:ph type="pic" idx="3"/>
          </p:nvPr>
        </p:nvSpPr>
        <p:spPr>
          <a:xfrm>
            <a:off x="311725" y="1133300"/>
            <a:ext cx="4027500" cy="2392800"/>
          </a:xfrm>
          <a:prstGeom prst="rect">
            <a:avLst/>
          </a:prstGeom>
          <a:noFill/>
          <a:ln>
            <a:noFill/>
          </a:ln>
        </p:spPr>
      </p:sp>
      <p:sp>
        <p:nvSpPr>
          <p:cNvPr id="923" name="Google Shape;923;p110"/>
          <p:cNvSpPr txBox="1">
            <a:spLocks noGrp="1"/>
          </p:cNvSpPr>
          <p:nvPr>
            <p:ph type="body" idx="4"/>
          </p:nvPr>
        </p:nvSpPr>
        <p:spPr>
          <a:xfrm>
            <a:off x="4804825" y="4080225"/>
            <a:ext cx="4027500" cy="9261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924" name="Google Shape;924;p110"/>
          <p:cNvSpPr txBox="1">
            <a:spLocks noGrp="1"/>
          </p:cNvSpPr>
          <p:nvPr>
            <p:ph type="title"/>
          </p:nvPr>
        </p:nvSpPr>
        <p:spPr>
          <a:xfrm>
            <a:off x="311700" y="445025"/>
            <a:ext cx="8520600" cy="572700"/>
          </a:xfrm>
          <a:prstGeom prst="rect">
            <a:avLst/>
          </a:prstGeom>
          <a:noFill/>
          <a:ln>
            <a:noFill/>
          </a:ln>
        </p:spPr>
        <p:txBody>
          <a:bodyPr spcFirstLastPara="1" wrap="square" lIns="0" tIns="0" rIns="91425" bIns="0" anchor="t" anchorCtr="0">
            <a:spAutoFit/>
          </a:bodyPr>
          <a:lstStyle>
            <a:lvl1pPr lvl="0" algn="l">
              <a:lnSpc>
                <a:spcPct val="100000"/>
              </a:lnSpc>
              <a:spcBef>
                <a:spcPts val="0"/>
              </a:spcBef>
              <a:spcAft>
                <a:spcPts val="0"/>
              </a:spcAft>
              <a:buSzPts val="1400"/>
              <a:buChar char="●"/>
              <a:defRPr/>
            </a:lvl1pPr>
            <a:lvl2pPr lvl="1" algn="l">
              <a:lnSpc>
                <a:spcPct val="100000"/>
              </a:lnSpc>
              <a:spcBef>
                <a:spcPts val="0"/>
              </a:spcBef>
              <a:spcAft>
                <a:spcPts val="0"/>
              </a:spcAft>
              <a:buSzPts val="1400"/>
              <a:buChar char="○"/>
              <a:defRPr/>
            </a:lvl2pPr>
            <a:lvl3pPr lvl="2" algn="l">
              <a:lnSpc>
                <a:spcPct val="100000"/>
              </a:lnSpc>
              <a:spcBef>
                <a:spcPts val="0"/>
              </a:spcBef>
              <a:spcAft>
                <a:spcPts val="0"/>
              </a:spcAft>
              <a:buSzPts val="1400"/>
              <a:buChar char="■"/>
              <a:defRPr/>
            </a:lvl3pPr>
            <a:lvl4pPr lvl="3" algn="l">
              <a:lnSpc>
                <a:spcPct val="100000"/>
              </a:lnSpc>
              <a:spcBef>
                <a:spcPts val="0"/>
              </a:spcBef>
              <a:spcAft>
                <a:spcPts val="0"/>
              </a:spcAft>
              <a:buSzPts val="1400"/>
              <a:buChar char="●"/>
              <a:defRPr/>
            </a:lvl4pPr>
            <a:lvl5pPr lvl="4" algn="l">
              <a:lnSpc>
                <a:spcPct val="100000"/>
              </a:lnSpc>
              <a:spcBef>
                <a:spcPts val="0"/>
              </a:spcBef>
              <a:spcAft>
                <a:spcPts val="0"/>
              </a:spcAft>
              <a:buSzPts val="1400"/>
              <a:buChar char="○"/>
              <a:defRPr/>
            </a:lvl5pPr>
            <a:lvl6pPr lvl="5" algn="l">
              <a:lnSpc>
                <a:spcPct val="100000"/>
              </a:lnSpc>
              <a:spcBef>
                <a:spcPts val="0"/>
              </a:spcBef>
              <a:spcAft>
                <a:spcPts val="0"/>
              </a:spcAft>
              <a:buSzPts val="1400"/>
              <a:buChar char="■"/>
              <a:defRPr/>
            </a:lvl6pPr>
            <a:lvl7pPr lvl="6" algn="l">
              <a:lnSpc>
                <a:spcPct val="100000"/>
              </a:lnSpc>
              <a:spcBef>
                <a:spcPts val="0"/>
              </a:spcBef>
              <a:spcAft>
                <a:spcPts val="0"/>
              </a:spcAft>
              <a:buSzPts val="1400"/>
              <a:buChar char="●"/>
              <a:defRPr/>
            </a:lvl7pPr>
            <a:lvl8pPr lvl="7" algn="l">
              <a:lnSpc>
                <a:spcPct val="100000"/>
              </a:lnSpc>
              <a:spcBef>
                <a:spcPts val="0"/>
              </a:spcBef>
              <a:spcAft>
                <a:spcPts val="0"/>
              </a:spcAft>
              <a:buSzPts val="1400"/>
              <a:buChar char="○"/>
              <a:defRPr/>
            </a:lvl8pPr>
            <a:lvl9pPr lvl="8" algn="l">
              <a:lnSpc>
                <a:spcPct val="100000"/>
              </a:lnSpc>
              <a:spcBef>
                <a:spcPts val="0"/>
              </a:spcBef>
              <a:spcAft>
                <a:spcPts val="0"/>
              </a:spcAft>
              <a:buSzPts val="1400"/>
              <a:buChar char="■"/>
              <a:defRPr/>
            </a:lvl9pPr>
          </a:lstStyle>
          <a:p>
            <a:endParaRPr/>
          </a:p>
        </p:txBody>
      </p:sp>
      <p:sp>
        <p:nvSpPr>
          <p:cNvPr id="925" name="Google Shape;925;p110"/>
          <p:cNvSpPr txBox="1">
            <a:spLocks noGrp="1"/>
          </p:cNvSpPr>
          <p:nvPr>
            <p:ph type="subTitle" idx="5"/>
          </p:nvPr>
        </p:nvSpPr>
        <p:spPr>
          <a:xfrm>
            <a:off x="311725" y="3582900"/>
            <a:ext cx="4027500" cy="4812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1400"/>
              <a:buNone/>
              <a:defRPr/>
            </a:lvl1pPr>
            <a:lvl2pPr lvl="1" algn="l">
              <a:lnSpc>
                <a:spcPct val="115000"/>
              </a:lnSpc>
              <a:spcBef>
                <a:spcPts val="0"/>
              </a:spcBef>
              <a:spcAft>
                <a:spcPts val="0"/>
              </a:spcAft>
              <a:buSzPts val="1800"/>
              <a:buNone/>
              <a:defRPr sz="1800"/>
            </a:lvl2pPr>
            <a:lvl3pPr lvl="2" algn="l">
              <a:lnSpc>
                <a:spcPct val="115000"/>
              </a:lnSpc>
              <a:spcBef>
                <a:spcPts val="0"/>
              </a:spcBef>
              <a:spcAft>
                <a:spcPts val="0"/>
              </a:spcAft>
              <a:buSzPts val="1800"/>
              <a:buNone/>
              <a:defRPr sz="1800"/>
            </a:lvl3pPr>
            <a:lvl4pPr lvl="3" algn="l">
              <a:lnSpc>
                <a:spcPct val="115000"/>
              </a:lnSpc>
              <a:spcBef>
                <a:spcPts val="0"/>
              </a:spcBef>
              <a:spcAft>
                <a:spcPts val="0"/>
              </a:spcAft>
              <a:buSzPts val="1800"/>
              <a:buNone/>
              <a:defRPr sz="1800"/>
            </a:lvl4pPr>
            <a:lvl5pPr lvl="4" algn="l">
              <a:lnSpc>
                <a:spcPct val="115000"/>
              </a:lnSpc>
              <a:spcBef>
                <a:spcPts val="0"/>
              </a:spcBef>
              <a:spcAft>
                <a:spcPts val="0"/>
              </a:spcAft>
              <a:buSzPts val="1800"/>
              <a:buNone/>
              <a:defRPr sz="1800"/>
            </a:lvl5pPr>
            <a:lvl6pPr lvl="5" algn="l">
              <a:lnSpc>
                <a:spcPct val="115000"/>
              </a:lnSpc>
              <a:spcBef>
                <a:spcPts val="0"/>
              </a:spcBef>
              <a:spcAft>
                <a:spcPts val="0"/>
              </a:spcAft>
              <a:buSzPts val="1800"/>
              <a:buNone/>
              <a:defRPr sz="1800"/>
            </a:lvl6pPr>
            <a:lvl7pPr lvl="6" algn="l">
              <a:lnSpc>
                <a:spcPct val="115000"/>
              </a:lnSpc>
              <a:spcBef>
                <a:spcPts val="0"/>
              </a:spcBef>
              <a:spcAft>
                <a:spcPts val="0"/>
              </a:spcAft>
              <a:buSzPts val="1800"/>
              <a:buNone/>
              <a:defRPr sz="1800"/>
            </a:lvl7pPr>
            <a:lvl8pPr lvl="7" algn="l">
              <a:lnSpc>
                <a:spcPct val="115000"/>
              </a:lnSpc>
              <a:spcBef>
                <a:spcPts val="0"/>
              </a:spcBef>
              <a:spcAft>
                <a:spcPts val="0"/>
              </a:spcAft>
              <a:buSzPts val="1800"/>
              <a:buNone/>
              <a:defRPr sz="1800"/>
            </a:lvl8pPr>
            <a:lvl9pPr lvl="8" algn="l">
              <a:lnSpc>
                <a:spcPct val="115000"/>
              </a:lnSpc>
              <a:spcBef>
                <a:spcPts val="0"/>
              </a:spcBef>
              <a:spcAft>
                <a:spcPts val="0"/>
              </a:spcAft>
              <a:buSzPts val="1800"/>
              <a:buNone/>
              <a:defRPr sz="1800"/>
            </a:lvl9pPr>
          </a:lstStyle>
          <a:p>
            <a:endParaRPr/>
          </a:p>
        </p:txBody>
      </p:sp>
      <p:sp>
        <p:nvSpPr>
          <p:cNvPr id="926" name="Google Shape;926;p110"/>
          <p:cNvSpPr txBox="1">
            <a:spLocks noGrp="1"/>
          </p:cNvSpPr>
          <p:nvPr>
            <p:ph type="subTitle" idx="6"/>
          </p:nvPr>
        </p:nvSpPr>
        <p:spPr>
          <a:xfrm>
            <a:off x="4804825" y="3582900"/>
            <a:ext cx="4027500" cy="4812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1400"/>
              <a:buNone/>
              <a:defRPr/>
            </a:lvl1pPr>
            <a:lvl2pPr lvl="1" algn="l">
              <a:lnSpc>
                <a:spcPct val="115000"/>
              </a:lnSpc>
              <a:spcBef>
                <a:spcPts val="0"/>
              </a:spcBef>
              <a:spcAft>
                <a:spcPts val="0"/>
              </a:spcAft>
              <a:buSzPts val="1800"/>
              <a:buNone/>
              <a:defRPr sz="1800"/>
            </a:lvl2pPr>
            <a:lvl3pPr lvl="2" algn="l">
              <a:lnSpc>
                <a:spcPct val="115000"/>
              </a:lnSpc>
              <a:spcBef>
                <a:spcPts val="0"/>
              </a:spcBef>
              <a:spcAft>
                <a:spcPts val="0"/>
              </a:spcAft>
              <a:buSzPts val="1800"/>
              <a:buNone/>
              <a:defRPr sz="1800"/>
            </a:lvl3pPr>
            <a:lvl4pPr lvl="3" algn="l">
              <a:lnSpc>
                <a:spcPct val="115000"/>
              </a:lnSpc>
              <a:spcBef>
                <a:spcPts val="0"/>
              </a:spcBef>
              <a:spcAft>
                <a:spcPts val="0"/>
              </a:spcAft>
              <a:buSzPts val="1800"/>
              <a:buNone/>
              <a:defRPr sz="1800"/>
            </a:lvl4pPr>
            <a:lvl5pPr lvl="4" algn="l">
              <a:lnSpc>
                <a:spcPct val="115000"/>
              </a:lnSpc>
              <a:spcBef>
                <a:spcPts val="0"/>
              </a:spcBef>
              <a:spcAft>
                <a:spcPts val="0"/>
              </a:spcAft>
              <a:buSzPts val="1800"/>
              <a:buNone/>
              <a:defRPr sz="1800"/>
            </a:lvl5pPr>
            <a:lvl6pPr lvl="5" algn="l">
              <a:lnSpc>
                <a:spcPct val="115000"/>
              </a:lnSpc>
              <a:spcBef>
                <a:spcPts val="0"/>
              </a:spcBef>
              <a:spcAft>
                <a:spcPts val="0"/>
              </a:spcAft>
              <a:buSzPts val="1800"/>
              <a:buNone/>
              <a:defRPr sz="1800"/>
            </a:lvl6pPr>
            <a:lvl7pPr lvl="6" algn="l">
              <a:lnSpc>
                <a:spcPct val="115000"/>
              </a:lnSpc>
              <a:spcBef>
                <a:spcPts val="0"/>
              </a:spcBef>
              <a:spcAft>
                <a:spcPts val="0"/>
              </a:spcAft>
              <a:buSzPts val="1800"/>
              <a:buNone/>
              <a:defRPr sz="1800"/>
            </a:lvl7pPr>
            <a:lvl8pPr lvl="7" algn="l">
              <a:lnSpc>
                <a:spcPct val="115000"/>
              </a:lnSpc>
              <a:spcBef>
                <a:spcPts val="0"/>
              </a:spcBef>
              <a:spcAft>
                <a:spcPts val="0"/>
              </a:spcAft>
              <a:buSzPts val="1800"/>
              <a:buNone/>
              <a:defRPr sz="1800"/>
            </a:lvl8pPr>
            <a:lvl9pPr lvl="8" algn="l">
              <a:lnSpc>
                <a:spcPct val="115000"/>
              </a:lnSpc>
              <a:spcBef>
                <a:spcPts val="0"/>
              </a:spcBef>
              <a:spcAft>
                <a:spcPts val="0"/>
              </a:spcAft>
              <a:buSzPts val="1800"/>
              <a:buNone/>
              <a:defRPr sz="1800"/>
            </a:lvl9pPr>
          </a:lstStyle>
          <a:p>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matchingName="Three storyboards">
  <p:cSld name="Three storyboards">
    <p:spTree>
      <p:nvGrpSpPr>
        <p:cNvPr id="1" name="Shape 927"/>
        <p:cNvGrpSpPr/>
        <p:nvPr/>
      </p:nvGrpSpPr>
      <p:grpSpPr>
        <a:xfrm>
          <a:off x="0" y="0"/>
          <a:ext cx="0" cy="0"/>
          <a:chOff x="0" y="0"/>
          <a:chExt cx="0" cy="0"/>
        </a:xfrm>
      </p:grpSpPr>
      <p:sp>
        <p:nvSpPr>
          <p:cNvPr id="928" name="Google Shape;928;p111"/>
          <p:cNvSpPr txBox="1">
            <a:spLocks noGrp="1"/>
          </p:cNvSpPr>
          <p:nvPr>
            <p:ph type="body" idx="1"/>
          </p:nvPr>
        </p:nvSpPr>
        <p:spPr>
          <a:xfrm>
            <a:off x="311700" y="3911700"/>
            <a:ext cx="2627100" cy="1018500"/>
          </a:xfrm>
          <a:prstGeom prst="rect">
            <a:avLst/>
          </a:prstGeom>
          <a:noFill/>
          <a:ln>
            <a:noFill/>
          </a:ln>
        </p:spPr>
        <p:txBody>
          <a:bodyPr spcFirstLastPara="1" wrap="square" lIns="0"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800"/>
              </a:spcBef>
              <a:spcAft>
                <a:spcPts val="0"/>
              </a:spcAft>
              <a:buSzPts val="1200"/>
              <a:buChar char="○"/>
              <a:defRPr sz="1200"/>
            </a:lvl2pPr>
            <a:lvl3pPr marL="1371600" lvl="2" indent="-304800" algn="l">
              <a:lnSpc>
                <a:spcPct val="115000"/>
              </a:lnSpc>
              <a:spcBef>
                <a:spcPts val="800"/>
              </a:spcBef>
              <a:spcAft>
                <a:spcPts val="0"/>
              </a:spcAft>
              <a:buSzPts val="1200"/>
              <a:buChar char="■"/>
              <a:defRPr sz="1200"/>
            </a:lvl3pPr>
            <a:lvl4pPr marL="1828800" lvl="3" indent="-304800" algn="l">
              <a:lnSpc>
                <a:spcPct val="115000"/>
              </a:lnSpc>
              <a:spcBef>
                <a:spcPts val="800"/>
              </a:spcBef>
              <a:spcAft>
                <a:spcPts val="0"/>
              </a:spcAft>
              <a:buSzPts val="1200"/>
              <a:buChar char="●"/>
              <a:defRPr sz="1200"/>
            </a:lvl4pPr>
            <a:lvl5pPr marL="2286000" lvl="4" indent="-304800" algn="l">
              <a:lnSpc>
                <a:spcPct val="115000"/>
              </a:lnSpc>
              <a:spcBef>
                <a:spcPts val="800"/>
              </a:spcBef>
              <a:spcAft>
                <a:spcPts val="0"/>
              </a:spcAft>
              <a:buSzPts val="1200"/>
              <a:buChar char="○"/>
              <a:defRPr sz="1200"/>
            </a:lvl5pPr>
            <a:lvl6pPr marL="2743200" lvl="5" indent="-304800" algn="l">
              <a:lnSpc>
                <a:spcPct val="115000"/>
              </a:lnSpc>
              <a:spcBef>
                <a:spcPts val="800"/>
              </a:spcBef>
              <a:spcAft>
                <a:spcPts val="0"/>
              </a:spcAft>
              <a:buSzPts val="1200"/>
              <a:buChar char="■"/>
              <a:defRPr sz="1200"/>
            </a:lvl6pPr>
            <a:lvl7pPr marL="3200400" lvl="6" indent="-304800" algn="l">
              <a:lnSpc>
                <a:spcPct val="115000"/>
              </a:lnSpc>
              <a:spcBef>
                <a:spcPts val="800"/>
              </a:spcBef>
              <a:spcAft>
                <a:spcPts val="0"/>
              </a:spcAft>
              <a:buSzPts val="1200"/>
              <a:buChar char="●"/>
              <a:defRPr sz="1200"/>
            </a:lvl7pPr>
            <a:lvl8pPr marL="3657600" lvl="7" indent="-304800" algn="l">
              <a:lnSpc>
                <a:spcPct val="115000"/>
              </a:lnSpc>
              <a:spcBef>
                <a:spcPts val="800"/>
              </a:spcBef>
              <a:spcAft>
                <a:spcPts val="0"/>
              </a:spcAft>
              <a:buSzPts val="1200"/>
              <a:buChar char="○"/>
              <a:defRPr sz="1200"/>
            </a:lvl8pPr>
            <a:lvl9pPr marL="4114800" lvl="8" indent="-304800" algn="l">
              <a:lnSpc>
                <a:spcPct val="115000"/>
              </a:lnSpc>
              <a:spcBef>
                <a:spcPts val="800"/>
              </a:spcBef>
              <a:spcAft>
                <a:spcPts val="800"/>
              </a:spcAft>
              <a:buSzPts val="1200"/>
              <a:buChar char="■"/>
              <a:defRPr sz="1200"/>
            </a:lvl9pPr>
          </a:lstStyle>
          <a:p>
            <a:endParaRPr/>
          </a:p>
        </p:txBody>
      </p:sp>
      <p:sp>
        <p:nvSpPr>
          <p:cNvPr id="929" name="Google Shape;929;p111"/>
          <p:cNvSpPr>
            <a:spLocks noGrp="1"/>
          </p:cNvSpPr>
          <p:nvPr>
            <p:ph type="pic" idx="2"/>
          </p:nvPr>
        </p:nvSpPr>
        <p:spPr>
          <a:xfrm>
            <a:off x="6205225" y="1128325"/>
            <a:ext cx="2627100" cy="2273100"/>
          </a:xfrm>
          <a:prstGeom prst="rect">
            <a:avLst/>
          </a:prstGeom>
          <a:noFill/>
          <a:ln>
            <a:noFill/>
          </a:ln>
        </p:spPr>
      </p:sp>
      <p:sp>
        <p:nvSpPr>
          <p:cNvPr id="930" name="Google Shape;930;p111"/>
          <p:cNvSpPr>
            <a:spLocks noGrp="1"/>
          </p:cNvSpPr>
          <p:nvPr>
            <p:ph type="pic" idx="3"/>
          </p:nvPr>
        </p:nvSpPr>
        <p:spPr>
          <a:xfrm>
            <a:off x="311725" y="1128325"/>
            <a:ext cx="2627100" cy="2273100"/>
          </a:xfrm>
          <a:prstGeom prst="rect">
            <a:avLst/>
          </a:prstGeom>
          <a:noFill/>
          <a:ln>
            <a:noFill/>
          </a:ln>
        </p:spPr>
      </p:sp>
      <p:sp>
        <p:nvSpPr>
          <p:cNvPr id="931" name="Google Shape;931;p111"/>
          <p:cNvSpPr txBox="1">
            <a:spLocks noGrp="1"/>
          </p:cNvSpPr>
          <p:nvPr>
            <p:ph type="body" idx="4"/>
          </p:nvPr>
        </p:nvSpPr>
        <p:spPr>
          <a:xfrm>
            <a:off x="6205225" y="3911700"/>
            <a:ext cx="2627100" cy="10185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932" name="Google Shape;932;p111"/>
          <p:cNvSpPr>
            <a:spLocks noGrp="1"/>
          </p:cNvSpPr>
          <p:nvPr>
            <p:ph type="pic" idx="5"/>
          </p:nvPr>
        </p:nvSpPr>
        <p:spPr>
          <a:xfrm>
            <a:off x="3255250" y="1128325"/>
            <a:ext cx="2627100" cy="2273100"/>
          </a:xfrm>
          <a:prstGeom prst="rect">
            <a:avLst/>
          </a:prstGeom>
          <a:noFill/>
          <a:ln>
            <a:noFill/>
          </a:ln>
        </p:spPr>
      </p:sp>
      <p:sp>
        <p:nvSpPr>
          <p:cNvPr id="933" name="Google Shape;933;p111"/>
          <p:cNvSpPr txBox="1">
            <a:spLocks noGrp="1"/>
          </p:cNvSpPr>
          <p:nvPr>
            <p:ph type="body" idx="6"/>
          </p:nvPr>
        </p:nvSpPr>
        <p:spPr>
          <a:xfrm>
            <a:off x="3255250" y="3911700"/>
            <a:ext cx="2627100" cy="10185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934" name="Google Shape;934;p111"/>
          <p:cNvSpPr txBox="1">
            <a:spLocks noGrp="1"/>
          </p:cNvSpPr>
          <p:nvPr>
            <p:ph type="title"/>
          </p:nvPr>
        </p:nvSpPr>
        <p:spPr>
          <a:xfrm>
            <a:off x="311700" y="445025"/>
            <a:ext cx="8520600" cy="572700"/>
          </a:xfrm>
          <a:prstGeom prst="rect">
            <a:avLst/>
          </a:prstGeom>
          <a:noFill/>
          <a:ln>
            <a:noFill/>
          </a:ln>
        </p:spPr>
        <p:txBody>
          <a:bodyPr spcFirstLastPara="1" wrap="square" lIns="0" tIns="0" rIns="91425" bIns="0" anchor="t" anchorCtr="0">
            <a:spAutoFit/>
          </a:bodyPr>
          <a:lstStyle>
            <a:lvl1pPr lvl="0" algn="l">
              <a:lnSpc>
                <a:spcPct val="100000"/>
              </a:lnSpc>
              <a:spcBef>
                <a:spcPts val="0"/>
              </a:spcBef>
              <a:spcAft>
                <a:spcPts val="0"/>
              </a:spcAft>
              <a:buSzPts val="1400"/>
              <a:buChar char="●"/>
              <a:defRPr/>
            </a:lvl1pPr>
            <a:lvl2pPr lvl="1" algn="l">
              <a:lnSpc>
                <a:spcPct val="100000"/>
              </a:lnSpc>
              <a:spcBef>
                <a:spcPts val="0"/>
              </a:spcBef>
              <a:spcAft>
                <a:spcPts val="0"/>
              </a:spcAft>
              <a:buSzPts val="1400"/>
              <a:buChar char="○"/>
              <a:defRPr/>
            </a:lvl2pPr>
            <a:lvl3pPr lvl="2" algn="l">
              <a:lnSpc>
                <a:spcPct val="100000"/>
              </a:lnSpc>
              <a:spcBef>
                <a:spcPts val="0"/>
              </a:spcBef>
              <a:spcAft>
                <a:spcPts val="0"/>
              </a:spcAft>
              <a:buSzPts val="1400"/>
              <a:buChar char="■"/>
              <a:defRPr/>
            </a:lvl3pPr>
            <a:lvl4pPr lvl="3" algn="l">
              <a:lnSpc>
                <a:spcPct val="100000"/>
              </a:lnSpc>
              <a:spcBef>
                <a:spcPts val="0"/>
              </a:spcBef>
              <a:spcAft>
                <a:spcPts val="0"/>
              </a:spcAft>
              <a:buSzPts val="1400"/>
              <a:buChar char="●"/>
              <a:defRPr/>
            </a:lvl4pPr>
            <a:lvl5pPr lvl="4" algn="l">
              <a:lnSpc>
                <a:spcPct val="100000"/>
              </a:lnSpc>
              <a:spcBef>
                <a:spcPts val="0"/>
              </a:spcBef>
              <a:spcAft>
                <a:spcPts val="0"/>
              </a:spcAft>
              <a:buSzPts val="1400"/>
              <a:buChar char="○"/>
              <a:defRPr/>
            </a:lvl5pPr>
            <a:lvl6pPr lvl="5" algn="l">
              <a:lnSpc>
                <a:spcPct val="100000"/>
              </a:lnSpc>
              <a:spcBef>
                <a:spcPts val="0"/>
              </a:spcBef>
              <a:spcAft>
                <a:spcPts val="0"/>
              </a:spcAft>
              <a:buSzPts val="1400"/>
              <a:buChar char="■"/>
              <a:defRPr/>
            </a:lvl6pPr>
            <a:lvl7pPr lvl="6" algn="l">
              <a:lnSpc>
                <a:spcPct val="100000"/>
              </a:lnSpc>
              <a:spcBef>
                <a:spcPts val="0"/>
              </a:spcBef>
              <a:spcAft>
                <a:spcPts val="0"/>
              </a:spcAft>
              <a:buSzPts val="1400"/>
              <a:buChar char="●"/>
              <a:defRPr/>
            </a:lvl7pPr>
            <a:lvl8pPr lvl="7" algn="l">
              <a:lnSpc>
                <a:spcPct val="100000"/>
              </a:lnSpc>
              <a:spcBef>
                <a:spcPts val="0"/>
              </a:spcBef>
              <a:spcAft>
                <a:spcPts val="0"/>
              </a:spcAft>
              <a:buSzPts val="1400"/>
              <a:buChar char="○"/>
              <a:defRPr/>
            </a:lvl8pPr>
            <a:lvl9pPr lvl="8" algn="l">
              <a:lnSpc>
                <a:spcPct val="100000"/>
              </a:lnSpc>
              <a:spcBef>
                <a:spcPts val="0"/>
              </a:spcBef>
              <a:spcAft>
                <a:spcPts val="0"/>
              </a:spcAft>
              <a:buSzPts val="1400"/>
              <a:buChar char="■"/>
              <a:defRPr/>
            </a:lvl9pPr>
          </a:lstStyle>
          <a:p>
            <a:endParaRPr/>
          </a:p>
        </p:txBody>
      </p:sp>
      <p:sp>
        <p:nvSpPr>
          <p:cNvPr id="935" name="Google Shape;935;p111"/>
          <p:cNvSpPr txBox="1">
            <a:spLocks noGrp="1"/>
          </p:cNvSpPr>
          <p:nvPr>
            <p:ph type="subTitle" idx="7"/>
          </p:nvPr>
        </p:nvSpPr>
        <p:spPr>
          <a:xfrm>
            <a:off x="311725" y="3430500"/>
            <a:ext cx="2627100" cy="4812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1400"/>
              <a:buNone/>
              <a:defRPr/>
            </a:lvl1pPr>
            <a:lvl2pPr lvl="1" algn="l">
              <a:lnSpc>
                <a:spcPct val="115000"/>
              </a:lnSpc>
              <a:spcBef>
                <a:spcPts val="0"/>
              </a:spcBef>
              <a:spcAft>
                <a:spcPts val="0"/>
              </a:spcAft>
              <a:buSzPts val="1800"/>
              <a:buNone/>
              <a:defRPr sz="1800"/>
            </a:lvl2pPr>
            <a:lvl3pPr lvl="2" algn="l">
              <a:lnSpc>
                <a:spcPct val="115000"/>
              </a:lnSpc>
              <a:spcBef>
                <a:spcPts val="0"/>
              </a:spcBef>
              <a:spcAft>
                <a:spcPts val="0"/>
              </a:spcAft>
              <a:buSzPts val="1800"/>
              <a:buNone/>
              <a:defRPr sz="1800"/>
            </a:lvl3pPr>
            <a:lvl4pPr lvl="3" algn="l">
              <a:lnSpc>
                <a:spcPct val="115000"/>
              </a:lnSpc>
              <a:spcBef>
                <a:spcPts val="0"/>
              </a:spcBef>
              <a:spcAft>
                <a:spcPts val="0"/>
              </a:spcAft>
              <a:buSzPts val="1800"/>
              <a:buNone/>
              <a:defRPr sz="1800"/>
            </a:lvl4pPr>
            <a:lvl5pPr lvl="4" algn="l">
              <a:lnSpc>
                <a:spcPct val="115000"/>
              </a:lnSpc>
              <a:spcBef>
                <a:spcPts val="0"/>
              </a:spcBef>
              <a:spcAft>
                <a:spcPts val="0"/>
              </a:spcAft>
              <a:buSzPts val="1800"/>
              <a:buNone/>
              <a:defRPr sz="1800"/>
            </a:lvl5pPr>
            <a:lvl6pPr lvl="5" algn="l">
              <a:lnSpc>
                <a:spcPct val="115000"/>
              </a:lnSpc>
              <a:spcBef>
                <a:spcPts val="0"/>
              </a:spcBef>
              <a:spcAft>
                <a:spcPts val="0"/>
              </a:spcAft>
              <a:buSzPts val="1800"/>
              <a:buNone/>
              <a:defRPr sz="1800"/>
            </a:lvl6pPr>
            <a:lvl7pPr lvl="6" algn="l">
              <a:lnSpc>
                <a:spcPct val="115000"/>
              </a:lnSpc>
              <a:spcBef>
                <a:spcPts val="0"/>
              </a:spcBef>
              <a:spcAft>
                <a:spcPts val="0"/>
              </a:spcAft>
              <a:buSzPts val="1800"/>
              <a:buNone/>
              <a:defRPr sz="1800"/>
            </a:lvl7pPr>
            <a:lvl8pPr lvl="7" algn="l">
              <a:lnSpc>
                <a:spcPct val="115000"/>
              </a:lnSpc>
              <a:spcBef>
                <a:spcPts val="0"/>
              </a:spcBef>
              <a:spcAft>
                <a:spcPts val="0"/>
              </a:spcAft>
              <a:buSzPts val="1800"/>
              <a:buNone/>
              <a:defRPr sz="1800"/>
            </a:lvl8pPr>
            <a:lvl9pPr lvl="8" algn="l">
              <a:lnSpc>
                <a:spcPct val="115000"/>
              </a:lnSpc>
              <a:spcBef>
                <a:spcPts val="0"/>
              </a:spcBef>
              <a:spcAft>
                <a:spcPts val="0"/>
              </a:spcAft>
              <a:buSzPts val="1800"/>
              <a:buNone/>
              <a:defRPr sz="1800"/>
            </a:lvl9pPr>
          </a:lstStyle>
          <a:p>
            <a:endParaRPr/>
          </a:p>
        </p:txBody>
      </p:sp>
      <p:sp>
        <p:nvSpPr>
          <p:cNvPr id="936" name="Google Shape;936;p111"/>
          <p:cNvSpPr txBox="1">
            <a:spLocks noGrp="1"/>
          </p:cNvSpPr>
          <p:nvPr>
            <p:ph type="subTitle" idx="8"/>
          </p:nvPr>
        </p:nvSpPr>
        <p:spPr>
          <a:xfrm>
            <a:off x="6205225" y="3430500"/>
            <a:ext cx="2627100" cy="4812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1400"/>
              <a:buNone/>
              <a:defRPr/>
            </a:lvl1pPr>
            <a:lvl2pPr lvl="1" algn="l">
              <a:lnSpc>
                <a:spcPct val="115000"/>
              </a:lnSpc>
              <a:spcBef>
                <a:spcPts val="0"/>
              </a:spcBef>
              <a:spcAft>
                <a:spcPts val="0"/>
              </a:spcAft>
              <a:buSzPts val="1800"/>
              <a:buNone/>
              <a:defRPr sz="1800"/>
            </a:lvl2pPr>
            <a:lvl3pPr lvl="2" algn="l">
              <a:lnSpc>
                <a:spcPct val="115000"/>
              </a:lnSpc>
              <a:spcBef>
                <a:spcPts val="0"/>
              </a:spcBef>
              <a:spcAft>
                <a:spcPts val="0"/>
              </a:spcAft>
              <a:buSzPts val="1800"/>
              <a:buNone/>
              <a:defRPr sz="1800"/>
            </a:lvl3pPr>
            <a:lvl4pPr lvl="3" algn="l">
              <a:lnSpc>
                <a:spcPct val="115000"/>
              </a:lnSpc>
              <a:spcBef>
                <a:spcPts val="0"/>
              </a:spcBef>
              <a:spcAft>
                <a:spcPts val="0"/>
              </a:spcAft>
              <a:buSzPts val="1800"/>
              <a:buNone/>
              <a:defRPr sz="1800"/>
            </a:lvl4pPr>
            <a:lvl5pPr lvl="4" algn="l">
              <a:lnSpc>
                <a:spcPct val="115000"/>
              </a:lnSpc>
              <a:spcBef>
                <a:spcPts val="0"/>
              </a:spcBef>
              <a:spcAft>
                <a:spcPts val="0"/>
              </a:spcAft>
              <a:buSzPts val="1800"/>
              <a:buNone/>
              <a:defRPr sz="1800"/>
            </a:lvl5pPr>
            <a:lvl6pPr lvl="5" algn="l">
              <a:lnSpc>
                <a:spcPct val="115000"/>
              </a:lnSpc>
              <a:spcBef>
                <a:spcPts val="0"/>
              </a:spcBef>
              <a:spcAft>
                <a:spcPts val="0"/>
              </a:spcAft>
              <a:buSzPts val="1800"/>
              <a:buNone/>
              <a:defRPr sz="1800"/>
            </a:lvl6pPr>
            <a:lvl7pPr lvl="6" algn="l">
              <a:lnSpc>
                <a:spcPct val="115000"/>
              </a:lnSpc>
              <a:spcBef>
                <a:spcPts val="0"/>
              </a:spcBef>
              <a:spcAft>
                <a:spcPts val="0"/>
              </a:spcAft>
              <a:buSzPts val="1800"/>
              <a:buNone/>
              <a:defRPr sz="1800"/>
            </a:lvl7pPr>
            <a:lvl8pPr lvl="7" algn="l">
              <a:lnSpc>
                <a:spcPct val="115000"/>
              </a:lnSpc>
              <a:spcBef>
                <a:spcPts val="0"/>
              </a:spcBef>
              <a:spcAft>
                <a:spcPts val="0"/>
              </a:spcAft>
              <a:buSzPts val="1800"/>
              <a:buNone/>
              <a:defRPr sz="1800"/>
            </a:lvl8pPr>
            <a:lvl9pPr lvl="8" algn="l">
              <a:lnSpc>
                <a:spcPct val="115000"/>
              </a:lnSpc>
              <a:spcBef>
                <a:spcPts val="0"/>
              </a:spcBef>
              <a:spcAft>
                <a:spcPts val="0"/>
              </a:spcAft>
              <a:buSzPts val="1800"/>
              <a:buNone/>
              <a:defRPr sz="1800"/>
            </a:lvl9pPr>
          </a:lstStyle>
          <a:p>
            <a:endParaRPr/>
          </a:p>
        </p:txBody>
      </p:sp>
      <p:sp>
        <p:nvSpPr>
          <p:cNvPr id="937" name="Google Shape;937;p111"/>
          <p:cNvSpPr txBox="1">
            <a:spLocks noGrp="1"/>
          </p:cNvSpPr>
          <p:nvPr>
            <p:ph type="subTitle" idx="9"/>
          </p:nvPr>
        </p:nvSpPr>
        <p:spPr>
          <a:xfrm>
            <a:off x="3255250" y="3430500"/>
            <a:ext cx="2627100" cy="481200"/>
          </a:xfrm>
          <a:prstGeom prst="rect">
            <a:avLst/>
          </a:prstGeom>
          <a:noFill/>
          <a:ln>
            <a:noFill/>
          </a:ln>
        </p:spPr>
        <p:txBody>
          <a:bodyPr spcFirstLastPara="1" wrap="square" lIns="91425" tIns="91425" rIns="91425" bIns="91425" anchor="t" anchorCtr="0">
            <a:noAutofit/>
          </a:bodyPr>
          <a:lstStyle>
            <a:lvl1pPr lvl="0" algn="l">
              <a:lnSpc>
                <a:spcPct val="115000"/>
              </a:lnSpc>
              <a:spcBef>
                <a:spcPts val="0"/>
              </a:spcBef>
              <a:spcAft>
                <a:spcPts val="0"/>
              </a:spcAft>
              <a:buSzPts val="1400"/>
              <a:buNone/>
              <a:defRPr/>
            </a:lvl1pPr>
            <a:lvl2pPr lvl="1" algn="l">
              <a:lnSpc>
                <a:spcPct val="115000"/>
              </a:lnSpc>
              <a:spcBef>
                <a:spcPts val="0"/>
              </a:spcBef>
              <a:spcAft>
                <a:spcPts val="0"/>
              </a:spcAft>
              <a:buSzPts val="1800"/>
              <a:buNone/>
              <a:defRPr sz="1800"/>
            </a:lvl2pPr>
            <a:lvl3pPr lvl="2" algn="l">
              <a:lnSpc>
                <a:spcPct val="115000"/>
              </a:lnSpc>
              <a:spcBef>
                <a:spcPts val="0"/>
              </a:spcBef>
              <a:spcAft>
                <a:spcPts val="0"/>
              </a:spcAft>
              <a:buSzPts val="1800"/>
              <a:buNone/>
              <a:defRPr sz="1800"/>
            </a:lvl3pPr>
            <a:lvl4pPr lvl="3" algn="l">
              <a:lnSpc>
                <a:spcPct val="115000"/>
              </a:lnSpc>
              <a:spcBef>
                <a:spcPts val="0"/>
              </a:spcBef>
              <a:spcAft>
                <a:spcPts val="0"/>
              </a:spcAft>
              <a:buSzPts val="1800"/>
              <a:buNone/>
              <a:defRPr sz="1800"/>
            </a:lvl4pPr>
            <a:lvl5pPr lvl="4" algn="l">
              <a:lnSpc>
                <a:spcPct val="115000"/>
              </a:lnSpc>
              <a:spcBef>
                <a:spcPts val="0"/>
              </a:spcBef>
              <a:spcAft>
                <a:spcPts val="0"/>
              </a:spcAft>
              <a:buSzPts val="1800"/>
              <a:buNone/>
              <a:defRPr sz="1800"/>
            </a:lvl5pPr>
            <a:lvl6pPr lvl="5" algn="l">
              <a:lnSpc>
                <a:spcPct val="115000"/>
              </a:lnSpc>
              <a:spcBef>
                <a:spcPts val="0"/>
              </a:spcBef>
              <a:spcAft>
                <a:spcPts val="0"/>
              </a:spcAft>
              <a:buSzPts val="1800"/>
              <a:buNone/>
              <a:defRPr sz="1800"/>
            </a:lvl6pPr>
            <a:lvl7pPr lvl="6" algn="l">
              <a:lnSpc>
                <a:spcPct val="115000"/>
              </a:lnSpc>
              <a:spcBef>
                <a:spcPts val="0"/>
              </a:spcBef>
              <a:spcAft>
                <a:spcPts val="0"/>
              </a:spcAft>
              <a:buSzPts val="1800"/>
              <a:buNone/>
              <a:defRPr sz="1800"/>
            </a:lvl7pPr>
            <a:lvl8pPr lvl="7" algn="l">
              <a:lnSpc>
                <a:spcPct val="115000"/>
              </a:lnSpc>
              <a:spcBef>
                <a:spcPts val="0"/>
              </a:spcBef>
              <a:spcAft>
                <a:spcPts val="0"/>
              </a:spcAft>
              <a:buSzPts val="1800"/>
              <a:buNone/>
              <a:defRPr sz="1800"/>
            </a:lvl8pPr>
            <a:lvl9pPr lvl="8" algn="l">
              <a:lnSpc>
                <a:spcPct val="115000"/>
              </a:lnSpc>
              <a:spcBef>
                <a:spcPts val="0"/>
              </a:spcBef>
              <a:spcAft>
                <a:spcPts val="0"/>
              </a:spcAft>
              <a:buSzPts val="1800"/>
              <a:buNone/>
              <a:defRPr sz="1800"/>
            </a:lvl9pPr>
          </a:lstStyle>
          <a:p>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matchingName="Image only">
  <p:cSld name="Image only">
    <p:spTree>
      <p:nvGrpSpPr>
        <p:cNvPr id="1" name="Shape 938"/>
        <p:cNvGrpSpPr/>
        <p:nvPr/>
      </p:nvGrpSpPr>
      <p:grpSpPr>
        <a:xfrm>
          <a:off x="0" y="0"/>
          <a:ext cx="0" cy="0"/>
          <a:chOff x="0" y="0"/>
          <a:chExt cx="0" cy="0"/>
        </a:xfrm>
      </p:grpSpPr>
      <p:sp>
        <p:nvSpPr>
          <p:cNvPr id="939" name="Google Shape;939;p112"/>
          <p:cNvSpPr>
            <a:spLocks noGrp="1"/>
          </p:cNvSpPr>
          <p:nvPr>
            <p:ph type="pic" idx="2"/>
          </p:nvPr>
        </p:nvSpPr>
        <p:spPr>
          <a:xfrm>
            <a:off x="311700" y="445025"/>
            <a:ext cx="8520600" cy="4218300"/>
          </a:xfrm>
          <a:prstGeom prst="rect">
            <a:avLst/>
          </a:prstGeom>
          <a:noFill/>
          <a:ln>
            <a:noFill/>
          </a:ln>
        </p:spPr>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matchingName="Image grid">
  <p:cSld name="Image grid">
    <p:spTree>
      <p:nvGrpSpPr>
        <p:cNvPr id="1" name="Shape 940"/>
        <p:cNvGrpSpPr/>
        <p:nvPr/>
      </p:nvGrpSpPr>
      <p:grpSpPr>
        <a:xfrm>
          <a:off x="0" y="0"/>
          <a:ext cx="0" cy="0"/>
          <a:chOff x="0" y="0"/>
          <a:chExt cx="0" cy="0"/>
        </a:xfrm>
      </p:grpSpPr>
      <p:sp>
        <p:nvSpPr>
          <p:cNvPr id="941" name="Google Shape;941;p113"/>
          <p:cNvSpPr>
            <a:spLocks noGrp="1"/>
          </p:cNvSpPr>
          <p:nvPr>
            <p:ph type="pic" idx="2"/>
          </p:nvPr>
        </p:nvSpPr>
        <p:spPr>
          <a:xfrm>
            <a:off x="3389600" y="118913"/>
            <a:ext cx="1643700" cy="1535100"/>
          </a:xfrm>
          <a:prstGeom prst="rect">
            <a:avLst/>
          </a:prstGeom>
          <a:noFill/>
          <a:ln>
            <a:noFill/>
          </a:ln>
        </p:spPr>
      </p:sp>
      <p:sp>
        <p:nvSpPr>
          <p:cNvPr id="942" name="Google Shape;942;p113"/>
          <p:cNvSpPr>
            <a:spLocks noGrp="1"/>
          </p:cNvSpPr>
          <p:nvPr>
            <p:ph type="pic" idx="3"/>
          </p:nvPr>
        </p:nvSpPr>
        <p:spPr>
          <a:xfrm>
            <a:off x="5195935" y="118913"/>
            <a:ext cx="1643700" cy="1535100"/>
          </a:xfrm>
          <a:prstGeom prst="rect">
            <a:avLst/>
          </a:prstGeom>
          <a:noFill/>
          <a:ln>
            <a:noFill/>
          </a:ln>
        </p:spPr>
      </p:sp>
      <p:sp>
        <p:nvSpPr>
          <p:cNvPr id="943" name="Google Shape;943;p113"/>
          <p:cNvSpPr>
            <a:spLocks noGrp="1"/>
          </p:cNvSpPr>
          <p:nvPr>
            <p:ph type="pic" idx="4"/>
          </p:nvPr>
        </p:nvSpPr>
        <p:spPr>
          <a:xfrm>
            <a:off x="7002270" y="118913"/>
            <a:ext cx="1643700" cy="1535100"/>
          </a:xfrm>
          <a:prstGeom prst="rect">
            <a:avLst/>
          </a:prstGeom>
          <a:noFill/>
          <a:ln>
            <a:noFill/>
          </a:ln>
        </p:spPr>
      </p:sp>
      <p:sp>
        <p:nvSpPr>
          <p:cNvPr id="944" name="Google Shape;944;p113"/>
          <p:cNvSpPr>
            <a:spLocks noGrp="1"/>
          </p:cNvSpPr>
          <p:nvPr>
            <p:ph type="pic" idx="5"/>
          </p:nvPr>
        </p:nvSpPr>
        <p:spPr>
          <a:xfrm>
            <a:off x="3389588" y="1804212"/>
            <a:ext cx="1643700" cy="1535100"/>
          </a:xfrm>
          <a:prstGeom prst="rect">
            <a:avLst/>
          </a:prstGeom>
          <a:noFill/>
          <a:ln>
            <a:noFill/>
          </a:ln>
        </p:spPr>
      </p:sp>
      <p:sp>
        <p:nvSpPr>
          <p:cNvPr id="945" name="Google Shape;945;p113"/>
          <p:cNvSpPr>
            <a:spLocks noGrp="1"/>
          </p:cNvSpPr>
          <p:nvPr>
            <p:ph type="pic" idx="6"/>
          </p:nvPr>
        </p:nvSpPr>
        <p:spPr>
          <a:xfrm>
            <a:off x="5195922" y="1804212"/>
            <a:ext cx="1643700" cy="1535100"/>
          </a:xfrm>
          <a:prstGeom prst="rect">
            <a:avLst/>
          </a:prstGeom>
          <a:noFill/>
          <a:ln>
            <a:noFill/>
          </a:ln>
        </p:spPr>
      </p:sp>
      <p:sp>
        <p:nvSpPr>
          <p:cNvPr id="946" name="Google Shape;946;p113"/>
          <p:cNvSpPr>
            <a:spLocks noGrp="1"/>
          </p:cNvSpPr>
          <p:nvPr>
            <p:ph type="pic" idx="7"/>
          </p:nvPr>
        </p:nvSpPr>
        <p:spPr>
          <a:xfrm>
            <a:off x="7002257" y="1804212"/>
            <a:ext cx="1643700" cy="1535100"/>
          </a:xfrm>
          <a:prstGeom prst="rect">
            <a:avLst/>
          </a:prstGeom>
          <a:noFill/>
          <a:ln>
            <a:noFill/>
          </a:ln>
        </p:spPr>
      </p:sp>
      <p:sp>
        <p:nvSpPr>
          <p:cNvPr id="947" name="Google Shape;947;p113"/>
          <p:cNvSpPr txBox="1">
            <a:spLocks noGrp="1"/>
          </p:cNvSpPr>
          <p:nvPr>
            <p:ph type="title"/>
          </p:nvPr>
        </p:nvSpPr>
        <p:spPr>
          <a:xfrm>
            <a:off x="351550" y="445025"/>
            <a:ext cx="2596800" cy="1706400"/>
          </a:xfrm>
          <a:prstGeom prst="rect">
            <a:avLst/>
          </a:prstGeom>
          <a:noFill/>
          <a:ln>
            <a:noFill/>
          </a:ln>
        </p:spPr>
        <p:txBody>
          <a:bodyPr spcFirstLastPara="1" wrap="square" lIns="0" tIns="0" rIns="91425" bIns="0" anchor="t" anchorCtr="0">
            <a:spAutoFit/>
          </a:bodyPr>
          <a:lstStyle>
            <a:lvl1pPr lvl="0" algn="l">
              <a:lnSpc>
                <a:spcPct val="100000"/>
              </a:lnSpc>
              <a:spcBef>
                <a:spcPts val="0"/>
              </a:spcBef>
              <a:spcAft>
                <a:spcPts val="0"/>
              </a:spcAft>
              <a:buSzPts val="1400"/>
              <a:buChar char="●"/>
              <a:defRPr/>
            </a:lvl1pPr>
            <a:lvl2pPr lvl="1" algn="l">
              <a:lnSpc>
                <a:spcPct val="100000"/>
              </a:lnSpc>
              <a:spcBef>
                <a:spcPts val="0"/>
              </a:spcBef>
              <a:spcAft>
                <a:spcPts val="0"/>
              </a:spcAft>
              <a:buSzPts val="1400"/>
              <a:buChar char="○"/>
              <a:defRPr/>
            </a:lvl2pPr>
            <a:lvl3pPr lvl="2" algn="l">
              <a:lnSpc>
                <a:spcPct val="100000"/>
              </a:lnSpc>
              <a:spcBef>
                <a:spcPts val="0"/>
              </a:spcBef>
              <a:spcAft>
                <a:spcPts val="0"/>
              </a:spcAft>
              <a:buSzPts val="1400"/>
              <a:buChar char="■"/>
              <a:defRPr/>
            </a:lvl3pPr>
            <a:lvl4pPr lvl="3" algn="l">
              <a:lnSpc>
                <a:spcPct val="100000"/>
              </a:lnSpc>
              <a:spcBef>
                <a:spcPts val="0"/>
              </a:spcBef>
              <a:spcAft>
                <a:spcPts val="0"/>
              </a:spcAft>
              <a:buSzPts val="1400"/>
              <a:buChar char="●"/>
              <a:defRPr/>
            </a:lvl4pPr>
            <a:lvl5pPr lvl="4" algn="l">
              <a:lnSpc>
                <a:spcPct val="100000"/>
              </a:lnSpc>
              <a:spcBef>
                <a:spcPts val="0"/>
              </a:spcBef>
              <a:spcAft>
                <a:spcPts val="0"/>
              </a:spcAft>
              <a:buSzPts val="1400"/>
              <a:buChar char="○"/>
              <a:defRPr/>
            </a:lvl5pPr>
            <a:lvl6pPr lvl="5" algn="l">
              <a:lnSpc>
                <a:spcPct val="100000"/>
              </a:lnSpc>
              <a:spcBef>
                <a:spcPts val="0"/>
              </a:spcBef>
              <a:spcAft>
                <a:spcPts val="0"/>
              </a:spcAft>
              <a:buSzPts val="1400"/>
              <a:buChar char="■"/>
              <a:defRPr/>
            </a:lvl6pPr>
            <a:lvl7pPr lvl="6" algn="l">
              <a:lnSpc>
                <a:spcPct val="100000"/>
              </a:lnSpc>
              <a:spcBef>
                <a:spcPts val="0"/>
              </a:spcBef>
              <a:spcAft>
                <a:spcPts val="0"/>
              </a:spcAft>
              <a:buSzPts val="1400"/>
              <a:buChar char="●"/>
              <a:defRPr/>
            </a:lvl7pPr>
            <a:lvl8pPr lvl="7" algn="l">
              <a:lnSpc>
                <a:spcPct val="100000"/>
              </a:lnSpc>
              <a:spcBef>
                <a:spcPts val="0"/>
              </a:spcBef>
              <a:spcAft>
                <a:spcPts val="0"/>
              </a:spcAft>
              <a:buSzPts val="1400"/>
              <a:buChar char="○"/>
              <a:defRPr/>
            </a:lvl8pPr>
            <a:lvl9pPr lvl="8" algn="l">
              <a:lnSpc>
                <a:spcPct val="100000"/>
              </a:lnSpc>
              <a:spcBef>
                <a:spcPts val="0"/>
              </a:spcBef>
              <a:spcAft>
                <a:spcPts val="0"/>
              </a:spcAft>
              <a:buSzPts val="1400"/>
              <a:buChar char="■"/>
              <a:defRPr/>
            </a:lvl9pPr>
          </a:lstStyle>
          <a:p>
            <a:endParaRPr/>
          </a:p>
        </p:txBody>
      </p:sp>
      <p:sp>
        <p:nvSpPr>
          <p:cNvPr id="948" name="Google Shape;948;p113"/>
          <p:cNvSpPr>
            <a:spLocks noGrp="1"/>
          </p:cNvSpPr>
          <p:nvPr>
            <p:ph type="pic" idx="8"/>
          </p:nvPr>
        </p:nvSpPr>
        <p:spPr>
          <a:xfrm>
            <a:off x="3389588" y="3489487"/>
            <a:ext cx="1643700" cy="1535100"/>
          </a:xfrm>
          <a:prstGeom prst="rect">
            <a:avLst/>
          </a:prstGeom>
          <a:noFill/>
          <a:ln>
            <a:noFill/>
          </a:ln>
        </p:spPr>
      </p:sp>
      <p:sp>
        <p:nvSpPr>
          <p:cNvPr id="949" name="Google Shape;949;p113"/>
          <p:cNvSpPr>
            <a:spLocks noGrp="1"/>
          </p:cNvSpPr>
          <p:nvPr>
            <p:ph type="pic" idx="9"/>
          </p:nvPr>
        </p:nvSpPr>
        <p:spPr>
          <a:xfrm>
            <a:off x="5195922" y="3489487"/>
            <a:ext cx="1643700" cy="1535100"/>
          </a:xfrm>
          <a:prstGeom prst="rect">
            <a:avLst/>
          </a:prstGeom>
          <a:noFill/>
          <a:ln>
            <a:noFill/>
          </a:ln>
        </p:spPr>
      </p:sp>
      <p:sp>
        <p:nvSpPr>
          <p:cNvPr id="950" name="Google Shape;950;p113"/>
          <p:cNvSpPr>
            <a:spLocks noGrp="1"/>
          </p:cNvSpPr>
          <p:nvPr>
            <p:ph type="pic" idx="13"/>
          </p:nvPr>
        </p:nvSpPr>
        <p:spPr>
          <a:xfrm>
            <a:off x="7002257" y="3489487"/>
            <a:ext cx="1643700" cy="1535100"/>
          </a:xfrm>
          <a:prstGeom prst="rect">
            <a:avLst/>
          </a:prstGeom>
          <a:noFill/>
          <a:ln>
            <a:noFill/>
          </a:ln>
        </p:spPr>
      </p:sp>
    </p:spTree>
  </p:cSld>
  <p:clrMapOvr>
    <a:masterClrMapping/>
  </p:clrMapOvr>
  <p:extLst>
    <p:ext uri="{DCECCB84-F9BA-43D5-87BE-67443E8EF086}">
      <p15:sldGuideLst xmlns:p15="http://schemas.microsoft.com/office/powerpoint/2012/main">
        <p15:guide id="1" pos="5564">
          <p15:clr>
            <a:srgbClr val="E46962"/>
          </p15:clr>
        </p15:guide>
      </p15:sldGuideLst>
    </p:ext>
  </p:extLst>
</p:sldLayout>
</file>

<file path=ppt/slideLayouts/slideLayout111.xml><?xml version="1.0" encoding="utf-8"?>
<p:sldLayout xmlns:a="http://schemas.openxmlformats.org/drawingml/2006/main" xmlns:r="http://schemas.openxmlformats.org/officeDocument/2006/relationships" xmlns:p="http://schemas.openxmlformats.org/presentationml/2006/main" matchingName="Title slide 1" type="title">
  <p:cSld name="TITLE">
    <p:bg>
      <p:bgPr>
        <a:solidFill>
          <a:schemeClr val="accent3"/>
        </a:solidFill>
        <a:effectLst/>
      </p:bgPr>
    </p:bg>
    <p:spTree>
      <p:nvGrpSpPr>
        <p:cNvPr id="1" name="Shape 951"/>
        <p:cNvGrpSpPr/>
        <p:nvPr/>
      </p:nvGrpSpPr>
      <p:grpSpPr>
        <a:xfrm>
          <a:off x="0" y="0"/>
          <a:ext cx="0" cy="0"/>
          <a:chOff x="0" y="0"/>
          <a:chExt cx="0" cy="0"/>
        </a:xfrm>
      </p:grpSpPr>
      <p:grpSp>
        <p:nvGrpSpPr>
          <p:cNvPr id="952" name="Google Shape;952;p114"/>
          <p:cNvGrpSpPr/>
          <p:nvPr/>
        </p:nvGrpSpPr>
        <p:grpSpPr>
          <a:xfrm>
            <a:off x="7343003" y="3409675"/>
            <a:ext cx="1691422" cy="1732548"/>
            <a:chOff x="7343003" y="3409675"/>
            <a:chExt cx="1691422" cy="1732548"/>
          </a:xfrm>
        </p:grpSpPr>
        <p:grpSp>
          <p:nvGrpSpPr>
            <p:cNvPr id="953" name="Google Shape;953;p114"/>
            <p:cNvGrpSpPr/>
            <p:nvPr/>
          </p:nvGrpSpPr>
          <p:grpSpPr>
            <a:xfrm>
              <a:off x="7343003" y="4453711"/>
              <a:ext cx="316800" cy="688512"/>
              <a:chOff x="7343003" y="4453711"/>
              <a:chExt cx="316800" cy="688512"/>
            </a:xfrm>
          </p:grpSpPr>
          <p:sp>
            <p:nvSpPr>
              <p:cNvPr id="954" name="Google Shape;954;p114"/>
              <p:cNvSpPr/>
              <p:nvPr/>
            </p:nvSpPr>
            <p:spPr>
              <a:xfrm>
                <a:off x="7343003"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5" name="Google Shape;955;p114"/>
              <p:cNvSpPr/>
              <p:nvPr/>
            </p:nvSpPr>
            <p:spPr>
              <a:xfrm>
                <a:off x="7343003"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956" name="Google Shape;956;p114"/>
            <p:cNvGrpSpPr/>
            <p:nvPr/>
          </p:nvGrpSpPr>
          <p:grpSpPr>
            <a:xfrm>
              <a:off x="7801210" y="4105700"/>
              <a:ext cx="316800" cy="1036523"/>
              <a:chOff x="7801210" y="4105700"/>
              <a:chExt cx="316800" cy="1036523"/>
            </a:xfrm>
          </p:grpSpPr>
          <p:sp>
            <p:nvSpPr>
              <p:cNvPr id="957" name="Google Shape;957;p114"/>
              <p:cNvSpPr/>
              <p:nvPr/>
            </p:nvSpPr>
            <p:spPr>
              <a:xfrm>
                <a:off x="7801210"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8" name="Google Shape;958;p114"/>
              <p:cNvSpPr/>
              <p:nvPr/>
            </p:nvSpPr>
            <p:spPr>
              <a:xfrm>
                <a:off x="7801210"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9" name="Google Shape;959;p114"/>
              <p:cNvSpPr/>
              <p:nvPr/>
            </p:nvSpPr>
            <p:spPr>
              <a:xfrm>
                <a:off x="7801210"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960" name="Google Shape;960;p114"/>
            <p:cNvGrpSpPr/>
            <p:nvPr/>
          </p:nvGrpSpPr>
          <p:grpSpPr>
            <a:xfrm>
              <a:off x="8259418" y="3757688"/>
              <a:ext cx="316800" cy="1384535"/>
              <a:chOff x="8259418" y="3757688"/>
              <a:chExt cx="316800" cy="1384535"/>
            </a:xfrm>
          </p:grpSpPr>
          <p:sp>
            <p:nvSpPr>
              <p:cNvPr id="961" name="Google Shape;961;p114"/>
              <p:cNvSpPr/>
              <p:nvPr/>
            </p:nvSpPr>
            <p:spPr>
              <a:xfrm>
                <a:off x="8259418"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2" name="Google Shape;962;p114"/>
              <p:cNvSpPr/>
              <p:nvPr/>
            </p:nvSpPr>
            <p:spPr>
              <a:xfrm>
                <a:off x="8259418" y="3757688"/>
                <a:ext cx="316800" cy="1384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3" name="Google Shape;963;p114"/>
              <p:cNvSpPr/>
              <p:nvPr/>
            </p:nvSpPr>
            <p:spPr>
              <a:xfrm>
                <a:off x="8259418"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4" name="Google Shape;964;p114"/>
              <p:cNvSpPr/>
              <p:nvPr/>
            </p:nvSpPr>
            <p:spPr>
              <a:xfrm>
                <a:off x="8259418"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965" name="Google Shape;965;p114"/>
            <p:cNvGrpSpPr/>
            <p:nvPr/>
          </p:nvGrpSpPr>
          <p:grpSpPr>
            <a:xfrm>
              <a:off x="8717625" y="3409675"/>
              <a:ext cx="316800" cy="1732548"/>
              <a:chOff x="8717625" y="3409675"/>
              <a:chExt cx="316800" cy="1732548"/>
            </a:xfrm>
          </p:grpSpPr>
          <p:sp>
            <p:nvSpPr>
              <p:cNvPr id="966" name="Google Shape;966;p114"/>
              <p:cNvSpPr/>
              <p:nvPr/>
            </p:nvSpPr>
            <p:spPr>
              <a:xfrm>
                <a:off x="8717625"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7" name="Google Shape;967;p114"/>
              <p:cNvSpPr/>
              <p:nvPr/>
            </p:nvSpPr>
            <p:spPr>
              <a:xfrm>
                <a:off x="8717625" y="3757688"/>
                <a:ext cx="316800" cy="1384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8" name="Google Shape;968;p114"/>
              <p:cNvSpPr/>
              <p:nvPr/>
            </p:nvSpPr>
            <p:spPr>
              <a:xfrm>
                <a:off x="8717625"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9" name="Google Shape;969;p114"/>
              <p:cNvSpPr/>
              <p:nvPr/>
            </p:nvSpPr>
            <p:spPr>
              <a:xfrm>
                <a:off x="8717625" y="3409675"/>
                <a:ext cx="316800" cy="1732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0" name="Google Shape;970;p114"/>
              <p:cNvSpPr/>
              <p:nvPr/>
            </p:nvSpPr>
            <p:spPr>
              <a:xfrm>
                <a:off x="8717625"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grpSp>
        <p:nvGrpSpPr>
          <p:cNvPr id="971" name="Google Shape;971;p114"/>
          <p:cNvGrpSpPr/>
          <p:nvPr/>
        </p:nvGrpSpPr>
        <p:grpSpPr>
          <a:xfrm>
            <a:off x="5043503" y="0"/>
            <a:ext cx="3814072" cy="3839102"/>
            <a:chOff x="5043503" y="0"/>
            <a:chExt cx="3814072" cy="3839102"/>
          </a:xfrm>
        </p:grpSpPr>
        <p:sp>
          <p:nvSpPr>
            <p:cNvPr id="972" name="Google Shape;972;p114"/>
            <p:cNvSpPr/>
            <p:nvPr/>
          </p:nvSpPr>
          <p:spPr>
            <a:xfrm>
              <a:off x="8460975" y="1817775"/>
              <a:ext cx="396600" cy="3966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3" name="Google Shape;973;p114"/>
            <p:cNvSpPr/>
            <p:nvPr/>
          </p:nvSpPr>
          <p:spPr>
            <a:xfrm rot="-9830444">
              <a:off x="6469759" y="3480727"/>
              <a:ext cx="320148" cy="320148"/>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974" name="Google Shape;974;p114"/>
            <p:cNvGrpSpPr/>
            <p:nvPr/>
          </p:nvGrpSpPr>
          <p:grpSpPr>
            <a:xfrm>
              <a:off x="7647815" y="2704283"/>
              <a:ext cx="635220" cy="635219"/>
              <a:chOff x="6725724" y="2701260"/>
              <a:chExt cx="1208101" cy="1208100"/>
            </a:xfrm>
          </p:grpSpPr>
          <p:sp>
            <p:nvSpPr>
              <p:cNvPr id="975" name="Google Shape;975;p114"/>
              <p:cNvSpPr/>
              <p:nvPr/>
            </p:nvSpPr>
            <p:spPr>
              <a:xfrm rot="5400000">
                <a:off x="6725725" y="2701260"/>
                <a:ext cx="1208100" cy="12081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6" name="Google Shape;976;p114"/>
              <p:cNvSpPr/>
              <p:nvPr/>
            </p:nvSpPr>
            <p:spPr>
              <a:xfrm rot="5400000">
                <a:off x="6725724" y="2701260"/>
                <a:ext cx="1208100" cy="1208100"/>
              </a:xfrm>
              <a:prstGeom prst="pie">
                <a:avLst>
                  <a:gd name="adj1" fmla="val 8244818"/>
                  <a:gd name="adj2" fmla="val 16246175"/>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7" name="Google Shape;977;p114"/>
              <p:cNvSpPr/>
              <p:nvPr/>
            </p:nvSpPr>
            <p:spPr>
              <a:xfrm rot="5400000">
                <a:off x="6954988" y="2930398"/>
                <a:ext cx="749700" cy="7497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978" name="Google Shape;978;p114"/>
            <p:cNvSpPr/>
            <p:nvPr/>
          </p:nvSpPr>
          <p:spPr>
            <a:xfrm>
              <a:off x="8460975" y="1817775"/>
              <a:ext cx="396600" cy="396600"/>
            </a:xfrm>
            <a:prstGeom prst="pie">
              <a:avLst>
                <a:gd name="adj1" fmla="val 1937684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979" name="Google Shape;979;p114"/>
            <p:cNvGrpSpPr/>
            <p:nvPr/>
          </p:nvGrpSpPr>
          <p:grpSpPr>
            <a:xfrm>
              <a:off x="7952718" y="179238"/>
              <a:ext cx="873165" cy="873002"/>
              <a:chOff x="7754428" y="208725"/>
              <a:chExt cx="541800" cy="541800"/>
            </a:xfrm>
          </p:grpSpPr>
          <p:sp>
            <p:nvSpPr>
              <p:cNvPr id="980" name="Google Shape;980;p114"/>
              <p:cNvSpPr/>
              <p:nvPr/>
            </p:nvSpPr>
            <p:spPr>
              <a:xfrm rot="-8647347">
                <a:off x="7831319" y="285616"/>
                <a:ext cx="388018" cy="388018"/>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1" name="Google Shape;981;p114"/>
              <p:cNvSpPr/>
              <p:nvPr/>
            </p:nvSpPr>
            <p:spPr>
              <a:xfrm rot="-8647347">
                <a:off x="7831319" y="285616"/>
                <a:ext cx="388018" cy="388018"/>
              </a:xfrm>
              <a:prstGeom prst="pie">
                <a:avLst>
                  <a:gd name="adj1" fmla="val 19376841"/>
                  <a:gd name="adj2" fmla="val 12313574"/>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982" name="Google Shape;982;p114"/>
            <p:cNvSpPr/>
            <p:nvPr/>
          </p:nvSpPr>
          <p:spPr>
            <a:xfrm>
              <a:off x="5399840" y="356365"/>
              <a:ext cx="2577000" cy="25770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3" name="Google Shape;983;p114"/>
            <p:cNvSpPr/>
            <p:nvPr/>
          </p:nvSpPr>
          <p:spPr>
            <a:xfrm rot="2043858">
              <a:off x="5503813" y="460310"/>
              <a:ext cx="2369480" cy="236948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4" name="Google Shape;984;p114"/>
            <p:cNvSpPr/>
            <p:nvPr/>
          </p:nvSpPr>
          <p:spPr>
            <a:xfrm>
              <a:off x="5399795" y="360281"/>
              <a:ext cx="2577000" cy="2577000"/>
            </a:xfrm>
            <a:prstGeom prst="pie">
              <a:avLst>
                <a:gd name="adj1" fmla="val 8801158"/>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5" name="Google Shape;985;p114"/>
            <p:cNvSpPr/>
            <p:nvPr/>
          </p:nvSpPr>
          <p:spPr>
            <a:xfrm rot="2044777">
              <a:off x="5911449" y="867729"/>
              <a:ext cx="1554223" cy="1554223"/>
            </a:xfrm>
            <a:prstGeom prst="ellipse">
              <a:avLst/>
            </a:prstGeom>
            <a:solidFill>
              <a:schemeClr val="accent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6" name="Google Shape;986;p114"/>
            <p:cNvSpPr/>
            <p:nvPr/>
          </p:nvSpPr>
          <p:spPr>
            <a:xfrm>
              <a:off x="5399795" y="356358"/>
              <a:ext cx="2577000" cy="2577000"/>
            </a:xfrm>
            <a:prstGeom prst="pie">
              <a:avLst>
                <a:gd name="adj1" fmla="val 1255410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7" name="Google Shape;987;p114"/>
            <p:cNvSpPr/>
            <p:nvPr/>
          </p:nvSpPr>
          <p:spPr>
            <a:xfrm rot="-9830444">
              <a:off x="6469759" y="3480726"/>
              <a:ext cx="320148" cy="320148"/>
            </a:xfrm>
            <a:prstGeom prst="pie">
              <a:avLst>
                <a:gd name="adj1" fmla="val 1937684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988" name="Google Shape;988;p114"/>
          <p:cNvSpPr txBox="1">
            <a:spLocks noGrp="1"/>
          </p:cNvSpPr>
          <p:nvPr>
            <p:ph type="ctrTitle"/>
          </p:nvPr>
        </p:nvSpPr>
        <p:spPr>
          <a:xfrm>
            <a:off x="824000" y="1613813"/>
            <a:ext cx="4255500" cy="18729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Clr>
                <a:schemeClr val="lt1"/>
              </a:buClr>
              <a:buSzPts val="3600"/>
              <a:buNone/>
              <a:defRPr sz="3600">
                <a:solidFill>
                  <a:schemeClr val="lt1"/>
                </a:solidFill>
              </a:defRPr>
            </a:lvl1pPr>
            <a:lvl2pPr lvl="1" algn="l">
              <a:lnSpc>
                <a:spcPct val="100000"/>
              </a:lnSpc>
              <a:spcBef>
                <a:spcPts val="0"/>
              </a:spcBef>
              <a:spcAft>
                <a:spcPts val="0"/>
              </a:spcAft>
              <a:buClr>
                <a:schemeClr val="lt1"/>
              </a:buClr>
              <a:buSzPts val="3600"/>
              <a:buNone/>
              <a:defRPr sz="3600">
                <a:solidFill>
                  <a:schemeClr val="lt1"/>
                </a:solidFill>
              </a:defRPr>
            </a:lvl2pPr>
            <a:lvl3pPr lvl="2" algn="l">
              <a:lnSpc>
                <a:spcPct val="100000"/>
              </a:lnSpc>
              <a:spcBef>
                <a:spcPts val="0"/>
              </a:spcBef>
              <a:spcAft>
                <a:spcPts val="0"/>
              </a:spcAft>
              <a:buClr>
                <a:schemeClr val="lt1"/>
              </a:buClr>
              <a:buSzPts val="3600"/>
              <a:buNone/>
              <a:defRPr sz="3600">
                <a:solidFill>
                  <a:schemeClr val="lt1"/>
                </a:solidFill>
              </a:defRPr>
            </a:lvl3pPr>
            <a:lvl4pPr lvl="3" algn="l">
              <a:lnSpc>
                <a:spcPct val="100000"/>
              </a:lnSpc>
              <a:spcBef>
                <a:spcPts val="0"/>
              </a:spcBef>
              <a:spcAft>
                <a:spcPts val="0"/>
              </a:spcAft>
              <a:buClr>
                <a:schemeClr val="lt1"/>
              </a:buClr>
              <a:buSzPts val="3600"/>
              <a:buNone/>
              <a:defRPr sz="3600">
                <a:solidFill>
                  <a:schemeClr val="lt1"/>
                </a:solidFill>
              </a:defRPr>
            </a:lvl4pPr>
            <a:lvl5pPr lvl="4" algn="l">
              <a:lnSpc>
                <a:spcPct val="100000"/>
              </a:lnSpc>
              <a:spcBef>
                <a:spcPts val="0"/>
              </a:spcBef>
              <a:spcAft>
                <a:spcPts val="0"/>
              </a:spcAft>
              <a:buClr>
                <a:schemeClr val="lt1"/>
              </a:buClr>
              <a:buSzPts val="3600"/>
              <a:buNone/>
              <a:defRPr sz="3600">
                <a:solidFill>
                  <a:schemeClr val="lt1"/>
                </a:solidFill>
              </a:defRPr>
            </a:lvl5pPr>
            <a:lvl6pPr lvl="5" algn="l">
              <a:lnSpc>
                <a:spcPct val="100000"/>
              </a:lnSpc>
              <a:spcBef>
                <a:spcPts val="0"/>
              </a:spcBef>
              <a:spcAft>
                <a:spcPts val="0"/>
              </a:spcAft>
              <a:buClr>
                <a:schemeClr val="lt1"/>
              </a:buClr>
              <a:buSzPts val="3600"/>
              <a:buNone/>
              <a:defRPr sz="3600">
                <a:solidFill>
                  <a:schemeClr val="lt1"/>
                </a:solidFill>
              </a:defRPr>
            </a:lvl6pPr>
            <a:lvl7pPr lvl="6" algn="l">
              <a:lnSpc>
                <a:spcPct val="100000"/>
              </a:lnSpc>
              <a:spcBef>
                <a:spcPts val="0"/>
              </a:spcBef>
              <a:spcAft>
                <a:spcPts val="0"/>
              </a:spcAft>
              <a:buClr>
                <a:schemeClr val="lt1"/>
              </a:buClr>
              <a:buSzPts val="3600"/>
              <a:buNone/>
              <a:defRPr sz="3600">
                <a:solidFill>
                  <a:schemeClr val="lt1"/>
                </a:solidFill>
              </a:defRPr>
            </a:lvl7pPr>
            <a:lvl8pPr lvl="7" algn="l">
              <a:lnSpc>
                <a:spcPct val="100000"/>
              </a:lnSpc>
              <a:spcBef>
                <a:spcPts val="0"/>
              </a:spcBef>
              <a:spcAft>
                <a:spcPts val="0"/>
              </a:spcAft>
              <a:buClr>
                <a:schemeClr val="lt1"/>
              </a:buClr>
              <a:buSzPts val="3600"/>
              <a:buNone/>
              <a:defRPr sz="3600">
                <a:solidFill>
                  <a:schemeClr val="lt1"/>
                </a:solidFill>
              </a:defRPr>
            </a:lvl8pPr>
            <a:lvl9pPr lvl="8" algn="l">
              <a:lnSpc>
                <a:spcPct val="100000"/>
              </a:lnSpc>
              <a:spcBef>
                <a:spcPts val="0"/>
              </a:spcBef>
              <a:spcAft>
                <a:spcPts val="0"/>
              </a:spcAft>
              <a:buClr>
                <a:schemeClr val="lt1"/>
              </a:buClr>
              <a:buSzPts val="3600"/>
              <a:buNone/>
              <a:defRPr sz="3600">
                <a:solidFill>
                  <a:schemeClr val="lt1"/>
                </a:solidFill>
              </a:defRPr>
            </a:lvl9pPr>
          </a:lstStyle>
          <a:p>
            <a:endParaRPr/>
          </a:p>
        </p:txBody>
      </p:sp>
      <p:sp>
        <p:nvSpPr>
          <p:cNvPr id="989" name="Google Shape;989;p114"/>
          <p:cNvSpPr txBox="1">
            <a:spLocks noGrp="1"/>
          </p:cNvSpPr>
          <p:nvPr>
            <p:ph type="subTitle" idx="1"/>
          </p:nvPr>
        </p:nvSpPr>
        <p:spPr>
          <a:xfrm>
            <a:off x="824000" y="3596300"/>
            <a:ext cx="4255500" cy="6954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1"/>
              </a:buClr>
              <a:buSzPts val="1600"/>
              <a:buNone/>
              <a:defRPr sz="1600">
                <a:solidFill>
                  <a:schemeClr val="lt1"/>
                </a:solidFill>
              </a:defRPr>
            </a:lvl1pPr>
            <a:lvl2pPr lvl="1" algn="l">
              <a:lnSpc>
                <a:spcPct val="100000"/>
              </a:lnSpc>
              <a:spcBef>
                <a:spcPts val="0"/>
              </a:spcBef>
              <a:spcAft>
                <a:spcPts val="0"/>
              </a:spcAft>
              <a:buClr>
                <a:schemeClr val="lt1"/>
              </a:buClr>
              <a:buSzPts val="1600"/>
              <a:buNone/>
              <a:defRPr sz="1600">
                <a:solidFill>
                  <a:schemeClr val="lt1"/>
                </a:solidFill>
              </a:defRPr>
            </a:lvl2pPr>
            <a:lvl3pPr lvl="2" algn="l">
              <a:lnSpc>
                <a:spcPct val="100000"/>
              </a:lnSpc>
              <a:spcBef>
                <a:spcPts val="0"/>
              </a:spcBef>
              <a:spcAft>
                <a:spcPts val="0"/>
              </a:spcAft>
              <a:buClr>
                <a:schemeClr val="lt1"/>
              </a:buClr>
              <a:buSzPts val="1600"/>
              <a:buNone/>
              <a:defRPr sz="1600">
                <a:solidFill>
                  <a:schemeClr val="lt1"/>
                </a:solidFill>
              </a:defRPr>
            </a:lvl3pPr>
            <a:lvl4pPr lvl="3" algn="l">
              <a:lnSpc>
                <a:spcPct val="100000"/>
              </a:lnSpc>
              <a:spcBef>
                <a:spcPts val="0"/>
              </a:spcBef>
              <a:spcAft>
                <a:spcPts val="0"/>
              </a:spcAft>
              <a:buClr>
                <a:schemeClr val="lt1"/>
              </a:buClr>
              <a:buSzPts val="1600"/>
              <a:buNone/>
              <a:defRPr sz="1600">
                <a:solidFill>
                  <a:schemeClr val="lt1"/>
                </a:solidFill>
              </a:defRPr>
            </a:lvl4pPr>
            <a:lvl5pPr lvl="4" algn="l">
              <a:lnSpc>
                <a:spcPct val="100000"/>
              </a:lnSpc>
              <a:spcBef>
                <a:spcPts val="0"/>
              </a:spcBef>
              <a:spcAft>
                <a:spcPts val="0"/>
              </a:spcAft>
              <a:buClr>
                <a:schemeClr val="lt1"/>
              </a:buClr>
              <a:buSzPts val="1600"/>
              <a:buNone/>
              <a:defRPr sz="1600">
                <a:solidFill>
                  <a:schemeClr val="lt1"/>
                </a:solidFill>
              </a:defRPr>
            </a:lvl5pPr>
            <a:lvl6pPr lvl="5" algn="l">
              <a:lnSpc>
                <a:spcPct val="100000"/>
              </a:lnSpc>
              <a:spcBef>
                <a:spcPts val="0"/>
              </a:spcBef>
              <a:spcAft>
                <a:spcPts val="0"/>
              </a:spcAft>
              <a:buClr>
                <a:schemeClr val="lt1"/>
              </a:buClr>
              <a:buSzPts val="1600"/>
              <a:buNone/>
              <a:defRPr sz="1600">
                <a:solidFill>
                  <a:schemeClr val="lt1"/>
                </a:solidFill>
              </a:defRPr>
            </a:lvl6pPr>
            <a:lvl7pPr lvl="6" algn="l">
              <a:lnSpc>
                <a:spcPct val="100000"/>
              </a:lnSpc>
              <a:spcBef>
                <a:spcPts val="0"/>
              </a:spcBef>
              <a:spcAft>
                <a:spcPts val="0"/>
              </a:spcAft>
              <a:buClr>
                <a:schemeClr val="lt1"/>
              </a:buClr>
              <a:buSzPts val="1600"/>
              <a:buNone/>
              <a:defRPr sz="1600">
                <a:solidFill>
                  <a:schemeClr val="lt1"/>
                </a:solidFill>
              </a:defRPr>
            </a:lvl7pPr>
            <a:lvl8pPr lvl="7" algn="l">
              <a:lnSpc>
                <a:spcPct val="100000"/>
              </a:lnSpc>
              <a:spcBef>
                <a:spcPts val="0"/>
              </a:spcBef>
              <a:spcAft>
                <a:spcPts val="0"/>
              </a:spcAft>
              <a:buClr>
                <a:schemeClr val="lt1"/>
              </a:buClr>
              <a:buSzPts val="1600"/>
              <a:buNone/>
              <a:defRPr sz="1600">
                <a:solidFill>
                  <a:schemeClr val="lt1"/>
                </a:solidFill>
              </a:defRPr>
            </a:lvl8pPr>
            <a:lvl9pPr lvl="8" algn="l">
              <a:lnSpc>
                <a:spcPct val="100000"/>
              </a:lnSpc>
              <a:spcBef>
                <a:spcPts val="0"/>
              </a:spcBef>
              <a:spcAft>
                <a:spcPts val="0"/>
              </a:spcAft>
              <a:buClr>
                <a:schemeClr val="lt1"/>
              </a:buClr>
              <a:buSzPts val="1600"/>
              <a:buNone/>
              <a:defRPr sz="1600">
                <a:solidFill>
                  <a:schemeClr val="lt1"/>
                </a:solidFill>
              </a:defRPr>
            </a:lvl9pPr>
          </a:lstStyle>
          <a:p>
            <a:endParaRPr/>
          </a:p>
        </p:txBody>
      </p:sp>
      <p:sp>
        <p:nvSpPr>
          <p:cNvPr id="990" name="Google Shape;990;p114"/>
          <p:cNvSpPr txBox="1">
            <a:spLocks noGrp="1"/>
          </p:cNvSpPr>
          <p:nvPr>
            <p:ph type="sldNum" idx="12"/>
          </p:nvPr>
        </p:nvSpPr>
        <p:spPr>
          <a:xfrm>
            <a:off x="8451046" y="4736976"/>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matchingName="Blank 1">
  <p:cSld name="BLANK_3">
    <p:spTree>
      <p:nvGrpSpPr>
        <p:cNvPr id="1" name="Shape 991"/>
        <p:cNvGrpSpPr/>
        <p:nvPr/>
      </p:nvGrpSpPr>
      <p:grpSpPr>
        <a:xfrm>
          <a:off x="0" y="0"/>
          <a:ext cx="0" cy="0"/>
          <a:chOff x="0" y="0"/>
          <a:chExt cx="0" cy="0"/>
        </a:xfrm>
      </p:grpSpPr>
      <p:sp>
        <p:nvSpPr>
          <p:cNvPr id="992" name="Google Shape;992;p115"/>
          <p:cNvSpPr txBox="1">
            <a:spLocks noGrp="1"/>
          </p:cNvSpPr>
          <p:nvPr>
            <p:ph type="dt" idx="10"/>
          </p:nvPr>
        </p:nvSpPr>
        <p:spPr>
          <a:xfrm>
            <a:off x="228600" y="3178175"/>
            <a:ext cx="1066800" cy="1827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SzPts val="700"/>
              <a:buNone/>
              <a:defRPr sz="700"/>
            </a:lvl1pPr>
            <a:lvl2pPr lvl="1" algn="l">
              <a:lnSpc>
                <a:spcPct val="100000"/>
              </a:lnSpc>
              <a:spcBef>
                <a:spcPts val="0"/>
              </a:spcBef>
              <a:spcAft>
                <a:spcPts val="0"/>
              </a:spcAft>
              <a:buSzPts val="700"/>
              <a:buNone/>
              <a:defRPr sz="700"/>
            </a:lvl2pPr>
            <a:lvl3pPr lvl="2" algn="l">
              <a:lnSpc>
                <a:spcPct val="100000"/>
              </a:lnSpc>
              <a:spcBef>
                <a:spcPts val="0"/>
              </a:spcBef>
              <a:spcAft>
                <a:spcPts val="0"/>
              </a:spcAft>
              <a:buSzPts val="700"/>
              <a:buNone/>
              <a:defRPr sz="700"/>
            </a:lvl3pPr>
            <a:lvl4pPr lvl="3" algn="l">
              <a:lnSpc>
                <a:spcPct val="100000"/>
              </a:lnSpc>
              <a:spcBef>
                <a:spcPts val="0"/>
              </a:spcBef>
              <a:spcAft>
                <a:spcPts val="0"/>
              </a:spcAft>
              <a:buSzPts val="700"/>
              <a:buNone/>
              <a:defRPr sz="700"/>
            </a:lvl4pPr>
            <a:lvl5pPr lvl="4" algn="l">
              <a:lnSpc>
                <a:spcPct val="100000"/>
              </a:lnSpc>
              <a:spcBef>
                <a:spcPts val="0"/>
              </a:spcBef>
              <a:spcAft>
                <a:spcPts val="0"/>
              </a:spcAft>
              <a:buSzPts val="700"/>
              <a:buNone/>
              <a:defRPr sz="700"/>
            </a:lvl5pPr>
            <a:lvl6pPr lvl="5" algn="l">
              <a:lnSpc>
                <a:spcPct val="100000"/>
              </a:lnSpc>
              <a:spcBef>
                <a:spcPts val="0"/>
              </a:spcBef>
              <a:spcAft>
                <a:spcPts val="0"/>
              </a:spcAft>
              <a:buSzPts val="700"/>
              <a:buNone/>
              <a:defRPr sz="700"/>
            </a:lvl6pPr>
            <a:lvl7pPr lvl="6" algn="l">
              <a:lnSpc>
                <a:spcPct val="100000"/>
              </a:lnSpc>
              <a:spcBef>
                <a:spcPts val="0"/>
              </a:spcBef>
              <a:spcAft>
                <a:spcPts val="0"/>
              </a:spcAft>
              <a:buSzPts val="700"/>
              <a:buNone/>
              <a:defRPr sz="700"/>
            </a:lvl7pPr>
            <a:lvl8pPr lvl="7" algn="l">
              <a:lnSpc>
                <a:spcPct val="100000"/>
              </a:lnSpc>
              <a:spcBef>
                <a:spcPts val="0"/>
              </a:spcBef>
              <a:spcAft>
                <a:spcPts val="0"/>
              </a:spcAft>
              <a:buSzPts val="700"/>
              <a:buNone/>
              <a:defRPr sz="700"/>
            </a:lvl8pPr>
            <a:lvl9pPr lvl="8" algn="l">
              <a:lnSpc>
                <a:spcPct val="100000"/>
              </a:lnSpc>
              <a:spcBef>
                <a:spcPts val="0"/>
              </a:spcBef>
              <a:spcAft>
                <a:spcPts val="0"/>
              </a:spcAft>
              <a:buSzPts val="700"/>
              <a:buNone/>
              <a:defRPr sz="700"/>
            </a:lvl9pPr>
          </a:lstStyle>
          <a:p>
            <a:endParaRPr/>
          </a:p>
        </p:txBody>
      </p:sp>
      <p:sp>
        <p:nvSpPr>
          <p:cNvPr id="993" name="Google Shape;993;p115"/>
          <p:cNvSpPr txBox="1">
            <a:spLocks noGrp="1"/>
          </p:cNvSpPr>
          <p:nvPr>
            <p:ph type="ftr" idx="11"/>
          </p:nvPr>
        </p:nvSpPr>
        <p:spPr>
          <a:xfrm>
            <a:off x="1562100" y="3178175"/>
            <a:ext cx="1447800" cy="182700"/>
          </a:xfrm>
          <a:prstGeom prst="rect">
            <a:avLst/>
          </a:prstGeom>
          <a:noFill/>
          <a:ln>
            <a:noFill/>
          </a:ln>
        </p:spPr>
        <p:txBody>
          <a:bodyPr spcFirstLastPara="1" wrap="square" lIns="45725" tIns="22850" rIns="45725" bIns="22850" anchor="ctr" anchorCtr="0">
            <a:noAutofit/>
          </a:bodyPr>
          <a:lstStyle>
            <a:lvl1pPr lvl="0" algn="ctr">
              <a:lnSpc>
                <a:spcPct val="100000"/>
              </a:lnSpc>
              <a:spcBef>
                <a:spcPts val="0"/>
              </a:spcBef>
              <a:spcAft>
                <a:spcPts val="0"/>
              </a:spcAft>
              <a:buSzPts val="700"/>
              <a:buNone/>
              <a:defRPr sz="700"/>
            </a:lvl1pPr>
            <a:lvl2pPr lvl="1" algn="l">
              <a:lnSpc>
                <a:spcPct val="100000"/>
              </a:lnSpc>
              <a:spcBef>
                <a:spcPts val="0"/>
              </a:spcBef>
              <a:spcAft>
                <a:spcPts val="0"/>
              </a:spcAft>
              <a:buSzPts val="700"/>
              <a:buNone/>
              <a:defRPr sz="700"/>
            </a:lvl2pPr>
            <a:lvl3pPr lvl="2" algn="l">
              <a:lnSpc>
                <a:spcPct val="100000"/>
              </a:lnSpc>
              <a:spcBef>
                <a:spcPts val="0"/>
              </a:spcBef>
              <a:spcAft>
                <a:spcPts val="0"/>
              </a:spcAft>
              <a:buSzPts val="700"/>
              <a:buNone/>
              <a:defRPr sz="700"/>
            </a:lvl3pPr>
            <a:lvl4pPr lvl="3" algn="l">
              <a:lnSpc>
                <a:spcPct val="100000"/>
              </a:lnSpc>
              <a:spcBef>
                <a:spcPts val="0"/>
              </a:spcBef>
              <a:spcAft>
                <a:spcPts val="0"/>
              </a:spcAft>
              <a:buSzPts val="700"/>
              <a:buNone/>
              <a:defRPr sz="700"/>
            </a:lvl4pPr>
            <a:lvl5pPr lvl="4" algn="l">
              <a:lnSpc>
                <a:spcPct val="100000"/>
              </a:lnSpc>
              <a:spcBef>
                <a:spcPts val="0"/>
              </a:spcBef>
              <a:spcAft>
                <a:spcPts val="0"/>
              </a:spcAft>
              <a:buSzPts val="700"/>
              <a:buNone/>
              <a:defRPr sz="700"/>
            </a:lvl5pPr>
            <a:lvl6pPr lvl="5" algn="l">
              <a:lnSpc>
                <a:spcPct val="100000"/>
              </a:lnSpc>
              <a:spcBef>
                <a:spcPts val="0"/>
              </a:spcBef>
              <a:spcAft>
                <a:spcPts val="0"/>
              </a:spcAft>
              <a:buSzPts val="700"/>
              <a:buNone/>
              <a:defRPr sz="700"/>
            </a:lvl6pPr>
            <a:lvl7pPr lvl="6" algn="l">
              <a:lnSpc>
                <a:spcPct val="100000"/>
              </a:lnSpc>
              <a:spcBef>
                <a:spcPts val="0"/>
              </a:spcBef>
              <a:spcAft>
                <a:spcPts val="0"/>
              </a:spcAft>
              <a:buSzPts val="700"/>
              <a:buNone/>
              <a:defRPr sz="700"/>
            </a:lvl7pPr>
            <a:lvl8pPr lvl="7" algn="l">
              <a:lnSpc>
                <a:spcPct val="100000"/>
              </a:lnSpc>
              <a:spcBef>
                <a:spcPts val="0"/>
              </a:spcBef>
              <a:spcAft>
                <a:spcPts val="0"/>
              </a:spcAft>
              <a:buSzPts val="700"/>
              <a:buNone/>
              <a:defRPr sz="700"/>
            </a:lvl8pPr>
            <a:lvl9pPr lvl="8" algn="l">
              <a:lnSpc>
                <a:spcPct val="100000"/>
              </a:lnSpc>
              <a:spcBef>
                <a:spcPts val="0"/>
              </a:spcBef>
              <a:spcAft>
                <a:spcPts val="0"/>
              </a:spcAft>
              <a:buSzPts val="700"/>
              <a:buNone/>
              <a:defRPr sz="700"/>
            </a:lvl9pPr>
          </a:lstStyle>
          <a:p>
            <a:endParaRPr/>
          </a:p>
        </p:txBody>
      </p:sp>
      <p:sp>
        <p:nvSpPr>
          <p:cNvPr id="994" name="Google Shape;994;p115"/>
          <p:cNvSpPr txBox="1">
            <a:spLocks noGrp="1"/>
          </p:cNvSpPr>
          <p:nvPr>
            <p:ph type="sldNum" idx="12"/>
          </p:nvPr>
        </p:nvSpPr>
        <p:spPr>
          <a:xfrm>
            <a:off x="3276600" y="3178175"/>
            <a:ext cx="1066800" cy="1827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5.xml"/><Relationship Id="rId18" Type="http://schemas.openxmlformats.org/officeDocument/2006/relationships/slideLayout" Target="../slideLayouts/slideLayout30.xml"/><Relationship Id="rId26" Type="http://schemas.openxmlformats.org/officeDocument/2006/relationships/slideLayout" Target="../slideLayouts/slideLayout38.xml"/><Relationship Id="rId39" Type="http://schemas.openxmlformats.org/officeDocument/2006/relationships/slideLayout" Target="../slideLayouts/slideLayout51.xml"/><Relationship Id="rId21" Type="http://schemas.openxmlformats.org/officeDocument/2006/relationships/slideLayout" Target="../slideLayouts/slideLayout33.xml"/><Relationship Id="rId34" Type="http://schemas.openxmlformats.org/officeDocument/2006/relationships/slideLayout" Target="../slideLayouts/slideLayout46.xml"/><Relationship Id="rId42" Type="http://schemas.openxmlformats.org/officeDocument/2006/relationships/slideLayout" Target="../slideLayouts/slideLayout54.xml"/><Relationship Id="rId47" Type="http://schemas.openxmlformats.org/officeDocument/2006/relationships/slideLayout" Target="../slideLayouts/slideLayout59.xml"/><Relationship Id="rId50" Type="http://schemas.openxmlformats.org/officeDocument/2006/relationships/theme" Target="../theme/theme2.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29" Type="http://schemas.openxmlformats.org/officeDocument/2006/relationships/slideLayout" Target="../slideLayouts/slideLayout41.xml"/><Relationship Id="rId11" Type="http://schemas.openxmlformats.org/officeDocument/2006/relationships/slideLayout" Target="../slideLayouts/slideLayout23.xml"/><Relationship Id="rId24" Type="http://schemas.openxmlformats.org/officeDocument/2006/relationships/slideLayout" Target="../slideLayouts/slideLayout36.xml"/><Relationship Id="rId32" Type="http://schemas.openxmlformats.org/officeDocument/2006/relationships/slideLayout" Target="../slideLayouts/slideLayout44.xml"/><Relationship Id="rId37" Type="http://schemas.openxmlformats.org/officeDocument/2006/relationships/slideLayout" Target="../slideLayouts/slideLayout49.xml"/><Relationship Id="rId40" Type="http://schemas.openxmlformats.org/officeDocument/2006/relationships/slideLayout" Target="../slideLayouts/slideLayout52.xml"/><Relationship Id="rId45" Type="http://schemas.openxmlformats.org/officeDocument/2006/relationships/slideLayout" Target="../slideLayouts/slideLayout57.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23" Type="http://schemas.openxmlformats.org/officeDocument/2006/relationships/slideLayout" Target="../slideLayouts/slideLayout35.xml"/><Relationship Id="rId28" Type="http://schemas.openxmlformats.org/officeDocument/2006/relationships/slideLayout" Target="../slideLayouts/slideLayout40.xml"/><Relationship Id="rId36" Type="http://schemas.openxmlformats.org/officeDocument/2006/relationships/slideLayout" Target="../slideLayouts/slideLayout48.xml"/><Relationship Id="rId49" Type="http://schemas.openxmlformats.org/officeDocument/2006/relationships/slideLayout" Target="../slideLayouts/slideLayout61.xml"/><Relationship Id="rId10" Type="http://schemas.openxmlformats.org/officeDocument/2006/relationships/slideLayout" Target="../slideLayouts/slideLayout22.xml"/><Relationship Id="rId19" Type="http://schemas.openxmlformats.org/officeDocument/2006/relationships/slideLayout" Target="../slideLayouts/slideLayout31.xml"/><Relationship Id="rId31" Type="http://schemas.openxmlformats.org/officeDocument/2006/relationships/slideLayout" Target="../slideLayouts/slideLayout43.xml"/><Relationship Id="rId44" Type="http://schemas.openxmlformats.org/officeDocument/2006/relationships/slideLayout" Target="../slideLayouts/slideLayout56.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 Id="rId22" Type="http://schemas.openxmlformats.org/officeDocument/2006/relationships/slideLayout" Target="../slideLayouts/slideLayout34.xml"/><Relationship Id="rId27" Type="http://schemas.openxmlformats.org/officeDocument/2006/relationships/slideLayout" Target="../slideLayouts/slideLayout39.xml"/><Relationship Id="rId30" Type="http://schemas.openxmlformats.org/officeDocument/2006/relationships/slideLayout" Target="../slideLayouts/slideLayout42.xml"/><Relationship Id="rId35" Type="http://schemas.openxmlformats.org/officeDocument/2006/relationships/slideLayout" Target="../slideLayouts/slideLayout47.xml"/><Relationship Id="rId43" Type="http://schemas.openxmlformats.org/officeDocument/2006/relationships/slideLayout" Target="../slideLayouts/slideLayout55.xml"/><Relationship Id="rId48" Type="http://schemas.openxmlformats.org/officeDocument/2006/relationships/slideLayout" Target="../slideLayouts/slideLayout60.xml"/><Relationship Id="rId8" Type="http://schemas.openxmlformats.org/officeDocument/2006/relationships/slideLayout" Target="../slideLayouts/slideLayout20.xml"/><Relationship Id="rId3" Type="http://schemas.openxmlformats.org/officeDocument/2006/relationships/slideLayout" Target="../slideLayouts/slideLayout15.xml"/><Relationship Id="rId12" Type="http://schemas.openxmlformats.org/officeDocument/2006/relationships/slideLayout" Target="../slideLayouts/slideLayout24.xml"/><Relationship Id="rId17" Type="http://schemas.openxmlformats.org/officeDocument/2006/relationships/slideLayout" Target="../slideLayouts/slideLayout29.xml"/><Relationship Id="rId25" Type="http://schemas.openxmlformats.org/officeDocument/2006/relationships/slideLayout" Target="../slideLayouts/slideLayout37.xml"/><Relationship Id="rId33" Type="http://schemas.openxmlformats.org/officeDocument/2006/relationships/slideLayout" Target="../slideLayouts/slideLayout45.xml"/><Relationship Id="rId38" Type="http://schemas.openxmlformats.org/officeDocument/2006/relationships/slideLayout" Target="../slideLayouts/slideLayout50.xml"/><Relationship Id="rId46" Type="http://schemas.openxmlformats.org/officeDocument/2006/relationships/slideLayout" Target="../slideLayouts/slideLayout58.xml"/><Relationship Id="rId20" Type="http://schemas.openxmlformats.org/officeDocument/2006/relationships/slideLayout" Target="../slideLayouts/slideLayout32.xml"/><Relationship Id="rId41" Type="http://schemas.openxmlformats.org/officeDocument/2006/relationships/slideLayout" Target="../slideLayouts/slideLayout53.xml"/><Relationship Id="rId1" Type="http://schemas.openxmlformats.org/officeDocument/2006/relationships/slideLayout" Target="../slideLayouts/slideLayout13.xml"/><Relationship Id="rId6" Type="http://schemas.openxmlformats.org/officeDocument/2006/relationships/slideLayout" Target="../slideLayouts/slideLayout18.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74.xml"/><Relationship Id="rId18" Type="http://schemas.openxmlformats.org/officeDocument/2006/relationships/slideLayout" Target="../slideLayouts/slideLayout79.xml"/><Relationship Id="rId26" Type="http://schemas.openxmlformats.org/officeDocument/2006/relationships/slideLayout" Target="../slideLayouts/slideLayout87.xml"/><Relationship Id="rId39" Type="http://schemas.openxmlformats.org/officeDocument/2006/relationships/slideLayout" Target="../slideLayouts/slideLayout100.xml"/><Relationship Id="rId21" Type="http://schemas.openxmlformats.org/officeDocument/2006/relationships/slideLayout" Target="../slideLayouts/slideLayout82.xml"/><Relationship Id="rId34" Type="http://schemas.openxmlformats.org/officeDocument/2006/relationships/slideLayout" Target="../slideLayouts/slideLayout95.xml"/><Relationship Id="rId42" Type="http://schemas.openxmlformats.org/officeDocument/2006/relationships/slideLayout" Target="../slideLayouts/slideLayout103.xml"/><Relationship Id="rId47" Type="http://schemas.openxmlformats.org/officeDocument/2006/relationships/slideLayout" Target="../slideLayouts/slideLayout108.xml"/><Relationship Id="rId50" Type="http://schemas.openxmlformats.org/officeDocument/2006/relationships/slideLayout" Target="../slideLayouts/slideLayout111.xml"/><Relationship Id="rId7" Type="http://schemas.openxmlformats.org/officeDocument/2006/relationships/slideLayout" Target="../slideLayouts/slideLayout68.xml"/><Relationship Id="rId2" Type="http://schemas.openxmlformats.org/officeDocument/2006/relationships/slideLayout" Target="../slideLayouts/slideLayout63.xml"/><Relationship Id="rId16" Type="http://schemas.openxmlformats.org/officeDocument/2006/relationships/slideLayout" Target="../slideLayouts/slideLayout77.xml"/><Relationship Id="rId29" Type="http://schemas.openxmlformats.org/officeDocument/2006/relationships/slideLayout" Target="../slideLayouts/slideLayout90.xml"/><Relationship Id="rId11" Type="http://schemas.openxmlformats.org/officeDocument/2006/relationships/slideLayout" Target="../slideLayouts/slideLayout72.xml"/><Relationship Id="rId24" Type="http://schemas.openxmlformats.org/officeDocument/2006/relationships/slideLayout" Target="../slideLayouts/slideLayout85.xml"/><Relationship Id="rId32" Type="http://schemas.openxmlformats.org/officeDocument/2006/relationships/slideLayout" Target="../slideLayouts/slideLayout93.xml"/><Relationship Id="rId37" Type="http://schemas.openxmlformats.org/officeDocument/2006/relationships/slideLayout" Target="../slideLayouts/slideLayout98.xml"/><Relationship Id="rId40" Type="http://schemas.openxmlformats.org/officeDocument/2006/relationships/slideLayout" Target="../slideLayouts/slideLayout101.xml"/><Relationship Id="rId45" Type="http://schemas.openxmlformats.org/officeDocument/2006/relationships/slideLayout" Target="../slideLayouts/slideLayout106.xml"/><Relationship Id="rId5" Type="http://schemas.openxmlformats.org/officeDocument/2006/relationships/slideLayout" Target="../slideLayouts/slideLayout66.xml"/><Relationship Id="rId15" Type="http://schemas.openxmlformats.org/officeDocument/2006/relationships/slideLayout" Target="../slideLayouts/slideLayout76.xml"/><Relationship Id="rId23" Type="http://schemas.openxmlformats.org/officeDocument/2006/relationships/slideLayout" Target="../slideLayouts/slideLayout84.xml"/><Relationship Id="rId28" Type="http://schemas.openxmlformats.org/officeDocument/2006/relationships/slideLayout" Target="../slideLayouts/slideLayout89.xml"/><Relationship Id="rId36" Type="http://schemas.openxmlformats.org/officeDocument/2006/relationships/slideLayout" Target="../slideLayouts/slideLayout97.xml"/><Relationship Id="rId49" Type="http://schemas.openxmlformats.org/officeDocument/2006/relationships/slideLayout" Target="../slideLayouts/slideLayout110.xml"/><Relationship Id="rId10" Type="http://schemas.openxmlformats.org/officeDocument/2006/relationships/slideLayout" Target="../slideLayouts/slideLayout71.xml"/><Relationship Id="rId19" Type="http://schemas.openxmlformats.org/officeDocument/2006/relationships/slideLayout" Target="../slideLayouts/slideLayout80.xml"/><Relationship Id="rId31" Type="http://schemas.openxmlformats.org/officeDocument/2006/relationships/slideLayout" Target="../slideLayouts/slideLayout92.xml"/><Relationship Id="rId44" Type="http://schemas.openxmlformats.org/officeDocument/2006/relationships/slideLayout" Target="../slideLayouts/slideLayout105.xml"/><Relationship Id="rId52" Type="http://schemas.openxmlformats.org/officeDocument/2006/relationships/theme" Target="../theme/theme3.xml"/><Relationship Id="rId4" Type="http://schemas.openxmlformats.org/officeDocument/2006/relationships/slideLayout" Target="../slideLayouts/slideLayout65.xml"/><Relationship Id="rId9" Type="http://schemas.openxmlformats.org/officeDocument/2006/relationships/slideLayout" Target="../slideLayouts/slideLayout70.xml"/><Relationship Id="rId14" Type="http://schemas.openxmlformats.org/officeDocument/2006/relationships/slideLayout" Target="../slideLayouts/slideLayout75.xml"/><Relationship Id="rId22" Type="http://schemas.openxmlformats.org/officeDocument/2006/relationships/slideLayout" Target="../slideLayouts/slideLayout83.xml"/><Relationship Id="rId27" Type="http://schemas.openxmlformats.org/officeDocument/2006/relationships/slideLayout" Target="../slideLayouts/slideLayout88.xml"/><Relationship Id="rId30" Type="http://schemas.openxmlformats.org/officeDocument/2006/relationships/slideLayout" Target="../slideLayouts/slideLayout91.xml"/><Relationship Id="rId35" Type="http://schemas.openxmlformats.org/officeDocument/2006/relationships/slideLayout" Target="../slideLayouts/slideLayout96.xml"/><Relationship Id="rId43" Type="http://schemas.openxmlformats.org/officeDocument/2006/relationships/slideLayout" Target="../slideLayouts/slideLayout104.xml"/><Relationship Id="rId48" Type="http://schemas.openxmlformats.org/officeDocument/2006/relationships/slideLayout" Target="../slideLayouts/slideLayout109.xml"/><Relationship Id="rId8" Type="http://schemas.openxmlformats.org/officeDocument/2006/relationships/slideLayout" Target="../slideLayouts/slideLayout69.xml"/><Relationship Id="rId51" Type="http://schemas.openxmlformats.org/officeDocument/2006/relationships/slideLayout" Target="../slideLayouts/slideLayout112.xml"/><Relationship Id="rId3" Type="http://schemas.openxmlformats.org/officeDocument/2006/relationships/slideLayout" Target="../slideLayouts/slideLayout64.xml"/><Relationship Id="rId12" Type="http://schemas.openxmlformats.org/officeDocument/2006/relationships/slideLayout" Target="../slideLayouts/slideLayout73.xml"/><Relationship Id="rId17" Type="http://schemas.openxmlformats.org/officeDocument/2006/relationships/slideLayout" Target="../slideLayouts/slideLayout78.xml"/><Relationship Id="rId25" Type="http://schemas.openxmlformats.org/officeDocument/2006/relationships/slideLayout" Target="../slideLayouts/slideLayout86.xml"/><Relationship Id="rId33" Type="http://schemas.openxmlformats.org/officeDocument/2006/relationships/slideLayout" Target="../slideLayouts/slideLayout94.xml"/><Relationship Id="rId38" Type="http://schemas.openxmlformats.org/officeDocument/2006/relationships/slideLayout" Target="../slideLayouts/slideLayout99.xml"/><Relationship Id="rId46" Type="http://schemas.openxmlformats.org/officeDocument/2006/relationships/slideLayout" Target="../slideLayouts/slideLayout107.xml"/><Relationship Id="rId20" Type="http://schemas.openxmlformats.org/officeDocument/2006/relationships/slideLayout" Target="../slideLayouts/slideLayout81.xml"/><Relationship Id="rId41" Type="http://schemas.openxmlformats.org/officeDocument/2006/relationships/slideLayout" Target="../slideLayouts/slideLayout102.xml"/><Relationship Id="rId1" Type="http://schemas.openxmlformats.org/officeDocument/2006/relationships/slideLayout" Target="../slideLayouts/slideLayout62.xml"/><Relationship Id="rId6" Type="http://schemas.openxmlformats.org/officeDocument/2006/relationships/slideLayout" Target="../slideLayouts/slideLayout6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dk1"/>
        </a:solidFill>
        <a:effectLst/>
      </p:bgPr>
    </p:bg>
    <p:spTree>
      <p:nvGrpSpPr>
        <p:cNvPr id="1" name="Shape 51"/>
        <p:cNvGrpSpPr/>
        <p:nvPr/>
      </p:nvGrpSpPr>
      <p:grpSpPr>
        <a:xfrm>
          <a:off x="0" y="0"/>
          <a:ext cx="0" cy="0"/>
          <a:chOff x="0" y="0"/>
          <a:chExt cx="0" cy="0"/>
        </a:xfrm>
      </p:grpSpPr>
      <p:sp>
        <p:nvSpPr>
          <p:cNvPr id="52" name="Google Shape;52;p14"/>
          <p:cNvSpPr txBox="1">
            <a:spLocks noGrp="1"/>
          </p:cNvSpPr>
          <p:nvPr>
            <p:ph type="body" idx="1"/>
          </p:nvPr>
        </p:nvSpPr>
        <p:spPr>
          <a:xfrm>
            <a:off x="228600" y="1833125"/>
            <a:ext cx="5760600" cy="3460200"/>
          </a:xfrm>
          <a:prstGeom prst="rect">
            <a:avLst/>
          </a:prstGeom>
          <a:noFill/>
          <a:ln>
            <a:noFill/>
          </a:ln>
        </p:spPr>
        <p:txBody>
          <a:bodyPr spcFirstLastPara="1" wrap="square" lIns="0" tIns="91425" rIns="91425" bIns="91425" anchor="t" anchorCtr="0">
            <a:noAutofit/>
          </a:bodyPr>
          <a:lstStyle>
            <a:lvl1pPr marL="457200" lvl="0" indent="-292100">
              <a:lnSpc>
                <a:spcPct val="115000"/>
              </a:lnSpc>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1pPr>
            <a:lvl2pPr marL="914400" lvl="1" indent="-292100">
              <a:lnSpc>
                <a:spcPct val="115000"/>
              </a:lnSpc>
              <a:spcBef>
                <a:spcPts val="80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2pPr>
            <a:lvl3pPr marL="1371600" lvl="2" indent="-292100">
              <a:lnSpc>
                <a:spcPct val="115000"/>
              </a:lnSpc>
              <a:spcBef>
                <a:spcPts val="80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3pPr>
            <a:lvl4pPr marL="1828800" lvl="3" indent="-292100">
              <a:lnSpc>
                <a:spcPct val="115000"/>
              </a:lnSpc>
              <a:spcBef>
                <a:spcPts val="80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4pPr>
            <a:lvl5pPr marL="2286000" lvl="4" indent="-292100">
              <a:lnSpc>
                <a:spcPct val="115000"/>
              </a:lnSpc>
              <a:spcBef>
                <a:spcPts val="80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5pPr>
            <a:lvl6pPr marL="2743200" lvl="5" indent="-292100">
              <a:lnSpc>
                <a:spcPct val="115000"/>
              </a:lnSpc>
              <a:spcBef>
                <a:spcPts val="80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6pPr>
            <a:lvl7pPr marL="3200400" lvl="6" indent="-292100">
              <a:lnSpc>
                <a:spcPct val="115000"/>
              </a:lnSpc>
              <a:spcBef>
                <a:spcPts val="80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7pPr>
            <a:lvl8pPr marL="3657600" lvl="7" indent="-292100">
              <a:lnSpc>
                <a:spcPct val="115000"/>
              </a:lnSpc>
              <a:spcBef>
                <a:spcPts val="80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8pPr>
            <a:lvl9pPr marL="4114800" lvl="8" indent="-292100">
              <a:lnSpc>
                <a:spcPct val="115000"/>
              </a:lnSpc>
              <a:spcBef>
                <a:spcPts val="800"/>
              </a:spcBef>
              <a:spcAft>
                <a:spcPts val="80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9pPr>
          </a:lstStyle>
          <a:p>
            <a:endParaRPr/>
          </a:p>
        </p:txBody>
      </p:sp>
      <p:sp>
        <p:nvSpPr>
          <p:cNvPr id="53" name="Google Shape;53;p14"/>
          <p:cNvSpPr txBox="1">
            <a:spLocks noGrp="1"/>
          </p:cNvSpPr>
          <p:nvPr>
            <p:ph type="title"/>
          </p:nvPr>
        </p:nvSpPr>
        <p:spPr>
          <a:xfrm>
            <a:off x="228600" y="256925"/>
            <a:ext cx="8628300" cy="587700"/>
          </a:xfrm>
          <a:prstGeom prst="rect">
            <a:avLst/>
          </a:prstGeom>
          <a:noFill/>
          <a:ln>
            <a:noFill/>
          </a:ln>
        </p:spPr>
        <p:txBody>
          <a:bodyPr spcFirstLastPara="1" wrap="square" lIns="0" tIns="0" rIns="91425" bIns="0" anchor="t" anchorCtr="0">
            <a:spAutoFit/>
          </a:bodyPr>
          <a:lstStyle>
            <a:lvl1pPr lvl="0">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1pPr>
            <a:lvl2pPr lvl="1">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2pPr>
            <a:lvl3pPr lvl="2">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3pPr>
            <a:lvl4pPr lvl="3">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4pPr>
            <a:lvl5pPr lvl="4">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5pPr>
            <a:lvl6pPr lvl="5">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6pPr>
            <a:lvl7pPr lvl="6">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7pPr>
            <a:lvl8pPr lvl="7">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8pPr>
            <a:lvl9pPr lvl="8">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9pPr>
          </a:lstStyle>
          <a:p>
            <a:endParaRPr/>
          </a:p>
        </p:txBody>
      </p:sp>
      <p:sp>
        <p:nvSpPr>
          <p:cNvPr id="54" name="Google Shape;54;p14"/>
          <p:cNvSpPr txBox="1">
            <a:spLocks noGrp="1"/>
          </p:cNvSpPr>
          <p:nvPr>
            <p:ph type="body" idx="2"/>
          </p:nvPr>
        </p:nvSpPr>
        <p:spPr>
          <a:xfrm>
            <a:off x="4028050" y="1866850"/>
            <a:ext cx="3640800" cy="2424600"/>
          </a:xfrm>
          <a:prstGeom prst="rect">
            <a:avLst/>
          </a:prstGeom>
          <a:noFill/>
          <a:ln>
            <a:noFill/>
          </a:ln>
        </p:spPr>
        <p:txBody>
          <a:bodyPr spcFirstLastPara="1" wrap="square" lIns="91425" tIns="91425" rIns="91425" bIns="91425" anchor="t" anchorCtr="0">
            <a:noAutofit/>
          </a:bodyPr>
          <a:lstStyle>
            <a:lvl1pPr marL="457200" lvl="0" indent="-2921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1pPr>
            <a:lvl2pPr marL="914400" lvl="1" indent="-2921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2pPr>
            <a:lvl3pPr marL="1371600" lvl="2" indent="-2921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3pPr>
            <a:lvl4pPr marL="1828800" lvl="3" indent="-2921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4pPr>
            <a:lvl5pPr marL="2286000" lvl="4" indent="-2921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5pPr>
            <a:lvl6pPr marL="2743200" lvl="5" indent="-2921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6pPr>
            <a:lvl7pPr marL="3200400" lvl="6" indent="-2921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7pPr>
            <a:lvl8pPr marL="3657600" lvl="7" indent="-2921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8pPr>
            <a:lvl9pPr marL="4114800" lvl="8" indent="-2921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9pPr>
          </a:lstStyle>
          <a:p>
            <a:endParaRPr/>
          </a:p>
        </p:txBody>
      </p:sp>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1474">
          <p15:clr>
            <a:srgbClr val="E46962"/>
          </p15:clr>
        </p15:guide>
        <p15:guide id="2" pos="1548">
          <p15:clr>
            <a:srgbClr val="E46962"/>
          </p15:clr>
        </p15:guide>
        <p15:guide id="3" pos="2842">
          <p15:clr>
            <a:srgbClr val="E46962"/>
          </p15:clr>
        </p15:guide>
        <p15:guide id="4" pos="2916">
          <p15:clr>
            <a:srgbClr val="E46962"/>
          </p15:clr>
        </p15:guide>
        <p15:guide id="5" pos="4211">
          <p15:clr>
            <a:srgbClr val="E46962"/>
          </p15:clr>
        </p15:guide>
        <p15:guide id="6" pos="4285">
          <p15:clr>
            <a:srgbClr val="E46962"/>
          </p15:clr>
        </p15:guide>
        <p15:guide id="7" pos="1926">
          <p15:clr>
            <a:srgbClr val="E46962"/>
          </p15:clr>
        </p15:guide>
        <p15:guide id="8" pos="2007">
          <p15:clr>
            <a:srgbClr val="E46962"/>
          </p15:clr>
        </p15:guide>
        <p15:guide id="9" pos="3753">
          <p15:clr>
            <a:srgbClr val="E46962"/>
          </p15:clr>
        </p15:guide>
        <p15:guide id="10" pos="3833">
          <p15:clr>
            <a:srgbClr val="E46962"/>
          </p15:clr>
        </p15:guide>
        <p15:guide id="11" orient="horz" pos="299">
          <p15:clr>
            <a:srgbClr val="E46962"/>
          </p15:clr>
        </p15:guide>
        <p15:guide id="12" orient="horz" pos="907">
          <p15:clr>
            <a:srgbClr val="E46962"/>
          </p15:clr>
        </p15:guide>
        <p15:guide id="13" orient="horz" pos="981">
          <p15:clr>
            <a:srgbClr val="E46962"/>
          </p15:clr>
        </p15:guide>
        <p15:guide id="14" orient="horz" pos="1583">
          <p15:clr>
            <a:srgbClr val="E46962"/>
          </p15:clr>
        </p15:guide>
        <p15:guide id="15" orient="horz" pos="1657">
          <p15:clr>
            <a:srgbClr val="E46962"/>
          </p15:clr>
        </p15:guide>
        <p15:guide id="16" orient="horz" pos="2259">
          <p15:clr>
            <a:srgbClr val="E46962"/>
          </p15:clr>
        </p15:guide>
        <p15:guide id="17" orient="horz" pos="2333">
          <p15:clr>
            <a:srgbClr val="E46962"/>
          </p15:clr>
        </p15:guide>
        <p15:guide id="18" orient="horz" pos="2941">
          <p15:clr>
            <a:srgbClr val="E46962"/>
          </p15:clr>
        </p15:guide>
        <p15:guide id="19" pos="179">
          <p15:clr>
            <a:srgbClr val="E46962"/>
          </p15:clr>
        </p15:guide>
        <p15:guide id="20" orient="horz" pos="180">
          <p15:clr>
            <a:srgbClr val="E46962"/>
          </p15:clr>
        </p15:guide>
        <p15:guide id="21" orient="horz" pos="3061">
          <p15:clr>
            <a:srgbClr val="E46962"/>
          </p15:clr>
        </p15:guide>
        <p15:guide id="22" pos="5579">
          <p15:clr>
            <a:srgbClr val="E46962"/>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dk1"/>
        </a:solidFill>
        <a:effectLst/>
      </p:bgPr>
    </p:bg>
    <p:spTree>
      <p:nvGrpSpPr>
        <p:cNvPr id="1" name="Shape 501"/>
        <p:cNvGrpSpPr/>
        <p:nvPr/>
      </p:nvGrpSpPr>
      <p:grpSpPr>
        <a:xfrm>
          <a:off x="0" y="0"/>
          <a:ext cx="0" cy="0"/>
          <a:chOff x="0" y="0"/>
          <a:chExt cx="0" cy="0"/>
        </a:xfrm>
      </p:grpSpPr>
      <p:sp>
        <p:nvSpPr>
          <p:cNvPr id="502" name="Google Shape;502;p64"/>
          <p:cNvSpPr txBox="1">
            <a:spLocks noGrp="1"/>
          </p:cNvSpPr>
          <p:nvPr>
            <p:ph type="body" idx="1"/>
          </p:nvPr>
        </p:nvSpPr>
        <p:spPr>
          <a:xfrm>
            <a:off x="228600" y="1833125"/>
            <a:ext cx="5760600" cy="3460200"/>
          </a:xfrm>
          <a:prstGeom prst="rect">
            <a:avLst/>
          </a:prstGeom>
          <a:noFill/>
          <a:ln>
            <a:noFill/>
          </a:ln>
        </p:spPr>
        <p:txBody>
          <a:bodyPr spcFirstLastPara="1" wrap="square" lIns="0" tIns="91425" rIns="91425" bIns="91425" anchor="t" anchorCtr="0">
            <a:noAutofit/>
          </a:bodyPr>
          <a:lstStyle>
            <a:lvl1pPr marL="457200" marR="0" lvl="0" indent="-292100" algn="l">
              <a:lnSpc>
                <a:spcPct val="115000"/>
              </a:lnSpc>
              <a:spcBef>
                <a:spcPts val="0"/>
              </a:spcBef>
              <a:spcAft>
                <a:spcPts val="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1pPr>
            <a:lvl2pPr marL="914400" marR="0" lvl="1" indent="-292100" algn="l">
              <a:lnSpc>
                <a:spcPct val="115000"/>
              </a:lnSpc>
              <a:spcBef>
                <a:spcPts val="800"/>
              </a:spcBef>
              <a:spcAft>
                <a:spcPts val="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2pPr>
            <a:lvl3pPr marL="1371600" marR="0" lvl="2" indent="-292100" algn="l">
              <a:lnSpc>
                <a:spcPct val="115000"/>
              </a:lnSpc>
              <a:spcBef>
                <a:spcPts val="800"/>
              </a:spcBef>
              <a:spcAft>
                <a:spcPts val="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3pPr>
            <a:lvl4pPr marL="1828800" marR="0" lvl="3" indent="-292100" algn="l">
              <a:lnSpc>
                <a:spcPct val="115000"/>
              </a:lnSpc>
              <a:spcBef>
                <a:spcPts val="800"/>
              </a:spcBef>
              <a:spcAft>
                <a:spcPts val="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4pPr>
            <a:lvl5pPr marL="2286000" marR="0" lvl="4" indent="-292100" algn="l">
              <a:lnSpc>
                <a:spcPct val="115000"/>
              </a:lnSpc>
              <a:spcBef>
                <a:spcPts val="800"/>
              </a:spcBef>
              <a:spcAft>
                <a:spcPts val="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5pPr>
            <a:lvl6pPr marL="2743200" marR="0" lvl="5" indent="-292100" algn="l">
              <a:lnSpc>
                <a:spcPct val="115000"/>
              </a:lnSpc>
              <a:spcBef>
                <a:spcPts val="800"/>
              </a:spcBef>
              <a:spcAft>
                <a:spcPts val="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6pPr>
            <a:lvl7pPr marL="3200400" marR="0" lvl="6" indent="-292100" algn="l">
              <a:lnSpc>
                <a:spcPct val="115000"/>
              </a:lnSpc>
              <a:spcBef>
                <a:spcPts val="800"/>
              </a:spcBef>
              <a:spcAft>
                <a:spcPts val="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7pPr>
            <a:lvl8pPr marL="3657600" marR="0" lvl="7" indent="-292100" algn="l">
              <a:lnSpc>
                <a:spcPct val="115000"/>
              </a:lnSpc>
              <a:spcBef>
                <a:spcPts val="800"/>
              </a:spcBef>
              <a:spcAft>
                <a:spcPts val="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8pPr>
            <a:lvl9pPr marL="4114800" marR="0" lvl="8" indent="-292100" algn="l">
              <a:lnSpc>
                <a:spcPct val="115000"/>
              </a:lnSpc>
              <a:spcBef>
                <a:spcPts val="800"/>
              </a:spcBef>
              <a:spcAft>
                <a:spcPts val="80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9pPr>
          </a:lstStyle>
          <a:p>
            <a:endParaRPr/>
          </a:p>
        </p:txBody>
      </p:sp>
      <p:sp>
        <p:nvSpPr>
          <p:cNvPr id="503" name="Google Shape;503;p64"/>
          <p:cNvSpPr txBox="1">
            <a:spLocks noGrp="1"/>
          </p:cNvSpPr>
          <p:nvPr>
            <p:ph type="title"/>
          </p:nvPr>
        </p:nvSpPr>
        <p:spPr>
          <a:xfrm>
            <a:off x="228600" y="256925"/>
            <a:ext cx="8628300" cy="587700"/>
          </a:xfrm>
          <a:prstGeom prst="rect">
            <a:avLst/>
          </a:prstGeom>
          <a:noFill/>
          <a:ln>
            <a:noFill/>
          </a:ln>
        </p:spPr>
        <p:txBody>
          <a:bodyPr spcFirstLastPara="1" wrap="square" lIns="0" tIns="0" rIns="91425" bIns="0" anchor="t" anchorCtr="0">
            <a:spAutoFit/>
          </a:bodyPr>
          <a:lstStyle>
            <a:lvl1pPr marR="0" lvl="0" algn="l">
              <a:lnSpc>
                <a:spcPct val="100000"/>
              </a:lnSpc>
              <a:spcBef>
                <a:spcPts val="0"/>
              </a:spcBef>
              <a:spcAft>
                <a:spcPts val="0"/>
              </a:spcAft>
              <a:buClr>
                <a:srgbClr val="000000"/>
              </a:buClr>
              <a:buSzPts val="4800"/>
              <a:buFont typeface="Arial"/>
              <a:buNone/>
              <a:defRPr sz="4800" b="0" i="0" u="none" strike="noStrike" cap="none">
                <a:solidFill>
                  <a:schemeClr val="lt1"/>
                </a:solidFill>
                <a:latin typeface="Instrument Sans SemiBold"/>
                <a:ea typeface="Instrument Sans SemiBold"/>
                <a:cs typeface="Instrument Sans SemiBold"/>
                <a:sym typeface="Instrument Sans SemiBold"/>
              </a:defRPr>
            </a:lvl1pPr>
            <a:lvl2pPr marR="0" lvl="1" algn="l">
              <a:lnSpc>
                <a:spcPct val="100000"/>
              </a:lnSpc>
              <a:spcBef>
                <a:spcPts val="0"/>
              </a:spcBef>
              <a:spcAft>
                <a:spcPts val="0"/>
              </a:spcAft>
              <a:buClr>
                <a:srgbClr val="000000"/>
              </a:buClr>
              <a:buSzPts val="4800"/>
              <a:buFont typeface="Arial"/>
              <a:buNone/>
              <a:defRPr sz="4800" b="0" i="0" u="none" strike="noStrike" cap="none">
                <a:solidFill>
                  <a:schemeClr val="lt1"/>
                </a:solidFill>
                <a:latin typeface="Instrument Sans SemiBold"/>
                <a:ea typeface="Instrument Sans SemiBold"/>
                <a:cs typeface="Instrument Sans SemiBold"/>
                <a:sym typeface="Instrument Sans SemiBold"/>
              </a:defRPr>
            </a:lvl2pPr>
            <a:lvl3pPr marR="0" lvl="2" algn="l">
              <a:lnSpc>
                <a:spcPct val="100000"/>
              </a:lnSpc>
              <a:spcBef>
                <a:spcPts val="0"/>
              </a:spcBef>
              <a:spcAft>
                <a:spcPts val="0"/>
              </a:spcAft>
              <a:buClr>
                <a:srgbClr val="000000"/>
              </a:buClr>
              <a:buSzPts val="4800"/>
              <a:buFont typeface="Arial"/>
              <a:buNone/>
              <a:defRPr sz="4800" b="0" i="0" u="none" strike="noStrike" cap="none">
                <a:solidFill>
                  <a:schemeClr val="lt1"/>
                </a:solidFill>
                <a:latin typeface="Instrument Sans SemiBold"/>
                <a:ea typeface="Instrument Sans SemiBold"/>
                <a:cs typeface="Instrument Sans SemiBold"/>
                <a:sym typeface="Instrument Sans SemiBold"/>
              </a:defRPr>
            </a:lvl3pPr>
            <a:lvl4pPr marR="0" lvl="3" algn="l">
              <a:lnSpc>
                <a:spcPct val="100000"/>
              </a:lnSpc>
              <a:spcBef>
                <a:spcPts val="0"/>
              </a:spcBef>
              <a:spcAft>
                <a:spcPts val="0"/>
              </a:spcAft>
              <a:buClr>
                <a:srgbClr val="000000"/>
              </a:buClr>
              <a:buSzPts val="4800"/>
              <a:buFont typeface="Arial"/>
              <a:buNone/>
              <a:defRPr sz="4800" b="0" i="0" u="none" strike="noStrike" cap="none">
                <a:solidFill>
                  <a:schemeClr val="lt1"/>
                </a:solidFill>
                <a:latin typeface="Instrument Sans SemiBold"/>
                <a:ea typeface="Instrument Sans SemiBold"/>
                <a:cs typeface="Instrument Sans SemiBold"/>
                <a:sym typeface="Instrument Sans SemiBold"/>
              </a:defRPr>
            </a:lvl4pPr>
            <a:lvl5pPr marR="0" lvl="4" algn="l">
              <a:lnSpc>
                <a:spcPct val="100000"/>
              </a:lnSpc>
              <a:spcBef>
                <a:spcPts val="0"/>
              </a:spcBef>
              <a:spcAft>
                <a:spcPts val="0"/>
              </a:spcAft>
              <a:buClr>
                <a:srgbClr val="000000"/>
              </a:buClr>
              <a:buSzPts val="4800"/>
              <a:buFont typeface="Arial"/>
              <a:buNone/>
              <a:defRPr sz="4800" b="0" i="0" u="none" strike="noStrike" cap="none">
                <a:solidFill>
                  <a:schemeClr val="lt1"/>
                </a:solidFill>
                <a:latin typeface="Instrument Sans SemiBold"/>
                <a:ea typeface="Instrument Sans SemiBold"/>
                <a:cs typeface="Instrument Sans SemiBold"/>
                <a:sym typeface="Instrument Sans SemiBold"/>
              </a:defRPr>
            </a:lvl5pPr>
            <a:lvl6pPr marR="0" lvl="5" algn="l">
              <a:lnSpc>
                <a:spcPct val="100000"/>
              </a:lnSpc>
              <a:spcBef>
                <a:spcPts val="0"/>
              </a:spcBef>
              <a:spcAft>
                <a:spcPts val="0"/>
              </a:spcAft>
              <a:buClr>
                <a:srgbClr val="000000"/>
              </a:buClr>
              <a:buSzPts val="4800"/>
              <a:buFont typeface="Arial"/>
              <a:buNone/>
              <a:defRPr sz="4800" b="0" i="0" u="none" strike="noStrike" cap="none">
                <a:solidFill>
                  <a:schemeClr val="lt1"/>
                </a:solidFill>
                <a:latin typeface="Instrument Sans SemiBold"/>
                <a:ea typeface="Instrument Sans SemiBold"/>
                <a:cs typeface="Instrument Sans SemiBold"/>
                <a:sym typeface="Instrument Sans SemiBold"/>
              </a:defRPr>
            </a:lvl6pPr>
            <a:lvl7pPr marR="0" lvl="6" algn="l">
              <a:lnSpc>
                <a:spcPct val="100000"/>
              </a:lnSpc>
              <a:spcBef>
                <a:spcPts val="0"/>
              </a:spcBef>
              <a:spcAft>
                <a:spcPts val="0"/>
              </a:spcAft>
              <a:buClr>
                <a:srgbClr val="000000"/>
              </a:buClr>
              <a:buSzPts val="4800"/>
              <a:buFont typeface="Arial"/>
              <a:buNone/>
              <a:defRPr sz="4800" b="0" i="0" u="none" strike="noStrike" cap="none">
                <a:solidFill>
                  <a:schemeClr val="lt1"/>
                </a:solidFill>
                <a:latin typeface="Instrument Sans SemiBold"/>
                <a:ea typeface="Instrument Sans SemiBold"/>
                <a:cs typeface="Instrument Sans SemiBold"/>
                <a:sym typeface="Instrument Sans SemiBold"/>
              </a:defRPr>
            </a:lvl7pPr>
            <a:lvl8pPr marR="0" lvl="7" algn="l">
              <a:lnSpc>
                <a:spcPct val="100000"/>
              </a:lnSpc>
              <a:spcBef>
                <a:spcPts val="0"/>
              </a:spcBef>
              <a:spcAft>
                <a:spcPts val="0"/>
              </a:spcAft>
              <a:buClr>
                <a:srgbClr val="000000"/>
              </a:buClr>
              <a:buSzPts val="4800"/>
              <a:buFont typeface="Arial"/>
              <a:buNone/>
              <a:defRPr sz="4800" b="0" i="0" u="none" strike="noStrike" cap="none">
                <a:solidFill>
                  <a:schemeClr val="lt1"/>
                </a:solidFill>
                <a:latin typeface="Instrument Sans SemiBold"/>
                <a:ea typeface="Instrument Sans SemiBold"/>
                <a:cs typeface="Instrument Sans SemiBold"/>
                <a:sym typeface="Instrument Sans SemiBold"/>
              </a:defRPr>
            </a:lvl8pPr>
            <a:lvl9pPr marR="0" lvl="8" algn="l">
              <a:lnSpc>
                <a:spcPct val="100000"/>
              </a:lnSpc>
              <a:spcBef>
                <a:spcPts val="0"/>
              </a:spcBef>
              <a:spcAft>
                <a:spcPts val="0"/>
              </a:spcAft>
              <a:buClr>
                <a:srgbClr val="000000"/>
              </a:buClr>
              <a:buSzPts val="4800"/>
              <a:buFont typeface="Arial"/>
              <a:buNone/>
              <a:defRPr sz="4800" b="0" i="0" u="none" strike="noStrike" cap="none">
                <a:solidFill>
                  <a:schemeClr val="lt1"/>
                </a:solidFill>
                <a:latin typeface="Instrument Sans SemiBold"/>
                <a:ea typeface="Instrument Sans SemiBold"/>
                <a:cs typeface="Instrument Sans SemiBold"/>
                <a:sym typeface="Instrument Sans SemiBold"/>
              </a:defRPr>
            </a:lvl9pPr>
          </a:lstStyle>
          <a:p>
            <a:endParaRPr/>
          </a:p>
        </p:txBody>
      </p:sp>
      <p:sp>
        <p:nvSpPr>
          <p:cNvPr id="504" name="Google Shape;504;p64"/>
          <p:cNvSpPr txBox="1">
            <a:spLocks noGrp="1"/>
          </p:cNvSpPr>
          <p:nvPr>
            <p:ph type="body" idx="2"/>
          </p:nvPr>
        </p:nvSpPr>
        <p:spPr>
          <a:xfrm>
            <a:off x="4028050" y="1866850"/>
            <a:ext cx="3640800" cy="2424600"/>
          </a:xfrm>
          <a:prstGeom prst="rect">
            <a:avLst/>
          </a:prstGeom>
          <a:noFill/>
          <a:ln>
            <a:noFill/>
          </a:ln>
        </p:spPr>
        <p:txBody>
          <a:bodyPr spcFirstLastPara="1" wrap="square" lIns="91425" tIns="91425" rIns="91425" bIns="91425" anchor="t" anchorCtr="0">
            <a:noAutofit/>
          </a:bodyPr>
          <a:lstStyle>
            <a:lvl1pPr marL="457200" marR="0" lvl="0" indent="-292100" algn="l">
              <a:lnSpc>
                <a:spcPct val="100000"/>
              </a:lnSpc>
              <a:spcBef>
                <a:spcPts val="0"/>
              </a:spcBef>
              <a:spcAft>
                <a:spcPts val="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1pPr>
            <a:lvl2pPr marL="914400" marR="0" lvl="1" indent="-292100" algn="l">
              <a:lnSpc>
                <a:spcPct val="100000"/>
              </a:lnSpc>
              <a:spcBef>
                <a:spcPts val="0"/>
              </a:spcBef>
              <a:spcAft>
                <a:spcPts val="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2pPr>
            <a:lvl3pPr marL="1371600" marR="0" lvl="2" indent="-292100" algn="l">
              <a:lnSpc>
                <a:spcPct val="100000"/>
              </a:lnSpc>
              <a:spcBef>
                <a:spcPts val="0"/>
              </a:spcBef>
              <a:spcAft>
                <a:spcPts val="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3pPr>
            <a:lvl4pPr marL="1828800" marR="0" lvl="3" indent="-292100" algn="l">
              <a:lnSpc>
                <a:spcPct val="100000"/>
              </a:lnSpc>
              <a:spcBef>
                <a:spcPts val="0"/>
              </a:spcBef>
              <a:spcAft>
                <a:spcPts val="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4pPr>
            <a:lvl5pPr marL="2286000" marR="0" lvl="4" indent="-292100" algn="l">
              <a:lnSpc>
                <a:spcPct val="100000"/>
              </a:lnSpc>
              <a:spcBef>
                <a:spcPts val="0"/>
              </a:spcBef>
              <a:spcAft>
                <a:spcPts val="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5pPr>
            <a:lvl6pPr marL="2743200" marR="0" lvl="5" indent="-292100" algn="l">
              <a:lnSpc>
                <a:spcPct val="100000"/>
              </a:lnSpc>
              <a:spcBef>
                <a:spcPts val="0"/>
              </a:spcBef>
              <a:spcAft>
                <a:spcPts val="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6pPr>
            <a:lvl7pPr marL="3200400" marR="0" lvl="6" indent="-292100" algn="l">
              <a:lnSpc>
                <a:spcPct val="100000"/>
              </a:lnSpc>
              <a:spcBef>
                <a:spcPts val="0"/>
              </a:spcBef>
              <a:spcAft>
                <a:spcPts val="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7pPr>
            <a:lvl8pPr marL="3657600" marR="0" lvl="7" indent="-292100" algn="l">
              <a:lnSpc>
                <a:spcPct val="100000"/>
              </a:lnSpc>
              <a:spcBef>
                <a:spcPts val="0"/>
              </a:spcBef>
              <a:spcAft>
                <a:spcPts val="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8pPr>
            <a:lvl9pPr marL="4114800" marR="0" lvl="8" indent="-292100" algn="l">
              <a:lnSpc>
                <a:spcPct val="100000"/>
              </a:lnSpc>
              <a:spcBef>
                <a:spcPts val="0"/>
              </a:spcBef>
              <a:spcAft>
                <a:spcPts val="0"/>
              </a:spcAft>
              <a:buClr>
                <a:schemeClr val="lt1"/>
              </a:buClr>
              <a:buSzPts val="1000"/>
              <a:buFont typeface="Instrument Sans"/>
              <a:buChar char="■"/>
              <a:defRPr sz="1000" b="0" i="0" u="none" strike="noStrike" cap="none">
                <a:solidFill>
                  <a:schemeClr val="lt1"/>
                </a:solidFill>
                <a:latin typeface="Instrument Sans"/>
                <a:ea typeface="Instrument Sans"/>
                <a:cs typeface="Instrument Sans"/>
                <a:sym typeface="Instrument Sans"/>
              </a:defRPr>
            </a:lvl9pPr>
          </a:lstStyle>
          <a:p>
            <a:endParaRPr/>
          </a:p>
        </p:txBody>
      </p:sp>
    </p:spTree>
  </p:cSld>
  <p:clrMap bg1="lt1" tx1="dk1" bg2="dk2" tx2="lt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 id="2147483728" r:id="rId20"/>
    <p:sldLayoutId id="2147483729" r:id="rId21"/>
    <p:sldLayoutId id="2147483730" r:id="rId22"/>
    <p:sldLayoutId id="2147483731" r:id="rId23"/>
    <p:sldLayoutId id="2147483732" r:id="rId24"/>
    <p:sldLayoutId id="2147483733" r:id="rId25"/>
    <p:sldLayoutId id="2147483734" r:id="rId26"/>
    <p:sldLayoutId id="2147483735" r:id="rId27"/>
    <p:sldLayoutId id="2147483736" r:id="rId28"/>
    <p:sldLayoutId id="2147483737" r:id="rId29"/>
    <p:sldLayoutId id="2147483738" r:id="rId30"/>
    <p:sldLayoutId id="2147483739" r:id="rId31"/>
    <p:sldLayoutId id="2147483740" r:id="rId32"/>
    <p:sldLayoutId id="2147483741" r:id="rId33"/>
    <p:sldLayoutId id="2147483742" r:id="rId34"/>
    <p:sldLayoutId id="2147483743" r:id="rId35"/>
    <p:sldLayoutId id="2147483744" r:id="rId36"/>
    <p:sldLayoutId id="2147483745" r:id="rId37"/>
    <p:sldLayoutId id="2147483746" r:id="rId38"/>
    <p:sldLayoutId id="2147483747" r:id="rId39"/>
    <p:sldLayoutId id="2147483748" r:id="rId40"/>
    <p:sldLayoutId id="2147483749" r:id="rId41"/>
    <p:sldLayoutId id="2147483750" r:id="rId42"/>
    <p:sldLayoutId id="2147483751" r:id="rId43"/>
    <p:sldLayoutId id="2147483752" r:id="rId44"/>
    <p:sldLayoutId id="2147483753" r:id="rId45"/>
    <p:sldLayoutId id="2147483754" r:id="rId46"/>
    <p:sldLayoutId id="2147483755" r:id="rId47"/>
    <p:sldLayoutId id="2147483756" r:id="rId48"/>
    <p:sldLayoutId id="2147483757" r:id="rId49"/>
    <p:sldLayoutId id="2147483758" r:id="rId50"/>
    <p:sldLayoutId id="2147483759" r:id="rId5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1474">
          <p15:clr>
            <a:srgbClr val="E46962"/>
          </p15:clr>
        </p15:guide>
        <p15:guide id="2" pos="1548">
          <p15:clr>
            <a:srgbClr val="E46962"/>
          </p15:clr>
        </p15:guide>
        <p15:guide id="3" pos="2842">
          <p15:clr>
            <a:srgbClr val="E46962"/>
          </p15:clr>
        </p15:guide>
        <p15:guide id="4" pos="2916">
          <p15:clr>
            <a:srgbClr val="E46962"/>
          </p15:clr>
        </p15:guide>
        <p15:guide id="5" pos="4211">
          <p15:clr>
            <a:srgbClr val="E46962"/>
          </p15:clr>
        </p15:guide>
        <p15:guide id="6" pos="4285">
          <p15:clr>
            <a:srgbClr val="E46962"/>
          </p15:clr>
        </p15:guide>
        <p15:guide id="7" pos="1926">
          <p15:clr>
            <a:srgbClr val="E46962"/>
          </p15:clr>
        </p15:guide>
        <p15:guide id="8" pos="2007">
          <p15:clr>
            <a:srgbClr val="E46962"/>
          </p15:clr>
        </p15:guide>
        <p15:guide id="9" pos="3753">
          <p15:clr>
            <a:srgbClr val="E46962"/>
          </p15:clr>
        </p15:guide>
        <p15:guide id="10" pos="3833">
          <p15:clr>
            <a:srgbClr val="E46962"/>
          </p15:clr>
        </p15:guide>
        <p15:guide id="11" orient="horz" pos="299">
          <p15:clr>
            <a:srgbClr val="E46962"/>
          </p15:clr>
        </p15:guide>
        <p15:guide id="12" orient="horz" pos="907">
          <p15:clr>
            <a:srgbClr val="E46962"/>
          </p15:clr>
        </p15:guide>
        <p15:guide id="13" orient="horz" pos="981">
          <p15:clr>
            <a:srgbClr val="E46962"/>
          </p15:clr>
        </p15:guide>
        <p15:guide id="14" orient="horz" pos="1583">
          <p15:clr>
            <a:srgbClr val="E46962"/>
          </p15:clr>
        </p15:guide>
        <p15:guide id="15" orient="horz" pos="1657">
          <p15:clr>
            <a:srgbClr val="E46962"/>
          </p15:clr>
        </p15:guide>
        <p15:guide id="16" orient="horz" pos="2259">
          <p15:clr>
            <a:srgbClr val="E46962"/>
          </p15:clr>
        </p15:guide>
        <p15:guide id="17" orient="horz" pos="2333">
          <p15:clr>
            <a:srgbClr val="E46962"/>
          </p15:clr>
        </p15:guide>
        <p15:guide id="18" orient="horz" pos="2941">
          <p15:clr>
            <a:srgbClr val="E46962"/>
          </p15:clr>
        </p15:guide>
        <p15:guide id="19" pos="179">
          <p15:clr>
            <a:srgbClr val="E46962"/>
          </p15:clr>
        </p15:guide>
        <p15:guide id="20" orient="horz" pos="180">
          <p15:clr>
            <a:srgbClr val="E46962"/>
          </p15:clr>
        </p15:guide>
        <p15:guide id="21" orient="horz" pos="3061">
          <p15:clr>
            <a:srgbClr val="E46962"/>
          </p15:clr>
        </p15:guide>
        <p15:guide id="22" pos="5579">
          <p15:clr>
            <a:srgbClr val="E46962"/>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6.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6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4.xml"/></Relationships>
</file>

<file path=ppt/slides/_rels/slide6.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6.xml"/><Relationship Id="rId1" Type="http://schemas.openxmlformats.org/officeDocument/2006/relationships/slideLayout" Target="../slideLayouts/slideLayout66.xml"/></Relationships>
</file>

<file path=ppt/slides/_rels/slide7.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7.xml"/><Relationship Id="rId1" Type="http://schemas.openxmlformats.org/officeDocument/2006/relationships/slideLayout" Target="../slideLayouts/slideLayout66.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66.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66.xml"/><Relationship Id="rId4" Type="http://schemas.openxmlformats.org/officeDocument/2006/relationships/image" Target="../media/image18.jp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66.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1.xml"/><Relationship Id="rId1" Type="http://schemas.openxmlformats.org/officeDocument/2006/relationships/slideLayout" Target="../slideLayouts/slideLayout66.xml"/><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66.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66.xml"/></Relationships>
</file>

<file path=ppt/slides/_rels/slide14.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14.xml"/><Relationship Id="rId1" Type="http://schemas.openxmlformats.org/officeDocument/2006/relationships/slideLayout" Target="../slideLayouts/slideLayout6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4.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6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6.xml"/></Relationships>
</file>

<file path=ppt/slides/_rels/slide19.xml.rels><?xml version="1.0" encoding="UTF-8" standalone="yes"?>
<Relationships xmlns="http://schemas.openxmlformats.org/package/2006/relationships"><Relationship Id="rId3" Type="http://schemas.openxmlformats.org/officeDocument/2006/relationships/hyperlink" Target="http://www.youtube.com/watch?v=SApOxZ7BMwE" TargetMode="External"/><Relationship Id="rId2" Type="http://schemas.openxmlformats.org/officeDocument/2006/relationships/notesSlide" Target="../notesSlides/notesSlide19.xml"/><Relationship Id="rId1" Type="http://schemas.openxmlformats.org/officeDocument/2006/relationships/slideLayout" Target="../slideLayouts/slideLayout66.xml"/><Relationship Id="rId4" Type="http://schemas.openxmlformats.org/officeDocument/2006/relationships/image" Target="../media/image25.jp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4.xml"/></Relationships>
</file>

<file path=ppt/slides/_rels/slide21.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21.xml"/><Relationship Id="rId1" Type="http://schemas.openxmlformats.org/officeDocument/2006/relationships/slideLayout" Target="../slideLayouts/slideLayout66.xml"/><Relationship Id="rId4" Type="http://schemas.openxmlformats.org/officeDocument/2006/relationships/image" Target="../media/image27.jp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4.xml"/></Relationships>
</file>

<file path=ppt/slides/_rels/slide25.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25.xml"/><Relationship Id="rId1" Type="http://schemas.openxmlformats.org/officeDocument/2006/relationships/slideLayout" Target="../slideLayouts/slideLayout66.xml"/><Relationship Id="rId4" Type="http://schemas.openxmlformats.org/officeDocument/2006/relationships/image" Target="../media/image29.jp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66.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66.xml"/></Relationships>
</file>

<file path=ppt/slides/_rels/slide28.xml.rels><?xml version="1.0" encoding="UTF-8" standalone="yes"?>
<Relationships xmlns="http://schemas.openxmlformats.org/package/2006/relationships"><Relationship Id="rId3" Type="http://schemas.openxmlformats.org/officeDocument/2006/relationships/hyperlink" Target="https://www.youtube.com/watch?v=sMY_HnLoEfk" TargetMode="External"/><Relationship Id="rId2" Type="http://schemas.openxmlformats.org/officeDocument/2006/relationships/notesSlide" Target="../notesSlides/notesSlide28.xml"/><Relationship Id="rId1" Type="http://schemas.openxmlformats.org/officeDocument/2006/relationships/slideLayout" Target="../slideLayouts/slideLayout66.xml"/><Relationship Id="rId5" Type="http://schemas.openxmlformats.org/officeDocument/2006/relationships/image" Target="../media/image32.jpg"/><Relationship Id="rId4" Type="http://schemas.openxmlformats.org/officeDocument/2006/relationships/hyperlink" Target="http://www.youtube.com/watch?v=sMY_HnLoEfk" TargetMode="Externa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4.xml"/></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0.xml"/><Relationship Id="rId1" Type="http://schemas.openxmlformats.org/officeDocument/2006/relationships/slideLayout" Target="../slideLayouts/slideLayout66.xml"/></Relationships>
</file>

<file path=ppt/slides/_rels/slide31.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31.xml"/><Relationship Id="rId1" Type="http://schemas.openxmlformats.org/officeDocument/2006/relationships/slideLayout" Target="../slideLayouts/slideLayout66.xml"/><Relationship Id="rId4" Type="http://schemas.openxmlformats.org/officeDocument/2006/relationships/image" Target="../media/image35.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4.xml"/></Relationships>
</file>

<file path=ppt/slides/_rels/slide34.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34.xml"/><Relationship Id="rId1" Type="http://schemas.openxmlformats.org/officeDocument/2006/relationships/slideLayout" Target="../slideLayouts/slideLayout66.xml"/></Relationships>
</file>

<file path=ppt/slides/_rels/slide35.xml.rels><?xml version="1.0" encoding="UTF-8" standalone="yes"?>
<Relationships xmlns="http://schemas.openxmlformats.org/package/2006/relationships"><Relationship Id="rId3" Type="http://schemas.openxmlformats.org/officeDocument/2006/relationships/hyperlink" Target="http://www.youtube.com/watch?v=lsw39ao17h0" TargetMode="External"/><Relationship Id="rId2" Type="http://schemas.openxmlformats.org/officeDocument/2006/relationships/notesSlide" Target="../notesSlides/notesSlide35.xml"/><Relationship Id="rId1" Type="http://schemas.openxmlformats.org/officeDocument/2006/relationships/slideLayout" Target="../slideLayouts/slideLayout66.xml"/><Relationship Id="rId4" Type="http://schemas.openxmlformats.org/officeDocument/2006/relationships/image" Target="../media/image37.jp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6.xml"/></Relationships>
</file>

<file path=ppt/slides/_rels/slide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8.xml"/><Relationship Id="rId1" Type="http://schemas.openxmlformats.org/officeDocument/2006/relationships/slideLayout" Target="../slideLayouts/slideLayout66.xml"/><Relationship Id="rId4" Type="http://schemas.openxmlformats.org/officeDocument/2006/relationships/image" Target="../media/image39.jp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6.xml"/></Relationships>
</file>

<file path=ppt/slides/_rels/slide45.xml.rels><?xml version="1.0" encoding="UTF-8" standalone="yes"?>
<Relationships xmlns="http://schemas.openxmlformats.org/package/2006/relationships"><Relationship Id="rId3" Type="http://schemas.openxmlformats.org/officeDocument/2006/relationships/hyperlink" Target="https://www.youtube.com/watch?v=sMY_HnLoEfk" TargetMode="External"/><Relationship Id="rId2" Type="http://schemas.openxmlformats.org/officeDocument/2006/relationships/notesSlide" Target="../notesSlides/notesSlide45.xml"/><Relationship Id="rId1" Type="http://schemas.openxmlformats.org/officeDocument/2006/relationships/slideLayout" Target="../slideLayouts/slideLayout3.xml"/><Relationship Id="rId4" Type="http://schemas.openxmlformats.org/officeDocument/2006/relationships/hyperlink" Target="https://www.youtube.com/watch?v=SApOxZ7BMw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23"/>
        <p:cNvGrpSpPr/>
        <p:nvPr/>
      </p:nvGrpSpPr>
      <p:grpSpPr>
        <a:xfrm>
          <a:off x="0" y="0"/>
          <a:ext cx="0" cy="0"/>
          <a:chOff x="0" y="0"/>
          <a:chExt cx="0" cy="0"/>
        </a:xfrm>
      </p:grpSpPr>
      <p:sp>
        <p:nvSpPr>
          <p:cNvPr id="1024" name="Google Shape;1024;p119"/>
          <p:cNvSpPr txBox="1">
            <a:spLocks noGrp="1"/>
          </p:cNvSpPr>
          <p:nvPr>
            <p:ph type="title"/>
          </p:nvPr>
        </p:nvSpPr>
        <p:spPr>
          <a:xfrm>
            <a:off x="291800" y="465200"/>
            <a:ext cx="5666400" cy="39252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Psychological Disorders</a:t>
            </a:r>
            <a:endParaRPr/>
          </a:p>
          <a:p>
            <a:pPr marL="0" lvl="0" indent="0" algn="l" rtl="0">
              <a:spcBef>
                <a:spcPts val="0"/>
              </a:spcBef>
              <a:spcAft>
                <a:spcPts val="0"/>
              </a:spcAft>
              <a:buNone/>
            </a:pPr>
            <a:endParaRPr/>
          </a:p>
          <a:p>
            <a:pPr marL="0" lvl="0" indent="0" algn="l" rtl="0">
              <a:spcBef>
                <a:spcPts val="0"/>
              </a:spcBef>
              <a:spcAft>
                <a:spcPts val="0"/>
              </a:spcAft>
              <a:buNone/>
            </a:pPr>
            <a:r>
              <a:rPr lang="en">
                <a:solidFill>
                  <a:srgbClr val="0000FF"/>
                </a:solidFill>
              </a:rPr>
              <a:t>Trastornos psicológicos</a:t>
            </a:r>
            <a:endParaRPr>
              <a:solidFill>
                <a:srgbClr val="0000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28"/>
        <p:cNvGrpSpPr/>
        <p:nvPr/>
      </p:nvGrpSpPr>
      <p:grpSpPr>
        <a:xfrm>
          <a:off x="0" y="0"/>
          <a:ext cx="0" cy="0"/>
          <a:chOff x="0" y="0"/>
          <a:chExt cx="0" cy="0"/>
        </a:xfrm>
      </p:grpSpPr>
      <p:sp>
        <p:nvSpPr>
          <p:cNvPr id="1029" name="Google Shape;1029;p120"/>
          <p:cNvSpPr/>
          <p:nvPr/>
        </p:nvSpPr>
        <p:spPr>
          <a:xfrm>
            <a:off x="284700" y="2037676"/>
            <a:ext cx="2055000" cy="2632200"/>
          </a:xfrm>
          <a:prstGeom prst="roundRect">
            <a:avLst>
              <a:gd name="adj" fmla="val 11349"/>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strument Sans"/>
              <a:ea typeface="Instrument Sans"/>
              <a:cs typeface="Instrument Sans"/>
              <a:sym typeface="Instrument Sans"/>
            </a:endParaRPr>
          </a:p>
        </p:txBody>
      </p:sp>
      <p:sp>
        <p:nvSpPr>
          <p:cNvPr id="1030" name="Google Shape;1030;p120"/>
          <p:cNvSpPr/>
          <p:nvPr/>
        </p:nvSpPr>
        <p:spPr>
          <a:xfrm>
            <a:off x="3485225" y="2037676"/>
            <a:ext cx="2055000" cy="2632200"/>
          </a:xfrm>
          <a:prstGeom prst="roundRect">
            <a:avLst>
              <a:gd name="adj" fmla="val 1003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strument Sans"/>
              <a:ea typeface="Instrument Sans"/>
              <a:cs typeface="Instrument Sans"/>
              <a:sym typeface="Instrument Sans"/>
            </a:endParaRPr>
          </a:p>
        </p:txBody>
      </p:sp>
      <p:sp>
        <p:nvSpPr>
          <p:cNvPr id="1031" name="Google Shape;1031;p120"/>
          <p:cNvSpPr/>
          <p:nvPr/>
        </p:nvSpPr>
        <p:spPr>
          <a:xfrm>
            <a:off x="6801850" y="2037676"/>
            <a:ext cx="2055000" cy="2632200"/>
          </a:xfrm>
          <a:prstGeom prst="roundRect">
            <a:avLst>
              <a:gd name="adj" fmla="val 978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strument Sans"/>
              <a:ea typeface="Instrument Sans"/>
              <a:cs typeface="Instrument Sans"/>
              <a:sym typeface="Instrument Sans"/>
            </a:endParaRPr>
          </a:p>
        </p:txBody>
      </p:sp>
      <p:sp>
        <p:nvSpPr>
          <p:cNvPr id="1032" name="Google Shape;1032;p120"/>
          <p:cNvSpPr txBox="1">
            <a:spLocks noGrp="1"/>
          </p:cNvSpPr>
          <p:nvPr>
            <p:ph type="body" idx="3"/>
          </p:nvPr>
        </p:nvSpPr>
        <p:spPr>
          <a:xfrm>
            <a:off x="280875" y="2623228"/>
            <a:ext cx="2055000" cy="1281600"/>
          </a:xfrm>
          <a:prstGeom prst="rect">
            <a:avLst/>
          </a:prstGeom>
        </p:spPr>
        <p:txBody>
          <a:bodyPr spcFirstLastPara="1" wrap="square" lIns="137150" tIns="91425" rIns="91425" bIns="91425" anchor="t" anchorCtr="0">
            <a:noAutofit/>
          </a:bodyPr>
          <a:lstStyle/>
          <a:p>
            <a:pPr marL="0" lvl="0" indent="0" algn="l" rtl="0">
              <a:spcBef>
                <a:spcPts val="0"/>
              </a:spcBef>
              <a:spcAft>
                <a:spcPts val="0"/>
              </a:spcAft>
              <a:buNone/>
            </a:pPr>
            <a:r>
              <a:rPr lang="en" sz="1400"/>
              <a:t>The Brain, Stimuli, and Emotions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solidFill>
                  <a:srgbClr val="0000FF"/>
                </a:solidFill>
              </a:rPr>
              <a:t>El cerebro, los estímulos y las emociones</a:t>
            </a:r>
            <a:endParaRPr sz="1400">
              <a:solidFill>
                <a:srgbClr val="0000FF"/>
              </a:solidFill>
            </a:endParaRPr>
          </a:p>
        </p:txBody>
      </p:sp>
      <p:sp>
        <p:nvSpPr>
          <p:cNvPr id="1033" name="Google Shape;1033;p120"/>
          <p:cNvSpPr txBox="1">
            <a:spLocks noGrp="1"/>
          </p:cNvSpPr>
          <p:nvPr>
            <p:ph type="body" idx="1"/>
          </p:nvPr>
        </p:nvSpPr>
        <p:spPr>
          <a:xfrm>
            <a:off x="3483925" y="2623228"/>
            <a:ext cx="2055000" cy="1281600"/>
          </a:xfrm>
          <a:prstGeom prst="rect">
            <a:avLst/>
          </a:prstGeom>
        </p:spPr>
        <p:txBody>
          <a:bodyPr spcFirstLastPara="1" wrap="square" lIns="137150" tIns="91425" rIns="91425" bIns="91425" anchor="t" anchorCtr="0">
            <a:noAutofit/>
          </a:bodyPr>
          <a:lstStyle/>
          <a:p>
            <a:pPr marL="0" lvl="0" indent="0" algn="l" rtl="0">
              <a:spcBef>
                <a:spcPts val="0"/>
              </a:spcBef>
              <a:spcAft>
                <a:spcPts val="0"/>
              </a:spcAft>
              <a:buNone/>
            </a:pPr>
            <a:r>
              <a:rPr lang="en" sz="1400"/>
              <a:t>Psychological disorders</a:t>
            </a:r>
            <a:endParaRPr sz="1400"/>
          </a:p>
          <a:p>
            <a:pPr marL="0" lvl="0" indent="0" algn="l" rtl="0">
              <a:spcBef>
                <a:spcPts val="0"/>
              </a:spcBef>
              <a:spcAft>
                <a:spcPts val="0"/>
              </a:spcAft>
              <a:buNone/>
            </a:pPr>
            <a:endParaRPr sz="1400"/>
          </a:p>
          <a:p>
            <a:pPr marL="0" lvl="0" indent="0" algn="l" rtl="0">
              <a:lnSpc>
                <a:spcPct val="85000"/>
              </a:lnSpc>
              <a:spcBef>
                <a:spcPts val="0"/>
              </a:spcBef>
              <a:spcAft>
                <a:spcPts val="0"/>
              </a:spcAft>
              <a:buNone/>
            </a:pPr>
            <a:r>
              <a:rPr lang="en" sz="1400">
                <a:solidFill>
                  <a:srgbClr val="0000FF"/>
                </a:solidFill>
              </a:rPr>
              <a:t>Trastornos psicológicos</a:t>
            </a:r>
            <a:endParaRPr sz="1400">
              <a:solidFill>
                <a:srgbClr val="0000FF"/>
              </a:solidFill>
            </a:endParaRPr>
          </a:p>
          <a:p>
            <a:pPr marL="0" lvl="0" indent="0" algn="l" rtl="0">
              <a:spcBef>
                <a:spcPts val="0"/>
              </a:spcBef>
              <a:spcAft>
                <a:spcPts val="0"/>
              </a:spcAft>
              <a:buNone/>
            </a:pPr>
            <a:endParaRPr sz="1400"/>
          </a:p>
        </p:txBody>
      </p:sp>
      <p:sp>
        <p:nvSpPr>
          <p:cNvPr id="1034" name="Google Shape;1034;p120"/>
          <p:cNvSpPr txBox="1">
            <a:spLocks noGrp="1"/>
          </p:cNvSpPr>
          <p:nvPr>
            <p:ph type="body" idx="2"/>
          </p:nvPr>
        </p:nvSpPr>
        <p:spPr>
          <a:xfrm>
            <a:off x="6801875" y="2623228"/>
            <a:ext cx="2055000" cy="1281600"/>
          </a:xfrm>
          <a:prstGeom prst="rect">
            <a:avLst/>
          </a:prstGeom>
        </p:spPr>
        <p:txBody>
          <a:bodyPr spcFirstLastPara="1" wrap="square" lIns="137150" tIns="91425" rIns="91425" bIns="91425" anchor="t" anchorCtr="0">
            <a:noAutofit/>
          </a:bodyPr>
          <a:lstStyle/>
          <a:p>
            <a:pPr marL="0" lvl="0" indent="0" algn="l" rtl="0">
              <a:spcBef>
                <a:spcPts val="0"/>
              </a:spcBef>
              <a:spcAft>
                <a:spcPts val="0"/>
              </a:spcAft>
              <a:buNone/>
            </a:pPr>
            <a:r>
              <a:rPr lang="en" sz="1400"/>
              <a:t>Activities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solidFill>
                  <a:srgbClr val="0000FF"/>
                </a:solidFill>
              </a:rPr>
              <a:t>Actividades</a:t>
            </a:r>
            <a:endParaRPr sz="1400">
              <a:solidFill>
                <a:srgbClr val="0000FF"/>
              </a:solidFill>
            </a:endParaRPr>
          </a:p>
        </p:txBody>
      </p:sp>
      <p:sp>
        <p:nvSpPr>
          <p:cNvPr id="1035" name="Google Shape;1035;p120"/>
          <p:cNvSpPr txBox="1">
            <a:spLocks noGrp="1"/>
          </p:cNvSpPr>
          <p:nvPr>
            <p:ph type="sldNum" idx="12"/>
          </p:nvPr>
        </p:nvSpPr>
        <p:spPr>
          <a:xfrm>
            <a:off x="8556779" y="4668600"/>
            <a:ext cx="300000" cy="196800"/>
          </a:xfrm>
          <a:prstGeom prst="rect">
            <a:avLst/>
          </a:prstGeom>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2</a:t>
            </a:fld>
            <a:endParaRPr/>
          </a:p>
        </p:txBody>
      </p:sp>
      <p:sp>
        <p:nvSpPr>
          <p:cNvPr id="1036" name="Google Shape;1036;p120"/>
          <p:cNvSpPr txBox="1">
            <a:spLocks noGrp="1"/>
          </p:cNvSpPr>
          <p:nvPr>
            <p:ph type="title"/>
          </p:nvPr>
        </p:nvSpPr>
        <p:spPr>
          <a:xfrm>
            <a:off x="292597" y="474750"/>
            <a:ext cx="6390300" cy="498600"/>
          </a:xfrm>
          <a:prstGeom prst="rect">
            <a:avLst/>
          </a:prstGeom>
        </p:spPr>
        <p:txBody>
          <a:bodyPr spcFirstLastPara="1" wrap="square" lIns="0" tIns="0" rIns="0" bIns="0" anchor="b" anchorCtr="0">
            <a:noAutofit/>
          </a:bodyPr>
          <a:lstStyle/>
          <a:p>
            <a:pPr marL="0" lvl="0" indent="0" algn="l" rtl="0">
              <a:lnSpc>
                <a:spcPct val="85000"/>
              </a:lnSpc>
              <a:spcBef>
                <a:spcPts val="0"/>
              </a:spcBef>
              <a:spcAft>
                <a:spcPts val="0"/>
              </a:spcAft>
              <a:buNone/>
            </a:pPr>
            <a:r>
              <a:rPr lang="en"/>
              <a:t>Outline</a:t>
            </a:r>
            <a:endParaRPr/>
          </a:p>
          <a:p>
            <a:pPr marL="0" lvl="0" indent="0" algn="l" rtl="0">
              <a:lnSpc>
                <a:spcPct val="85000"/>
              </a:lnSpc>
              <a:spcBef>
                <a:spcPts val="0"/>
              </a:spcBef>
              <a:spcAft>
                <a:spcPts val="0"/>
              </a:spcAft>
              <a:buNone/>
            </a:pPr>
            <a:r>
              <a:rPr lang="en">
                <a:solidFill>
                  <a:srgbClr val="0000FF"/>
                </a:solidFill>
              </a:rPr>
              <a:t>Esquema</a:t>
            </a:r>
            <a:endParaRPr>
              <a:solidFill>
                <a:srgbClr val="0000FF"/>
              </a:solidFill>
            </a:endParaRPr>
          </a:p>
        </p:txBody>
      </p:sp>
      <p:sp>
        <p:nvSpPr>
          <p:cNvPr id="1037" name="Google Shape;1037;p120"/>
          <p:cNvSpPr txBox="1">
            <a:spLocks noGrp="1"/>
          </p:cNvSpPr>
          <p:nvPr>
            <p:ph type="subTitle" idx="14"/>
          </p:nvPr>
        </p:nvSpPr>
        <p:spPr>
          <a:xfrm>
            <a:off x="282950" y="2144530"/>
            <a:ext cx="900900" cy="312600"/>
          </a:xfrm>
          <a:prstGeom prst="rect">
            <a:avLst/>
          </a:prstGeom>
        </p:spPr>
        <p:txBody>
          <a:bodyPr spcFirstLastPara="1" wrap="square" lIns="137150" tIns="91425" rIns="91425" bIns="91425" anchor="t" anchorCtr="0">
            <a:noAutofit/>
          </a:bodyPr>
          <a:lstStyle/>
          <a:p>
            <a:pPr marL="0" lvl="0" indent="0" algn="l" rtl="0">
              <a:spcBef>
                <a:spcPts val="0"/>
              </a:spcBef>
              <a:spcAft>
                <a:spcPts val="0"/>
              </a:spcAft>
              <a:buNone/>
            </a:pPr>
            <a:r>
              <a:rPr lang="en"/>
              <a:t>1</a:t>
            </a:r>
            <a:endParaRPr/>
          </a:p>
        </p:txBody>
      </p:sp>
      <p:sp>
        <p:nvSpPr>
          <p:cNvPr id="1038" name="Google Shape;1038;p120"/>
          <p:cNvSpPr txBox="1">
            <a:spLocks noGrp="1"/>
          </p:cNvSpPr>
          <p:nvPr>
            <p:ph type="subTitle" idx="16"/>
          </p:nvPr>
        </p:nvSpPr>
        <p:spPr>
          <a:xfrm>
            <a:off x="3484775" y="2144530"/>
            <a:ext cx="900900" cy="312600"/>
          </a:xfrm>
          <a:prstGeom prst="rect">
            <a:avLst/>
          </a:prstGeom>
        </p:spPr>
        <p:txBody>
          <a:bodyPr spcFirstLastPara="1" wrap="square" lIns="137150" tIns="91425" rIns="91425" bIns="91425" anchor="t" anchorCtr="0">
            <a:noAutofit/>
          </a:bodyPr>
          <a:lstStyle/>
          <a:p>
            <a:pPr marL="0" lvl="0" indent="0" algn="l" rtl="0">
              <a:spcBef>
                <a:spcPts val="0"/>
              </a:spcBef>
              <a:spcAft>
                <a:spcPts val="0"/>
              </a:spcAft>
              <a:buNone/>
            </a:pPr>
            <a:r>
              <a:rPr lang="en"/>
              <a:t>2</a:t>
            </a:r>
            <a:endParaRPr/>
          </a:p>
        </p:txBody>
      </p:sp>
      <p:sp>
        <p:nvSpPr>
          <p:cNvPr id="1039" name="Google Shape;1039;p120"/>
          <p:cNvSpPr txBox="1">
            <a:spLocks noGrp="1"/>
          </p:cNvSpPr>
          <p:nvPr>
            <p:ph type="subTitle" idx="17"/>
          </p:nvPr>
        </p:nvSpPr>
        <p:spPr>
          <a:xfrm>
            <a:off x="6801875" y="2144530"/>
            <a:ext cx="900900" cy="312600"/>
          </a:xfrm>
          <a:prstGeom prst="rect">
            <a:avLst/>
          </a:prstGeom>
        </p:spPr>
        <p:txBody>
          <a:bodyPr spcFirstLastPara="1" wrap="square" lIns="137150" tIns="91425" rIns="91425" bIns="91425" anchor="t" anchorCtr="0">
            <a:noAutofit/>
          </a:bodyPr>
          <a:lstStyle/>
          <a:p>
            <a:pPr marL="0" lvl="0" indent="0" algn="l" rtl="0">
              <a:spcBef>
                <a:spcPts val="0"/>
              </a:spcBef>
              <a:spcAft>
                <a:spcPts val="0"/>
              </a:spcAft>
              <a:buNone/>
            </a:pPr>
            <a:r>
              <a:rPr lang="en"/>
              <a:t>3</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1043"/>
        <p:cNvGrpSpPr/>
        <p:nvPr/>
      </p:nvGrpSpPr>
      <p:grpSpPr>
        <a:xfrm>
          <a:off x="0" y="0"/>
          <a:ext cx="0" cy="0"/>
          <a:chOff x="0" y="0"/>
          <a:chExt cx="0" cy="0"/>
        </a:xfrm>
      </p:grpSpPr>
      <p:sp>
        <p:nvSpPr>
          <p:cNvPr id="1044" name="Google Shape;1044;p121"/>
          <p:cNvSpPr txBox="1">
            <a:spLocks noGrp="1"/>
          </p:cNvSpPr>
          <p:nvPr>
            <p:ph type="body" idx="3"/>
          </p:nvPr>
        </p:nvSpPr>
        <p:spPr>
          <a:xfrm>
            <a:off x="312950" y="424225"/>
            <a:ext cx="84276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sz="3000">
                <a:latin typeface="Instrument Sans SemiBold"/>
                <a:ea typeface="Instrument Sans SemiBold"/>
                <a:cs typeface="Instrument Sans SemiBold"/>
                <a:sym typeface="Instrument Sans SemiBold"/>
              </a:rPr>
              <a:t>Content Warning      </a:t>
            </a:r>
            <a:r>
              <a:rPr lang="en" sz="3000">
                <a:solidFill>
                  <a:srgbClr val="0000FF"/>
                </a:solidFill>
                <a:latin typeface="Instrument Sans SemiBold"/>
                <a:ea typeface="Instrument Sans SemiBold"/>
                <a:cs typeface="Instrument Sans SemiBold"/>
                <a:sym typeface="Instrument Sans SemiBold"/>
              </a:rPr>
              <a:t>Advertencia de contenido</a:t>
            </a:r>
            <a:endParaRPr sz="3000">
              <a:solidFill>
                <a:srgbClr val="0000FF"/>
              </a:solidFill>
              <a:latin typeface="Instrument Sans SemiBold"/>
              <a:ea typeface="Instrument Sans SemiBold"/>
              <a:cs typeface="Instrument Sans SemiBold"/>
              <a:sym typeface="Instrument Sans SemiBold"/>
            </a:endParaRPr>
          </a:p>
        </p:txBody>
      </p:sp>
      <p:sp>
        <p:nvSpPr>
          <p:cNvPr id="1045" name="Google Shape;1045;p121"/>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3</a:t>
            </a:fld>
            <a:endParaRPr/>
          </a:p>
        </p:txBody>
      </p:sp>
      <p:sp>
        <p:nvSpPr>
          <p:cNvPr id="1046" name="Google Shape;1046;p121"/>
          <p:cNvSpPr txBox="1"/>
          <p:nvPr/>
        </p:nvSpPr>
        <p:spPr>
          <a:xfrm>
            <a:off x="312950" y="1232600"/>
            <a:ext cx="4259100" cy="3719400"/>
          </a:xfrm>
          <a:prstGeom prst="rect">
            <a:avLst/>
          </a:prstGeom>
          <a:noFill/>
          <a:ln>
            <a:noFill/>
          </a:ln>
        </p:spPr>
        <p:txBody>
          <a:bodyPr spcFirstLastPara="1" wrap="square" lIns="91425" tIns="91425" rIns="91425" bIns="91425" anchor="t" anchorCtr="0">
            <a:noAutofit/>
          </a:bodyPr>
          <a:lstStyle/>
          <a:p>
            <a:pPr marL="0" marR="38100" lvl="0" indent="0" algn="l" rtl="0">
              <a:lnSpc>
                <a:spcPct val="115000"/>
              </a:lnSpc>
              <a:spcBef>
                <a:spcPts val="0"/>
              </a:spcBef>
              <a:spcAft>
                <a:spcPts val="0"/>
              </a:spcAft>
              <a:buNone/>
            </a:pPr>
            <a:r>
              <a:rPr lang="en" sz="1500">
                <a:latin typeface="Instrument Sans"/>
                <a:ea typeface="Instrument Sans"/>
                <a:cs typeface="Instrument Sans"/>
                <a:sym typeface="Instrument Sans"/>
              </a:rPr>
              <a:t>Today’s lesson discusses psychological disorders and mental health conditions. Some of the topics may feel personal, uncomfortable, or emotionally difficult. Some of the subject matters may be triggering. If something we discuss affects you, it is okay to pause, take a moment, and focus on your own well-being. You are not required to share personal experiences or participate in personal discussions. Our goal is to learn about these topics respectfully, without judgment, and with consideration for everyone in the room.</a:t>
            </a:r>
            <a:endParaRPr sz="1500" b="0" i="0" u="none" strike="noStrike" cap="none">
              <a:latin typeface="Instrument Sans"/>
              <a:ea typeface="Instrument Sans"/>
              <a:cs typeface="Instrument Sans"/>
              <a:sym typeface="Instrument Sans"/>
            </a:endParaRPr>
          </a:p>
        </p:txBody>
      </p:sp>
      <p:sp>
        <p:nvSpPr>
          <p:cNvPr id="1047" name="Google Shape;1047;p121"/>
          <p:cNvSpPr txBox="1"/>
          <p:nvPr/>
        </p:nvSpPr>
        <p:spPr>
          <a:xfrm>
            <a:off x="4572050" y="1232600"/>
            <a:ext cx="4259100" cy="3719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200"/>
              </a:spcBef>
              <a:spcAft>
                <a:spcPts val="1200"/>
              </a:spcAft>
              <a:buNone/>
            </a:pPr>
            <a:r>
              <a:rPr lang="en" sz="1500">
                <a:solidFill>
                  <a:srgbClr val="0000FF"/>
                </a:solidFill>
                <a:latin typeface="Instrument Sans"/>
                <a:ea typeface="Instrument Sans"/>
                <a:cs typeface="Instrument Sans"/>
                <a:sym typeface="Instrument Sans"/>
              </a:rPr>
              <a:t>La lección de hoy trata sobre los trastornos psicológicos y las condiciones de salud mental. Algunos de los temas pueden resultar personales, incómodos o emocionalmente difíciles. Algunos de los temas tratados pueden ser desencadenantes. Si algo de lo que hablamos te afecta, está bien hacer una pausa, tomarte un momento y concentrarte en tu bienestar. No estás obligado(a) a compartir experiencias personales ni a participar en conversaciones personales. Nuestro objetivo es aprender sobre estos temas con respeto, sin juzgar y teniendo consideración por todas las personas presentes en el salón.</a:t>
            </a:r>
            <a:endParaRPr sz="1500">
              <a:solidFill>
                <a:srgbClr val="0000FF"/>
              </a:solidFill>
              <a:latin typeface="Instrument Sans"/>
              <a:ea typeface="Instrument Sans"/>
              <a:cs typeface="Instrument Sans"/>
              <a:sym typeface="Instrument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51"/>
        <p:cNvGrpSpPr/>
        <p:nvPr/>
      </p:nvGrpSpPr>
      <p:grpSpPr>
        <a:xfrm>
          <a:off x="0" y="0"/>
          <a:ext cx="0" cy="0"/>
          <a:chOff x="0" y="0"/>
          <a:chExt cx="0" cy="0"/>
        </a:xfrm>
      </p:grpSpPr>
      <p:sp>
        <p:nvSpPr>
          <p:cNvPr id="1052" name="Google Shape;1052;p122"/>
          <p:cNvSpPr txBox="1">
            <a:spLocks noGrp="1"/>
          </p:cNvSpPr>
          <p:nvPr>
            <p:ph type="subTitle" idx="1"/>
          </p:nvPr>
        </p:nvSpPr>
        <p:spPr>
          <a:xfrm>
            <a:off x="284700" y="284400"/>
            <a:ext cx="1965900" cy="19200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53" name="Google Shape;1053;p122"/>
          <p:cNvSpPr txBox="1">
            <a:spLocks noGrp="1"/>
          </p:cNvSpPr>
          <p:nvPr>
            <p:ph type="subTitle" idx="2"/>
          </p:nvPr>
        </p:nvSpPr>
        <p:spPr>
          <a:xfrm>
            <a:off x="6890875" y="284400"/>
            <a:ext cx="1965900" cy="192000"/>
          </a:xfrm>
          <a:prstGeom prst="rect">
            <a:avLst/>
          </a:prstGeom>
        </p:spPr>
        <p:txBody>
          <a:bodyPr spcFirstLastPara="1" wrap="square" lIns="0" tIns="0" rIns="0" bIns="0" anchor="t" anchorCtr="0">
            <a:noAutofit/>
          </a:bodyPr>
          <a:lstStyle/>
          <a:p>
            <a:pPr marL="0" lvl="0" indent="0" algn="r" rtl="0">
              <a:spcBef>
                <a:spcPts val="0"/>
              </a:spcBef>
              <a:spcAft>
                <a:spcPts val="0"/>
              </a:spcAft>
              <a:buNone/>
            </a:pPr>
            <a:endParaRPr/>
          </a:p>
        </p:txBody>
      </p:sp>
      <p:sp>
        <p:nvSpPr>
          <p:cNvPr id="1054" name="Google Shape;1054;p122"/>
          <p:cNvSpPr txBox="1">
            <a:spLocks noGrp="1"/>
          </p:cNvSpPr>
          <p:nvPr>
            <p:ph type="body" idx="3"/>
          </p:nvPr>
        </p:nvSpPr>
        <p:spPr>
          <a:xfrm>
            <a:off x="95625" y="981750"/>
            <a:ext cx="8496600" cy="24867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
              <a:t>The </a:t>
            </a:r>
            <a:endParaRPr/>
          </a:p>
          <a:p>
            <a:pPr marL="0" lvl="0" indent="0" algn="l" rtl="0">
              <a:spcBef>
                <a:spcPts val="0"/>
              </a:spcBef>
              <a:spcAft>
                <a:spcPts val="0"/>
              </a:spcAft>
              <a:buNone/>
            </a:pPr>
            <a:r>
              <a:rPr lang="en"/>
              <a:t>Biopsycho-</a:t>
            </a:r>
            <a:endParaRPr/>
          </a:p>
          <a:p>
            <a:pPr marL="0" lvl="0" indent="0" algn="l" rtl="0">
              <a:spcBef>
                <a:spcPts val="0"/>
              </a:spcBef>
              <a:spcAft>
                <a:spcPts val="0"/>
              </a:spcAft>
              <a:buNone/>
            </a:pPr>
            <a:r>
              <a:rPr lang="en"/>
              <a:t>social Model</a:t>
            </a:r>
            <a:endParaRPr/>
          </a:p>
        </p:txBody>
      </p:sp>
      <p:pic>
        <p:nvPicPr>
          <p:cNvPr id="1055" name="Google Shape;1055;p122"/>
          <p:cNvPicPr preferRelativeResize="0"/>
          <p:nvPr/>
        </p:nvPicPr>
        <p:blipFill>
          <a:blip r:embed="rId3">
            <a:alphaModFix/>
          </a:blip>
          <a:stretch>
            <a:fillRect/>
          </a:stretch>
        </p:blipFill>
        <p:spPr>
          <a:xfrm>
            <a:off x="3273525" y="98550"/>
            <a:ext cx="5622744" cy="48289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59"/>
        <p:cNvGrpSpPr/>
        <p:nvPr/>
      </p:nvGrpSpPr>
      <p:grpSpPr>
        <a:xfrm>
          <a:off x="0" y="0"/>
          <a:ext cx="0" cy="0"/>
          <a:chOff x="0" y="0"/>
          <a:chExt cx="0" cy="0"/>
        </a:xfrm>
      </p:grpSpPr>
      <p:sp>
        <p:nvSpPr>
          <p:cNvPr id="1060" name="Google Shape;1060;p123"/>
          <p:cNvSpPr txBox="1">
            <a:spLocks noGrp="1"/>
          </p:cNvSpPr>
          <p:nvPr>
            <p:ph type="title"/>
          </p:nvPr>
        </p:nvSpPr>
        <p:spPr>
          <a:xfrm>
            <a:off x="284700" y="474750"/>
            <a:ext cx="4227300" cy="1544400"/>
          </a:xfrm>
          <a:prstGeom prst="rect">
            <a:avLst/>
          </a:prstGeom>
          <a:noFill/>
          <a:ln>
            <a:noFill/>
          </a:ln>
        </p:spPr>
        <p:txBody>
          <a:bodyPr spcFirstLastPara="1" wrap="square" lIns="0" tIns="0" rIns="91425" bIns="0" anchor="b" anchorCtr="0">
            <a:noAutofit/>
          </a:bodyPr>
          <a:lstStyle/>
          <a:p>
            <a:pPr marL="0" lvl="0" indent="0" algn="l" rtl="0">
              <a:lnSpc>
                <a:spcPct val="85000"/>
              </a:lnSpc>
              <a:spcBef>
                <a:spcPts val="0"/>
              </a:spcBef>
              <a:spcAft>
                <a:spcPts val="0"/>
              </a:spcAft>
              <a:buSzPts val="3600"/>
              <a:buNone/>
            </a:pPr>
            <a:r>
              <a:rPr lang="en" sz="3600"/>
              <a:t>The Brain, Emotions, and Stimuli</a:t>
            </a:r>
            <a:endParaRPr sz="3600"/>
          </a:p>
        </p:txBody>
      </p:sp>
      <p:sp>
        <p:nvSpPr>
          <p:cNvPr id="1061" name="Google Shape;1061;p123"/>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5</a:t>
            </a:fld>
            <a:endParaRPr/>
          </a:p>
        </p:txBody>
      </p:sp>
      <p:sp>
        <p:nvSpPr>
          <p:cNvPr id="1062" name="Google Shape;1062;p123"/>
          <p:cNvSpPr txBox="1">
            <a:spLocks noGrp="1"/>
          </p:cNvSpPr>
          <p:nvPr>
            <p:ph type="title"/>
          </p:nvPr>
        </p:nvSpPr>
        <p:spPr>
          <a:xfrm>
            <a:off x="284700" y="2292400"/>
            <a:ext cx="4227300" cy="1835100"/>
          </a:xfrm>
          <a:prstGeom prst="rect">
            <a:avLst/>
          </a:prstGeom>
          <a:noFill/>
          <a:ln>
            <a:noFill/>
          </a:ln>
        </p:spPr>
        <p:txBody>
          <a:bodyPr spcFirstLastPara="1" wrap="square" lIns="0" tIns="0" rIns="91425" bIns="0" anchor="b" anchorCtr="0">
            <a:noAutofit/>
          </a:bodyPr>
          <a:lstStyle/>
          <a:p>
            <a:pPr marL="0" lvl="0" indent="0" algn="l" rtl="0">
              <a:lnSpc>
                <a:spcPct val="100000"/>
              </a:lnSpc>
              <a:spcBef>
                <a:spcPts val="0"/>
              </a:spcBef>
              <a:spcAft>
                <a:spcPts val="0"/>
              </a:spcAft>
              <a:buNone/>
            </a:pPr>
            <a:r>
              <a:rPr lang="en" sz="3600">
                <a:solidFill>
                  <a:srgbClr val="4A86E8"/>
                </a:solidFill>
              </a:rPr>
              <a:t>El cerebro, los estímulos y las emociones</a:t>
            </a:r>
            <a:endParaRPr sz="3600">
              <a:solidFill>
                <a:srgbClr val="4A86E8"/>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1066"/>
        <p:cNvGrpSpPr/>
        <p:nvPr/>
      </p:nvGrpSpPr>
      <p:grpSpPr>
        <a:xfrm>
          <a:off x="0" y="0"/>
          <a:ext cx="0" cy="0"/>
          <a:chOff x="0" y="0"/>
          <a:chExt cx="0" cy="0"/>
        </a:xfrm>
      </p:grpSpPr>
      <p:sp>
        <p:nvSpPr>
          <p:cNvPr id="1067" name="Google Shape;1067;p124"/>
          <p:cNvSpPr txBox="1">
            <a:spLocks noGrp="1"/>
          </p:cNvSpPr>
          <p:nvPr>
            <p:ph type="body" idx="3"/>
          </p:nvPr>
        </p:nvSpPr>
        <p:spPr>
          <a:xfrm>
            <a:off x="312950" y="424225"/>
            <a:ext cx="47406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a:latin typeface="Instrument Sans SemiBold"/>
                <a:ea typeface="Instrument Sans SemiBold"/>
                <a:cs typeface="Instrument Sans SemiBold"/>
                <a:sym typeface="Instrument Sans SemiBold"/>
              </a:rPr>
              <a:t>Stimuli </a:t>
            </a:r>
            <a:endParaRPr>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a:solidFill>
                  <a:srgbClr val="0000FF"/>
                </a:solidFill>
                <a:latin typeface="Instrument Sans SemiBold"/>
                <a:ea typeface="Instrument Sans SemiBold"/>
                <a:cs typeface="Instrument Sans SemiBold"/>
                <a:sym typeface="Instrument Sans SemiBold"/>
              </a:rPr>
              <a:t>Estímulos</a:t>
            </a:r>
            <a:endParaRPr>
              <a:solidFill>
                <a:srgbClr val="0000FF"/>
              </a:solidFill>
              <a:latin typeface="Instrument Sans SemiBold"/>
              <a:ea typeface="Instrument Sans SemiBold"/>
              <a:cs typeface="Instrument Sans SemiBold"/>
              <a:sym typeface="Instrument Sans SemiBold"/>
            </a:endParaRPr>
          </a:p>
        </p:txBody>
      </p:sp>
      <p:sp>
        <p:nvSpPr>
          <p:cNvPr id="1068" name="Google Shape;1068;p124"/>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6</a:t>
            </a:fld>
            <a:endParaRPr/>
          </a:p>
        </p:txBody>
      </p:sp>
      <p:sp>
        <p:nvSpPr>
          <p:cNvPr id="1069" name="Google Shape;1069;p124"/>
          <p:cNvSpPr txBox="1"/>
          <p:nvPr/>
        </p:nvSpPr>
        <p:spPr>
          <a:xfrm>
            <a:off x="312950" y="1232600"/>
            <a:ext cx="4864500" cy="3910800"/>
          </a:xfrm>
          <a:prstGeom prst="rect">
            <a:avLst/>
          </a:prstGeom>
          <a:noFill/>
          <a:ln>
            <a:noFill/>
          </a:ln>
        </p:spPr>
        <p:txBody>
          <a:bodyPr spcFirstLastPara="1" wrap="square" lIns="91425" tIns="91425" rIns="91425" bIns="91425" anchor="t" anchorCtr="0">
            <a:noAutofit/>
          </a:bodyPr>
          <a:lstStyle/>
          <a:p>
            <a:pPr marL="457200" marR="38100" lvl="0"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Definition: </a:t>
            </a:r>
            <a:endParaRPr sz="1200">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SzPts val="1100"/>
              <a:buFont typeface="Instrument Sans"/>
              <a:buChar char="○"/>
            </a:pPr>
            <a:r>
              <a:rPr lang="en" sz="1100">
                <a:latin typeface="Instrument Sans"/>
                <a:ea typeface="Instrument Sans"/>
                <a:cs typeface="Instrument Sans"/>
                <a:sym typeface="Instrument Sans"/>
              </a:rPr>
              <a:t>A detectable changes or signals in an external or internal environment that trigger a physical, biological, or behavioral reaction.</a:t>
            </a:r>
            <a:endParaRPr sz="1100">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External stimuli: </a:t>
            </a:r>
            <a:endParaRPr sz="1200">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SzPts val="1100"/>
              <a:buFont typeface="Instrument Sans"/>
              <a:buChar char="○"/>
            </a:pPr>
            <a:r>
              <a:rPr lang="en" sz="1100">
                <a:latin typeface="Instrument Sans"/>
                <a:ea typeface="Instrument Sans"/>
                <a:cs typeface="Instrument Sans"/>
                <a:sym typeface="Instrument Sans"/>
              </a:rPr>
              <a:t>Signals from outside the body. </a:t>
            </a:r>
            <a:endParaRPr sz="1100">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SzPts val="1100"/>
              <a:buFont typeface="Instrument Sans"/>
              <a:buChar char="○"/>
            </a:pPr>
            <a:r>
              <a:rPr lang="en" sz="1100">
                <a:latin typeface="Instrument Sans"/>
                <a:ea typeface="Instrument Sans"/>
                <a:cs typeface="Instrument Sans"/>
                <a:sym typeface="Instrument Sans"/>
              </a:rPr>
              <a:t>Ex: noises, lights, touches, or temperature changes.</a:t>
            </a:r>
            <a:endParaRPr sz="1100">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Internal stimuli: </a:t>
            </a:r>
            <a:endParaRPr sz="1200">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SzPts val="1100"/>
              <a:buFont typeface="Instrument Sans"/>
              <a:buChar char="○"/>
            </a:pPr>
            <a:r>
              <a:rPr lang="en" sz="1100">
                <a:latin typeface="Instrument Sans"/>
                <a:ea typeface="Instrument Sans"/>
                <a:cs typeface="Instrument Sans"/>
                <a:sym typeface="Instrument Sans"/>
              </a:rPr>
              <a:t>Signals from inside the body.</a:t>
            </a:r>
            <a:endParaRPr sz="1100">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SzPts val="1100"/>
              <a:buFont typeface="Instrument Sans"/>
              <a:buChar char="○"/>
            </a:pPr>
            <a:r>
              <a:rPr lang="en" sz="1100">
                <a:latin typeface="Instrument Sans"/>
                <a:ea typeface="Instrument Sans"/>
                <a:cs typeface="Instrument Sans"/>
                <a:sym typeface="Instrument Sans"/>
              </a:rPr>
              <a:t>Ex: hunger, thirst, or blood pressure.</a:t>
            </a:r>
            <a:endParaRPr sz="1100">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Definición: </a:t>
            </a:r>
            <a:endParaRPr sz="1200">
              <a:solidFill>
                <a:srgbClr val="0000FF"/>
              </a:solidFill>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Un cambio o señal detectable en un entorno externo o interno que desencadena una reacción física, biológica o conductual.</a:t>
            </a:r>
            <a:endParaRPr sz="11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Estímulos externos: </a:t>
            </a:r>
            <a:endParaRPr sz="1200">
              <a:solidFill>
                <a:srgbClr val="0000FF"/>
              </a:solidFill>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Señales provenientes del exterior del cuerpo. </a:t>
            </a:r>
            <a:endParaRPr sz="1100">
              <a:solidFill>
                <a:srgbClr val="0000FF"/>
              </a:solidFill>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Ejemplos: ruidos, luces, contacto físico o cambios de temperatura.</a:t>
            </a:r>
            <a:endParaRPr sz="11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Estímulos internos: </a:t>
            </a:r>
            <a:endParaRPr sz="1200">
              <a:solidFill>
                <a:srgbClr val="0000FF"/>
              </a:solidFill>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Señales provenientes del interior del cuerpo. </a:t>
            </a:r>
            <a:endParaRPr sz="1100">
              <a:solidFill>
                <a:srgbClr val="0000FF"/>
              </a:solidFill>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Ejemplos: hambre, sed o presión arterial.</a:t>
            </a:r>
            <a:endParaRPr sz="1100">
              <a:solidFill>
                <a:srgbClr val="0000FF"/>
              </a:solidFill>
              <a:latin typeface="Instrument Sans"/>
              <a:ea typeface="Instrument Sans"/>
              <a:cs typeface="Instrument Sans"/>
              <a:sym typeface="Instrument Sans"/>
            </a:endParaRPr>
          </a:p>
        </p:txBody>
      </p:sp>
      <p:pic>
        <p:nvPicPr>
          <p:cNvPr id="1070" name="Google Shape;1070;p124" title="stimuli-in_behavioral_psychology_diagram-1.jpg"/>
          <p:cNvPicPr preferRelativeResize="0"/>
          <p:nvPr/>
        </p:nvPicPr>
        <p:blipFill>
          <a:blip r:embed="rId3">
            <a:alphaModFix/>
          </a:blip>
          <a:stretch>
            <a:fillRect/>
          </a:stretch>
        </p:blipFill>
        <p:spPr>
          <a:xfrm>
            <a:off x="5583100" y="448600"/>
            <a:ext cx="3273668" cy="436379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1074"/>
        <p:cNvGrpSpPr/>
        <p:nvPr/>
      </p:nvGrpSpPr>
      <p:grpSpPr>
        <a:xfrm>
          <a:off x="0" y="0"/>
          <a:ext cx="0" cy="0"/>
          <a:chOff x="0" y="0"/>
          <a:chExt cx="0" cy="0"/>
        </a:xfrm>
      </p:grpSpPr>
      <p:sp>
        <p:nvSpPr>
          <p:cNvPr id="1075" name="Google Shape;1075;p125"/>
          <p:cNvSpPr txBox="1">
            <a:spLocks noGrp="1"/>
          </p:cNvSpPr>
          <p:nvPr>
            <p:ph type="body" idx="3"/>
          </p:nvPr>
        </p:nvSpPr>
        <p:spPr>
          <a:xfrm>
            <a:off x="312950" y="424225"/>
            <a:ext cx="82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sz="3200">
                <a:latin typeface="Instrument Sans SemiBold"/>
                <a:ea typeface="Instrument Sans SemiBold"/>
                <a:cs typeface="Instrument Sans SemiBold"/>
                <a:sym typeface="Instrument Sans SemiBold"/>
              </a:rPr>
              <a:t>How the Brain Reacts to Stimuli</a:t>
            </a:r>
            <a:endParaRPr sz="3200">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sz="3200">
                <a:solidFill>
                  <a:srgbClr val="0000FF"/>
                </a:solidFill>
                <a:latin typeface="Instrument Sans SemiBold"/>
                <a:ea typeface="Instrument Sans SemiBold"/>
                <a:cs typeface="Instrument Sans SemiBold"/>
                <a:sym typeface="Instrument Sans SemiBold"/>
              </a:rPr>
              <a:t>Cómo reacciona el cerebro a los estímulos</a:t>
            </a:r>
            <a:endParaRPr sz="3200">
              <a:solidFill>
                <a:srgbClr val="0000FF"/>
              </a:solidFill>
              <a:latin typeface="Instrument Sans SemiBold"/>
              <a:ea typeface="Instrument Sans SemiBold"/>
              <a:cs typeface="Instrument Sans SemiBold"/>
              <a:sym typeface="Instrument Sans SemiBold"/>
            </a:endParaRPr>
          </a:p>
        </p:txBody>
      </p:sp>
      <p:sp>
        <p:nvSpPr>
          <p:cNvPr id="1076" name="Google Shape;1076;p125"/>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7</a:t>
            </a:fld>
            <a:endParaRPr/>
          </a:p>
        </p:txBody>
      </p:sp>
      <p:sp>
        <p:nvSpPr>
          <p:cNvPr id="1077" name="Google Shape;1077;p125"/>
          <p:cNvSpPr txBox="1"/>
          <p:nvPr/>
        </p:nvSpPr>
        <p:spPr>
          <a:xfrm>
            <a:off x="312950" y="1339525"/>
            <a:ext cx="4864500" cy="3612600"/>
          </a:xfrm>
          <a:prstGeom prst="rect">
            <a:avLst/>
          </a:prstGeom>
          <a:noFill/>
          <a:ln>
            <a:noFill/>
          </a:ln>
        </p:spPr>
        <p:txBody>
          <a:bodyPr spcFirstLastPara="1" wrap="square" lIns="91425" tIns="91425" rIns="91425" bIns="91425" anchor="t" anchorCtr="0">
            <a:noAutofit/>
          </a:bodyPr>
          <a:lstStyle/>
          <a:p>
            <a:pPr marL="457200" marR="38100" lvl="0" indent="-323850" algn="l" rtl="0">
              <a:lnSpc>
                <a:spcPct val="100000"/>
              </a:lnSpc>
              <a:spcBef>
                <a:spcPts val="0"/>
              </a:spcBef>
              <a:spcAft>
                <a:spcPts val="0"/>
              </a:spcAft>
              <a:buSzPts val="1500"/>
              <a:buFont typeface="Instrument Sans"/>
              <a:buChar char="●"/>
            </a:pPr>
            <a:r>
              <a:rPr lang="en" sz="1500">
                <a:latin typeface="Instrument Sans"/>
                <a:ea typeface="Instrument Sans"/>
                <a:cs typeface="Instrument Sans"/>
                <a:sym typeface="Instrument Sans"/>
              </a:rPr>
              <a:t>The brain responds to a stimulus by detecting and interpreting it, creating an emotional response, and then producing a physical or behavioral reaction.</a:t>
            </a:r>
            <a:endParaRPr sz="1500">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SzPts val="1500"/>
              <a:buFont typeface="Instrument Sans"/>
              <a:buChar char="●"/>
            </a:pPr>
            <a:r>
              <a:rPr lang="en" sz="1500">
                <a:latin typeface="Instrument Sans"/>
                <a:ea typeface="Instrument Sans"/>
                <a:cs typeface="Instrument Sans"/>
                <a:sym typeface="Instrument Sans"/>
              </a:rPr>
              <a:t>Stimulus → Sensory system → Brain interpretation → Emotion → Body response → Behavior</a:t>
            </a:r>
            <a:endParaRPr sz="1500">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Clr>
                <a:srgbClr val="0000FF"/>
              </a:buClr>
              <a:buSzPts val="1500"/>
              <a:buFont typeface="Instrument Sans"/>
              <a:buChar char="●"/>
            </a:pPr>
            <a:r>
              <a:rPr lang="en" sz="1500">
                <a:solidFill>
                  <a:srgbClr val="0000FF"/>
                </a:solidFill>
                <a:latin typeface="Instrument Sans"/>
                <a:ea typeface="Instrument Sans"/>
                <a:cs typeface="Instrument Sans"/>
                <a:sym typeface="Instrument Sans"/>
              </a:rPr>
              <a:t>El cerebro responde a un estímulo: lo detecta e interpreta, genera una respuesta emocional y produce una reacción física o conductual.</a:t>
            </a:r>
            <a:endParaRPr sz="1500">
              <a:solidFill>
                <a:srgbClr val="0000FF"/>
              </a:solidFill>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Clr>
                <a:srgbClr val="0000FF"/>
              </a:buClr>
              <a:buSzPts val="1500"/>
              <a:buFont typeface="Instrument Sans"/>
              <a:buChar char="●"/>
            </a:pPr>
            <a:r>
              <a:rPr lang="en" sz="1500">
                <a:solidFill>
                  <a:srgbClr val="0000FF"/>
                </a:solidFill>
                <a:latin typeface="Instrument Sans"/>
                <a:ea typeface="Instrument Sans"/>
                <a:cs typeface="Instrument Sans"/>
                <a:sym typeface="Instrument Sans"/>
              </a:rPr>
              <a:t>Estímulo → Sistema sensorial → Interpretación del cerebro → Emoción → Respuesta corporal → Comportamiento</a:t>
            </a:r>
            <a:endParaRPr sz="1500">
              <a:solidFill>
                <a:srgbClr val="0000FF"/>
              </a:solidFill>
              <a:latin typeface="Instrument Sans"/>
              <a:ea typeface="Instrument Sans"/>
              <a:cs typeface="Instrument Sans"/>
              <a:sym typeface="Instrument Sans"/>
            </a:endParaRPr>
          </a:p>
        </p:txBody>
      </p:sp>
      <p:pic>
        <p:nvPicPr>
          <p:cNvPr id="1078" name="Google Shape;1078;p125" title="maxresdefault.jpg"/>
          <p:cNvPicPr preferRelativeResize="0"/>
          <p:nvPr/>
        </p:nvPicPr>
        <p:blipFill rotWithShape="1">
          <a:blip r:embed="rId3">
            <a:alphaModFix/>
          </a:blip>
          <a:srcRect t="3429" b="2612"/>
          <a:stretch/>
        </p:blipFill>
        <p:spPr>
          <a:xfrm>
            <a:off x="5271300" y="2220400"/>
            <a:ext cx="3661750" cy="19352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1082"/>
        <p:cNvGrpSpPr/>
        <p:nvPr/>
      </p:nvGrpSpPr>
      <p:grpSpPr>
        <a:xfrm>
          <a:off x="0" y="0"/>
          <a:ext cx="0" cy="0"/>
          <a:chOff x="0" y="0"/>
          <a:chExt cx="0" cy="0"/>
        </a:xfrm>
      </p:grpSpPr>
      <p:sp>
        <p:nvSpPr>
          <p:cNvPr id="1083" name="Google Shape;1083;p126"/>
          <p:cNvSpPr txBox="1">
            <a:spLocks noGrp="1"/>
          </p:cNvSpPr>
          <p:nvPr>
            <p:ph type="body" idx="3"/>
          </p:nvPr>
        </p:nvSpPr>
        <p:spPr>
          <a:xfrm>
            <a:off x="312950" y="424225"/>
            <a:ext cx="57720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sz="2300">
                <a:latin typeface="Instrument Sans SemiBold"/>
                <a:ea typeface="Instrument Sans SemiBold"/>
                <a:cs typeface="Instrument Sans SemiBold"/>
                <a:sym typeface="Instrument Sans SemiBold"/>
              </a:rPr>
              <a:t>Emotion, Mood, and Feelings</a:t>
            </a:r>
            <a:endParaRPr sz="2300">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sz="2300">
                <a:solidFill>
                  <a:srgbClr val="0000FF"/>
                </a:solidFill>
                <a:latin typeface="Instrument Sans SemiBold"/>
                <a:ea typeface="Instrument Sans SemiBold"/>
                <a:cs typeface="Instrument Sans SemiBold"/>
                <a:sym typeface="Instrument Sans SemiBold"/>
              </a:rPr>
              <a:t>Emoción, estado de ánimo y sentimientos </a:t>
            </a:r>
            <a:endParaRPr sz="2300">
              <a:solidFill>
                <a:srgbClr val="0000FF"/>
              </a:solidFill>
              <a:highlight>
                <a:schemeClr val="accent1"/>
              </a:highlight>
              <a:latin typeface="Arial"/>
              <a:ea typeface="Arial"/>
              <a:cs typeface="Arial"/>
              <a:sym typeface="Arial"/>
            </a:endParaRPr>
          </a:p>
        </p:txBody>
      </p:sp>
      <p:sp>
        <p:nvSpPr>
          <p:cNvPr id="1084" name="Google Shape;1084;p126"/>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Clr>
                <a:srgbClr val="000000"/>
              </a:buClr>
              <a:buSzPts val="700"/>
              <a:buFont typeface="Arial"/>
              <a:buNone/>
            </a:pPr>
            <a:fld id="{00000000-1234-1234-1234-123412341234}" type="slidenum">
              <a:rPr lang="en"/>
              <a:t>8</a:t>
            </a:fld>
            <a:endParaRPr/>
          </a:p>
        </p:txBody>
      </p:sp>
      <p:sp>
        <p:nvSpPr>
          <p:cNvPr id="1085" name="Google Shape;1085;p126"/>
          <p:cNvSpPr txBox="1"/>
          <p:nvPr/>
        </p:nvSpPr>
        <p:spPr>
          <a:xfrm>
            <a:off x="312950" y="1339525"/>
            <a:ext cx="4864500" cy="3612600"/>
          </a:xfrm>
          <a:prstGeom prst="rect">
            <a:avLst/>
          </a:prstGeom>
          <a:noFill/>
          <a:ln>
            <a:noFill/>
          </a:ln>
        </p:spPr>
        <p:txBody>
          <a:bodyPr spcFirstLastPara="1" wrap="square" lIns="91425" tIns="91425" rIns="91425" bIns="91425" anchor="t" anchorCtr="0">
            <a:noAutofit/>
          </a:bodyPr>
          <a:lstStyle/>
          <a:p>
            <a:pPr marL="457200" marR="38100" lvl="0" indent="-323850" algn="l" rtl="0">
              <a:lnSpc>
                <a:spcPct val="100000"/>
              </a:lnSpc>
              <a:spcBef>
                <a:spcPts val="0"/>
              </a:spcBef>
              <a:spcAft>
                <a:spcPts val="0"/>
              </a:spcAft>
              <a:buSzPts val="1500"/>
              <a:buFont typeface="Instrument Sans"/>
              <a:buChar char="●"/>
            </a:pPr>
            <a:r>
              <a:rPr lang="en" sz="1500">
                <a:latin typeface="Instrument Sans"/>
                <a:ea typeface="Instrument Sans"/>
                <a:cs typeface="Instrument Sans"/>
                <a:sym typeface="Instrument Sans"/>
              </a:rPr>
              <a:t>Emotions:  mental and physical reactions to our surroundings.</a:t>
            </a:r>
            <a:endParaRPr sz="1500">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SzPts val="1500"/>
              <a:buFont typeface="Instrument Sans"/>
              <a:buChar char="●"/>
            </a:pPr>
            <a:r>
              <a:rPr lang="en" sz="1500">
                <a:latin typeface="Instrument Sans"/>
                <a:ea typeface="Instrument Sans"/>
                <a:cs typeface="Instrument Sans"/>
                <a:sym typeface="Instrument Sans"/>
              </a:rPr>
              <a:t>Feelings: how our conscious interprets and thinks about emotions. </a:t>
            </a:r>
            <a:endParaRPr sz="1500">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SzPts val="1500"/>
              <a:buFont typeface="Instrument Sans"/>
              <a:buChar char="●"/>
            </a:pPr>
            <a:r>
              <a:rPr lang="en" sz="1500">
                <a:latin typeface="Instrument Sans"/>
                <a:ea typeface="Instrument Sans"/>
                <a:cs typeface="Instrument Sans"/>
                <a:sym typeface="Instrument Sans"/>
              </a:rPr>
              <a:t>Mood: last longer than emotions or feelings and is the internal feeling that shapes a person’s outlook. </a:t>
            </a:r>
            <a:endParaRPr sz="1500">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Clr>
                <a:srgbClr val="0000FF"/>
              </a:buClr>
              <a:buSzPts val="1500"/>
              <a:buFont typeface="Instrument Sans"/>
              <a:buChar char="●"/>
            </a:pPr>
            <a:r>
              <a:rPr lang="en" sz="1500">
                <a:solidFill>
                  <a:srgbClr val="0000FF"/>
                </a:solidFill>
                <a:latin typeface="Instrument Sans"/>
                <a:ea typeface="Instrument Sans"/>
                <a:cs typeface="Instrument Sans"/>
                <a:sym typeface="Instrument Sans"/>
              </a:rPr>
              <a:t>Emociones: reacciones mentales y físicas a nuestro entorno. </a:t>
            </a:r>
            <a:endParaRPr sz="1500">
              <a:solidFill>
                <a:srgbClr val="0000FF"/>
              </a:solidFill>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Clr>
                <a:srgbClr val="0000FF"/>
              </a:buClr>
              <a:buSzPts val="1500"/>
              <a:buFont typeface="Instrument Sans"/>
              <a:buChar char="●"/>
            </a:pPr>
            <a:r>
              <a:rPr lang="en" sz="1500">
                <a:solidFill>
                  <a:srgbClr val="0000FF"/>
                </a:solidFill>
                <a:latin typeface="Instrument Sans"/>
                <a:ea typeface="Instrument Sans"/>
                <a:cs typeface="Instrument Sans"/>
                <a:sym typeface="Instrument Sans"/>
              </a:rPr>
              <a:t>Sentimientos: la manera en que nuestra conciencia interpreta y piensa sobre las emociones. </a:t>
            </a:r>
            <a:endParaRPr sz="1500">
              <a:solidFill>
                <a:srgbClr val="0000FF"/>
              </a:solidFill>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Clr>
                <a:srgbClr val="0000FF"/>
              </a:buClr>
              <a:buSzPts val="1500"/>
              <a:buFont typeface="Instrument Sans"/>
              <a:buChar char="●"/>
            </a:pPr>
            <a:r>
              <a:rPr lang="en" sz="1500">
                <a:solidFill>
                  <a:srgbClr val="0000FF"/>
                </a:solidFill>
                <a:latin typeface="Instrument Sans"/>
                <a:ea typeface="Instrument Sans"/>
                <a:cs typeface="Instrument Sans"/>
                <a:sym typeface="Instrument Sans"/>
              </a:rPr>
              <a:t>Estado de ánimo: dura más que las emociones o los sentimientos y es la sensación interna que influye en la perspectiva de una persona.</a:t>
            </a:r>
            <a:endParaRPr sz="1500">
              <a:solidFill>
                <a:srgbClr val="0000FF"/>
              </a:solidFill>
              <a:latin typeface="Instrument Sans"/>
              <a:ea typeface="Instrument Sans"/>
              <a:cs typeface="Instrument Sans"/>
              <a:sym typeface="Instrument Sans"/>
            </a:endParaRPr>
          </a:p>
        </p:txBody>
      </p:sp>
      <p:pic>
        <p:nvPicPr>
          <p:cNvPr id="1086" name="Google Shape;1086;p126" title="Screenshot 2026-08-24 at 5.04.33 PM.png"/>
          <p:cNvPicPr preferRelativeResize="0"/>
          <p:nvPr/>
        </p:nvPicPr>
        <p:blipFill>
          <a:blip r:embed="rId3">
            <a:alphaModFix/>
          </a:blip>
          <a:stretch>
            <a:fillRect/>
          </a:stretch>
        </p:blipFill>
        <p:spPr>
          <a:xfrm>
            <a:off x="5894641" y="2571750"/>
            <a:ext cx="2570435" cy="2513000"/>
          </a:xfrm>
          <a:prstGeom prst="rect">
            <a:avLst/>
          </a:prstGeom>
          <a:noFill/>
          <a:ln>
            <a:noFill/>
          </a:ln>
        </p:spPr>
      </p:pic>
      <p:pic>
        <p:nvPicPr>
          <p:cNvPr id="1087" name="Google Shape;1087;p126" title="Screenshot 2026-08-24 at 5.05.03 PM.png"/>
          <p:cNvPicPr preferRelativeResize="0"/>
          <p:nvPr/>
        </p:nvPicPr>
        <p:blipFill>
          <a:blip r:embed="rId4">
            <a:alphaModFix/>
          </a:blip>
          <a:stretch>
            <a:fillRect/>
          </a:stretch>
        </p:blipFill>
        <p:spPr>
          <a:xfrm>
            <a:off x="6084901" y="58750"/>
            <a:ext cx="1998962" cy="25130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1091"/>
        <p:cNvGrpSpPr/>
        <p:nvPr/>
      </p:nvGrpSpPr>
      <p:grpSpPr>
        <a:xfrm>
          <a:off x="0" y="0"/>
          <a:ext cx="0" cy="0"/>
          <a:chOff x="0" y="0"/>
          <a:chExt cx="0" cy="0"/>
        </a:xfrm>
      </p:grpSpPr>
      <p:sp>
        <p:nvSpPr>
          <p:cNvPr id="1092" name="Google Shape;1092;p127"/>
          <p:cNvSpPr txBox="1">
            <a:spLocks noGrp="1"/>
          </p:cNvSpPr>
          <p:nvPr>
            <p:ph type="body" idx="3"/>
          </p:nvPr>
        </p:nvSpPr>
        <p:spPr>
          <a:xfrm>
            <a:off x="312950" y="424225"/>
            <a:ext cx="47406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a:latin typeface="Instrument Sans SemiBold"/>
                <a:ea typeface="Instrument Sans SemiBold"/>
                <a:cs typeface="Instrument Sans SemiBold"/>
                <a:sym typeface="Instrument Sans SemiBold"/>
              </a:rPr>
              <a:t>Emotion</a:t>
            </a:r>
            <a:endParaRPr>
              <a:latin typeface="Instrument Sans SemiBold"/>
              <a:ea typeface="Instrument Sans SemiBold"/>
              <a:cs typeface="Instrument Sans SemiBold"/>
              <a:sym typeface="Instrument Sans SemiBold"/>
            </a:endParaRPr>
          </a:p>
          <a:p>
            <a:pPr marL="0" lvl="0" indent="0" algn="l" rtl="0">
              <a:spcBef>
                <a:spcPts val="0"/>
              </a:spcBef>
              <a:spcAft>
                <a:spcPts val="0"/>
              </a:spcAft>
              <a:buSzPts val="1000"/>
              <a:buNone/>
            </a:pPr>
            <a:r>
              <a:rPr lang="en">
                <a:solidFill>
                  <a:srgbClr val="0000FF"/>
                </a:solidFill>
                <a:latin typeface="Instrument Sans SemiBold"/>
                <a:ea typeface="Instrument Sans SemiBold"/>
                <a:cs typeface="Instrument Sans SemiBold"/>
                <a:sym typeface="Instrument Sans SemiBold"/>
              </a:rPr>
              <a:t>Emoción</a:t>
            </a:r>
            <a:endParaRPr>
              <a:latin typeface="Instrument Sans SemiBold"/>
              <a:ea typeface="Instrument Sans SemiBold"/>
              <a:cs typeface="Instrument Sans SemiBold"/>
              <a:sym typeface="Instrument Sans SemiBold"/>
            </a:endParaRPr>
          </a:p>
        </p:txBody>
      </p:sp>
      <p:sp>
        <p:nvSpPr>
          <p:cNvPr id="1093" name="Google Shape;1093;p127"/>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9</a:t>
            </a:fld>
            <a:endParaRPr/>
          </a:p>
        </p:txBody>
      </p:sp>
      <p:sp>
        <p:nvSpPr>
          <p:cNvPr id="1094" name="Google Shape;1094;p127"/>
          <p:cNvSpPr txBox="1"/>
          <p:nvPr/>
        </p:nvSpPr>
        <p:spPr>
          <a:xfrm>
            <a:off x="312950" y="1232600"/>
            <a:ext cx="4864500" cy="3719400"/>
          </a:xfrm>
          <a:prstGeom prst="rect">
            <a:avLst/>
          </a:prstGeom>
          <a:noFill/>
          <a:ln>
            <a:noFill/>
          </a:ln>
        </p:spPr>
        <p:txBody>
          <a:bodyPr spcFirstLastPara="1" wrap="square" lIns="91425" tIns="91425" rIns="91425" bIns="91425" anchor="t" anchorCtr="0">
            <a:noAutofit/>
          </a:bodyPr>
          <a:lstStyle/>
          <a:p>
            <a:pPr marL="457200" marR="38100" lvl="0" indent="-342900" algn="l" rtl="0">
              <a:lnSpc>
                <a:spcPct val="100000"/>
              </a:lnSpc>
              <a:spcBef>
                <a:spcPts val="0"/>
              </a:spcBef>
              <a:spcAft>
                <a:spcPts val="0"/>
              </a:spcAft>
              <a:buSzPts val="1800"/>
              <a:buFont typeface="Instrument Sans"/>
              <a:buChar char="●"/>
            </a:pPr>
            <a:r>
              <a:rPr lang="en" sz="1800">
                <a:latin typeface="Instrument Sans"/>
                <a:ea typeface="Instrument Sans"/>
                <a:cs typeface="Instrument Sans"/>
                <a:sym typeface="Instrument Sans"/>
              </a:rPr>
              <a:t>Emotions are rooted in biology. </a:t>
            </a:r>
            <a:endParaRPr sz="1800">
              <a:latin typeface="Instrument Sans"/>
              <a:ea typeface="Instrument Sans"/>
              <a:cs typeface="Instrument Sans"/>
              <a:sym typeface="Instrument Sans"/>
            </a:endParaRPr>
          </a:p>
          <a:p>
            <a:pPr marL="457200" marR="38100" lvl="0" indent="-342900" algn="l" rtl="0">
              <a:lnSpc>
                <a:spcPct val="100000"/>
              </a:lnSpc>
              <a:spcBef>
                <a:spcPts val="0"/>
              </a:spcBef>
              <a:spcAft>
                <a:spcPts val="0"/>
              </a:spcAft>
              <a:buSzPts val="1800"/>
              <a:buFont typeface="Instrument Sans"/>
              <a:buChar char="●"/>
            </a:pPr>
            <a:r>
              <a:rPr lang="en" sz="1800">
                <a:latin typeface="Instrument Sans"/>
                <a:ea typeface="Instrument Sans"/>
                <a:cs typeface="Instrument Sans"/>
                <a:sym typeface="Instrument Sans"/>
              </a:rPr>
              <a:t>When you experience something your body can change physiologically.</a:t>
            </a:r>
            <a:endParaRPr sz="1800">
              <a:latin typeface="Instrument Sans"/>
              <a:ea typeface="Instrument Sans"/>
              <a:cs typeface="Instrument Sans"/>
              <a:sym typeface="Instrument Sans"/>
            </a:endParaRPr>
          </a:p>
          <a:p>
            <a:pPr marL="457200" marR="38100" lvl="0" indent="-342900" algn="l" rtl="0">
              <a:lnSpc>
                <a:spcPct val="100000"/>
              </a:lnSpc>
              <a:spcBef>
                <a:spcPts val="0"/>
              </a:spcBef>
              <a:spcAft>
                <a:spcPts val="0"/>
              </a:spcAft>
              <a:buSzPts val="1800"/>
              <a:buFont typeface="Instrument Sans"/>
              <a:buChar char="●"/>
            </a:pPr>
            <a:r>
              <a:rPr lang="en" sz="1800">
                <a:latin typeface="Instrument Sans"/>
                <a:ea typeface="Instrument Sans"/>
                <a:cs typeface="Instrument Sans"/>
                <a:sym typeface="Instrument Sans"/>
              </a:rPr>
              <a:t>Ex: Changes in heartbeat, sweating, crying, or smiling.</a:t>
            </a:r>
            <a:endParaRPr sz="1800">
              <a:latin typeface="Instrument Sans"/>
              <a:ea typeface="Instrument Sans"/>
              <a:cs typeface="Instrument Sans"/>
              <a:sym typeface="Instrument Sans"/>
            </a:endParaRPr>
          </a:p>
          <a:p>
            <a:pPr marL="457200" marR="38100" lvl="0" indent="-342900" algn="l" rtl="0">
              <a:lnSpc>
                <a:spcPct val="100000"/>
              </a:lnSpc>
              <a:spcBef>
                <a:spcPts val="0"/>
              </a:spcBef>
              <a:spcAft>
                <a:spcPts val="0"/>
              </a:spcAft>
              <a:buClr>
                <a:srgbClr val="0000FF"/>
              </a:buClr>
              <a:buSzPts val="1800"/>
              <a:buFont typeface="Instrument Sans"/>
              <a:buChar char="●"/>
            </a:pPr>
            <a:r>
              <a:rPr lang="en" sz="1800">
                <a:solidFill>
                  <a:srgbClr val="0000FF"/>
                </a:solidFill>
                <a:latin typeface="Instrument Sans"/>
                <a:ea typeface="Instrument Sans"/>
                <a:cs typeface="Instrument Sans"/>
                <a:sym typeface="Instrument Sans"/>
              </a:rPr>
              <a:t>Las emociones tienen sus raíces en la biología. </a:t>
            </a:r>
            <a:endParaRPr sz="1800">
              <a:solidFill>
                <a:srgbClr val="0000FF"/>
              </a:solidFill>
              <a:latin typeface="Instrument Sans"/>
              <a:ea typeface="Instrument Sans"/>
              <a:cs typeface="Instrument Sans"/>
              <a:sym typeface="Instrument Sans"/>
            </a:endParaRPr>
          </a:p>
          <a:p>
            <a:pPr marL="457200" marR="38100" lvl="0" indent="-342900" algn="l" rtl="0">
              <a:lnSpc>
                <a:spcPct val="100000"/>
              </a:lnSpc>
              <a:spcBef>
                <a:spcPts val="0"/>
              </a:spcBef>
              <a:spcAft>
                <a:spcPts val="0"/>
              </a:spcAft>
              <a:buClr>
                <a:srgbClr val="0000FF"/>
              </a:buClr>
              <a:buSzPts val="1800"/>
              <a:buFont typeface="Instrument Sans"/>
              <a:buChar char="●"/>
            </a:pPr>
            <a:r>
              <a:rPr lang="en" sz="1800">
                <a:solidFill>
                  <a:srgbClr val="0000FF"/>
                </a:solidFill>
                <a:latin typeface="Instrument Sans"/>
                <a:ea typeface="Instrument Sans"/>
                <a:cs typeface="Instrument Sans"/>
                <a:sym typeface="Instrument Sans"/>
              </a:rPr>
              <a:t>Cuando experimentas algo, tu cuerpo puede cambiar fisiológicamente. </a:t>
            </a:r>
            <a:endParaRPr sz="1800">
              <a:solidFill>
                <a:srgbClr val="0000FF"/>
              </a:solidFill>
              <a:latin typeface="Instrument Sans"/>
              <a:ea typeface="Instrument Sans"/>
              <a:cs typeface="Instrument Sans"/>
              <a:sym typeface="Instrument Sans"/>
            </a:endParaRPr>
          </a:p>
          <a:p>
            <a:pPr marL="457200" marR="38100" lvl="0" indent="-342900" algn="l" rtl="0">
              <a:lnSpc>
                <a:spcPct val="100000"/>
              </a:lnSpc>
              <a:spcBef>
                <a:spcPts val="0"/>
              </a:spcBef>
              <a:spcAft>
                <a:spcPts val="0"/>
              </a:spcAft>
              <a:buClr>
                <a:srgbClr val="0000FF"/>
              </a:buClr>
              <a:buSzPts val="1800"/>
              <a:buFont typeface="Instrument Sans"/>
              <a:buChar char="●"/>
            </a:pPr>
            <a:r>
              <a:rPr lang="en" sz="1800">
                <a:solidFill>
                  <a:srgbClr val="0000FF"/>
                </a:solidFill>
                <a:latin typeface="Instrument Sans"/>
                <a:ea typeface="Instrument Sans"/>
                <a:cs typeface="Instrument Sans"/>
                <a:sym typeface="Instrument Sans"/>
              </a:rPr>
              <a:t>Ejemplos: cambios en los latidos del corazón, sudoración, llanto o sonreír.</a:t>
            </a:r>
            <a:endParaRPr sz="1800">
              <a:solidFill>
                <a:srgbClr val="0000FF"/>
              </a:solidFill>
              <a:latin typeface="Instrument Sans"/>
              <a:ea typeface="Instrument Sans"/>
              <a:cs typeface="Instrument Sans"/>
              <a:sym typeface="Instrument Sans"/>
            </a:endParaRPr>
          </a:p>
        </p:txBody>
      </p:sp>
      <p:pic>
        <p:nvPicPr>
          <p:cNvPr id="1095" name="Google Shape;1095;p127" title="6-emotions.png"/>
          <p:cNvPicPr preferRelativeResize="0"/>
          <p:nvPr/>
        </p:nvPicPr>
        <p:blipFill>
          <a:blip r:embed="rId3">
            <a:alphaModFix/>
          </a:blip>
          <a:stretch>
            <a:fillRect/>
          </a:stretch>
        </p:blipFill>
        <p:spPr>
          <a:xfrm>
            <a:off x="5143813" y="0"/>
            <a:ext cx="3661751" cy="2441168"/>
          </a:xfrm>
          <a:prstGeom prst="rect">
            <a:avLst/>
          </a:prstGeom>
          <a:noFill/>
          <a:ln>
            <a:noFill/>
          </a:ln>
        </p:spPr>
      </p:pic>
      <p:pic>
        <p:nvPicPr>
          <p:cNvPr id="1096" name="Google Shape;1096;p127" title="ekmans-6-basic-emotions.jpg"/>
          <p:cNvPicPr preferRelativeResize="0"/>
          <p:nvPr/>
        </p:nvPicPr>
        <p:blipFill>
          <a:blip r:embed="rId4">
            <a:alphaModFix/>
          </a:blip>
          <a:stretch>
            <a:fillRect/>
          </a:stretch>
        </p:blipFill>
        <p:spPr>
          <a:xfrm>
            <a:off x="5575850" y="2571750"/>
            <a:ext cx="2797708" cy="2568077"/>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1100"/>
        <p:cNvGrpSpPr/>
        <p:nvPr/>
      </p:nvGrpSpPr>
      <p:grpSpPr>
        <a:xfrm>
          <a:off x="0" y="0"/>
          <a:ext cx="0" cy="0"/>
          <a:chOff x="0" y="0"/>
          <a:chExt cx="0" cy="0"/>
        </a:xfrm>
      </p:grpSpPr>
      <p:sp>
        <p:nvSpPr>
          <p:cNvPr id="1101" name="Google Shape;1101;p128"/>
          <p:cNvSpPr txBox="1">
            <a:spLocks noGrp="1"/>
          </p:cNvSpPr>
          <p:nvPr>
            <p:ph type="body" idx="3"/>
          </p:nvPr>
        </p:nvSpPr>
        <p:spPr>
          <a:xfrm>
            <a:off x="312950" y="424225"/>
            <a:ext cx="47406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sz="3400">
                <a:latin typeface="Instrument Sans SemiBold"/>
                <a:ea typeface="Instrument Sans SemiBold"/>
                <a:cs typeface="Instrument Sans SemiBold"/>
                <a:sym typeface="Instrument Sans SemiBold"/>
              </a:rPr>
              <a:t>Emotional Extremes</a:t>
            </a:r>
            <a:endParaRPr sz="3400">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sz="3400">
                <a:solidFill>
                  <a:srgbClr val="0000FF"/>
                </a:solidFill>
                <a:latin typeface="Instrument Sans SemiBold"/>
                <a:ea typeface="Instrument Sans SemiBold"/>
                <a:cs typeface="Instrument Sans SemiBold"/>
                <a:sym typeface="Instrument Sans SemiBold"/>
              </a:rPr>
              <a:t>Extremos emocionales</a:t>
            </a:r>
            <a:endParaRPr sz="3400">
              <a:solidFill>
                <a:srgbClr val="0000FF"/>
              </a:solidFill>
              <a:latin typeface="Instrument Sans SemiBold"/>
              <a:ea typeface="Instrument Sans SemiBold"/>
              <a:cs typeface="Instrument Sans SemiBold"/>
              <a:sym typeface="Instrument Sans SemiBold"/>
            </a:endParaRPr>
          </a:p>
        </p:txBody>
      </p:sp>
      <p:sp>
        <p:nvSpPr>
          <p:cNvPr id="1102" name="Google Shape;1102;p128"/>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10</a:t>
            </a:fld>
            <a:endParaRPr/>
          </a:p>
        </p:txBody>
      </p:sp>
      <p:sp>
        <p:nvSpPr>
          <p:cNvPr id="1103" name="Google Shape;1103;p128"/>
          <p:cNvSpPr txBox="1"/>
          <p:nvPr/>
        </p:nvSpPr>
        <p:spPr>
          <a:xfrm>
            <a:off x="312950" y="1232600"/>
            <a:ext cx="4864500" cy="3719400"/>
          </a:xfrm>
          <a:prstGeom prst="rect">
            <a:avLst/>
          </a:prstGeom>
          <a:noFill/>
          <a:ln>
            <a:noFill/>
          </a:ln>
        </p:spPr>
        <p:txBody>
          <a:bodyPr spcFirstLastPara="1" wrap="square" lIns="91425" tIns="91425" rIns="91425" bIns="91425" anchor="t" anchorCtr="0">
            <a:noAutofit/>
          </a:bodyPr>
          <a:lstStyle/>
          <a:p>
            <a:pPr marL="457200" marR="38100" lvl="0" indent="-323850" algn="l" rtl="0">
              <a:lnSpc>
                <a:spcPct val="100000"/>
              </a:lnSpc>
              <a:spcBef>
                <a:spcPts val="0"/>
              </a:spcBef>
              <a:spcAft>
                <a:spcPts val="0"/>
              </a:spcAft>
              <a:buSzPts val="1500"/>
              <a:buFont typeface="Instrument Sans"/>
              <a:buChar char="●"/>
            </a:pPr>
            <a:r>
              <a:rPr lang="en" sz="1500">
                <a:latin typeface="Instrument Sans"/>
                <a:ea typeface="Instrument Sans"/>
                <a:cs typeface="Instrument Sans"/>
                <a:sym typeface="Instrument Sans"/>
              </a:rPr>
              <a:t>When we experience emotional extremes our brain and body can become overloaded. </a:t>
            </a:r>
            <a:endParaRPr sz="1500">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SzPts val="1500"/>
              <a:buFont typeface="Instrument Sans"/>
              <a:buChar char="●"/>
            </a:pPr>
            <a:r>
              <a:rPr lang="en" sz="1500">
                <a:latin typeface="Instrument Sans"/>
                <a:ea typeface="Instrument Sans"/>
                <a:cs typeface="Instrument Sans"/>
                <a:sym typeface="Instrument Sans"/>
              </a:rPr>
              <a:t>This can trigger stress, impulsive behavior, difficulty thinking, and fatigue. </a:t>
            </a:r>
            <a:endParaRPr sz="1500">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SzPts val="1500"/>
              <a:buFont typeface="Instrument Sans"/>
              <a:buChar char="●"/>
            </a:pPr>
            <a:r>
              <a:rPr lang="en" sz="1500">
                <a:latin typeface="Instrument Sans"/>
                <a:ea typeface="Instrument Sans"/>
                <a:cs typeface="Instrument Sans"/>
                <a:sym typeface="Instrument Sans"/>
              </a:rPr>
              <a:t>Extreme emotions trigger stress hormones and the fight-or-flight center of the brain.</a:t>
            </a:r>
            <a:endParaRPr sz="1500">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Clr>
                <a:srgbClr val="0000FF"/>
              </a:buClr>
              <a:buSzPts val="1500"/>
              <a:buFont typeface="Instrument Sans"/>
              <a:buChar char="●"/>
            </a:pPr>
            <a:r>
              <a:rPr lang="en" sz="1500">
                <a:solidFill>
                  <a:srgbClr val="0000FF"/>
                </a:solidFill>
                <a:latin typeface="Instrument Sans"/>
                <a:ea typeface="Instrument Sans"/>
                <a:cs typeface="Instrument Sans"/>
                <a:sym typeface="Instrument Sans"/>
              </a:rPr>
              <a:t>Cuando experimentamos emociones extremas, nuestro cerebro y cuerpo pueden sobrecargarse. </a:t>
            </a:r>
            <a:endParaRPr sz="1500">
              <a:solidFill>
                <a:srgbClr val="0000FF"/>
              </a:solidFill>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Clr>
                <a:srgbClr val="0000FF"/>
              </a:buClr>
              <a:buSzPts val="1500"/>
              <a:buFont typeface="Instrument Sans"/>
              <a:buChar char="●"/>
            </a:pPr>
            <a:r>
              <a:rPr lang="en" sz="1500">
                <a:solidFill>
                  <a:srgbClr val="0000FF"/>
                </a:solidFill>
                <a:latin typeface="Instrument Sans"/>
                <a:ea typeface="Instrument Sans"/>
                <a:cs typeface="Instrument Sans"/>
                <a:sym typeface="Instrument Sans"/>
              </a:rPr>
              <a:t>Esto puede desencadenar estrés, comportamientos impulsivos, dificultad para pensar y fatiga. </a:t>
            </a:r>
            <a:endParaRPr sz="1500">
              <a:solidFill>
                <a:srgbClr val="0000FF"/>
              </a:solidFill>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Clr>
                <a:srgbClr val="0000FF"/>
              </a:buClr>
              <a:buSzPts val="1500"/>
              <a:buFont typeface="Instrument Sans"/>
              <a:buChar char="●"/>
            </a:pPr>
            <a:r>
              <a:rPr lang="en" sz="1500">
                <a:solidFill>
                  <a:srgbClr val="0000FF"/>
                </a:solidFill>
                <a:latin typeface="Instrument Sans"/>
                <a:ea typeface="Instrument Sans"/>
                <a:cs typeface="Instrument Sans"/>
                <a:sym typeface="Instrument Sans"/>
              </a:rPr>
              <a:t>Las emociones extremas activan las hormonas del estrés y el centro de lucha o huida del cerebro.</a:t>
            </a:r>
            <a:endParaRPr sz="1500">
              <a:solidFill>
                <a:srgbClr val="0000FF"/>
              </a:solidFill>
              <a:latin typeface="Instrument Sans"/>
              <a:ea typeface="Instrument Sans"/>
              <a:cs typeface="Instrument Sans"/>
              <a:sym typeface="Instrument Sans"/>
            </a:endParaRPr>
          </a:p>
        </p:txBody>
      </p:sp>
      <p:pic>
        <p:nvPicPr>
          <p:cNvPr id="1104" name="Google Shape;1104;p128" title="Screenshot 2026-08-18 at 1.29.40 PM.png"/>
          <p:cNvPicPr preferRelativeResize="0"/>
          <p:nvPr/>
        </p:nvPicPr>
        <p:blipFill>
          <a:blip r:embed="rId3">
            <a:alphaModFix/>
          </a:blip>
          <a:stretch>
            <a:fillRect/>
          </a:stretch>
        </p:blipFill>
        <p:spPr>
          <a:xfrm>
            <a:off x="5361951" y="603436"/>
            <a:ext cx="3782049" cy="3936628"/>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1108"/>
        <p:cNvGrpSpPr/>
        <p:nvPr/>
      </p:nvGrpSpPr>
      <p:grpSpPr>
        <a:xfrm>
          <a:off x="0" y="0"/>
          <a:ext cx="0" cy="0"/>
          <a:chOff x="0" y="0"/>
          <a:chExt cx="0" cy="0"/>
        </a:xfrm>
      </p:grpSpPr>
      <p:sp>
        <p:nvSpPr>
          <p:cNvPr id="1109" name="Google Shape;1109;p129"/>
          <p:cNvSpPr txBox="1">
            <a:spLocks noGrp="1"/>
          </p:cNvSpPr>
          <p:nvPr>
            <p:ph type="body" idx="3"/>
          </p:nvPr>
        </p:nvSpPr>
        <p:spPr>
          <a:xfrm>
            <a:off x="312950" y="424225"/>
            <a:ext cx="47406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a:latin typeface="Instrument Sans SemiBold"/>
                <a:ea typeface="Instrument Sans SemiBold"/>
                <a:cs typeface="Instrument Sans SemiBold"/>
                <a:sym typeface="Instrument Sans SemiBold"/>
              </a:rPr>
              <a:t>Neural Plasticity</a:t>
            </a:r>
            <a:endParaRPr>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a:solidFill>
                  <a:srgbClr val="0000FF"/>
                </a:solidFill>
                <a:latin typeface="Instrument Sans SemiBold"/>
                <a:ea typeface="Instrument Sans SemiBold"/>
                <a:cs typeface="Instrument Sans SemiBold"/>
                <a:sym typeface="Instrument Sans SemiBold"/>
              </a:rPr>
              <a:t>Plasticidad neuronal</a:t>
            </a:r>
            <a:endParaRPr>
              <a:solidFill>
                <a:srgbClr val="0000FF"/>
              </a:solidFill>
              <a:latin typeface="Instrument Sans SemiBold"/>
              <a:ea typeface="Instrument Sans SemiBold"/>
              <a:cs typeface="Instrument Sans SemiBold"/>
              <a:sym typeface="Instrument Sans SemiBold"/>
            </a:endParaRPr>
          </a:p>
        </p:txBody>
      </p:sp>
      <p:sp>
        <p:nvSpPr>
          <p:cNvPr id="1110" name="Google Shape;1110;p129"/>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11</a:t>
            </a:fld>
            <a:endParaRPr/>
          </a:p>
        </p:txBody>
      </p:sp>
      <p:sp>
        <p:nvSpPr>
          <p:cNvPr id="1111" name="Google Shape;1111;p129"/>
          <p:cNvSpPr txBox="1"/>
          <p:nvPr/>
        </p:nvSpPr>
        <p:spPr>
          <a:xfrm>
            <a:off x="312950" y="1232600"/>
            <a:ext cx="4864500" cy="3719400"/>
          </a:xfrm>
          <a:prstGeom prst="rect">
            <a:avLst/>
          </a:prstGeom>
          <a:noFill/>
          <a:ln>
            <a:noFill/>
          </a:ln>
        </p:spPr>
        <p:txBody>
          <a:bodyPr spcFirstLastPara="1" wrap="square" lIns="91425" tIns="91425" rIns="91425" bIns="91425" anchor="t" anchorCtr="0">
            <a:noAutofit/>
          </a:bodyPr>
          <a:lstStyle/>
          <a:p>
            <a:pPr marL="457200" marR="38100" lvl="0" indent="-323850" algn="l" rtl="0">
              <a:lnSpc>
                <a:spcPct val="100000"/>
              </a:lnSpc>
              <a:spcBef>
                <a:spcPts val="0"/>
              </a:spcBef>
              <a:spcAft>
                <a:spcPts val="0"/>
              </a:spcAft>
              <a:buSzPts val="1500"/>
              <a:buFont typeface="Instrument Sans"/>
              <a:buChar char="●"/>
            </a:pPr>
            <a:r>
              <a:rPr lang="en" sz="1500">
                <a:latin typeface="Instrument Sans"/>
                <a:ea typeface="Instrument Sans"/>
                <a:cs typeface="Instrument Sans"/>
                <a:sym typeface="Instrument Sans"/>
              </a:rPr>
              <a:t>Neural plasticity is the brain’s ability to change its structure and function over time. </a:t>
            </a:r>
            <a:endParaRPr sz="1500">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SzPts val="1500"/>
              <a:buFont typeface="Instrument Sans"/>
              <a:buChar char="●"/>
            </a:pPr>
            <a:r>
              <a:rPr lang="en" sz="1500">
                <a:latin typeface="Instrument Sans"/>
                <a:ea typeface="Instrument Sans"/>
                <a:cs typeface="Instrument Sans"/>
                <a:sym typeface="Instrument Sans"/>
              </a:rPr>
              <a:t>Emotions, stress, and experiences can all change how the brain functions.</a:t>
            </a:r>
            <a:endParaRPr sz="1500">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SzPts val="1500"/>
              <a:buFont typeface="Instrument Sans"/>
              <a:buChar char="●"/>
            </a:pPr>
            <a:r>
              <a:rPr lang="en" sz="1500">
                <a:latin typeface="Instrument Sans"/>
                <a:ea typeface="Instrument Sans"/>
                <a:cs typeface="Instrument Sans"/>
                <a:sym typeface="Instrument Sans"/>
              </a:rPr>
              <a:t>Practicing health habits, de-stressing, and receiving treatment can cause positive neuroplasticity changes. </a:t>
            </a:r>
            <a:endParaRPr sz="1500">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Clr>
                <a:srgbClr val="0000FF"/>
              </a:buClr>
              <a:buSzPts val="1500"/>
              <a:buFont typeface="Instrument Sans"/>
              <a:buChar char="●"/>
            </a:pPr>
            <a:r>
              <a:rPr lang="en" sz="1500">
                <a:solidFill>
                  <a:srgbClr val="0000FF"/>
                </a:solidFill>
                <a:latin typeface="Instrument Sans"/>
                <a:ea typeface="Instrument Sans"/>
                <a:cs typeface="Instrument Sans"/>
                <a:sym typeface="Instrument Sans"/>
              </a:rPr>
              <a:t>La plasticidad neuronal es la capacidad del cerebro para cambiar su estructura y funcionamiento con el tiempo. </a:t>
            </a:r>
            <a:endParaRPr sz="1500">
              <a:solidFill>
                <a:srgbClr val="0000FF"/>
              </a:solidFill>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Clr>
                <a:srgbClr val="0000FF"/>
              </a:buClr>
              <a:buSzPts val="1500"/>
              <a:buFont typeface="Instrument Sans"/>
              <a:buChar char="●"/>
            </a:pPr>
            <a:r>
              <a:rPr lang="en" sz="1500">
                <a:solidFill>
                  <a:srgbClr val="0000FF"/>
                </a:solidFill>
                <a:latin typeface="Instrument Sans"/>
                <a:ea typeface="Instrument Sans"/>
                <a:cs typeface="Instrument Sans"/>
                <a:sym typeface="Instrument Sans"/>
              </a:rPr>
              <a:t>Las emociones, el estrés y las experiencias pueden cambiar la manera en que funciona el cerebro. </a:t>
            </a:r>
            <a:endParaRPr sz="1500">
              <a:solidFill>
                <a:srgbClr val="0000FF"/>
              </a:solidFill>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Clr>
                <a:srgbClr val="0000FF"/>
              </a:buClr>
              <a:buSzPts val="1500"/>
              <a:buFont typeface="Instrument Sans"/>
              <a:buChar char="●"/>
            </a:pPr>
            <a:r>
              <a:rPr lang="en" sz="1500">
                <a:solidFill>
                  <a:srgbClr val="0000FF"/>
                </a:solidFill>
                <a:latin typeface="Instrument Sans"/>
                <a:ea typeface="Instrument Sans"/>
                <a:cs typeface="Instrument Sans"/>
                <a:sym typeface="Instrument Sans"/>
              </a:rPr>
              <a:t>Practicar hábitos saludables, reducir el estrés y recibir tratamiento pueden generar cambios positivos en la neuroplasticidad.</a:t>
            </a:r>
            <a:endParaRPr sz="1500">
              <a:solidFill>
                <a:srgbClr val="0000FF"/>
              </a:solidFill>
              <a:latin typeface="Instrument Sans"/>
              <a:ea typeface="Instrument Sans"/>
              <a:cs typeface="Instrument Sans"/>
              <a:sym typeface="Instrument Sans"/>
            </a:endParaRPr>
          </a:p>
        </p:txBody>
      </p:sp>
      <p:pic>
        <p:nvPicPr>
          <p:cNvPr id="1112" name="Google Shape;1112;p129" title="images.jpg"/>
          <p:cNvPicPr preferRelativeResize="0"/>
          <p:nvPr/>
        </p:nvPicPr>
        <p:blipFill>
          <a:blip r:embed="rId3">
            <a:alphaModFix/>
          </a:blip>
          <a:stretch>
            <a:fillRect/>
          </a:stretch>
        </p:blipFill>
        <p:spPr>
          <a:xfrm>
            <a:off x="5036238" y="0"/>
            <a:ext cx="3661750" cy="2758756"/>
          </a:xfrm>
          <a:prstGeom prst="rect">
            <a:avLst/>
          </a:prstGeom>
          <a:noFill/>
          <a:ln>
            <a:noFill/>
          </a:ln>
        </p:spPr>
      </p:pic>
      <p:pic>
        <p:nvPicPr>
          <p:cNvPr id="1113" name="Google Shape;1113;p129" title="what-is-brain-plasticity-2794886-01-cb68ba43ed534fb4b220ff86bf28a0e4.png"/>
          <p:cNvPicPr preferRelativeResize="0"/>
          <p:nvPr/>
        </p:nvPicPr>
        <p:blipFill>
          <a:blip r:embed="rId4">
            <a:alphaModFix/>
          </a:blip>
          <a:stretch>
            <a:fillRect/>
          </a:stretch>
        </p:blipFill>
        <p:spPr>
          <a:xfrm>
            <a:off x="5177464" y="2890617"/>
            <a:ext cx="3379324" cy="225288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1117"/>
        <p:cNvGrpSpPr/>
        <p:nvPr/>
      </p:nvGrpSpPr>
      <p:grpSpPr>
        <a:xfrm>
          <a:off x="0" y="0"/>
          <a:ext cx="0" cy="0"/>
          <a:chOff x="0" y="0"/>
          <a:chExt cx="0" cy="0"/>
        </a:xfrm>
      </p:grpSpPr>
      <p:sp>
        <p:nvSpPr>
          <p:cNvPr id="1118" name="Google Shape;1118;p130"/>
          <p:cNvSpPr txBox="1">
            <a:spLocks noGrp="1"/>
          </p:cNvSpPr>
          <p:nvPr>
            <p:ph type="body" idx="3"/>
          </p:nvPr>
        </p:nvSpPr>
        <p:spPr>
          <a:xfrm>
            <a:off x="312950" y="424225"/>
            <a:ext cx="82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a:latin typeface="Instrument Sans SemiBold"/>
                <a:ea typeface="Instrument Sans SemiBold"/>
                <a:cs typeface="Instrument Sans SemiBold"/>
                <a:sym typeface="Instrument Sans SemiBold"/>
              </a:rPr>
              <a:t>Social Determinants of Health</a:t>
            </a:r>
            <a:endParaRPr>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a:solidFill>
                  <a:srgbClr val="0000FF"/>
                </a:solidFill>
                <a:latin typeface="Instrument Sans SemiBold"/>
                <a:ea typeface="Instrument Sans SemiBold"/>
                <a:cs typeface="Instrument Sans SemiBold"/>
                <a:sym typeface="Instrument Sans SemiBold"/>
              </a:rPr>
              <a:t>Determinantes sociales de la salud</a:t>
            </a:r>
            <a:endParaRPr>
              <a:solidFill>
                <a:srgbClr val="0000FF"/>
              </a:solidFill>
              <a:latin typeface="Instrument Sans SemiBold"/>
              <a:ea typeface="Instrument Sans SemiBold"/>
              <a:cs typeface="Instrument Sans SemiBold"/>
              <a:sym typeface="Instrument Sans SemiBold"/>
            </a:endParaRPr>
          </a:p>
        </p:txBody>
      </p:sp>
      <p:sp>
        <p:nvSpPr>
          <p:cNvPr id="1119" name="Google Shape;1119;p130"/>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12</a:t>
            </a:fld>
            <a:endParaRPr/>
          </a:p>
        </p:txBody>
      </p:sp>
      <p:pic>
        <p:nvPicPr>
          <p:cNvPr id="1120" name="Google Shape;1120;p130" title="Screenshot 2026-08-20 at 2.33.09 PM.png"/>
          <p:cNvPicPr preferRelativeResize="0"/>
          <p:nvPr/>
        </p:nvPicPr>
        <p:blipFill>
          <a:blip r:embed="rId3">
            <a:alphaModFix/>
          </a:blip>
          <a:stretch>
            <a:fillRect/>
          </a:stretch>
        </p:blipFill>
        <p:spPr>
          <a:xfrm>
            <a:off x="1175975" y="1439875"/>
            <a:ext cx="6792052" cy="363886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1124"/>
        <p:cNvGrpSpPr/>
        <p:nvPr/>
      </p:nvGrpSpPr>
      <p:grpSpPr>
        <a:xfrm>
          <a:off x="0" y="0"/>
          <a:ext cx="0" cy="0"/>
          <a:chOff x="0" y="0"/>
          <a:chExt cx="0" cy="0"/>
        </a:xfrm>
      </p:grpSpPr>
      <p:sp>
        <p:nvSpPr>
          <p:cNvPr id="1125" name="Google Shape;1125;p131"/>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13</a:t>
            </a:fld>
            <a:endParaRPr/>
          </a:p>
        </p:txBody>
      </p:sp>
      <p:pic>
        <p:nvPicPr>
          <p:cNvPr id="1126" name="Google Shape;1126;p131" title="Screenshot 2026-08-18 at 1.29.40 PM.png"/>
          <p:cNvPicPr preferRelativeResize="0"/>
          <p:nvPr/>
        </p:nvPicPr>
        <p:blipFill>
          <a:blip r:embed="rId3">
            <a:alphaModFix/>
          </a:blip>
          <a:stretch>
            <a:fillRect/>
          </a:stretch>
        </p:blipFill>
        <p:spPr>
          <a:xfrm>
            <a:off x="2101223" y="0"/>
            <a:ext cx="4941545" cy="51435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1130"/>
        <p:cNvGrpSpPr/>
        <p:nvPr/>
      </p:nvGrpSpPr>
      <p:grpSpPr>
        <a:xfrm>
          <a:off x="0" y="0"/>
          <a:ext cx="0" cy="0"/>
          <a:chOff x="0" y="0"/>
          <a:chExt cx="0" cy="0"/>
        </a:xfrm>
      </p:grpSpPr>
      <p:sp>
        <p:nvSpPr>
          <p:cNvPr id="1131" name="Google Shape;1131;p132"/>
          <p:cNvSpPr txBox="1">
            <a:spLocks noGrp="1"/>
          </p:cNvSpPr>
          <p:nvPr>
            <p:ph type="body" idx="3"/>
          </p:nvPr>
        </p:nvSpPr>
        <p:spPr>
          <a:xfrm>
            <a:off x="312950" y="424225"/>
            <a:ext cx="82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sz="2700">
                <a:latin typeface="Instrument Sans SemiBold"/>
                <a:ea typeface="Instrument Sans SemiBold"/>
                <a:cs typeface="Instrument Sans SemiBold"/>
                <a:sym typeface="Instrument Sans SemiBold"/>
              </a:rPr>
              <a:t>Diagnostic and Statistical Manual of Mental Disorders</a:t>
            </a:r>
            <a:endParaRPr sz="2700">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sz="2700">
                <a:solidFill>
                  <a:srgbClr val="0000FF"/>
                </a:solidFill>
                <a:latin typeface="Instrument Sans SemiBold"/>
                <a:ea typeface="Instrument Sans SemiBold"/>
                <a:cs typeface="Instrument Sans SemiBold"/>
                <a:sym typeface="Instrument Sans SemiBold"/>
              </a:rPr>
              <a:t>Manual diagnóstico y estadístico de los trastornos mentales</a:t>
            </a:r>
            <a:endParaRPr sz="2700">
              <a:solidFill>
                <a:srgbClr val="0000FF"/>
              </a:solidFill>
              <a:latin typeface="Instrument Sans SemiBold"/>
              <a:ea typeface="Instrument Sans SemiBold"/>
              <a:cs typeface="Instrument Sans SemiBold"/>
              <a:sym typeface="Instrument Sans SemiBold"/>
            </a:endParaRPr>
          </a:p>
        </p:txBody>
      </p:sp>
      <p:sp>
        <p:nvSpPr>
          <p:cNvPr id="1132" name="Google Shape;1132;p132"/>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14</a:t>
            </a:fld>
            <a:endParaRPr/>
          </a:p>
        </p:txBody>
      </p:sp>
      <p:pic>
        <p:nvPicPr>
          <p:cNvPr id="1133" name="Google Shape;1133;p132" title="91LB+QTXQbL._AC_UL600_SR600,600_.jpg"/>
          <p:cNvPicPr preferRelativeResize="0"/>
          <p:nvPr/>
        </p:nvPicPr>
        <p:blipFill>
          <a:blip r:embed="rId3">
            <a:alphaModFix/>
          </a:blip>
          <a:stretch>
            <a:fillRect/>
          </a:stretch>
        </p:blipFill>
        <p:spPr>
          <a:xfrm>
            <a:off x="2778925" y="1557350"/>
            <a:ext cx="3586151" cy="35861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Shape 1137"/>
        <p:cNvGrpSpPr/>
        <p:nvPr/>
      </p:nvGrpSpPr>
      <p:grpSpPr>
        <a:xfrm>
          <a:off x="0" y="0"/>
          <a:ext cx="0" cy="0"/>
          <a:chOff x="0" y="0"/>
          <a:chExt cx="0" cy="0"/>
        </a:xfrm>
      </p:grpSpPr>
      <p:sp>
        <p:nvSpPr>
          <p:cNvPr id="1138" name="Google Shape;1138;p133"/>
          <p:cNvSpPr txBox="1">
            <a:spLocks noGrp="1"/>
          </p:cNvSpPr>
          <p:nvPr>
            <p:ph type="title"/>
          </p:nvPr>
        </p:nvSpPr>
        <p:spPr>
          <a:xfrm>
            <a:off x="284700" y="474750"/>
            <a:ext cx="4227300" cy="1544400"/>
          </a:xfrm>
          <a:prstGeom prst="rect">
            <a:avLst/>
          </a:prstGeom>
          <a:noFill/>
          <a:ln>
            <a:noFill/>
          </a:ln>
        </p:spPr>
        <p:txBody>
          <a:bodyPr spcFirstLastPara="1" wrap="square" lIns="0" tIns="0" rIns="91425" bIns="0" anchor="b" anchorCtr="0">
            <a:noAutofit/>
          </a:bodyPr>
          <a:lstStyle/>
          <a:p>
            <a:pPr marL="0" lvl="0" indent="0" algn="l" rtl="0">
              <a:lnSpc>
                <a:spcPct val="85000"/>
              </a:lnSpc>
              <a:spcBef>
                <a:spcPts val="0"/>
              </a:spcBef>
              <a:spcAft>
                <a:spcPts val="0"/>
              </a:spcAft>
              <a:buSzPts val="3600"/>
              <a:buNone/>
            </a:pPr>
            <a:r>
              <a:rPr lang="en" sz="3600"/>
              <a:t>Depression</a:t>
            </a:r>
            <a:endParaRPr sz="3600"/>
          </a:p>
        </p:txBody>
      </p:sp>
      <p:sp>
        <p:nvSpPr>
          <p:cNvPr id="1139" name="Google Shape;1139;p133"/>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15</a:t>
            </a:fld>
            <a:endParaRPr/>
          </a:p>
        </p:txBody>
      </p:sp>
      <p:sp>
        <p:nvSpPr>
          <p:cNvPr id="1140" name="Google Shape;1140;p133"/>
          <p:cNvSpPr txBox="1">
            <a:spLocks noGrp="1"/>
          </p:cNvSpPr>
          <p:nvPr>
            <p:ph type="title"/>
          </p:nvPr>
        </p:nvSpPr>
        <p:spPr>
          <a:xfrm>
            <a:off x="284700" y="2292400"/>
            <a:ext cx="4227300" cy="1835100"/>
          </a:xfrm>
          <a:prstGeom prst="rect">
            <a:avLst/>
          </a:prstGeom>
          <a:noFill/>
          <a:ln>
            <a:noFill/>
          </a:ln>
        </p:spPr>
        <p:txBody>
          <a:bodyPr spcFirstLastPara="1" wrap="square" lIns="0" tIns="0" rIns="91425" bIns="0" anchor="b" anchorCtr="0">
            <a:noAutofit/>
          </a:bodyPr>
          <a:lstStyle/>
          <a:p>
            <a:pPr marL="0" lvl="0" indent="0" algn="l" rtl="0">
              <a:lnSpc>
                <a:spcPct val="100000"/>
              </a:lnSpc>
              <a:spcBef>
                <a:spcPts val="1200"/>
              </a:spcBef>
              <a:spcAft>
                <a:spcPts val="1200"/>
              </a:spcAft>
              <a:buSzPts val="3600"/>
              <a:buNone/>
            </a:pPr>
            <a:r>
              <a:rPr lang="en" sz="3600">
                <a:solidFill>
                  <a:srgbClr val="0000FF"/>
                </a:solidFill>
              </a:rPr>
              <a:t>Depresión</a:t>
            </a:r>
            <a:endParaRPr sz="3600">
              <a:solidFill>
                <a:srgbClr val="0000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Shape 1144"/>
        <p:cNvGrpSpPr/>
        <p:nvPr/>
      </p:nvGrpSpPr>
      <p:grpSpPr>
        <a:xfrm>
          <a:off x="0" y="0"/>
          <a:ext cx="0" cy="0"/>
          <a:chOff x="0" y="0"/>
          <a:chExt cx="0" cy="0"/>
        </a:xfrm>
      </p:grpSpPr>
      <p:sp>
        <p:nvSpPr>
          <p:cNvPr id="1145" name="Google Shape;1145;p134"/>
          <p:cNvSpPr txBox="1">
            <a:spLocks noGrp="1"/>
          </p:cNvSpPr>
          <p:nvPr>
            <p:ph type="body" idx="3"/>
          </p:nvPr>
        </p:nvSpPr>
        <p:spPr>
          <a:xfrm>
            <a:off x="312950" y="424225"/>
            <a:ext cx="82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a:latin typeface="Instrument Sans SemiBold"/>
                <a:ea typeface="Instrument Sans SemiBold"/>
                <a:cs typeface="Instrument Sans SemiBold"/>
                <a:sym typeface="Instrument Sans SemiBold"/>
              </a:rPr>
              <a:t>Biology of Depression</a:t>
            </a:r>
            <a:endParaRPr>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a:solidFill>
                  <a:srgbClr val="0000FF"/>
                </a:solidFill>
                <a:latin typeface="Instrument Sans SemiBold"/>
                <a:ea typeface="Instrument Sans SemiBold"/>
                <a:cs typeface="Instrument Sans SemiBold"/>
                <a:sym typeface="Instrument Sans SemiBold"/>
              </a:rPr>
              <a:t>Biología de la depresión</a:t>
            </a:r>
            <a:endParaRPr>
              <a:solidFill>
                <a:srgbClr val="0000FF"/>
              </a:solidFill>
              <a:latin typeface="Instrument Sans SemiBold"/>
              <a:ea typeface="Instrument Sans SemiBold"/>
              <a:cs typeface="Instrument Sans SemiBold"/>
              <a:sym typeface="Instrument Sans SemiBold"/>
            </a:endParaRPr>
          </a:p>
        </p:txBody>
      </p:sp>
      <p:sp>
        <p:nvSpPr>
          <p:cNvPr id="1146" name="Google Shape;1146;p134"/>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16</a:t>
            </a:fld>
            <a:endParaRPr/>
          </a:p>
        </p:txBody>
      </p:sp>
      <p:sp>
        <p:nvSpPr>
          <p:cNvPr id="1147" name="Google Shape;1147;p134"/>
          <p:cNvSpPr txBox="1"/>
          <p:nvPr/>
        </p:nvSpPr>
        <p:spPr>
          <a:xfrm>
            <a:off x="312950" y="1232600"/>
            <a:ext cx="4864500" cy="3719400"/>
          </a:xfrm>
          <a:prstGeom prst="rect">
            <a:avLst/>
          </a:prstGeom>
          <a:noFill/>
          <a:ln>
            <a:noFill/>
          </a:ln>
        </p:spPr>
        <p:txBody>
          <a:bodyPr spcFirstLastPara="1" wrap="square" lIns="91425" tIns="91425" rIns="91425" bIns="91425" anchor="t" anchorCtr="0">
            <a:noAutofit/>
          </a:bodyPr>
          <a:lstStyle/>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Sadness is an emotion that occurs in response to loss, disappointment, stress, or other difficult experiences. </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Multiple brain regions are involved, including the amygdala, prefrontal cortex, hippocampus, and reward/motivation systems.</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Neurotransmitters such as serotonin, dopamine, and norepinephrine are involved, but depression is not simply caused by a “chemical imbalance.”</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La tristeza es una emoción que ocurre como respuesta a una pérdida, decepción, estrés u otras experiencias difíciles. </a:t>
            </a:r>
            <a:endParaRPr sz="1300">
              <a:solidFill>
                <a:srgbClr val="0000FF"/>
              </a:solidFill>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Participan múltiples regiones del cerebro, entre ellas la amígdala, la corteza prefrontal, el hipocampo y los sistemas de recompensa y motivación. </a:t>
            </a:r>
            <a:endParaRPr sz="1300">
              <a:solidFill>
                <a:srgbClr val="0000FF"/>
              </a:solidFill>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Intervienen neurotransmisores como la serotonina, la dopamina y la norepinefrina, pero la depresión no es causada simplemente por un “desequilibrio químico”.</a:t>
            </a:r>
            <a:endParaRPr sz="1300">
              <a:solidFill>
                <a:srgbClr val="0000FF"/>
              </a:solidFill>
              <a:latin typeface="Instrument Sans"/>
              <a:ea typeface="Instrument Sans"/>
              <a:cs typeface="Instrument Sans"/>
              <a:sym typeface="Instrument Sans"/>
            </a:endParaRPr>
          </a:p>
        </p:txBody>
      </p:sp>
      <p:pic>
        <p:nvPicPr>
          <p:cNvPr id="1148" name="Google Shape;1148;p134" title="Screenshot 2026-08-24 at 5.28.29 PM.png"/>
          <p:cNvPicPr preferRelativeResize="0"/>
          <p:nvPr/>
        </p:nvPicPr>
        <p:blipFill>
          <a:blip r:embed="rId3">
            <a:alphaModFix/>
          </a:blip>
          <a:stretch>
            <a:fillRect/>
          </a:stretch>
        </p:blipFill>
        <p:spPr>
          <a:xfrm>
            <a:off x="5329850" y="1557350"/>
            <a:ext cx="3661749" cy="2874721"/>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Shape 1152"/>
        <p:cNvGrpSpPr/>
        <p:nvPr/>
      </p:nvGrpSpPr>
      <p:grpSpPr>
        <a:xfrm>
          <a:off x="0" y="0"/>
          <a:ext cx="0" cy="0"/>
          <a:chOff x="0" y="0"/>
          <a:chExt cx="0" cy="0"/>
        </a:xfrm>
      </p:grpSpPr>
      <p:sp>
        <p:nvSpPr>
          <p:cNvPr id="1153" name="Google Shape;1153;p135"/>
          <p:cNvSpPr txBox="1">
            <a:spLocks noGrp="1"/>
          </p:cNvSpPr>
          <p:nvPr>
            <p:ph type="body" idx="3"/>
          </p:nvPr>
        </p:nvSpPr>
        <p:spPr>
          <a:xfrm>
            <a:off x="312950" y="424225"/>
            <a:ext cx="82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a:latin typeface="Instrument Sans SemiBold"/>
                <a:ea typeface="Instrument Sans SemiBold"/>
                <a:cs typeface="Instrument Sans SemiBold"/>
                <a:sym typeface="Instrument Sans SemiBold"/>
              </a:rPr>
              <a:t>Depressive Psychological Disorders</a:t>
            </a:r>
            <a:endParaRPr>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a:solidFill>
                  <a:srgbClr val="0000FF"/>
                </a:solidFill>
                <a:latin typeface="Instrument Sans SemiBold"/>
                <a:ea typeface="Instrument Sans SemiBold"/>
                <a:cs typeface="Instrument Sans SemiBold"/>
                <a:sym typeface="Instrument Sans SemiBold"/>
              </a:rPr>
              <a:t>Trastornos psicológicos depresivos</a:t>
            </a:r>
            <a:endParaRPr>
              <a:solidFill>
                <a:srgbClr val="0000FF"/>
              </a:solidFill>
              <a:latin typeface="Instrument Sans SemiBold"/>
              <a:ea typeface="Instrument Sans SemiBold"/>
              <a:cs typeface="Instrument Sans SemiBold"/>
              <a:sym typeface="Instrument Sans SemiBold"/>
            </a:endParaRPr>
          </a:p>
        </p:txBody>
      </p:sp>
      <p:sp>
        <p:nvSpPr>
          <p:cNvPr id="1154" name="Google Shape;1154;p135"/>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sz="1000"/>
              <a:t>17</a:t>
            </a:fld>
            <a:endParaRPr sz="1000"/>
          </a:p>
        </p:txBody>
      </p:sp>
      <p:sp>
        <p:nvSpPr>
          <p:cNvPr id="1155" name="Google Shape;1155;p135"/>
          <p:cNvSpPr txBox="1"/>
          <p:nvPr/>
        </p:nvSpPr>
        <p:spPr>
          <a:xfrm>
            <a:off x="312950" y="1557350"/>
            <a:ext cx="4259100" cy="3394500"/>
          </a:xfrm>
          <a:prstGeom prst="rect">
            <a:avLst/>
          </a:prstGeom>
          <a:noFill/>
          <a:ln>
            <a:noFill/>
          </a:ln>
        </p:spPr>
        <p:txBody>
          <a:bodyPr spcFirstLastPara="1" wrap="square" lIns="91425" tIns="91425" rIns="91425" bIns="91425" anchor="t" anchorCtr="0">
            <a:noAutofit/>
          </a:bodyPr>
          <a:lstStyle/>
          <a:p>
            <a:pPr marL="457200" marR="38100" lvl="0"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Major Depressive Disorder (MDD): </a:t>
            </a:r>
            <a:endParaRPr sz="1200">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A mental health disorder characterized by persistent sadness or loss of interest/pleasure, along with symptoms such as changes in sleep, appetite, energy, concentration, or feelings of worthlessness.</a:t>
            </a:r>
            <a:endParaRPr sz="1200">
              <a:latin typeface="Instrument Sans"/>
              <a:ea typeface="Instrument Sans"/>
              <a:cs typeface="Instrument Sans"/>
              <a:sym typeface="Instrument Sans"/>
            </a:endParaRPr>
          </a:p>
          <a:p>
            <a:pPr marL="0" marR="38100" lvl="0" indent="0" algn="l" rtl="0">
              <a:lnSpc>
                <a:spcPct val="100000"/>
              </a:lnSpc>
              <a:spcBef>
                <a:spcPts val="0"/>
              </a:spcBef>
              <a:spcAft>
                <a:spcPts val="0"/>
              </a:spcAft>
              <a:buNone/>
            </a:pPr>
            <a:endParaRPr sz="1200">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Seasonal Affective Disorder:</a:t>
            </a:r>
            <a:endParaRPr sz="1200">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A type of depression in which symptoms occur during a particular season, most commonly during fall and winter when daylight decreases.</a:t>
            </a:r>
            <a:endParaRPr sz="1200">
              <a:latin typeface="Instrument Sans"/>
              <a:ea typeface="Instrument Sans"/>
              <a:cs typeface="Instrument Sans"/>
              <a:sym typeface="Instrument Sans"/>
            </a:endParaRPr>
          </a:p>
          <a:p>
            <a:pPr marL="0" marR="38100" lvl="0" indent="0" algn="l" rtl="0">
              <a:lnSpc>
                <a:spcPct val="100000"/>
              </a:lnSpc>
              <a:spcBef>
                <a:spcPts val="0"/>
              </a:spcBef>
              <a:spcAft>
                <a:spcPts val="0"/>
              </a:spcAft>
              <a:buNone/>
            </a:pPr>
            <a:endParaRPr sz="1200">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Post-Traumatic Stress Disorder:</a:t>
            </a:r>
            <a:endParaRPr sz="1200">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A mental health disorder that can develop after experiencing or witnessing a traumatic or extremely stressful event.</a:t>
            </a:r>
            <a:endParaRPr sz="1200">
              <a:latin typeface="Instrument Sans"/>
              <a:ea typeface="Instrument Sans"/>
              <a:cs typeface="Instrument Sans"/>
              <a:sym typeface="Instrument Sans"/>
            </a:endParaRPr>
          </a:p>
        </p:txBody>
      </p:sp>
      <p:sp>
        <p:nvSpPr>
          <p:cNvPr id="1156" name="Google Shape;1156;p135"/>
          <p:cNvSpPr txBox="1"/>
          <p:nvPr/>
        </p:nvSpPr>
        <p:spPr>
          <a:xfrm>
            <a:off x="4572050" y="1557350"/>
            <a:ext cx="4572000" cy="3394500"/>
          </a:xfrm>
          <a:prstGeom prst="rect">
            <a:avLst/>
          </a:prstGeom>
          <a:noFill/>
          <a:ln>
            <a:noFill/>
          </a:ln>
        </p:spPr>
        <p:txBody>
          <a:bodyPr spcFirstLastPara="1" wrap="square" lIns="91425" tIns="91425" rIns="91425" bIns="91425" anchor="t" anchorCtr="0">
            <a:noAutofit/>
          </a:bodyPr>
          <a:lstStyle/>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Trastorno depresivo mayor (TDM): </a:t>
            </a:r>
            <a:endParaRPr sz="1200">
              <a:solidFill>
                <a:srgbClr val="0000FF"/>
              </a:solidFill>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Un trastorno de salud mental caracterizado por tristeza persistente o pérdida de interés o placer, junto con síntomas como cambios en el sueño, el apetito, la energía, la concentración o sentimientos de inutilidad.</a:t>
            </a:r>
            <a:endParaRPr sz="1200">
              <a:solidFill>
                <a:srgbClr val="0000FF"/>
              </a:solidFill>
              <a:latin typeface="Instrument Sans"/>
              <a:ea typeface="Instrument Sans"/>
              <a:cs typeface="Instrument Sans"/>
              <a:sym typeface="Instrument Sans"/>
            </a:endParaRPr>
          </a:p>
          <a:p>
            <a:pPr marL="0" marR="38100" lvl="0" indent="0" algn="l" rtl="0">
              <a:lnSpc>
                <a:spcPct val="100000"/>
              </a:lnSpc>
              <a:spcBef>
                <a:spcPts val="0"/>
              </a:spcBef>
              <a:spcAft>
                <a:spcPts val="0"/>
              </a:spcAft>
              <a:buNone/>
            </a:pP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Trastorno afectivo estacional: </a:t>
            </a:r>
            <a:endParaRPr sz="1200">
              <a:solidFill>
                <a:srgbClr val="0000FF"/>
              </a:solidFill>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Un tipo de depresión cuyos síntomas aparecen durante una determinada estación, más comúnmente durante el otoño y el invierno, cuando disminuyen las horas de luz solar. </a:t>
            </a:r>
            <a:endParaRPr sz="1200">
              <a:solidFill>
                <a:srgbClr val="0000FF"/>
              </a:solidFill>
              <a:latin typeface="Instrument Sans"/>
              <a:ea typeface="Instrument Sans"/>
              <a:cs typeface="Instrument Sans"/>
              <a:sym typeface="Instrument Sans"/>
            </a:endParaRPr>
          </a:p>
          <a:p>
            <a:pPr marL="0" marR="38100" lvl="0" indent="0" algn="l" rtl="0">
              <a:lnSpc>
                <a:spcPct val="100000"/>
              </a:lnSpc>
              <a:spcBef>
                <a:spcPts val="0"/>
              </a:spcBef>
              <a:spcAft>
                <a:spcPts val="0"/>
              </a:spcAft>
              <a:buNone/>
            </a:pP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Trastorno de estrés postraumático (TEPT): </a:t>
            </a:r>
            <a:endParaRPr sz="1200">
              <a:solidFill>
                <a:srgbClr val="0000FF"/>
              </a:solidFill>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Un trastorno de salud mental que puede desarrollarse después de experimentar o presenciar un acontecimiento traumático o extremadamente estresante.</a:t>
            </a:r>
            <a:endParaRPr sz="1200">
              <a:solidFill>
                <a:srgbClr val="0000FF"/>
              </a:solidFill>
              <a:latin typeface="Instrument Sans"/>
              <a:ea typeface="Instrument Sans"/>
              <a:cs typeface="Instrument Sans"/>
              <a:sym typeface="Instrument San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Shape 1160"/>
        <p:cNvGrpSpPr/>
        <p:nvPr/>
      </p:nvGrpSpPr>
      <p:grpSpPr>
        <a:xfrm>
          <a:off x="0" y="0"/>
          <a:ext cx="0" cy="0"/>
          <a:chOff x="0" y="0"/>
          <a:chExt cx="0" cy="0"/>
        </a:xfrm>
      </p:grpSpPr>
      <p:sp>
        <p:nvSpPr>
          <p:cNvPr id="1161" name="Google Shape;1161;p136"/>
          <p:cNvSpPr txBox="1">
            <a:spLocks noGrp="1"/>
          </p:cNvSpPr>
          <p:nvPr>
            <p:ph type="body" idx="3"/>
          </p:nvPr>
        </p:nvSpPr>
        <p:spPr>
          <a:xfrm>
            <a:off x="312950" y="424225"/>
            <a:ext cx="82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sz="3200">
                <a:latin typeface="Instrument Sans SemiBold"/>
                <a:ea typeface="Instrument Sans SemiBold"/>
                <a:cs typeface="Instrument Sans SemiBold"/>
                <a:sym typeface="Instrument Sans SemiBold"/>
              </a:rPr>
              <a:t>Treatment and Coping Strategies</a:t>
            </a:r>
            <a:endParaRPr sz="3200">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sz="3200">
                <a:solidFill>
                  <a:srgbClr val="0000FF"/>
                </a:solidFill>
                <a:latin typeface="Instrument Sans SemiBold"/>
                <a:ea typeface="Instrument Sans SemiBold"/>
                <a:cs typeface="Instrument Sans SemiBold"/>
                <a:sym typeface="Instrument Sans SemiBold"/>
              </a:rPr>
              <a:t>Estrategias de tratamiento y afrontamiento</a:t>
            </a:r>
            <a:endParaRPr sz="3200">
              <a:solidFill>
                <a:srgbClr val="0000FF"/>
              </a:solidFill>
              <a:latin typeface="Instrument Sans SemiBold"/>
              <a:ea typeface="Instrument Sans SemiBold"/>
              <a:cs typeface="Instrument Sans SemiBold"/>
              <a:sym typeface="Instrument Sans SemiBold"/>
            </a:endParaRPr>
          </a:p>
        </p:txBody>
      </p:sp>
      <p:sp>
        <p:nvSpPr>
          <p:cNvPr id="1162" name="Google Shape;1162;p136"/>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18</a:t>
            </a:fld>
            <a:endParaRPr/>
          </a:p>
        </p:txBody>
      </p:sp>
      <p:sp>
        <p:nvSpPr>
          <p:cNvPr id="1163" name="Google Shape;1163;p136"/>
          <p:cNvSpPr txBox="1"/>
          <p:nvPr/>
        </p:nvSpPr>
        <p:spPr>
          <a:xfrm>
            <a:off x="312950" y="1339525"/>
            <a:ext cx="4259100" cy="3612600"/>
          </a:xfrm>
          <a:prstGeom prst="rect">
            <a:avLst/>
          </a:prstGeom>
          <a:noFill/>
          <a:ln>
            <a:noFill/>
          </a:ln>
        </p:spPr>
        <p:txBody>
          <a:bodyPr spcFirstLastPara="1" wrap="square" lIns="91425" tIns="91425" rIns="91425" bIns="91425" anchor="t" anchorCtr="0">
            <a:noAutofit/>
          </a:bodyPr>
          <a:lstStyle/>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Treatments include therapy, medication and exercise.</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Maintain a routine: </a:t>
            </a:r>
            <a:endParaRPr sz="1300">
              <a:latin typeface="Instrument Sans"/>
              <a:ea typeface="Instrument Sans"/>
              <a:cs typeface="Instrument Sans"/>
              <a:sym typeface="Instrument Sans"/>
            </a:endParaRPr>
          </a:p>
          <a:p>
            <a:pPr marL="914400" marR="38100" lvl="1"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Regular responsibilities can provide structure when motivation is low. </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Start small: </a:t>
            </a:r>
            <a:endParaRPr sz="1300">
              <a:latin typeface="Instrument Sans"/>
              <a:ea typeface="Instrument Sans"/>
              <a:cs typeface="Instrument Sans"/>
              <a:sym typeface="Instrument Sans"/>
            </a:endParaRPr>
          </a:p>
          <a:p>
            <a:pPr marL="914400" marR="38100" lvl="1"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Breaking activities into small, manageable steps can make them easier to accomplish.</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Challenge negative thinking: </a:t>
            </a:r>
            <a:endParaRPr sz="1300">
              <a:latin typeface="Instrument Sans"/>
              <a:ea typeface="Instrument Sans"/>
              <a:cs typeface="Instrument Sans"/>
              <a:sym typeface="Instrument Sans"/>
            </a:endParaRPr>
          </a:p>
          <a:p>
            <a:pPr marL="914400" marR="38100" lvl="1"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Notice overly negative or hopeless thoughts and practice considering more balanced alternatives. </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Do meaningful or enjoyable activities: </a:t>
            </a:r>
            <a:endParaRPr sz="1300">
              <a:latin typeface="Instrument Sans"/>
              <a:ea typeface="Instrument Sans"/>
              <a:cs typeface="Instrument Sans"/>
              <a:sym typeface="Instrument Sans"/>
            </a:endParaRPr>
          </a:p>
          <a:p>
            <a:pPr marL="914400" marR="38100" lvl="1"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Even when you don't feel motivated, gradually returning to activities you value can help rebuild positive experiences.</a:t>
            </a:r>
            <a:endParaRPr sz="1300">
              <a:latin typeface="Instrument Sans"/>
              <a:ea typeface="Instrument Sans"/>
              <a:cs typeface="Instrument Sans"/>
              <a:sym typeface="Instrument Sans"/>
            </a:endParaRPr>
          </a:p>
        </p:txBody>
      </p:sp>
      <p:sp>
        <p:nvSpPr>
          <p:cNvPr id="1164" name="Google Shape;1164;p136"/>
          <p:cNvSpPr txBox="1"/>
          <p:nvPr/>
        </p:nvSpPr>
        <p:spPr>
          <a:xfrm>
            <a:off x="4572050" y="1339525"/>
            <a:ext cx="4259100" cy="3612600"/>
          </a:xfrm>
          <a:prstGeom prst="rect">
            <a:avLst/>
          </a:prstGeom>
          <a:noFill/>
          <a:ln>
            <a:noFill/>
          </a:ln>
        </p:spPr>
        <p:txBody>
          <a:bodyPr spcFirstLastPara="1" wrap="square" lIns="91425" tIns="91425" rIns="91425" bIns="91425" anchor="t" anchorCtr="0">
            <a:noAutofit/>
          </a:bodyPr>
          <a:lstStyle/>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Los tratamientos incluyen terapia, medicamentos y ejercicio. </a:t>
            </a: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Mantener una rutina: </a:t>
            </a:r>
            <a:endParaRPr sz="1200">
              <a:solidFill>
                <a:srgbClr val="0000FF"/>
              </a:solidFill>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Las responsabilidades habituales pueden proporcionar estructura cuando la motivación es baja. </a:t>
            </a: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Empezar poco a poco: </a:t>
            </a:r>
            <a:endParaRPr sz="1200">
              <a:solidFill>
                <a:srgbClr val="0000FF"/>
              </a:solidFill>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Dividir las actividades en pasos pequeños y manejables puede hacer que sean más fáciles de realizar. </a:t>
            </a: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Cuestionar los pensamientos negativos: </a:t>
            </a:r>
            <a:endParaRPr sz="1200">
              <a:solidFill>
                <a:srgbClr val="0000FF"/>
              </a:solidFill>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Identificar los pensamientos excesivamente negativos o desesperanzadores y practicar la consideración de alternativas más equilibradas. </a:t>
            </a: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Realizar actividades significativas o agradables: </a:t>
            </a:r>
            <a:endParaRPr sz="1200">
              <a:solidFill>
                <a:srgbClr val="0000FF"/>
              </a:solidFill>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Incluso cuando no tengas motivación, volver gradualmente a las actividades que valoras puede ayudar a recuperar experiencias positivas.</a:t>
            </a:r>
            <a:endParaRPr sz="1200">
              <a:solidFill>
                <a:srgbClr val="0000FF"/>
              </a:solidFill>
              <a:latin typeface="Instrument Sans"/>
              <a:ea typeface="Instrument Sans"/>
              <a:cs typeface="Instrument Sans"/>
              <a:sym typeface="Instrument San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Shape 1168"/>
        <p:cNvGrpSpPr/>
        <p:nvPr/>
      </p:nvGrpSpPr>
      <p:grpSpPr>
        <a:xfrm>
          <a:off x="0" y="0"/>
          <a:ext cx="0" cy="0"/>
          <a:chOff x="0" y="0"/>
          <a:chExt cx="0" cy="0"/>
        </a:xfrm>
      </p:grpSpPr>
      <p:sp>
        <p:nvSpPr>
          <p:cNvPr id="1169" name="Google Shape;1169;p137"/>
          <p:cNvSpPr txBox="1">
            <a:spLocks noGrp="1"/>
          </p:cNvSpPr>
          <p:nvPr>
            <p:ph type="body" idx="3"/>
          </p:nvPr>
        </p:nvSpPr>
        <p:spPr>
          <a:xfrm>
            <a:off x="312950" y="424225"/>
            <a:ext cx="82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sz="2700">
                <a:latin typeface="Instrument Sans SemiBold"/>
                <a:ea typeface="Instrument Sans SemiBold"/>
                <a:cs typeface="Instrument Sans SemiBold"/>
                <a:sym typeface="Instrument Sans SemiBold"/>
              </a:rPr>
              <a:t>Dealing with Major Depressive Disorder MDD</a:t>
            </a:r>
            <a:endParaRPr sz="2700">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sz="2700">
                <a:solidFill>
                  <a:srgbClr val="0000FF"/>
                </a:solidFill>
                <a:latin typeface="Instrument Sans SemiBold"/>
                <a:ea typeface="Instrument Sans SemiBold"/>
                <a:cs typeface="Instrument Sans SemiBold"/>
                <a:sym typeface="Instrument Sans SemiBold"/>
              </a:rPr>
              <a:t>Cómo afrontar el trastorno depresivo mayor (TDM)</a:t>
            </a:r>
            <a:endParaRPr sz="2700">
              <a:solidFill>
                <a:srgbClr val="0000FF"/>
              </a:solidFill>
              <a:latin typeface="Instrument Sans SemiBold"/>
              <a:ea typeface="Instrument Sans SemiBold"/>
              <a:cs typeface="Instrument Sans SemiBold"/>
              <a:sym typeface="Instrument Sans SemiBold"/>
            </a:endParaRPr>
          </a:p>
        </p:txBody>
      </p:sp>
      <p:sp>
        <p:nvSpPr>
          <p:cNvPr id="1170" name="Google Shape;1170;p137"/>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19</a:t>
            </a:fld>
            <a:endParaRPr/>
          </a:p>
        </p:txBody>
      </p:sp>
      <p:pic>
        <p:nvPicPr>
          <p:cNvPr id="1171" name="Google Shape;1171;p137" descr="✨ UNLOCK YOUR BRAIN'S FULL POTENTIAL! My free 2-minute quiz reveals your unique &quot;Brain Operating System&quot; and gives you a personalized guide to master your focus, handle stress, and perform at your best. Take the Quiz → https://drmarks.co/BrainQuiz-yt&#10;&#10;Depression can create a vicious cycle of inactivity, deepening the feeling of isolation and worthlessness. But there's a powerful intervention that often goes overlooked: Behavioral Activation. Dr. Tracey Marks, a seasoned psychiatrist, delves deep into this transformative approach to battling depression. Discover the intricate relationship between mood and activity, understand the science behind the benefits of staying engaged, and gain actionable insights to help reclaim your life. Whether you're struggling with depression or know someone who is, this guide offers practical steps backed by science. Don't miss out on the essential tools and techniques that can help pave the path to recovery. Plus, gain access to exclusive resources, guides, and support to further enhance your journey towards mental wellness.&#10;&#10;Disclaimer: All of the information on this channel is for educational purposes and not intended to be specific/personal medical advice from me to you. Watching the videos or getting answers to comments/question, does not establish a doctor-patient relationship. If you have your own doctor, perhaps these videos can help prepare you for your discussion with your doctor." title="The Hidden Weapon Against Depression: Behavioral Activation Explained">
            <a:hlinkClick r:id="rId3"/>
          </p:cNvPr>
          <p:cNvPicPr preferRelativeResize="0"/>
          <p:nvPr/>
        </p:nvPicPr>
        <p:blipFill>
          <a:blip r:embed="rId4">
            <a:alphaModFix/>
          </a:blip>
          <a:stretch>
            <a:fillRect/>
          </a:stretch>
        </p:blipFill>
        <p:spPr>
          <a:xfrm>
            <a:off x="2201700" y="1735656"/>
            <a:ext cx="4740600" cy="2666588"/>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71"/>
                                        </p:tgtEl>
                                        <p:attrNameLst>
                                          <p:attrName>style.visibility</p:attrName>
                                        </p:attrNameLst>
                                      </p:cBhvr>
                                      <p:to>
                                        <p:strVal val="visible"/>
                                      </p:to>
                                    </p:set>
                                    <p:animEffect transition="in" filter="fade">
                                      <p:cBhvr>
                                        <p:cTn id="7" dur="1000"/>
                                        <p:tgtEl>
                                          <p:spTgt spid="11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Shape 1175"/>
        <p:cNvGrpSpPr/>
        <p:nvPr/>
      </p:nvGrpSpPr>
      <p:grpSpPr>
        <a:xfrm>
          <a:off x="0" y="0"/>
          <a:ext cx="0" cy="0"/>
          <a:chOff x="0" y="0"/>
          <a:chExt cx="0" cy="0"/>
        </a:xfrm>
      </p:grpSpPr>
      <p:sp>
        <p:nvSpPr>
          <p:cNvPr id="1176" name="Google Shape;1176;p138"/>
          <p:cNvSpPr txBox="1">
            <a:spLocks noGrp="1"/>
          </p:cNvSpPr>
          <p:nvPr>
            <p:ph type="title"/>
          </p:nvPr>
        </p:nvSpPr>
        <p:spPr>
          <a:xfrm>
            <a:off x="284700" y="474750"/>
            <a:ext cx="4227300" cy="1544400"/>
          </a:xfrm>
          <a:prstGeom prst="rect">
            <a:avLst/>
          </a:prstGeom>
          <a:noFill/>
          <a:ln>
            <a:noFill/>
          </a:ln>
        </p:spPr>
        <p:txBody>
          <a:bodyPr spcFirstLastPara="1" wrap="square" lIns="0" tIns="0" rIns="91425" bIns="0" anchor="b" anchorCtr="0">
            <a:noAutofit/>
          </a:bodyPr>
          <a:lstStyle/>
          <a:p>
            <a:pPr marL="0" lvl="0" indent="0" algn="l" rtl="0">
              <a:lnSpc>
                <a:spcPct val="85000"/>
              </a:lnSpc>
              <a:spcBef>
                <a:spcPts val="0"/>
              </a:spcBef>
              <a:spcAft>
                <a:spcPts val="0"/>
              </a:spcAft>
              <a:buSzPts val="3600"/>
              <a:buNone/>
            </a:pPr>
            <a:r>
              <a:rPr lang="en" sz="3600"/>
              <a:t>Anger</a:t>
            </a:r>
            <a:endParaRPr sz="3600"/>
          </a:p>
        </p:txBody>
      </p:sp>
      <p:sp>
        <p:nvSpPr>
          <p:cNvPr id="1177" name="Google Shape;1177;p138"/>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20</a:t>
            </a:fld>
            <a:endParaRPr/>
          </a:p>
        </p:txBody>
      </p:sp>
      <p:sp>
        <p:nvSpPr>
          <p:cNvPr id="1178" name="Google Shape;1178;p138"/>
          <p:cNvSpPr txBox="1">
            <a:spLocks noGrp="1"/>
          </p:cNvSpPr>
          <p:nvPr>
            <p:ph type="title"/>
          </p:nvPr>
        </p:nvSpPr>
        <p:spPr>
          <a:xfrm>
            <a:off x="284700" y="2292400"/>
            <a:ext cx="4227300" cy="1835100"/>
          </a:xfrm>
          <a:prstGeom prst="rect">
            <a:avLst/>
          </a:prstGeom>
          <a:noFill/>
          <a:ln>
            <a:noFill/>
          </a:ln>
        </p:spPr>
        <p:txBody>
          <a:bodyPr spcFirstLastPara="1" wrap="square" lIns="0" tIns="0" rIns="91425" bIns="0" anchor="b" anchorCtr="0">
            <a:noAutofit/>
          </a:bodyPr>
          <a:lstStyle/>
          <a:p>
            <a:pPr marL="0" lvl="0" indent="0" algn="l" rtl="0">
              <a:lnSpc>
                <a:spcPct val="100000"/>
              </a:lnSpc>
              <a:spcBef>
                <a:spcPts val="1200"/>
              </a:spcBef>
              <a:spcAft>
                <a:spcPts val="1200"/>
              </a:spcAft>
              <a:buSzPts val="3600"/>
              <a:buNone/>
            </a:pPr>
            <a:r>
              <a:rPr lang="en" sz="3600">
                <a:solidFill>
                  <a:srgbClr val="4A86E8"/>
                </a:solidFill>
              </a:rPr>
              <a:t>Enojo</a:t>
            </a:r>
            <a:endParaRPr sz="3600">
              <a:solidFill>
                <a:srgbClr val="4A86E8"/>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Shape 1182"/>
        <p:cNvGrpSpPr/>
        <p:nvPr/>
      </p:nvGrpSpPr>
      <p:grpSpPr>
        <a:xfrm>
          <a:off x="0" y="0"/>
          <a:ext cx="0" cy="0"/>
          <a:chOff x="0" y="0"/>
          <a:chExt cx="0" cy="0"/>
        </a:xfrm>
      </p:grpSpPr>
      <p:sp>
        <p:nvSpPr>
          <p:cNvPr id="1183" name="Google Shape;1183;p139"/>
          <p:cNvSpPr txBox="1">
            <a:spLocks noGrp="1"/>
          </p:cNvSpPr>
          <p:nvPr>
            <p:ph type="body" idx="3"/>
          </p:nvPr>
        </p:nvSpPr>
        <p:spPr>
          <a:xfrm>
            <a:off x="312950" y="424225"/>
            <a:ext cx="47406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a:latin typeface="Instrument Sans SemiBold"/>
                <a:ea typeface="Instrument Sans SemiBold"/>
                <a:cs typeface="Instrument Sans SemiBold"/>
                <a:sym typeface="Instrument Sans SemiBold"/>
              </a:rPr>
              <a:t>Biology of Anger</a:t>
            </a:r>
            <a:endParaRPr>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a:solidFill>
                  <a:srgbClr val="0000FF"/>
                </a:solidFill>
                <a:latin typeface="Instrument Sans SemiBold"/>
                <a:ea typeface="Instrument Sans SemiBold"/>
                <a:cs typeface="Instrument Sans SemiBold"/>
                <a:sym typeface="Instrument Sans SemiBold"/>
              </a:rPr>
              <a:t>Biología de la ira</a:t>
            </a:r>
            <a:endParaRPr>
              <a:solidFill>
                <a:srgbClr val="0000FF"/>
              </a:solidFill>
              <a:latin typeface="Instrument Sans SemiBold"/>
              <a:ea typeface="Instrument Sans SemiBold"/>
              <a:cs typeface="Instrument Sans SemiBold"/>
              <a:sym typeface="Instrument Sans SemiBold"/>
            </a:endParaRPr>
          </a:p>
        </p:txBody>
      </p:sp>
      <p:sp>
        <p:nvSpPr>
          <p:cNvPr id="1184" name="Google Shape;1184;p139"/>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21</a:t>
            </a:fld>
            <a:endParaRPr/>
          </a:p>
        </p:txBody>
      </p:sp>
      <p:sp>
        <p:nvSpPr>
          <p:cNvPr id="1185" name="Google Shape;1185;p139"/>
          <p:cNvSpPr txBox="1"/>
          <p:nvPr/>
        </p:nvSpPr>
        <p:spPr>
          <a:xfrm>
            <a:off x="312950" y="1557350"/>
            <a:ext cx="4864500" cy="3394500"/>
          </a:xfrm>
          <a:prstGeom prst="rect">
            <a:avLst/>
          </a:prstGeom>
          <a:noFill/>
          <a:ln>
            <a:noFill/>
          </a:ln>
        </p:spPr>
        <p:txBody>
          <a:bodyPr spcFirstLastPara="1" wrap="square" lIns="91425" tIns="91425" rIns="91425" bIns="91425" anchor="t" anchorCtr="0">
            <a:noAutofit/>
          </a:bodyPr>
          <a:lstStyle/>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Anger is the emotion in response to threat, frustration, injustice, or obstacles. </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The amygdala, hypothalamus, prefrontal cortex, and other brain regions work together to detect threats, respond, and regulate behavior.</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Chemicals such as adrenaline, cortisol, dopamine, and serotonin are involved in the body's emotional and behavioral response to anger.</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La ira es una emoción que surge como respuesta a una amenaza, frustración, injusticia u obstáculos. </a:t>
            </a:r>
            <a:endParaRPr sz="1300">
              <a:solidFill>
                <a:srgbClr val="0000FF"/>
              </a:solidFill>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La amígdala, el hipotálamo, la corteza prefrontal y otras regiones del cerebro trabajan juntas para detectar amenazas, responder a ellas y regular el comportamiento. </a:t>
            </a:r>
            <a:endParaRPr sz="1300">
              <a:solidFill>
                <a:srgbClr val="0000FF"/>
              </a:solidFill>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Sustancias como la adrenalina, el cortisol, la dopamina y la serotonina intervienen en la respuesta emocional y conductual del cuerpo ante la ira.</a:t>
            </a:r>
            <a:endParaRPr sz="1300">
              <a:solidFill>
                <a:srgbClr val="0000FF"/>
              </a:solidFill>
              <a:latin typeface="Instrument Sans"/>
              <a:ea typeface="Instrument Sans"/>
              <a:cs typeface="Instrument Sans"/>
              <a:sym typeface="Instrument Sans"/>
            </a:endParaRPr>
          </a:p>
        </p:txBody>
      </p:sp>
      <p:pic>
        <p:nvPicPr>
          <p:cNvPr id="1186" name="Google Shape;1186;p139" title="anger-infoG.jpg"/>
          <p:cNvPicPr preferRelativeResize="0"/>
          <p:nvPr/>
        </p:nvPicPr>
        <p:blipFill>
          <a:blip r:embed="rId3">
            <a:alphaModFix/>
          </a:blip>
          <a:stretch>
            <a:fillRect/>
          </a:stretch>
        </p:blipFill>
        <p:spPr>
          <a:xfrm>
            <a:off x="5902500" y="516375"/>
            <a:ext cx="2616575" cy="1847000"/>
          </a:xfrm>
          <a:prstGeom prst="rect">
            <a:avLst/>
          </a:prstGeom>
          <a:noFill/>
          <a:ln>
            <a:noFill/>
          </a:ln>
        </p:spPr>
      </p:pic>
      <p:pic>
        <p:nvPicPr>
          <p:cNvPr id="1187" name="Google Shape;1187;p139" title="scienceOfRage_cartoons.jpg"/>
          <p:cNvPicPr preferRelativeResize="0"/>
          <p:nvPr/>
        </p:nvPicPr>
        <p:blipFill>
          <a:blip r:embed="rId4">
            <a:alphaModFix/>
          </a:blip>
          <a:stretch>
            <a:fillRect/>
          </a:stretch>
        </p:blipFill>
        <p:spPr>
          <a:xfrm>
            <a:off x="5339025" y="2587512"/>
            <a:ext cx="3661750" cy="1997318"/>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Shape 1191"/>
        <p:cNvGrpSpPr/>
        <p:nvPr/>
      </p:nvGrpSpPr>
      <p:grpSpPr>
        <a:xfrm>
          <a:off x="0" y="0"/>
          <a:ext cx="0" cy="0"/>
          <a:chOff x="0" y="0"/>
          <a:chExt cx="0" cy="0"/>
        </a:xfrm>
      </p:grpSpPr>
      <p:sp>
        <p:nvSpPr>
          <p:cNvPr id="1192" name="Google Shape;1192;p140"/>
          <p:cNvSpPr txBox="1">
            <a:spLocks noGrp="1"/>
          </p:cNvSpPr>
          <p:nvPr>
            <p:ph type="body" idx="3"/>
          </p:nvPr>
        </p:nvSpPr>
        <p:spPr>
          <a:xfrm>
            <a:off x="312950" y="424225"/>
            <a:ext cx="82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a:latin typeface="Instrument Sans SemiBold"/>
                <a:ea typeface="Instrument Sans SemiBold"/>
                <a:cs typeface="Instrument Sans SemiBold"/>
                <a:sym typeface="Instrument Sans SemiBold"/>
              </a:rPr>
              <a:t>Anger Psychological Disorders</a:t>
            </a:r>
            <a:endParaRPr>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a:solidFill>
                  <a:srgbClr val="0000FF"/>
                </a:solidFill>
                <a:latin typeface="Instrument Sans SemiBold"/>
                <a:ea typeface="Instrument Sans SemiBold"/>
                <a:cs typeface="Instrument Sans SemiBold"/>
                <a:sym typeface="Instrument Sans SemiBold"/>
              </a:rPr>
              <a:t>Trastornos psicológicos relacionados con la ira</a:t>
            </a:r>
            <a:endParaRPr>
              <a:solidFill>
                <a:srgbClr val="0000FF"/>
              </a:solidFill>
              <a:latin typeface="Instrument Sans SemiBold"/>
              <a:ea typeface="Instrument Sans SemiBold"/>
              <a:cs typeface="Instrument Sans SemiBold"/>
              <a:sym typeface="Instrument Sans SemiBold"/>
            </a:endParaRPr>
          </a:p>
        </p:txBody>
      </p:sp>
      <p:sp>
        <p:nvSpPr>
          <p:cNvPr id="1193" name="Google Shape;1193;p140"/>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sz="1200"/>
              <a:t>22</a:t>
            </a:fld>
            <a:endParaRPr sz="1200"/>
          </a:p>
        </p:txBody>
      </p:sp>
      <p:sp>
        <p:nvSpPr>
          <p:cNvPr id="1194" name="Google Shape;1194;p140"/>
          <p:cNvSpPr txBox="1"/>
          <p:nvPr/>
        </p:nvSpPr>
        <p:spPr>
          <a:xfrm>
            <a:off x="312950" y="1557350"/>
            <a:ext cx="4259100" cy="3586200"/>
          </a:xfrm>
          <a:prstGeom prst="rect">
            <a:avLst/>
          </a:prstGeom>
          <a:noFill/>
          <a:ln>
            <a:noFill/>
          </a:ln>
        </p:spPr>
        <p:txBody>
          <a:bodyPr spcFirstLastPara="1" wrap="square" lIns="91425" tIns="91425" rIns="91425" bIns="91425" anchor="t" anchorCtr="0">
            <a:noAutofit/>
          </a:bodyPr>
          <a:lstStyle/>
          <a:p>
            <a:pPr marL="457200" marR="38100" lvl="0"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Conduct Disorders:</a:t>
            </a:r>
            <a:endParaRPr sz="1200">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Consist of aggressive, destructive, or rule-breaking behavior. Involves fighting, threatening, destroying property, or violating rules.</a:t>
            </a:r>
            <a:endParaRPr sz="1200">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Oppositional Defiant Disorders:</a:t>
            </a:r>
            <a:endParaRPr sz="1200">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Frequently lose one’s temper, easily annoyed, argues, refuse to follow rules, or act vindictively.</a:t>
            </a:r>
            <a:endParaRPr sz="1200">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Personality Disorders:</a:t>
            </a:r>
            <a:endParaRPr sz="1200">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Personality disorders involve long-term patterns of thinking, feeling, and behaving that affect relationships and daily functioning. Some personality disorders can involve feeling anger towards others. </a:t>
            </a:r>
            <a:endParaRPr sz="1200">
              <a:latin typeface="Instrument Sans"/>
              <a:ea typeface="Instrument Sans"/>
              <a:cs typeface="Instrument Sans"/>
              <a:sym typeface="Instrument Sans"/>
            </a:endParaRPr>
          </a:p>
        </p:txBody>
      </p:sp>
      <p:sp>
        <p:nvSpPr>
          <p:cNvPr id="1195" name="Google Shape;1195;p140"/>
          <p:cNvSpPr txBox="1"/>
          <p:nvPr/>
        </p:nvSpPr>
        <p:spPr>
          <a:xfrm>
            <a:off x="4572050" y="1557350"/>
            <a:ext cx="4259100" cy="3586200"/>
          </a:xfrm>
          <a:prstGeom prst="rect">
            <a:avLst/>
          </a:prstGeom>
          <a:noFill/>
          <a:ln>
            <a:noFill/>
          </a:ln>
        </p:spPr>
        <p:txBody>
          <a:bodyPr spcFirstLastPara="1" wrap="square" lIns="91425" tIns="91425" rIns="91425" bIns="91425" anchor="t" anchorCtr="0">
            <a:noAutofit/>
          </a:bodyPr>
          <a:lstStyle/>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Trastornos de conducta: </a:t>
            </a:r>
            <a:endParaRPr sz="1200">
              <a:solidFill>
                <a:srgbClr val="0000FF"/>
              </a:solidFill>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Consisten en comportamientos agresivos, destructivos o que infringen las reglas. Incluyen pelear, amenazar, destruir propiedades o violar las normas. </a:t>
            </a: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Trastorno negativista desafiante: </a:t>
            </a:r>
            <a:endParaRPr sz="1200">
              <a:solidFill>
                <a:srgbClr val="0000FF"/>
              </a:solidFill>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Se caracteriza por perder la paciencia con frecuencia, irritarse fácilmente, discutir, negarse a seguir las reglas o actuar de manera vengativa. </a:t>
            </a: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Trastornos de la personalidad: </a:t>
            </a:r>
            <a:endParaRPr sz="1200">
              <a:solidFill>
                <a:srgbClr val="0000FF"/>
              </a:solidFill>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Los trastornos de la personalidad implican patrones duraderos de pensamiento, sentimiento y comportamiento que afectan las relaciones y el funcionamiento diario. Algunos trastornos de la personalidad pueden incluir sentimientos de ira hacia otras personas.</a:t>
            </a:r>
            <a:endParaRPr sz="1200">
              <a:solidFill>
                <a:srgbClr val="0000FF"/>
              </a:solidFill>
              <a:latin typeface="Instrument Sans"/>
              <a:ea typeface="Instrument Sans"/>
              <a:cs typeface="Instrument Sans"/>
              <a:sym typeface="Instrument San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Shape 1199"/>
        <p:cNvGrpSpPr/>
        <p:nvPr/>
      </p:nvGrpSpPr>
      <p:grpSpPr>
        <a:xfrm>
          <a:off x="0" y="0"/>
          <a:ext cx="0" cy="0"/>
          <a:chOff x="0" y="0"/>
          <a:chExt cx="0" cy="0"/>
        </a:xfrm>
      </p:grpSpPr>
      <p:sp>
        <p:nvSpPr>
          <p:cNvPr id="1200" name="Google Shape;1200;p141"/>
          <p:cNvSpPr txBox="1">
            <a:spLocks noGrp="1"/>
          </p:cNvSpPr>
          <p:nvPr>
            <p:ph type="body" idx="3"/>
          </p:nvPr>
        </p:nvSpPr>
        <p:spPr>
          <a:xfrm>
            <a:off x="312950" y="424225"/>
            <a:ext cx="82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sz="3200">
                <a:latin typeface="Instrument Sans SemiBold"/>
                <a:ea typeface="Instrument Sans SemiBold"/>
                <a:cs typeface="Instrument Sans SemiBold"/>
                <a:sym typeface="Instrument Sans SemiBold"/>
              </a:rPr>
              <a:t>Treatment and Coping Strategies</a:t>
            </a:r>
            <a:endParaRPr sz="3200">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sz="3200">
                <a:solidFill>
                  <a:srgbClr val="0000FF"/>
                </a:solidFill>
                <a:latin typeface="Instrument Sans SemiBold"/>
                <a:ea typeface="Instrument Sans SemiBold"/>
                <a:cs typeface="Instrument Sans SemiBold"/>
                <a:sym typeface="Instrument Sans SemiBold"/>
              </a:rPr>
              <a:t>Estrategias de tratamiento y afrontamiento</a:t>
            </a:r>
            <a:endParaRPr sz="3200">
              <a:solidFill>
                <a:srgbClr val="0000FF"/>
              </a:solidFill>
              <a:latin typeface="Instrument Sans SemiBold"/>
              <a:ea typeface="Instrument Sans SemiBold"/>
              <a:cs typeface="Instrument Sans SemiBold"/>
              <a:sym typeface="Instrument Sans SemiBold"/>
            </a:endParaRPr>
          </a:p>
        </p:txBody>
      </p:sp>
      <p:sp>
        <p:nvSpPr>
          <p:cNvPr id="1201" name="Google Shape;1201;p141"/>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23</a:t>
            </a:fld>
            <a:endParaRPr/>
          </a:p>
        </p:txBody>
      </p:sp>
      <p:sp>
        <p:nvSpPr>
          <p:cNvPr id="1202" name="Google Shape;1202;p141"/>
          <p:cNvSpPr txBox="1"/>
          <p:nvPr/>
        </p:nvSpPr>
        <p:spPr>
          <a:xfrm>
            <a:off x="312950" y="1557350"/>
            <a:ext cx="4259100" cy="3394500"/>
          </a:xfrm>
          <a:prstGeom prst="rect">
            <a:avLst/>
          </a:prstGeom>
          <a:noFill/>
          <a:ln>
            <a:noFill/>
          </a:ln>
        </p:spPr>
        <p:txBody>
          <a:bodyPr spcFirstLastPara="1" wrap="square" lIns="91425" tIns="91425" rIns="91425" bIns="91425" anchor="t" anchorCtr="0">
            <a:noAutofit/>
          </a:bodyPr>
          <a:lstStyle/>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Recognize triggers: </a:t>
            </a:r>
            <a:endParaRPr sz="1300">
              <a:latin typeface="Instrument Sans"/>
              <a:ea typeface="Instrument Sans"/>
              <a:cs typeface="Instrument Sans"/>
              <a:sym typeface="Instrument Sans"/>
            </a:endParaRPr>
          </a:p>
          <a:p>
            <a:pPr marL="914400" marR="38100" lvl="1"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Identify situations, thoughts, people, or circumstances that commonly lead to anger.</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Pause before reacting: </a:t>
            </a:r>
            <a:endParaRPr sz="1300">
              <a:latin typeface="Instrument Sans"/>
              <a:ea typeface="Instrument Sans"/>
              <a:cs typeface="Instrument Sans"/>
              <a:sym typeface="Instrument Sans"/>
            </a:endParaRPr>
          </a:p>
          <a:p>
            <a:pPr marL="914400" marR="38100" lvl="1"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Create a brief gap between the emotion and the behavior. Count, step back, or give yourself time before responding.</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Use calming techniques: </a:t>
            </a:r>
            <a:endParaRPr sz="1300">
              <a:latin typeface="Instrument Sans"/>
              <a:ea typeface="Instrument Sans"/>
              <a:cs typeface="Instrument Sans"/>
              <a:sym typeface="Instrument Sans"/>
            </a:endParaRPr>
          </a:p>
          <a:p>
            <a:pPr marL="914400" marR="38100" lvl="1"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Slow breathing, mindfulness, grounding exercises, and progressive muscle relaxation can reduce anger.</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Use healthy outlets: </a:t>
            </a:r>
            <a:endParaRPr sz="1300">
              <a:latin typeface="Instrument Sans"/>
              <a:ea typeface="Instrument Sans"/>
              <a:cs typeface="Instrument Sans"/>
              <a:sym typeface="Instrument Sans"/>
            </a:endParaRPr>
          </a:p>
          <a:p>
            <a:pPr marL="914400" marR="38100" lvl="1"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Regular exercise, adequate sleep, journaling, hobbies, and talking with supportive people can help with emotional regulation.</a:t>
            </a:r>
            <a:endParaRPr sz="1300">
              <a:latin typeface="Instrument Sans"/>
              <a:ea typeface="Instrument Sans"/>
              <a:cs typeface="Instrument Sans"/>
              <a:sym typeface="Instrument Sans"/>
            </a:endParaRPr>
          </a:p>
        </p:txBody>
      </p:sp>
      <p:sp>
        <p:nvSpPr>
          <p:cNvPr id="1203" name="Google Shape;1203;p141"/>
          <p:cNvSpPr txBox="1"/>
          <p:nvPr/>
        </p:nvSpPr>
        <p:spPr>
          <a:xfrm>
            <a:off x="4572000" y="1621550"/>
            <a:ext cx="4259100" cy="3394500"/>
          </a:xfrm>
          <a:prstGeom prst="rect">
            <a:avLst/>
          </a:prstGeom>
          <a:noFill/>
          <a:ln>
            <a:noFill/>
          </a:ln>
        </p:spPr>
        <p:txBody>
          <a:bodyPr spcFirstLastPara="1" wrap="square" lIns="91425" tIns="91425" rIns="91425" bIns="91425" anchor="t" anchorCtr="0">
            <a:noAutofit/>
          </a:bodyPr>
          <a:lstStyle/>
          <a:p>
            <a:pPr marL="457200" marR="38100" lvl="0"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Reconocer los factores desencadenantes: </a:t>
            </a:r>
            <a:endParaRPr sz="1100">
              <a:solidFill>
                <a:srgbClr val="0000FF"/>
              </a:solidFill>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Identificar las situaciones, pensamientos, personas o circunstancias que comúnmente provocan ira. </a:t>
            </a:r>
            <a:endParaRPr sz="1100">
              <a:solidFill>
                <a:srgbClr val="0000FF"/>
              </a:solidFill>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Hacer una pausa antes de reaccionar: </a:t>
            </a:r>
            <a:endParaRPr sz="1100">
              <a:solidFill>
                <a:srgbClr val="0000FF"/>
              </a:solidFill>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Crear un breve espacio entre la emoción y el comportamiento. Cuenta, aléjate un momento o date tiempo antes de responder. </a:t>
            </a:r>
            <a:endParaRPr sz="1100">
              <a:solidFill>
                <a:srgbClr val="0000FF"/>
              </a:solidFill>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Utilizar técnicas de relajación: </a:t>
            </a:r>
            <a:endParaRPr sz="1100">
              <a:solidFill>
                <a:srgbClr val="0000FF"/>
              </a:solidFill>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La respiración lenta, la atención plena, los ejercicios de conexión con el presente y la relajación muscular progresiva pueden ayudar a reducir la ira. </a:t>
            </a:r>
            <a:endParaRPr sz="1100">
              <a:solidFill>
                <a:srgbClr val="0000FF"/>
              </a:solidFill>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Utilizar formas saludables de canalizar las emociones: </a:t>
            </a:r>
            <a:endParaRPr sz="1100">
              <a:solidFill>
                <a:srgbClr val="0000FF"/>
              </a:solidFill>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El ejercicio regular, dormir lo suficiente, escribir en un diario, practicar pasatiempos y hablar con personas que brinden apoyo pueden ayudar a regular las emociones.</a:t>
            </a:r>
            <a:endParaRPr sz="1100">
              <a:solidFill>
                <a:srgbClr val="0000FF"/>
              </a:solidFill>
              <a:latin typeface="Instrument Sans"/>
              <a:ea typeface="Instrument Sans"/>
              <a:cs typeface="Instrument Sans"/>
              <a:sym typeface="Instrument San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Shape 1207"/>
        <p:cNvGrpSpPr/>
        <p:nvPr/>
      </p:nvGrpSpPr>
      <p:grpSpPr>
        <a:xfrm>
          <a:off x="0" y="0"/>
          <a:ext cx="0" cy="0"/>
          <a:chOff x="0" y="0"/>
          <a:chExt cx="0" cy="0"/>
        </a:xfrm>
      </p:grpSpPr>
      <p:sp>
        <p:nvSpPr>
          <p:cNvPr id="1208" name="Google Shape;1208;p142"/>
          <p:cNvSpPr txBox="1">
            <a:spLocks noGrp="1"/>
          </p:cNvSpPr>
          <p:nvPr>
            <p:ph type="title"/>
          </p:nvPr>
        </p:nvSpPr>
        <p:spPr>
          <a:xfrm>
            <a:off x="284700" y="474750"/>
            <a:ext cx="4227300" cy="1544400"/>
          </a:xfrm>
          <a:prstGeom prst="rect">
            <a:avLst/>
          </a:prstGeom>
          <a:noFill/>
          <a:ln>
            <a:noFill/>
          </a:ln>
        </p:spPr>
        <p:txBody>
          <a:bodyPr spcFirstLastPara="1" wrap="square" lIns="0" tIns="0" rIns="91425" bIns="0" anchor="b" anchorCtr="0">
            <a:noAutofit/>
          </a:bodyPr>
          <a:lstStyle/>
          <a:p>
            <a:pPr marL="0" lvl="0" indent="0" algn="l" rtl="0">
              <a:lnSpc>
                <a:spcPct val="85000"/>
              </a:lnSpc>
              <a:spcBef>
                <a:spcPts val="0"/>
              </a:spcBef>
              <a:spcAft>
                <a:spcPts val="0"/>
              </a:spcAft>
              <a:buSzPts val="3600"/>
              <a:buNone/>
            </a:pPr>
            <a:r>
              <a:rPr lang="en" sz="3600"/>
              <a:t>Mania</a:t>
            </a:r>
            <a:endParaRPr sz="3600"/>
          </a:p>
        </p:txBody>
      </p:sp>
      <p:sp>
        <p:nvSpPr>
          <p:cNvPr id="1209" name="Google Shape;1209;p142"/>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24</a:t>
            </a:fld>
            <a:endParaRPr/>
          </a:p>
        </p:txBody>
      </p:sp>
      <p:sp>
        <p:nvSpPr>
          <p:cNvPr id="1210" name="Google Shape;1210;p142"/>
          <p:cNvSpPr txBox="1">
            <a:spLocks noGrp="1"/>
          </p:cNvSpPr>
          <p:nvPr>
            <p:ph type="title"/>
          </p:nvPr>
        </p:nvSpPr>
        <p:spPr>
          <a:xfrm>
            <a:off x="284700" y="2292400"/>
            <a:ext cx="4227300" cy="1835100"/>
          </a:xfrm>
          <a:prstGeom prst="rect">
            <a:avLst/>
          </a:prstGeom>
          <a:noFill/>
          <a:ln>
            <a:noFill/>
          </a:ln>
        </p:spPr>
        <p:txBody>
          <a:bodyPr spcFirstLastPara="1" wrap="square" lIns="0" tIns="0" rIns="91425" bIns="0" anchor="b" anchorCtr="0">
            <a:noAutofit/>
          </a:bodyPr>
          <a:lstStyle/>
          <a:p>
            <a:pPr marL="0" lvl="0" indent="0" algn="l" rtl="0">
              <a:lnSpc>
                <a:spcPct val="100000"/>
              </a:lnSpc>
              <a:spcBef>
                <a:spcPts val="1200"/>
              </a:spcBef>
              <a:spcAft>
                <a:spcPts val="1200"/>
              </a:spcAft>
              <a:buSzPts val="3600"/>
              <a:buNone/>
            </a:pPr>
            <a:r>
              <a:rPr lang="en" sz="3600">
                <a:solidFill>
                  <a:srgbClr val="4A86E8"/>
                </a:solidFill>
              </a:rPr>
              <a:t>Manía</a:t>
            </a:r>
            <a:endParaRPr sz="3600">
              <a:solidFill>
                <a:srgbClr val="4A86E8"/>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Shape 1214"/>
        <p:cNvGrpSpPr/>
        <p:nvPr/>
      </p:nvGrpSpPr>
      <p:grpSpPr>
        <a:xfrm>
          <a:off x="0" y="0"/>
          <a:ext cx="0" cy="0"/>
          <a:chOff x="0" y="0"/>
          <a:chExt cx="0" cy="0"/>
        </a:xfrm>
      </p:grpSpPr>
      <p:sp>
        <p:nvSpPr>
          <p:cNvPr id="1215" name="Google Shape;1215;p143"/>
          <p:cNvSpPr txBox="1">
            <a:spLocks noGrp="1"/>
          </p:cNvSpPr>
          <p:nvPr>
            <p:ph type="body" idx="3"/>
          </p:nvPr>
        </p:nvSpPr>
        <p:spPr>
          <a:xfrm>
            <a:off x="312950" y="424225"/>
            <a:ext cx="47406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a:latin typeface="Instrument Sans SemiBold"/>
                <a:ea typeface="Instrument Sans SemiBold"/>
                <a:cs typeface="Instrument Sans SemiBold"/>
                <a:sym typeface="Instrument Sans SemiBold"/>
              </a:rPr>
              <a:t>Biology of Mania</a:t>
            </a:r>
            <a:endParaRPr>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a:solidFill>
                  <a:srgbClr val="0000FF"/>
                </a:solidFill>
                <a:latin typeface="Instrument Sans SemiBold"/>
                <a:ea typeface="Instrument Sans SemiBold"/>
                <a:cs typeface="Instrument Sans SemiBold"/>
                <a:sym typeface="Instrument Sans SemiBold"/>
              </a:rPr>
              <a:t>Biología de la manía</a:t>
            </a:r>
            <a:endParaRPr>
              <a:solidFill>
                <a:srgbClr val="0000FF"/>
              </a:solidFill>
              <a:latin typeface="Instrument Sans SemiBold"/>
              <a:ea typeface="Instrument Sans SemiBold"/>
              <a:cs typeface="Instrument Sans SemiBold"/>
              <a:sym typeface="Instrument Sans SemiBold"/>
            </a:endParaRPr>
          </a:p>
        </p:txBody>
      </p:sp>
      <p:sp>
        <p:nvSpPr>
          <p:cNvPr id="1216" name="Google Shape;1216;p143"/>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25</a:t>
            </a:fld>
            <a:endParaRPr/>
          </a:p>
        </p:txBody>
      </p:sp>
      <p:sp>
        <p:nvSpPr>
          <p:cNvPr id="1217" name="Google Shape;1217;p143"/>
          <p:cNvSpPr txBox="1"/>
          <p:nvPr/>
        </p:nvSpPr>
        <p:spPr>
          <a:xfrm>
            <a:off x="312950" y="1557350"/>
            <a:ext cx="4259100" cy="3586200"/>
          </a:xfrm>
          <a:prstGeom prst="rect">
            <a:avLst/>
          </a:prstGeom>
          <a:noFill/>
          <a:ln>
            <a:noFill/>
          </a:ln>
        </p:spPr>
        <p:txBody>
          <a:bodyPr spcFirstLastPara="1" wrap="square" lIns="91425" tIns="91425" rIns="91425" bIns="91425" anchor="t" anchorCtr="0">
            <a:noAutofit/>
          </a:bodyPr>
          <a:lstStyle/>
          <a:p>
            <a:pPr marL="457200" marR="38100" lvl="0" indent="-298450" algn="l" rtl="0">
              <a:lnSpc>
                <a:spcPct val="100000"/>
              </a:lnSpc>
              <a:spcBef>
                <a:spcPts val="0"/>
              </a:spcBef>
              <a:spcAft>
                <a:spcPts val="0"/>
              </a:spcAft>
              <a:buSzPts val="1100"/>
              <a:buFont typeface="Instrument Sans"/>
              <a:buChar char="●"/>
            </a:pPr>
            <a:r>
              <a:rPr lang="en" sz="1100">
                <a:latin typeface="Instrument Sans"/>
                <a:ea typeface="Instrument Sans"/>
                <a:cs typeface="Instrument Sans"/>
                <a:sym typeface="Instrument Sans"/>
              </a:rPr>
              <a:t>Mania is a mental health condition defined by a persistent period of abnormally high energy, elevated mood, and extreme hyperactivity.</a:t>
            </a:r>
            <a:endParaRPr sz="1100">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SzPts val="1100"/>
              <a:buFont typeface="Instrument Sans"/>
              <a:buChar char="●"/>
            </a:pPr>
            <a:r>
              <a:rPr lang="en" sz="1100">
                <a:latin typeface="Instrument Sans"/>
                <a:ea typeface="Instrument Sans"/>
                <a:cs typeface="Instrument Sans"/>
                <a:sym typeface="Instrument Sans"/>
              </a:rPr>
              <a:t>Neurotransmitters such as dopamine, serotonin, norepinephrine, and glutamate are thought to be involved in the changes associated with mania.</a:t>
            </a:r>
            <a:endParaRPr sz="1100">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SzPts val="1100"/>
              <a:buFont typeface="Instrument Sans"/>
              <a:buChar char="●"/>
            </a:pPr>
            <a:r>
              <a:rPr lang="en" sz="1100">
                <a:latin typeface="Instrument Sans"/>
                <a:ea typeface="Instrument Sans"/>
                <a:cs typeface="Instrument Sans"/>
                <a:sym typeface="Instrument Sans"/>
              </a:rPr>
              <a:t>Mania can involve extreme energy, rapid speech, racing thoughts, decreased need for sleep, increased confidence, impulsive behavior, distractibility, and increased goal-directed activity.</a:t>
            </a:r>
            <a:endParaRPr sz="1100">
              <a:solidFill>
                <a:srgbClr val="0000FF"/>
              </a:solidFill>
              <a:latin typeface="Instrument Sans"/>
              <a:ea typeface="Instrument Sans"/>
              <a:cs typeface="Instrument Sans"/>
              <a:sym typeface="Instrument Sans"/>
            </a:endParaRPr>
          </a:p>
        </p:txBody>
      </p:sp>
      <p:sp>
        <p:nvSpPr>
          <p:cNvPr id="1218" name="Google Shape;1218;p143"/>
          <p:cNvSpPr txBox="1"/>
          <p:nvPr/>
        </p:nvSpPr>
        <p:spPr>
          <a:xfrm>
            <a:off x="4572000" y="1557350"/>
            <a:ext cx="4259100" cy="3586200"/>
          </a:xfrm>
          <a:prstGeom prst="rect">
            <a:avLst/>
          </a:prstGeom>
          <a:noFill/>
          <a:ln>
            <a:noFill/>
          </a:ln>
        </p:spPr>
        <p:txBody>
          <a:bodyPr spcFirstLastPara="1" wrap="square" lIns="91425" tIns="91425" rIns="91425" bIns="91425" anchor="t" anchorCtr="0">
            <a:noAutofit/>
          </a:bodyPr>
          <a:lstStyle/>
          <a:p>
            <a:pPr marL="457200" marR="38100" lvl="0"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La manía es una condición de salud mental definida por un período persistente de energía anormalmente alta, estado de ánimo elevado e hiperactividad extrema. </a:t>
            </a:r>
            <a:endParaRPr sz="1100">
              <a:solidFill>
                <a:srgbClr val="0000FF"/>
              </a:solidFill>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Se cree que neurotransmisores como la dopamina, la serotonina, la norepinefrina y el glutamato intervienen en los cambios asociados con la manía. </a:t>
            </a:r>
            <a:endParaRPr sz="1100">
              <a:solidFill>
                <a:srgbClr val="0000FF"/>
              </a:solidFill>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La manía puede incluir energía extrema, habla acelerada, pensamientos acelerados, menor necesidad de dormir, mayor confianza en uno mismo, comportamiento impulsivo, facilidad para distraerse y un aumento de las actividades dirigidas hacia objetivos.</a:t>
            </a:r>
            <a:endParaRPr sz="1100">
              <a:solidFill>
                <a:srgbClr val="0000FF"/>
              </a:solidFill>
              <a:latin typeface="Instrument Sans"/>
              <a:ea typeface="Instrument Sans"/>
              <a:cs typeface="Instrument Sans"/>
              <a:sym typeface="Instrument Sans"/>
            </a:endParaRPr>
          </a:p>
        </p:txBody>
      </p:sp>
      <p:pic>
        <p:nvPicPr>
          <p:cNvPr id="1219" name="Google Shape;1219;p143" title="manic-definition-5188650-Final-a7904749c63940708f10407eec8e385c.jpg"/>
          <p:cNvPicPr preferRelativeResize="0"/>
          <p:nvPr/>
        </p:nvPicPr>
        <p:blipFill>
          <a:blip r:embed="rId3">
            <a:alphaModFix/>
          </a:blip>
          <a:stretch>
            <a:fillRect/>
          </a:stretch>
        </p:blipFill>
        <p:spPr>
          <a:xfrm>
            <a:off x="1371725" y="3394850"/>
            <a:ext cx="2623050" cy="1748700"/>
          </a:xfrm>
          <a:prstGeom prst="rect">
            <a:avLst/>
          </a:prstGeom>
          <a:noFill/>
          <a:ln>
            <a:noFill/>
          </a:ln>
        </p:spPr>
      </p:pic>
      <p:pic>
        <p:nvPicPr>
          <p:cNvPr id="1220" name="Google Shape;1220;p143" title="images.jpg"/>
          <p:cNvPicPr preferRelativeResize="0"/>
          <p:nvPr/>
        </p:nvPicPr>
        <p:blipFill>
          <a:blip r:embed="rId4">
            <a:alphaModFix/>
          </a:blip>
          <a:stretch>
            <a:fillRect/>
          </a:stretch>
        </p:blipFill>
        <p:spPr>
          <a:xfrm>
            <a:off x="5838149" y="3512249"/>
            <a:ext cx="2009400" cy="15139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Shape 1224"/>
        <p:cNvGrpSpPr/>
        <p:nvPr/>
      </p:nvGrpSpPr>
      <p:grpSpPr>
        <a:xfrm>
          <a:off x="0" y="0"/>
          <a:ext cx="0" cy="0"/>
          <a:chOff x="0" y="0"/>
          <a:chExt cx="0" cy="0"/>
        </a:xfrm>
      </p:grpSpPr>
      <p:sp>
        <p:nvSpPr>
          <p:cNvPr id="1225" name="Google Shape;1225;p144"/>
          <p:cNvSpPr txBox="1">
            <a:spLocks noGrp="1"/>
          </p:cNvSpPr>
          <p:nvPr>
            <p:ph type="body" idx="3"/>
          </p:nvPr>
        </p:nvSpPr>
        <p:spPr>
          <a:xfrm>
            <a:off x="312950" y="424225"/>
            <a:ext cx="47406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a:latin typeface="Instrument Sans SemiBold"/>
                <a:ea typeface="Instrument Sans SemiBold"/>
                <a:cs typeface="Instrument Sans SemiBold"/>
                <a:sym typeface="Instrument Sans SemiBold"/>
              </a:rPr>
              <a:t>Manic Disorders</a:t>
            </a:r>
            <a:endParaRPr>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a:solidFill>
                  <a:srgbClr val="0000FF"/>
                </a:solidFill>
                <a:latin typeface="Instrument Sans SemiBold"/>
                <a:ea typeface="Instrument Sans SemiBold"/>
                <a:cs typeface="Instrument Sans SemiBold"/>
                <a:sym typeface="Instrument Sans SemiBold"/>
              </a:rPr>
              <a:t>Trastornos maníacos</a:t>
            </a:r>
            <a:endParaRPr>
              <a:solidFill>
                <a:srgbClr val="0000FF"/>
              </a:solidFill>
              <a:latin typeface="Instrument Sans SemiBold"/>
              <a:ea typeface="Instrument Sans SemiBold"/>
              <a:cs typeface="Instrument Sans SemiBold"/>
              <a:sym typeface="Instrument Sans SemiBold"/>
            </a:endParaRPr>
          </a:p>
        </p:txBody>
      </p:sp>
      <p:sp>
        <p:nvSpPr>
          <p:cNvPr id="1226" name="Google Shape;1226;p144"/>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26</a:t>
            </a:fld>
            <a:endParaRPr/>
          </a:p>
        </p:txBody>
      </p:sp>
      <p:sp>
        <p:nvSpPr>
          <p:cNvPr id="1227" name="Google Shape;1227;p144"/>
          <p:cNvSpPr txBox="1"/>
          <p:nvPr/>
        </p:nvSpPr>
        <p:spPr>
          <a:xfrm>
            <a:off x="312950" y="1557350"/>
            <a:ext cx="4864500" cy="3394500"/>
          </a:xfrm>
          <a:prstGeom prst="rect">
            <a:avLst/>
          </a:prstGeom>
          <a:noFill/>
          <a:ln>
            <a:noFill/>
          </a:ln>
        </p:spPr>
        <p:txBody>
          <a:bodyPr spcFirstLastPara="1" wrap="square" lIns="91425" tIns="91425" rIns="91425" bIns="91425" anchor="t" anchorCtr="0">
            <a:noAutofit/>
          </a:bodyPr>
          <a:lstStyle/>
          <a:p>
            <a:pPr marL="457200" marR="38100" lvl="0" indent="-323850" algn="l" rtl="0">
              <a:lnSpc>
                <a:spcPct val="100000"/>
              </a:lnSpc>
              <a:spcBef>
                <a:spcPts val="0"/>
              </a:spcBef>
              <a:spcAft>
                <a:spcPts val="0"/>
              </a:spcAft>
              <a:buSzPts val="1500"/>
              <a:buFont typeface="Instrument Sans"/>
              <a:buChar char="●"/>
            </a:pPr>
            <a:r>
              <a:rPr lang="en" sz="1500">
                <a:latin typeface="Instrument Sans"/>
                <a:ea typeface="Instrument Sans"/>
                <a:cs typeface="Instrument Sans"/>
                <a:sym typeface="Instrument Sans"/>
              </a:rPr>
              <a:t>Bipolar I:</a:t>
            </a:r>
            <a:endParaRPr sz="1500">
              <a:latin typeface="Instrument Sans"/>
              <a:ea typeface="Instrument Sans"/>
              <a:cs typeface="Instrument Sans"/>
              <a:sym typeface="Instrument Sans"/>
            </a:endParaRPr>
          </a:p>
          <a:p>
            <a:pPr marL="914400" marR="38100" lvl="1" indent="-323850" algn="l" rtl="0">
              <a:lnSpc>
                <a:spcPct val="100000"/>
              </a:lnSpc>
              <a:spcBef>
                <a:spcPts val="0"/>
              </a:spcBef>
              <a:spcAft>
                <a:spcPts val="0"/>
              </a:spcAft>
              <a:buSzPts val="1500"/>
              <a:buFont typeface="Instrument Sans"/>
              <a:buChar char="○"/>
            </a:pPr>
            <a:r>
              <a:rPr lang="en" sz="1500">
                <a:latin typeface="Instrument Sans"/>
                <a:ea typeface="Instrument Sans"/>
                <a:cs typeface="Instrument Sans"/>
                <a:sym typeface="Instrument Sans"/>
              </a:rPr>
              <a:t> A cycle of extreme manic episodes often followed by depressive episodes.</a:t>
            </a:r>
            <a:endParaRPr sz="1500">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SzPts val="1500"/>
              <a:buFont typeface="Instrument Sans"/>
              <a:buChar char="●"/>
            </a:pPr>
            <a:r>
              <a:rPr lang="en" sz="1500">
                <a:latin typeface="Instrument Sans"/>
                <a:ea typeface="Instrument Sans"/>
                <a:cs typeface="Instrument Sans"/>
                <a:sym typeface="Instrument Sans"/>
              </a:rPr>
              <a:t>Bipolar II: </a:t>
            </a:r>
            <a:endParaRPr sz="1500">
              <a:latin typeface="Instrument Sans"/>
              <a:ea typeface="Instrument Sans"/>
              <a:cs typeface="Instrument Sans"/>
              <a:sym typeface="Instrument Sans"/>
            </a:endParaRPr>
          </a:p>
          <a:p>
            <a:pPr marL="914400" marR="38100" lvl="1" indent="-323850" algn="l" rtl="0">
              <a:lnSpc>
                <a:spcPct val="100000"/>
              </a:lnSpc>
              <a:spcBef>
                <a:spcPts val="0"/>
              </a:spcBef>
              <a:spcAft>
                <a:spcPts val="0"/>
              </a:spcAft>
              <a:buSzPts val="1500"/>
              <a:buFont typeface="Instrument Sans"/>
              <a:buChar char="○"/>
            </a:pPr>
            <a:r>
              <a:rPr lang="en" sz="1500">
                <a:latin typeface="Instrument Sans"/>
                <a:ea typeface="Instrument Sans"/>
                <a:cs typeface="Instrument Sans"/>
                <a:sym typeface="Instrument Sans"/>
              </a:rPr>
              <a:t>A hypomanic (less extreme mania) episodes followed by an extreme depressive episode.</a:t>
            </a:r>
            <a:endParaRPr sz="1500">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Clr>
                <a:srgbClr val="0000FF"/>
              </a:buClr>
              <a:buSzPts val="1500"/>
              <a:buFont typeface="Instrument Sans"/>
              <a:buChar char="●"/>
            </a:pPr>
            <a:r>
              <a:rPr lang="en" sz="1500">
                <a:solidFill>
                  <a:srgbClr val="0000FF"/>
                </a:solidFill>
                <a:latin typeface="Instrument Sans"/>
                <a:ea typeface="Instrument Sans"/>
                <a:cs typeface="Instrument Sans"/>
                <a:sym typeface="Instrument Sans"/>
              </a:rPr>
              <a:t>Trastorno bipolar I: </a:t>
            </a:r>
            <a:endParaRPr sz="1500">
              <a:solidFill>
                <a:srgbClr val="0000FF"/>
              </a:solidFill>
              <a:latin typeface="Instrument Sans"/>
              <a:ea typeface="Instrument Sans"/>
              <a:cs typeface="Instrument Sans"/>
              <a:sym typeface="Instrument Sans"/>
            </a:endParaRPr>
          </a:p>
          <a:p>
            <a:pPr marL="914400" marR="38100" lvl="1" indent="-323850" algn="l" rtl="0">
              <a:lnSpc>
                <a:spcPct val="100000"/>
              </a:lnSpc>
              <a:spcBef>
                <a:spcPts val="0"/>
              </a:spcBef>
              <a:spcAft>
                <a:spcPts val="0"/>
              </a:spcAft>
              <a:buClr>
                <a:srgbClr val="0000FF"/>
              </a:buClr>
              <a:buSzPts val="1500"/>
              <a:buFont typeface="Instrument Sans"/>
              <a:buChar char="○"/>
            </a:pPr>
            <a:r>
              <a:rPr lang="en" sz="1500">
                <a:solidFill>
                  <a:srgbClr val="0000FF"/>
                </a:solidFill>
                <a:latin typeface="Instrument Sans"/>
                <a:ea typeface="Instrument Sans"/>
                <a:cs typeface="Instrument Sans"/>
                <a:sym typeface="Instrument Sans"/>
              </a:rPr>
              <a:t>Un ciclo de episodios maníacos extremos, a menudo seguidos de episodios depresivos. </a:t>
            </a:r>
            <a:endParaRPr sz="1500">
              <a:solidFill>
                <a:srgbClr val="0000FF"/>
              </a:solidFill>
              <a:latin typeface="Instrument Sans"/>
              <a:ea typeface="Instrument Sans"/>
              <a:cs typeface="Instrument Sans"/>
              <a:sym typeface="Instrument Sans"/>
            </a:endParaRPr>
          </a:p>
          <a:p>
            <a:pPr marL="457200" marR="38100" lvl="0" indent="-323850" algn="l" rtl="0">
              <a:lnSpc>
                <a:spcPct val="100000"/>
              </a:lnSpc>
              <a:spcBef>
                <a:spcPts val="0"/>
              </a:spcBef>
              <a:spcAft>
                <a:spcPts val="0"/>
              </a:spcAft>
              <a:buClr>
                <a:srgbClr val="0000FF"/>
              </a:buClr>
              <a:buSzPts val="1500"/>
              <a:buFont typeface="Instrument Sans"/>
              <a:buChar char="●"/>
            </a:pPr>
            <a:r>
              <a:rPr lang="en" sz="1500">
                <a:solidFill>
                  <a:srgbClr val="0000FF"/>
                </a:solidFill>
                <a:latin typeface="Instrument Sans"/>
                <a:ea typeface="Instrument Sans"/>
                <a:cs typeface="Instrument Sans"/>
                <a:sym typeface="Instrument Sans"/>
              </a:rPr>
              <a:t>Trastorno bipolar II: </a:t>
            </a:r>
            <a:endParaRPr sz="1500">
              <a:solidFill>
                <a:srgbClr val="0000FF"/>
              </a:solidFill>
              <a:latin typeface="Instrument Sans"/>
              <a:ea typeface="Instrument Sans"/>
              <a:cs typeface="Instrument Sans"/>
              <a:sym typeface="Instrument Sans"/>
            </a:endParaRPr>
          </a:p>
          <a:p>
            <a:pPr marL="914400" marR="38100" lvl="1" indent="-323850" algn="l" rtl="0">
              <a:lnSpc>
                <a:spcPct val="100000"/>
              </a:lnSpc>
              <a:spcBef>
                <a:spcPts val="0"/>
              </a:spcBef>
              <a:spcAft>
                <a:spcPts val="0"/>
              </a:spcAft>
              <a:buClr>
                <a:srgbClr val="0000FF"/>
              </a:buClr>
              <a:buSzPts val="1500"/>
              <a:buFont typeface="Instrument Sans"/>
              <a:buChar char="○"/>
            </a:pPr>
            <a:r>
              <a:rPr lang="en" sz="1500">
                <a:solidFill>
                  <a:srgbClr val="0000FF"/>
                </a:solidFill>
                <a:latin typeface="Instrument Sans"/>
                <a:ea typeface="Instrument Sans"/>
                <a:cs typeface="Instrument Sans"/>
                <a:sym typeface="Instrument Sans"/>
              </a:rPr>
              <a:t>Episodios hipomaníacos (una forma menos extrema de manía) seguidos de un episodio depresivo intenso.</a:t>
            </a:r>
            <a:endParaRPr sz="1500">
              <a:solidFill>
                <a:srgbClr val="0000FF"/>
              </a:solidFill>
              <a:latin typeface="Instrument Sans"/>
              <a:ea typeface="Instrument Sans"/>
              <a:cs typeface="Instrument Sans"/>
              <a:sym typeface="Instrument Sans"/>
            </a:endParaRPr>
          </a:p>
        </p:txBody>
      </p:sp>
      <p:pic>
        <p:nvPicPr>
          <p:cNvPr id="1228" name="Google Shape;1228;p144" title="Prototypical-Courses-of-Illness-for-Bipolar-Subtypes-in-Contrast-to-Unipolar-Major.png"/>
          <p:cNvPicPr preferRelativeResize="0"/>
          <p:nvPr/>
        </p:nvPicPr>
        <p:blipFill>
          <a:blip r:embed="rId3">
            <a:alphaModFix/>
          </a:blip>
          <a:stretch>
            <a:fillRect/>
          </a:stretch>
        </p:blipFill>
        <p:spPr>
          <a:xfrm>
            <a:off x="5136075" y="1482512"/>
            <a:ext cx="3873849" cy="21784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Shape 1232"/>
        <p:cNvGrpSpPr/>
        <p:nvPr/>
      </p:nvGrpSpPr>
      <p:grpSpPr>
        <a:xfrm>
          <a:off x="0" y="0"/>
          <a:ext cx="0" cy="0"/>
          <a:chOff x="0" y="0"/>
          <a:chExt cx="0" cy="0"/>
        </a:xfrm>
      </p:grpSpPr>
      <p:sp>
        <p:nvSpPr>
          <p:cNvPr id="1233" name="Google Shape;1233;p145"/>
          <p:cNvSpPr txBox="1">
            <a:spLocks noGrp="1"/>
          </p:cNvSpPr>
          <p:nvPr>
            <p:ph type="body" idx="3"/>
          </p:nvPr>
        </p:nvSpPr>
        <p:spPr>
          <a:xfrm>
            <a:off x="312950" y="424225"/>
            <a:ext cx="82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sz="3200">
                <a:latin typeface="Instrument Sans SemiBold"/>
                <a:ea typeface="Instrument Sans SemiBold"/>
                <a:cs typeface="Instrument Sans SemiBold"/>
                <a:sym typeface="Instrument Sans SemiBold"/>
              </a:rPr>
              <a:t>Treatment and Coping Strategies</a:t>
            </a:r>
            <a:endParaRPr sz="3200">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sz="3200">
                <a:solidFill>
                  <a:srgbClr val="0000FF"/>
                </a:solidFill>
                <a:latin typeface="Instrument Sans SemiBold"/>
                <a:ea typeface="Instrument Sans SemiBold"/>
                <a:cs typeface="Instrument Sans SemiBold"/>
                <a:sym typeface="Instrument Sans SemiBold"/>
              </a:rPr>
              <a:t>Estrategias de tratamiento y afrontamiento</a:t>
            </a:r>
            <a:endParaRPr sz="3200">
              <a:solidFill>
                <a:srgbClr val="0000FF"/>
              </a:solidFill>
              <a:latin typeface="Instrument Sans SemiBold"/>
              <a:ea typeface="Instrument Sans SemiBold"/>
              <a:cs typeface="Instrument Sans SemiBold"/>
              <a:sym typeface="Instrument Sans SemiBold"/>
            </a:endParaRPr>
          </a:p>
        </p:txBody>
      </p:sp>
      <p:sp>
        <p:nvSpPr>
          <p:cNvPr id="1234" name="Google Shape;1234;p145"/>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27</a:t>
            </a:fld>
            <a:endParaRPr/>
          </a:p>
        </p:txBody>
      </p:sp>
      <p:sp>
        <p:nvSpPr>
          <p:cNvPr id="1235" name="Google Shape;1235;p145"/>
          <p:cNvSpPr txBox="1"/>
          <p:nvPr/>
        </p:nvSpPr>
        <p:spPr>
          <a:xfrm>
            <a:off x="312950" y="1557350"/>
            <a:ext cx="4864500" cy="3394500"/>
          </a:xfrm>
          <a:prstGeom prst="rect">
            <a:avLst/>
          </a:prstGeom>
          <a:noFill/>
          <a:ln>
            <a:noFill/>
          </a:ln>
        </p:spPr>
        <p:txBody>
          <a:bodyPr spcFirstLastPara="1" wrap="square" lIns="91425" tIns="91425" rIns="91425" bIns="91425" anchor="t" anchorCtr="0">
            <a:noAutofit/>
          </a:bodyPr>
          <a:lstStyle/>
          <a:p>
            <a:pPr marL="457200" marR="38100" lvl="0" indent="-298450" algn="l" rtl="0">
              <a:lnSpc>
                <a:spcPct val="100000"/>
              </a:lnSpc>
              <a:spcBef>
                <a:spcPts val="0"/>
              </a:spcBef>
              <a:spcAft>
                <a:spcPts val="0"/>
              </a:spcAft>
              <a:buSzPts val="1100"/>
              <a:buFont typeface="Instrument Sans"/>
              <a:buChar char="●"/>
            </a:pPr>
            <a:r>
              <a:rPr lang="en" sz="1100">
                <a:latin typeface="Instrument Sans"/>
                <a:ea typeface="Instrument Sans"/>
                <a:cs typeface="Instrument Sans"/>
                <a:sym typeface="Instrument Sans"/>
              </a:rPr>
              <a:t>Medication: </a:t>
            </a:r>
            <a:endParaRPr sz="1100">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SzPts val="1100"/>
              <a:buFont typeface="Instrument Sans"/>
              <a:buChar char="○"/>
            </a:pPr>
            <a:r>
              <a:rPr lang="en" sz="1100">
                <a:latin typeface="Instrument Sans"/>
                <a:ea typeface="Instrument Sans"/>
                <a:cs typeface="Instrument Sans"/>
                <a:sym typeface="Instrument Sans"/>
              </a:rPr>
              <a:t>Mood stabilizers (such as lithium or valproate) are commonly used to treat or prevent manic episodes.</a:t>
            </a:r>
            <a:endParaRPr sz="1100">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SzPts val="1100"/>
              <a:buFont typeface="Instrument Sans"/>
              <a:buChar char="●"/>
            </a:pPr>
            <a:r>
              <a:rPr lang="en" sz="1100">
                <a:latin typeface="Instrument Sans"/>
                <a:ea typeface="Instrument Sans"/>
                <a:cs typeface="Instrument Sans"/>
                <a:sym typeface="Instrument Sans"/>
              </a:rPr>
              <a:t>Therapy: </a:t>
            </a:r>
            <a:endParaRPr sz="1100">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SzPts val="1100"/>
              <a:buFont typeface="Instrument Sans"/>
              <a:buChar char="○"/>
            </a:pPr>
            <a:r>
              <a:rPr lang="en" sz="1100">
                <a:latin typeface="Instrument Sans"/>
                <a:ea typeface="Instrument Sans"/>
                <a:cs typeface="Instrument Sans"/>
                <a:sym typeface="Instrument Sans"/>
              </a:rPr>
              <a:t>Cognitive behavioral therapy (CBT), psychoeducation, and family-focused therapy can help.</a:t>
            </a:r>
            <a:endParaRPr sz="1100">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SzPts val="1100"/>
              <a:buFont typeface="Instrument Sans"/>
              <a:buChar char="●"/>
            </a:pPr>
            <a:r>
              <a:rPr lang="en" sz="1100">
                <a:latin typeface="Instrument Sans"/>
                <a:ea typeface="Instrument Sans"/>
                <a:cs typeface="Instrument Sans"/>
                <a:sym typeface="Instrument Sans"/>
              </a:rPr>
              <a:t>Maintain a regular sleep schedule.</a:t>
            </a:r>
            <a:endParaRPr sz="1100">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SzPts val="1100"/>
              <a:buFont typeface="Instrument Sans"/>
              <a:buChar char="●"/>
            </a:pPr>
            <a:r>
              <a:rPr lang="en" sz="1100">
                <a:latin typeface="Instrument Sans"/>
                <a:ea typeface="Instrument Sans"/>
                <a:cs typeface="Instrument Sans"/>
                <a:sym typeface="Instrument Sans"/>
              </a:rPr>
              <a:t>Reduce stimulant and alcohol intake.</a:t>
            </a:r>
            <a:endParaRPr sz="1100">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Medicamentos: </a:t>
            </a:r>
            <a:endParaRPr sz="1100">
              <a:solidFill>
                <a:srgbClr val="0000FF"/>
              </a:solidFill>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Los estabilizadores del estado de ánimo (como el litio o el valproato) se utilizan comúnmente para tratar o prevenir los episodios maníacos. </a:t>
            </a:r>
            <a:endParaRPr sz="1100">
              <a:solidFill>
                <a:srgbClr val="0000FF"/>
              </a:solidFill>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Terapia: </a:t>
            </a:r>
            <a:endParaRPr sz="1100">
              <a:solidFill>
                <a:srgbClr val="0000FF"/>
              </a:solidFill>
              <a:latin typeface="Instrument Sans"/>
              <a:ea typeface="Instrument Sans"/>
              <a:cs typeface="Instrument Sans"/>
              <a:sym typeface="Instrument Sans"/>
            </a:endParaRPr>
          </a:p>
          <a:p>
            <a:pPr marL="914400" marR="38100" lvl="1"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La terapia cognitivo-conductual (TCC), la psicoeducación y la terapia centrada en la familia pueden ser útiles. </a:t>
            </a:r>
            <a:endParaRPr sz="1100">
              <a:solidFill>
                <a:srgbClr val="0000FF"/>
              </a:solidFill>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Mantener un horario de sueño regular. </a:t>
            </a:r>
            <a:endParaRPr sz="1100">
              <a:solidFill>
                <a:srgbClr val="0000FF"/>
              </a:solidFill>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Reducir el consumo de estimulantes y alcohol.</a:t>
            </a:r>
            <a:endParaRPr sz="1100">
              <a:solidFill>
                <a:srgbClr val="0000FF"/>
              </a:solidFill>
              <a:latin typeface="Instrument Sans"/>
              <a:ea typeface="Instrument Sans"/>
              <a:cs typeface="Instrument Sans"/>
              <a:sym typeface="Instrument Sans"/>
            </a:endParaRPr>
          </a:p>
        </p:txBody>
      </p:sp>
      <p:pic>
        <p:nvPicPr>
          <p:cNvPr id="1236" name="Google Shape;1236;p145" title="treating-bipolar-disorder-3576129_color2-5b32a5a546e0fb005b08b8f1.png"/>
          <p:cNvPicPr preferRelativeResize="0"/>
          <p:nvPr/>
        </p:nvPicPr>
        <p:blipFill>
          <a:blip r:embed="rId3">
            <a:alphaModFix/>
          </a:blip>
          <a:stretch>
            <a:fillRect/>
          </a:stretch>
        </p:blipFill>
        <p:spPr>
          <a:xfrm>
            <a:off x="5329850" y="1919791"/>
            <a:ext cx="3661751" cy="2441167"/>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Shape 1240"/>
        <p:cNvGrpSpPr/>
        <p:nvPr/>
      </p:nvGrpSpPr>
      <p:grpSpPr>
        <a:xfrm>
          <a:off x="0" y="0"/>
          <a:ext cx="0" cy="0"/>
          <a:chOff x="0" y="0"/>
          <a:chExt cx="0" cy="0"/>
        </a:xfrm>
      </p:grpSpPr>
      <p:sp>
        <p:nvSpPr>
          <p:cNvPr id="1241" name="Google Shape;1241;p146"/>
          <p:cNvSpPr txBox="1">
            <a:spLocks noGrp="1"/>
          </p:cNvSpPr>
          <p:nvPr>
            <p:ph type="body" idx="3"/>
          </p:nvPr>
        </p:nvSpPr>
        <p:spPr>
          <a:xfrm>
            <a:off x="312950" y="424225"/>
            <a:ext cx="82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sz="3300">
                <a:latin typeface="Instrument Sans SemiBold"/>
                <a:ea typeface="Instrument Sans SemiBold"/>
                <a:cs typeface="Instrument Sans SemiBold"/>
                <a:sym typeface="Instrument Sans SemiBold"/>
              </a:rPr>
              <a:t>Thriving with Bipolar</a:t>
            </a:r>
            <a:endParaRPr sz="3300">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sz="3300">
                <a:solidFill>
                  <a:srgbClr val="0000FF"/>
                </a:solidFill>
                <a:latin typeface="Instrument Sans SemiBold"/>
                <a:ea typeface="Instrument Sans SemiBold"/>
                <a:cs typeface="Instrument Sans SemiBold"/>
                <a:sym typeface="Instrument Sans SemiBold"/>
              </a:rPr>
              <a:t>Vivir plenamente con el trastorno bipolar</a:t>
            </a:r>
            <a:endParaRPr sz="3300">
              <a:solidFill>
                <a:srgbClr val="0000FF"/>
              </a:solidFill>
              <a:latin typeface="Instrument Sans SemiBold"/>
              <a:ea typeface="Instrument Sans SemiBold"/>
              <a:cs typeface="Instrument Sans SemiBold"/>
              <a:sym typeface="Instrument Sans SemiBold"/>
            </a:endParaRPr>
          </a:p>
        </p:txBody>
      </p:sp>
      <p:sp>
        <p:nvSpPr>
          <p:cNvPr id="1242" name="Google Shape;1242;p146"/>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28</a:t>
            </a:fld>
            <a:endParaRPr/>
          </a:p>
        </p:txBody>
      </p:sp>
      <p:sp>
        <p:nvSpPr>
          <p:cNvPr id="1243" name="Google Shape;1243;p146"/>
          <p:cNvSpPr txBox="1"/>
          <p:nvPr/>
        </p:nvSpPr>
        <p:spPr>
          <a:xfrm>
            <a:off x="2385150" y="4368138"/>
            <a:ext cx="4373700" cy="393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1200"/>
              </a:spcAft>
              <a:buNone/>
            </a:pPr>
            <a:r>
              <a:rPr lang="en" u="sng">
                <a:solidFill>
                  <a:schemeClr val="folHlink"/>
                </a:solidFill>
                <a:hlinkClick r:id="rId3">
                  <a:extLst>
                    <a:ext uri="{A12FA001-AC4F-418D-AE19-62706E023703}">
                      <ahyp:hlinkClr xmlns:ahyp="http://schemas.microsoft.com/office/drawing/2018/hyperlinkcolor" val="tx"/>
                    </a:ext>
                  </a:extLst>
                </a:hlinkClick>
              </a:rPr>
              <a:t>https://www.youtube.com/watch?v=sMY_HnLoEfk</a:t>
            </a:r>
            <a:endParaRPr>
              <a:latin typeface="Instrument Sans"/>
              <a:ea typeface="Instrument Sans"/>
              <a:cs typeface="Instrument Sans"/>
              <a:sym typeface="Instrument Sans"/>
            </a:endParaRPr>
          </a:p>
        </p:txBody>
      </p:sp>
      <p:pic>
        <p:nvPicPr>
          <p:cNvPr id="1244" name="Google Shape;1244;p146" descr="Learn how peers manage their symptoms and thrive with bipolar disorder. &#10;&#10;DBSA met with three individuals who live with bipolar disorder and asked about the unique ways they navigate their lives while living with this mood disorder. In this video, they provide insightful solutions to the challenges that people living with bipolar may face. &#10;&#10;In order to thrive, all aspects of a person must be evaluated including physical health, lifestyle, education, employment status or career goals, relationships, etc. Collaboration between health care providers and patients/clients is key to the future of treatment of mental health conditions if we hope to evolve to a person- or wellness-centered, whole-health approach. &#10;&#10;To learn more about Thriving with bipolar visit https://www.dbsalliance.org/thriving-with-bipolar/&#10;&#10;DBSA would like to thank Allergan for supporting the Thriving with Bipolar Campaign." title="Thriving with bipolar looks different on everyone">
            <a:hlinkClick r:id="rId4"/>
          </p:cNvPr>
          <p:cNvPicPr preferRelativeResize="0"/>
          <p:nvPr/>
        </p:nvPicPr>
        <p:blipFill>
          <a:blip r:embed="rId5">
            <a:alphaModFix/>
          </a:blip>
          <a:stretch>
            <a:fillRect/>
          </a:stretch>
        </p:blipFill>
        <p:spPr>
          <a:xfrm>
            <a:off x="2385175" y="1907963"/>
            <a:ext cx="4373650" cy="24601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44"/>
                                        </p:tgtEl>
                                        <p:attrNameLst>
                                          <p:attrName>style.visibility</p:attrName>
                                        </p:attrNameLst>
                                      </p:cBhvr>
                                      <p:to>
                                        <p:strVal val="visible"/>
                                      </p:to>
                                    </p:set>
                                    <p:animEffect transition="in" filter="fade">
                                      <p:cBhvr>
                                        <p:cTn id="7" dur="1000"/>
                                        <p:tgtEl>
                                          <p:spTgt spid="12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D9EAD3"/>
        </a:solidFill>
        <a:effectLst/>
      </p:bgPr>
    </p:bg>
    <p:spTree>
      <p:nvGrpSpPr>
        <p:cNvPr id="1" name="Shape 1248"/>
        <p:cNvGrpSpPr/>
        <p:nvPr/>
      </p:nvGrpSpPr>
      <p:grpSpPr>
        <a:xfrm>
          <a:off x="0" y="0"/>
          <a:ext cx="0" cy="0"/>
          <a:chOff x="0" y="0"/>
          <a:chExt cx="0" cy="0"/>
        </a:xfrm>
      </p:grpSpPr>
      <p:sp>
        <p:nvSpPr>
          <p:cNvPr id="1249" name="Google Shape;1249;p147"/>
          <p:cNvSpPr txBox="1">
            <a:spLocks noGrp="1"/>
          </p:cNvSpPr>
          <p:nvPr>
            <p:ph type="title"/>
          </p:nvPr>
        </p:nvSpPr>
        <p:spPr>
          <a:xfrm>
            <a:off x="284700" y="474750"/>
            <a:ext cx="4227300" cy="1544400"/>
          </a:xfrm>
          <a:prstGeom prst="rect">
            <a:avLst/>
          </a:prstGeom>
          <a:noFill/>
          <a:ln>
            <a:noFill/>
          </a:ln>
        </p:spPr>
        <p:txBody>
          <a:bodyPr spcFirstLastPara="1" wrap="square" lIns="0" tIns="0" rIns="91425" bIns="0" anchor="b" anchorCtr="0">
            <a:noAutofit/>
          </a:bodyPr>
          <a:lstStyle/>
          <a:p>
            <a:pPr marL="0" lvl="0" indent="0" algn="l" rtl="0">
              <a:lnSpc>
                <a:spcPct val="85000"/>
              </a:lnSpc>
              <a:spcBef>
                <a:spcPts val="0"/>
              </a:spcBef>
              <a:spcAft>
                <a:spcPts val="0"/>
              </a:spcAft>
              <a:buSzPts val="3600"/>
              <a:buNone/>
            </a:pPr>
            <a:r>
              <a:rPr lang="en" sz="3600"/>
              <a:t>Fear</a:t>
            </a:r>
            <a:endParaRPr sz="3600"/>
          </a:p>
        </p:txBody>
      </p:sp>
      <p:sp>
        <p:nvSpPr>
          <p:cNvPr id="1250" name="Google Shape;1250;p147"/>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29</a:t>
            </a:fld>
            <a:endParaRPr/>
          </a:p>
        </p:txBody>
      </p:sp>
      <p:sp>
        <p:nvSpPr>
          <p:cNvPr id="1251" name="Google Shape;1251;p147"/>
          <p:cNvSpPr txBox="1">
            <a:spLocks noGrp="1"/>
          </p:cNvSpPr>
          <p:nvPr>
            <p:ph type="title"/>
          </p:nvPr>
        </p:nvSpPr>
        <p:spPr>
          <a:xfrm>
            <a:off x="284700" y="2292400"/>
            <a:ext cx="4227300" cy="1835100"/>
          </a:xfrm>
          <a:prstGeom prst="rect">
            <a:avLst/>
          </a:prstGeom>
          <a:noFill/>
          <a:ln>
            <a:noFill/>
          </a:ln>
        </p:spPr>
        <p:txBody>
          <a:bodyPr spcFirstLastPara="1" wrap="square" lIns="0" tIns="0" rIns="91425" bIns="0" anchor="b" anchorCtr="0">
            <a:noAutofit/>
          </a:bodyPr>
          <a:lstStyle/>
          <a:p>
            <a:pPr marL="0" lvl="0" indent="0" algn="l" rtl="0">
              <a:lnSpc>
                <a:spcPct val="100000"/>
              </a:lnSpc>
              <a:spcBef>
                <a:spcPts val="1200"/>
              </a:spcBef>
              <a:spcAft>
                <a:spcPts val="1200"/>
              </a:spcAft>
              <a:buSzPts val="3600"/>
              <a:buNone/>
            </a:pPr>
            <a:r>
              <a:rPr lang="en" sz="3600">
                <a:solidFill>
                  <a:srgbClr val="4A86E8"/>
                </a:solidFill>
              </a:rPr>
              <a:t>Miedo</a:t>
            </a:r>
            <a:endParaRPr sz="3600">
              <a:solidFill>
                <a:srgbClr val="4A86E8"/>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D9EAD3"/>
        </a:solidFill>
        <a:effectLst/>
      </p:bgPr>
    </p:bg>
    <p:spTree>
      <p:nvGrpSpPr>
        <p:cNvPr id="1" name="Shape 1255"/>
        <p:cNvGrpSpPr/>
        <p:nvPr/>
      </p:nvGrpSpPr>
      <p:grpSpPr>
        <a:xfrm>
          <a:off x="0" y="0"/>
          <a:ext cx="0" cy="0"/>
          <a:chOff x="0" y="0"/>
          <a:chExt cx="0" cy="0"/>
        </a:xfrm>
      </p:grpSpPr>
      <p:sp>
        <p:nvSpPr>
          <p:cNvPr id="1256" name="Google Shape;1256;p148"/>
          <p:cNvSpPr txBox="1">
            <a:spLocks noGrp="1"/>
          </p:cNvSpPr>
          <p:nvPr>
            <p:ph type="body" idx="3"/>
          </p:nvPr>
        </p:nvSpPr>
        <p:spPr>
          <a:xfrm>
            <a:off x="312950" y="424225"/>
            <a:ext cx="47406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a:latin typeface="Instrument Sans SemiBold"/>
                <a:ea typeface="Instrument Sans SemiBold"/>
                <a:cs typeface="Instrument Sans SemiBold"/>
                <a:sym typeface="Instrument Sans SemiBold"/>
              </a:rPr>
              <a:t>Biology of Fear</a:t>
            </a:r>
            <a:endParaRPr>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a:solidFill>
                  <a:srgbClr val="0000FF"/>
                </a:solidFill>
                <a:latin typeface="Instrument Sans SemiBold"/>
                <a:ea typeface="Instrument Sans SemiBold"/>
                <a:cs typeface="Instrument Sans SemiBold"/>
                <a:sym typeface="Instrument Sans SemiBold"/>
              </a:rPr>
              <a:t>Biología del miedo</a:t>
            </a:r>
            <a:endParaRPr>
              <a:solidFill>
                <a:srgbClr val="0000FF"/>
              </a:solidFill>
              <a:latin typeface="Instrument Sans SemiBold"/>
              <a:ea typeface="Instrument Sans SemiBold"/>
              <a:cs typeface="Instrument Sans SemiBold"/>
              <a:sym typeface="Instrument Sans SemiBold"/>
            </a:endParaRPr>
          </a:p>
        </p:txBody>
      </p:sp>
      <p:sp>
        <p:nvSpPr>
          <p:cNvPr id="1257" name="Google Shape;1257;p148"/>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30</a:t>
            </a:fld>
            <a:endParaRPr/>
          </a:p>
        </p:txBody>
      </p:sp>
      <p:sp>
        <p:nvSpPr>
          <p:cNvPr id="1258" name="Google Shape;1258;p148"/>
          <p:cNvSpPr txBox="1"/>
          <p:nvPr/>
        </p:nvSpPr>
        <p:spPr>
          <a:xfrm>
            <a:off x="312950" y="1557350"/>
            <a:ext cx="4864500" cy="3586200"/>
          </a:xfrm>
          <a:prstGeom prst="rect">
            <a:avLst/>
          </a:prstGeom>
          <a:noFill/>
          <a:ln>
            <a:noFill/>
          </a:ln>
        </p:spPr>
        <p:txBody>
          <a:bodyPr spcFirstLastPara="1" wrap="square" lIns="91425" tIns="91425" rIns="91425" bIns="91425" anchor="t" anchorCtr="0">
            <a:noAutofit/>
          </a:bodyPr>
          <a:lstStyle/>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Fear helps us detect and respond to potential threats. It can prepare the body to fight, flee, freeze, or seek safety.</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The amygdala plays a major role in detecting and responding to threats.</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Fear isn't always conscious or rational. The brain can respond to perceived threats and the body can produce a fear response.</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El miedo nos ayuda a detectar y responder ante posibles amenazas. Puede preparar al cuerpo para luchar, huir, quedarse paralizado o buscar seguridad. </a:t>
            </a:r>
            <a:endParaRPr sz="1300">
              <a:solidFill>
                <a:srgbClr val="0000FF"/>
              </a:solidFill>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La amígdala desempeña un papel importante en la detección y respuesta ante las amenazas. </a:t>
            </a:r>
            <a:endParaRPr sz="1300">
              <a:solidFill>
                <a:srgbClr val="0000FF"/>
              </a:solidFill>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El miedo no siempre es consciente ni racional. El cerebro puede responder a amenazas percibidas y el cuerpo puede producir una respuesta de miedo.</a:t>
            </a:r>
            <a:endParaRPr sz="1300">
              <a:solidFill>
                <a:srgbClr val="0000FF"/>
              </a:solidFill>
              <a:latin typeface="Instrument Sans"/>
              <a:ea typeface="Instrument Sans"/>
              <a:cs typeface="Instrument Sans"/>
              <a:sym typeface="Instrument Sans"/>
            </a:endParaRPr>
          </a:p>
        </p:txBody>
      </p:sp>
      <p:pic>
        <p:nvPicPr>
          <p:cNvPr id="1259" name="Google Shape;1259;p148" title="Screenshot 2026-08-24 at 5.59.17 PM.png"/>
          <p:cNvPicPr preferRelativeResize="0"/>
          <p:nvPr/>
        </p:nvPicPr>
        <p:blipFill>
          <a:blip r:embed="rId3">
            <a:alphaModFix/>
          </a:blip>
          <a:stretch>
            <a:fillRect/>
          </a:stretch>
        </p:blipFill>
        <p:spPr>
          <a:xfrm>
            <a:off x="5265650" y="737688"/>
            <a:ext cx="3661751" cy="3785616"/>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D9EAD3"/>
        </a:solidFill>
        <a:effectLst/>
      </p:bgPr>
    </p:bg>
    <p:spTree>
      <p:nvGrpSpPr>
        <p:cNvPr id="1" name="Shape 1263"/>
        <p:cNvGrpSpPr/>
        <p:nvPr/>
      </p:nvGrpSpPr>
      <p:grpSpPr>
        <a:xfrm>
          <a:off x="0" y="0"/>
          <a:ext cx="0" cy="0"/>
          <a:chOff x="0" y="0"/>
          <a:chExt cx="0" cy="0"/>
        </a:xfrm>
      </p:grpSpPr>
      <p:sp>
        <p:nvSpPr>
          <p:cNvPr id="1264" name="Google Shape;1264;p149"/>
          <p:cNvSpPr txBox="1">
            <a:spLocks noGrp="1"/>
          </p:cNvSpPr>
          <p:nvPr>
            <p:ph type="body" idx="3"/>
          </p:nvPr>
        </p:nvSpPr>
        <p:spPr>
          <a:xfrm>
            <a:off x="312950" y="424225"/>
            <a:ext cx="47406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a:latin typeface="Instrument Sans SemiBold"/>
                <a:ea typeface="Instrument Sans SemiBold"/>
                <a:cs typeface="Instrument Sans SemiBold"/>
                <a:sym typeface="Instrument Sans SemiBold"/>
              </a:rPr>
              <a:t>Fear Disorders</a:t>
            </a:r>
            <a:endParaRPr>
              <a:highlight>
                <a:schemeClr val="accent1"/>
              </a:highlight>
              <a:latin typeface="Arial"/>
              <a:ea typeface="Arial"/>
              <a:cs typeface="Arial"/>
              <a:sym typeface="Arial"/>
            </a:endParaRPr>
          </a:p>
        </p:txBody>
      </p:sp>
      <p:sp>
        <p:nvSpPr>
          <p:cNvPr id="1265" name="Google Shape;1265;p149"/>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31</a:t>
            </a:fld>
            <a:endParaRPr/>
          </a:p>
        </p:txBody>
      </p:sp>
      <p:sp>
        <p:nvSpPr>
          <p:cNvPr id="1266" name="Google Shape;1266;p149"/>
          <p:cNvSpPr txBox="1"/>
          <p:nvPr/>
        </p:nvSpPr>
        <p:spPr>
          <a:xfrm>
            <a:off x="312950" y="1557350"/>
            <a:ext cx="5951100" cy="3586200"/>
          </a:xfrm>
          <a:prstGeom prst="rect">
            <a:avLst/>
          </a:prstGeom>
          <a:noFill/>
          <a:ln>
            <a:noFill/>
          </a:ln>
        </p:spPr>
        <p:txBody>
          <a:bodyPr spcFirstLastPara="1" wrap="square" lIns="91425" tIns="91425" rIns="91425" bIns="91425" anchor="t" anchorCtr="0">
            <a:noAutofit/>
          </a:bodyPr>
          <a:lstStyle/>
          <a:p>
            <a:pPr marL="457200" marR="38100" lvl="0" indent="-292100" algn="l" rtl="0">
              <a:lnSpc>
                <a:spcPct val="100000"/>
              </a:lnSpc>
              <a:spcBef>
                <a:spcPts val="0"/>
              </a:spcBef>
              <a:spcAft>
                <a:spcPts val="0"/>
              </a:spcAft>
              <a:buSzPts val="1000"/>
              <a:buFont typeface="Instrument Sans"/>
              <a:buChar char="●"/>
            </a:pPr>
            <a:r>
              <a:rPr lang="en" sz="1000">
                <a:latin typeface="Instrument Sans"/>
                <a:ea typeface="Instrument Sans"/>
                <a:cs typeface="Instrument Sans"/>
                <a:sym typeface="Instrument Sans"/>
              </a:rPr>
              <a:t>General Anxiety Disorder:</a:t>
            </a:r>
            <a:endParaRPr sz="1000">
              <a:latin typeface="Instrument Sans"/>
              <a:ea typeface="Instrument Sans"/>
              <a:cs typeface="Instrument Sans"/>
              <a:sym typeface="Instrument Sans"/>
            </a:endParaRPr>
          </a:p>
          <a:p>
            <a:pPr marL="914400" marR="38100" lvl="1" indent="-292100" algn="l" rtl="0">
              <a:lnSpc>
                <a:spcPct val="100000"/>
              </a:lnSpc>
              <a:spcBef>
                <a:spcPts val="0"/>
              </a:spcBef>
              <a:spcAft>
                <a:spcPts val="0"/>
              </a:spcAft>
              <a:buSzPts val="1000"/>
              <a:buFont typeface="Instrument Sans"/>
              <a:buChar char="○"/>
            </a:pPr>
            <a:r>
              <a:rPr lang="en" sz="1000">
                <a:latin typeface="Instrument Sans"/>
                <a:ea typeface="Instrument Sans"/>
                <a:cs typeface="Instrument Sans"/>
                <a:sym typeface="Instrument Sans"/>
              </a:rPr>
              <a:t>The brain’s threat detection system stays on leading to excessive fear about multiple areas of life, often even when there is no immediate danger.</a:t>
            </a:r>
            <a:endParaRPr sz="1000">
              <a:latin typeface="Instrument Sans"/>
              <a:ea typeface="Instrument Sans"/>
              <a:cs typeface="Instrument Sans"/>
              <a:sym typeface="Instrument Sans"/>
            </a:endParaRPr>
          </a:p>
          <a:p>
            <a:pPr marL="457200" marR="38100" lvl="0" indent="-292100" algn="l" rtl="0">
              <a:lnSpc>
                <a:spcPct val="100000"/>
              </a:lnSpc>
              <a:spcBef>
                <a:spcPts val="0"/>
              </a:spcBef>
              <a:spcAft>
                <a:spcPts val="0"/>
              </a:spcAft>
              <a:buSzPts val="1000"/>
              <a:buFont typeface="Instrument Sans"/>
              <a:buChar char="●"/>
            </a:pPr>
            <a:r>
              <a:rPr lang="en" sz="1000">
                <a:latin typeface="Instrument Sans"/>
                <a:ea typeface="Instrument Sans"/>
                <a:cs typeface="Instrument Sans"/>
                <a:sym typeface="Instrument Sans"/>
              </a:rPr>
              <a:t>Phobia</a:t>
            </a:r>
            <a:endParaRPr sz="1000">
              <a:latin typeface="Instrument Sans"/>
              <a:ea typeface="Instrument Sans"/>
              <a:cs typeface="Instrument Sans"/>
              <a:sym typeface="Instrument Sans"/>
            </a:endParaRPr>
          </a:p>
          <a:p>
            <a:pPr marL="914400" marR="38100" lvl="1" indent="-292100" algn="l" rtl="0">
              <a:lnSpc>
                <a:spcPct val="100000"/>
              </a:lnSpc>
              <a:spcBef>
                <a:spcPts val="0"/>
              </a:spcBef>
              <a:spcAft>
                <a:spcPts val="0"/>
              </a:spcAft>
              <a:buSzPts val="1000"/>
              <a:buFont typeface="Instrument Sans"/>
              <a:buChar char="○"/>
            </a:pPr>
            <a:r>
              <a:rPr lang="en" sz="1000">
                <a:latin typeface="Instrument Sans"/>
                <a:ea typeface="Instrument Sans"/>
                <a:cs typeface="Instrument Sans"/>
                <a:sym typeface="Instrument Sans"/>
              </a:rPr>
              <a:t>An intense, disproportionate fear of a specific object or situation, such as heights, animals, flying, or needles. This can happen even when the person knows it is not harmful.</a:t>
            </a:r>
            <a:endParaRPr sz="1000">
              <a:latin typeface="Instrument Sans"/>
              <a:ea typeface="Instrument Sans"/>
              <a:cs typeface="Instrument Sans"/>
              <a:sym typeface="Instrument Sans"/>
            </a:endParaRPr>
          </a:p>
          <a:p>
            <a:pPr marL="457200" marR="38100" lvl="0" indent="-292100" algn="l" rtl="0">
              <a:lnSpc>
                <a:spcPct val="100000"/>
              </a:lnSpc>
              <a:spcBef>
                <a:spcPts val="0"/>
              </a:spcBef>
              <a:spcAft>
                <a:spcPts val="0"/>
              </a:spcAft>
              <a:buSzPts val="1000"/>
              <a:buFont typeface="Instrument Sans"/>
              <a:buChar char="●"/>
            </a:pPr>
            <a:r>
              <a:rPr lang="en" sz="1000">
                <a:latin typeface="Instrument Sans"/>
                <a:ea typeface="Instrument Sans"/>
                <a:cs typeface="Instrument Sans"/>
                <a:sym typeface="Instrument Sans"/>
              </a:rPr>
              <a:t>Panic Disorder</a:t>
            </a:r>
            <a:endParaRPr sz="1000">
              <a:latin typeface="Instrument Sans"/>
              <a:ea typeface="Instrument Sans"/>
              <a:cs typeface="Instrument Sans"/>
              <a:sym typeface="Instrument Sans"/>
            </a:endParaRPr>
          </a:p>
          <a:p>
            <a:pPr marL="914400" marR="38100" lvl="1" indent="-292100" algn="l" rtl="0">
              <a:lnSpc>
                <a:spcPct val="100000"/>
              </a:lnSpc>
              <a:spcBef>
                <a:spcPts val="0"/>
              </a:spcBef>
              <a:spcAft>
                <a:spcPts val="0"/>
              </a:spcAft>
              <a:buSzPts val="1000"/>
              <a:buFont typeface="Instrument Sans"/>
              <a:buChar char="○"/>
            </a:pPr>
            <a:r>
              <a:rPr lang="en" sz="1000">
                <a:latin typeface="Instrument Sans"/>
                <a:ea typeface="Instrument Sans"/>
                <a:cs typeface="Instrument Sans"/>
                <a:sym typeface="Instrument Sans"/>
              </a:rPr>
              <a:t>Sudden episodes of intense fear or discomfort accompanied by physical symptoms such as a racing heart, shortness of breath, dizziness, or sweating.</a:t>
            </a:r>
            <a:endParaRPr sz="1000">
              <a:latin typeface="Instrument Sans"/>
              <a:ea typeface="Instrument Sans"/>
              <a:cs typeface="Instrument Sans"/>
              <a:sym typeface="Instrument Sans"/>
            </a:endParaRPr>
          </a:p>
          <a:p>
            <a:pPr marL="457200" marR="38100" lvl="0" indent="-292100" algn="l" rtl="0">
              <a:lnSpc>
                <a:spcPct val="100000"/>
              </a:lnSpc>
              <a:spcBef>
                <a:spcPts val="0"/>
              </a:spcBef>
              <a:spcAft>
                <a:spcPts val="0"/>
              </a:spcAft>
              <a:buClr>
                <a:srgbClr val="0000FF"/>
              </a:buClr>
              <a:buSzPts val="1000"/>
              <a:buFont typeface="Instrument Sans"/>
              <a:buChar char="●"/>
            </a:pPr>
            <a:r>
              <a:rPr lang="en" sz="1000">
                <a:solidFill>
                  <a:srgbClr val="0000FF"/>
                </a:solidFill>
                <a:latin typeface="Instrument Sans"/>
                <a:ea typeface="Instrument Sans"/>
                <a:cs typeface="Instrument Sans"/>
                <a:sym typeface="Instrument Sans"/>
              </a:rPr>
              <a:t>Trastorno de ansiedad generalizada: </a:t>
            </a:r>
            <a:endParaRPr sz="1000">
              <a:solidFill>
                <a:srgbClr val="0000FF"/>
              </a:solidFill>
              <a:latin typeface="Instrument Sans"/>
              <a:ea typeface="Instrument Sans"/>
              <a:cs typeface="Instrument Sans"/>
              <a:sym typeface="Instrument Sans"/>
            </a:endParaRPr>
          </a:p>
          <a:p>
            <a:pPr marL="914400" marR="38100" lvl="1" indent="-292100" algn="l" rtl="0">
              <a:lnSpc>
                <a:spcPct val="100000"/>
              </a:lnSpc>
              <a:spcBef>
                <a:spcPts val="0"/>
              </a:spcBef>
              <a:spcAft>
                <a:spcPts val="0"/>
              </a:spcAft>
              <a:buClr>
                <a:srgbClr val="0000FF"/>
              </a:buClr>
              <a:buSzPts val="1000"/>
              <a:buFont typeface="Instrument Sans"/>
              <a:buChar char="○"/>
            </a:pPr>
            <a:r>
              <a:rPr lang="en" sz="1000">
                <a:solidFill>
                  <a:srgbClr val="0000FF"/>
                </a:solidFill>
                <a:latin typeface="Instrument Sans"/>
                <a:ea typeface="Instrument Sans"/>
                <a:cs typeface="Instrument Sans"/>
                <a:sym typeface="Instrument Sans"/>
              </a:rPr>
              <a:t>El sistema de detección de amenazas del cerebro permanece activado, lo que provoca un miedo excesivo relacionado con múltiples áreas de la vida, incluso cuando no existe un peligro inmediato. </a:t>
            </a:r>
            <a:endParaRPr sz="1000">
              <a:solidFill>
                <a:srgbClr val="0000FF"/>
              </a:solidFill>
              <a:latin typeface="Instrument Sans"/>
              <a:ea typeface="Instrument Sans"/>
              <a:cs typeface="Instrument Sans"/>
              <a:sym typeface="Instrument Sans"/>
            </a:endParaRPr>
          </a:p>
          <a:p>
            <a:pPr marL="457200" marR="38100" lvl="0" indent="-292100" algn="l" rtl="0">
              <a:lnSpc>
                <a:spcPct val="100000"/>
              </a:lnSpc>
              <a:spcBef>
                <a:spcPts val="0"/>
              </a:spcBef>
              <a:spcAft>
                <a:spcPts val="0"/>
              </a:spcAft>
              <a:buClr>
                <a:srgbClr val="0000FF"/>
              </a:buClr>
              <a:buSzPts val="1000"/>
              <a:buFont typeface="Instrument Sans"/>
              <a:buChar char="●"/>
            </a:pPr>
            <a:r>
              <a:rPr lang="en" sz="1000">
                <a:solidFill>
                  <a:srgbClr val="0000FF"/>
                </a:solidFill>
                <a:latin typeface="Instrument Sans"/>
                <a:ea typeface="Instrument Sans"/>
                <a:cs typeface="Instrument Sans"/>
                <a:sym typeface="Instrument Sans"/>
              </a:rPr>
              <a:t>Fobia: </a:t>
            </a:r>
            <a:endParaRPr sz="1000">
              <a:solidFill>
                <a:srgbClr val="0000FF"/>
              </a:solidFill>
              <a:latin typeface="Instrument Sans"/>
              <a:ea typeface="Instrument Sans"/>
              <a:cs typeface="Instrument Sans"/>
              <a:sym typeface="Instrument Sans"/>
            </a:endParaRPr>
          </a:p>
          <a:p>
            <a:pPr marL="914400" marR="38100" lvl="1" indent="-292100" algn="l" rtl="0">
              <a:lnSpc>
                <a:spcPct val="100000"/>
              </a:lnSpc>
              <a:spcBef>
                <a:spcPts val="0"/>
              </a:spcBef>
              <a:spcAft>
                <a:spcPts val="0"/>
              </a:spcAft>
              <a:buClr>
                <a:srgbClr val="0000FF"/>
              </a:buClr>
              <a:buSzPts val="1000"/>
              <a:buFont typeface="Instrument Sans"/>
              <a:buChar char="○"/>
            </a:pPr>
            <a:r>
              <a:rPr lang="en" sz="1000">
                <a:solidFill>
                  <a:srgbClr val="0000FF"/>
                </a:solidFill>
                <a:latin typeface="Instrument Sans"/>
                <a:ea typeface="Instrument Sans"/>
                <a:cs typeface="Instrument Sans"/>
                <a:sym typeface="Instrument Sans"/>
              </a:rPr>
              <a:t>Un miedo intenso y desproporcionado hacia un objeto o situación específica, como las alturas, los animales, volar o las agujas. Esto puede ocurrir incluso cuando la persona sabe que no es peligroso. </a:t>
            </a:r>
            <a:endParaRPr sz="1000">
              <a:solidFill>
                <a:srgbClr val="0000FF"/>
              </a:solidFill>
              <a:latin typeface="Instrument Sans"/>
              <a:ea typeface="Instrument Sans"/>
              <a:cs typeface="Instrument Sans"/>
              <a:sym typeface="Instrument Sans"/>
            </a:endParaRPr>
          </a:p>
          <a:p>
            <a:pPr marL="457200" marR="38100" lvl="0" indent="-292100" algn="l" rtl="0">
              <a:lnSpc>
                <a:spcPct val="100000"/>
              </a:lnSpc>
              <a:spcBef>
                <a:spcPts val="0"/>
              </a:spcBef>
              <a:spcAft>
                <a:spcPts val="0"/>
              </a:spcAft>
              <a:buClr>
                <a:srgbClr val="0000FF"/>
              </a:buClr>
              <a:buSzPts val="1000"/>
              <a:buFont typeface="Instrument Sans"/>
              <a:buChar char="●"/>
            </a:pPr>
            <a:r>
              <a:rPr lang="en" sz="1000">
                <a:solidFill>
                  <a:srgbClr val="0000FF"/>
                </a:solidFill>
                <a:latin typeface="Instrument Sans"/>
                <a:ea typeface="Instrument Sans"/>
                <a:cs typeface="Instrument Sans"/>
                <a:sym typeface="Instrument Sans"/>
              </a:rPr>
              <a:t>Trastorno de pánico: </a:t>
            </a:r>
            <a:endParaRPr sz="1000">
              <a:solidFill>
                <a:srgbClr val="0000FF"/>
              </a:solidFill>
              <a:latin typeface="Instrument Sans"/>
              <a:ea typeface="Instrument Sans"/>
              <a:cs typeface="Instrument Sans"/>
              <a:sym typeface="Instrument Sans"/>
            </a:endParaRPr>
          </a:p>
          <a:p>
            <a:pPr marL="914400" marR="38100" lvl="1" indent="-292100" algn="l" rtl="0">
              <a:lnSpc>
                <a:spcPct val="100000"/>
              </a:lnSpc>
              <a:spcBef>
                <a:spcPts val="0"/>
              </a:spcBef>
              <a:spcAft>
                <a:spcPts val="0"/>
              </a:spcAft>
              <a:buClr>
                <a:srgbClr val="0000FF"/>
              </a:buClr>
              <a:buSzPts val="1000"/>
              <a:buFont typeface="Instrument Sans"/>
              <a:buChar char="○"/>
            </a:pPr>
            <a:r>
              <a:rPr lang="en" sz="1000">
                <a:solidFill>
                  <a:srgbClr val="0000FF"/>
                </a:solidFill>
                <a:latin typeface="Instrument Sans"/>
                <a:ea typeface="Instrument Sans"/>
                <a:cs typeface="Instrument Sans"/>
                <a:sym typeface="Instrument Sans"/>
              </a:rPr>
              <a:t>Episodios repentinos de miedo o malestar intenso acompañados de síntomas físicos como aceleración del ritmo cardíaco, dificultad para respirar, mareos o sudoración.</a:t>
            </a:r>
            <a:endParaRPr sz="1000">
              <a:solidFill>
                <a:srgbClr val="0000FF"/>
              </a:solidFill>
              <a:latin typeface="Instrument Sans"/>
              <a:ea typeface="Instrument Sans"/>
              <a:cs typeface="Instrument Sans"/>
              <a:sym typeface="Instrument Sans"/>
            </a:endParaRPr>
          </a:p>
        </p:txBody>
      </p:sp>
      <p:pic>
        <p:nvPicPr>
          <p:cNvPr id="1267" name="Google Shape;1267;p149" title="23940-generalized-anxiety-disorder.jpg"/>
          <p:cNvPicPr preferRelativeResize="0"/>
          <p:nvPr/>
        </p:nvPicPr>
        <p:blipFill>
          <a:blip r:embed="rId3">
            <a:alphaModFix/>
          </a:blip>
          <a:stretch>
            <a:fillRect/>
          </a:stretch>
        </p:blipFill>
        <p:spPr>
          <a:xfrm>
            <a:off x="6732488" y="1"/>
            <a:ext cx="1742946" cy="3551248"/>
          </a:xfrm>
          <a:prstGeom prst="rect">
            <a:avLst/>
          </a:prstGeom>
          <a:noFill/>
          <a:ln>
            <a:noFill/>
          </a:ln>
        </p:spPr>
      </p:pic>
      <p:pic>
        <p:nvPicPr>
          <p:cNvPr id="1268" name="Google Shape;1268;p149" title="most-common-phobias-4136563_final2-5b32adb946e0fb003726204e.png"/>
          <p:cNvPicPr preferRelativeResize="0"/>
          <p:nvPr/>
        </p:nvPicPr>
        <p:blipFill>
          <a:blip r:embed="rId4">
            <a:alphaModFix/>
          </a:blip>
          <a:stretch>
            <a:fillRect/>
          </a:stretch>
        </p:blipFill>
        <p:spPr>
          <a:xfrm>
            <a:off x="6467475" y="3628161"/>
            <a:ext cx="2272976" cy="1515328"/>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D9EAD3"/>
        </a:solidFill>
        <a:effectLst/>
      </p:bgPr>
    </p:bg>
    <p:spTree>
      <p:nvGrpSpPr>
        <p:cNvPr id="1" name="Shape 1272"/>
        <p:cNvGrpSpPr/>
        <p:nvPr/>
      </p:nvGrpSpPr>
      <p:grpSpPr>
        <a:xfrm>
          <a:off x="0" y="0"/>
          <a:ext cx="0" cy="0"/>
          <a:chOff x="0" y="0"/>
          <a:chExt cx="0" cy="0"/>
        </a:xfrm>
      </p:grpSpPr>
      <p:sp>
        <p:nvSpPr>
          <p:cNvPr id="1273" name="Google Shape;1273;p150"/>
          <p:cNvSpPr txBox="1">
            <a:spLocks noGrp="1"/>
          </p:cNvSpPr>
          <p:nvPr>
            <p:ph type="body" idx="3"/>
          </p:nvPr>
        </p:nvSpPr>
        <p:spPr>
          <a:xfrm>
            <a:off x="312950" y="424225"/>
            <a:ext cx="82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a:latin typeface="Instrument Sans SemiBold"/>
                <a:ea typeface="Instrument Sans SemiBold"/>
                <a:cs typeface="Instrument Sans SemiBold"/>
                <a:sym typeface="Instrument Sans SemiBold"/>
              </a:rPr>
              <a:t>Treatment and Coping Strategies</a:t>
            </a:r>
            <a:endParaRPr>
              <a:latin typeface="Instrument Sans SemiBold"/>
              <a:ea typeface="Instrument Sans SemiBold"/>
              <a:cs typeface="Instrument Sans SemiBold"/>
              <a:sym typeface="Instrument Sans SemiBold"/>
            </a:endParaRPr>
          </a:p>
          <a:p>
            <a:pPr marL="0" lvl="0" indent="0" algn="l" rtl="0">
              <a:spcBef>
                <a:spcPts val="0"/>
              </a:spcBef>
              <a:spcAft>
                <a:spcPts val="0"/>
              </a:spcAft>
              <a:buSzPts val="1000"/>
              <a:buNone/>
            </a:pPr>
            <a:r>
              <a:rPr lang="en" sz="3200">
                <a:solidFill>
                  <a:srgbClr val="0000FF"/>
                </a:solidFill>
                <a:latin typeface="Instrument Sans SemiBold"/>
                <a:ea typeface="Instrument Sans SemiBold"/>
                <a:cs typeface="Instrument Sans SemiBold"/>
                <a:sym typeface="Instrument Sans SemiBold"/>
              </a:rPr>
              <a:t>Estrategias de tratamiento y afrontamiento</a:t>
            </a:r>
            <a:endParaRPr>
              <a:latin typeface="Instrument Sans SemiBold"/>
              <a:ea typeface="Instrument Sans SemiBold"/>
              <a:cs typeface="Instrument Sans SemiBold"/>
              <a:sym typeface="Instrument Sans SemiBold"/>
            </a:endParaRPr>
          </a:p>
        </p:txBody>
      </p:sp>
      <p:sp>
        <p:nvSpPr>
          <p:cNvPr id="1274" name="Google Shape;1274;p150"/>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32</a:t>
            </a:fld>
            <a:endParaRPr/>
          </a:p>
        </p:txBody>
      </p:sp>
      <p:sp>
        <p:nvSpPr>
          <p:cNvPr id="1275" name="Google Shape;1275;p150"/>
          <p:cNvSpPr txBox="1"/>
          <p:nvPr/>
        </p:nvSpPr>
        <p:spPr>
          <a:xfrm>
            <a:off x="312950" y="1557350"/>
            <a:ext cx="4259100" cy="3394500"/>
          </a:xfrm>
          <a:prstGeom prst="rect">
            <a:avLst/>
          </a:prstGeom>
          <a:noFill/>
          <a:ln>
            <a:noFill/>
          </a:ln>
        </p:spPr>
        <p:txBody>
          <a:bodyPr spcFirstLastPara="1" wrap="square" lIns="91425" tIns="91425" rIns="91425" bIns="91425" anchor="t" anchorCtr="0">
            <a:noAutofit/>
          </a:bodyPr>
          <a:lstStyle/>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Therapy:</a:t>
            </a:r>
            <a:endParaRPr sz="1300">
              <a:latin typeface="Instrument Sans"/>
              <a:ea typeface="Instrument Sans"/>
              <a:cs typeface="Instrument Sans"/>
              <a:sym typeface="Instrument Sans"/>
            </a:endParaRPr>
          </a:p>
          <a:p>
            <a:pPr marL="914400" marR="38100" lvl="1"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Can help people identify anxious thoughts, challenge fears, and develop healthier responses.</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Medication:</a:t>
            </a:r>
            <a:endParaRPr sz="1300">
              <a:latin typeface="Instrument Sans"/>
              <a:ea typeface="Instrument Sans"/>
              <a:cs typeface="Instrument Sans"/>
              <a:sym typeface="Instrument Sans"/>
            </a:endParaRPr>
          </a:p>
          <a:p>
            <a:pPr marL="914400" marR="38100" lvl="1"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Certain medications can help dampen anxiety responses. </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Breathing and relaxation: </a:t>
            </a:r>
            <a:endParaRPr sz="1300">
              <a:latin typeface="Instrument Sans"/>
              <a:ea typeface="Instrument Sans"/>
              <a:cs typeface="Instrument Sans"/>
              <a:sym typeface="Instrument Sans"/>
            </a:endParaRPr>
          </a:p>
          <a:p>
            <a:pPr marL="914400" marR="38100" lvl="1"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Slow, controlled breathing, progressive muscle relaxation, mindfulness, and grounding techniques can help reduce the body's physical fear response.</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Sleep, Exercise, and Nutrition.</a:t>
            </a:r>
            <a:endParaRPr sz="1300">
              <a:latin typeface="Instrument Sans"/>
              <a:ea typeface="Instrument Sans"/>
              <a:cs typeface="Instrument Sans"/>
              <a:sym typeface="Instrument Sans"/>
            </a:endParaRPr>
          </a:p>
        </p:txBody>
      </p:sp>
      <p:sp>
        <p:nvSpPr>
          <p:cNvPr id="1276" name="Google Shape;1276;p150"/>
          <p:cNvSpPr txBox="1"/>
          <p:nvPr/>
        </p:nvSpPr>
        <p:spPr>
          <a:xfrm>
            <a:off x="4572050" y="1557350"/>
            <a:ext cx="4259100" cy="3394500"/>
          </a:xfrm>
          <a:prstGeom prst="rect">
            <a:avLst/>
          </a:prstGeom>
          <a:noFill/>
          <a:ln>
            <a:noFill/>
          </a:ln>
        </p:spPr>
        <p:txBody>
          <a:bodyPr spcFirstLastPara="1" wrap="square" lIns="91425" tIns="91425" rIns="91425" bIns="91425" anchor="t" anchorCtr="0">
            <a:noAutofit/>
          </a:bodyPr>
          <a:lstStyle/>
          <a:p>
            <a:pPr marL="457200" marR="38100" lvl="0" indent="-311150" algn="l" rtl="0">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Terapia: </a:t>
            </a:r>
            <a:endParaRPr sz="1300">
              <a:solidFill>
                <a:srgbClr val="0000FF"/>
              </a:solidFill>
              <a:latin typeface="Instrument Sans"/>
              <a:ea typeface="Instrument Sans"/>
              <a:cs typeface="Instrument Sans"/>
              <a:sym typeface="Instrument Sans"/>
            </a:endParaRPr>
          </a:p>
          <a:p>
            <a:pPr marL="914400" marR="38100" lvl="1" indent="-311150" algn="l" rtl="0">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Puede ayudar a las personas a identificar pensamientos ansiosos, enfrentar sus miedos y desarrollar respuestas más saludables. </a:t>
            </a:r>
            <a:endParaRPr sz="1300">
              <a:solidFill>
                <a:srgbClr val="0000FF"/>
              </a:solidFill>
              <a:latin typeface="Instrument Sans"/>
              <a:ea typeface="Instrument Sans"/>
              <a:cs typeface="Instrument Sans"/>
              <a:sym typeface="Instrument Sans"/>
            </a:endParaRPr>
          </a:p>
          <a:p>
            <a:pPr marL="457200" marR="38100" lvl="0" indent="-311150" algn="l" rtl="0">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Medicamentos: </a:t>
            </a:r>
            <a:endParaRPr sz="1300">
              <a:solidFill>
                <a:srgbClr val="0000FF"/>
              </a:solidFill>
              <a:latin typeface="Instrument Sans"/>
              <a:ea typeface="Instrument Sans"/>
              <a:cs typeface="Instrument Sans"/>
              <a:sym typeface="Instrument Sans"/>
            </a:endParaRPr>
          </a:p>
          <a:p>
            <a:pPr marL="914400" marR="38100" lvl="1" indent="-311150" algn="l" rtl="0">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Ciertos medicamentos pueden ayudar a disminuir las respuestas de ansiedad. </a:t>
            </a:r>
            <a:endParaRPr sz="1300">
              <a:solidFill>
                <a:srgbClr val="0000FF"/>
              </a:solidFill>
              <a:latin typeface="Instrument Sans"/>
              <a:ea typeface="Instrument Sans"/>
              <a:cs typeface="Instrument Sans"/>
              <a:sym typeface="Instrument Sans"/>
            </a:endParaRPr>
          </a:p>
          <a:p>
            <a:pPr marL="457200" marR="38100" lvl="0" indent="-311150" algn="l" rtl="0">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Respiración y relajación: </a:t>
            </a:r>
            <a:endParaRPr sz="1300">
              <a:solidFill>
                <a:srgbClr val="0000FF"/>
              </a:solidFill>
              <a:latin typeface="Instrument Sans"/>
              <a:ea typeface="Instrument Sans"/>
              <a:cs typeface="Instrument Sans"/>
              <a:sym typeface="Instrument Sans"/>
            </a:endParaRPr>
          </a:p>
          <a:p>
            <a:pPr marL="914400" marR="38100" lvl="1" indent="-311150" algn="l" rtl="0">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La respiración lenta y controlada, la relajación muscular progresiva, la atención plena y las técnicas de conexión con el presente pueden ayudar a reducir la respuesta física del cuerpo ante el miedo. </a:t>
            </a:r>
            <a:endParaRPr sz="1300">
              <a:solidFill>
                <a:srgbClr val="0000FF"/>
              </a:solidFill>
              <a:latin typeface="Instrument Sans"/>
              <a:ea typeface="Instrument Sans"/>
              <a:cs typeface="Instrument Sans"/>
              <a:sym typeface="Instrument Sans"/>
            </a:endParaRPr>
          </a:p>
          <a:p>
            <a:pPr marL="457200" marR="38100" lvl="0" indent="-311150" algn="l" rtl="0">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Sueño, ejercicio y nutrición.</a:t>
            </a:r>
            <a:endParaRPr sz="1300">
              <a:solidFill>
                <a:srgbClr val="0000FF"/>
              </a:solidFill>
              <a:latin typeface="Instrument Sans"/>
              <a:ea typeface="Instrument Sans"/>
              <a:cs typeface="Instrument Sans"/>
              <a:sym typeface="Instrument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3F3F3"/>
        </a:solidFill>
        <a:effectLst/>
      </p:bgPr>
    </p:bg>
    <p:spTree>
      <p:nvGrpSpPr>
        <p:cNvPr id="1" name="Shape 1280"/>
        <p:cNvGrpSpPr/>
        <p:nvPr/>
      </p:nvGrpSpPr>
      <p:grpSpPr>
        <a:xfrm>
          <a:off x="0" y="0"/>
          <a:ext cx="0" cy="0"/>
          <a:chOff x="0" y="0"/>
          <a:chExt cx="0" cy="0"/>
        </a:xfrm>
      </p:grpSpPr>
      <p:sp>
        <p:nvSpPr>
          <p:cNvPr id="1281" name="Google Shape;1281;p151"/>
          <p:cNvSpPr txBox="1">
            <a:spLocks noGrp="1"/>
          </p:cNvSpPr>
          <p:nvPr>
            <p:ph type="title"/>
          </p:nvPr>
        </p:nvSpPr>
        <p:spPr>
          <a:xfrm>
            <a:off x="284700" y="474750"/>
            <a:ext cx="4227300" cy="1544400"/>
          </a:xfrm>
          <a:prstGeom prst="rect">
            <a:avLst/>
          </a:prstGeom>
          <a:noFill/>
          <a:ln>
            <a:noFill/>
          </a:ln>
        </p:spPr>
        <p:txBody>
          <a:bodyPr spcFirstLastPara="1" wrap="square" lIns="0" tIns="0" rIns="91425" bIns="0" anchor="b" anchorCtr="0">
            <a:noAutofit/>
          </a:bodyPr>
          <a:lstStyle/>
          <a:p>
            <a:pPr marL="0" lvl="0" indent="0" algn="l" rtl="0">
              <a:lnSpc>
                <a:spcPct val="85000"/>
              </a:lnSpc>
              <a:spcBef>
                <a:spcPts val="0"/>
              </a:spcBef>
              <a:spcAft>
                <a:spcPts val="0"/>
              </a:spcAft>
              <a:buSzPts val="3600"/>
              <a:buNone/>
            </a:pPr>
            <a:r>
              <a:rPr lang="en" sz="3600"/>
              <a:t>Time for an Activity</a:t>
            </a:r>
            <a:endParaRPr sz="3600"/>
          </a:p>
        </p:txBody>
      </p:sp>
      <p:sp>
        <p:nvSpPr>
          <p:cNvPr id="1282" name="Google Shape;1282;p151"/>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33</a:t>
            </a:fld>
            <a:endParaRPr/>
          </a:p>
        </p:txBody>
      </p:sp>
      <p:sp>
        <p:nvSpPr>
          <p:cNvPr id="1283" name="Google Shape;1283;p151"/>
          <p:cNvSpPr txBox="1">
            <a:spLocks noGrp="1"/>
          </p:cNvSpPr>
          <p:nvPr>
            <p:ph type="title"/>
          </p:nvPr>
        </p:nvSpPr>
        <p:spPr>
          <a:xfrm>
            <a:off x="284700" y="2292400"/>
            <a:ext cx="4227300" cy="1835100"/>
          </a:xfrm>
          <a:prstGeom prst="rect">
            <a:avLst/>
          </a:prstGeom>
          <a:noFill/>
          <a:ln>
            <a:noFill/>
          </a:ln>
        </p:spPr>
        <p:txBody>
          <a:bodyPr spcFirstLastPara="1" wrap="square" lIns="0" tIns="0" rIns="91425" bIns="0" anchor="b" anchorCtr="0">
            <a:noAutofit/>
          </a:bodyPr>
          <a:lstStyle/>
          <a:p>
            <a:pPr marL="0" lvl="0" indent="0" algn="l" rtl="0">
              <a:lnSpc>
                <a:spcPct val="100000"/>
              </a:lnSpc>
              <a:spcBef>
                <a:spcPts val="1200"/>
              </a:spcBef>
              <a:spcAft>
                <a:spcPts val="1200"/>
              </a:spcAft>
              <a:buSzPts val="3600"/>
              <a:buNone/>
            </a:pPr>
            <a:r>
              <a:rPr lang="en" sz="3600">
                <a:solidFill>
                  <a:srgbClr val="4A86E8"/>
                </a:solidFill>
              </a:rPr>
              <a:t>Hora de una actividad</a:t>
            </a:r>
            <a:endParaRPr sz="3600">
              <a:solidFill>
                <a:srgbClr val="4A86E8"/>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1287"/>
        <p:cNvGrpSpPr/>
        <p:nvPr/>
      </p:nvGrpSpPr>
      <p:grpSpPr>
        <a:xfrm>
          <a:off x="0" y="0"/>
          <a:ext cx="0" cy="0"/>
          <a:chOff x="0" y="0"/>
          <a:chExt cx="0" cy="0"/>
        </a:xfrm>
      </p:grpSpPr>
      <p:sp>
        <p:nvSpPr>
          <p:cNvPr id="1288" name="Google Shape;1288;p152"/>
          <p:cNvSpPr txBox="1">
            <a:spLocks noGrp="1"/>
          </p:cNvSpPr>
          <p:nvPr>
            <p:ph type="body" idx="3"/>
          </p:nvPr>
        </p:nvSpPr>
        <p:spPr>
          <a:xfrm>
            <a:off x="312950" y="424225"/>
            <a:ext cx="47406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a:latin typeface="Instrument Sans SemiBold"/>
                <a:ea typeface="Instrument Sans SemiBold"/>
                <a:cs typeface="Instrument Sans SemiBold"/>
                <a:sym typeface="Instrument Sans SemiBold"/>
              </a:rPr>
              <a:t>Box Breathing</a:t>
            </a:r>
            <a:endParaRPr>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a:solidFill>
                  <a:srgbClr val="0000FF"/>
                </a:solidFill>
                <a:latin typeface="Instrument Sans SemiBold"/>
                <a:ea typeface="Instrument Sans SemiBold"/>
                <a:cs typeface="Instrument Sans SemiBold"/>
                <a:sym typeface="Instrument Sans SemiBold"/>
              </a:rPr>
              <a:t>Respiración en caja</a:t>
            </a:r>
            <a:endParaRPr>
              <a:solidFill>
                <a:srgbClr val="0000FF"/>
              </a:solidFill>
              <a:latin typeface="Instrument Sans SemiBold"/>
              <a:ea typeface="Instrument Sans SemiBold"/>
              <a:cs typeface="Instrument Sans SemiBold"/>
              <a:sym typeface="Instrument Sans SemiBold"/>
            </a:endParaRPr>
          </a:p>
        </p:txBody>
      </p:sp>
      <p:sp>
        <p:nvSpPr>
          <p:cNvPr id="1289" name="Google Shape;1289;p152"/>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34</a:t>
            </a:fld>
            <a:endParaRPr/>
          </a:p>
        </p:txBody>
      </p:sp>
      <p:sp>
        <p:nvSpPr>
          <p:cNvPr id="1290" name="Google Shape;1290;p152"/>
          <p:cNvSpPr txBox="1"/>
          <p:nvPr/>
        </p:nvSpPr>
        <p:spPr>
          <a:xfrm>
            <a:off x="312950" y="1232600"/>
            <a:ext cx="4864500" cy="3719400"/>
          </a:xfrm>
          <a:prstGeom prst="rect">
            <a:avLst/>
          </a:prstGeom>
          <a:noFill/>
          <a:ln>
            <a:noFill/>
          </a:ln>
        </p:spPr>
        <p:txBody>
          <a:bodyPr spcFirstLastPara="1" wrap="square" lIns="91425" tIns="91425" rIns="91425" bIns="91425" anchor="t" anchorCtr="0">
            <a:noAutofit/>
          </a:bodyPr>
          <a:lstStyle/>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A simple and powerful relaxation technique that uses equal four-second counts of inhaling, holding, exhaling, and holding again to calm the nervous system and reduce stress.</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Box breathing is useful when you are feeling overwhelmed, before a stressful event, or during a panic attack. </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You can incorporate it into your daily routine to help destress throughout the day. </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Una técnica de relajación sencilla y eficaz que utiliza intervalos iguales de cuatro segundos para inhalar, contener la respiración, exhalar y volver a contenerla, con el fin de calmar el sistema nervioso y reducir el estrés. </a:t>
            </a:r>
            <a:endParaRPr sz="1300">
              <a:solidFill>
                <a:srgbClr val="0000FF"/>
              </a:solidFill>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La respiración en caja es útil cuando te sientes abrumado, antes de un evento estresante o durante un ataque de pánico. </a:t>
            </a:r>
            <a:endParaRPr sz="1300">
              <a:solidFill>
                <a:srgbClr val="0000FF"/>
              </a:solidFill>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Puedes incorporarla a tu rutina diaria para ayudar a reducir el estrés a lo largo del día.</a:t>
            </a:r>
            <a:endParaRPr sz="1300">
              <a:solidFill>
                <a:srgbClr val="0000FF"/>
              </a:solidFill>
              <a:latin typeface="Instrument Sans"/>
              <a:ea typeface="Instrument Sans"/>
              <a:cs typeface="Instrument Sans"/>
              <a:sym typeface="Instrument Sans"/>
            </a:endParaRPr>
          </a:p>
        </p:txBody>
      </p:sp>
      <p:pic>
        <p:nvPicPr>
          <p:cNvPr id="1291" name="Google Shape;1291;p152" title="images.jpg"/>
          <p:cNvPicPr preferRelativeResize="0"/>
          <p:nvPr/>
        </p:nvPicPr>
        <p:blipFill>
          <a:blip r:embed="rId3">
            <a:alphaModFix/>
          </a:blip>
          <a:stretch>
            <a:fillRect/>
          </a:stretch>
        </p:blipFill>
        <p:spPr>
          <a:xfrm>
            <a:off x="5388075" y="1440425"/>
            <a:ext cx="3661750" cy="330374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1295"/>
        <p:cNvGrpSpPr/>
        <p:nvPr/>
      </p:nvGrpSpPr>
      <p:grpSpPr>
        <a:xfrm>
          <a:off x="0" y="0"/>
          <a:ext cx="0" cy="0"/>
          <a:chOff x="0" y="0"/>
          <a:chExt cx="0" cy="0"/>
        </a:xfrm>
      </p:grpSpPr>
      <p:sp>
        <p:nvSpPr>
          <p:cNvPr id="1296" name="Google Shape;1296;p153"/>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35</a:t>
            </a:fld>
            <a:endParaRPr/>
          </a:p>
        </p:txBody>
      </p:sp>
      <p:pic>
        <p:nvPicPr>
          <p:cNvPr id="1297" name="Google Shape;1297;p153" descr="This is a quick 5-minute standing yoga stretch - perfect for mornings when you don't want to roll out your mat or anytime during the day to energize your whole body.&#10;👉 NEW 5 min STANDING MORNING YOGA STRETCH:&#10;https://www.youtube.com/watch?v=Z_zbSluHHuk&amp;t=&#10;&#10;👉 All STANDING YOGA VIDEOS in this playlist: &#10;https://www.youtube.com/playlist?list=PLa4p3v2FWEhycSVsyFJoCN5a9CnGQ1AbQ&#10;&#10;✉️ Sign up for my newsletter 👉 https://www.yogawithuliana.com/newsletter&#10;&#10;Buy me a coffee ☕ 😊 https://buymeacoffee.com/yogawithuliana&#10;&#10;Download FREE BEGINNER YOGA POSES GUIDE: 25 must-know yoga poses for beginners: &#10;👉 https://www.yogawithuliana.com/25-beginner-yoga-poses-pdf/&#10;&#10;❤ FAVOURITE YOGA GEAR ❤&#10;👉🏼 Jade Yoga Harmony Mat: https://amzn.to/3zrgVE4&#10;👉🏼 Jade Yoga Travel Mat: https://amzn.to/3aU5quE&#10;👉🏼 Cork Yoga Blocks: https://amzn.to/3HiiG8r&#10;👉🏼 Foam Yoga Blocks: https://amzn.to/3xFO11S&#10;👉🏼 Yoga Strap: https://amzn.to/3tuG4tP&#10;👉🏼 Yoga Bolster: https://amzn.to/3QiamtE&#10;&#10;📷 Youtube Gear 📷&#10;- Sony Alpha a6000: https://amzn.to/3NXtj2G&#10;- Tripod: https://amzn.to/3Hf0NHx&#10;-  Blue Snowball Mic: https://amzn.to/39eE7uI&#10;-  Music (Epidemic Sound): https://www.epidemicsound.com/referral/28sbuf/&#10;&#10; Website: https://www.yogawithuliana.com/&#10; Instagram: https://www.instagram.com/yogawithuliana/&#10; Facebook: https://www.facebook.com/yogawithuliana&#10; Pinterest: https://www.pinterest.com/yogawithuliana/&#10;&#10;Disclaimer:&#10;*Some links in the description box are affiliate links which means I earn a small commission from qualifying purchases at no extra cost for you. &#10;* If you are new to exercise or planning on embarking on a new fitness program, you should consult your physician. &#10;Please know that performing any exercise without supervision like with this video is solely at your own risk.  You should understand that when participating in any exercise or exercise program, there is the possibility of physical injury. Yoga with Uliana will not be responsible or liable for any injury you sustain as a result of this video.&#10;&#10;&#10;🙏&#10;Uliana&#10;&#10;#5minyoga #standingyoga #yogawithoutmat" title="5 MIN STANDING MORNING YOGA STRETCH | Yoga without mat | Yoga with Uliana">
            <a:hlinkClick r:id="rId3"/>
          </p:cNvPr>
          <p:cNvPicPr preferRelativeResize="0"/>
          <p:nvPr/>
        </p:nvPicPr>
        <p:blipFill>
          <a:blip r:embed="rId4">
            <a:alphaModFix/>
          </a:blip>
          <a:stretch>
            <a:fillRect/>
          </a:stretch>
        </p:blipFill>
        <p:spPr>
          <a:xfrm>
            <a:off x="284175" y="213425"/>
            <a:ext cx="8272600" cy="4653343"/>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97"/>
                                        </p:tgtEl>
                                        <p:attrNameLst>
                                          <p:attrName>style.visibility</p:attrName>
                                        </p:attrNameLst>
                                      </p:cBhvr>
                                      <p:to>
                                        <p:strVal val="visible"/>
                                      </p:to>
                                    </p:set>
                                    <p:animEffect transition="in" filter="fade">
                                      <p:cBhvr>
                                        <p:cTn id="7" dur="1000"/>
                                        <p:tgtEl>
                                          <p:spTgt spid="12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D9D2E9"/>
        </a:solidFill>
        <a:effectLst/>
      </p:bgPr>
    </p:bg>
    <p:spTree>
      <p:nvGrpSpPr>
        <p:cNvPr id="1" name="Shape 1301"/>
        <p:cNvGrpSpPr/>
        <p:nvPr/>
      </p:nvGrpSpPr>
      <p:grpSpPr>
        <a:xfrm>
          <a:off x="0" y="0"/>
          <a:ext cx="0" cy="0"/>
          <a:chOff x="0" y="0"/>
          <a:chExt cx="0" cy="0"/>
        </a:xfrm>
      </p:grpSpPr>
      <p:sp>
        <p:nvSpPr>
          <p:cNvPr id="1302" name="Google Shape;1302;p154"/>
          <p:cNvSpPr txBox="1">
            <a:spLocks noGrp="1"/>
          </p:cNvSpPr>
          <p:nvPr>
            <p:ph type="title"/>
          </p:nvPr>
        </p:nvSpPr>
        <p:spPr>
          <a:xfrm>
            <a:off x="284700" y="474750"/>
            <a:ext cx="4227300" cy="1544400"/>
          </a:xfrm>
          <a:prstGeom prst="rect">
            <a:avLst/>
          </a:prstGeom>
          <a:noFill/>
          <a:ln>
            <a:noFill/>
          </a:ln>
        </p:spPr>
        <p:txBody>
          <a:bodyPr spcFirstLastPara="1" wrap="square" lIns="0" tIns="0" rIns="91425" bIns="0" anchor="b" anchorCtr="0">
            <a:noAutofit/>
          </a:bodyPr>
          <a:lstStyle/>
          <a:p>
            <a:pPr marL="0" lvl="0" indent="0" algn="l" rtl="0">
              <a:lnSpc>
                <a:spcPct val="85000"/>
              </a:lnSpc>
              <a:spcBef>
                <a:spcPts val="0"/>
              </a:spcBef>
              <a:spcAft>
                <a:spcPts val="0"/>
              </a:spcAft>
              <a:buSzPts val="3600"/>
              <a:buNone/>
            </a:pPr>
            <a:r>
              <a:rPr lang="en" sz="3600"/>
              <a:t>Other Psychological Disorders</a:t>
            </a:r>
            <a:endParaRPr sz="3600"/>
          </a:p>
        </p:txBody>
      </p:sp>
      <p:sp>
        <p:nvSpPr>
          <p:cNvPr id="1303" name="Google Shape;1303;p154"/>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36</a:t>
            </a:fld>
            <a:endParaRPr/>
          </a:p>
        </p:txBody>
      </p:sp>
      <p:sp>
        <p:nvSpPr>
          <p:cNvPr id="1304" name="Google Shape;1304;p154"/>
          <p:cNvSpPr txBox="1">
            <a:spLocks noGrp="1"/>
          </p:cNvSpPr>
          <p:nvPr>
            <p:ph type="title"/>
          </p:nvPr>
        </p:nvSpPr>
        <p:spPr>
          <a:xfrm>
            <a:off x="284700" y="2292400"/>
            <a:ext cx="4227300" cy="1835100"/>
          </a:xfrm>
          <a:prstGeom prst="rect">
            <a:avLst/>
          </a:prstGeom>
          <a:noFill/>
          <a:ln>
            <a:noFill/>
          </a:ln>
        </p:spPr>
        <p:txBody>
          <a:bodyPr spcFirstLastPara="1" wrap="square" lIns="0" tIns="0" rIns="91425" bIns="0" anchor="b" anchorCtr="0">
            <a:noAutofit/>
          </a:bodyPr>
          <a:lstStyle/>
          <a:p>
            <a:pPr marL="0" lvl="0" indent="0" algn="l" rtl="0">
              <a:lnSpc>
                <a:spcPct val="100000"/>
              </a:lnSpc>
              <a:spcBef>
                <a:spcPts val="1200"/>
              </a:spcBef>
              <a:spcAft>
                <a:spcPts val="1200"/>
              </a:spcAft>
              <a:buSzPts val="3600"/>
              <a:buNone/>
            </a:pPr>
            <a:r>
              <a:rPr lang="en" sz="3600">
                <a:solidFill>
                  <a:srgbClr val="4A86E8"/>
                </a:solidFill>
              </a:rPr>
              <a:t>Otros trastornos psicológicos</a:t>
            </a:r>
            <a:endParaRPr sz="3600">
              <a:solidFill>
                <a:srgbClr val="4A86E8"/>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D9D2E9"/>
        </a:solidFill>
        <a:effectLst/>
      </p:bgPr>
    </p:bg>
    <p:spTree>
      <p:nvGrpSpPr>
        <p:cNvPr id="1" name="Shape 1308"/>
        <p:cNvGrpSpPr/>
        <p:nvPr/>
      </p:nvGrpSpPr>
      <p:grpSpPr>
        <a:xfrm>
          <a:off x="0" y="0"/>
          <a:ext cx="0" cy="0"/>
          <a:chOff x="0" y="0"/>
          <a:chExt cx="0" cy="0"/>
        </a:xfrm>
      </p:grpSpPr>
      <p:sp>
        <p:nvSpPr>
          <p:cNvPr id="1309" name="Google Shape;1309;p155"/>
          <p:cNvSpPr txBox="1">
            <a:spLocks noGrp="1"/>
          </p:cNvSpPr>
          <p:nvPr>
            <p:ph type="body" idx="3"/>
          </p:nvPr>
        </p:nvSpPr>
        <p:spPr>
          <a:xfrm>
            <a:off x="312950" y="424225"/>
            <a:ext cx="82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a:latin typeface="Instrument Sans SemiBold"/>
                <a:ea typeface="Instrument Sans SemiBold"/>
                <a:cs typeface="Instrument Sans SemiBold"/>
                <a:sym typeface="Instrument Sans SemiBold"/>
              </a:rPr>
              <a:t>Other Psychological Disorders</a:t>
            </a:r>
            <a:endParaRPr>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a:solidFill>
                  <a:srgbClr val="0000FF"/>
                </a:solidFill>
                <a:latin typeface="Instrument Sans SemiBold"/>
                <a:ea typeface="Instrument Sans SemiBold"/>
                <a:cs typeface="Instrument Sans SemiBold"/>
                <a:sym typeface="Instrument Sans SemiBold"/>
              </a:rPr>
              <a:t>Otros trastornos psicológicos</a:t>
            </a:r>
            <a:endParaRPr>
              <a:solidFill>
                <a:srgbClr val="0000FF"/>
              </a:solidFill>
              <a:latin typeface="Instrument Sans SemiBold"/>
              <a:ea typeface="Instrument Sans SemiBold"/>
              <a:cs typeface="Instrument Sans SemiBold"/>
              <a:sym typeface="Instrument Sans SemiBold"/>
            </a:endParaRPr>
          </a:p>
        </p:txBody>
      </p:sp>
      <p:sp>
        <p:nvSpPr>
          <p:cNvPr id="1310" name="Google Shape;1310;p155"/>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37</a:t>
            </a:fld>
            <a:endParaRPr/>
          </a:p>
        </p:txBody>
      </p:sp>
      <p:sp>
        <p:nvSpPr>
          <p:cNvPr id="1311" name="Google Shape;1311;p155"/>
          <p:cNvSpPr txBox="1"/>
          <p:nvPr/>
        </p:nvSpPr>
        <p:spPr>
          <a:xfrm>
            <a:off x="312950" y="1557350"/>
            <a:ext cx="4259100" cy="3394500"/>
          </a:xfrm>
          <a:prstGeom prst="rect">
            <a:avLst/>
          </a:prstGeom>
          <a:noFill/>
          <a:ln>
            <a:noFill/>
          </a:ln>
        </p:spPr>
        <p:txBody>
          <a:bodyPr spcFirstLastPara="1" wrap="square" lIns="91425" tIns="91425" rIns="91425" bIns="91425" anchor="t" anchorCtr="0">
            <a:noAutofit/>
          </a:bodyPr>
          <a:lstStyle/>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Schizophrenia:</a:t>
            </a:r>
            <a:endParaRPr sz="1300">
              <a:latin typeface="Instrument Sans"/>
              <a:ea typeface="Instrument Sans"/>
              <a:cs typeface="Instrument Sans"/>
              <a:sym typeface="Instrument Sans"/>
            </a:endParaRPr>
          </a:p>
          <a:p>
            <a:pPr marL="914400" marR="38100" lvl="1"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Hallucinations, delusions, disorganized thinking, and reduced motivation or expression. It can affect a person's ability to distinguish internal experiences from external reality.</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ADHD:</a:t>
            </a:r>
            <a:endParaRPr sz="1300">
              <a:latin typeface="Instrument Sans"/>
              <a:ea typeface="Instrument Sans"/>
              <a:cs typeface="Instrument Sans"/>
              <a:sym typeface="Instrument Sans"/>
            </a:endParaRPr>
          </a:p>
          <a:p>
            <a:pPr marL="914400" marR="38100" lvl="1"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Persistent difficulties with attention, impulse control, and/or hyperactivity.</a:t>
            </a:r>
            <a:endParaRPr sz="1300">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Substance use Disorder:</a:t>
            </a:r>
            <a:endParaRPr sz="1300">
              <a:latin typeface="Instrument Sans"/>
              <a:ea typeface="Instrument Sans"/>
              <a:cs typeface="Instrument Sans"/>
              <a:sym typeface="Instrument Sans"/>
            </a:endParaRPr>
          </a:p>
          <a:p>
            <a:pPr marL="914400" marR="38100" lvl="1" indent="-311150" algn="l" rtl="0">
              <a:lnSpc>
                <a:spcPct val="100000"/>
              </a:lnSpc>
              <a:spcBef>
                <a:spcPts val="0"/>
              </a:spcBef>
              <a:spcAft>
                <a:spcPts val="0"/>
              </a:spcAft>
              <a:buSzPts val="1300"/>
              <a:buFont typeface="Instrument Sans"/>
              <a:buChar char="○"/>
            </a:pPr>
            <a:r>
              <a:rPr lang="en" sz="1300">
                <a:latin typeface="Instrument Sans"/>
                <a:ea typeface="Instrument Sans"/>
                <a:cs typeface="Instrument Sans"/>
                <a:sym typeface="Instrument Sans"/>
              </a:rPr>
              <a:t>Difficulty controlling their use of a substance despite negative consequences. </a:t>
            </a:r>
            <a:endParaRPr sz="1300">
              <a:latin typeface="Instrument Sans"/>
              <a:ea typeface="Instrument Sans"/>
              <a:cs typeface="Instrument Sans"/>
              <a:sym typeface="Instrument Sans"/>
            </a:endParaRPr>
          </a:p>
        </p:txBody>
      </p:sp>
      <p:sp>
        <p:nvSpPr>
          <p:cNvPr id="1312" name="Google Shape;1312;p155"/>
          <p:cNvSpPr txBox="1"/>
          <p:nvPr/>
        </p:nvSpPr>
        <p:spPr>
          <a:xfrm>
            <a:off x="4572000" y="1557350"/>
            <a:ext cx="4259100" cy="3394500"/>
          </a:xfrm>
          <a:prstGeom prst="rect">
            <a:avLst/>
          </a:prstGeom>
          <a:noFill/>
          <a:ln>
            <a:noFill/>
          </a:ln>
        </p:spPr>
        <p:txBody>
          <a:bodyPr spcFirstLastPara="1" wrap="square" lIns="91425" tIns="91425" rIns="91425" bIns="91425" anchor="t" anchorCtr="0">
            <a:noAutofit/>
          </a:bodyPr>
          <a:lstStyle/>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Esquizofrenia: </a:t>
            </a:r>
            <a:endParaRPr sz="1300">
              <a:solidFill>
                <a:srgbClr val="0000FF"/>
              </a:solidFill>
              <a:latin typeface="Instrument Sans"/>
              <a:ea typeface="Instrument Sans"/>
              <a:cs typeface="Instrument Sans"/>
              <a:sym typeface="Instrument Sans"/>
            </a:endParaRPr>
          </a:p>
          <a:p>
            <a:pPr marL="914400" marR="38100" lvl="1"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Alucinaciones, delirios, pensamiento desorganizado y disminución de la motivación o de la expresión emocional. Puede afectar la capacidad de una persona para distinguir las experiencias internas de la realidad externa. </a:t>
            </a:r>
            <a:endParaRPr sz="1300">
              <a:solidFill>
                <a:srgbClr val="0000FF"/>
              </a:solidFill>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TDAH (trastorno por déficit de atención e hiperactividad): </a:t>
            </a:r>
            <a:endParaRPr sz="1300">
              <a:solidFill>
                <a:srgbClr val="0000FF"/>
              </a:solidFill>
              <a:latin typeface="Instrument Sans"/>
              <a:ea typeface="Instrument Sans"/>
              <a:cs typeface="Instrument Sans"/>
              <a:sym typeface="Instrument Sans"/>
            </a:endParaRPr>
          </a:p>
          <a:p>
            <a:pPr marL="914400" marR="38100" lvl="1"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Dificultades persistentes con la atención, el control de los impulsos y/o la hiperactividad. </a:t>
            </a:r>
            <a:endParaRPr sz="1300">
              <a:solidFill>
                <a:srgbClr val="0000FF"/>
              </a:solidFill>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Trastorno por consumo de sustancias: </a:t>
            </a:r>
            <a:endParaRPr sz="1300">
              <a:solidFill>
                <a:srgbClr val="0000FF"/>
              </a:solidFill>
              <a:latin typeface="Instrument Sans"/>
              <a:ea typeface="Instrument Sans"/>
              <a:cs typeface="Instrument Sans"/>
              <a:sym typeface="Instrument Sans"/>
            </a:endParaRPr>
          </a:p>
          <a:p>
            <a:pPr marL="914400" marR="38100" lvl="1"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Dificultad para controlar el consumo de una sustancia a pesar de las consecuencias negativas.</a:t>
            </a:r>
            <a:endParaRPr sz="1300">
              <a:solidFill>
                <a:srgbClr val="0000FF"/>
              </a:solidFill>
              <a:latin typeface="Instrument Sans"/>
              <a:ea typeface="Instrument Sans"/>
              <a:cs typeface="Instrument Sans"/>
              <a:sym typeface="Instrument San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D9D2E9"/>
        </a:solidFill>
        <a:effectLst/>
      </p:bgPr>
    </p:bg>
    <p:spTree>
      <p:nvGrpSpPr>
        <p:cNvPr id="1" name="Shape 1316"/>
        <p:cNvGrpSpPr/>
        <p:nvPr/>
      </p:nvGrpSpPr>
      <p:grpSpPr>
        <a:xfrm>
          <a:off x="0" y="0"/>
          <a:ext cx="0" cy="0"/>
          <a:chOff x="0" y="0"/>
          <a:chExt cx="0" cy="0"/>
        </a:xfrm>
      </p:grpSpPr>
      <p:sp>
        <p:nvSpPr>
          <p:cNvPr id="1317" name="Google Shape;1317;p156"/>
          <p:cNvSpPr txBox="1">
            <a:spLocks noGrp="1"/>
          </p:cNvSpPr>
          <p:nvPr>
            <p:ph type="body" idx="3"/>
          </p:nvPr>
        </p:nvSpPr>
        <p:spPr>
          <a:xfrm>
            <a:off x="312950" y="424225"/>
            <a:ext cx="82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sz="2800">
                <a:latin typeface="Instrument Sans SemiBold"/>
                <a:ea typeface="Instrument Sans SemiBold"/>
                <a:cs typeface="Instrument Sans SemiBold"/>
                <a:sym typeface="Instrument Sans SemiBold"/>
              </a:rPr>
              <a:t>Substance Use Disorder Biology</a:t>
            </a:r>
            <a:endParaRPr sz="2800">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sz="2800">
                <a:solidFill>
                  <a:srgbClr val="0000FF"/>
                </a:solidFill>
                <a:latin typeface="Instrument Sans SemiBold"/>
                <a:ea typeface="Instrument Sans SemiBold"/>
                <a:cs typeface="Instrument Sans SemiBold"/>
                <a:sym typeface="Instrument Sans SemiBold"/>
              </a:rPr>
              <a:t>Biología del trastorno por consumo de sustancias</a:t>
            </a:r>
            <a:endParaRPr sz="2800">
              <a:solidFill>
                <a:srgbClr val="0000FF"/>
              </a:solidFill>
              <a:latin typeface="Instrument Sans SemiBold"/>
              <a:ea typeface="Instrument Sans SemiBold"/>
              <a:cs typeface="Instrument Sans SemiBold"/>
              <a:sym typeface="Instrument Sans SemiBold"/>
            </a:endParaRPr>
          </a:p>
        </p:txBody>
      </p:sp>
      <p:sp>
        <p:nvSpPr>
          <p:cNvPr id="1318" name="Google Shape;1318;p156"/>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38</a:t>
            </a:fld>
            <a:endParaRPr/>
          </a:p>
        </p:txBody>
      </p:sp>
      <p:sp>
        <p:nvSpPr>
          <p:cNvPr id="1319" name="Google Shape;1319;p156"/>
          <p:cNvSpPr txBox="1"/>
          <p:nvPr/>
        </p:nvSpPr>
        <p:spPr>
          <a:xfrm>
            <a:off x="312950" y="1557350"/>
            <a:ext cx="4864500" cy="3394500"/>
          </a:xfrm>
          <a:prstGeom prst="rect">
            <a:avLst/>
          </a:prstGeom>
          <a:noFill/>
          <a:ln>
            <a:noFill/>
          </a:ln>
        </p:spPr>
        <p:txBody>
          <a:bodyPr spcFirstLastPara="1" wrap="square" lIns="91425" tIns="91425" rIns="91425" bIns="91425" anchor="t" anchorCtr="0">
            <a:noAutofit/>
          </a:bodyPr>
          <a:lstStyle/>
          <a:p>
            <a:pPr marL="457200" marR="38100" lvl="0" indent="-298450" algn="l" rtl="0">
              <a:lnSpc>
                <a:spcPct val="100000"/>
              </a:lnSpc>
              <a:spcBef>
                <a:spcPts val="0"/>
              </a:spcBef>
              <a:spcAft>
                <a:spcPts val="0"/>
              </a:spcAft>
              <a:buSzPts val="1100"/>
              <a:buFont typeface="Instrument Sans"/>
              <a:buChar char="●"/>
            </a:pPr>
            <a:r>
              <a:rPr lang="en" sz="1100">
                <a:latin typeface="Instrument Sans"/>
                <a:ea typeface="Instrument Sans"/>
                <a:cs typeface="Instrument Sans"/>
                <a:sym typeface="Instrument Sans"/>
              </a:rPr>
              <a:t>Addictive substances can strongly activate the brain’s reward pathway (like increasing dopamine) making the behavior feel rewarding.</a:t>
            </a:r>
            <a:endParaRPr sz="1100">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SzPts val="1100"/>
              <a:buFont typeface="Instrument Sans"/>
              <a:buChar char="●"/>
            </a:pPr>
            <a:r>
              <a:rPr lang="en" sz="1100">
                <a:latin typeface="Instrument Sans"/>
                <a:ea typeface="Instrument Sans"/>
                <a:cs typeface="Instrument Sans"/>
                <a:sym typeface="Instrument Sans"/>
              </a:rPr>
              <a:t>With repeated use, the brain adapts to the substance, so a person may need more of it to experience the same effect.</a:t>
            </a:r>
            <a:endParaRPr sz="1100">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SzPts val="1100"/>
              <a:buFont typeface="Instrument Sans"/>
              <a:buChar char="●"/>
            </a:pPr>
            <a:r>
              <a:rPr lang="en" sz="1100">
                <a:latin typeface="Instrument Sans"/>
                <a:ea typeface="Instrument Sans"/>
                <a:cs typeface="Instrument Sans"/>
                <a:sym typeface="Instrument Sans"/>
              </a:rPr>
              <a:t>When substance use stops, the brain and body may become unbalanced, producing symptoms such as anxiety, irritability, sleep problems, nausea, or strong cravings.</a:t>
            </a:r>
            <a:endParaRPr sz="1100">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Las sustancias adictivas pueden activar intensamente la vía de recompensa del cerebro (por ejemplo, aumentando la dopamina), haciendo que el comportamiento resulte gratificante. </a:t>
            </a:r>
            <a:endParaRPr sz="1100">
              <a:solidFill>
                <a:srgbClr val="0000FF"/>
              </a:solidFill>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Con el consumo repetido, el cerebro se adapta a la sustancia, por lo que una persona puede necesitar una mayor cantidad para experimentar el mismo efecto. </a:t>
            </a:r>
            <a:endParaRPr sz="1100">
              <a:solidFill>
                <a:srgbClr val="0000FF"/>
              </a:solidFill>
              <a:latin typeface="Instrument Sans"/>
              <a:ea typeface="Instrument Sans"/>
              <a:cs typeface="Instrument Sans"/>
              <a:sym typeface="Instrument Sans"/>
            </a:endParaRPr>
          </a:p>
          <a:p>
            <a:pPr marL="457200" marR="38100" lvl="0" indent="-298450" algn="l" rtl="0">
              <a:lnSpc>
                <a:spcPct val="100000"/>
              </a:lnSpc>
              <a:spcBef>
                <a:spcPts val="0"/>
              </a:spcBef>
              <a:spcAft>
                <a:spcPts val="0"/>
              </a:spcAft>
              <a:buClr>
                <a:srgbClr val="0000FF"/>
              </a:buClr>
              <a:buSzPts val="1100"/>
              <a:buFont typeface="Instrument Sans"/>
              <a:buChar char="●"/>
            </a:pPr>
            <a:r>
              <a:rPr lang="en" sz="1100">
                <a:solidFill>
                  <a:srgbClr val="0000FF"/>
                </a:solidFill>
                <a:latin typeface="Instrument Sans"/>
                <a:ea typeface="Instrument Sans"/>
                <a:cs typeface="Instrument Sans"/>
                <a:sym typeface="Instrument Sans"/>
              </a:rPr>
              <a:t>Cuando se suspende el consumo de la sustancia, el cerebro y el cuerpo pueden desequilibrarse, produciendo síntomas como ansiedad, irritabilidad, problemas para dormir, náuseas o fuertes deseos de consumirla.</a:t>
            </a:r>
            <a:endParaRPr sz="1100">
              <a:solidFill>
                <a:srgbClr val="0000FF"/>
              </a:solidFill>
              <a:latin typeface="Instrument Sans"/>
              <a:ea typeface="Instrument Sans"/>
              <a:cs typeface="Instrument Sans"/>
              <a:sym typeface="Instrument Sans"/>
            </a:endParaRPr>
          </a:p>
        </p:txBody>
      </p:sp>
      <p:pic>
        <p:nvPicPr>
          <p:cNvPr id="1320" name="Google Shape;1320;p156" title="dsm-5-criteria-for-substance-use-disorders-21926_V2-c979cb0780134583bc6fa3a6f2315d63.png"/>
          <p:cNvPicPr preferRelativeResize="0"/>
          <p:nvPr/>
        </p:nvPicPr>
        <p:blipFill>
          <a:blip r:embed="rId3">
            <a:alphaModFix/>
          </a:blip>
          <a:stretch>
            <a:fillRect/>
          </a:stretch>
        </p:blipFill>
        <p:spPr>
          <a:xfrm>
            <a:off x="6931452" y="2266550"/>
            <a:ext cx="2212549" cy="1475025"/>
          </a:xfrm>
          <a:prstGeom prst="rect">
            <a:avLst/>
          </a:prstGeom>
          <a:noFill/>
          <a:ln>
            <a:noFill/>
          </a:ln>
        </p:spPr>
      </p:pic>
      <p:pic>
        <p:nvPicPr>
          <p:cNvPr id="1321" name="Google Shape;1321;p156" title="image-2.jpg"/>
          <p:cNvPicPr preferRelativeResize="0"/>
          <p:nvPr/>
        </p:nvPicPr>
        <p:blipFill>
          <a:blip r:embed="rId4">
            <a:alphaModFix/>
          </a:blip>
          <a:stretch>
            <a:fillRect/>
          </a:stretch>
        </p:blipFill>
        <p:spPr>
          <a:xfrm>
            <a:off x="5053938" y="1712563"/>
            <a:ext cx="1877524" cy="2582988"/>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D9D2E9"/>
        </a:solidFill>
        <a:effectLst/>
      </p:bgPr>
    </p:bg>
    <p:spTree>
      <p:nvGrpSpPr>
        <p:cNvPr id="1" name="Shape 1325"/>
        <p:cNvGrpSpPr/>
        <p:nvPr/>
      </p:nvGrpSpPr>
      <p:grpSpPr>
        <a:xfrm>
          <a:off x="0" y="0"/>
          <a:ext cx="0" cy="0"/>
          <a:chOff x="0" y="0"/>
          <a:chExt cx="0" cy="0"/>
        </a:xfrm>
      </p:grpSpPr>
      <p:sp>
        <p:nvSpPr>
          <p:cNvPr id="1326" name="Google Shape;1326;p157"/>
          <p:cNvSpPr txBox="1">
            <a:spLocks noGrp="1"/>
          </p:cNvSpPr>
          <p:nvPr>
            <p:ph type="body" idx="3"/>
          </p:nvPr>
        </p:nvSpPr>
        <p:spPr>
          <a:xfrm>
            <a:off x="312950" y="424225"/>
            <a:ext cx="85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sz="2600">
                <a:latin typeface="Instrument Sans SemiBold"/>
                <a:ea typeface="Instrument Sans SemiBold"/>
                <a:cs typeface="Instrument Sans SemiBold"/>
                <a:sym typeface="Instrument Sans SemiBold"/>
              </a:rPr>
              <a:t>Substance Use Disorder Treatment</a:t>
            </a:r>
            <a:endParaRPr sz="2600">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sz="2600">
                <a:solidFill>
                  <a:srgbClr val="0000FF"/>
                </a:solidFill>
                <a:latin typeface="Instrument Sans SemiBold"/>
                <a:ea typeface="Instrument Sans SemiBold"/>
                <a:cs typeface="Instrument Sans SemiBold"/>
                <a:sym typeface="Instrument Sans SemiBold"/>
              </a:rPr>
              <a:t>Tratamiento del trastorno por consumo de sustancias</a:t>
            </a:r>
            <a:endParaRPr sz="2600">
              <a:solidFill>
                <a:srgbClr val="0000FF"/>
              </a:solidFill>
              <a:latin typeface="Instrument Sans SemiBold"/>
              <a:ea typeface="Instrument Sans SemiBold"/>
              <a:cs typeface="Instrument Sans SemiBold"/>
              <a:sym typeface="Instrument Sans SemiBold"/>
            </a:endParaRPr>
          </a:p>
        </p:txBody>
      </p:sp>
      <p:sp>
        <p:nvSpPr>
          <p:cNvPr id="1327" name="Google Shape;1327;p157"/>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39</a:t>
            </a:fld>
            <a:endParaRPr/>
          </a:p>
        </p:txBody>
      </p:sp>
      <p:sp>
        <p:nvSpPr>
          <p:cNvPr id="1328" name="Google Shape;1328;p157"/>
          <p:cNvSpPr txBox="1"/>
          <p:nvPr/>
        </p:nvSpPr>
        <p:spPr>
          <a:xfrm>
            <a:off x="312950" y="1557350"/>
            <a:ext cx="4259100" cy="3394500"/>
          </a:xfrm>
          <a:prstGeom prst="rect">
            <a:avLst/>
          </a:prstGeom>
          <a:noFill/>
          <a:ln>
            <a:noFill/>
          </a:ln>
        </p:spPr>
        <p:txBody>
          <a:bodyPr spcFirstLastPara="1" wrap="square" lIns="91425" tIns="91425" rIns="91425" bIns="91425" anchor="t" anchorCtr="0">
            <a:noAutofit/>
          </a:bodyPr>
          <a:lstStyle/>
          <a:p>
            <a:pPr marL="457200" marR="38100" lvl="0"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Therapy and Support:</a:t>
            </a:r>
            <a:endParaRPr sz="1200">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Therapy and/or support groups can help people identify triggers and provide care.</a:t>
            </a:r>
            <a:endParaRPr sz="1200">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Medication:</a:t>
            </a:r>
            <a:endParaRPr sz="1200">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Medications can reduce withdrawal and craving symptoms.</a:t>
            </a:r>
            <a:endParaRPr sz="1200">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Avoid Risky Situations:</a:t>
            </a:r>
            <a:endParaRPr sz="1200">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Avoid triggers and situations in which you are more prone to taking substances.</a:t>
            </a:r>
            <a:endParaRPr sz="1200">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Alternative Habits:</a:t>
            </a:r>
            <a:endParaRPr sz="1200">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SzPts val="1200"/>
              <a:buFont typeface="Instrument Sans"/>
              <a:buChar char="○"/>
            </a:pPr>
            <a:r>
              <a:rPr lang="en" sz="1200">
                <a:latin typeface="Instrument Sans"/>
                <a:ea typeface="Instrument Sans"/>
                <a:cs typeface="Instrument Sans"/>
                <a:sym typeface="Instrument Sans"/>
              </a:rPr>
              <a:t>Try to replace negative habits with health activities like exercise, hobbies, or talking with supportive people.</a:t>
            </a:r>
            <a:endParaRPr sz="1200">
              <a:latin typeface="Instrument Sans"/>
              <a:ea typeface="Instrument Sans"/>
              <a:cs typeface="Instrument Sans"/>
              <a:sym typeface="Instrument Sans"/>
            </a:endParaRPr>
          </a:p>
        </p:txBody>
      </p:sp>
      <p:sp>
        <p:nvSpPr>
          <p:cNvPr id="1329" name="Google Shape;1329;p157"/>
          <p:cNvSpPr txBox="1"/>
          <p:nvPr/>
        </p:nvSpPr>
        <p:spPr>
          <a:xfrm>
            <a:off x="4572050" y="1557350"/>
            <a:ext cx="4259100" cy="3394500"/>
          </a:xfrm>
          <a:prstGeom prst="rect">
            <a:avLst/>
          </a:prstGeom>
          <a:noFill/>
          <a:ln>
            <a:noFill/>
          </a:ln>
        </p:spPr>
        <p:txBody>
          <a:bodyPr spcFirstLastPara="1" wrap="square" lIns="91425" tIns="91425" rIns="91425" bIns="91425" anchor="t" anchorCtr="0">
            <a:noAutofit/>
          </a:bodyPr>
          <a:lstStyle/>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Terapia y apoyo: </a:t>
            </a:r>
            <a:endParaRPr sz="1200">
              <a:solidFill>
                <a:srgbClr val="0000FF"/>
              </a:solidFill>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La terapia y/o los grupos de apoyo pueden ayudar a las personas a identificar los factores desencadenantes y recibir atención. </a:t>
            </a: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Medicamentos: </a:t>
            </a:r>
            <a:endParaRPr sz="1200">
              <a:solidFill>
                <a:srgbClr val="0000FF"/>
              </a:solidFill>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Los medicamentos pueden reducir los síntomas de abstinencia y los deseos intensos de consumir. </a:t>
            </a: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Evitar situaciones de riesgo: </a:t>
            </a:r>
            <a:endParaRPr sz="1200">
              <a:solidFill>
                <a:srgbClr val="0000FF"/>
              </a:solidFill>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Evita los factores desencadenantes y las situaciones en las que tengas mayor probabilidad de consumir sustancias. </a:t>
            </a: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Hábitos alternativos: </a:t>
            </a:r>
            <a:endParaRPr sz="1200">
              <a:solidFill>
                <a:srgbClr val="0000FF"/>
              </a:solidFill>
              <a:latin typeface="Instrument Sans"/>
              <a:ea typeface="Instrument Sans"/>
              <a:cs typeface="Instrument Sans"/>
              <a:sym typeface="Instrument Sans"/>
            </a:endParaRPr>
          </a:p>
          <a:p>
            <a:pPr marL="914400" marR="38100" lvl="1"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Intenta reemplazar los hábitos negativos por actividades saludables, como hacer ejercicio, practicar pasatiempos o hablar con personas que te brinden apoyo.</a:t>
            </a:r>
            <a:endParaRPr sz="1200">
              <a:solidFill>
                <a:srgbClr val="0000FF"/>
              </a:solidFill>
              <a:latin typeface="Instrument Sans"/>
              <a:ea typeface="Instrument Sans"/>
              <a:cs typeface="Instrument Sans"/>
              <a:sym typeface="Instrument Sans"/>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D9D2E9"/>
        </a:solidFill>
        <a:effectLst/>
      </p:bgPr>
    </p:bg>
    <p:spTree>
      <p:nvGrpSpPr>
        <p:cNvPr id="1" name="Shape 1333"/>
        <p:cNvGrpSpPr/>
        <p:nvPr/>
      </p:nvGrpSpPr>
      <p:grpSpPr>
        <a:xfrm>
          <a:off x="0" y="0"/>
          <a:ext cx="0" cy="0"/>
          <a:chOff x="0" y="0"/>
          <a:chExt cx="0" cy="0"/>
        </a:xfrm>
      </p:grpSpPr>
      <p:sp>
        <p:nvSpPr>
          <p:cNvPr id="1334" name="Google Shape;1334;p158"/>
          <p:cNvSpPr txBox="1">
            <a:spLocks noGrp="1"/>
          </p:cNvSpPr>
          <p:nvPr>
            <p:ph type="body" idx="3"/>
          </p:nvPr>
        </p:nvSpPr>
        <p:spPr>
          <a:xfrm>
            <a:off x="312950" y="424225"/>
            <a:ext cx="85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sz="2600">
                <a:latin typeface="Instrument Sans SemiBold"/>
                <a:ea typeface="Instrument Sans SemiBold"/>
                <a:cs typeface="Instrument Sans SemiBold"/>
                <a:sym typeface="Instrument Sans SemiBold"/>
              </a:rPr>
              <a:t>How Do Drugs Affect The Brain?</a:t>
            </a:r>
            <a:endParaRPr sz="2600">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sz="2600">
                <a:solidFill>
                  <a:srgbClr val="0000FF"/>
                </a:solidFill>
                <a:latin typeface="Instrument Sans SemiBold"/>
                <a:ea typeface="Instrument Sans SemiBold"/>
                <a:cs typeface="Instrument Sans SemiBold"/>
                <a:sym typeface="Instrument Sans SemiBold"/>
              </a:rPr>
              <a:t>¿Cómo afectan las drogas al cerebro? </a:t>
            </a:r>
            <a:endParaRPr sz="2600">
              <a:solidFill>
                <a:srgbClr val="0000FF"/>
              </a:solidFill>
              <a:latin typeface="Instrument Sans SemiBold"/>
              <a:ea typeface="Instrument Sans SemiBold"/>
              <a:cs typeface="Instrument Sans SemiBold"/>
              <a:sym typeface="Instrument Sans SemiBold"/>
            </a:endParaRPr>
          </a:p>
        </p:txBody>
      </p:sp>
      <p:sp>
        <p:nvSpPr>
          <p:cNvPr id="1335" name="Google Shape;1335;p158"/>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40</a:t>
            </a:fld>
            <a:endParaRPr/>
          </a:p>
        </p:txBody>
      </p:sp>
      <p:sp>
        <p:nvSpPr>
          <p:cNvPr id="1336" name="Google Shape;1336;p158"/>
          <p:cNvSpPr txBox="1"/>
          <p:nvPr/>
        </p:nvSpPr>
        <p:spPr>
          <a:xfrm>
            <a:off x="194825" y="1339525"/>
            <a:ext cx="4317000" cy="3612300"/>
          </a:xfrm>
          <a:prstGeom prst="rect">
            <a:avLst/>
          </a:prstGeom>
          <a:noFill/>
          <a:ln>
            <a:noFill/>
          </a:ln>
        </p:spPr>
        <p:txBody>
          <a:bodyPr spcFirstLastPara="1" wrap="square" lIns="91425" tIns="91425" rIns="91425" bIns="91425" anchor="t" anchorCtr="0">
            <a:noAutofit/>
          </a:bodyPr>
          <a:lstStyle/>
          <a:p>
            <a:pPr marL="0" marR="38100" lvl="0" indent="0" algn="l" rtl="0">
              <a:lnSpc>
                <a:spcPct val="100000"/>
              </a:lnSpc>
              <a:spcBef>
                <a:spcPts val="0"/>
              </a:spcBef>
              <a:spcAft>
                <a:spcPts val="0"/>
              </a:spcAft>
              <a:buNone/>
            </a:pPr>
            <a:r>
              <a:rPr lang="en" sz="1200">
                <a:latin typeface="Instrument Sans"/>
                <a:ea typeface="Instrument Sans"/>
                <a:cs typeface="Instrument Sans"/>
                <a:sym typeface="Instrument Sans"/>
              </a:rPr>
              <a:t>Drugs change how neurons talk to each other. Most drugs alter signaling in brain circuits involved in mood, perception, motivation, cognition, and behavior.</a:t>
            </a:r>
            <a:endParaRPr sz="1200">
              <a:latin typeface="Instrument Sans"/>
              <a:ea typeface="Instrument Sans"/>
              <a:cs typeface="Instrument Sans"/>
              <a:sym typeface="Instrument Sans"/>
            </a:endParaRPr>
          </a:p>
          <a:p>
            <a:pPr marL="0" marR="38100" lvl="0" indent="0" algn="l" rtl="0">
              <a:lnSpc>
                <a:spcPct val="100000"/>
              </a:lnSpc>
              <a:spcBef>
                <a:spcPts val="0"/>
              </a:spcBef>
              <a:spcAft>
                <a:spcPts val="0"/>
              </a:spcAft>
              <a:buNone/>
            </a:pPr>
            <a:endParaRPr sz="1200">
              <a:latin typeface="Instrument Sans"/>
              <a:ea typeface="Instrument Sans"/>
              <a:cs typeface="Instrument Sans"/>
              <a:sym typeface="Instrument Sans"/>
            </a:endParaRPr>
          </a:p>
          <a:p>
            <a:pPr marL="0" lvl="0" indent="0" algn="l" rtl="0">
              <a:lnSpc>
                <a:spcPct val="115000"/>
              </a:lnSpc>
              <a:spcBef>
                <a:spcPts val="0"/>
              </a:spcBef>
              <a:spcAft>
                <a:spcPts val="0"/>
              </a:spcAft>
              <a:buNone/>
            </a:pPr>
            <a:r>
              <a:rPr lang="en" sz="1200">
                <a:latin typeface="Instrument Sans"/>
                <a:ea typeface="Instrument Sans"/>
                <a:cs typeface="Instrument Sans"/>
                <a:sym typeface="Instrument Sans"/>
              </a:rPr>
              <a:t>Drugs can change how brain cells communicate:</a:t>
            </a:r>
            <a:endParaRPr sz="1200">
              <a:latin typeface="Instrument Sans"/>
              <a:ea typeface="Instrument Sans"/>
              <a:cs typeface="Instrument Sans"/>
              <a:sym typeface="Instrument Sans"/>
            </a:endParaRPr>
          </a:p>
          <a:p>
            <a:pPr marL="457200" lvl="0" indent="-304800" algn="l" rtl="0">
              <a:lnSpc>
                <a:spcPct val="115000"/>
              </a:lnSpc>
              <a:spcBef>
                <a:spcPts val="1200"/>
              </a:spcBef>
              <a:spcAft>
                <a:spcPts val="0"/>
              </a:spcAft>
              <a:buSzPts val="1200"/>
              <a:buChar char="●"/>
            </a:pPr>
            <a:r>
              <a:rPr lang="en" sz="1200" b="1">
                <a:latin typeface="Instrument Sans"/>
                <a:ea typeface="Instrument Sans"/>
                <a:cs typeface="Instrument Sans"/>
                <a:sym typeface="Instrument Sans"/>
              </a:rPr>
              <a:t>Act like neurotransmitters</a:t>
            </a:r>
            <a:r>
              <a:rPr lang="en" sz="1200">
                <a:latin typeface="Instrument Sans"/>
                <a:ea typeface="Instrument Sans"/>
                <a:cs typeface="Instrument Sans"/>
                <a:sym typeface="Instrument Sans"/>
              </a:rPr>
              <a:t>: pretend to be the brain’s natural chemical messengers</a:t>
            </a:r>
            <a:endParaRPr sz="1200">
              <a:latin typeface="Instrument Sans"/>
              <a:ea typeface="Instrument Sans"/>
              <a:cs typeface="Instrument Sans"/>
              <a:sym typeface="Instrument Sans"/>
            </a:endParaRPr>
          </a:p>
          <a:p>
            <a:pPr marL="457200" lvl="0" indent="-304800" algn="l" rtl="0">
              <a:lnSpc>
                <a:spcPct val="115000"/>
              </a:lnSpc>
              <a:spcBef>
                <a:spcPts val="0"/>
              </a:spcBef>
              <a:spcAft>
                <a:spcPts val="0"/>
              </a:spcAft>
              <a:buSzPts val="1200"/>
              <a:buChar char="●"/>
            </a:pPr>
            <a:r>
              <a:rPr lang="en" sz="1200">
                <a:latin typeface="Instrument Sans"/>
                <a:ea typeface="Instrument Sans"/>
                <a:cs typeface="Instrument Sans"/>
                <a:sym typeface="Instrument Sans"/>
              </a:rPr>
              <a:t> </a:t>
            </a:r>
            <a:r>
              <a:rPr lang="en" sz="1200" b="1">
                <a:latin typeface="Instrument Sans"/>
                <a:ea typeface="Instrument Sans"/>
                <a:cs typeface="Instrument Sans"/>
                <a:sym typeface="Instrument Sans"/>
              </a:rPr>
              <a:t>Block signals</a:t>
            </a:r>
            <a:r>
              <a:rPr lang="en" sz="1200">
                <a:latin typeface="Instrument Sans"/>
                <a:ea typeface="Instrument Sans"/>
                <a:cs typeface="Instrument Sans"/>
                <a:sym typeface="Instrument Sans"/>
              </a:rPr>
              <a:t>: stop messages from getting through</a:t>
            </a:r>
            <a:endParaRPr sz="1200">
              <a:latin typeface="Instrument Sans"/>
              <a:ea typeface="Instrument Sans"/>
              <a:cs typeface="Instrument Sans"/>
              <a:sym typeface="Instrument Sans"/>
            </a:endParaRPr>
          </a:p>
          <a:p>
            <a:pPr marL="457200" lvl="0" indent="-304800" algn="l" rtl="0">
              <a:lnSpc>
                <a:spcPct val="115000"/>
              </a:lnSpc>
              <a:spcBef>
                <a:spcPts val="0"/>
              </a:spcBef>
              <a:spcAft>
                <a:spcPts val="0"/>
              </a:spcAft>
              <a:buSzPts val="1200"/>
              <a:buChar char="●"/>
            </a:pPr>
            <a:r>
              <a:rPr lang="en" sz="1200" b="1">
                <a:latin typeface="Instrument Sans"/>
                <a:ea typeface="Instrument Sans"/>
                <a:cs typeface="Instrument Sans"/>
                <a:sym typeface="Instrument Sans"/>
              </a:rPr>
              <a:t>Turn signals up</a:t>
            </a:r>
            <a:r>
              <a:rPr lang="en" sz="1200">
                <a:latin typeface="Instrument Sans"/>
                <a:ea typeface="Instrument Sans"/>
                <a:cs typeface="Instrument Sans"/>
                <a:sym typeface="Instrument Sans"/>
              </a:rPr>
              <a:t>: make certain brain messages stronger or last longer</a:t>
            </a:r>
            <a:endParaRPr sz="1200">
              <a:latin typeface="Instrument Sans"/>
              <a:ea typeface="Instrument Sans"/>
              <a:cs typeface="Instrument Sans"/>
              <a:sym typeface="Instrument Sans"/>
            </a:endParaRPr>
          </a:p>
          <a:p>
            <a:pPr marL="457200" lvl="0" indent="-304800" algn="l" rtl="0">
              <a:lnSpc>
                <a:spcPct val="115000"/>
              </a:lnSpc>
              <a:spcBef>
                <a:spcPts val="0"/>
              </a:spcBef>
              <a:spcAft>
                <a:spcPts val="0"/>
              </a:spcAft>
              <a:buSzPts val="1200"/>
              <a:buChar char="●"/>
            </a:pPr>
            <a:r>
              <a:rPr lang="en" sz="1200" b="1">
                <a:latin typeface="Instrument Sans"/>
                <a:ea typeface="Instrument Sans"/>
                <a:cs typeface="Instrument Sans"/>
                <a:sym typeface="Instrument Sans"/>
              </a:rPr>
              <a:t>Turn signals down</a:t>
            </a:r>
            <a:r>
              <a:rPr lang="en" sz="1200">
                <a:latin typeface="Instrument Sans"/>
                <a:ea typeface="Instrument Sans"/>
                <a:cs typeface="Instrument Sans"/>
                <a:sym typeface="Instrument Sans"/>
              </a:rPr>
              <a:t>: make brain messages weaker</a:t>
            </a:r>
            <a:endParaRPr sz="1200">
              <a:latin typeface="Instrument Sans"/>
              <a:ea typeface="Instrument Sans"/>
              <a:cs typeface="Instrument Sans"/>
              <a:sym typeface="Instrument Sans"/>
            </a:endParaRPr>
          </a:p>
          <a:p>
            <a:pPr marL="457200" lvl="0" indent="-304800" algn="l" rtl="0">
              <a:lnSpc>
                <a:spcPct val="115000"/>
              </a:lnSpc>
              <a:spcBef>
                <a:spcPts val="0"/>
              </a:spcBef>
              <a:spcAft>
                <a:spcPts val="0"/>
              </a:spcAft>
              <a:buSzPts val="1200"/>
              <a:buChar char="●"/>
            </a:pPr>
            <a:r>
              <a:rPr lang="en" sz="1200" b="1">
                <a:latin typeface="Instrument Sans"/>
                <a:ea typeface="Instrument Sans"/>
                <a:cs typeface="Instrument Sans"/>
                <a:sym typeface="Instrument Sans"/>
              </a:rPr>
              <a:t>Change the brain over time</a:t>
            </a:r>
            <a:r>
              <a:rPr lang="en" sz="1200">
                <a:latin typeface="Instrument Sans"/>
                <a:ea typeface="Instrument Sans"/>
                <a:cs typeface="Instrument Sans"/>
                <a:sym typeface="Instrument Sans"/>
              </a:rPr>
              <a:t>: repeated drug use can cause the brain to adapt, leading to tolerance and dependence</a:t>
            </a:r>
            <a:endParaRPr sz="1200">
              <a:latin typeface="Instrument Sans"/>
              <a:ea typeface="Instrument Sans"/>
              <a:cs typeface="Instrument Sans"/>
              <a:sym typeface="Instrument Sans"/>
            </a:endParaRPr>
          </a:p>
          <a:p>
            <a:pPr marL="0" marR="38100" lvl="0" indent="0" algn="l" rtl="0">
              <a:lnSpc>
                <a:spcPct val="100000"/>
              </a:lnSpc>
              <a:spcBef>
                <a:spcPts val="1200"/>
              </a:spcBef>
              <a:spcAft>
                <a:spcPts val="0"/>
              </a:spcAft>
              <a:buNone/>
            </a:pPr>
            <a:endParaRPr sz="1200">
              <a:latin typeface="Instrument Sans"/>
              <a:ea typeface="Instrument Sans"/>
              <a:cs typeface="Instrument Sans"/>
              <a:sym typeface="Instrument Sans"/>
            </a:endParaRPr>
          </a:p>
        </p:txBody>
      </p:sp>
      <p:sp>
        <p:nvSpPr>
          <p:cNvPr id="1337" name="Google Shape;1337;p158"/>
          <p:cNvSpPr txBox="1"/>
          <p:nvPr/>
        </p:nvSpPr>
        <p:spPr>
          <a:xfrm>
            <a:off x="4511675" y="1339525"/>
            <a:ext cx="4632300" cy="3394500"/>
          </a:xfrm>
          <a:prstGeom prst="rect">
            <a:avLst/>
          </a:prstGeom>
          <a:noFill/>
          <a:ln>
            <a:noFill/>
          </a:ln>
        </p:spPr>
        <p:txBody>
          <a:bodyPr spcFirstLastPara="1" wrap="square" lIns="91425" tIns="91425" rIns="91425" bIns="91425" anchor="t" anchorCtr="0">
            <a:noAutofit/>
          </a:bodyPr>
          <a:lstStyle/>
          <a:p>
            <a:pPr marL="0" marR="38100" lvl="0" indent="0" algn="l" rtl="0">
              <a:lnSpc>
                <a:spcPct val="100000"/>
              </a:lnSpc>
              <a:spcBef>
                <a:spcPts val="0"/>
              </a:spcBef>
              <a:spcAft>
                <a:spcPts val="0"/>
              </a:spcAft>
              <a:buNone/>
            </a:pPr>
            <a:r>
              <a:rPr lang="en" sz="1200">
                <a:solidFill>
                  <a:srgbClr val="0000FF"/>
                </a:solidFill>
                <a:latin typeface="Instrument Sans"/>
                <a:ea typeface="Instrument Sans"/>
                <a:cs typeface="Instrument Sans"/>
                <a:sym typeface="Instrument Sans"/>
              </a:rPr>
              <a:t>La mayoría de las drogas alteran la comunicación en los circuitos cerebrales involucrados en el estado de ánimo, la percepción, la motivación, el pensamiento y el comportamiento.</a:t>
            </a:r>
            <a:endParaRPr sz="1200">
              <a:solidFill>
                <a:srgbClr val="0000FF"/>
              </a:solidFill>
              <a:latin typeface="Instrument Sans"/>
              <a:ea typeface="Instrument Sans"/>
              <a:cs typeface="Instrument Sans"/>
              <a:sym typeface="Instrument Sans"/>
            </a:endParaRPr>
          </a:p>
          <a:p>
            <a:pPr marL="0" marR="38100" lvl="0" indent="0" algn="l" rtl="0">
              <a:lnSpc>
                <a:spcPct val="100000"/>
              </a:lnSpc>
              <a:spcBef>
                <a:spcPts val="0"/>
              </a:spcBef>
              <a:spcAft>
                <a:spcPts val="0"/>
              </a:spcAft>
              <a:buNone/>
            </a:pPr>
            <a:endParaRPr sz="1200">
              <a:solidFill>
                <a:srgbClr val="0000FF"/>
              </a:solidFill>
              <a:latin typeface="Instrument Sans"/>
              <a:ea typeface="Instrument Sans"/>
              <a:cs typeface="Instrument Sans"/>
              <a:sym typeface="Instrument Sans"/>
            </a:endParaRPr>
          </a:p>
          <a:p>
            <a:pPr marL="0" marR="38100" lvl="0" indent="0" algn="l" rtl="0">
              <a:lnSpc>
                <a:spcPct val="100000"/>
              </a:lnSpc>
              <a:spcBef>
                <a:spcPts val="0"/>
              </a:spcBef>
              <a:spcAft>
                <a:spcPts val="0"/>
              </a:spcAft>
              <a:buNone/>
            </a:pPr>
            <a:r>
              <a:rPr lang="en" sz="1200">
                <a:solidFill>
                  <a:srgbClr val="0000FF"/>
                </a:solidFill>
                <a:latin typeface="Instrument Sans"/>
                <a:ea typeface="Instrument Sans"/>
                <a:cs typeface="Instrument Sans"/>
                <a:sym typeface="Instrument Sans"/>
              </a:rPr>
              <a:t>Las drogas pueden cambiar la forma en que se comunican las células del cerebro:</a:t>
            </a: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Actuar como neurotransmisores: “imitar” a los mensajeros químicos naturales del cerebro</a:t>
            </a: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Bloquear señales: impedir que los mensajes lleguen a su destino</a:t>
            </a: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Aumentar las señales: hacer que ciertos mensajes sean más fuertes o duren más tiempo</a:t>
            </a: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Disminuir las señales: hacer que ciertos mensajes sean más débiles</a:t>
            </a: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Cambiar el cerebro con el tiempo: el consumo repetido de drogas puede hacer que el cerebro se adapte, lo que puede llevar a tolerancia y dependencia</a:t>
            </a:r>
            <a:endParaRPr sz="1200">
              <a:solidFill>
                <a:srgbClr val="0000FF"/>
              </a:solidFill>
              <a:latin typeface="Instrument Sans"/>
              <a:ea typeface="Instrument Sans"/>
              <a:cs typeface="Instrument Sans"/>
              <a:sym typeface="Instrument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D9D2E9"/>
        </a:solidFill>
        <a:effectLst/>
      </p:bgPr>
    </p:bg>
    <p:spTree>
      <p:nvGrpSpPr>
        <p:cNvPr id="1" name="Shape 1341"/>
        <p:cNvGrpSpPr/>
        <p:nvPr/>
      </p:nvGrpSpPr>
      <p:grpSpPr>
        <a:xfrm>
          <a:off x="0" y="0"/>
          <a:ext cx="0" cy="0"/>
          <a:chOff x="0" y="0"/>
          <a:chExt cx="0" cy="0"/>
        </a:xfrm>
      </p:grpSpPr>
      <p:sp>
        <p:nvSpPr>
          <p:cNvPr id="1342" name="Google Shape;1342;p159"/>
          <p:cNvSpPr txBox="1">
            <a:spLocks noGrp="1"/>
          </p:cNvSpPr>
          <p:nvPr>
            <p:ph type="body" idx="3"/>
          </p:nvPr>
        </p:nvSpPr>
        <p:spPr>
          <a:xfrm>
            <a:off x="312950" y="424225"/>
            <a:ext cx="85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sz="2600">
                <a:latin typeface="Instrument Sans SemiBold"/>
                <a:ea typeface="Instrument Sans SemiBold"/>
                <a:cs typeface="Instrument Sans SemiBold"/>
                <a:sym typeface="Instrument Sans SemiBold"/>
              </a:rPr>
              <a:t>How Does Alcohol Affect the Brain? </a:t>
            </a:r>
            <a:endParaRPr sz="2600">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sz="2600">
                <a:solidFill>
                  <a:srgbClr val="0000FF"/>
                </a:solidFill>
                <a:latin typeface="Instrument Sans SemiBold"/>
                <a:ea typeface="Instrument Sans SemiBold"/>
                <a:cs typeface="Instrument Sans SemiBold"/>
                <a:sym typeface="Instrument Sans SemiBold"/>
              </a:rPr>
              <a:t>¿Cómo afecta el alcohol al cerebro?</a:t>
            </a:r>
            <a:endParaRPr sz="2600">
              <a:solidFill>
                <a:srgbClr val="0000FF"/>
              </a:solidFill>
              <a:latin typeface="Instrument Sans SemiBold"/>
              <a:ea typeface="Instrument Sans SemiBold"/>
              <a:cs typeface="Instrument Sans SemiBold"/>
              <a:sym typeface="Instrument Sans SemiBold"/>
            </a:endParaRPr>
          </a:p>
        </p:txBody>
      </p:sp>
      <p:sp>
        <p:nvSpPr>
          <p:cNvPr id="1343" name="Google Shape;1343;p159"/>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41</a:t>
            </a:fld>
            <a:endParaRPr/>
          </a:p>
        </p:txBody>
      </p:sp>
      <p:sp>
        <p:nvSpPr>
          <p:cNvPr id="1344" name="Google Shape;1344;p159"/>
          <p:cNvSpPr txBox="1"/>
          <p:nvPr/>
        </p:nvSpPr>
        <p:spPr>
          <a:xfrm>
            <a:off x="194825" y="1339525"/>
            <a:ext cx="4377300" cy="3612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latin typeface="Instrument Sans"/>
                <a:ea typeface="Instrument Sans"/>
                <a:cs typeface="Instrument Sans"/>
                <a:sym typeface="Instrument Sans"/>
              </a:rPr>
              <a:t>Alcohol is a depressant that slows activity in the brain. It does this by changing the balance between the chemicals that control the brain’s “brakes” and “gas pedal”</a:t>
            </a:r>
            <a:r>
              <a:rPr lang="en" sz="1300">
                <a:latin typeface="Instrument Sans"/>
                <a:ea typeface="Instrument Sans"/>
                <a:cs typeface="Instrument Sans"/>
                <a:sym typeface="Instrument Sans"/>
              </a:rPr>
              <a:t>:</a:t>
            </a:r>
            <a:endParaRPr sz="1300">
              <a:latin typeface="Instrument Sans"/>
              <a:ea typeface="Instrument Sans"/>
              <a:cs typeface="Instrument Sans"/>
              <a:sym typeface="Instrument Sans"/>
            </a:endParaRPr>
          </a:p>
          <a:p>
            <a:pPr marL="457200" lvl="0" indent="-311150" algn="l" rtl="0">
              <a:lnSpc>
                <a:spcPct val="115000"/>
              </a:lnSpc>
              <a:spcBef>
                <a:spcPts val="1200"/>
              </a:spcBef>
              <a:spcAft>
                <a:spcPts val="0"/>
              </a:spcAft>
              <a:buSzPts val="1300"/>
              <a:buFont typeface="Instrument Sans"/>
              <a:buChar char="●"/>
            </a:pPr>
            <a:r>
              <a:rPr lang="en" sz="1300">
                <a:latin typeface="Instrument Sans"/>
                <a:ea typeface="Instrument Sans"/>
                <a:cs typeface="Instrument Sans"/>
                <a:sym typeface="Instrument Sans"/>
              </a:rPr>
              <a:t> </a:t>
            </a:r>
            <a:r>
              <a:rPr lang="en" sz="1300" b="1">
                <a:latin typeface="Instrument Sans"/>
                <a:ea typeface="Instrument Sans"/>
                <a:cs typeface="Instrument Sans"/>
                <a:sym typeface="Instrument Sans"/>
              </a:rPr>
              <a:t>↑</a:t>
            </a:r>
            <a:r>
              <a:rPr lang="en" sz="1300">
                <a:latin typeface="Instrument Sans"/>
                <a:ea typeface="Instrument Sans"/>
                <a:cs typeface="Instrument Sans"/>
                <a:sym typeface="Instrument Sans"/>
              </a:rPr>
              <a:t> GABA:  increases the brain’s “braking” signals  = relaxation, sleepiness, slower reactions</a:t>
            </a:r>
            <a:endParaRPr sz="1300">
              <a:latin typeface="Instrument Sans"/>
              <a:ea typeface="Instrument Sans"/>
              <a:cs typeface="Instrument Sans"/>
              <a:sym typeface="Instrument Sans"/>
            </a:endParaRPr>
          </a:p>
          <a:p>
            <a:pPr marL="457200" lvl="0" indent="-311150" algn="l" rtl="0">
              <a:lnSpc>
                <a:spcPct val="115000"/>
              </a:lnSpc>
              <a:spcBef>
                <a:spcPts val="1000"/>
              </a:spcBef>
              <a:spcAft>
                <a:spcPts val="0"/>
              </a:spcAft>
              <a:buSzPts val="1300"/>
              <a:buFont typeface="Instrument Sans"/>
              <a:buChar char="●"/>
            </a:pPr>
            <a:r>
              <a:rPr lang="en" sz="1300" b="1">
                <a:latin typeface="Instrument Sans"/>
                <a:ea typeface="Instrument Sans"/>
                <a:cs typeface="Instrument Sans"/>
                <a:sym typeface="Instrument Sans"/>
              </a:rPr>
              <a:t>↓</a:t>
            </a:r>
            <a:r>
              <a:rPr lang="en" sz="1300">
                <a:latin typeface="Instrument Sans"/>
                <a:ea typeface="Instrument Sans"/>
                <a:cs typeface="Instrument Sans"/>
                <a:sym typeface="Instrument Sans"/>
              </a:rPr>
              <a:t> Glutamate: decreases the brain’s “gas pedal”     = impaired attention, learning, and memory</a:t>
            </a:r>
            <a:endParaRPr sz="1300">
              <a:latin typeface="Instrument Sans"/>
              <a:ea typeface="Instrument Sans"/>
              <a:cs typeface="Instrument Sans"/>
              <a:sym typeface="Instrument Sans"/>
            </a:endParaRPr>
          </a:p>
          <a:p>
            <a:pPr marL="457200" lvl="0" indent="-311150" algn="l" rtl="0">
              <a:lnSpc>
                <a:spcPct val="115000"/>
              </a:lnSpc>
              <a:spcBef>
                <a:spcPts val="1000"/>
              </a:spcBef>
              <a:spcAft>
                <a:spcPts val="0"/>
              </a:spcAft>
              <a:buSzPts val="1300"/>
              <a:buFont typeface="Instrument Sans"/>
              <a:buChar char="●"/>
            </a:pPr>
            <a:r>
              <a:rPr lang="en" sz="1300" b="1">
                <a:latin typeface="Instrument Sans"/>
                <a:ea typeface="Instrument Sans"/>
                <a:cs typeface="Instrument Sans"/>
                <a:sym typeface="Instrument Sans"/>
              </a:rPr>
              <a:t>↑</a:t>
            </a:r>
            <a:r>
              <a:rPr lang="en" sz="1300">
                <a:latin typeface="Instrument Sans"/>
                <a:ea typeface="Instrument Sans"/>
                <a:cs typeface="Instrument Sans"/>
                <a:sym typeface="Instrument Sans"/>
              </a:rPr>
              <a:t> Dopamine:  activates the brain’s reward system = pleasurable feelings and reinforcement</a:t>
            </a:r>
            <a:endParaRPr sz="1300">
              <a:latin typeface="Instrument Sans"/>
              <a:ea typeface="Instrument Sans"/>
              <a:cs typeface="Instrument Sans"/>
              <a:sym typeface="Instrument Sans"/>
            </a:endParaRPr>
          </a:p>
          <a:p>
            <a:pPr marL="0" marR="38100" lvl="0" indent="0" algn="l" rtl="0">
              <a:lnSpc>
                <a:spcPct val="100000"/>
              </a:lnSpc>
              <a:spcBef>
                <a:spcPts val="1000"/>
              </a:spcBef>
              <a:spcAft>
                <a:spcPts val="0"/>
              </a:spcAft>
              <a:buNone/>
            </a:pPr>
            <a:r>
              <a:rPr lang="en" sz="1300">
                <a:latin typeface="Instrument Sans"/>
                <a:ea typeface="Instrument Sans"/>
                <a:cs typeface="Instrument Sans"/>
                <a:sym typeface="Instrument Sans"/>
              </a:rPr>
              <a:t>Alcohol turns up the brakes, turns down the gas, and activates the reward system. </a:t>
            </a:r>
            <a:endParaRPr sz="1300">
              <a:latin typeface="Instrument Sans"/>
              <a:ea typeface="Instrument Sans"/>
              <a:cs typeface="Instrument Sans"/>
              <a:sym typeface="Instrument Sans"/>
            </a:endParaRPr>
          </a:p>
        </p:txBody>
      </p:sp>
      <p:sp>
        <p:nvSpPr>
          <p:cNvPr id="1345" name="Google Shape;1345;p159"/>
          <p:cNvSpPr txBox="1"/>
          <p:nvPr/>
        </p:nvSpPr>
        <p:spPr>
          <a:xfrm>
            <a:off x="4572125" y="1339525"/>
            <a:ext cx="4572000" cy="3394500"/>
          </a:xfrm>
          <a:prstGeom prst="rect">
            <a:avLst/>
          </a:prstGeom>
          <a:noFill/>
          <a:ln>
            <a:noFill/>
          </a:ln>
        </p:spPr>
        <p:txBody>
          <a:bodyPr spcFirstLastPara="1" wrap="square" lIns="91425" tIns="91425" rIns="91425" bIns="91425" anchor="t" anchorCtr="0">
            <a:noAutofit/>
          </a:bodyPr>
          <a:lstStyle/>
          <a:p>
            <a:pPr marL="0" marR="38100" lvl="0" indent="0" algn="l" rtl="0">
              <a:lnSpc>
                <a:spcPct val="100000"/>
              </a:lnSpc>
              <a:spcBef>
                <a:spcPts val="0"/>
              </a:spcBef>
              <a:spcAft>
                <a:spcPts val="0"/>
              </a:spcAft>
              <a:buNone/>
            </a:pPr>
            <a:r>
              <a:rPr lang="en" sz="1200">
                <a:solidFill>
                  <a:srgbClr val="0000FF"/>
                </a:solidFill>
                <a:latin typeface="Instrument Sans"/>
                <a:ea typeface="Instrument Sans"/>
                <a:cs typeface="Instrument Sans"/>
                <a:sym typeface="Instrument Sans"/>
              </a:rPr>
              <a:t>El alcohol es un depresor del sistema nervioso que disminuye la actividad cerebral. Lo hace cambiando el equilibrio entre las sustancias químicas que controlan los “frenos” y el “acelerador” del cerebro:</a:t>
            </a:r>
            <a:endParaRPr sz="1200">
              <a:solidFill>
                <a:srgbClr val="0000FF"/>
              </a:solidFill>
              <a:latin typeface="Instrument Sans"/>
              <a:ea typeface="Instrument Sans"/>
              <a:cs typeface="Instrument Sans"/>
              <a:sym typeface="Instrument Sans"/>
            </a:endParaRPr>
          </a:p>
          <a:p>
            <a:pPr marL="0" marR="38100" lvl="0" indent="0" algn="l" rtl="0">
              <a:lnSpc>
                <a:spcPct val="100000"/>
              </a:lnSpc>
              <a:spcBef>
                <a:spcPts val="0"/>
              </a:spcBef>
              <a:spcAft>
                <a:spcPts val="0"/>
              </a:spcAft>
              <a:buNone/>
            </a:pP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 GABA: aumenta las señales de los “frenos” del cerebro = relajación, sueño y reacciones más lentas</a:t>
            </a: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100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 Glutamato: disminuye el “acelerador” del cerebro          = dificultad para prestar atención, aprender y recordar</a:t>
            </a:r>
            <a:endParaRPr sz="1200">
              <a:solidFill>
                <a:srgbClr val="0000FF"/>
              </a:solidFill>
              <a:latin typeface="Instrument Sans"/>
              <a:ea typeface="Instrument Sans"/>
              <a:cs typeface="Instrument Sans"/>
              <a:sym typeface="Instrument Sans"/>
            </a:endParaRPr>
          </a:p>
          <a:p>
            <a:pPr marL="457200" marR="38100" lvl="0" indent="-304800" algn="l" rtl="0">
              <a:lnSpc>
                <a:spcPct val="100000"/>
              </a:lnSpc>
              <a:spcBef>
                <a:spcPts val="1000"/>
              </a:spcBef>
              <a:spcAft>
                <a:spcPts val="0"/>
              </a:spcAft>
              <a:buClr>
                <a:srgbClr val="0000FF"/>
              </a:buClr>
              <a:buSzPts val="1200"/>
              <a:buFont typeface="Instrument Sans"/>
              <a:buChar char="●"/>
            </a:pPr>
            <a:r>
              <a:rPr lang="en" sz="1200">
                <a:solidFill>
                  <a:srgbClr val="0000FF"/>
                </a:solidFill>
                <a:latin typeface="Instrument Sans"/>
                <a:ea typeface="Instrument Sans"/>
                <a:cs typeface="Instrument Sans"/>
                <a:sym typeface="Instrument Sans"/>
              </a:rPr>
              <a:t>↑ Dopamina: activa el sistema de recompensa                     = sensaciones placenteras y refuerzo</a:t>
            </a:r>
            <a:endParaRPr sz="1200">
              <a:solidFill>
                <a:srgbClr val="0000FF"/>
              </a:solidFill>
              <a:latin typeface="Instrument Sans"/>
              <a:ea typeface="Instrument Sans"/>
              <a:cs typeface="Instrument Sans"/>
              <a:sym typeface="Instrument Sans"/>
            </a:endParaRPr>
          </a:p>
          <a:p>
            <a:pPr marL="0" marR="38100" lvl="0" indent="0" algn="l" rtl="0">
              <a:lnSpc>
                <a:spcPct val="100000"/>
              </a:lnSpc>
              <a:spcBef>
                <a:spcPts val="1000"/>
              </a:spcBef>
              <a:spcAft>
                <a:spcPts val="0"/>
              </a:spcAft>
              <a:buNone/>
            </a:pPr>
            <a:endParaRPr sz="1200">
              <a:solidFill>
                <a:srgbClr val="0000FF"/>
              </a:solidFill>
              <a:latin typeface="Instrument Sans"/>
              <a:ea typeface="Instrument Sans"/>
              <a:cs typeface="Instrument Sans"/>
              <a:sym typeface="Instrument Sans"/>
            </a:endParaRPr>
          </a:p>
          <a:p>
            <a:pPr marL="0" marR="38100" lvl="0" indent="0" algn="l" rtl="0">
              <a:lnSpc>
                <a:spcPct val="100000"/>
              </a:lnSpc>
              <a:spcBef>
                <a:spcPts val="0"/>
              </a:spcBef>
              <a:spcAft>
                <a:spcPts val="0"/>
              </a:spcAft>
              <a:buNone/>
            </a:pPr>
            <a:endParaRPr sz="1200">
              <a:solidFill>
                <a:srgbClr val="0000FF"/>
              </a:solidFill>
              <a:latin typeface="Instrument Sans"/>
              <a:ea typeface="Instrument Sans"/>
              <a:cs typeface="Instrument Sans"/>
              <a:sym typeface="Instrument Sans"/>
            </a:endParaRPr>
          </a:p>
          <a:p>
            <a:pPr marL="0" marR="38100" lvl="0" indent="0" algn="l" rtl="0">
              <a:lnSpc>
                <a:spcPct val="100000"/>
              </a:lnSpc>
              <a:spcBef>
                <a:spcPts val="0"/>
              </a:spcBef>
              <a:spcAft>
                <a:spcPts val="0"/>
              </a:spcAft>
              <a:buNone/>
            </a:pPr>
            <a:r>
              <a:rPr lang="en" sz="1200">
                <a:solidFill>
                  <a:srgbClr val="0000FF"/>
                </a:solidFill>
                <a:latin typeface="Instrument Sans"/>
                <a:ea typeface="Instrument Sans"/>
                <a:cs typeface="Instrument Sans"/>
                <a:sym typeface="Instrument Sans"/>
              </a:rPr>
              <a:t>El alcohol aumenta los frenos, disminuye el acelerador y activa el sistema de recompensa.</a:t>
            </a:r>
            <a:endParaRPr sz="1200">
              <a:solidFill>
                <a:srgbClr val="0000FF"/>
              </a:solidFill>
              <a:latin typeface="Instrument Sans"/>
              <a:ea typeface="Instrument Sans"/>
              <a:cs typeface="Instrument Sans"/>
              <a:sym typeface="Instrument Sans"/>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D9D2E9"/>
        </a:solidFill>
        <a:effectLst/>
      </p:bgPr>
    </p:bg>
    <p:spTree>
      <p:nvGrpSpPr>
        <p:cNvPr id="1" name="Shape 1349"/>
        <p:cNvGrpSpPr/>
        <p:nvPr/>
      </p:nvGrpSpPr>
      <p:grpSpPr>
        <a:xfrm>
          <a:off x="0" y="0"/>
          <a:ext cx="0" cy="0"/>
          <a:chOff x="0" y="0"/>
          <a:chExt cx="0" cy="0"/>
        </a:xfrm>
      </p:grpSpPr>
      <p:sp>
        <p:nvSpPr>
          <p:cNvPr id="1350" name="Google Shape;1350;p160"/>
          <p:cNvSpPr txBox="1">
            <a:spLocks noGrp="1"/>
          </p:cNvSpPr>
          <p:nvPr>
            <p:ph type="body" idx="3"/>
          </p:nvPr>
        </p:nvSpPr>
        <p:spPr>
          <a:xfrm>
            <a:off x="312950" y="424225"/>
            <a:ext cx="85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sz="2600">
                <a:latin typeface="Instrument Sans SemiBold"/>
                <a:ea typeface="Instrument Sans SemiBold"/>
                <a:cs typeface="Instrument Sans SemiBold"/>
                <a:sym typeface="Instrument Sans SemiBold"/>
              </a:rPr>
              <a:t>How Does Alcohol Affect What We See?</a:t>
            </a:r>
            <a:endParaRPr sz="2600">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sz="2600">
                <a:solidFill>
                  <a:srgbClr val="0000FF"/>
                </a:solidFill>
                <a:latin typeface="Instrument Sans SemiBold"/>
                <a:ea typeface="Instrument Sans SemiBold"/>
                <a:cs typeface="Instrument Sans SemiBold"/>
                <a:sym typeface="Instrument Sans SemiBold"/>
              </a:rPr>
              <a:t>¿Cómo afecta el alcohol lo que vemos?</a:t>
            </a:r>
            <a:endParaRPr sz="2600">
              <a:solidFill>
                <a:srgbClr val="0000FF"/>
              </a:solidFill>
              <a:latin typeface="Instrument Sans SemiBold"/>
              <a:ea typeface="Instrument Sans SemiBold"/>
              <a:cs typeface="Instrument Sans SemiBold"/>
              <a:sym typeface="Instrument Sans SemiBold"/>
            </a:endParaRPr>
          </a:p>
        </p:txBody>
      </p:sp>
      <p:sp>
        <p:nvSpPr>
          <p:cNvPr id="1351" name="Google Shape;1351;p160"/>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42</a:t>
            </a:fld>
            <a:endParaRPr/>
          </a:p>
        </p:txBody>
      </p:sp>
      <p:sp>
        <p:nvSpPr>
          <p:cNvPr id="1352" name="Google Shape;1352;p160"/>
          <p:cNvSpPr txBox="1"/>
          <p:nvPr/>
        </p:nvSpPr>
        <p:spPr>
          <a:xfrm>
            <a:off x="194825" y="1339525"/>
            <a:ext cx="4317000" cy="3556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latin typeface="Instrument Sans"/>
                <a:ea typeface="Instrument Sans"/>
                <a:cs typeface="Instrument Sans"/>
                <a:sym typeface="Instrument Sans"/>
              </a:rPr>
              <a:t>Alcohol affects brain regions responsible for vision, coordination, judgment, and reaction time.</a:t>
            </a:r>
            <a:endParaRPr>
              <a:latin typeface="Instrument Sans"/>
              <a:ea typeface="Instrument Sans"/>
              <a:cs typeface="Instrument Sans"/>
              <a:sym typeface="Instrument Sans"/>
            </a:endParaRPr>
          </a:p>
          <a:p>
            <a:pPr marL="0" lvl="0" indent="0" algn="l" rtl="0">
              <a:lnSpc>
                <a:spcPct val="115000"/>
              </a:lnSpc>
              <a:spcBef>
                <a:spcPts val="1200"/>
              </a:spcBef>
              <a:spcAft>
                <a:spcPts val="0"/>
              </a:spcAft>
              <a:buNone/>
            </a:pPr>
            <a:r>
              <a:rPr lang="en" b="1">
                <a:latin typeface="Instrument Sans"/>
                <a:ea typeface="Instrument Sans"/>
                <a:cs typeface="Instrument Sans"/>
                <a:sym typeface="Instrument Sans"/>
              </a:rPr>
              <a:t>Why does vision change?</a:t>
            </a:r>
            <a:endParaRPr b="1">
              <a:latin typeface="Instrument Sans"/>
              <a:ea typeface="Instrument Sans"/>
              <a:cs typeface="Instrument Sans"/>
              <a:sym typeface="Instrument Sans"/>
            </a:endParaRPr>
          </a:p>
          <a:p>
            <a:pPr marL="0" lvl="0" indent="0" algn="l" rtl="0">
              <a:lnSpc>
                <a:spcPct val="115000"/>
              </a:lnSpc>
              <a:spcBef>
                <a:spcPts val="1200"/>
              </a:spcBef>
              <a:spcAft>
                <a:spcPts val="0"/>
              </a:spcAft>
              <a:buNone/>
            </a:pPr>
            <a:r>
              <a:rPr lang="en">
                <a:latin typeface="Instrument Sans"/>
                <a:ea typeface="Instrument Sans"/>
                <a:cs typeface="Instrument Sans"/>
                <a:sym typeface="Instrument Sans"/>
              </a:rPr>
              <a:t>Alcohol interferes with the brain circuits responsible for:</a:t>
            </a:r>
            <a:endParaRPr>
              <a:latin typeface="Instrument Sans"/>
              <a:ea typeface="Instrument Sans"/>
              <a:cs typeface="Instrument Sans"/>
              <a:sym typeface="Instrument Sans"/>
            </a:endParaRPr>
          </a:p>
          <a:p>
            <a:pPr marL="457200" lvl="0" indent="-317500" algn="l" rtl="0">
              <a:lnSpc>
                <a:spcPct val="115000"/>
              </a:lnSpc>
              <a:spcBef>
                <a:spcPts val="1200"/>
              </a:spcBef>
              <a:spcAft>
                <a:spcPts val="0"/>
              </a:spcAft>
              <a:buSzPts val="1400"/>
              <a:buFont typeface="Instrument Sans"/>
              <a:buChar char="●"/>
            </a:pPr>
            <a:r>
              <a:rPr lang="en">
                <a:latin typeface="Instrument Sans"/>
                <a:ea typeface="Instrument Sans"/>
                <a:cs typeface="Instrument Sans"/>
                <a:sym typeface="Instrument Sans"/>
              </a:rPr>
              <a:t>Eye coordination → blurred or double vision</a:t>
            </a:r>
            <a:endParaRPr>
              <a:latin typeface="Instrument Sans"/>
              <a:ea typeface="Instrument Sans"/>
              <a:cs typeface="Instrument Sans"/>
              <a:sym typeface="Instrument Sans"/>
            </a:endParaRPr>
          </a:p>
          <a:p>
            <a:pPr marL="457200" lvl="0" indent="-317500" algn="l" rtl="0">
              <a:lnSpc>
                <a:spcPct val="115000"/>
              </a:lnSpc>
              <a:spcBef>
                <a:spcPts val="0"/>
              </a:spcBef>
              <a:spcAft>
                <a:spcPts val="0"/>
              </a:spcAft>
              <a:buSzPts val="1400"/>
              <a:buFont typeface="Instrument Sans"/>
              <a:buChar char="●"/>
            </a:pPr>
            <a:r>
              <a:rPr lang="en">
                <a:latin typeface="Instrument Sans"/>
                <a:ea typeface="Instrument Sans"/>
                <a:cs typeface="Instrument Sans"/>
                <a:sym typeface="Instrument Sans"/>
              </a:rPr>
              <a:t>Eye movements → difficulty tracking moving objects</a:t>
            </a:r>
            <a:endParaRPr>
              <a:latin typeface="Instrument Sans"/>
              <a:ea typeface="Instrument Sans"/>
              <a:cs typeface="Instrument Sans"/>
              <a:sym typeface="Instrument Sans"/>
            </a:endParaRPr>
          </a:p>
          <a:p>
            <a:pPr marL="457200" lvl="0" indent="-317500" algn="l" rtl="0">
              <a:lnSpc>
                <a:spcPct val="115000"/>
              </a:lnSpc>
              <a:spcBef>
                <a:spcPts val="0"/>
              </a:spcBef>
              <a:spcAft>
                <a:spcPts val="0"/>
              </a:spcAft>
              <a:buSzPts val="1400"/>
              <a:buFont typeface="Instrument Sans"/>
              <a:buChar char="●"/>
            </a:pPr>
            <a:r>
              <a:rPr lang="en">
                <a:latin typeface="Instrument Sans"/>
                <a:ea typeface="Instrument Sans"/>
                <a:cs typeface="Instrument Sans"/>
                <a:sym typeface="Instrument Sans"/>
              </a:rPr>
              <a:t>Visual processing speed → slower reactions</a:t>
            </a:r>
            <a:endParaRPr>
              <a:latin typeface="Instrument Sans"/>
              <a:ea typeface="Instrument Sans"/>
              <a:cs typeface="Instrument Sans"/>
              <a:sym typeface="Instrument Sans"/>
            </a:endParaRPr>
          </a:p>
          <a:p>
            <a:pPr marL="457200" lvl="0" indent="-317500" algn="l" rtl="0">
              <a:lnSpc>
                <a:spcPct val="115000"/>
              </a:lnSpc>
              <a:spcBef>
                <a:spcPts val="0"/>
              </a:spcBef>
              <a:spcAft>
                <a:spcPts val="0"/>
              </a:spcAft>
              <a:buSzPts val="1400"/>
              <a:buFont typeface="Instrument Sans"/>
              <a:buChar char="●"/>
            </a:pPr>
            <a:r>
              <a:rPr lang="en">
                <a:latin typeface="Instrument Sans"/>
                <a:ea typeface="Instrument Sans"/>
                <a:cs typeface="Instrument Sans"/>
                <a:sym typeface="Instrument Sans"/>
              </a:rPr>
              <a:t>Depth perception → harder to judge distance</a:t>
            </a:r>
            <a:endParaRPr>
              <a:latin typeface="Instrument Sans"/>
              <a:ea typeface="Instrument Sans"/>
              <a:cs typeface="Instrument Sans"/>
              <a:sym typeface="Instrument Sans"/>
            </a:endParaRPr>
          </a:p>
          <a:p>
            <a:pPr marL="457200" lvl="0" indent="-317500" algn="l" rtl="0">
              <a:lnSpc>
                <a:spcPct val="115000"/>
              </a:lnSpc>
              <a:spcBef>
                <a:spcPts val="0"/>
              </a:spcBef>
              <a:spcAft>
                <a:spcPts val="0"/>
              </a:spcAft>
              <a:buSzPts val="1400"/>
              <a:buFont typeface="Instrument Sans"/>
              <a:buChar char="●"/>
            </a:pPr>
            <a:r>
              <a:rPr lang="en">
                <a:latin typeface="Instrument Sans"/>
                <a:ea typeface="Instrument Sans"/>
                <a:cs typeface="Instrument Sans"/>
                <a:sym typeface="Instrument Sans"/>
              </a:rPr>
              <a:t>Peripheral vision → reduced awareness of objects</a:t>
            </a:r>
            <a:endParaRPr>
              <a:latin typeface="Instrument Sans"/>
              <a:ea typeface="Instrument Sans"/>
              <a:cs typeface="Instrument Sans"/>
              <a:sym typeface="Instrument Sans"/>
            </a:endParaRPr>
          </a:p>
          <a:p>
            <a:pPr marL="457200" lvl="0" indent="0" algn="l" rtl="0">
              <a:lnSpc>
                <a:spcPct val="115000"/>
              </a:lnSpc>
              <a:spcBef>
                <a:spcPts val="1200"/>
              </a:spcBef>
              <a:spcAft>
                <a:spcPts val="0"/>
              </a:spcAft>
              <a:buNone/>
            </a:pPr>
            <a:endParaRPr>
              <a:latin typeface="Instrument Sans"/>
              <a:ea typeface="Instrument Sans"/>
              <a:cs typeface="Instrument Sans"/>
              <a:sym typeface="Instrument Sans"/>
            </a:endParaRPr>
          </a:p>
          <a:p>
            <a:pPr marL="0" marR="38100" lvl="0" indent="0" algn="l" rtl="0">
              <a:lnSpc>
                <a:spcPct val="100000"/>
              </a:lnSpc>
              <a:spcBef>
                <a:spcPts val="1200"/>
              </a:spcBef>
              <a:spcAft>
                <a:spcPts val="0"/>
              </a:spcAft>
              <a:buNone/>
            </a:pPr>
            <a:endParaRPr>
              <a:latin typeface="Instrument Sans"/>
              <a:ea typeface="Instrument Sans"/>
              <a:cs typeface="Instrument Sans"/>
              <a:sym typeface="Instrument Sans"/>
            </a:endParaRPr>
          </a:p>
        </p:txBody>
      </p:sp>
      <p:sp>
        <p:nvSpPr>
          <p:cNvPr id="1353" name="Google Shape;1353;p160"/>
          <p:cNvSpPr txBox="1"/>
          <p:nvPr/>
        </p:nvSpPr>
        <p:spPr>
          <a:xfrm>
            <a:off x="4511675" y="1339525"/>
            <a:ext cx="4632300" cy="3394500"/>
          </a:xfrm>
          <a:prstGeom prst="rect">
            <a:avLst/>
          </a:prstGeom>
          <a:noFill/>
          <a:ln>
            <a:noFill/>
          </a:ln>
        </p:spPr>
        <p:txBody>
          <a:bodyPr spcFirstLastPara="1" wrap="square" lIns="91425" tIns="91425" rIns="91425" bIns="91425" anchor="t" anchorCtr="0">
            <a:noAutofit/>
          </a:bodyPr>
          <a:lstStyle/>
          <a:p>
            <a:pPr marL="0" marR="38100" lvl="0" indent="0" algn="l" rtl="0">
              <a:lnSpc>
                <a:spcPct val="100000"/>
              </a:lnSpc>
              <a:spcBef>
                <a:spcPts val="0"/>
              </a:spcBef>
              <a:spcAft>
                <a:spcPts val="0"/>
              </a:spcAft>
              <a:buNone/>
            </a:pPr>
            <a:r>
              <a:rPr lang="en" sz="1300">
                <a:solidFill>
                  <a:srgbClr val="0000FF"/>
                </a:solidFill>
                <a:latin typeface="Instrument Sans"/>
                <a:ea typeface="Instrument Sans"/>
                <a:cs typeface="Instrument Sans"/>
                <a:sym typeface="Instrument Sans"/>
              </a:rPr>
              <a:t>El alcohol afecta las regiones del cerebro responsables de la visión, la coordinación, el juicio y el tiempo de reacción.</a:t>
            </a:r>
            <a:endParaRPr sz="1300">
              <a:solidFill>
                <a:srgbClr val="0000FF"/>
              </a:solidFill>
              <a:latin typeface="Instrument Sans"/>
              <a:ea typeface="Instrument Sans"/>
              <a:cs typeface="Instrument Sans"/>
              <a:sym typeface="Instrument Sans"/>
            </a:endParaRPr>
          </a:p>
          <a:p>
            <a:pPr marL="0" marR="38100" lvl="0" indent="0" algn="l" rtl="0">
              <a:lnSpc>
                <a:spcPct val="100000"/>
              </a:lnSpc>
              <a:spcBef>
                <a:spcPts val="0"/>
              </a:spcBef>
              <a:spcAft>
                <a:spcPts val="0"/>
              </a:spcAft>
              <a:buNone/>
            </a:pPr>
            <a:endParaRPr sz="1300">
              <a:solidFill>
                <a:srgbClr val="0000FF"/>
              </a:solidFill>
              <a:latin typeface="Instrument Sans"/>
              <a:ea typeface="Instrument Sans"/>
              <a:cs typeface="Instrument Sans"/>
              <a:sym typeface="Instrument Sans"/>
            </a:endParaRPr>
          </a:p>
          <a:p>
            <a:pPr marL="0" marR="38100" lvl="0" indent="0" algn="l" rtl="0">
              <a:lnSpc>
                <a:spcPct val="100000"/>
              </a:lnSpc>
              <a:spcBef>
                <a:spcPts val="0"/>
              </a:spcBef>
              <a:spcAft>
                <a:spcPts val="0"/>
              </a:spcAft>
              <a:buNone/>
            </a:pPr>
            <a:r>
              <a:rPr lang="en" sz="1300" b="1">
                <a:solidFill>
                  <a:srgbClr val="0000FF"/>
                </a:solidFill>
                <a:latin typeface="Instrument Sans"/>
                <a:ea typeface="Instrument Sans"/>
                <a:cs typeface="Instrument Sans"/>
                <a:sym typeface="Instrument Sans"/>
              </a:rPr>
              <a:t>¿Por qué cambia nuestra visión?</a:t>
            </a:r>
            <a:endParaRPr sz="1300" b="1">
              <a:solidFill>
                <a:srgbClr val="0000FF"/>
              </a:solidFill>
              <a:latin typeface="Instrument Sans"/>
              <a:ea typeface="Instrument Sans"/>
              <a:cs typeface="Instrument Sans"/>
              <a:sym typeface="Instrument Sans"/>
            </a:endParaRPr>
          </a:p>
          <a:p>
            <a:pPr marL="0" marR="38100" lvl="0" indent="0" algn="l" rtl="0">
              <a:lnSpc>
                <a:spcPct val="100000"/>
              </a:lnSpc>
              <a:spcBef>
                <a:spcPts val="0"/>
              </a:spcBef>
              <a:spcAft>
                <a:spcPts val="0"/>
              </a:spcAft>
              <a:buNone/>
            </a:pPr>
            <a:endParaRPr sz="1300">
              <a:solidFill>
                <a:srgbClr val="0000FF"/>
              </a:solidFill>
              <a:latin typeface="Instrument Sans"/>
              <a:ea typeface="Instrument Sans"/>
              <a:cs typeface="Instrument Sans"/>
              <a:sym typeface="Instrument Sans"/>
            </a:endParaRPr>
          </a:p>
          <a:p>
            <a:pPr marL="0" marR="38100" lvl="0" indent="0" algn="l" rtl="0">
              <a:lnSpc>
                <a:spcPct val="100000"/>
              </a:lnSpc>
              <a:spcBef>
                <a:spcPts val="0"/>
              </a:spcBef>
              <a:spcAft>
                <a:spcPts val="0"/>
              </a:spcAft>
              <a:buNone/>
            </a:pPr>
            <a:r>
              <a:rPr lang="en" sz="1300">
                <a:solidFill>
                  <a:srgbClr val="0000FF"/>
                </a:solidFill>
                <a:latin typeface="Instrument Sans"/>
                <a:ea typeface="Instrument Sans"/>
                <a:cs typeface="Instrument Sans"/>
                <a:sym typeface="Instrument Sans"/>
              </a:rPr>
              <a:t>El alcohol interfiere con los circuitos cerebrales responsables de:</a:t>
            </a:r>
            <a:endParaRPr sz="1300">
              <a:solidFill>
                <a:srgbClr val="0000FF"/>
              </a:solidFill>
              <a:latin typeface="Instrument Sans"/>
              <a:ea typeface="Instrument Sans"/>
              <a:cs typeface="Instrument Sans"/>
              <a:sym typeface="Instrument Sans"/>
            </a:endParaRPr>
          </a:p>
          <a:p>
            <a:pPr marL="0" marR="38100" lvl="0" indent="0" algn="l" rtl="0">
              <a:lnSpc>
                <a:spcPct val="100000"/>
              </a:lnSpc>
              <a:spcBef>
                <a:spcPts val="0"/>
              </a:spcBef>
              <a:spcAft>
                <a:spcPts val="0"/>
              </a:spcAft>
              <a:buNone/>
            </a:pPr>
            <a:endParaRPr sz="1300">
              <a:solidFill>
                <a:srgbClr val="0000FF"/>
              </a:solidFill>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Coordinación de los ojos → visión borrosa o doble</a:t>
            </a:r>
            <a:endParaRPr sz="1300">
              <a:solidFill>
                <a:srgbClr val="0000FF"/>
              </a:solidFill>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Movimiento de los ojos → dificultad para seguir objetos en movimiento</a:t>
            </a:r>
            <a:endParaRPr sz="1300">
              <a:solidFill>
                <a:srgbClr val="0000FF"/>
              </a:solidFill>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Velocidad de procesamiento visual → reacciones más lentas</a:t>
            </a:r>
            <a:endParaRPr sz="1300">
              <a:solidFill>
                <a:srgbClr val="0000FF"/>
              </a:solidFill>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Percepción de profundidad → dificultad para calcular distancias</a:t>
            </a:r>
            <a:endParaRPr sz="1300">
              <a:solidFill>
                <a:srgbClr val="0000FF"/>
              </a:solidFill>
              <a:latin typeface="Instrument Sans"/>
              <a:ea typeface="Instrument Sans"/>
              <a:cs typeface="Instrument Sans"/>
              <a:sym typeface="Instrument Sans"/>
            </a:endParaRPr>
          </a:p>
          <a:p>
            <a:pPr marL="457200" marR="38100" lvl="0" indent="-311150" algn="l" rtl="0">
              <a:lnSpc>
                <a:spcPct val="100000"/>
              </a:lnSpc>
              <a:spcBef>
                <a:spcPts val="0"/>
              </a:spcBef>
              <a:spcAft>
                <a:spcPts val="0"/>
              </a:spcAft>
              <a:buClr>
                <a:srgbClr val="0000FF"/>
              </a:buClr>
              <a:buSzPts val="1300"/>
              <a:buFont typeface="Instrument Sans"/>
              <a:buChar char="●"/>
            </a:pPr>
            <a:r>
              <a:rPr lang="en" sz="1300">
                <a:solidFill>
                  <a:srgbClr val="0000FF"/>
                </a:solidFill>
                <a:latin typeface="Instrument Sans"/>
                <a:ea typeface="Instrument Sans"/>
                <a:cs typeface="Instrument Sans"/>
                <a:sym typeface="Instrument Sans"/>
              </a:rPr>
              <a:t>Visión periférica → menor capacidad para detectar objetos a los lados</a:t>
            </a:r>
            <a:endParaRPr sz="1300">
              <a:solidFill>
                <a:srgbClr val="0000FF"/>
              </a:solidFill>
              <a:latin typeface="Instrument Sans"/>
              <a:ea typeface="Instrument Sans"/>
              <a:cs typeface="Instrument Sans"/>
              <a:sym typeface="Instrument San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3F3F3"/>
        </a:solidFill>
        <a:effectLst/>
      </p:bgPr>
    </p:bg>
    <p:spTree>
      <p:nvGrpSpPr>
        <p:cNvPr id="1" name="Shape 1357"/>
        <p:cNvGrpSpPr/>
        <p:nvPr/>
      </p:nvGrpSpPr>
      <p:grpSpPr>
        <a:xfrm>
          <a:off x="0" y="0"/>
          <a:ext cx="0" cy="0"/>
          <a:chOff x="0" y="0"/>
          <a:chExt cx="0" cy="0"/>
        </a:xfrm>
      </p:grpSpPr>
      <p:sp>
        <p:nvSpPr>
          <p:cNvPr id="1358" name="Google Shape;1358;p161"/>
          <p:cNvSpPr txBox="1">
            <a:spLocks noGrp="1"/>
          </p:cNvSpPr>
          <p:nvPr>
            <p:ph type="title"/>
          </p:nvPr>
        </p:nvSpPr>
        <p:spPr>
          <a:xfrm>
            <a:off x="284700" y="474750"/>
            <a:ext cx="4227300" cy="1544400"/>
          </a:xfrm>
          <a:prstGeom prst="rect">
            <a:avLst/>
          </a:prstGeom>
          <a:noFill/>
          <a:ln>
            <a:noFill/>
          </a:ln>
        </p:spPr>
        <p:txBody>
          <a:bodyPr spcFirstLastPara="1" wrap="square" lIns="0" tIns="0" rIns="91425" bIns="0" anchor="b" anchorCtr="0">
            <a:noAutofit/>
          </a:bodyPr>
          <a:lstStyle/>
          <a:p>
            <a:pPr marL="0" lvl="0" indent="0" algn="l" rtl="0">
              <a:lnSpc>
                <a:spcPct val="85000"/>
              </a:lnSpc>
              <a:spcBef>
                <a:spcPts val="0"/>
              </a:spcBef>
              <a:spcAft>
                <a:spcPts val="0"/>
              </a:spcAft>
              <a:buSzPts val="3600"/>
              <a:buNone/>
            </a:pPr>
            <a:r>
              <a:rPr lang="en" sz="3600"/>
              <a:t>Time for an Activity</a:t>
            </a:r>
            <a:endParaRPr sz="3600"/>
          </a:p>
        </p:txBody>
      </p:sp>
      <p:sp>
        <p:nvSpPr>
          <p:cNvPr id="1359" name="Google Shape;1359;p161"/>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43</a:t>
            </a:fld>
            <a:endParaRPr/>
          </a:p>
        </p:txBody>
      </p:sp>
      <p:sp>
        <p:nvSpPr>
          <p:cNvPr id="1360" name="Google Shape;1360;p161"/>
          <p:cNvSpPr txBox="1">
            <a:spLocks noGrp="1"/>
          </p:cNvSpPr>
          <p:nvPr>
            <p:ph type="title"/>
          </p:nvPr>
        </p:nvSpPr>
        <p:spPr>
          <a:xfrm>
            <a:off x="284700" y="2292400"/>
            <a:ext cx="4227300" cy="1835100"/>
          </a:xfrm>
          <a:prstGeom prst="rect">
            <a:avLst/>
          </a:prstGeom>
          <a:noFill/>
          <a:ln>
            <a:noFill/>
          </a:ln>
        </p:spPr>
        <p:txBody>
          <a:bodyPr spcFirstLastPara="1" wrap="square" lIns="0" tIns="0" rIns="91425" bIns="0" anchor="b" anchorCtr="0">
            <a:noAutofit/>
          </a:bodyPr>
          <a:lstStyle/>
          <a:p>
            <a:pPr marL="0" lvl="0" indent="0" algn="l" rtl="0">
              <a:lnSpc>
                <a:spcPct val="100000"/>
              </a:lnSpc>
              <a:spcBef>
                <a:spcPts val="1200"/>
              </a:spcBef>
              <a:spcAft>
                <a:spcPts val="1200"/>
              </a:spcAft>
              <a:buSzPts val="3600"/>
              <a:buNone/>
            </a:pPr>
            <a:r>
              <a:rPr lang="en" sz="3600">
                <a:solidFill>
                  <a:srgbClr val="4A86E8"/>
                </a:solidFill>
              </a:rPr>
              <a:t>Hora de una actividad</a:t>
            </a:r>
            <a:endParaRPr sz="3600">
              <a:solidFill>
                <a:srgbClr val="4A86E8"/>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1364"/>
        <p:cNvGrpSpPr/>
        <p:nvPr/>
      </p:nvGrpSpPr>
      <p:grpSpPr>
        <a:xfrm>
          <a:off x="0" y="0"/>
          <a:ext cx="0" cy="0"/>
          <a:chOff x="0" y="0"/>
          <a:chExt cx="0" cy="0"/>
        </a:xfrm>
      </p:grpSpPr>
      <p:sp>
        <p:nvSpPr>
          <p:cNvPr id="1365" name="Google Shape;1365;p162"/>
          <p:cNvSpPr txBox="1">
            <a:spLocks noGrp="1"/>
          </p:cNvSpPr>
          <p:nvPr>
            <p:ph type="body" idx="3"/>
          </p:nvPr>
        </p:nvSpPr>
        <p:spPr>
          <a:xfrm>
            <a:off x="312950" y="424225"/>
            <a:ext cx="8243700" cy="915300"/>
          </a:xfrm>
          <a:prstGeom prst="rect">
            <a:avLst/>
          </a:prstGeom>
          <a:noFill/>
          <a:ln>
            <a:noFill/>
          </a:ln>
        </p:spPr>
        <p:txBody>
          <a:bodyPr spcFirstLastPara="1" wrap="square" lIns="0" tIns="0" rIns="0" bIns="0" anchor="ctr" anchorCtr="0">
            <a:noAutofit/>
          </a:bodyPr>
          <a:lstStyle/>
          <a:p>
            <a:pPr marL="0" lvl="0" indent="0" algn="l" rtl="0">
              <a:lnSpc>
                <a:spcPct val="85000"/>
              </a:lnSpc>
              <a:spcBef>
                <a:spcPts val="0"/>
              </a:spcBef>
              <a:spcAft>
                <a:spcPts val="0"/>
              </a:spcAft>
              <a:buSzPts val="1000"/>
              <a:buNone/>
            </a:pPr>
            <a:r>
              <a:rPr lang="en">
                <a:latin typeface="Instrument Sans SemiBold"/>
                <a:ea typeface="Instrument Sans SemiBold"/>
                <a:cs typeface="Instrument Sans SemiBold"/>
                <a:sym typeface="Instrument Sans SemiBold"/>
              </a:rPr>
              <a:t>Drunk Goggles Activity</a:t>
            </a:r>
            <a:endParaRPr>
              <a:latin typeface="Instrument Sans SemiBold"/>
              <a:ea typeface="Instrument Sans SemiBold"/>
              <a:cs typeface="Instrument Sans SemiBold"/>
              <a:sym typeface="Instrument Sans SemiBold"/>
            </a:endParaRPr>
          </a:p>
          <a:p>
            <a:pPr marL="0" lvl="0" indent="0" algn="l" rtl="0">
              <a:lnSpc>
                <a:spcPct val="85000"/>
              </a:lnSpc>
              <a:spcBef>
                <a:spcPts val="0"/>
              </a:spcBef>
              <a:spcAft>
                <a:spcPts val="0"/>
              </a:spcAft>
              <a:buSzPts val="1000"/>
              <a:buNone/>
            </a:pPr>
            <a:r>
              <a:rPr lang="en">
                <a:solidFill>
                  <a:srgbClr val="0000FF"/>
                </a:solidFill>
                <a:latin typeface="Instrument Sans SemiBold"/>
                <a:ea typeface="Instrument Sans SemiBold"/>
                <a:cs typeface="Instrument Sans SemiBold"/>
                <a:sym typeface="Instrument Sans SemiBold"/>
              </a:rPr>
              <a:t>Actividad de las gafas de borracho</a:t>
            </a:r>
            <a:endParaRPr>
              <a:solidFill>
                <a:srgbClr val="0000FF"/>
              </a:solidFill>
              <a:latin typeface="Instrument Sans SemiBold"/>
              <a:ea typeface="Instrument Sans SemiBold"/>
              <a:cs typeface="Instrument Sans SemiBold"/>
              <a:sym typeface="Instrument Sans SemiBold"/>
            </a:endParaRPr>
          </a:p>
        </p:txBody>
      </p:sp>
      <p:sp>
        <p:nvSpPr>
          <p:cNvPr id="1366" name="Google Shape;1366;p162"/>
          <p:cNvSpPr txBox="1">
            <a:spLocks noGrp="1"/>
          </p:cNvSpPr>
          <p:nvPr>
            <p:ph type="sldNum" idx="12"/>
          </p:nvPr>
        </p:nvSpPr>
        <p:spPr>
          <a:xfrm>
            <a:off x="8556779" y="4668600"/>
            <a:ext cx="300000" cy="1968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fld id="{00000000-1234-1234-1234-123412341234}" type="slidenum">
              <a:rPr lang="en"/>
              <a:t>44</a:t>
            </a:fld>
            <a:endParaRPr/>
          </a:p>
        </p:txBody>
      </p:sp>
      <p:sp>
        <p:nvSpPr>
          <p:cNvPr id="1367" name="Google Shape;1367;p162"/>
          <p:cNvSpPr txBox="1"/>
          <p:nvPr/>
        </p:nvSpPr>
        <p:spPr>
          <a:xfrm>
            <a:off x="312950" y="1339525"/>
            <a:ext cx="4259100" cy="3612600"/>
          </a:xfrm>
          <a:prstGeom prst="rect">
            <a:avLst/>
          </a:prstGeom>
          <a:noFill/>
          <a:ln>
            <a:noFill/>
          </a:ln>
        </p:spPr>
        <p:txBody>
          <a:bodyPr spcFirstLastPara="1" wrap="square" lIns="91425" tIns="91425" rIns="91425" bIns="91425" anchor="t" anchorCtr="0">
            <a:noAutofit/>
          </a:bodyPr>
          <a:lstStyle/>
          <a:p>
            <a:pPr marL="457200" marR="38100" lvl="0" indent="-342900" algn="l" rtl="0">
              <a:lnSpc>
                <a:spcPct val="100000"/>
              </a:lnSpc>
              <a:spcBef>
                <a:spcPts val="0"/>
              </a:spcBef>
              <a:spcAft>
                <a:spcPts val="0"/>
              </a:spcAft>
              <a:buSzPts val="1800"/>
              <a:buFont typeface="Instrument Sans"/>
              <a:buAutoNum type="arabicPeriod"/>
            </a:pPr>
            <a:r>
              <a:rPr lang="en" sz="1800">
                <a:latin typeface="Instrument Sans"/>
                <a:ea typeface="Instrument Sans"/>
                <a:cs typeface="Instrument Sans"/>
                <a:sym typeface="Instrument Sans"/>
              </a:rPr>
              <a:t>Walk in a Straight Line.</a:t>
            </a:r>
            <a:endParaRPr sz="1800">
              <a:latin typeface="Instrument Sans"/>
              <a:ea typeface="Instrument Sans"/>
              <a:cs typeface="Instrument Sans"/>
              <a:sym typeface="Instrument Sans"/>
            </a:endParaRPr>
          </a:p>
          <a:p>
            <a:pPr marL="914400" marR="38100" lvl="1" indent="-342900" algn="l" rtl="0">
              <a:lnSpc>
                <a:spcPct val="100000"/>
              </a:lnSpc>
              <a:spcBef>
                <a:spcPts val="0"/>
              </a:spcBef>
              <a:spcAft>
                <a:spcPts val="0"/>
              </a:spcAft>
              <a:buSzPts val="1800"/>
              <a:buFont typeface="Instrument Sans"/>
              <a:buAutoNum type="alphaLcPeriod"/>
            </a:pPr>
            <a:r>
              <a:rPr lang="en" sz="1800">
                <a:latin typeface="Instrument Sans"/>
                <a:ea typeface="Instrument Sans"/>
                <a:cs typeface="Instrument Sans"/>
                <a:sym typeface="Instrument Sans"/>
              </a:rPr>
              <a:t>Try your best to walk as straight as possible.</a:t>
            </a:r>
            <a:endParaRPr sz="1800">
              <a:latin typeface="Instrument Sans"/>
              <a:ea typeface="Instrument Sans"/>
              <a:cs typeface="Instrument Sans"/>
              <a:sym typeface="Instrument Sans"/>
            </a:endParaRPr>
          </a:p>
          <a:p>
            <a:pPr marL="914400" marR="38100" lvl="1" indent="-342900" algn="l" rtl="0">
              <a:lnSpc>
                <a:spcPct val="100000"/>
              </a:lnSpc>
              <a:spcBef>
                <a:spcPts val="0"/>
              </a:spcBef>
              <a:spcAft>
                <a:spcPts val="0"/>
              </a:spcAft>
              <a:buSzPts val="1800"/>
              <a:buFont typeface="Instrument Sans"/>
              <a:buAutoNum type="alphaLcPeriod"/>
            </a:pPr>
            <a:r>
              <a:rPr lang="en" sz="1800">
                <a:latin typeface="Instrument Sans"/>
                <a:ea typeface="Instrument Sans"/>
                <a:cs typeface="Instrument Sans"/>
                <a:sym typeface="Instrument Sans"/>
              </a:rPr>
              <a:t>Try to see how long before you veer off the line</a:t>
            </a:r>
            <a:endParaRPr sz="1800">
              <a:latin typeface="Instrument Sans"/>
              <a:ea typeface="Instrument Sans"/>
              <a:cs typeface="Instrument Sans"/>
              <a:sym typeface="Instrument Sans"/>
            </a:endParaRPr>
          </a:p>
          <a:p>
            <a:pPr marL="457200" marR="38100" lvl="0" indent="-342900" algn="l" rtl="0">
              <a:lnSpc>
                <a:spcPct val="100000"/>
              </a:lnSpc>
              <a:spcBef>
                <a:spcPts val="0"/>
              </a:spcBef>
              <a:spcAft>
                <a:spcPts val="0"/>
              </a:spcAft>
              <a:buSzPts val="1800"/>
              <a:buFont typeface="Instrument Sans"/>
              <a:buAutoNum type="arabicPeriod"/>
            </a:pPr>
            <a:r>
              <a:rPr lang="en" sz="1800">
                <a:latin typeface="Instrument Sans"/>
                <a:ea typeface="Instrument Sans"/>
                <a:cs typeface="Instrument Sans"/>
                <a:sym typeface="Instrument Sans"/>
              </a:rPr>
              <a:t> Draw Shapes</a:t>
            </a:r>
            <a:endParaRPr sz="1800">
              <a:latin typeface="Instrument Sans"/>
              <a:ea typeface="Instrument Sans"/>
              <a:cs typeface="Instrument Sans"/>
              <a:sym typeface="Instrument Sans"/>
            </a:endParaRPr>
          </a:p>
          <a:p>
            <a:pPr marL="914400" marR="38100" lvl="1" indent="-342900" algn="l" rtl="0">
              <a:lnSpc>
                <a:spcPct val="100000"/>
              </a:lnSpc>
              <a:spcBef>
                <a:spcPts val="0"/>
              </a:spcBef>
              <a:spcAft>
                <a:spcPts val="0"/>
              </a:spcAft>
              <a:buSzPts val="1800"/>
              <a:buFont typeface="Instrument Sans"/>
              <a:buAutoNum type="alphaLcPeriod"/>
            </a:pPr>
            <a:r>
              <a:rPr lang="en" sz="1800">
                <a:latin typeface="Instrument Sans"/>
                <a:ea typeface="Instrument Sans"/>
                <a:cs typeface="Instrument Sans"/>
                <a:sym typeface="Instrument Sans"/>
              </a:rPr>
              <a:t>Try to draw triangles, circles, squares, etc.</a:t>
            </a:r>
            <a:endParaRPr sz="1800">
              <a:latin typeface="Instrument Sans"/>
              <a:ea typeface="Instrument Sans"/>
              <a:cs typeface="Instrument Sans"/>
              <a:sym typeface="Instrument Sans"/>
            </a:endParaRPr>
          </a:p>
          <a:p>
            <a:pPr marL="914400" marR="38100" lvl="1" indent="-342900" algn="l" rtl="0">
              <a:lnSpc>
                <a:spcPct val="100000"/>
              </a:lnSpc>
              <a:spcBef>
                <a:spcPts val="0"/>
              </a:spcBef>
              <a:spcAft>
                <a:spcPts val="0"/>
              </a:spcAft>
              <a:buSzPts val="1800"/>
              <a:buFont typeface="Instrument Sans"/>
              <a:buAutoNum type="alphaLcPeriod"/>
            </a:pPr>
            <a:r>
              <a:rPr lang="en" sz="1800">
                <a:latin typeface="Instrument Sans"/>
                <a:ea typeface="Instrument Sans"/>
                <a:cs typeface="Instrument Sans"/>
                <a:sym typeface="Instrument Sans"/>
              </a:rPr>
              <a:t>How did your drawing turn out?</a:t>
            </a:r>
            <a:endParaRPr sz="1800">
              <a:latin typeface="Instrument Sans"/>
              <a:ea typeface="Instrument Sans"/>
              <a:cs typeface="Instrument Sans"/>
              <a:sym typeface="Instrument Sans"/>
            </a:endParaRPr>
          </a:p>
          <a:p>
            <a:pPr marL="457200" marR="38100" lvl="0" indent="-342900" algn="l" rtl="0">
              <a:lnSpc>
                <a:spcPct val="100000"/>
              </a:lnSpc>
              <a:spcBef>
                <a:spcPts val="0"/>
              </a:spcBef>
              <a:spcAft>
                <a:spcPts val="0"/>
              </a:spcAft>
              <a:buSzPts val="1800"/>
              <a:buFont typeface="Instrument Sans"/>
              <a:buAutoNum type="arabicPeriod"/>
            </a:pPr>
            <a:r>
              <a:rPr lang="en" sz="1800">
                <a:latin typeface="Instrument Sans"/>
                <a:ea typeface="Instrument Sans"/>
                <a:cs typeface="Instrument Sans"/>
                <a:sym typeface="Instrument Sans"/>
              </a:rPr>
              <a:t>Bean Bag Toss</a:t>
            </a:r>
            <a:endParaRPr sz="1800">
              <a:latin typeface="Instrument Sans"/>
              <a:ea typeface="Instrument Sans"/>
              <a:cs typeface="Instrument Sans"/>
              <a:sym typeface="Instrument Sans"/>
            </a:endParaRPr>
          </a:p>
          <a:p>
            <a:pPr marL="914400" marR="38100" lvl="1" indent="-342900" algn="l" rtl="0">
              <a:lnSpc>
                <a:spcPct val="100000"/>
              </a:lnSpc>
              <a:spcBef>
                <a:spcPts val="0"/>
              </a:spcBef>
              <a:spcAft>
                <a:spcPts val="0"/>
              </a:spcAft>
              <a:buSzPts val="1800"/>
              <a:buFont typeface="Instrument Sans"/>
              <a:buAutoNum type="alphaLcPeriod"/>
            </a:pPr>
            <a:r>
              <a:rPr lang="en" sz="1800">
                <a:latin typeface="Instrument Sans"/>
                <a:ea typeface="Instrument Sans"/>
                <a:cs typeface="Instrument Sans"/>
                <a:sym typeface="Instrument Sans"/>
              </a:rPr>
              <a:t>Try to throw the bean bags into the bucket. </a:t>
            </a:r>
            <a:endParaRPr sz="1800">
              <a:latin typeface="Instrument Sans"/>
              <a:ea typeface="Instrument Sans"/>
              <a:cs typeface="Instrument Sans"/>
              <a:sym typeface="Instrument Sans"/>
            </a:endParaRPr>
          </a:p>
        </p:txBody>
      </p:sp>
      <p:sp>
        <p:nvSpPr>
          <p:cNvPr id="1368" name="Google Shape;1368;p162"/>
          <p:cNvSpPr txBox="1"/>
          <p:nvPr/>
        </p:nvSpPr>
        <p:spPr>
          <a:xfrm>
            <a:off x="4572050" y="1339525"/>
            <a:ext cx="4259100" cy="3612600"/>
          </a:xfrm>
          <a:prstGeom prst="rect">
            <a:avLst/>
          </a:prstGeom>
          <a:noFill/>
          <a:ln>
            <a:noFill/>
          </a:ln>
        </p:spPr>
        <p:txBody>
          <a:bodyPr spcFirstLastPara="1" wrap="square" lIns="91425" tIns="91425" rIns="91425" bIns="91425" anchor="t" anchorCtr="0">
            <a:noAutofit/>
          </a:bodyPr>
          <a:lstStyle/>
          <a:p>
            <a:pPr marL="457200" marR="38100" lvl="0" indent="-342900" algn="l" rtl="0">
              <a:lnSpc>
                <a:spcPct val="100000"/>
              </a:lnSpc>
              <a:spcBef>
                <a:spcPts val="0"/>
              </a:spcBef>
              <a:spcAft>
                <a:spcPts val="0"/>
              </a:spcAft>
              <a:buClr>
                <a:srgbClr val="0000FF"/>
              </a:buClr>
              <a:buSzPts val="1800"/>
              <a:buFont typeface="Instrument Sans"/>
              <a:buAutoNum type="arabicPeriod"/>
            </a:pPr>
            <a:r>
              <a:rPr lang="en" sz="1800">
                <a:solidFill>
                  <a:srgbClr val="0000FF"/>
                </a:solidFill>
                <a:latin typeface="Instrument Sans"/>
                <a:ea typeface="Instrument Sans"/>
                <a:cs typeface="Instrument Sans"/>
                <a:sym typeface="Instrument Sans"/>
              </a:rPr>
              <a:t>Camina en línea recta </a:t>
            </a:r>
            <a:endParaRPr sz="1800">
              <a:solidFill>
                <a:srgbClr val="0000FF"/>
              </a:solidFill>
              <a:latin typeface="Instrument Sans"/>
              <a:ea typeface="Instrument Sans"/>
              <a:cs typeface="Instrument Sans"/>
              <a:sym typeface="Instrument Sans"/>
            </a:endParaRPr>
          </a:p>
          <a:p>
            <a:pPr marL="914400" marR="38100" lvl="1" indent="-342900" algn="l" rtl="0">
              <a:lnSpc>
                <a:spcPct val="100000"/>
              </a:lnSpc>
              <a:spcBef>
                <a:spcPts val="0"/>
              </a:spcBef>
              <a:spcAft>
                <a:spcPts val="0"/>
              </a:spcAft>
              <a:buClr>
                <a:srgbClr val="0000FF"/>
              </a:buClr>
              <a:buSzPts val="1800"/>
              <a:buFont typeface="Instrument Sans"/>
              <a:buAutoNum type="alphaLcPeriod"/>
            </a:pPr>
            <a:r>
              <a:rPr lang="en" sz="1800">
                <a:solidFill>
                  <a:srgbClr val="0000FF"/>
                </a:solidFill>
                <a:latin typeface="Instrument Sans"/>
                <a:ea typeface="Instrument Sans"/>
                <a:cs typeface="Instrument Sans"/>
                <a:sym typeface="Instrument Sans"/>
              </a:rPr>
              <a:t>Haz todo lo posible por caminar lo más recto posible. </a:t>
            </a:r>
            <a:endParaRPr sz="1800">
              <a:solidFill>
                <a:srgbClr val="0000FF"/>
              </a:solidFill>
              <a:latin typeface="Instrument Sans"/>
              <a:ea typeface="Instrument Sans"/>
              <a:cs typeface="Instrument Sans"/>
              <a:sym typeface="Instrument Sans"/>
            </a:endParaRPr>
          </a:p>
          <a:p>
            <a:pPr marL="914400" marR="38100" lvl="1" indent="-342900" algn="l" rtl="0">
              <a:lnSpc>
                <a:spcPct val="100000"/>
              </a:lnSpc>
              <a:spcBef>
                <a:spcPts val="0"/>
              </a:spcBef>
              <a:spcAft>
                <a:spcPts val="0"/>
              </a:spcAft>
              <a:buClr>
                <a:srgbClr val="0000FF"/>
              </a:buClr>
              <a:buSzPts val="1800"/>
              <a:buFont typeface="Instrument Sans"/>
              <a:buAutoNum type="alphaLcPeriod"/>
            </a:pPr>
            <a:r>
              <a:rPr lang="en" sz="1800">
                <a:solidFill>
                  <a:srgbClr val="0000FF"/>
                </a:solidFill>
                <a:latin typeface="Instrument Sans"/>
                <a:ea typeface="Instrument Sans"/>
                <a:cs typeface="Instrument Sans"/>
                <a:sym typeface="Instrument Sans"/>
              </a:rPr>
              <a:t>Intenta ver cuánto tiempo puedes caminar antes de desviarte de la línea. </a:t>
            </a:r>
            <a:endParaRPr sz="1800">
              <a:solidFill>
                <a:srgbClr val="0000FF"/>
              </a:solidFill>
              <a:latin typeface="Instrument Sans"/>
              <a:ea typeface="Instrument Sans"/>
              <a:cs typeface="Instrument Sans"/>
              <a:sym typeface="Instrument Sans"/>
            </a:endParaRPr>
          </a:p>
          <a:p>
            <a:pPr marL="457200" marR="38100" lvl="0" indent="-342900" algn="l" rtl="0">
              <a:lnSpc>
                <a:spcPct val="100000"/>
              </a:lnSpc>
              <a:spcBef>
                <a:spcPts val="0"/>
              </a:spcBef>
              <a:spcAft>
                <a:spcPts val="0"/>
              </a:spcAft>
              <a:buClr>
                <a:srgbClr val="0000FF"/>
              </a:buClr>
              <a:buSzPts val="1800"/>
              <a:buFont typeface="Instrument Sans"/>
              <a:buAutoNum type="arabicPeriod"/>
            </a:pPr>
            <a:r>
              <a:rPr lang="en" sz="1800">
                <a:solidFill>
                  <a:srgbClr val="0000FF"/>
                </a:solidFill>
                <a:latin typeface="Instrument Sans"/>
                <a:ea typeface="Instrument Sans"/>
                <a:cs typeface="Instrument Sans"/>
                <a:sym typeface="Instrument Sans"/>
              </a:rPr>
              <a:t>Dibuja figuras </a:t>
            </a:r>
            <a:endParaRPr sz="1800">
              <a:solidFill>
                <a:srgbClr val="0000FF"/>
              </a:solidFill>
              <a:latin typeface="Instrument Sans"/>
              <a:ea typeface="Instrument Sans"/>
              <a:cs typeface="Instrument Sans"/>
              <a:sym typeface="Instrument Sans"/>
            </a:endParaRPr>
          </a:p>
          <a:p>
            <a:pPr marL="914400" marR="38100" lvl="1" indent="-342900" algn="l" rtl="0">
              <a:lnSpc>
                <a:spcPct val="100000"/>
              </a:lnSpc>
              <a:spcBef>
                <a:spcPts val="0"/>
              </a:spcBef>
              <a:spcAft>
                <a:spcPts val="0"/>
              </a:spcAft>
              <a:buClr>
                <a:srgbClr val="0000FF"/>
              </a:buClr>
              <a:buSzPts val="1800"/>
              <a:buFont typeface="Instrument Sans"/>
              <a:buAutoNum type="alphaLcPeriod"/>
            </a:pPr>
            <a:r>
              <a:rPr lang="en" sz="1800">
                <a:solidFill>
                  <a:srgbClr val="0000FF"/>
                </a:solidFill>
                <a:latin typeface="Instrument Sans"/>
                <a:ea typeface="Instrument Sans"/>
                <a:cs typeface="Instrument Sans"/>
                <a:sym typeface="Instrument Sans"/>
              </a:rPr>
              <a:t>Intenta dibujar triángulos, círculos, cuadrados, etc. </a:t>
            </a:r>
            <a:endParaRPr sz="1800">
              <a:solidFill>
                <a:srgbClr val="0000FF"/>
              </a:solidFill>
              <a:latin typeface="Instrument Sans"/>
              <a:ea typeface="Instrument Sans"/>
              <a:cs typeface="Instrument Sans"/>
              <a:sym typeface="Instrument Sans"/>
            </a:endParaRPr>
          </a:p>
          <a:p>
            <a:pPr marL="914400" marR="38100" lvl="1" indent="-342900" algn="l" rtl="0">
              <a:lnSpc>
                <a:spcPct val="100000"/>
              </a:lnSpc>
              <a:spcBef>
                <a:spcPts val="0"/>
              </a:spcBef>
              <a:spcAft>
                <a:spcPts val="0"/>
              </a:spcAft>
              <a:buClr>
                <a:srgbClr val="0000FF"/>
              </a:buClr>
              <a:buSzPts val="1800"/>
              <a:buFont typeface="Instrument Sans"/>
              <a:buAutoNum type="alphaLcPeriod"/>
            </a:pPr>
            <a:r>
              <a:rPr lang="en" sz="1800">
                <a:solidFill>
                  <a:srgbClr val="0000FF"/>
                </a:solidFill>
                <a:latin typeface="Instrument Sans"/>
                <a:ea typeface="Instrument Sans"/>
                <a:cs typeface="Instrument Sans"/>
                <a:sym typeface="Instrument Sans"/>
              </a:rPr>
              <a:t>¿Cómo quedó tu dibujo? </a:t>
            </a:r>
            <a:endParaRPr sz="1800">
              <a:solidFill>
                <a:srgbClr val="0000FF"/>
              </a:solidFill>
              <a:latin typeface="Instrument Sans"/>
              <a:ea typeface="Instrument Sans"/>
              <a:cs typeface="Instrument Sans"/>
              <a:sym typeface="Instrument Sans"/>
            </a:endParaRPr>
          </a:p>
          <a:p>
            <a:pPr marL="457200" marR="38100" lvl="0" indent="-342900" algn="l" rtl="0">
              <a:lnSpc>
                <a:spcPct val="100000"/>
              </a:lnSpc>
              <a:spcBef>
                <a:spcPts val="0"/>
              </a:spcBef>
              <a:spcAft>
                <a:spcPts val="0"/>
              </a:spcAft>
              <a:buClr>
                <a:srgbClr val="0000FF"/>
              </a:buClr>
              <a:buSzPts val="1800"/>
              <a:buFont typeface="Instrument Sans"/>
              <a:buAutoNum type="arabicPeriod"/>
            </a:pPr>
            <a:r>
              <a:rPr lang="en" sz="1800">
                <a:solidFill>
                  <a:srgbClr val="0000FF"/>
                </a:solidFill>
                <a:latin typeface="Instrument Sans"/>
                <a:ea typeface="Instrument Sans"/>
                <a:cs typeface="Instrument Sans"/>
                <a:sym typeface="Instrument Sans"/>
              </a:rPr>
              <a:t>Lanza las bolsas de frijoles </a:t>
            </a:r>
            <a:endParaRPr sz="1800">
              <a:solidFill>
                <a:srgbClr val="0000FF"/>
              </a:solidFill>
              <a:latin typeface="Instrument Sans"/>
              <a:ea typeface="Instrument Sans"/>
              <a:cs typeface="Instrument Sans"/>
              <a:sym typeface="Instrument Sans"/>
            </a:endParaRPr>
          </a:p>
          <a:p>
            <a:pPr marL="914400" marR="38100" lvl="1" indent="-342900" algn="l" rtl="0">
              <a:lnSpc>
                <a:spcPct val="100000"/>
              </a:lnSpc>
              <a:spcBef>
                <a:spcPts val="0"/>
              </a:spcBef>
              <a:spcAft>
                <a:spcPts val="0"/>
              </a:spcAft>
              <a:buClr>
                <a:srgbClr val="0000FF"/>
              </a:buClr>
              <a:buSzPts val="1800"/>
              <a:buFont typeface="Instrument Sans"/>
              <a:buAutoNum type="alphaLcPeriod"/>
            </a:pPr>
            <a:r>
              <a:rPr lang="en" sz="1800">
                <a:solidFill>
                  <a:srgbClr val="0000FF"/>
                </a:solidFill>
                <a:latin typeface="Instrument Sans"/>
                <a:ea typeface="Instrument Sans"/>
                <a:cs typeface="Instrument Sans"/>
                <a:sym typeface="Instrument Sans"/>
              </a:rPr>
              <a:t>Intenta lanzar las bolsas de frijoles dentro del balde.</a:t>
            </a:r>
            <a:endParaRPr sz="1800">
              <a:solidFill>
                <a:srgbClr val="0000FF"/>
              </a:solidFill>
              <a:latin typeface="Instrument Sans"/>
              <a:ea typeface="Instrument Sans"/>
              <a:cs typeface="Instrument Sans"/>
              <a:sym typeface="Instrument San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Shape 1372"/>
        <p:cNvGrpSpPr/>
        <p:nvPr/>
      </p:nvGrpSpPr>
      <p:grpSpPr>
        <a:xfrm>
          <a:off x="0" y="0"/>
          <a:ext cx="0" cy="0"/>
          <a:chOff x="0" y="0"/>
          <a:chExt cx="0" cy="0"/>
        </a:xfrm>
      </p:grpSpPr>
      <p:sp>
        <p:nvSpPr>
          <p:cNvPr id="1373" name="Google Shape;1373;p163"/>
          <p:cNvSpPr txBox="1">
            <a:spLocks noGrp="1"/>
          </p:cNvSpPr>
          <p:nvPr>
            <p:ph type="title"/>
          </p:nvPr>
        </p:nvSpPr>
        <p:spPr>
          <a:xfrm>
            <a:off x="83100" y="216425"/>
            <a:ext cx="8520600"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SzPts val="990"/>
              <a:buNone/>
            </a:pPr>
            <a:r>
              <a:rPr lang="en" sz="2020"/>
              <a:t>Vids from Lauren if you want to include any of them!</a:t>
            </a:r>
            <a:endParaRPr sz="2020"/>
          </a:p>
        </p:txBody>
      </p:sp>
      <p:sp>
        <p:nvSpPr>
          <p:cNvPr id="1374" name="Google Shape;1374;p163"/>
          <p:cNvSpPr txBox="1">
            <a:spLocks noGrp="1"/>
          </p:cNvSpPr>
          <p:nvPr>
            <p:ph type="body" idx="1"/>
          </p:nvPr>
        </p:nvSpPr>
        <p:spPr>
          <a:xfrm>
            <a:off x="83100" y="771475"/>
            <a:ext cx="8520600" cy="3416400"/>
          </a:xfrm>
          <a:prstGeom prst="rect">
            <a:avLst/>
          </a:prstGeom>
        </p:spPr>
        <p:txBody>
          <a:bodyPr spcFirstLastPara="1" wrap="square" lIns="91425" tIns="91425" rIns="91425" bIns="91425" anchor="t" anchorCtr="0">
            <a:normAutofit/>
          </a:bodyPr>
          <a:lstStyle/>
          <a:p>
            <a:pPr marL="457200" lvl="0" indent="-323850" algn="l" rtl="0">
              <a:spcBef>
                <a:spcPts val="0"/>
              </a:spcBef>
              <a:spcAft>
                <a:spcPts val="0"/>
              </a:spcAft>
              <a:buSzPts val="1500"/>
              <a:buChar char="-"/>
            </a:pPr>
            <a:r>
              <a:rPr lang="en" sz="1500">
                <a:solidFill>
                  <a:schemeClr val="dk1"/>
                </a:solidFill>
              </a:rPr>
              <a:t>Real patients managing bipolar disorder (1:30-4:10 they talk about mindfulness, support systems, being aware of how factors in their environment impact their health):</a:t>
            </a:r>
            <a:r>
              <a:rPr lang="en" sz="1500"/>
              <a:t> </a:t>
            </a:r>
            <a:r>
              <a:rPr lang="en" sz="1500" u="sng">
                <a:solidFill>
                  <a:schemeClr val="hlink"/>
                </a:solidFill>
                <a:hlinkClick r:id="rId3"/>
              </a:rPr>
              <a:t>https://www.youtube.com/watch?v=sMY_HnLoEfk</a:t>
            </a:r>
            <a:endParaRPr sz="1500"/>
          </a:p>
          <a:p>
            <a:pPr marL="457200" lvl="0" indent="-323850" algn="l" rtl="0">
              <a:spcBef>
                <a:spcPts val="0"/>
              </a:spcBef>
              <a:spcAft>
                <a:spcPts val="0"/>
              </a:spcAft>
              <a:buClr>
                <a:schemeClr val="dk1"/>
              </a:buClr>
              <a:buSzPts val="1500"/>
              <a:buChar char="-"/>
            </a:pPr>
            <a:r>
              <a:rPr lang="en" sz="1500">
                <a:solidFill>
                  <a:schemeClr val="dk1"/>
                </a:solidFill>
              </a:rPr>
              <a:t>Psychiatrist talking about behavioral action in MDD: </a:t>
            </a:r>
            <a:r>
              <a:rPr lang="en" sz="1500" u="sng">
                <a:solidFill>
                  <a:schemeClr val="hlink"/>
                </a:solidFill>
                <a:hlinkClick r:id="rId4"/>
              </a:rPr>
              <a:t>https://www.youtube.com/watch?v=SApOxZ7BMwE</a:t>
            </a:r>
            <a:endParaRPr sz="1500">
              <a:solidFill>
                <a:schemeClr val="dk1"/>
              </a:solidFill>
            </a:endParaRPr>
          </a:p>
          <a:p>
            <a:pPr marL="457200" lvl="0" indent="-323850" algn="l" rtl="0">
              <a:spcBef>
                <a:spcPts val="0"/>
              </a:spcBef>
              <a:spcAft>
                <a:spcPts val="0"/>
              </a:spcAft>
              <a:buClr>
                <a:schemeClr val="dk1"/>
              </a:buClr>
              <a:buSzPts val="1500"/>
              <a:buChar char="-"/>
            </a:pPr>
            <a:endParaRPr sz="1500">
              <a:solidFill>
                <a:schemeClr val="dk1"/>
              </a:solidFill>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astel gradients">
  <a:themeElements>
    <a:clrScheme name="Simple Light">
      <a:dk1>
        <a:srgbClr val="F4F4F4"/>
      </a:dk1>
      <a:lt1>
        <a:srgbClr val="202124"/>
      </a:lt1>
      <a:dk2>
        <a:srgbClr val="E8F0FE"/>
      </a:dk2>
      <a:lt2>
        <a:srgbClr val="FEFEFE"/>
      </a:lt2>
      <a:accent1>
        <a:srgbClr val="FFFFBE"/>
      </a:accent1>
      <a:accent2>
        <a:srgbClr val="AECBFA"/>
      </a:accent2>
      <a:accent3>
        <a:srgbClr val="FFC9C9"/>
      </a:accent3>
      <a:accent4>
        <a:srgbClr val="F9F93D"/>
      </a:accent4>
      <a:accent5>
        <a:srgbClr val="747474"/>
      </a:accent5>
      <a:accent6>
        <a:srgbClr val="5A5A5A"/>
      </a:accent6>
      <a:hlink>
        <a:srgbClr val="FFC9C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Pastel gradients">
  <a:themeElements>
    <a:clrScheme name="Simple Light">
      <a:dk1>
        <a:srgbClr val="F4F4F4"/>
      </a:dk1>
      <a:lt1>
        <a:srgbClr val="202124"/>
      </a:lt1>
      <a:dk2>
        <a:srgbClr val="E8F0FE"/>
      </a:dk2>
      <a:lt2>
        <a:srgbClr val="FEFEFE"/>
      </a:lt2>
      <a:accent1>
        <a:srgbClr val="FFFFBE"/>
      </a:accent1>
      <a:accent2>
        <a:srgbClr val="AECBFA"/>
      </a:accent2>
      <a:accent3>
        <a:srgbClr val="FFC9C9"/>
      </a:accent3>
      <a:accent4>
        <a:srgbClr val="F9F93D"/>
      </a:accent4>
      <a:accent5>
        <a:srgbClr val="747474"/>
      </a:accent5>
      <a:accent6>
        <a:srgbClr val="5A5A5A"/>
      </a:accent6>
      <a:hlink>
        <a:srgbClr val="FFC9C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4699</Words>
  <Application>Microsoft Office PowerPoint</Application>
  <PresentationFormat>On-screen Show (16:9)</PresentationFormat>
  <Paragraphs>449</Paragraphs>
  <Slides>45</Slides>
  <Notes>45</Notes>
  <HiddenSlides>1</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45</vt:i4>
      </vt:variant>
    </vt:vector>
  </HeadingPairs>
  <TitlesOfParts>
    <vt:vector size="54" baseType="lpstr">
      <vt:lpstr>Nunito</vt:lpstr>
      <vt:lpstr>Instrument Sans</vt:lpstr>
      <vt:lpstr>Arial</vt:lpstr>
      <vt:lpstr>Instrument Sans SemiBold</vt:lpstr>
      <vt:lpstr>Instrument Sans Medium</vt:lpstr>
      <vt:lpstr>Calibri</vt:lpstr>
      <vt:lpstr>Simple Light</vt:lpstr>
      <vt:lpstr>Pastel gradients</vt:lpstr>
      <vt:lpstr>Pastel gradients</vt:lpstr>
      <vt:lpstr>Psychological Disorders  Trastornos psicológicos</vt:lpstr>
      <vt:lpstr>Outline Esquema</vt:lpstr>
      <vt:lpstr>PowerPoint Presentation</vt:lpstr>
      <vt:lpstr>PowerPoint Presentation</vt:lpstr>
      <vt:lpstr>The Brain, Emotions, and Stimuli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Depression</vt:lpstr>
      <vt:lpstr>PowerPoint Presentation</vt:lpstr>
      <vt:lpstr>PowerPoint Presentation</vt:lpstr>
      <vt:lpstr>PowerPoint Presentation</vt:lpstr>
      <vt:lpstr>PowerPoint Presentation</vt:lpstr>
      <vt:lpstr>Anger</vt:lpstr>
      <vt:lpstr>PowerPoint Presentation</vt:lpstr>
      <vt:lpstr>PowerPoint Presentation</vt:lpstr>
      <vt:lpstr>PowerPoint Presentation</vt:lpstr>
      <vt:lpstr>Mania</vt:lpstr>
      <vt:lpstr>PowerPoint Presentation</vt:lpstr>
      <vt:lpstr>PowerPoint Presentation</vt:lpstr>
      <vt:lpstr>PowerPoint Presentation</vt:lpstr>
      <vt:lpstr>PowerPoint Presentation</vt:lpstr>
      <vt:lpstr>Fear</vt:lpstr>
      <vt:lpstr>PowerPoint Presentation</vt:lpstr>
      <vt:lpstr>PowerPoint Presentation</vt:lpstr>
      <vt:lpstr>PowerPoint Presentation</vt:lpstr>
      <vt:lpstr>Time for an Activity</vt:lpstr>
      <vt:lpstr>PowerPoint Presentation</vt:lpstr>
      <vt:lpstr>PowerPoint Presentation</vt:lpstr>
      <vt:lpstr>Other Psychological Disorders</vt:lpstr>
      <vt:lpstr>PowerPoint Presentation</vt:lpstr>
      <vt:lpstr>PowerPoint Presentation</vt:lpstr>
      <vt:lpstr>PowerPoint Presentation</vt:lpstr>
      <vt:lpstr>PowerPoint Presentation</vt:lpstr>
      <vt:lpstr>PowerPoint Presentation</vt:lpstr>
      <vt:lpstr>PowerPoint Presentation</vt:lpstr>
      <vt:lpstr>Time for an Activity</vt:lpstr>
      <vt:lpstr>PowerPoint Presentation</vt:lpstr>
      <vt:lpstr>Vids from Lauren if you want to include any of them!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Megan Nelson</cp:lastModifiedBy>
  <cp:revision>1</cp:revision>
  <dcterms:modified xsi:type="dcterms:W3CDTF">2026-09-09T06:36:20Z</dcterms:modified>
</cp:coreProperties>
</file>