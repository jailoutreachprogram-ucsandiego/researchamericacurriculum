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4"/>
  </p:notesMasterIdLst>
  <p:sldIdLst>
    <p:sldId id="267" r:id="rId2"/>
    <p:sldId id="268" r:id="rId3"/>
    <p:sldId id="269" r:id="rId4"/>
    <p:sldId id="270" r:id="rId5"/>
    <p:sldId id="271" r:id="rId6"/>
    <p:sldId id="272" r:id="rId7"/>
    <p:sldId id="273" r:id="rId8"/>
    <p:sldId id="274" r:id="rId9"/>
    <p:sldId id="275" r:id="rId10"/>
    <p:sldId id="276" r:id="rId11"/>
    <p:sldId id="277" r:id="rId12"/>
    <p:sldId id="278" r:id="rId13"/>
    <p:sldId id="279" r:id="rId14"/>
    <p:sldId id="280" r:id="rId15"/>
    <p:sldId id="281" r:id="rId16"/>
    <p:sldId id="282" r:id="rId17"/>
    <p:sldId id="283" r:id="rId18"/>
    <p:sldId id="284" r:id="rId19"/>
    <p:sldId id="285" r:id="rId20"/>
    <p:sldId id="286" r:id="rId21"/>
    <p:sldId id="287" r:id="rId22"/>
    <p:sldId id="288" r:id="rId23"/>
    <p:sldId id="289" r:id="rId24"/>
    <p:sldId id="290" r:id="rId25"/>
    <p:sldId id="291" r:id="rId26"/>
    <p:sldId id="292" r:id="rId27"/>
    <p:sldId id="293" r:id="rId28"/>
    <p:sldId id="294" r:id="rId29"/>
    <p:sldId id="295" r:id="rId30"/>
    <p:sldId id="296" r:id="rId31"/>
    <p:sldId id="297" r:id="rId32"/>
    <p:sldId id="298" r:id="rId33"/>
  </p:sldIdLst>
  <p:sldSz cx="18288000" cy="10287000"/>
  <p:notesSz cx="6858000" cy="9144000"/>
  <p:embeddedFontLst>
    <p:embeddedFont>
      <p:font typeface="Poppins" panose="00000500000000000000" pitchFamily="2" charset="0"/>
      <p:regular r:id="rId35"/>
      <p:bold r:id="rId36"/>
      <p:italic r:id="rId37"/>
      <p:boldItalic r:id="rId38"/>
    </p:embeddedFont>
    <p:embeddedFont>
      <p:font typeface="Poppins Medium" panose="020B0502040204020203" pitchFamily="2" charset="0"/>
      <p:regular r:id="rId39"/>
      <p:bold r:id="rId40"/>
      <p:italic r:id="rId41"/>
      <p:boldItalic r:id="rId42"/>
    </p:embeddedFont>
    <p:embeddedFont>
      <p:font typeface="Roboto" panose="02000000000000000000" pitchFamily="2" charset="0"/>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7" roundtripDataSignature="AMtx7mjtfa1GmWNMaBcQos1MOPjHfeozQA=="/>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Lauren Stanwicks"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2D305A8-9C28-4498-B054-4B8704CC307A}">
  <a:tblStyle styleId="{72D305A8-9C28-4498-B054-4B8704CC307A}"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1" d="100"/>
          <a:sy n="51" d="100"/>
        </p:scale>
        <p:origin x="101" y="3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5.fntdata"/><Relationship Id="rId10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font" Target="fonts/font8.fntdata"/><Relationship Id="rId11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customschemas.google.com/relationships/presentationmetadata" Target="metadata"/><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font" Target="fonts/font6.fntdata"/><Relationship Id="rId45" Type="http://schemas.openxmlformats.org/officeDocument/2006/relationships/font" Target="fonts/font11.fntdata"/><Relationship Id="rId11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43" Type="http://schemas.openxmlformats.org/officeDocument/2006/relationships/font" Target="fonts/font9.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 Id="rId46" Type="http://schemas.openxmlformats.org/officeDocument/2006/relationships/font" Target="fonts/font12.fntdata"/><Relationship Id="rId108" Type="http://schemas.openxmlformats.org/officeDocument/2006/relationships/commentAuthors" Target="commentAuthors.xml"/><Relationship Id="rId20" Type="http://schemas.openxmlformats.org/officeDocument/2006/relationships/slide" Target="slides/slide19.xml"/><Relationship Id="rId41" Type="http://schemas.openxmlformats.org/officeDocument/2006/relationships/font" Target="fonts/font7.fntdata"/><Relationship Id="rId11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29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80013" y="0"/>
            <a:ext cx="3962400" cy="3429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857500" y="512763"/>
            <a:ext cx="3429000"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251200"/>
            <a:ext cx="7315200" cy="308133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02400"/>
            <a:ext cx="3962400" cy="341313"/>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80013" y="6502400"/>
            <a:ext cx="3962400" cy="341313"/>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txBox="1">
            <a:spLocks noGrp="1"/>
          </p:cNvSpPr>
          <p:nvPr>
            <p:ph type="body" idx="1"/>
          </p:nvPr>
        </p:nvSpPr>
        <p:spPr>
          <a:xfrm>
            <a:off x="914400" y="3251200"/>
            <a:ext cx="7315200" cy="3081338"/>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59" name="Google Shape;459;p1: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p2:notes"/>
          <p:cNvSpPr txBox="1">
            <a:spLocks noGrp="1"/>
          </p:cNvSpPr>
          <p:nvPr>
            <p:ph type="hdr" idx="2"/>
          </p:nvPr>
        </p:nvSpPr>
        <p:spPr>
          <a:xfrm>
            <a:off x="0" y="0"/>
            <a:ext cx="3962400" cy="3429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sz="1200"/>
          </a:p>
        </p:txBody>
      </p:sp>
      <p:sp>
        <p:nvSpPr>
          <p:cNvPr id="474" name="Google Shape;474;p2:notes"/>
          <p:cNvSpPr txBox="1">
            <a:spLocks noGrp="1"/>
          </p:cNvSpPr>
          <p:nvPr>
            <p:ph type="dt" idx="10"/>
          </p:nvPr>
        </p:nvSpPr>
        <p:spPr>
          <a:xfrm>
            <a:off x="5180013" y="0"/>
            <a:ext cx="3962400" cy="342900"/>
          </a:xfrm>
          <a:prstGeom prst="rect">
            <a:avLst/>
          </a:prstGeom>
          <a:noFill/>
          <a:ln>
            <a:noFill/>
          </a:ln>
        </p:spPr>
        <p:txBody>
          <a:bodyPr spcFirstLastPara="1" wrap="square" lIns="91425" tIns="45700" rIns="91425" bIns="45700" anchor="t" anchorCtr="0">
            <a:noAutofit/>
          </a:bodyPr>
          <a:lstStyle/>
          <a:p>
            <a:pPr marL="0" lvl="0" indent="0" algn="r" rtl="0">
              <a:lnSpc>
                <a:spcPct val="100000"/>
              </a:lnSpc>
              <a:spcBef>
                <a:spcPts val="0"/>
              </a:spcBef>
              <a:spcAft>
                <a:spcPts val="0"/>
              </a:spcAft>
              <a:buSzPts val="1400"/>
              <a:buNone/>
            </a:pPr>
            <a:r>
              <a:rPr lang="en-US" sz="1200" b="0" i="0" u="none" strike="noStrike" cap="none">
                <a:solidFill>
                  <a:schemeClr val="dk1"/>
                </a:solidFill>
                <a:latin typeface="Calibri"/>
                <a:ea typeface="Calibri"/>
                <a:cs typeface="Calibri"/>
                <a:sym typeface="Calibri"/>
              </a:rPr>
              <a:t>1.7.2013</a:t>
            </a:r>
            <a:endParaRPr/>
          </a:p>
        </p:txBody>
      </p:sp>
      <p:sp>
        <p:nvSpPr>
          <p:cNvPr id="475" name="Google Shape;475;p2:notes"/>
          <p:cNvSpPr>
            <a:spLocks noGrp="1" noRot="1" noChangeAspect="1"/>
          </p:cNvSpPr>
          <p:nvPr>
            <p:ph type="sldImg" idx="3"/>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6" name="Google Shape;476;p2:notes"/>
          <p:cNvSpPr txBox="1">
            <a:spLocks noGrp="1"/>
          </p:cNvSpPr>
          <p:nvPr>
            <p:ph type="body" idx="1"/>
          </p:nvPr>
        </p:nvSpPr>
        <p:spPr>
          <a:xfrm>
            <a:off x="914400" y="3251200"/>
            <a:ext cx="7315200" cy="3081338"/>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77" name="Google Shape;477;p2:notes"/>
          <p:cNvSpPr txBox="1">
            <a:spLocks noGrp="1"/>
          </p:cNvSpPr>
          <p:nvPr>
            <p:ph type="ftr" idx="11"/>
          </p:nvPr>
        </p:nvSpPr>
        <p:spPr>
          <a:xfrm>
            <a:off x="0" y="6502400"/>
            <a:ext cx="3962400" cy="341313"/>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endParaRPr sz="1200"/>
          </a:p>
        </p:txBody>
      </p:sp>
      <p:sp>
        <p:nvSpPr>
          <p:cNvPr id="478" name="Google Shape;478;p2:notes"/>
          <p:cNvSpPr txBox="1">
            <a:spLocks noGrp="1"/>
          </p:cNvSpPr>
          <p:nvPr>
            <p:ph type="sldNum" idx="12"/>
          </p:nvPr>
        </p:nvSpPr>
        <p:spPr>
          <a:xfrm>
            <a:off x="5180013" y="6502400"/>
            <a:ext cx="3962400" cy="341313"/>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200"/>
              <a:buNone/>
            </a:pPr>
            <a:r>
              <a:rPr lang="en-US" sz="1200" b="0" i="0" u="none" strike="noStrike" cap="none">
                <a:solidFill>
                  <a:schemeClr val="dk1"/>
                </a:solidFill>
                <a:latin typeface="Calibri"/>
                <a:ea typeface="Calibri"/>
                <a:cs typeface="Calibri"/>
                <a:sym typeface="Calibri"/>
              </a:rPr>
              <a: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
        <p:cNvGrpSpPr/>
        <p:nvPr/>
      </p:nvGrpSpPr>
      <p:grpSpPr>
        <a:xfrm>
          <a:off x="0" y="0"/>
          <a:ext cx="0" cy="0"/>
          <a:chOff x="0" y="0"/>
          <a:chExt cx="0" cy="0"/>
        </a:xfrm>
      </p:grpSpPr>
      <p:sp>
        <p:nvSpPr>
          <p:cNvPr id="496" name="Google Shape;496;g3f74caaad3a_0_0:notes"/>
          <p:cNvSpPr txBox="1">
            <a:spLocks noGrp="1"/>
          </p:cNvSpPr>
          <p:nvPr>
            <p:ph type="hdr" idx="2"/>
          </p:nvPr>
        </p:nvSpPr>
        <p:spPr>
          <a:xfrm>
            <a:off x="0" y="0"/>
            <a:ext cx="3962400" cy="3429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sz="1200"/>
          </a:p>
        </p:txBody>
      </p:sp>
      <p:sp>
        <p:nvSpPr>
          <p:cNvPr id="497" name="Google Shape;497;g3f74caaad3a_0_0:notes"/>
          <p:cNvSpPr txBox="1">
            <a:spLocks noGrp="1"/>
          </p:cNvSpPr>
          <p:nvPr>
            <p:ph type="dt" idx="10"/>
          </p:nvPr>
        </p:nvSpPr>
        <p:spPr>
          <a:xfrm>
            <a:off x="5180013" y="0"/>
            <a:ext cx="3962400" cy="342900"/>
          </a:xfrm>
          <a:prstGeom prst="rect">
            <a:avLst/>
          </a:prstGeom>
          <a:noFill/>
          <a:ln>
            <a:noFill/>
          </a:ln>
        </p:spPr>
        <p:txBody>
          <a:bodyPr spcFirstLastPara="1" wrap="square" lIns="91425" tIns="45700" rIns="91425" bIns="45700" anchor="t" anchorCtr="0">
            <a:noAutofit/>
          </a:bodyPr>
          <a:lstStyle/>
          <a:p>
            <a:pPr marL="0" lvl="0" indent="0" algn="r" rtl="0">
              <a:lnSpc>
                <a:spcPct val="100000"/>
              </a:lnSpc>
              <a:spcBef>
                <a:spcPts val="0"/>
              </a:spcBef>
              <a:spcAft>
                <a:spcPts val="0"/>
              </a:spcAft>
              <a:buSzPts val="1400"/>
              <a:buNone/>
            </a:pPr>
            <a:r>
              <a:rPr lang="en-US" sz="1200" b="0" i="0" u="none" strike="noStrike" cap="none">
                <a:solidFill>
                  <a:schemeClr val="dk1"/>
                </a:solidFill>
                <a:latin typeface="Calibri"/>
                <a:ea typeface="Calibri"/>
                <a:cs typeface="Calibri"/>
                <a:sym typeface="Calibri"/>
              </a:rPr>
              <a:t>1.7.2013</a:t>
            </a:r>
            <a:endParaRPr/>
          </a:p>
        </p:txBody>
      </p:sp>
      <p:sp>
        <p:nvSpPr>
          <p:cNvPr id="498" name="Google Shape;498;g3f74caaad3a_0_0:notes"/>
          <p:cNvSpPr>
            <a:spLocks noGrp="1" noRot="1" noChangeAspect="1"/>
          </p:cNvSpPr>
          <p:nvPr>
            <p:ph type="sldImg" idx="3"/>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9" name="Google Shape;499;g3f74caaad3a_0_0: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00" name="Google Shape;500;g3f74caaad3a_0_0:notes"/>
          <p:cNvSpPr txBox="1">
            <a:spLocks noGrp="1"/>
          </p:cNvSpPr>
          <p:nvPr>
            <p:ph type="ftr" idx="11"/>
          </p:nvPr>
        </p:nvSpPr>
        <p:spPr>
          <a:xfrm>
            <a:off x="0" y="6502400"/>
            <a:ext cx="3962400" cy="341400"/>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endParaRPr sz="1200"/>
          </a:p>
        </p:txBody>
      </p:sp>
      <p:sp>
        <p:nvSpPr>
          <p:cNvPr id="501" name="Google Shape;501;g3f74caaad3a_0_0:notes"/>
          <p:cNvSpPr txBox="1">
            <a:spLocks noGrp="1"/>
          </p:cNvSpPr>
          <p:nvPr>
            <p:ph type="sldNum" idx="12"/>
          </p:nvPr>
        </p:nvSpPr>
        <p:spPr>
          <a:xfrm>
            <a:off x="5180013" y="6502400"/>
            <a:ext cx="3962400" cy="3414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200"/>
              <a:buNone/>
            </a:pPr>
            <a:r>
              <a:rPr lang="en-US" sz="1200" b="0" i="0" u="none" strike="noStrike" cap="none">
                <a:solidFill>
                  <a:schemeClr val="dk1"/>
                </a:solidFill>
                <a:latin typeface="Calibri"/>
                <a:ea typeface="Calibri"/>
                <a:cs typeface="Calibri"/>
                <a:sym typeface="Calibri"/>
              </a:rPr>
              <a: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3:notes"/>
          <p:cNvSpPr txBox="1">
            <a:spLocks noGrp="1"/>
          </p:cNvSpPr>
          <p:nvPr>
            <p:ph type="body" idx="1"/>
          </p:nvPr>
        </p:nvSpPr>
        <p:spPr>
          <a:xfrm>
            <a:off x="914400" y="3251200"/>
            <a:ext cx="7315200" cy="3081338"/>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Biology actually interacts with each option here, just in different ways.</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The brain is the biological command center for all thoughts, emotions, and behaviors. Every feeling, decision, and movement comes from neural activity, which is basically electrochemical signals between these things called neurons in your brain, which we will talk more about later in the slides. For example, there is a part of your brain called the amygdala, which triggers a fear response that your body can then act on. The physical structure and function of your brain allows us to literally create the behavior you see and do every day.</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Hormones are chemical messengers that can and influence and affect mood, aggression, stress, motivation, and even decision making. For example, a common hormone you might know is adrenaline, and a rush of adrenaline can cause a fight or flight response and cause behavioral changes.</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Life experiences can also change the brain and behavior through a process called neuroplasticity. Things like learning, trauma, and practice/repetition can create new neural connections in your brain or strengthen old ones. Your brain is constantly changing because you are constantly gaining new experiences every day, which shapes and rewires your brain and affects how your respond.</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Your social environment, which includes your culture, family, friends, and social norms also heavily influence and teach us what behaviors are acceptable and expected. Peer pressure, support systems, and cultural values also guide life choices and decisions as well. This is super influential, especially in childhood and adolescence, where we learn from others and learn how to respond emotionally and socially.</a:t>
            </a:r>
            <a:endParaRPr/>
          </a:p>
        </p:txBody>
      </p:sp>
      <p:sp>
        <p:nvSpPr>
          <p:cNvPr id="523" name="Google Shape;523;p3: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p4:notes"/>
          <p:cNvSpPr txBox="1">
            <a:spLocks noGrp="1"/>
          </p:cNvSpPr>
          <p:nvPr>
            <p:ph type="body" idx="1"/>
          </p:nvPr>
        </p:nvSpPr>
        <p:spPr>
          <a:xfrm>
            <a:off x="914400" y="3251200"/>
            <a:ext cx="7315200" cy="3081338"/>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The nervous system controls everything you do, from breathing and digesting to thinking, learning, and moving.</a:t>
            </a:r>
            <a:endParaRPr/>
          </a:p>
        </p:txBody>
      </p:sp>
      <p:sp>
        <p:nvSpPr>
          <p:cNvPr id="536" name="Google Shape;536;p4: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p5: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As you can see, there are many different parts of the nervous system all throughout the body that are responsible for different functions.</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This is because the nervous system is your body’s communication network, it sends messages back and forth between the brain, spinal cord, and body</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The sympathetic system drives the "fight-or-flight" response during stress, while the parasympathetic system manages the "rest-and-digest" state to help your body recover and save energy</a:t>
            </a:r>
            <a:endParaRPr/>
          </a:p>
        </p:txBody>
      </p:sp>
      <p:sp>
        <p:nvSpPr>
          <p:cNvPr id="548" name="Google Shape;548;p5: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p6: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These functions can be voluntary, like moving our limbs and also involuntary, such as digesting food and adjusting our heart rate and body temperature. It controls everything you do, for example </a:t>
            </a:r>
            <a:endParaRPr/>
          </a:p>
        </p:txBody>
      </p:sp>
      <p:sp>
        <p:nvSpPr>
          <p:cNvPr id="555" name="Google Shape;555;p6: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p:cNvGrpSpPr/>
        <p:nvPr/>
      </p:nvGrpSpPr>
      <p:grpSpPr>
        <a:xfrm>
          <a:off x="0" y="0"/>
          <a:ext cx="0" cy="0"/>
          <a:chOff x="0" y="0"/>
          <a:chExt cx="0" cy="0"/>
        </a:xfrm>
      </p:grpSpPr>
      <p:sp>
        <p:nvSpPr>
          <p:cNvPr id="563" name="Google Shape;563;p7:notes"/>
          <p:cNvSpPr txBox="1">
            <a:spLocks noGrp="1"/>
          </p:cNvSpPr>
          <p:nvPr>
            <p:ph type="body" idx="1"/>
          </p:nvPr>
        </p:nvSpPr>
        <p:spPr>
          <a:xfrm>
            <a:off x="914400" y="3251200"/>
            <a:ext cx="7315200" cy="3081338"/>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There are 2 main parts of the nervous system, the CNS and the PNS that work together </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They differ in location, function, and what they are comprised of.</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CNS: made up of the brain and spinal cord - Processes information and makes decisions, Brain is the main command center, while the spinal column extends from the base of the brain down the body.</a:t>
            </a:r>
            <a:endParaRPr/>
          </a:p>
          <a:p>
            <a:pPr marL="0" lvl="0" indent="0" algn="l" rtl="0">
              <a:lnSpc>
                <a:spcPct val="100000"/>
              </a:lnSpc>
              <a:spcBef>
                <a:spcPts val="0"/>
              </a:spcBef>
              <a:spcAft>
                <a:spcPts val="0"/>
              </a:spcAft>
              <a:buSzPts val="1400"/>
              <a:buNone/>
            </a:pPr>
            <a:r>
              <a:rPr lang="en-US"/>
              <a:t>The CNS also is responsible for processing and coordinating many bodily functions such as movement, sensation, thought, and emotion</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on the other hand, the PNS makes up all the nerves that are outside the CNS, such as the nerves that connect the spinal cord to the rest of the body. It transmits info between the CNS, the body’s organs, muscles, and skin.</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It is also divided into 2 divisions, the somatic nervous system and the autonomic nervous system, which have different functions  </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	</a:t>
            </a:r>
            <a:endParaRPr/>
          </a:p>
          <a:p>
            <a:pPr marL="0" lvl="0" indent="0" algn="l" rtl="0">
              <a:lnSpc>
                <a:spcPct val="100000"/>
              </a:lnSpc>
              <a:spcBef>
                <a:spcPts val="0"/>
              </a:spcBef>
              <a:spcAft>
                <a:spcPts val="0"/>
              </a:spcAft>
              <a:buSzPts val="1400"/>
              <a:buNone/>
            </a:pPr>
            <a:endParaRPr/>
          </a:p>
        </p:txBody>
      </p:sp>
      <p:sp>
        <p:nvSpPr>
          <p:cNvPr id="564" name="Google Shape;564;p7: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1"/>
        <p:cNvGrpSpPr/>
        <p:nvPr/>
      </p:nvGrpSpPr>
      <p:grpSpPr>
        <a:xfrm>
          <a:off x="0" y="0"/>
          <a:ext cx="0" cy="0"/>
          <a:chOff x="0" y="0"/>
          <a:chExt cx="0" cy="0"/>
        </a:xfrm>
      </p:grpSpPr>
      <p:sp>
        <p:nvSpPr>
          <p:cNvPr id="612" name="Google Shape;612;p8: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brains reads signals from nerves to regulate how you think, feel, and act</a:t>
            </a:r>
            <a:endParaRPr/>
          </a:p>
        </p:txBody>
      </p:sp>
      <p:sp>
        <p:nvSpPr>
          <p:cNvPr id="613" name="Google Shape;613;p8: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2"/>
        <p:cNvGrpSpPr/>
        <p:nvPr/>
      </p:nvGrpSpPr>
      <p:grpSpPr>
        <a:xfrm>
          <a:off x="0" y="0"/>
          <a:ext cx="0" cy="0"/>
          <a:chOff x="0" y="0"/>
          <a:chExt cx="0" cy="0"/>
        </a:xfrm>
      </p:grpSpPr>
      <p:sp>
        <p:nvSpPr>
          <p:cNvPr id="633" name="Google Shape;633;p9: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The PNS connects your brain and spinal cord to your muscles and organs, acting as the delivery system for messages in the body</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Clr>
                <a:schemeClr val="dk1"/>
              </a:buClr>
              <a:buSzPts val="1100"/>
              <a:buFont typeface="Arial"/>
              <a:buNone/>
            </a:pPr>
            <a:r>
              <a:rPr lang="en-US"/>
              <a:t>There are two parts as mentioned before, the somatic nervous system, which controls voluntary movement (walking, talking, writing)</a:t>
            </a:r>
            <a:endParaRPr/>
          </a:p>
          <a:p>
            <a:pPr marL="0" lvl="0" indent="0" algn="l" rtl="0">
              <a:lnSpc>
                <a:spcPct val="100000"/>
              </a:lnSpc>
              <a:spcBef>
                <a:spcPts val="0"/>
              </a:spcBef>
              <a:spcAft>
                <a:spcPts val="0"/>
              </a:spcAft>
              <a:buClr>
                <a:schemeClr val="dk1"/>
              </a:buClr>
              <a:buSzPts val="1100"/>
              <a:buFont typeface="Arial"/>
              <a:buNone/>
            </a:pPr>
            <a:r>
              <a:rPr lang="en-US"/>
              <a:t>and the autonomic nervous system, which control involuntary bodily functions (digestion, heart rate, body temp, sweating)</a:t>
            </a:r>
            <a:endParaRPr/>
          </a:p>
          <a:p>
            <a:pPr marL="0" lvl="0" indent="0" algn="l" rtl="0">
              <a:lnSpc>
                <a:spcPct val="100000"/>
              </a:lnSpc>
              <a:spcBef>
                <a:spcPts val="0"/>
              </a:spcBef>
              <a:spcAft>
                <a:spcPts val="0"/>
              </a:spcAft>
              <a:buSzPts val="1400"/>
              <a:buNone/>
            </a:pPr>
            <a:endParaRPr/>
          </a:p>
        </p:txBody>
      </p:sp>
      <p:sp>
        <p:nvSpPr>
          <p:cNvPr id="634" name="Google Shape;634;p9: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8"/>
        <p:cNvGrpSpPr/>
        <p:nvPr/>
      </p:nvGrpSpPr>
      <p:grpSpPr>
        <a:xfrm>
          <a:off x="0" y="0"/>
          <a:ext cx="0" cy="0"/>
          <a:chOff x="0" y="0"/>
          <a:chExt cx="0" cy="0"/>
        </a:xfrm>
      </p:grpSpPr>
      <p:sp>
        <p:nvSpPr>
          <p:cNvPr id="649" name="Google Shape;649;p10: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The autonomic system has 2 sides that balance each other </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The sympathetic system, which responds to stress and is the fight or flight response, triggers involuntary responses to prepare the body for intense activity (blood rushing to muscles)</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and the parasympathetic system, which promotes calmness and preserves energy by slowing heart rate and increasing digestion</a:t>
            </a:r>
            <a:endParaRPr/>
          </a:p>
        </p:txBody>
      </p:sp>
      <p:sp>
        <p:nvSpPr>
          <p:cNvPr id="650" name="Google Shape;650;p10: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p11:notes"/>
          <p:cNvSpPr txBox="1">
            <a:spLocks noGrp="1"/>
          </p:cNvSpPr>
          <p:nvPr>
            <p:ph type="body" idx="1"/>
          </p:nvPr>
        </p:nvSpPr>
        <p:spPr>
          <a:xfrm>
            <a:off x="914400" y="3251200"/>
            <a:ext cx="7315200" cy="3081338"/>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1: PNS (somatic)</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2. CNS (CNS about regulation)</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3. CNS</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4. PNS (autonomic) (sympathetic)</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5. CNS</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6. PNS (autonomic) (parasympathetic)</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7. CNS </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8. PNS (somatic)</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9. PNS (autonomic) (parasympathetic)</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10. CNS (the act of deciding is a conscious and complex action that requires levels of thought)</a:t>
            </a:r>
            <a:endParaRPr/>
          </a:p>
        </p:txBody>
      </p:sp>
      <p:sp>
        <p:nvSpPr>
          <p:cNvPr id="666" name="Google Shape;666;p11: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9"/>
        <p:cNvGrpSpPr/>
        <p:nvPr/>
      </p:nvGrpSpPr>
      <p:grpSpPr>
        <a:xfrm>
          <a:off x="0" y="0"/>
          <a:ext cx="0" cy="0"/>
          <a:chOff x="0" y="0"/>
          <a:chExt cx="0" cy="0"/>
        </a:xfrm>
      </p:grpSpPr>
      <p:sp>
        <p:nvSpPr>
          <p:cNvPr id="720" name="Google Shape;720;g3fab5c83c0f_0_7: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1: PNS (somatic)</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3. CNS</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4. PNS (autonomic) (sympathetic)</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5. CNS</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6. PNS (autonomic) (parasympathetic)</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7. CNS </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8. PNS (somatic)</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9. PNS (autonomic) (parasympathetic)</a:t>
            </a:r>
            <a:endParaRPr/>
          </a:p>
          <a:p>
            <a:pPr marL="0" lvl="0" indent="0" algn="l" rtl="0">
              <a:lnSpc>
                <a:spcPct val="100000"/>
              </a:lnSpc>
              <a:spcBef>
                <a:spcPts val="0"/>
              </a:spcBef>
              <a:spcAft>
                <a:spcPts val="0"/>
              </a:spcAft>
              <a:buSzPts val="1400"/>
              <a:buNone/>
            </a:pPr>
            <a:endParaRPr/>
          </a:p>
        </p:txBody>
      </p:sp>
      <p:sp>
        <p:nvSpPr>
          <p:cNvPr id="721" name="Google Shape;721;g3fab5c83c0f_0_7: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4"/>
        <p:cNvGrpSpPr/>
        <p:nvPr/>
      </p:nvGrpSpPr>
      <p:grpSpPr>
        <a:xfrm>
          <a:off x="0" y="0"/>
          <a:ext cx="0" cy="0"/>
          <a:chOff x="0" y="0"/>
          <a:chExt cx="0" cy="0"/>
        </a:xfrm>
      </p:grpSpPr>
      <p:sp>
        <p:nvSpPr>
          <p:cNvPr id="765" name="Google Shape;765;g3fab5c83c0f_0_63: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6" name="Google Shape;766;g3fab5c83c0f_0_63:notes"/>
          <p:cNvSpPr txBox="1">
            <a:spLocks noGrp="1"/>
          </p:cNvSpPr>
          <p:nvPr>
            <p:ph type="body" idx="1"/>
          </p:nvPr>
        </p:nvSpPr>
        <p:spPr>
          <a:xfrm>
            <a:off x="914400" y="3251200"/>
            <a:ext cx="7315200" cy="3081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67" name="Google Shape;767;g3fab5c83c0f_0_63:notes"/>
          <p:cNvSpPr txBox="1">
            <a:spLocks noGrp="1"/>
          </p:cNvSpPr>
          <p:nvPr>
            <p:ph type="sldNum" idx="12"/>
          </p:nvPr>
        </p:nvSpPr>
        <p:spPr>
          <a:xfrm>
            <a:off x="5180013" y="6502400"/>
            <a:ext cx="3962400" cy="3414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
        <p:cNvGrpSpPr/>
        <p:nvPr/>
      </p:nvGrpSpPr>
      <p:grpSpPr>
        <a:xfrm>
          <a:off x="0" y="0"/>
          <a:ext cx="0" cy="0"/>
          <a:chOff x="0" y="0"/>
          <a:chExt cx="0" cy="0"/>
        </a:xfrm>
      </p:grpSpPr>
      <p:sp>
        <p:nvSpPr>
          <p:cNvPr id="777" name="Google Shape;777;p12:notes"/>
          <p:cNvSpPr txBox="1">
            <a:spLocks noGrp="1"/>
          </p:cNvSpPr>
          <p:nvPr>
            <p:ph type="body" idx="1"/>
          </p:nvPr>
        </p:nvSpPr>
        <p:spPr>
          <a:xfrm>
            <a:off x="914400" y="3251200"/>
            <a:ext cx="7315200" cy="3081338"/>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will touch on neurons later in talk</a:t>
            </a:r>
            <a:endParaRPr/>
          </a:p>
        </p:txBody>
      </p:sp>
      <p:sp>
        <p:nvSpPr>
          <p:cNvPr id="778" name="Google Shape;778;p12: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6"/>
        <p:cNvGrpSpPr/>
        <p:nvPr/>
      </p:nvGrpSpPr>
      <p:grpSpPr>
        <a:xfrm>
          <a:off x="0" y="0"/>
          <a:ext cx="0" cy="0"/>
          <a:chOff x="0" y="0"/>
          <a:chExt cx="0" cy="0"/>
        </a:xfrm>
      </p:grpSpPr>
      <p:sp>
        <p:nvSpPr>
          <p:cNvPr id="787" name="Google Shape;787;p13: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88" name="Google Shape;788;p13: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3"/>
        <p:cNvGrpSpPr/>
        <p:nvPr/>
      </p:nvGrpSpPr>
      <p:grpSpPr>
        <a:xfrm>
          <a:off x="0" y="0"/>
          <a:ext cx="0" cy="0"/>
          <a:chOff x="0" y="0"/>
          <a:chExt cx="0" cy="0"/>
        </a:xfrm>
      </p:grpSpPr>
      <p:sp>
        <p:nvSpPr>
          <p:cNvPr id="804" name="Google Shape;804;p14: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another example: the knee jerk </a:t>
            </a:r>
            <a:endParaRPr/>
          </a:p>
        </p:txBody>
      </p:sp>
      <p:sp>
        <p:nvSpPr>
          <p:cNvPr id="805" name="Google Shape;805;p14: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3"/>
        <p:cNvGrpSpPr/>
        <p:nvPr/>
      </p:nvGrpSpPr>
      <p:grpSpPr>
        <a:xfrm>
          <a:off x="0" y="0"/>
          <a:ext cx="0" cy="0"/>
          <a:chOff x="0" y="0"/>
          <a:chExt cx="0" cy="0"/>
        </a:xfrm>
      </p:grpSpPr>
      <p:sp>
        <p:nvSpPr>
          <p:cNvPr id="814" name="Google Shape;814;p15: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another example: the knee jerk </a:t>
            </a:r>
            <a:endParaRPr/>
          </a:p>
        </p:txBody>
      </p:sp>
      <p:sp>
        <p:nvSpPr>
          <p:cNvPr id="815" name="Google Shape;815;p15: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p16: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25" name="Google Shape;825;p16: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0"/>
        <p:cNvGrpSpPr/>
        <p:nvPr/>
      </p:nvGrpSpPr>
      <p:grpSpPr>
        <a:xfrm>
          <a:off x="0" y="0"/>
          <a:ext cx="0" cy="0"/>
          <a:chOff x="0" y="0"/>
          <a:chExt cx="0" cy="0"/>
        </a:xfrm>
      </p:grpSpPr>
      <p:sp>
        <p:nvSpPr>
          <p:cNvPr id="831" name="Google Shape;831;p17: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32" name="Google Shape;832;p17: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3"/>
        <p:cNvGrpSpPr/>
        <p:nvPr/>
      </p:nvGrpSpPr>
      <p:grpSpPr>
        <a:xfrm>
          <a:off x="0" y="0"/>
          <a:ext cx="0" cy="0"/>
          <a:chOff x="0" y="0"/>
          <a:chExt cx="0" cy="0"/>
        </a:xfrm>
      </p:grpSpPr>
      <p:sp>
        <p:nvSpPr>
          <p:cNvPr id="844" name="Google Shape;844;p18:notes"/>
          <p:cNvSpPr txBox="1">
            <a:spLocks noGrp="1"/>
          </p:cNvSpPr>
          <p:nvPr>
            <p:ph type="body" idx="1"/>
          </p:nvPr>
        </p:nvSpPr>
        <p:spPr>
          <a:xfrm>
            <a:off x="914400" y="3251200"/>
            <a:ext cx="7315200" cy="3081338"/>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45" name="Google Shape;845;p18: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4"/>
        <p:cNvGrpSpPr/>
        <p:nvPr/>
      </p:nvGrpSpPr>
      <p:grpSpPr>
        <a:xfrm>
          <a:off x="0" y="0"/>
          <a:ext cx="0" cy="0"/>
          <a:chOff x="0" y="0"/>
          <a:chExt cx="0" cy="0"/>
        </a:xfrm>
      </p:grpSpPr>
      <p:sp>
        <p:nvSpPr>
          <p:cNvPr id="855" name="Google Shape;855;p19: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10000"/>
              </a:lnSpc>
              <a:spcBef>
                <a:spcPts val="0"/>
              </a:spcBef>
              <a:spcAft>
                <a:spcPts val="0"/>
              </a:spcAft>
              <a:buClr>
                <a:schemeClr val="dk1"/>
              </a:buClr>
              <a:buSzPts val="1400"/>
              <a:buFont typeface="Arial"/>
              <a:buNone/>
            </a:pPr>
            <a:r>
              <a:rPr lang="en-US">
                <a:solidFill>
                  <a:srgbClr val="2D2F3B"/>
                </a:solidFill>
              </a:rPr>
              <a:t>Your brain is responsible for thinking, feeling, moving, remembering, and most importantly, keeping you alive</a:t>
            </a:r>
            <a:endParaRPr/>
          </a:p>
          <a:p>
            <a:pPr marL="0" lvl="0" indent="0" algn="l" rtl="0">
              <a:lnSpc>
                <a:spcPct val="100000"/>
              </a:lnSpc>
              <a:spcBef>
                <a:spcPts val="0"/>
              </a:spcBef>
              <a:spcAft>
                <a:spcPts val="0"/>
              </a:spcAft>
              <a:buSzPts val="1400"/>
              <a:buNone/>
            </a:pPr>
            <a:endParaRPr/>
          </a:p>
        </p:txBody>
      </p:sp>
      <p:sp>
        <p:nvSpPr>
          <p:cNvPr id="856" name="Google Shape;856;p19: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p20:notes"/>
          <p:cNvSpPr txBox="1">
            <a:spLocks noGrp="1"/>
          </p:cNvSpPr>
          <p:nvPr>
            <p:ph type="body" idx="1"/>
          </p:nvPr>
        </p:nvSpPr>
        <p:spPr>
          <a:xfrm>
            <a:off x="914400" y="3251200"/>
            <a:ext cx="7315200" cy="3081338"/>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Forebrain includes cerebrum ex: solving a problem or remembering a song</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cerebellum ex: catching a ball</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brain stem ex: staying alive and regulated at rest</a:t>
            </a:r>
            <a:endParaRPr/>
          </a:p>
        </p:txBody>
      </p:sp>
      <p:sp>
        <p:nvSpPr>
          <p:cNvPr id="866" name="Google Shape;866;p20: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7"/>
        <p:cNvGrpSpPr/>
        <p:nvPr/>
      </p:nvGrpSpPr>
      <p:grpSpPr>
        <a:xfrm>
          <a:off x="0" y="0"/>
          <a:ext cx="0" cy="0"/>
          <a:chOff x="0" y="0"/>
          <a:chExt cx="0" cy="0"/>
        </a:xfrm>
      </p:grpSpPr>
      <p:sp>
        <p:nvSpPr>
          <p:cNvPr id="888" name="Google Shape;888;p21: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89" name="Google Shape;889;p21: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4"/>
        <p:cNvGrpSpPr/>
        <p:nvPr/>
      </p:nvGrpSpPr>
      <p:grpSpPr>
        <a:xfrm>
          <a:off x="0" y="0"/>
          <a:ext cx="0" cy="0"/>
          <a:chOff x="0" y="0"/>
          <a:chExt cx="0" cy="0"/>
        </a:xfrm>
      </p:grpSpPr>
      <p:sp>
        <p:nvSpPr>
          <p:cNvPr id="905" name="Google Shape;905;p22: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limbic system involved in habits as we talked about last week</a:t>
            </a:r>
            <a:endParaRPr/>
          </a:p>
        </p:txBody>
      </p:sp>
      <p:sp>
        <p:nvSpPr>
          <p:cNvPr id="906" name="Google Shape;906;p22: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1"/>
        <p:cNvGrpSpPr/>
        <p:nvPr/>
      </p:nvGrpSpPr>
      <p:grpSpPr>
        <a:xfrm>
          <a:off x="0" y="0"/>
          <a:ext cx="0" cy="0"/>
          <a:chOff x="0" y="0"/>
          <a:chExt cx="0" cy="0"/>
        </a:xfrm>
      </p:grpSpPr>
      <p:sp>
        <p:nvSpPr>
          <p:cNvPr id="912" name="Google Shape;912;p23: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Each lobe has a special job</a:t>
            </a:r>
            <a:endParaRPr/>
          </a:p>
        </p:txBody>
      </p:sp>
      <p:sp>
        <p:nvSpPr>
          <p:cNvPr id="913" name="Google Shape;913;p23: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2"/>
        <p:cNvGrpSpPr/>
        <p:nvPr/>
      </p:nvGrpSpPr>
      <p:grpSpPr>
        <a:xfrm>
          <a:off x="0" y="0"/>
          <a:ext cx="0" cy="0"/>
          <a:chOff x="0" y="0"/>
          <a:chExt cx="0" cy="0"/>
        </a:xfrm>
      </p:grpSpPr>
      <p:sp>
        <p:nvSpPr>
          <p:cNvPr id="943" name="Google Shape;943;p24: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The forebrain also includes the limbic system, which is deep within the cerebrum</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amygdala damage/over heightened - heightened anxiety or stress response</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damage to hippocampus - memory loss (HM)</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damage to hypothalamus - appetite and weight changes, hormonal imbalance, sleep dysregulation</a:t>
            </a:r>
            <a:endParaRPr/>
          </a:p>
          <a:p>
            <a:pPr marL="0" lvl="0" indent="0" algn="l" rtl="0">
              <a:lnSpc>
                <a:spcPct val="100000"/>
              </a:lnSpc>
              <a:spcBef>
                <a:spcPts val="0"/>
              </a:spcBef>
              <a:spcAft>
                <a:spcPts val="0"/>
              </a:spcAft>
              <a:buSzPts val="1400"/>
              <a:buNone/>
            </a:pPr>
            <a:endParaRPr/>
          </a:p>
        </p:txBody>
      </p:sp>
      <p:sp>
        <p:nvSpPr>
          <p:cNvPr id="944" name="Google Shape;944;p24: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5"/>
        <p:cNvGrpSpPr/>
        <p:nvPr/>
      </p:nvGrpSpPr>
      <p:grpSpPr>
        <a:xfrm>
          <a:off x="0" y="0"/>
          <a:ext cx="0" cy="0"/>
          <a:chOff x="0" y="0"/>
          <a:chExt cx="0" cy="0"/>
        </a:xfrm>
      </p:grpSpPr>
      <p:sp>
        <p:nvSpPr>
          <p:cNvPr id="956" name="Google Shape;956;p25: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57" name="Google Shape;957;p25: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p26: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1" name="Google Shape;971;p26: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1"/>
        <p:cNvGrpSpPr/>
        <p:nvPr/>
      </p:nvGrpSpPr>
      <p:grpSpPr>
        <a:xfrm>
          <a:off x="0" y="0"/>
          <a:ext cx="0" cy="0"/>
          <a:chOff x="0" y="0"/>
          <a:chExt cx="0" cy="0"/>
        </a:xfrm>
      </p:grpSpPr>
      <p:sp>
        <p:nvSpPr>
          <p:cNvPr id="992" name="Google Shape;992;p27: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talk especially about the cerebellum more</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cognitive functions - the cerebellum also supports a thing called procedural memory, involves unconscious learning and allows for the automatic execution of tasks without conscious effort, includes motor and cognitive skills</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for example, riding a bike or acquiring a language</a:t>
            </a:r>
            <a:endParaRPr/>
          </a:p>
        </p:txBody>
      </p:sp>
      <p:sp>
        <p:nvSpPr>
          <p:cNvPr id="993" name="Google Shape;993;p27: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4"/>
        <p:cNvGrpSpPr/>
        <p:nvPr/>
      </p:nvGrpSpPr>
      <p:grpSpPr>
        <a:xfrm>
          <a:off x="0" y="0"/>
          <a:ext cx="0" cy="0"/>
          <a:chOff x="0" y="0"/>
          <a:chExt cx="0" cy="0"/>
        </a:xfrm>
      </p:grpSpPr>
      <p:sp>
        <p:nvSpPr>
          <p:cNvPr id="1005" name="Google Shape;1005;p28: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06" name="Google Shape;1006;p28: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p29: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talk especially about the cerebellum more</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cognitive functions - the cerebellum also supports a thing called procedural memory, involves unconscious learning and allows for the automatic execution of tasks without conscious effort, includes motor and cognitive skills</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en-US"/>
              <a:t>for example, riding a bike or acquiring a language</a:t>
            </a:r>
            <a:endParaRPr/>
          </a:p>
        </p:txBody>
      </p:sp>
      <p:sp>
        <p:nvSpPr>
          <p:cNvPr id="1019" name="Google Shape;1019;p29: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6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6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6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9"/>
        <p:cNvGrpSpPr/>
        <p:nvPr/>
      </p:nvGrpSpPr>
      <p:grpSpPr>
        <a:xfrm>
          <a:off x="0" y="0"/>
          <a:ext cx="0" cy="0"/>
          <a:chOff x="0" y="0"/>
          <a:chExt cx="0" cy="0"/>
        </a:xfrm>
      </p:grpSpPr>
      <p:sp>
        <p:nvSpPr>
          <p:cNvPr id="20" name="Google Shape;20;p67"/>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67"/>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22" name="Google Shape;22;p6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6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6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69"/>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4000"/>
              <a:buFont typeface="Calibri"/>
              <a:buNone/>
              <a:defRPr sz="40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69"/>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00"/>
              </a:spcBef>
              <a:spcAft>
                <a:spcPts val="0"/>
              </a:spcAft>
              <a:buClr>
                <a:srgbClr val="888888"/>
              </a:buClr>
              <a:buSzPts val="2000"/>
              <a:buNone/>
              <a:defRPr sz="2000">
                <a:solidFill>
                  <a:srgbClr val="888888"/>
                </a:solidFill>
              </a:defRPr>
            </a:lvl1pPr>
            <a:lvl2pPr marL="914400" lvl="1" indent="-228600" algn="l">
              <a:lnSpc>
                <a:spcPct val="100000"/>
              </a:lnSpc>
              <a:spcBef>
                <a:spcPts val="360"/>
              </a:spcBef>
              <a:spcAft>
                <a:spcPts val="0"/>
              </a:spcAft>
              <a:buClr>
                <a:srgbClr val="888888"/>
              </a:buClr>
              <a:buSzPts val="1800"/>
              <a:buNone/>
              <a:defRPr sz="1800">
                <a:solidFill>
                  <a:srgbClr val="888888"/>
                </a:solidFill>
              </a:defRPr>
            </a:lvl2pPr>
            <a:lvl3pPr marL="1371600" lvl="2" indent="-228600" algn="l">
              <a:lnSpc>
                <a:spcPct val="100000"/>
              </a:lnSpc>
              <a:spcBef>
                <a:spcPts val="320"/>
              </a:spcBef>
              <a:spcAft>
                <a:spcPts val="0"/>
              </a:spcAft>
              <a:buClr>
                <a:srgbClr val="888888"/>
              </a:buClr>
              <a:buSzPts val="1600"/>
              <a:buNone/>
              <a:defRPr sz="1600">
                <a:solidFill>
                  <a:srgbClr val="888888"/>
                </a:solidFill>
              </a:defRPr>
            </a:lvl3pPr>
            <a:lvl4pPr marL="1828800" lvl="3" indent="-228600" algn="l">
              <a:lnSpc>
                <a:spcPct val="100000"/>
              </a:lnSpc>
              <a:spcBef>
                <a:spcPts val="280"/>
              </a:spcBef>
              <a:spcAft>
                <a:spcPts val="0"/>
              </a:spcAft>
              <a:buClr>
                <a:srgbClr val="888888"/>
              </a:buClr>
              <a:buSzPts val="1400"/>
              <a:buNone/>
              <a:defRPr sz="1400">
                <a:solidFill>
                  <a:srgbClr val="888888"/>
                </a:solidFill>
              </a:defRPr>
            </a:lvl4pPr>
            <a:lvl5pPr marL="2286000" lvl="4" indent="-228600" algn="l">
              <a:lnSpc>
                <a:spcPct val="100000"/>
              </a:lnSpc>
              <a:spcBef>
                <a:spcPts val="280"/>
              </a:spcBef>
              <a:spcAft>
                <a:spcPts val="0"/>
              </a:spcAft>
              <a:buClr>
                <a:srgbClr val="888888"/>
              </a:buClr>
              <a:buSzPts val="1400"/>
              <a:buNone/>
              <a:defRPr sz="1400">
                <a:solidFill>
                  <a:srgbClr val="888888"/>
                </a:solidFill>
              </a:defRPr>
            </a:lvl5pPr>
            <a:lvl6pPr marL="2743200" lvl="5" indent="-228600" algn="l">
              <a:lnSpc>
                <a:spcPct val="100000"/>
              </a:lnSpc>
              <a:spcBef>
                <a:spcPts val="280"/>
              </a:spcBef>
              <a:spcAft>
                <a:spcPts val="0"/>
              </a:spcAft>
              <a:buClr>
                <a:srgbClr val="888888"/>
              </a:buClr>
              <a:buSzPts val="1400"/>
              <a:buNone/>
              <a:defRPr sz="1400">
                <a:solidFill>
                  <a:srgbClr val="888888"/>
                </a:solidFill>
              </a:defRPr>
            </a:lvl6pPr>
            <a:lvl7pPr marL="3200400" lvl="6" indent="-228600" algn="l">
              <a:lnSpc>
                <a:spcPct val="100000"/>
              </a:lnSpc>
              <a:spcBef>
                <a:spcPts val="280"/>
              </a:spcBef>
              <a:spcAft>
                <a:spcPts val="0"/>
              </a:spcAft>
              <a:buClr>
                <a:srgbClr val="888888"/>
              </a:buClr>
              <a:buSzPts val="1400"/>
              <a:buNone/>
              <a:defRPr sz="1400">
                <a:solidFill>
                  <a:srgbClr val="888888"/>
                </a:solidFill>
              </a:defRPr>
            </a:lvl7pPr>
            <a:lvl8pPr marL="3657600" lvl="7" indent="-228600" algn="l">
              <a:lnSpc>
                <a:spcPct val="100000"/>
              </a:lnSpc>
              <a:spcBef>
                <a:spcPts val="280"/>
              </a:spcBef>
              <a:spcAft>
                <a:spcPts val="0"/>
              </a:spcAft>
              <a:buClr>
                <a:srgbClr val="888888"/>
              </a:buClr>
              <a:buSzPts val="1400"/>
              <a:buNone/>
              <a:defRPr sz="1400">
                <a:solidFill>
                  <a:srgbClr val="888888"/>
                </a:solidFill>
              </a:defRPr>
            </a:lvl8pPr>
            <a:lvl9pPr marL="4114800" lvl="8" indent="-228600" algn="l">
              <a:lnSpc>
                <a:spcPct val="100000"/>
              </a:lnSpc>
              <a:spcBef>
                <a:spcPts val="280"/>
              </a:spcBef>
              <a:spcAft>
                <a:spcPts val="0"/>
              </a:spcAft>
              <a:buClr>
                <a:srgbClr val="888888"/>
              </a:buClr>
              <a:buSzPts val="1400"/>
              <a:buNone/>
              <a:defRPr sz="1400">
                <a:solidFill>
                  <a:srgbClr val="888888"/>
                </a:solidFill>
              </a:defRPr>
            </a:lvl9pPr>
          </a:lstStyle>
          <a:p>
            <a:endParaRPr/>
          </a:p>
        </p:txBody>
      </p:sp>
      <p:sp>
        <p:nvSpPr>
          <p:cNvPr id="34" name="Google Shape;34;p6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6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6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7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70"/>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40" name="Google Shape;40;p70"/>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41" name="Google Shape;41;p7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7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7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7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71"/>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7" name="Google Shape;47;p71"/>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8" name="Google Shape;48;p71"/>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9" name="Google Shape;49;p71"/>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50" name="Google Shape;50;p7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7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7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7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7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7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73"/>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73"/>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a:endParaRPr/>
          </a:p>
        </p:txBody>
      </p:sp>
      <p:sp>
        <p:nvSpPr>
          <p:cNvPr id="61" name="Google Shape;61;p73"/>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2" name="Google Shape;62;p7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7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7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74"/>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74"/>
          <p:cNvSpPr>
            <a:spLocks noGrp="1"/>
          </p:cNvSpPr>
          <p:nvPr>
            <p:ph type="pic" idx="2"/>
          </p:nvPr>
        </p:nvSpPr>
        <p:spPr>
          <a:xfrm>
            <a:off x="1792288" y="612775"/>
            <a:ext cx="5486400" cy="4114800"/>
          </a:xfrm>
          <a:prstGeom prst="rect">
            <a:avLst/>
          </a:prstGeom>
          <a:noFill/>
          <a:ln>
            <a:noFill/>
          </a:ln>
        </p:spPr>
      </p:sp>
      <p:sp>
        <p:nvSpPr>
          <p:cNvPr id="68" name="Google Shape;68;p74"/>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9" name="Google Shape;69;p7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7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7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7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75"/>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5" name="Google Shape;75;p7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7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7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76"/>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76"/>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81" name="Google Shape;81;p7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7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7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5"/>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6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6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6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jp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0.gif"/><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20.jpg"/><Relationship Id="rId4" Type="http://schemas.openxmlformats.org/officeDocument/2006/relationships/image" Target="../media/image19.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26.jpg"/><Relationship Id="rId3" Type="http://schemas.openxmlformats.org/officeDocument/2006/relationships/image" Target="../media/image21.jpg"/><Relationship Id="rId7" Type="http://schemas.openxmlformats.org/officeDocument/2006/relationships/image" Target="../media/image25.jpg"/><Relationship Id="rId12" Type="http://schemas.openxmlformats.org/officeDocument/2006/relationships/image" Target="../media/image30.jp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4.jpg"/><Relationship Id="rId11" Type="http://schemas.openxmlformats.org/officeDocument/2006/relationships/image" Target="../media/image29.jpg"/><Relationship Id="rId5" Type="http://schemas.openxmlformats.org/officeDocument/2006/relationships/image" Target="../media/image23.jpg"/><Relationship Id="rId10" Type="http://schemas.openxmlformats.org/officeDocument/2006/relationships/image" Target="../media/image28.jpg"/><Relationship Id="rId4" Type="http://schemas.openxmlformats.org/officeDocument/2006/relationships/image" Target="../media/image22.jpg"/><Relationship Id="rId9" Type="http://schemas.openxmlformats.org/officeDocument/2006/relationships/image" Target="../media/image27.jpg"/></Relationships>
</file>

<file path=ppt/slides/_rels/slide13.xml.rels><?xml version="1.0" encoding="UTF-8" standalone="yes"?>
<Relationships xmlns="http://schemas.openxmlformats.org/package/2006/relationships"><Relationship Id="rId8" Type="http://schemas.openxmlformats.org/officeDocument/2006/relationships/image" Target="../media/image27.jpg"/><Relationship Id="rId3" Type="http://schemas.openxmlformats.org/officeDocument/2006/relationships/image" Target="../media/image21.jpg"/><Relationship Id="rId7" Type="http://schemas.openxmlformats.org/officeDocument/2006/relationships/image" Target="../media/image26.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5.jpg"/><Relationship Id="rId5" Type="http://schemas.openxmlformats.org/officeDocument/2006/relationships/image" Target="../media/image24.jpg"/><Relationship Id="rId10" Type="http://schemas.openxmlformats.org/officeDocument/2006/relationships/image" Target="../media/image29.jpg"/><Relationship Id="rId4" Type="http://schemas.openxmlformats.org/officeDocument/2006/relationships/image" Target="../media/image23.jpg"/><Relationship Id="rId9" Type="http://schemas.openxmlformats.org/officeDocument/2006/relationships/image" Target="../media/image28.jp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38.png"/></Relationships>
</file>

<file path=ppt/slides/_rels/slide22.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41.jp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3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51.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460"/>
        <p:cNvGrpSpPr/>
        <p:nvPr/>
      </p:nvGrpSpPr>
      <p:grpSpPr>
        <a:xfrm>
          <a:off x="0" y="0"/>
          <a:ext cx="0" cy="0"/>
          <a:chOff x="0" y="0"/>
          <a:chExt cx="0" cy="0"/>
        </a:xfrm>
      </p:grpSpPr>
      <p:sp>
        <p:nvSpPr>
          <p:cNvPr id="461" name="Google Shape;461;p1"/>
          <p:cNvSpPr/>
          <p:nvPr/>
        </p:nvSpPr>
        <p:spPr>
          <a:xfrm>
            <a:off x="2633292" y="7686068"/>
            <a:ext cx="12533531" cy="6882048"/>
          </a:xfrm>
          <a:custGeom>
            <a:avLst/>
            <a:gdLst/>
            <a:ahLst/>
            <a:cxnLst/>
            <a:rect l="l" t="t" r="r" b="b"/>
            <a:pathLst>
              <a:path w="12533531" h="6882048" extrusionOk="0">
                <a:moveTo>
                  <a:pt x="0" y="0"/>
                </a:moveTo>
                <a:lnTo>
                  <a:pt x="12533531" y="0"/>
                </a:lnTo>
                <a:lnTo>
                  <a:pt x="12533531" y="6882048"/>
                </a:lnTo>
                <a:lnTo>
                  <a:pt x="0" y="6882048"/>
                </a:lnTo>
                <a:lnTo>
                  <a:pt x="0" y="0"/>
                </a:lnTo>
                <a:close/>
              </a:path>
            </a:pathLst>
          </a:custGeom>
          <a:blipFill rotWithShape="1">
            <a:blip r:embed="rId3">
              <a:alphaModFix/>
            </a:blip>
            <a:stretch>
              <a:fillRect/>
            </a:stretch>
          </a:blipFill>
          <a:ln>
            <a:noFill/>
          </a:ln>
        </p:spPr>
      </p:sp>
      <p:sp>
        <p:nvSpPr>
          <p:cNvPr id="462" name="Google Shape;462;p1"/>
          <p:cNvSpPr/>
          <p:nvPr/>
        </p:nvSpPr>
        <p:spPr>
          <a:xfrm rot="-708146">
            <a:off x="513135" y="8041459"/>
            <a:ext cx="1336675" cy="2131560"/>
          </a:xfrm>
          <a:custGeom>
            <a:avLst/>
            <a:gdLst/>
            <a:ahLst/>
            <a:cxnLst/>
            <a:rect l="l" t="t" r="r" b="b"/>
            <a:pathLst>
              <a:path w="1952859" h="3433927" extrusionOk="0">
                <a:moveTo>
                  <a:pt x="0" y="0"/>
                </a:moveTo>
                <a:lnTo>
                  <a:pt x="1952859" y="0"/>
                </a:lnTo>
                <a:lnTo>
                  <a:pt x="1952859" y="3433927"/>
                </a:lnTo>
                <a:lnTo>
                  <a:pt x="0" y="3433927"/>
                </a:lnTo>
                <a:lnTo>
                  <a:pt x="0" y="0"/>
                </a:lnTo>
                <a:close/>
              </a:path>
            </a:pathLst>
          </a:custGeom>
          <a:blipFill rotWithShape="1">
            <a:blip r:embed="rId4">
              <a:alphaModFix/>
            </a:blip>
            <a:stretch>
              <a:fillRect/>
            </a:stretch>
          </a:blipFill>
          <a:ln>
            <a:noFill/>
          </a:ln>
        </p:spPr>
      </p:sp>
      <p:sp>
        <p:nvSpPr>
          <p:cNvPr id="463" name="Google Shape;463;p1"/>
          <p:cNvSpPr/>
          <p:nvPr/>
        </p:nvSpPr>
        <p:spPr>
          <a:xfrm rot="10800000" flipH="1">
            <a:off x="2459767" y="-4369600"/>
            <a:ext cx="12533531" cy="6882048"/>
          </a:xfrm>
          <a:custGeom>
            <a:avLst/>
            <a:gdLst/>
            <a:ahLst/>
            <a:cxnLst/>
            <a:rect l="l" t="t" r="r" b="b"/>
            <a:pathLst>
              <a:path w="12533531" h="6882048" extrusionOk="0">
                <a:moveTo>
                  <a:pt x="0" y="6882049"/>
                </a:moveTo>
                <a:lnTo>
                  <a:pt x="12533531" y="6882049"/>
                </a:lnTo>
                <a:lnTo>
                  <a:pt x="12533531" y="0"/>
                </a:lnTo>
                <a:lnTo>
                  <a:pt x="0" y="0"/>
                </a:lnTo>
                <a:lnTo>
                  <a:pt x="0" y="6882049"/>
                </a:lnTo>
                <a:close/>
              </a:path>
            </a:pathLst>
          </a:custGeom>
          <a:blipFill rotWithShape="1">
            <a:blip r:embed="rId3">
              <a:alphaModFix/>
            </a:blip>
            <a:stretch>
              <a:fillRect/>
            </a:stretch>
          </a:blipFill>
          <a:ln>
            <a:noFill/>
          </a:ln>
        </p:spPr>
      </p:sp>
      <p:sp>
        <p:nvSpPr>
          <p:cNvPr id="464" name="Google Shape;464;p1"/>
          <p:cNvSpPr/>
          <p:nvPr/>
        </p:nvSpPr>
        <p:spPr>
          <a:xfrm rot="1549260">
            <a:off x="15985434" y="6674056"/>
            <a:ext cx="2032413" cy="2922199"/>
          </a:xfrm>
          <a:custGeom>
            <a:avLst/>
            <a:gdLst/>
            <a:ahLst/>
            <a:cxnLst/>
            <a:rect l="l" t="t" r="r" b="b"/>
            <a:pathLst>
              <a:path w="1967199" h="2997117" extrusionOk="0">
                <a:moveTo>
                  <a:pt x="0" y="0"/>
                </a:moveTo>
                <a:lnTo>
                  <a:pt x="1967199" y="0"/>
                </a:lnTo>
                <a:lnTo>
                  <a:pt x="1967199" y="2997117"/>
                </a:lnTo>
                <a:lnTo>
                  <a:pt x="0" y="2997117"/>
                </a:lnTo>
                <a:lnTo>
                  <a:pt x="0" y="0"/>
                </a:lnTo>
                <a:close/>
              </a:path>
            </a:pathLst>
          </a:custGeom>
          <a:blipFill rotWithShape="1">
            <a:blip r:embed="rId5">
              <a:alphaModFix/>
            </a:blip>
            <a:stretch>
              <a:fillRect/>
            </a:stretch>
          </a:blipFill>
          <a:ln>
            <a:noFill/>
          </a:ln>
        </p:spPr>
      </p:sp>
      <p:sp>
        <p:nvSpPr>
          <p:cNvPr id="465" name="Google Shape;465;p1"/>
          <p:cNvSpPr/>
          <p:nvPr/>
        </p:nvSpPr>
        <p:spPr>
          <a:xfrm>
            <a:off x="14713040" y="1028700"/>
            <a:ext cx="800642" cy="917462"/>
          </a:xfrm>
          <a:custGeom>
            <a:avLst/>
            <a:gdLst/>
            <a:ahLst/>
            <a:cxnLst/>
            <a:rect l="l" t="t" r="r" b="b"/>
            <a:pathLst>
              <a:path w="800642" h="917462" extrusionOk="0">
                <a:moveTo>
                  <a:pt x="0" y="0"/>
                </a:moveTo>
                <a:lnTo>
                  <a:pt x="800642" y="0"/>
                </a:lnTo>
                <a:lnTo>
                  <a:pt x="800642" y="917462"/>
                </a:lnTo>
                <a:lnTo>
                  <a:pt x="0" y="917462"/>
                </a:lnTo>
                <a:lnTo>
                  <a:pt x="0" y="0"/>
                </a:lnTo>
                <a:close/>
              </a:path>
            </a:pathLst>
          </a:custGeom>
          <a:blipFill rotWithShape="1">
            <a:blip r:embed="rId6">
              <a:alphaModFix/>
            </a:blip>
            <a:stretch>
              <a:fillRect/>
            </a:stretch>
          </a:blipFill>
          <a:ln>
            <a:noFill/>
          </a:ln>
        </p:spPr>
      </p:sp>
      <p:sp>
        <p:nvSpPr>
          <p:cNvPr id="466" name="Google Shape;466;p1"/>
          <p:cNvSpPr/>
          <p:nvPr/>
        </p:nvSpPr>
        <p:spPr>
          <a:xfrm rot="3034774" flipH="1">
            <a:off x="-2380208" y="-1558718"/>
            <a:ext cx="4954383" cy="4801248"/>
          </a:xfrm>
          <a:custGeom>
            <a:avLst/>
            <a:gdLst/>
            <a:ahLst/>
            <a:cxnLst/>
            <a:rect l="l" t="t" r="r" b="b"/>
            <a:pathLst>
              <a:path w="4954429" h="4801293" extrusionOk="0">
                <a:moveTo>
                  <a:pt x="4954430" y="0"/>
                </a:moveTo>
                <a:lnTo>
                  <a:pt x="0" y="0"/>
                </a:lnTo>
                <a:lnTo>
                  <a:pt x="0" y="4801293"/>
                </a:lnTo>
                <a:lnTo>
                  <a:pt x="4954430" y="4801293"/>
                </a:lnTo>
                <a:lnTo>
                  <a:pt x="4954430" y="0"/>
                </a:lnTo>
                <a:close/>
              </a:path>
            </a:pathLst>
          </a:custGeom>
          <a:blipFill rotWithShape="1">
            <a:blip r:embed="rId7">
              <a:alphaModFix/>
            </a:blip>
            <a:stretch>
              <a:fillRect/>
            </a:stretch>
          </a:blipFill>
          <a:ln>
            <a:noFill/>
          </a:ln>
        </p:spPr>
      </p:sp>
      <p:sp>
        <p:nvSpPr>
          <p:cNvPr id="467" name="Google Shape;467;p1"/>
          <p:cNvSpPr/>
          <p:nvPr/>
        </p:nvSpPr>
        <p:spPr>
          <a:xfrm>
            <a:off x="2756235" y="911916"/>
            <a:ext cx="768281" cy="880380"/>
          </a:xfrm>
          <a:custGeom>
            <a:avLst/>
            <a:gdLst/>
            <a:ahLst/>
            <a:cxnLst/>
            <a:rect l="l" t="t" r="r" b="b"/>
            <a:pathLst>
              <a:path w="768281" h="880380" extrusionOk="0">
                <a:moveTo>
                  <a:pt x="0" y="0"/>
                </a:moveTo>
                <a:lnTo>
                  <a:pt x="768282" y="0"/>
                </a:lnTo>
                <a:lnTo>
                  <a:pt x="768282" y="880380"/>
                </a:lnTo>
                <a:lnTo>
                  <a:pt x="0" y="880380"/>
                </a:lnTo>
                <a:lnTo>
                  <a:pt x="0" y="0"/>
                </a:lnTo>
                <a:close/>
              </a:path>
            </a:pathLst>
          </a:custGeom>
          <a:blipFill rotWithShape="1">
            <a:blip r:embed="rId6">
              <a:alphaModFix/>
            </a:blip>
            <a:stretch>
              <a:fillRect/>
            </a:stretch>
          </a:blipFill>
          <a:ln>
            <a:noFill/>
          </a:ln>
        </p:spPr>
      </p:sp>
      <p:sp>
        <p:nvSpPr>
          <p:cNvPr id="468" name="Google Shape;468;p1"/>
          <p:cNvSpPr/>
          <p:nvPr/>
        </p:nvSpPr>
        <p:spPr>
          <a:xfrm>
            <a:off x="2456915" y="7686077"/>
            <a:ext cx="753212" cy="863112"/>
          </a:xfrm>
          <a:custGeom>
            <a:avLst/>
            <a:gdLst/>
            <a:ahLst/>
            <a:cxnLst/>
            <a:rect l="l" t="t" r="r" b="b"/>
            <a:pathLst>
              <a:path w="753212" h="863112" extrusionOk="0">
                <a:moveTo>
                  <a:pt x="0" y="0"/>
                </a:moveTo>
                <a:lnTo>
                  <a:pt x="753212" y="0"/>
                </a:lnTo>
                <a:lnTo>
                  <a:pt x="753212" y="863112"/>
                </a:lnTo>
                <a:lnTo>
                  <a:pt x="0" y="863112"/>
                </a:lnTo>
                <a:lnTo>
                  <a:pt x="0" y="0"/>
                </a:lnTo>
                <a:close/>
              </a:path>
            </a:pathLst>
          </a:custGeom>
          <a:blipFill rotWithShape="1">
            <a:blip r:embed="rId6">
              <a:alphaModFix/>
            </a:blip>
            <a:stretch>
              <a:fillRect/>
            </a:stretch>
          </a:blipFill>
          <a:ln>
            <a:noFill/>
          </a:ln>
        </p:spPr>
      </p:sp>
      <p:sp>
        <p:nvSpPr>
          <p:cNvPr id="469" name="Google Shape;469;p1"/>
          <p:cNvSpPr/>
          <p:nvPr/>
        </p:nvSpPr>
        <p:spPr>
          <a:xfrm rot="3478766">
            <a:off x="16216135" y="13125"/>
            <a:ext cx="1204436" cy="2117892"/>
          </a:xfrm>
          <a:custGeom>
            <a:avLst/>
            <a:gdLst/>
            <a:ahLst/>
            <a:cxnLst/>
            <a:rect l="l" t="t" r="r" b="b"/>
            <a:pathLst>
              <a:path w="1204944" h="2118786" extrusionOk="0">
                <a:moveTo>
                  <a:pt x="0" y="0"/>
                </a:moveTo>
                <a:lnTo>
                  <a:pt x="1204944" y="0"/>
                </a:lnTo>
                <a:lnTo>
                  <a:pt x="1204944" y="2118786"/>
                </a:lnTo>
                <a:lnTo>
                  <a:pt x="0" y="2118786"/>
                </a:lnTo>
                <a:lnTo>
                  <a:pt x="0" y="0"/>
                </a:lnTo>
                <a:close/>
              </a:path>
            </a:pathLst>
          </a:custGeom>
          <a:blipFill rotWithShape="1">
            <a:blip r:embed="rId4">
              <a:alphaModFix/>
            </a:blip>
            <a:stretch>
              <a:fillRect/>
            </a:stretch>
          </a:blipFill>
          <a:ln>
            <a:noFill/>
          </a:ln>
        </p:spPr>
      </p:sp>
      <p:sp>
        <p:nvSpPr>
          <p:cNvPr id="470" name="Google Shape;470;p1"/>
          <p:cNvSpPr/>
          <p:nvPr/>
        </p:nvSpPr>
        <p:spPr>
          <a:xfrm>
            <a:off x="17282290" y="9591361"/>
            <a:ext cx="753212" cy="863112"/>
          </a:xfrm>
          <a:custGeom>
            <a:avLst/>
            <a:gdLst/>
            <a:ahLst/>
            <a:cxnLst/>
            <a:rect l="l" t="t" r="r" b="b"/>
            <a:pathLst>
              <a:path w="753212" h="863112" extrusionOk="0">
                <a:moveTo>
                  <a:pt x="0" y="0"/>
                </a:moveTo>
                <a:lnTo>
                  <a:pt x="753212" y="0"/>
                </a:lnTo>
                <a:lnTo>
                  <a:pt x="753212" y="863112"/>
                </a:lnTo>
                <a:lnTo>
                  <a:pt x="0" y="863112"/>
                </a:lnTo>
                <a:lnTo>
                  <a:pt x="0" y="0"/>
                </a:lnTo>
                <a:close/>
              </a:path>
            </a:pathLst>
          </a:custGeom>
          <a:blipFill rotWithShape="1">
            <a:blip r:embed="rId6">
              <a:alphaModFix/>
            </a:blip>
            <a:stretch>
              <a:fillRect/>
            </a:stretch>
          </a:blipFill>
          <a:ln>
            <a:noFill/>
          </a:ln>
        </p:spPr>
      </p:sp>
      <p:sp>
        <p:nvSpPr>
          <p:cNvPr id="471" name="Google Shape;471;p1"/>
          <p:cNvSpPr txBox="1"/>
          <p:nvPr/>
        </p:nvSpPr>
        <p:spPr>
          <a:xfrm>
            <a:off x="154200" y="3429000"/>
            <a:ext cx="17979600" cy="4278000"/>
          </a:xfrm>
          <a:prstGeom prst="rect">
            <a:avLst/>
          </a:prstGeom>
          <a:noFill/>
          <a:ln>
            <a:noFill/>
          </a:ln>
        </p:spPr>
        <p:txBody>
          <a:bodyPr spcFirstLastPara="1" wrap="square" lIns="0" tIns="0" rIns="0" bIns="0" anchor="t" anchorCtr="0">
            <a:spAutoFit/>
          </a:bodyPr>
          <a:lstStyle/>
          <a:p>
            <a:pPr marL="0" marR="0" lvl="0" indent="0" algn="ctr" rtl="0">
              <a:lnSpc>
                <a:spcPct val="140002"/>
              </a:lnSpc>
              <a:spcBef>
                <a:spcPts val="0"/>
              </a:spcBef>
              <a:spcAft>
                <a:spcPts val="0"/>
              </a:spcAft>
              <a:buClr>
                <a:srgbClr val="000000"/>
              </a:buClr>
              <a:buSzPts val="7314"/>
              <a:buFont typeface="Arial"/>
              <a:buNone/>
            </a:pPr>
            <a:r>
              <a:rPr lang="en-US" sz="7314" b="1" i="0" u="none" strike="noStrike" cap="none">
                <a:solidFill>
                  <a:srgbClr val="136447"/>
                </a:solidFill>
                <a:latin typeface="Arial"/>
                <a:ea typeface="Arial"/>
                <a:cs typeface="Arial"/>
                <a:sym typeface="Arial"/>
              </a:rPr>
              <a:t>THE BIOLOGICAL BASIS OF BEHAVIOR</a:t>
            </a:r>
            <a:endParaRPr sz="7314" b="1" i="0" u="none" strike="noStrike" cap="none">
              <a:solidFill>
                <a:srgbClr val="136447"/>
              </a:solidFill>
              <a:latin typeface="Arial"/>
              <a:ea typeface="Arial"/>
              <a:cs typeface="Arial"/>
              <a:sym typeface="Arial"/>
            </a:endParaRPr>
          </a:p>
          <a:p>
            <a:pPr marL="0" marR="0" lvl="0" indent="0" algn="ctr" rtl="0">
              <a:lnSpc>
                <a:spcPct val="140002"/>
              </a:lnSpc>
              <a:spcBef>
                <a:spcPts val="0"/>
              </a:spcBef>
              <a:spcAft>
                <a:spcPts val="0"/>
              </a:spcAft>
              <a:buClr>
                <a:srgbClr val="000000"/>
              </a:buClr>
              <a:buSzPts val="7314"/>
              <a:buFont typeface="Arial"/>
              <a:buNone/>
            </a:pPr>
            <a:r>
              <a:rPr lang="en-US" sz="7314" b="1" i="0" u="none" strike="noStrike" cap="none">
                <a:solidFill>
                  <a:srgbClr val="0000FF"/>
                </a:solidFill>
                <a:latin typeface="Arial"/>
                <a:ea typeface="Arial"/>
                <a:cs typeface="Arial"/>
                <a:sym typeface="Arial"/>
              </a:rPr>
              <a:t>LA BASES BIOLÓGICAS DEL COMPORTAMIENTO</a:t>
            </a:r>
            <a:endParaRPr sz="7314" b="1" i="0" u="none" strike="noStrike" cap="none">
              <a:solidFill>
                <a:srgbClr val="0000FF"/>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479"/>
        <p:cNvGrpSpPr/>
        <p:nvPr/>
      </p:nvGrpSpPr>
      <p:grpSpPr>
        <a:xfrm>
          <a:off x="0" y="0"/>
          <a:ext cx="0" cy="0"/>
          <a:chOff x="0" y="0"/>
          <a:chExt cx="0" cy="0"/>
        </a:xfrm>
      </p:grpSpPr>
      <p:sp>
        <p:nvSpPr>
          <p:cNvPr id="480" name="Google Shape;480;p2"/>
          <p:cNvSpPr/>
          <p:nvPr/>
        </p:nvSpPr>
        <p:spPr>
          <a:xfrm rot="-5400000" flipH="1">
            <a:off x="-3267419" y="1702476"/>
            <a:ext cx="12533531" cy="6882048"/>
          </a:xfrm>
          <a:custGeom>
            <a:avLst/>
            <a:gdLst/>
            <a:ahLst/>
            <a:cxnLst/>
            <a:rect l="l" t="t" r="r" b="b"/>
            <a:pathLst>
              <a:path w="12533531" h="6882048" extrusionOk="0">
                <a:moveTo>
                  <a:pt x="0" y="6882048"/>
                </a:moveTo>
                <a:lnTo>
                  <a:pt x="12533531" y="6882048"/>
                </a:lnTo>
                <a:lnTo>
                  <a:pt x="12533531" y="0"/>
                </a:lnTo>
                <a:lnTo>
                  <a:pt x="0" y="0"/>
                </a:lnTo>
                <a:lnTo>
                  <a:pt x="0" y="6882048"/>
                </a:lnTo>
                <a:close/>
              </a:path>
            </a:pathLst>
          </a:custGeom>
          <a:blipFill rotWithShape="1">
            <a:blip r:embed="rId3">
              <a:alphaModFix amt="10999"/>
            </a:blip>
            <a:stretch>
              <a:fillRect/>
            </a:stretch>
          </a:blipFill>
          <a:ln>
            <a:noFill/>
          </a:ln>
        </p:spPr>
      </p:sp>
      <p:sp>
        <p:nvSpPr>
          <p:cNvPr id="481" name="Google Shape;481;p2"/>
          <p:cNvSpPr txBox="1"/>
          <p:nvPr/>
        </p:nvSpPr>
        <p:spPr>
          <a:xfrm>
            <a:off x="473875" y="1761725"/>
            <a:ext cx="7680600" cy="75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4900"/>
              <a:buFont typeface="Arial"/>
              <a:buNone/>
            </a:pPr>
            <a:r>
              <a:rPr lang="en-US" sz="4900" b="1" i="0" u="none" strike="noStrike" cap="none">
                <a:solidFill>
                  <a:srgbClr val="136447"/>
                </a:solidFill>
                <a:latin typeface="Arial"/>
                <a:ea typeface="Arial"/>
                <a:cs typeface="Arial"/>
                <a:sym typeface="Arial"/>
              </a:rPr>
              <a:t>Overview | </a:t>
            </a:r>
            <a:r>
              <a:rPr lang="en-US" sz="4900" b="1">
                <a:solidFill>
                  <a:srgbClr val="0000FF"/>
                </a:solidFill>
              </a:rPr>
              <a:t>Temario</a:t>
            </a:r>
            <a:endParaRPr sz="4900" b="1" i="0" u="none" strike="noStrike" cap="none">
              <a:solidFill>
                <a:srgbClr val="0000FF"/>
              </a:solidFill>
              <a:latin typeface="Arial"/>
              <a:ea typeface="Arial"/>
              <a:cs typeface="Arial"/>
              <a:sym typeface="Arial"/>
            </a:endParaRPr>
          </a:p>
        </p:txBody>
      </p:sp>
      <p:cxnSp>
        <p:nvCxnSpPr>
          <p:cNvPr id="482" name="Google Shape;482;p2"/>
          <p:cNvCxnSpPr/>
          <p:nvPr/>
        </p:nvCxnSpPr>
        <p:spPr>
          <a:xfrm>
            <a:off x="8344662" y="3137339"/>
            <a:ext cx="4011000" cy="0"/>
          </a:xfrm>
          <a:prstGeom prst="straightConnector1">
            <a:avLst/>
          </a:prstGeom>
          <a:noFill/>
          <a:ln w="28575" cap="rnd" cmpd="sng">
            <a:solidFill>
              <a:srgbClr val="B9CF4F"/>
            </a:solidFill>
            <a:prstDash val="solid"/>
            <a:round/>
            <a:headEnd type="none" w="sm" len="sm"/>
            <a:tailEnd type="none" w="sm" len="sm"/>
          </a:ln>
        </p:spPr>
      </p:cxnSp>
      <p:sp>
        <p:nvSpPr>
          <p:cNvPr id="483" name="Google Shape;483;p2"/>
          <p:cNvSpPr txBox="1"/>
          <p:nvPr/>
        </p:nvSpPr>
        <p:spPr>
          <a:xfrm>
            <a:off x="8344647" y="3230050"/>
            <a:ext cx="4825200" cy="504000"/>
          </a:xfrm>
          <a:prstGeom prst="rect">
            <a:avLst/>
          </a:prstGeom>
          <a:noFill/>
          <a:ln>
            <a:noFill/>
          </a:ln>
        </p:spPr>
        <p:txBody>
          <a:bodyPr spcFirstLastPara="1" wrap="square" lIns="0" tIns="0" rIns="0" bIns="0" anchor="t" anchorCtr="0">
            <a:spAutoFit/>
          </a:bodyPr>
          <a:lstStyle/>
          <a:p>
            <a:pPr marL="0" marR="0" lvl="0" indent="0" algn="l" rtl="0">
              <a:lnSpc>
                <a:spcPct val="130015"/>
              </a:lnSpc>
              <a:spcBef>
                <a:spcPts val="0"/>
              </a:spcBef>
              <a:spcAft>
                <a:spcPts val="0"/>
              </a:spcAft>
              <a:buClr>
                <a:srgbClr val="000000"/>
              </a:buClr>
              <a:buSzPts val="3275"/>
              <a:buFont typeface="Arial"/>
              <a:buNone/>
            </a:pPr>
            <a:r>
              <a:rPr lang="en-US" sz="3275" b="0" i="0" u="none" strike="noStrike" cap="none">
                <a:solidFill>
                  <a:srgbClr val="136447"/>
                </a:solidFill>
                <a:latin typeface="Arial"/>
                <a:ea typeface="Arial"/>
                <a:cs typeface="Arial"/>
                <a:sym typeface="Arial"/>
              </a:rPr>
              <a:t>02 (15 min) | </a:t>
            </a:r>
            <a:r>
              <a:rPr lang="en-US" sz="3275" b="0" i="0" u="none" strike="noStrike" cap="none">
                <a:solidFill>
                  <a:srgbClr val="0000FF"/>
                </a:solidFill>
                <a:latin typeface="Arial"/>
                <a:ea typeface="Arial"/>
                <a:cs typeface="Arial"/>
                <a:sym typeface="Arial"/>
              </a:rPr>
              <a:t>(15 minutos)</a:t>
            </a:r>
            <a:endParaRPr sz="1400" b="0" i="0" u="none" strike="noStrike" cap="none">
              <a:solidFill>
                <a:srgbClr val="0000FF"/>
              </a:solidFill>
              <a:latin typeface="Arial"/>
              <a:ea typeface="Arial"/>
              <a:cs typeface="Arial"/>
              <a:sym typeface="Arial"/>
            </a:endParaRPr>
          </a:p>
        </p:txBody>
      </p:sp>
      <p:sp>
        <p:nvSpPr>
          <p:cNvPr id="484" name="Google Shape;484;p2"/>
          <p:cNvSpPr txBox="1"/>
          <p:nvPr/>
        </p:nvSpPr>
        <p:spPr>
          <a:xfrm>
            <a:off x="8344662" y="3826761"/>
            <a:ext cx="4011000" cy="812400"/>
          </a:xfrm>
          <a:prstGeom prst="rect">
            <a:avLst/>
          </a:prstGeom>
          <a:noFill/>
          <a:ln>
            <a:noFill/>
          </a:ln>
        </p:spPr>
        <p:txBody>
          <a:bodyPr spcFirstLastPara="1" wrap="square" lIns="0" tIns="0" rIns="0" bIns="0" anchor="t" anchorCtr="0">
            <a:spAutoFit/>
          </a:bodyPr>
          <a:lstStyle/>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136447"/>
                </a:solidFill>
                <a:latin typeface="Poppins"/>
                <a:ea typeface="Poppins"/>
                <a:cs typeface="Poppins"/>
                <a:sym typeface="Poppins"/>
              </a:rPr>
              <a:t>The Brain &amp; its Parts</a:t>
            </a:r>
            <a:endParaRPr sz="2199" b="0" i="0" u="none" strike="noStrike" cap="none">
              <a:solidFill>
                <a:srgbClr val="136447"/>
              </a:solidFill>
              <a:latin typeface="Poppins"/>
              <a:ea typeface="Poppins"/>
              <a:cs typeface="Poppins"/>
              <a:sym typeface="Poppins"/>
            </a:endParaRPr>
          </a:p>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0000FF"/>
                </a:solidFill>
                <a:latin typeface="Poppins"/>
                <a:ea typeface="Poppins"/>
                <a:cs typeface="Poppins"/>
                <a:sym typeface="Poppins"/>
              </a:rPr>
              <a:t>El cerebro y sus partes</a:t>
            </a:r>
            <a:endParaRPr sz="2199" b="0" i="0" u="none" strike="noStrike" cap="none">
              <a:solidFill>
                <a:srgbClr val="0000FF"/>
              </a:solidFill>
              <a:latin typeface="Poppins"/>
              <a:ea typeface="Poppins"/>
              <a:cs typeface="Poppins"/>
              <a:sym typeface="Poppins"/>
            </a:endParaRPr>
          </a:p>
        </p:txBody>
      </p:sp>
      <p:cxnSp>
        <p:nvCxnSpPr>
          <p:cNvPr id="485" name="Google Shape;485;p2"/>
          <p:cNvCxnSpPr/>
          <p:nvPr/>
        </p:nvCxnSpPr>
        <p:spPr>
          <a:xfrm>
            <a:off x="8344662" y="5621481"/>
            <a:ext cx="4011000" cy="0"/>
          </a:xfrm>
          <a:prstGeom prst="straightConnector1">
            <a:avLst/>
          </a:prstGeom>
          <a:noFill/>
          <a:ln w="28575" cap="rnd" cmpd="sng">
            <a:solidFill>
              <a:srgbClr val="B9CF4F"/>
            </a:solidFill>
            <a:prstDash val="solid"/>
            <a:round/>
            <a:headEnd type="none" w="sm" len="sm"/>
            <a:tailEnd type="none" w="sm" len="sm"/>
          </a:ln>
        </p:spPr>
      </p:cxnSp>
      <p:sp>
        <p:nvSpPr>
          <p:cNvPr id="486" name="Google Shape;486;p2"/>
          <p:cNvSpPr txBox="1"/>
          <p:nvPr/>
        </p:nvSpPr>
        <p:spPr>
          <a:xfrm>
            <a:off x="8344650" y="5707238"/>
            <a:ext cx="5200200" cy="504000"/>
          </a:xfrm>
          <a:prstGeom prst="rect">
            <a:avLst/>
          </a:prstGeom>
          <a:noFill/>
          <a:ln>
            <a:noFill/>
          </a:ln>
        </p:spPr>
        <p:txBody>
          <a:bodyPr spcFirstLastPara="1" wrap="square" lIns="0" tIns="0" rIns="0" bIns="0" anchor="t" anchorCtr="0">
            <a:spAutoFit/>
          </a:bodyPr>
          <a:lstStyle/>
          <a:p>
            <a:pPr marL="0" marR="0" lvl="0" indent="0" algn="l" rtl="0">
              <a:lnSpc>
                <a:spcPct val="130015"/>
              </a:lnSpc>
              <a:spcBef>
                <a:spcPts val="0"/>
              </a:spcBef>
              <a:spcAft>
                <a:spcPts val="0"/>
              </a:spcAft>
              <a:buClr>
                <a:srgbClr val="000000"/>
              </a:buClr>
              <a:buSzPts val="3275"/>
              <a:buFont typeface="Arial"/>
              <a:buNone/>
            </a:pPr>
            <a:r>
              <a:rPr lang="en-US" sz="3275" b="0" i="0" u="none" strike="noStrike" cap="none">
                <a:solidFill>
                  <a:srgbClr val="136447"/>
                </a:solidFill>
                <a:latin typeface="Arial"/>
                <a:ea typeface="Arial"/>
                <a:cs typeface="Arial"/>
                <a:sym typeface="Arial"/>
              </a:rPr>
              <a:t>0</a:t>
            </a:r>
            <a:r>
              <a:rPr lang="en-US" sz="3275">
                <a:solidFill>
                  <a:srgbClr val="136447"/>
                </a:solidFill>
              </a:rPr>
              <a:t>3</a:t>
            </a:r>
            <a:r>
              <a:rPr lang="en-US" sz="3275" b="0" i="0" u="none" strike="noStrike" cap="none">
                <a:solidFill>
                  <a:srgbClr val="136447"/>
                </a:solidFill>
                <a:latin typeface="Arial"/>
                <a:ea typeface="Arial"/>
                <a:cs typeface="Arial"/>
                <a:sym typeface="Arial"/>
              </a:rPr>
              <a:t> (10 min) | </a:t>
            </a:r>
            <a:r>
              <a:rPr lang="en-US" sz="3275" b="0" i="0" u="none" strike="noStrike" cap="none">
                <a:solidFill>
                  <a:srgbClr val="0000FF"/>
                </a:solidFill>
                <a:latin typeface="Arial"/>
                <a:ea typeface="Arial"/>
                <a:cs typeface="Arial"/>
                <a:sym typeface="Arial"/>
              </a:rPr>
              <a:t>(10 minutos)</a:t>
            </a:r>
            <a:endParaRPr sz="1400" b="0" i="0" u="none" strike="noStrike" cap="none">
              <a:solidFill>
                <a:srgbClr val="0000FF"/>
              </a:solidFill>
              <a:latin typeface="Arial"/>
              <a:ea typeface="Arial"/>
              <a:cs typeface="Arial"/>
              <a:sym typeface="Arial"/>
            </a:endParaRPr>
          </a:p>
        </p:txBody>
      </p:sp>
      <p:sp>
        <p:nvSpPr>
          <p:cNvPr id="487" name="Google Shape;487;p2"/>
          <p:cNvSpPr txBox="1"/>
          <p:nvPr/>
        </p:nvSpPr>
        <p:spPr>
          <a:xfrm>
            <a:off x="8344646" y="6297013"/>
            <a:ext cx="5476500" cy="812400"/>
          </a:xfrm>
          <a:prstGeom prst="rect">
            <a:avLst/>
          </a:prstGeom>
          <a:noFill/>
          <a:ln>
            <a:noFill/>
          </a:ln>
        </p:spPr>
        <p:txBody>
          <a:bodyPr spcFirstLastPara="1" wrap="square" lIns="0" tIns="0" rIns="0" bIns="0" anchor="t" anchorCtr="0">
            <a:spAutoFit/>
          </a:bodyPr>
          <a:lstStyle/>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136447"/>
                </a:solidFill>
                <a:latin typeface="Poppins"/>
                <a:ea typeface="Poppins"/>
                <a:cs typeface="Poppins"/>
                <a:sym typeface="Poppins"/>
              </a:rPr>
              <a:t>Neurotransmitters &amp; Hormones</a:t>
            </a:r>
            <a:endParaRPr sz="2199" b="0" i="0" u="none" strike="noStrike" cap="none">
              <a:solidFill>
                <a:srgbClr val="136447"/>
              </a:solidFill>
              <a:latin typeface="Poppins"/>
              <a:ea typeface="Poppins"/>
              <a:cs typeface="Poppins"/>
              <a:sym typeface="Poppins"/>
            </a:endParaRPr>
          </a:p>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0000FF"/>
                </a:solidFill>
                <a:latin typeface="Poppins"/>
                <a:ea typeface="Poppins"/>
                <a:cs typeface="Poppins"/>
                <a:sym typeface="Poppins"/>
              </a:rPr>
              <a:t>Neurotransmisores y </a:t>
            </a:r>
            <a:r>
              <a:rPr lang="en-US" sz="2199">
                <a:solidFill>
                  <a:srgbClr val="0000FF"/>
                </a:solidFill>
                <a:latin typeface="Poppins"/>
                <a:ea typeface="Poppins"/>
                <a:cs typeface="Poppins"/>
                <a:sym typeface="Poppins"/>
              </a:rPr>
              <a:t>h</a:t>
            </a:r>
            <a:r>
              <a:rPr lang="en-US" sz="2199" b="0" i="0" u="none" strike="noStrike" cap="none">
                <a:solidFill>
                  <a:srgbClr val="0000FF"/>
                </a:solidFill>
                <a:latin typeface="Poppins"/>
                <a:ea typeface="Poppins"/>
                <a:cs typeface="Poppins"/>
                <a:sym typeface="Poppins"/>
              </a:rPr>
              <a:t>ormonas</a:t>
            </a:r>
            <a:endParaRPr sz="2199" b="0" i="0" u="none" strike="noStrike" cap="none">
              <a:solidFill>
                <a:srgbClr val="0000FF"/>
              </a:solidFill>
              <a:latin typeface="Poppins"/>
              <a:ea typeface="Poppins"/>
              <a:cs typeface="Poppins"/>
              <a:sym typeface="Poppins"/>
            </a:endParaRPr>
          </a:p>
        </p:txBody>
      </p:sp>
      <p:cxnSp>
        <p:nvCxnSpPr>
          <p:cNvPr id="488" name="Google Shape;488;p2"/>
          <p:cNvCxnSpPr/>
          <p:nvPr/>
        </p:nvCxnSpPr>
        <p:spPr>
          <a:xfrm>
            <a:off x="8344662" y="654797"/>
            <a:ext cx="4011000" cy="0"/>
          </a:xfrm>
          <a:prstGeom prst="straightConnector1">
            <a:avLst/>
          </a:prstGeom>
          <a:noFill/>
          <a:ln w="28575" cap="rnd" cmpd="sng">
            <a:solidFill>
              <a:srgbClr val="B9CF4F"/>
            </a:solidFill>
            <a:prstDash val="solid"/>
            <a:round/>
            <a:headEnd type="none" w="sm" len="sm"/>
            <a:tailEnd type="none" w="sm" len="sm"/>
          </a:ln>
        </p:spPr>
      </p:cxnSp>
      <p:cxnSp>
        <p:nvCxnSpPr>
          <p:cNvPr id="489" name="Google Shape;489;p2"/>
          <p:cNvCxnSpPr/>
          <p:nvPr/>
        </p:nvCxnSpPr>
        <p:spPr>
          <a:xfrm>
            <a:off x="8344653" y="8023861"/>
            <a:ext cx="4011000" cy="0"/>
          </a:xfrm>
          <a:prstGeom prst="straightConnector1">
            <a:avLst/>
          </a:prstGeom>
          <a:noFill/>
          <a:ln w="28575" cap="rnd" cmpd="sng">
            <a:solidFill>
              <a:srgbClr val="B9CF4F"/>
            </a:solidFill>
            <a:prstDash val="solid"/>
            <a:round/>
            <a:headEnd type="none" w="sm" len="sm"/>
            <a:tailEnd type="none" w="sm" len="sm"/>
          </a:ln>
        </p:spPr>
      </p:cxnSp>
      <p:sp>
        <p:nvSpPr>
          <p:cNvPr id="490" name="Google Shape;490;p2"/>
          <p:cNvSpPr txBox="1"/>
          <p:nvPr/>
        </p:nvSpPr>
        <p:spPr>
          <a:xfrm>
            <a:off x="8344646" y="859913"/>
            <a:ext cx="4963200" cy="504000"/>
          </a:xfrm>
          <a:prstGeom prst="rect">
            <a:avLst/>
          </a:prstGeom>
          <a:noFill/>
          <a:ln>
            <a:noFill/>
          </a:ln>
        </p:spPr>
        <p:txBody>
          <a:bodyPr spcFirstLastPara="1" wrap="square" lIns="0" tIns="0" rIns="0" bIns="0" anchor="t" anchorCtr="0">
            <a:spAutoFit/>
          </a:bodyPr>
          <a:lstStyle/>
          <a:p>
            <a:pPr marL="0" marR="0" lvl="0" indent="0" algn="l" rtl="0">
              <a:lnSpc>
                <a:spcPct val="130015"/>
              </a:lnSpc>
              <a:spcBef>
                <a:spcPts val="0"/>
              </a:spcBef>
              <a:spcAft>
                <a:spcPts val="0"/>
              </a:spcAft>
              <a:buClr>
                <a:srgbClr val="000000"/>
              </a:buClr>
              <a:buSzPts val="3275"/>
              <a:buFont typeface="Arial"/>
              <a:buNone/>
            </a:pPr>
            <a:r>
              <a:rPr lang="en-US" sz="3275" b="0" i="0" u="none" strike="noStrike" cap="none">
                <a:solidFill>
                  <a:srgbClr val="136447"/>
                </a:solidFill>
                <a:latin typeface="Arial"/>
                <a:ea typeface="Arial"/>
                <a:cs typeface="Arial"/>
                <a:sym typeface="Arial"/>
              </a:rPr>
              <a:t>01 (10 min) | </a:t>
            </a:r>
            <a:r>
              <a:rPr lang="en-US" sz="3275" b="0" i="0" u="none" strike="noStrike" cap="none">
                <a:solidFill>
                  <a:srgbClr val="0000FF"/>
                </a:solidFill>
                <a:latin typeface="Arial"/>
                <a:ea typeface="Arial"/>
                <a:cs typeface="Arial"/>
                <a:sym typeface="Arial"/>
              </a:rPr>
              <a:t>(10 minutos)</a:t>
            </a:r>
            <a:endParaRPr sz="1400" b="0" i="0" u="none" strike="noStrike" cap="none">
              <a:solidFill>
                <a:srgbClr val="0000FF"/>
              </a:solidFill>
              <a:latin typeface="Arial"/>
              <a:ea typeface="Arial"/>
              <a:cs typeface="Arial"/>
              <a:sym typeface="Arial"/>
            </a:endParaRPr>
          </a:p>
        </p:txBody>
      </p:sp>
      <p:sp>
        <p:nvSpPr>
          <p:cNvPr id="491" name="Google Shape;491;p2"/>
          <p:cNvSpPr txBox="1"/>
          <p:nvPr/>
        </p:nvSpPr>
        <p:spPr>
          <a:xfrm>
            <a:off x="8344662" y="1456632"/>
            <a:ext cx="4011000" cy="1224900"/>
          </a:xfrm>
          <a:prstGeom prst="rect">
            <a:avLst/>
          </a:prstGeom>
          <a:noFill/>
          <a:ln>
            <a:noFill/>
          </a:ln>
        </p:spPr>
        <p:txBody>
          <a:bodyPr spcFirstLastPara="1" wrap="square" lIns="0" tIns="0" rIns="0" bIns="0" anchor="t" anchorCtr="0">
            <a:spAutoFit/>
          </a:bodyPr>
          <a:lstStyle/>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136447"/>
                </a:solidFill>
                <a:latin typeface="Poppins"/>
                <a:ea typeface="Poppins"/>
                <a:cs typeface="Poppins"/>
                <a:sym typeface="Poppins"/>
              </a:rPr>
              <a:t>The Nervous System</a:t>
            </a:r>
            <a:endParaRPr sz="2199" b="0" i="0" u="none" strike="noStrike" cap="none">
              <a:solidFill>
                <a:srgbClr val="136447"/>
              </a:solidFill>
              <a:latin typeface="Poppins"/>
              <a:ea typeface="Poppins"/>
              <a:cs typeface="Poppins"/>
              <a:sym typeface="Poppins"/>
            </a:endParaRPr>
          </a:p>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0000FF"/>
                </a:solidFill>
                <a:latin typeface="Poppins"/>
                <a:ea typeface="Poppins"/>
                <a:cs typeface="Poppins"/>
                <a:sym typeface="Poppins"/>
              </a:rPr>
              <a:t>El sistema nervioso</a:t>
            </a:r>
            <a:endParaRPr sz="2199" b="0" i="0" u="none" strike="noStrike" cap="none">
              <a:solidFill>
                <a:srgbClr val="0000FF"/>
              </a:solidFill>
              <a:latin typeface="Poppins"/>
              <a:ea typeface="Poppins"/>
              <a:cs typeface="Poppins"/>
              <a:sym typeface="Poppins"/>
            </a:endParaRPr>
          </a:p>
          <a:p>
            <a:pPr marL="0" marR="0" lvl="0" indent="0" algn="l" rtl="0">
              <a:lnSpc>
                <a:spcPct val="140022"/>
              </a:lnSpc>
              <a:spcBef>
                <a:spcPts val="0"/>
              </a:spcBef>
              <a:spcAft>
                <a:spcPts val="0"/>
              </a:spcAft>
              <a:buClr>
                <a:srgbClr val="000000"/>
              </a:buClr>
              <a:buSzPts val="1800"/>
              <a:buFont typeface="Arial"/>
              <a:buNone/>
            </a:pPr>
            <a:endParaRPr sz="1800" b="0" i="0" u="none" strike="noStrike" cap="none">
              <a:solidFill>
                <a:srgbClr val="000000"/>
              </a:solidFill>
              <a:latin typeface="Arial"/>
              <a:ea typeface="Arial"/>
              <a:cs typeface="Arial"/>
              <a:sym typeface="Arial"/>
            </a:endParaRPr>
          </a:p>
        </p:txBody>
      </p:sp>
      <p:sp>
        <p:nvSpPr>
          <p:cNvPr id="492" name="Google Shape;492;p2"/>
          <p:cNvSpPr txBox="1"/>
          <p:nvPr/>
        </p:nvSpPr>
        <p:spPr>
          <a:xfrm>
            <a:off x="8344649" y="8116575"/>
            <a:ext cx="5476500" cy="504000"/>
          </a:xfrm>
          <a:prstGeom prst="rect">
            <a:avLst/>
          </a:prstGeom>
          <a:noFill/>
          <a:ln>
            <a:noFill/>
          </a:ln>
        </p:spPr>
        <p:txBody>
          <a:bodyPr spcFirstLastPara="1" wrap="square" lIns="0" tIns="0" rIns="0" bIns="0" anchor="t" anchorCtr="0">
            <a:spAutoFit/>
          </a:bodyPr>
          <a:lstStyle/>
          <a:p>
            <a:pPr marL="0" marR="0" lvl="0" indent="0" algn="l" rtl="0">
              <a:lnSpc>
                <a:spcPct val="130015"/>
              </a:lnSpc>
              <a:spcBef>
                <a:spcPts val="0"/>
              </a:spcBef>
              <a:spcAft>
                <a:spcPts val="0"/>
              </a:spcAft>
              <a:buClr>
                <a:srgbClr val="000000"/>
              </a:buClr>
              <a:buSzPts val="3275"/>
              <a:buFont typeface="Arial"/>
              <a:buNone/>
            </a:pPr>
            <a:r>
              <a:rPr lang="en-US" sz="3275" b="0" i="0" u="none" strike="noStrike" cap="none">
                <a:solidFill>
                  <a:srgbClr val="136447"/>
                </a:solidFill>
                <a:latin typeface="Arial"/>
                <a:ea typeface="Arial"/>
                <a:cs typeface="Arial"/>
                <a:sym typeface="Arial"/>
              </a:rPr>
              <a:t>0</a:t>
            </a:r>
            <a:r>
              <a:rPr lang="en-US" sz="3275">
                <a:solidFill>
                  <a:srgbClr val="136447"/>
                </a:solidFill>
              </a:rPr>
              <a:t>4</a:t>
            </a:r>
            <a:r>
              <a:rPr lang="en-US" sz="3275" b="0" i="0" u="none" strike="noStrike" cap="none">
                <a:solidFill>
                  <a:srgbClr val="136447"/>
                </a:solidFill>
                <a:latin typeface="Arial"/>
                <a:ea typeface="Arial"/>
                <a:cs typeface="Arial"/>
                <a:sym typeface="Arial"/>
              </a:rPr>
              <a:t> (10 min) | </a:t>
            </a:r>
            <a:r>
              <a:rPr lang="en-US" sz="3275" b="0" i="0" u="none" strike="noStrike" cap="none">
                <a:solidFill>
                  <a:srgbClr val="0000FF"/>
                </a:solidFill>
                <a:latin typeface="Arial"/>
                <a:ea typeface="Arial"/>
                <a:cs typeface="Arial"/>
                <a:sym typeface="Arial"/>
              </a:rPr>
              <a:t>(10 minutos)</a:t>
            </a:r>
            <a:endParaRPr sz="1400" b="0" i="0" u="none" strike="noStrike" cap="none">
              <a:solidFill>
                <a:srgbClr val="0000FF"/>
              </a:solidFill>
              <a:latin typeface="Arial"/>
              <a:ea typeface="Arial"/>
              <a:cs typeface="Arial"/>
              <a:sym typeface="Arial"/>
            </a:endParaRPr>
          </a:p>
        </p:txBody>
      </p:sp>
      <p:sp>
        <p:nvSpPr>
          <p:cNvPr id="493" name="Google Shape;493;p2"/>
          <p:cNvSpPr txBox="1"/>
          <p:nvPr/>
        </p:nvSpPr>
        <p:spPr>
          <a:xfrm>
            <a:off x="8344650" y="8713300"/>
            <a:ext cx="7020300" cy="812400"/>
          </a:xfrm>
          <a:prstGeom prst="rect">
            <a:avLst/>
          </a:prstGeom>
          <a:noFill/>
          <a:ln>
            <a:noFill/>
          </a:ln>
        </p:spPr>
        <p:txBody>
          <a:bodyPr spcFirstLastPara="1" wrap="square" lIns="0" tIns="0" rIns="0" bIns="0" anchor="t" anchorCtr="0">
            <a:spAutoFit/>
          </a:bodyPr>
          <a:lstStyle/>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136447"/>
                </a:solidFill>
                <a:latin typeface="Poppins"/>
                <a:ea typeface="Poppins"/>
                <a:cs typeface="Poppins"/>
                <a:sym typeface="Poppins"/>
              </a:rPr>
              <a:t>Nature, Nurture, and the Environment</a:t>
            </a:r>
            <a:endParaRPr sz="2199" b="0" i="0" u="none" strike="noStrike" cap="none">
              <a:solidFill>
                <a:srgbClr val="136447"/>
              </a:solidFill>
              <a:latin typeface="Poppins"/>
              <a:ea typeface="Poppins"/>
              <a:cs typeface="Poppins"/>
              <a:sym typeface="Poppins"/>
            </a:endParaRPr>
          </a:p>
          <a:p>
            <a:pPr marL="0" marR="0" lvl="0" indent="0" algn="l" rtl="0">
              <a:lnSpc>
                <a:spcPct val="140022"/>
              </a:lnSpc>
              <a:spcBef>
                <a:spcPts val="0"/>
              </a:spcBef>
              <a:spcAft>
                <a:spcPts val="0"/>
              </a:spcAft>
              <a:buClr>
                <a:srgbClr val="000000"/>
              </a:buClr>
              <a:buSzPts val="2199"/>
              <a:buFont typeface="Arial"/>
              <a:buNone/>
            </a:pPr>
            <a:r>
              <a:rPr lang="en-US" sz="2199">
                <a:solidFill>
                  <a:srgbClr val="0000FF"/>
                </a:solidFill>
                <a:latin typeface="Poppins"/>
                <a:ea typeface="Poppins"/>
                <a:cs typeface="Poppins"/>
                <a:sym typeface="Poppins"/>
              </a:rPr>
              <a:t>La n</a:t>
            </a:r>
            <a:r>
              <a:rPr lang="en-US" sz="2199" b="0" i="0" u="none" strike="noStrike" cap="none">
                <a:solidFill>
                  <a:srgbClr val="0000FF"/>
                </a:solidFill>
                <a:latin typeface="Poppins"/>
                <a:ea typeface="Poppins"/>
                <a:cs typeface="Poppins"/>
                <a:sym typeface="Poppins"/>
              </a:rPr>
              <a:t>aturaleza, </a:t>
            </a:r>
            <a:r>
              <a:rPr lang="en-US" sz="2199">
                <a:solidFill>
                  <a:srgbClr val="0000FF"/>
                </a:solidFill>
                <a:latin typeface="Poppins"/>
                <a:ea typeface="Poppins"/>
                <a:cs typeface="Poppins"/>
                <a:sym typeface="Poppins"/>
              </a:rPr>
              <a:t>la c</a:t>
            </a:r>
            <a:r>
              <a:rPr lang="en-US" sz="2199" b="0" i="0" u="none" strike="noStrike" cap="none">
                <a:solidFill>
                  <a:srgbClr val="0000FF"/>
                </a:solidFill>
                <a:latin typeface="Poppins"/>
                <a:ea typeface="Poppins"/>
                <a:cs typeface="Poppins"/>
                <a:sym typeface="Poppins"/>
              </a:rPr>
              <a:t>rianza y el</a:t>
            </a:r>
            <a:r>
              <a:rPr lang="en-US" sz="2199">
                <a:solidFill>
                  <a:srgbClr val="0000FF"/>
                </a:solidFill>
                <a:latin typeface="Poppins"/>
                <a:ea typeface="Poppins"/>
                <a:cs typeface="Poppins"/>
                <a:sym typeface="Poppins"/>
              </a:rPr>
              <a:t> m</a:t>
            </a:r>
            <a:r>
              <a:rPr lang="en-US" sz="2199" b="0" i="0" u="none" strike="noStrike" cap="none">
                <a:solidFill>
                  <a:srgbClr val="0000FF"/>
                </a:solidFill>
                <a:latin typeface="Poppins"/>
                <a:ea typeface="Poppins"/>
                <a:cs typeface="Poppins"/>
                <a:sym typeface="Poppins"/>
              </a:rPr>
              <a:t>edio </a:t>
            </a:r>
            <a:r>
              <a:rPr lang="en-US" sz="2199">
                <a:solidFill>
                  <a:srgbClr val="0000FF"/>
                </a:solidFill>
                <a:latin typeface="Poppins"/>
                <a:ea typeface="Poppins"/>
                <a:cs typeface="Poppins"/>
                <a:sym typeface="Poppins"/>
              </a:rPr>
              <a:t>a</a:t>
            </a:r>
            <a:r>
              <a:rPr lang="en-US" sz="2199" b="0" i="0" u="none" strike="noStrike" cap="none">
                <a:solidFill>
                  <a:srgbClr val="0000FF"/>
                </a:solidFill>
                <a:latin typeface="Poppins"/>
                <a:ea typeface="Poppins"/>
                <a:cs typeface="Poppins"/>
                <a:sym typeface="Poppins"/>
              </a:rPr>
              <a:t>mbiente</a:t>
            </a:r>
            <a:endParaRPr sz="2199" b="0" i="0" u="none" strike="noStrike" cap="none">
              <a:solidFill>
                <a:srgbClr val="0000FF"/>
              </a:solidFill>
              <a:latin typeface="Poppins"/>
              <a:ea typeface="Poppins"/>
              <a:cs typeface="Poppins"/>
              <a:sym typeface="Poppins"/>
            </a:endParaRPr>
          </a:p>
        </p:txBody>
      </p:sp>
      <p:pic>
        <p:nvPicPr>
          <p:cNvPr id="494" name="Google Shape;494;p2" title="Screenshot 2025-11-10 at 4.55.27 PM.png"/>
          <p:cNvPicPr preferRelativeResize="0"/>
          <p:nvPr/>
        </p:nvPicPr>
        <p:blipFill rotWithShape="1">
          <a:blip r:embed="rId4">
            <a:alphaModFix/>
          </a:blip>
          <a:srcRect/>
          <a:stretch/>
        </p:blipFill>
        <p:spPr>
          <a:xfrm>
            <a:off x="13997950" y="3581638"/>
            <a:ext cx="3584200" cy="42029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bg>
      <p:bgPr>
        <a:solidFill>
          <a:srgbClr val="FAFAFA"/>
        </a:solidFill>
        <a:effectLst/>
      </p:bgPr>
    </p:bg>
    <p:spTree>
      <p:nvGrpSpPr>
        <p:cNvPr id="1" name="Shape 502"/>
        <p:cNvGrpSpPr/>
        <p:nvPr/>
      </p:nvGrpSpPr>
      <p:grpSpPr>
        <a:xfrm>
          <a:off x="0" y="0"/>
          <a:ext cx="0" cy="0"/>
          <a:chOff x="0" y="0"/>
          <a:chExt cx="0" cy="0"/>
        </a:xfrm>
      </p:grpSpPr>
      <p:sp>
        <p:nvSpPr>
          <p:cNvPr id="503" name="Google Shape;503;g3f74caaad3a_0_0"/>
          <p:cNvSpPr/>
          <p:nvPr/>
        </p:nvSpPr>
        <p:spPr>
          <a:xfrm rot="-5400000" flipH="1">
            <a:off x="-3267419" y="1702476"/>
            <a:ext cx="12533531" cy="6882048"/>
          </a:xfrm>
          <a:custGeom>
            <a:avLst/>
            <a:gdLst/>
            <a:ahLst/>
            <a:cxnLst/>
            <a:rect l="l" t="t" r="r" b="b"/>
            <a:pathLst>
              <a:path w="12533531" h="6882048" extrusionOk="0">
                <a:moveTo>
                  <a:pt x="0" y="6882048"/>
                </a:moveTo>
                <a:lnTo>
                  <a:pt x="12533531" y="6882048"/>
                </a:lnTo>
                <a:lnTo>
                  <a:pt x="12533531" y="0"/>
                </a:lnTo>
                <a:lnTo>
                  <a:pt x="0" y="0"/>
                </a:lnTo>
                <a:lnTo>
                  <a:pt x="0" y="6882048"/>
                </a:lnTo>
                <a:close/>
              </a:path>
            </a:pathLst>
          </a:custGeom>
          <a:blipFill rotWithShape="1">
            <a:blip r:embed="rId3">
              <a:alphaModFix amt="11000"/>
            </a:blip>
            <a:stretch>
              <a:fillRect/>
            </a:stretch>
          </a:blipFill>
          <a:ln>
            <a:noFill/>
          </a:ln>
        </p:spPr>
      </p:sp>
      <p:sp>
        <p:nvSpPr>
          <p:cNvPr id="504" name="Google Shape;504;g3f74caaad3a_0_0"/>
          <p:cNvSpPr txBox="1"/>
          <p:nvPr/>
        </p:nvSpPr>
        <p:spPr>
          <a:xfrm>
            <a:off x="473875" y="1761725"/>
            <a:ext cx="7680600" cy="75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4900"/>
              <a:buFont typeface="Arial"/>
              <a:buNone/>
            </a:pPr>
            <a:r>
              <a:rPr lang="en-US" sz="4900" b="1" i="0" u="none" strike="noStrike" cap="none">
                <a:solidFill>
                  <a:srgbClr val="136447"/>
                </a:solidFill>
                <a:latin typeface="Arial"/>
                <a:ea typeface="Arial"/>
                <a:cs typeface="Arial"/>
                <a:sym typeface="Arial"/>
              </a:rPr>
              <a:t>Overview | </a:t>
            </a:r>
            <a:r>
              <a:rPr lang="en-US" sz="4900" b="1">
                <a:solidFill>
                  <a:srgbClr val="0000FF"/>
                </a:solidFill>
              </a:rPr>
              <a:t>Temario</a:t>
            </a:r>
            <a:endParaRPr sz="4900" b="1" i="0" u="none" strike="noStrike" cap="none">
              <a:solidFill>
                <a:srgbClr val="0000FF"/>
              </a:solidFill>
              <a:latin typeface="Arial"/>
              <a:ea typeface="Arial"/>
              <a:cs typeface="Arial"/>
              <a:sym typeface="Arial"/>
            </a:endParaRPr>
          </a:p>
        </p:txBody>
      </p:sp>
      <p:cxnSp>
        <p:nvCxnSpPr>
          <p:cNvPr id="505" name="Google Shape;505;g3f74caaad3a_0_0"/>
          <p:cNvCxnSpPr/>
          <p:nvPr/>
        </p:nvCxnSpPr>
        <p:spPr>
          <a:xfrm>
            <a:off x="8344662" y="2584939"/>
            <a:ext cx="4011000" cy="0"/>
          </a:xfrm>
          <a:prstGeom prst="straightConnector1">
            <a:avLst/>
          </a:prstGeom>
          <a:noFill/>
          <a:ln w="28575" cap="rnd" cmpd="sng">
            <a:solidFill>
              <a:srgbClr val="B9CF4F"/>
            </a:solidFill>
            <a:prstDash val="solid"/>
            <a:round/>
            <a:headEnd type="none" w="sm" len="sm"/>
            <a:tailEnd type="none" w="sm" len="sm"/>
          </a:ln>
        </p:spPr>
      </p:cxnSp>
      <p:sp>
        <p:nvSpPr>
          <p:cNvPr id="506" name="Google Shape;506;g3f74caaad3a_0_0"/>
          <p:cNvSpPr txBox="1"/>
          <p:nvPr/>
        </p:nvSpPr>
        <p:spPr>
          <a:xfrm>
            <a:off x="8344647" y="2682875"/>
            <a:ext cx="4825200" cy="504000"/>
          </a:xfrm>
          <a:prstGeom prst="rect">
            <a:avLst/>
          </a:prstGeom>
          <a:noFill/>
          <a:ln>
            <a:noFill/>
          </a:ln>
        </p:spPr>
        <p:txBody>
          <a:bodyPr spcFirstLastPara="1" wrap="square" lIns="0" tIns="0" rIns="0" bIns="0" anchor="t" anchorCtr="0">
            <a:spAutoFit/>
          </a:bodyPr>
          <a:lstStyle/>
          <a:p>
            <a:pPr marL="0" marR="0" lvl="0" indent="0" algn="l" rtl="0">
              <a:lnSpc>
                <a:spcPct val="130015"/>
              </a:lnSpc>
              <a:spcBef>
                <a:spcPts val="0"/>
              </a:spcBef>
              <a:spcAft>
                <a:spcPts val="0"/>
              </a:spcAft>
              <a:buClr>
                <a:srgbClr val="000000"/>
              </a:buClr>
              <a:buSzPts val="3275"/>
              <a:buFont typeface="Arial"/>
              <a:buNone/>
            </a:pPr>
            <a:r>
              <a:rPr lang="en-US" sz="3275" b="0" i="0" u="none" strike="noStrike" cap="none">
                <a:solidFill>
                  <a:srgbClr val="136447"/>
                </a:solidFill>
                <a:latin typeface="Arial"/>
                <a:ea typeface="Arial"/>
                <a:cs typeface="Arial"/>
                <a:sym typeface="Arial"/>
              </a:rPr>
              <a:t>02 (15 min) | </a:t>
            </a:r>
            <a:r>
              <a:rPr lang="en-US" sz="3275" b="0" i="0" u="none" strike="noStrike" cap="none">
                <a:solidFill>
                  <a:srgbClr val="0000FF"/>
                </a:solidFill>
                <a:latin typeface="Arial"/>
                <a:ea typeface="Arial"/>
                <a:cs typeface="Arial"/>
                <a:sym typeface="Arial"/>
              </a:rPr>
              <a:t>(15 minutos)</a:t>
            </a:r>
            <a:endParaRPr sz="1400" b="0" i="0" u="none" strike="noStrike" cap="none">
              <a:solidFill>
                <a:srgbClr val="0000FF"/>
              </a:solidFill>
              <a:latin typeface="Arial"/>
              <a:ea typeface="Arial"/>
              <a:cs typeface="Arial"/>
              <a:sym typeface="Arial"/>
            </a:endParaRPr>
          </a:p>
        </p:txBody>
      </p:sp>
      <p:sp>
        <p:nvSpPr>
          <p:cNvPr id="507" name="Google Shape;507;g3f74caaad3a_0_0"/>
          <p:cNvSpPr txBox="1"/>
          <p:nvPr/>
        </p:nvSpPr>
        <p:spPr>
          <a:xfrm>
            <a:off x="8344662" y="3279586"/>
            <a:ext cx="4011000" cy="812400"/>
          </a:xfrm>
          <a:prstGeom prst="rect">
            <a:avLst/>
          </a:prstGeom>
          <a:noFill/>
          <a:ln>
            <a:noFill/>
          </a:ln>
        </p:spPr>
        <p:txBody>
          <a:bodyPr spcFirstLastPara="1" wrap="square" lIns="0" tIns="0" rIns="0" bIns="0" anchor="t" anchorCtr="0">
            <a:spAutoFit/>
          </a:bodyPr>
          <a:lstStyle/>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136447"/>
                </a:solidFill>
                <a:latin typeface="Poppins"/>
                <a:ea typeface="Poppins"/>
                <a:cs typeface="Poppins"/>
                <a:sym typeface="Poppins"/>
              </a:rPr>
              <a:t>The Brain &amp; its Parts</a:t>
            </a:r>
            <a:endParaRPr sz="2199" b="0" i="0" u="none" strike="noStrike" cap="none">
              <a:solidFill>
                <a:srgbClr val="136447"/>
              </a:solidFill>
              <a:latin typeface="Poppins"/>
              <a:ea typeface="Poppins"/>
              <a:cs typeface="Poppins"/>
              <a:sym typeface="Poppins"/>
            </a:endParaRPr>
          </a:p>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0000FF"/>
                </a:solidFill>
                <a:latin typeface="Poppins"/>
                <a:ea typeface="Poppins"/>
                <a:cs typeface="Poppins"/>
                <a:sym typeface="Poppins"/>
              </a:rPr>
              <a:t>El cerebro y sus partes</a:t>
            </a:r>
            <a:endParaRPr sz="2199" b="0" i="0" u="none" strike="noStrike" cap="none">
              <a:solidFill>
                <a:srgbClr val="0000FF"/>
              </a:solidFill>
              <a:latin typeface="Poppins"/>
              <a:ea typeface="Poppins"/>
              <a:cs typeface="Poppins"/>
              <a:sym typeface="Poppins"/>
            </a:endParaRPr>
          </a:p>
        </p:txBody>
      </p:sp>
      <p:cxnSp>
        <p:nvCxnSpPr>
          <p:cNvPr id="508" name="Google Shape;508;g3f74caaad3a_0_0"/>
          <p:cNvCxnSpPr/>
          <p:nvPr/>
        </p:nvCxnSpPr>
        <p:spPr>
          <a:xfrm>
            <a:off x="8344662" y="4591281"/>
            <a:ext cx="4011000" cy="0"/>
          </a:xfrm>
          <a:prstGeom prst="straightConnector1">
            <a:avLst/>
          </a:prstGeom>
          <a:noFill/>
          <a:ln w="28575" cap="rnd" cmpd="sng">
            <a:solidFill>
              <a:srgbClr val="B9CF4F"/>
            </a:solidFill>
            <a:prstDash val="solid"/>
            <a:round/>
            <a:headEnd type="none" w="sm" len="sm"/>
            <a:tailEnd type="none" w="sm" len="sm"/>
          </a:ln>
        </p:spPr>
      </p:cxnSp>
      <p:sp>
        <p:nvSpPr>
          <p:cNvPr id="509" name="Google Shape;509;g3f74caaad3a_0_0"/>
          <p:cNvSpPr txBox="1"/>
          <p:nvPr/>
        </p:nvSpPr>
        <p:spPr>
          <a:xfrm>
            <a:off x="8344647" y="4693925"/>
            <a:ext cx="4825200" cy="504000"/>
          </a:xfrm>
          <a:prstGeom prst="rect">
            <a:avLst/>
          </a:prstGeom>
          <a:noFill/>
          <a:ln>
            <a:noFill/>
          </a:ln>
        </p:spPr>
        <p:txBody>
          <a:bodyPr spcFirstLastPara="1" wrap="square" lIns="0" tIns="0" rIns="0" bIns="0" anchor="t" anchorCtr="0">
            <a:spAutoFit/>
          </a:bodyPr>
          <a:lstStyle/>
          <a:p>
            <a:pPr marL="0" marR="0" lvl="0" indent="0" algn="l" rtl="0">
              <a:lnSpc>
                <a:spcPct val="130015"/>
              </a:lnSpc>
              <a:spcBef>
                <a:spcPts val="0"/>
              </a:spcBef>
              <a:spcAft>
                <a:spcPts val="0"/>
              </a:spcAft>
              <a:buClr>
                <a:srgbClr val="000000"/>
              </a:buClr>
              <a:buSzPts val="3275"/>
              <a:buFont typeface="Arial"/>
              <a:buNone/>
            </a:pPr>
            <a:r>
              <a:rPr lang="en-US" sz="3275" b="0" i="0" u="none" strike="noStrike" cap="none">
                <a:solidFill>
                  <a:srgbClr val="136447"/>
                </a:solidFill>
                <a:latin typeface="Arial"/>
                <a:ea typeface="Arial"/>
                <a:cs typeface="Arial"/>
                <a:sym typeface="Arial"/>
              </a:rPr>
              <a:t>03 (15 min) | </a:t>
            </a:r>
            <a:r>
              <a:rPr lang="en-US" sz="3275" b="0" i="0" u="none" strike="noStrike" cap="none">
                <a:solidFill>
                  <a:srgbClr val="0000FF"/>
                </a:solidFill>
                <a:latin typeface="Arial"/>
                <a:ea typeface="Arial"/>
                <a:cs typeface="Arial"/>
                <a:sym typeface="Arial"/>
              </a:rPr>
              <a:t>(15 minutos)</a:t>
            </a:r>
            <a:endParaRPr sz="1400" b="0" i="0" u="none" strike="noStrike" cap="none">
              <a:solidFill>
                <a:srgbClr val="0000FF"/>
              </a:solidFill>
              <a:latin typeface="Arial"/>
              <a:ea typeface="Arial"/>
              <a:cs typeface="Arial"/>
              <a:sym typeface="Arial"/>
            </a:endParaRPr>
          </a:p>
        </p:txBody>
      </p:sp>
      <p:sp>
        <p:nvSpPr>
          <p:cNvPr id="510" name="Google Shape;510;g3f74caaad3a_0_0"/>
          <p:cNvSpPr txBox="1"/>
          <p:nvPr/>
        </p:nvSpPr>
        <p:spPr>
          <a:xfrm>
            <a:off x="8344650" y="5283700"/>
            <a:ext cx="5338500" cy="812400"/>
          </a:xfrm>
          <a:prstGeom prst="rect">
            <a:avLst/>
          </a:prstGeom>
          <a:noFill/>
          <a:ln>
            <a:noFill/>
          </a:ln>
        </p:spPr>
        <p:txBody>
          <a:bodyPr spcFirstLastPara="1" wrap="square" lIns="0" tIns="0" rIns="0" bIns="0" anchor="t" anchorCtr="0">
            <a:spAutoFit/>
          </a:bodyPr>
          <a:lstStyle/>
          <a:p>
            <a:pPr marL="0" marR="0" lvl="0" indent="0" algn="l" rtl="0">
              <a:lnSpc>
                <a:spcPct val="140022"/>
              </a:lnSpc>
              <a:spcBef>
                <a:spcPts val="0"/>
              </a:spcBef>
              <a:spcAft>
                <a:spcPts val="0"/>
              </a:spcAft>
              <a:buClr>
                <a:schemeClr val="dk1"/>
              </a:buClr>
              <a:buSzPts val="2199"/>
              <a:buFont typeface="Arial"/>
              <a:buNone/>
            </a:pPr>
            <a:r>
              <a:rPr lang="en-US" sz="2199" b="0" i="0" u="none" strike="noStrike" cap="none">
                <a:solidFill>
                  <a:srgbClr val="136447"/>
                </a:solidFill>
                <a:latin typeface="Poppins"/>
                <a:ea typeface="Poppins"/>
                <a:cs typeface="Poppins"/>
                <a:sym typeface="Poppins"/>
              </a:rPr>
              <a:t>Neurons and Neural Communication</a:t>
            </a:r>
            <a:endParaRPr sz="2199" b="0" i="0" u="none" strike="noStrike" cap="none">
              <a:solidFill>
                <a:srgbClr val="136447"/>
              </a:solidFill>
              <a:latin typeface="Poppins"/>
              <a:ea typeface="Poppins"/>
              <a:cs typeface="Poppins"/>
              <a:sym typeface="Poppins"/>
            </a:endParaRPr>
          </a:p>
          <a:p>
            <a:pPr marL="0" marR="0" lvl="0" indent="0" algn="l" rtl="0">
              <a:lnSpc>
                <a:spcPct val="140022"/>
              </a:lnSpc>
              <a:spcBef>
                <a:spcPts val="0"/>
              </a:spcBef>
              <a:spcAft>
                <a:spcPts val="0"/>
              </a:spcAft>
              <a:buClr>
                <a:schemeClr val="dk1"/>
              </a:buClr>
              <a:buSzPts val="2199"/>
              <a:buFont typeface="Arial"/>
              <a:buNone/>
            </a:pPr>
            <a:r>
              <a:rPr lang="en-US" sz="2199" b="0" i="0" u="none" strike="noStrike" cap="none">
                <a:solidFill>
                  <a:srgbClr val="0000FF"/>
                </a:solidFill>
                <a:latin typeface="Poppins"/>
                <a:ea typeface="Poppins"/>
                <a:cs typeface="Poppins"/>
                <a:sym typeface="Poppins"/>
              </a:rPr>
              <a:t>Neuronas y Comunicación Neuronal</a:t>
            </a:r>
            <a:endParaRPr sz="2199" b="0" i="0" u="none" strike="noStrike" cap="none">
              <a:solidFill>
                <a:srgbClr val="0000FF"/>
              </a:solidFill>
              <a:latin typeface="Poppins"/>
              <a:ea typeface="Poppins"/>
              <a:cs typeface="Poppins"/>
              <a:sym typeface="Poppins"/>
            </a:endParaRPr>
          </a:p>
        </p:txBody>
      </p:sp>
      <p:cxnSp>
        <p:nvCxnSpPr>
          <p:cNvPr id="511" name="Google Shape;511;g3f74caaad3a_0_0"/>
          <p:cNvCxnSpPr/>
          <p:nvPr/>
        </p:nvCxnSpPr>
        <p:spPr>
          <a:xfrm>
            <a:off x="8344662" y="6595406"/>
            <a:ext cx="4011000" cy="0"/>
          </a:xfrm>
          <a:prstGeom prst="straightConnector1">
            <a:avLst/>
          </a:prstGeom>
          <a:noFill/>
          <a:ln w="28575" cap="rnd" cmpd="sng">
            <a:solidFill>
              <a:srgbClr val="B9CF4F"/>
            </a:solidFill>
            <a:prstDash val="solid"/>
            <a:round/>
            <a:headEnd type="none" w="sm" len="sm"/>
            <a:tailEnd type="none" w="sm" len="sm"/>
          </a:ln>
        </p:spPr>
      </p:cxnSp>
      <p:sp>
        <p:nvSpPr>
          <p:cNvPr id="512" name="Google Shape;512;g3f74caaad3a_0_0"/>
          <p:cNvSpPr txBox="1"/>
          <p:nvPr/>
        </p:nvSpPr>
        <p:spPr>
          <a:xfrm>
            <a:off x="8344650" y="6698050"/>
            <a:ext cx="5200200" cy="504000"/>
          </a:xfrm>
          <a:prstGeom prst="rect">
            <a:avLst/>
          </a:prstGeom>
          <a:noFill/>
          <a:ln>
            <a:noFill/>
          </a:ln>
        </p:spPr>
        <p:txBody>
          <a:bodyPr spcFirstLastPara="1" wrap="square" lIns="0" tIns="0" rIns="0" bIns="0" anchor="t" anchorCtr="0">
            <a:spAutoFit/>
          </a:bodyPr>
          <a:lstStyle/>
          <a:p>
            <a:pPr marL="0" marR="0" lvl="0" indent="0" algn="l" rtl="0">
              <a:lnSpc>
                <a:spcPct val="130015"/>
              </a:lnSpc>
              <a:spcBef>
                <a:spcPts val="0"/>
              </a:spcBef>
              <a:spcAft>
                <a:spcPts val="0"/>
              </a:spcAft>
              <a:buClr>
                <a:srgbClr val="000000"/>
              </a:buClr>
              <a:buSzPts val="3275"/>
              <a:buFont typeface="Arial"/>
              <a:buNone/>
            </a:pPr>
            <a:r>
              <a:rPr lang="en-US" sz="3275" b="0" i="0" u="none" strike="noStrike" cap="none">
                <a:solidFill>
                  <a:srgbClr val="136447"/>
                </a:solidFill>
                <a:latin typeface="Arial"/>
                <a:ea typeface="Arial"/>
                <a:cs typeface="Arial"/>
                <a:sym typeface="Arial"/>
              </a:rPr>
              <a:t>04 (10 min) | </a:t>
            </a:r>
            <a:r>
              <a:rPr lang="en-US" sz="3275" b="0" i="0" u="none" strike="noStrike" cap="none">
                <a:solidFill>
                  <a:srgbClr val="0000FF"/>
                </a:solidFill>
                <a:latin typeface="Arial"/>
                <a:ea typeface="Arial"/>
                <a:cs typeface="Arial"/>
                <a:sym typeface="Arial"/>
              </a:rPr>
              <a:t>(10 minutos)</a:t>
            </a:r>
            <a:endParaRPr sz="1400" b="0" i="0" u="none" strike="noStrike" cap="none">
              <a:solidFill>
                <a:srgbClr val="0000FF"/>
              </a:solidFill>
              <a:latin typeface="Arial"/>
              <a:ea typeface="Arial"/>
              <a:cs typeface="Arial"/>
              <a:sym typeface="Arial"/>
            </a:endParaRPr>
          </a:p>
        </p:txBody>
      </p:sp>
      <p:sp>
        <p:nvSpPr>
          <p:cNvPr id="513" name="Google Shape;513;g3f74caaad3a_0_0"/>
          <p:cNvSpPr txBox="1"/>
          <p:nvPr/>
        </p:nvSpPr>
        <p:spPr>
          <a:xfrm>
            <a:off x="8344646" y="7287825"/>
            <a:ext cx="5476500" cy="812400"/>
          </a:xfrm>
          <a:prstGeom prst="rect">
            <a:avLst/>
          </a:prstGeom>
          <a:noFill/>
          <a:ln>
            <a:noFill/>
          </a:ln>
        </p:spPr>
        <p:txBody>
          <a:bodyPr spcFirstLastPara="1" wrap="square" lIns="0" tIns="0" rIns="0" bIns="0" anchor="t" anchorCtr="0">
            <a:spAutoFit/>
          </a:bodyPr>
          <a:lstStyle/>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136447"/>
                </a:solidFill>
                <a:latin typeface="Poppins"/>
                <a:ea typeface="Poppins"/>
                <a:cs typeface="Poppins"/>
                <a:sym typeface="Poppins"/>
              </a:rPr>
              <a:t>Neurotransmitters &amp; Hormones</a:t>
            </a:r>
            <a:endParaRPr sz="2199" b="0" i="0" u="none" strike="noStrike" cap="none">
              <a:solidFill>
                <a:srgbClr val="136447"/>
              </a:solidFill>
              <a:latin typeface="Poppins"/>
              <a:ea typeface="Poppins"/>
              <a:cs typeface="Poppins"/>
              <a:sym typeface="Poppins"/>
            </a:endParaRPr>
          </a:p>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0000FF"/>
                </a:solidFill>
                <a:latin typeface="Poppins"/>
                <a:ea typeface="Poppins"/>
                <a:cs typeface="Poppins"/>
                <a:sym typeface="Poppins"/>
              </a:rPr>
              <a:t>Neurotransmisores y Hormonas</a:t>
            </a:r>
            <a:endParaRPr sz="2199" b="0" i="0" u="none" strike="noStrike" cap="none">
              <a:solidFill>
                <a:srgbClr val="0000FF"/>
              </a:solidFill>
              <a:latin typeface="Poppins"/>
              <a:ea typeface="Poppins"/>
              <a:cs typeface="Poppins"/>
              <a:sym typeface="Poppins"/>
            </a:endParaRPr>
          </a:p>
        </p:txBody>
      </p:sp>
      <p:cxnSp>
        <p:nvCxnSpPr>
          <p:cNvPr id="514" name="Google Shape;514;g3f74caaad3a_0_0"/>
          <p:cNvCxnSpPr/>
          <p:nvPr/>
        </p:nvCxnSpPr>
        <p:spPr>
          <a:xfrm>
            <a:off x="8344662" y="578597"/>
            <a:ext cx="4011000" cy="0"/>
          </a:xfrm>
          <a:prstGeom prst="straightConnector1">
            <a:avLst/>
          </a:prstGeom>
          <a:noFill/>
          <a:ln w="28575" cap="rnd" cmpd="sng">
            <a:solidFill>
              <a:srgbClr val="B9CF4F"/>
            </a:solidFill>
            <a:prstDash val="solid"/>
            <a:round/>
            <a:headEnd type="none" w="sm" len="sm"/>
            <a:tailEnd type="none" w="sm" len="sm"/>
          </a:ln>
        </p:spPr>
      </p:cxnSp>
      <p:cxnSp>
        <p:nvCxnSpPr>
          <p:cNvPr id="515" name="Google Shape;515;g3f74caaad3a_0_0"/>
          <p:cNvCxnSpPr/>
          <p:nvPr/>
        </p:nvCxnSpPr>
        <p:spPr>
          <a:xfrm>
            <a:off x="8252553" y="8594211"/>
            <a:ext cx="4011000" cy="0"/>
          </a:xfrm>
          <a:prstGeom prst="straightConnector1">
            <a:avLst/>
          </a:prstGeom>
          <a:noFill/>
          <a:ln w="28575" cap="rnd" cmpd="sng">
            <a:solidFill>
              <a:srgbClr val="B9CF4F"/>
            </a:solidFill>
            <a:prstDash val="solid"/>
            <a:round/>
            <a:headEnd type="none" w="sm" len="sm"/>
            <a:tailEnd type="none" w="sm" len="sm"/>
          </a:ln>
        </p:spPr>
      </p:cxnSp>
      <p:sp>
        <p:nvSpPr>
          <p:cNvPr id="516" name="Google Shape;516;g3f74caaad3a_0_0"/>
          <p:cNvSpPr txBox="1"/>
          <p:nvPr/>
        </p:nvSpPr>
        <p:spPr>
          <a:xfrm>
            <a:off x="8344646" y="676525"/>
            <a:ext cx="4963200" cy="504000"/>
          </a:xfrm>
          <a:prstGeom prst="rect">
            <a:avLst/>
          </a:prstGeom>
          <a:noFill/>
          <a:ln>
            <a:noFill/>
          </a:ln>
        </p:spPr>
        <p:txBody>
          <a:bodyPr spcFirstLastPara="1" wrap="square" lIns="0" tIns="0" rIns="0" bIns="0" anchor="t" anchorCtr="0">
            <a:spAutoFit/>
          </a:bodyPr>
          <a:lstStyle/>
          <a:p>
            <a:pPr marL="0" marR="0" lvl="0" indent="0" algn="l" rtl="0">
              <a:lnSpc>
                <a:spcPct val="130015"/>
              </a:lnSpc>
              <a:spcBef>
                <a:spcPts val="0"/>
              </a:spcBef>
              <a:spcAft>
                <a:spcPts val="0"/>
              </a:spcAft>
              <a:buClr>
                <a:srgbClr val="000000"/>
              </a:buClr>
              <a:buSzPts val="3275"/>
              <a:buFont typeface="Arial"/>
              <a:buNone/>
            </a:pPr>
            <a:r>
              <a:rPr lang="en-US" sz="3275" b="0" i="0" u="none" strike="noStrike" cap="none">
                <a:solidFill>
                  <a:srgbClr val="136447"/>
                </a:solidFill>
                <a:latin typeface="Arial"/>
                <a:ea typeface="Arial"/>
                <a:cs typeface="Arial"/>
                <a:sym typeface="Arial"/>
              </a:rPr>
              <a:t>01 (10 min) | </a:t>
            </a:r>
            <a:r>
              <a:rPr lang="en-US" sz="3275" b="0" i="0" u="none" strike="noStrike" cap="none">
                <a:solidFill>
                  <a:srgbClr val="0000FF"/>
                </a:solidFill>
                <a:latin typeface="Arial"/>
                <a:ea typeface="Arial"/>
                <a:cs typeface="Arial"/>
                <a:sym typeface="Arial"/>
              </a:rPr>
              <a:t>(10 minutos)</a:t>
            </a:r>
            <a:endParaRPr sz="1400" b="0" i="0" u="none" strike="noStrike" cap="none">
              <a:solidFill>
                <a:srgbClr val="0000FF"/>
              </a:solidFill>
              <a:latin typeface="Arial"/>
              <a:ea typeface="Arial"/>
              <a:cs typeface="Arial"/>
              <a:sym typeface="Arial"/>
            </a:endParaRPr>
          </a:p>
        </p:txBody>
      </p:sp>
      <p:sp>
        <p:nvSpPr>
          <p:cNvPr id="517" name="Google Shape;517;g3f74caaad3a_0_0"/>
          <p:cNvSpPr txBox="1"/>
          <p:nvPr/>
        </p:nvSpPr>
        <p:spPr>
          <a:xfrm>
            <a:off x="8344662" y="1273244"/>
            <a:ext cx="4011000" cy="1224900"/>
          </a:xfrm>
          <a:prstGeom prst="rect">
            <a:avLst/>
          </a:prstGeom>
          <a:noFill/>
          <a:ln>
            <a:noFill/>
          </a:ln>
        </p:spPr>
        <p:txBody>
          <a:bodyPr spcFirstLastPara="1" wrap="square" lIns="0" tIns="0" rIns="0" bIns="0" anchor="t" anchorCtr="0">
            <a:spAutoFit/>
          </a:bodyPr>
          <a:lstStyle/>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136447"/>
                </a:solidFill>
                <a:latin typeface="Poppins"/>
                <a:ea typeface="Poppins"/>
                <a:cs typeface="Poppins"/>
                <a:sym typeface="Poppins"/>
              </a:rPr>
              <a:t>The Nervous System</a:t>
            </a:r>
            <a:endParaRPr sz="2199" b="0" i="0" u="none" strike="noStrike" cap="none">
              <a:solidFill>
                <a:srgbClr val="136447"/>
              </a:solidFill>
              <a:latin typeface="Poppins"/>
              <a:ea typeface="Poppins"/>
              <a:cs typeface="Poppins"/>
              <a:sym typeface="Poppins"/>
            </a:endParaRPr>
          </a:p>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0000FF"/>
                </a:solidFill>
                <a:latin typeface="Poppins"/>
                <a:ea typeface="Poppins"/>
                <a:cs typeface="Poppins"/>
                <a:sym typeface="Poppins"/>
              </a:rPr>
              <a:t>El sistema nervioso</a:t>
            </a:r>
            <a:endParaRPr sz="2199" b="0" i="0" u="none" strike="noStrike" cap="none">
              <a:solidFill>
                <a:srgbClr val="0000FF"/>
              </a:solidFill>
              <a:latin typeface="Poppins"/>
              <a:ea typeface="Poppins"/>
              <a:cs typeface="Poppins"/>
              <a:sym typeface="Poppins"/>
            </a:endParaRPr>
          </a:p>
          <a:p>
            <a:pPr marL="0" marR="0" lvl="0" indent="0" algn="l" rtl="0">
              <a:lnSpc>
                <a:spcPct val="140022"/>
              </a:lnSpc>
              <a:spcBef>
                <a:spcPts val="0"/>
              </a:spcBef>
              <a:spcAft>
                <a:spcPts val="0"/>
              </a:spcAft>
              <a:buClr>
                <a:srgbClr val="000000"/>
              </a:buClr>
              <a:buSzPts val="1800"/>
              <a:buFont typeface="Arial"/>
              <a:buNone/>
            </a:pPr>
            <a:endParaRPr sz="1800" b="0" i="0" u="none" strike="noStrike" cap="none">
              <a:solidFill>
                <a:srgbClr val="000000"/>
              </a:solidFill>
              <a:latin typeface="Arial"/>
              <a:ea typeface="Arial"/>
              <a:cs typeface="Arial"/>
              <a:sym typeface="Arial"/>
            </a:endParaRPr>
          </a:p>
        </p:txBody>
      </p:sp>
      <p:sp>
        <p:nvSpPr>
          <p:cNvPr id="518" name="Google Shape;518;g3f74caaad3a_0_0"/>
          <p:cNvSpPr txBox="1"/>
          <p:nvPr/>
        </p:nvSpPr>
        <p:spPr>
          <a:xfrm>
            <a:off x="8252549" y="8726150"/>
            <a:ext cx="5476500" cy="504000"/>
          </a:xfrm>
          <a:prstGeom prst="rect">
            <a:avLst/>
          </a:prstGeom>
          <a:noFill/>
          <a:ln>
            <a:noFill/>
          </a:ln>
        </p:spPr>
        <p:txBody>
          <a:bodyPr spcFirstLastPara="1" wrap="square" lIns="0" tIns="0" rIns="0" bIns="0" anchor="t" anchorCtr="0">
            <a:spAutoFit/>
          </a:bodyPr>
          <a:lstStyle/>
          <a:p>
            <a:pPr marL="0" marR="0" lvl="0" indent="0" algn="l" rtl="0">
              <a:lnSpc>
                <a:spcPct val="130015"/>
              </a:lnSpc>
              <a:spcBef>
                <a:spcPts val="0"/>
              </a:spcBef>
              <a:spcAft>
                <a:spcPts val="0"/>
              </a:spcAft>
              <a:buClr>
                <a:srgbClr val="000000"/>
              </a:buClr>
              <a:buSzPts val="3275"/>
              <a:buFont typeface="Arial"/>
              <a:buNone/>
            </a:pPr>
            <a:r>
              <a:rPr lang="en-US" sz="3275" b="0" i="0" u="none" strike="noStrike" cap="none">
                <a:solidFill>
                  <a:srgbClr val="136447"/>
                </a:solidFill>
                <a:latin typeface="Arial"/>
                <a:ea typeface="Arial"/>
                <a:cs typeface="Arial"/>
                <a:sym typeface="Arial"/>
              </a:rPr>
              <a:t>05 (10 min) | </a:t>
            </a:r>
            <a:r>
              <a:rPr lang="en-US" sz="3275" b="0" i="0" u="none" strike="noStrike" cap="none">
                <a:solidFill>
                  <a:srgbClr val="0000FF"/>
                </a:solidFill>
                <a:latin typeface="Arial"/>
                <a:ea typeface="Arial"/>
                <a:cs typeface="Arial"/>
                <a:sym typeface="Arial"/>
              </a:rPr>
              <a:t>(10 minutos)</a:t>
            </a:r>
            <a:endParaRPr sz="1400" b="0" i="0" u="none" strike="noStrike" cap="none">
              <a:solidFill>
                <a:srgbClr val="0000FF"/>
              </a:solidFill>
              <a:latin typeface="Arial"/>
              <a:ea typeface="Arial"/>
              <a:cs typeface="Arial"/>
              <a:sym typeface="Arial"/>
            </a:endParaRPr>
          </a:p>
        </p:txBody>
      </p:sp>
      <p:sp>
        <p:nvSpPr>
          <p:cNvPr id="519" name="Google Shape;519;g3f74caaad3a_0_0"/>
          <p:cNvSpPr txBox="1"/>
          <p:nvPr/>
        </p:nvSpPr>
        <p:spPr>
          <a:xfrm>
            <a:off x="8252550" y="9322875"/>
            <a:ext cx="6022800" cy="812400"/>
          </a:xfrm>
          <a:prstGeom prst="rect">
            <a:avLst/>
          </a:prstGeom>
          <a:noFill/>
          <a:ln>
            <a:noFill/>
          </a:ln>
        </p:spPr>
        <p:txBody>
          <a:bodyPr spcFirstLastPara="1" wrap="square" lIns="0" tIns="0" rIns="0" bIns="0" anchor="t" anchorCtr="0">
            <a:spAutoFit/>
          </a:bodyPr>
          <a:lstStyle/>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136447"/>
                </a:solidFill>
                <a:latin typeface="Poppins"/>
                <a:ea typeface="Poppins"/>
                <a:cs typeface="Poppins"/>
                <a:sym typeface="Poppins"/>
              </a:rPr>
              <a:t>Nature, Nurture, and the Environment</a:t>
            </a:r>
            <a:endParaRPr sz="2199" b="0" i="0" u="none" strike="noStrike" cap="none">
              <a:solidFill>
                <a:srgbClr val="136447"/>
              </a:solidFill>
              <a:latin typeface="Poppins"/>
              <a:ea typeface="Poppins"/>
              <a:cs typeface="Poppins"/>
              <a:sym typeface="Poppins"/>
            </a:endParaRPr>
          </a:p>
          <a:p>
            <a:pPr marL="0" marR="0" lvl="0" indent="0" algn="l" rtl="0">
              <a:lnSpc>
                <a:spcPct val="140022"/>
              </a:lnSpc>
              <a:spcBef>
                <a:spcPts val="0"/>
              </a:spcBef>
              <a:spcAft>
                <a:spcPts val="0"/>
              </a:spcAft>
              <a:buClr>
                <a:srgbClr val="000000"/>
              </a:buClr>
              <a:buSzPts val="2199"/>
              <a:buFont typeface="Arial"/>
              <a:buNone/>
            </a:pPr>
            <a:r>
              <a:rPr lang="en-US" sz="2199" b="0" i="0" u="none" strike="noStrike" cap="none">
                <a:solidFill>
                  <a:srgbClr val="0000FF"/>
                </a:solidFill>
                <a:latin typeface="Poppins"/>
                <a:ea typeface="Poppins"/>
                <a:cs typeface="Poppins"/>
                <a:sym typeface="Poppins"/>
              </a:rPr>
              <a:t>Naturaleza, Crianza y el Medio Ambiente</a:t>
            </a:r>
            <a:endParaRPr sz="2199" b="0" i="0" u="none" strike="noStrike" cap="none">
              <a:solidFill>
                <a:srgbClr val="0000FF"/>
              </a:solidFill>
              <a:latin typeface="Poppins"/>
              <a:ea typeface="Poppins"/>
              <a:cs typeface="Poppins"/>
              <a:sym typeface="Poppins"/>
            </a:endParaRPr>
          </a:p>
        </p:txBody>
      </p:sp>
      <p:pic>
        <p:nvPicPr>
          <p:cNvPr id="520" name="Google Shape;520;g3f74caaad3a_0_0" title="Screenshot 2025-11-10 at 4.55.27 PM.png"/>
          <p:cNvPicPr preferRelativeResize="0"/>
          <p:nvPr/>
        </p:nvPicPr>
        <p:blipFill rotWithShape="1">
          <a:blip r:embed="rId4">
            <a:alphaModFix/>
          </a:blip>
          <a:srcRect/>
          <a:stretch/>
        </p:blipFill>
        <p:spPr>
          <a:xfrm>
            <a:off x="13979225" y="5548463"/>
            <a:ext cx="3584200" cy="42029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524"/>
        <p:cNvGrpSpPr/>
        <p:nvPr/>
      </p:nvGrpSpPr>
      <p:grpSpPr>
        <a:xfrm>
          <a:off x="0" y="0"/>
          <a:ext cx="0" cy="0"/>
          <a:chOff x="0" y="0"/>
          <a:chExt cx="0" cy="0"/>
        </a:xfrm>
      </p:grpSpPr>
      <p:sp>
        <p:nvSpPr>
          <p:cNvPr id="525" name="Google Shape;525;p3"/>
          <p:cNvSpPr/>
          <p:nvPr/>
        </p:nvSpPr>
        <p:spPr>
          <a:xfrm>
            <a:off x="9144000" y="0"/>
            <a:ext cx="9144000" cy="10287000"/>
          </a:xfrm>
          <a:prstGeom prst="rect">
            <a:avLst/>
          </a:pr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526" name="Google Shape;526;p3"/>
          <p:cNvGrpSpPr/>
          <p:nvPr/>
        </p:nvGrpSpPr>
        <p:grpSpPr>
          <a:xfrm>
            <a:off x="9301375" y="816126"/>
            <a:ext cx="3868578" cy="3727902"/>
            <a:chOff x="0" y="0"/>
            <a:chExt cx="10683728" cy="10295229"/>
          </a:xfrm>
        </p:grpSpPr>
        <p:sp>
          <p:nvSpPr>
            <p:cNvPr id="527" name="Google Shape;527;p3"/>
            <p:cNvSpPr/>
            <p:nvPr/>
          </p:nvSpPr>
          <p:spPr>
            <a:xfrm>
              <a:off x="0" y="0"/>
              <a:ext cx="10683728" cy="10295229"/>
            </a:xfrm>
            <a:custGeom>
              <a:avLst/>
              <a:gdLst/>
              <a:ahLst/>
              <a:cxnLst/>
              <a:rect l="l" t="t" r="r" b="b"/>
              <a:pathLst>
                <a:path w="10683728" h="10295229" extrusionOk="0">
                  <a:moveTo>
                    <a:pt x="0" y="0"/>
                  </a:moveTo>
                  <a:lnTo>
                    <a:pt x="10683728" y="0"/>
                  </a:lnTo>
                  <a:lnTo>
                    <a:pt x="10683728" y="10295229"/>
                  </a:lnTo>
                  <a:lnTo>
                    <a:pt x="0" y="10295229"/>
                  </a:lnTo>
                  <a:lnTo>
                    <a:pt x="0" y="0"/>
                  </a:lnTo>
                  <a:close/>
                </a:path>
              </a:pathLst>
            </a:custGeom>
            <a:blipFill rotWithShape="1">
              <a:blip r:embed="rId3">
                <a:alphaModFix/>
              </a:blip>
              <a:stretch>
                <a:fillRect/>
              </a:stretch>
            </a:blipFill>
            <a:ln>
              <a:noFill/>
            </a:ln>
          </p:spPr>
        </p:sp>
        <p:sp>
          <p:nvSpPr>
            <p:cNvPr id="528" name="Google Shape;528;p3"/>
            <p:cNvSpPr/>
            <p:nvPr/>
          </p:nvSpPr>
          <p:spPr>
            <a:xfrm rot="-4111755">
              <a:off x="5563526" y="2099066"/>
              <a:ext cx="2335509" cy="2676277"/>
            </a:xfrm>
            <a:custGeom>
              <a:avLst/>
              <a:gdLst/>
              <a:ahLst/>
              <a:cxnLst/>
              <a:rect l="l" t="t" r="r" b="b"/>
              <a:pathLst>
                <a:path w="2335509" h="2676277" extrusionOk="0">
                  <a:moveTo>
                    <a:pt x="0" y="0"/>
                  </a:moveTo>
                  <a:lnTo>
                    <a:pt x="2335509" y="0"/>
                  </a:lnTo>
                  <a:lnTo>
                    <a:pt x="2335509" y="2676277"/>
                  </a:lnTo>
                  <a:lnTo>
                    <a:pt x="0" y="2676277"/>
                  </a:lnTo>
                  <a:lnTo>
                    <a:pt x="0" y="0"/>
                  </a:lnTo>
                  <a:close/>
                </a:path>
              </a:pathLst>
            </a:custGeom>
            <a:blipFill rotWithShape="1">
              <a:blip r:embed="rId4">
                <a:alphaModFix/>
              </a:blip>
              <a:stretch>
                <a:fillRect/>
              </a:stretch>
            </a:blipFill>
            <a:ln>
              <a:noFill/>
            </a:ln>
          </p:spPr>
        </p:sp>
      </p:grpSp>
      <p:sp>
        <p:nvSpPr>
          <p:cNvPr id="529" name="Google Shape;529;p3"/>
          <p:cNvSpPr txBox="1"/>
          <p:nvPr/>
        </p:nvSpPr>
        <p:spPr>
          <a:xfrm>
            <a:off x="569525" y="565825"/>
            <a:ext cx="8351400" cy="2327400"/>
          </a:xfrm>
          <a:prstGeom prst="rect">
            <a:avLst/>
          </a:prstGeom>
          <a:noFill/>
          <a:ln>
            <a:noFill/>
          </a:ln>
        </p:spPr>
        <p:txBody>
          <a:bodyPr spcFirstLastPara="1" wrap="square" lIns="0" tIns="0" rIns="0" bIns="0" anchor="t" anchorCtr="0">
            <a:spAutoFit/>
          </a:bodyPr>
          <a:lstStyle/>
          <a:p>
            <a:pPr marL="0" marR="0" lvl="0" indent="0" algn="ctr" rtl="0">
              <a:lnSpc>
                <a:spcPct val="119998"/>
              </a:lnSpc>
              <a:spcBef>
                <a:spcPts val="0"/>
              </a:spcBef>
              <a:spcAft>
                <a:spcPts val="0"/>
              </a:spcAft>
              <a:buClr>
                <a:srgbClr val="000000"/>
              </a:buClr>
              <a:buSzPts val="6216"/>
              <a:buFont typeface="Arial"/>
              <a:buNone/>
            </a:pPr>
            <a:r>
              <a:rPr lang="en-US" sz="6216" b="0" i="0" u="none" strike="noStrike" cap="none">
                <a:solidFill>
                  <a:srgbClr val="136447"/>
                </a:solidFill>
                <a:latin typeface="Arial"/>
                <a:ea typeface="Arial"/>
                <a:cs typeface="Arial"/>
                <a:sym typeface="Arial"/>
              </a:rPr>
              <a:t>Warm Up Poll</a:t>
            </a:r>
            <a:endParaRPr sz="6216" b="0" i="0" u="none" strike="noStrike" cap="none">
              <a:solidFill>
                <a:srgbClr val="136447"/>
              </a:solidFill>
              <a:latin typeface="Arial"/>
              <a:ea typeface="Arial"/>
              <a:cs typeface="Arial"/>
              <a:sym typeface="Arial"/>
            </a:endParaRPr>
          </a:p>
          <a:p>
            <a:pPr marL="0" marR="0" lvl="0" indent="0" algn="ctr" rtl="0">
              <a:lnSpc>
                <a:spcPct val="75000"/>
              </a:lnSpc>
              <a:spcBef>
                <a:spcPts val="0"/>
              </a:spcBef>
              <a:spcAft>
                <a:spcPts val="0"/>
              </a:spcAft>
              <a:buClr>
                <a:srgbClr val="000000"/>
              </a:buClr>
              <a:buSzPts val="6216"/>
              <a:buFont typeface="Arial"/>
              <a:buNone/>
            </a:pPr>
            <a:r>
              <a:rPr lang="en-US" sz="6216" b="0" i="0" u="none" strike="noStrike" cap="none">
                <a:solidFill>
                  <a:srgbClr val="4A86E8"/>
                </a:solidFill>
                <a:latin typeface="Arial"/>
                <a:ea typeface="Arial"/>
                <a:cs typeface="Arial"/>
                <a:sym typeface="Arial"/>
              </a:rPr>
              <a:t>Encuesta de </a:t>
            </a:r>
            <a:r>
              <a:rPr lang="en-US" sz="6216">
                <a:solidFill>
                  <a:srgbClr val="4A86E8"/>
                </a:solidFill>
              </a:rPr>
              <a:t>inicio</a:t>
            </a:r>
            <a:r>
              <a:rPr lang="en-US" sz="10216" b="0" i="0" u="none" strike="noStrike" cap="none">
                <a:solidFill>
                  <a:srgbClr val="4A86E8"/>
                </a:solidFill>
                <a:latin typeface="Arial"/>
                <a:ea typeface="Arial"/>
                <a:cs typeface="Arial"/>
                <a:sym typeface="Arial"/>
              </a:rPr>
              <a:t>:</a:t>
            </a:r>
            <a:endParaRPr sz="800" b="0" i="0" u="none" strike="noStrike" cap="none">
              <a:solidFill>
                <a:srgbClr val="4A86E8"/>
              </a:solidFill>
              <a:latin typeface="Arial"/>
              <a:ea typeface="Arial"/>
              <a:cs typeface="Arial"/>
              <a:sym typeface="Arial"/>
            </a:endParaRPr>
          </a:p>
        </p:txBody>
      </p:sp>
      <p:sp>
        <p:nvSpPr>
          <p:cNvPr id="530" name="Google Shape;530;p3"/>
          <p:cNvSpPr txBox="1"/>
          <p:nvPr/>
        </p:nvSpPr>
        <p:spPr>
          <a:xfrm>
            <a:off x="792575" y="4707400"/>
            <a:ext cx="8351400" cy="54537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2999"/>
              <a:buFont typeface="Arial"/>
              <a:buNone/>
            </a:pPr>
            <a:r>
              <a:rPr lang="en-US" sz="2999" b="0" i="0" u="none" strike="noStrike" cap="none">
                <a:solidFill>
                  <a:srgbClr val="136447"/>
                </a:solidFill>
                <a:latin typeface="Poppins"/>
                <a:ea typeface="Poppins"/>
                <a:cs typeface="Poppins"/>
                <a:sym typeface="Poppins"/>
              </a:rPr>
              <a:t>What do you think influences behavior the most?</a:t>
            </a:r>
            <a:endParaRPr sz="2999" b="0" i="0" u="none" strike="noStrike" cap="none">
              <a:solidFill>
                <a:srgbClr val="136447"/>
              </a:solidFill>
              <a:latin typeface="Poppins"/>
              <a:ea typeface="Poppins"/>
              <a:cs typeface="Poppins"/>
              <a:sym typeface="Poppins"/>
            </a:endParaRPr>
          </a:p>
          <a:p>
            <a:pPr marL="0" marR="0" lvl="0" indent="0" algn="ctr" rtl="0">
              <a:lnSpc>
                <a:spcPct val="130009"/>
              </a:lnSpc>
              <a:spcBef>
                <a:spcPts val="0"/>
              </a:spcBef>
              <a:spcAft>
                <a:spcPts val="0"/>
              </a:spcAft>
              <a:buClr>
                <a:srgbClr val="000000"/>
              </a:buClr>
              <a:buSzPts val="2999"/>
              <a:buFont typeface="Arial"/>
              <a:buNone/>
            </a:pPr>
            <a:r>
              <a:rPr lang="en-US" sz="2999" b="0" i="0" u="none" strike="noStrike" cap="none">
                <a:solidFill>
                  <a:srgbClr val="0000FF"/>
                </a:solidFill>
                <a:latin typeface="Poppins"/>
                <a:ea typeface="Poppins"/>
                <a:cs typeface="Poppins"/>
                <a:sym typeface="Poppins"/>
              </a:rPr>
              <a:t>¿Qué crees que influye más en el comportamiento?</a:t>
            </a:r>
            <a:endParaRPr sz="2999" b="0" i="0" u="none" strike="noStrike" cap="none">
              <a:solidFill>
                <a:srgbClr val="0000FF"/>
              </a:solidFill>
              <a:latin typeface="Poppins"/>
              <a:ea typeface="Poppins"/>
              <a:cs typeface="Poppins"/>
              <a:sym typeface="Poppins"/>
            </a:endParaRPr>
          </a:p>
          <a:p>
            <a:pPr marL="0" marR="0" lvl="0" indent="0" algn="ctr" rtl="0">
              <a:lnSpc>
                <a:spcPct val="130009"/>
              </a:lnSpc>
              <a:spcBef>
                <a:spcPts val="0"/>
              </a:spcBef>
              <a:spcAft>
                <a:spcPts val="0"/>
              </a:spcAft>
              <a:buClr>
                <a:srgbClr val="000000"/>
              </a:buClr>
              <a:buSzPts val="3199"/>
              <a:buFont typeface="Arial"/>
              <a:buNone/>
            </a:pPr>
            <a:endParaRPr sz="3199" b="0" i="0" u="none" strike="noStrike" cap="none">
              <a:solidFill>
                <a:srgbClr val="136447"/>
              </a:solidFill>
              <a:latin typeface="Poppins"/>
              <a:ea typeface="Poppins"/>
              <a:cs typeface="Poppins"/>
              <a:sym typeface="Poppins"/>
            </a:endParaRPr>
          </a:p>
          <a:p>
            <a:pPr marL="457200" marR="0" lvl="0" indent="-431737" algn="l" rtl="0">
              <a:lnSpc>
                <a:spcPct val="130009"/>
              </a:lnSpc>
              <a:spcBef>
                <a:spcPts val="0"/>
              </a:spcBef>
              <a:spcAft>
                <a:spcPts val="0"/>
              </a:spcAft>
              <a:buClr>
                <a:srgbClr val="136447"/>
              </a:buClr>
              <a:buSzPts val="3199"/>
              <a:buFont typeface="Poppins"/>
              <a:buAutoNum type="alphaUcPeriod"/>
            </a:pPr>
            <a:r>
              <a:rPr lang="en-US" sz="3199" b="0" i="0" u="none" strike="noStrike" cap="none">
                <a:solidFill>
                  <a:srgbClr val="136447"/>
                </a:solidFill>
                <a:latin typeface="Poppins"/>
                <a:ea typeface="Poppins"/>
                <a:cs typeface="Poppins"/>
                <a:sym typeface="Poppins"/>
              </a:rPr>
              <a:t>The Brain | </a:t>
            </a:r>
            <a:r>
              <a:rPr lang="en-US" sz="3199" b="0" i="0" u="none" strike="noStrike" cap="none">
                <a:solidFill>
                  <a:srgbClr val="0000FF"/>
                </a:solidFill>
                <a:latin typeface="Poppins"/>
                <a:ea typeface="Poppins"/>
                <a:cs typeface="Poppins"/>
                <a:sym typeface="Poppins"/>
              </a:rPr>
              <a:t>El Cerebro</a:t>
            </a:r>
            <a:endParaRPr sz="3199" b="0" i="0" u="none" strike="noStrike" cap="none">
              <a:solidFill>
                <a:srgbClr val="0000FF"/>
              </a:solidFill>
              <a:latin typeface="Poppins"/>
              <a:ea typeface="Poppins"/>
              <a:cs typeface="Poppins"/>
              <a:sym typeface="Poppins"/>
            </a:endParaRPr>
          </a:p>
          <a:p>
            <a:pPr marL="457200" marR="0" lvl="0" indent="-431737" algn="l" rtl="0">
              <a:lnSpc>
                <a:spcPct val="130009"/>
              </a:lnSpc>
              <a:spcBef>
                <a:spcPts val="0"/>
              </a:spcBef>
              <a:spcAft>
                <a:spcPts val="0"/>
              </a:spcAft>
              <a:buClr>
                <a:srgbClr val="136447"/>
              </a:buClr>
              <a:buSzPts val="3199"/>
              <a:buFont typeface="Poppins"/>
              <a:buAutoNum type="alphaUcPeriod"/>
            </a:pPr>
            <a:r>
              <a:rPr lang="en-US" sz="3199" b="0" i="0" u="none" strike="noStrike" cap="none">
                <a:solidFill>
                  <a:srgbClr val="136447"/>
                </a:solidFill>
                <a:latin typeface="Poppins"/>
                <a:ea typeface="Poppins"/>
                <a:cs typeface="Poppins"/>
                <a:sym typeface="Poppins"/>
              </a:rPr>
              <a:t>Hormones | </a:t>
            </a:r>
            <a:r>
              <a:rPr lang="en-US" sz="3199" b="0" i="0" u="none" strike="noStrike" cap="none">
                <a:solidFill>
                  <a:srgbClr val="0000FF"/>
                </a:solidFill>
                <a:latin typeface="Poppins"/>
                <a:ea typeface="Poppins"/>
                <a:cs typeface="Poppins"/>
                <a:sym typeface="Poppins"/>
              </a:rPr>
              <a:t>Hormonas</a:t>
            </a:r>
            <a:endParaRPr sz="3199" b="0" i="0" u="none" strike="noStrike" cap="none">
              <a:solidFill>
                <a:srgbClr val="0000FF"/>
              </a:solidFill>
              <a:latin typeface="Poppins"/>
              <a:ea typeface="Poppins"/>
              <a:cs typeface="Poppins"/>
              <a:sym typeface="Poppins"/>
            </a:endParaRPr>
          </a:p>
          <a:p>
            <a:pPr marL="457200" marR="0" lvl="0" indent="-431737" algn="l" rtl="0">
              <a:lnSpc>
                <a:spcPct val="130009"/>
              </a:lnSpc>
              <a:spcBef>
                <a:spcPts val="0"/>
              </a:spcBef>
              <a:spcAft>
                <a:spcPts val="0"/>
              </a:spcAft>
              <a:buClr>
                <a:srgbClr val="136447"/>
              </a:buClr>
              <a:buSzPts val="3199"/>
              <a:buFont typeface="Poppins"/>
              <a:buAutoNum type="alphaUcPeriod"/>
            </a:pPr>
            <a:r>
              <a:rPr lang="en-US" sz="3199" b="0" i="0" u="none" strike="noStrike" cap="none">
                <a:solidFill>
                  <a:srgbClr val="136447"/>
                </a:solidFill>
                <a:latin typeface="Poppins"/>
                <a:ea typeface="Poppins"/>
                <a:cs typeface="Poppins"/>
                <a:sym typeface="Poppins"/>
              </a:rPr>
              <a:t>Life Experiences | </a:t>
            </a:r>
            <a:r>
              <a:rPr lang="en-US" sz="3199" b="0" i="0" u="none" strike="noStrike" cap="none">
                <a:solidFill>
                  <a:srgbClr val="0000FF"/>
                </a:solidFill>
                <a:latin typeface="Poppins"/>
                <a:ea typeface="Poppins"/>
                <a:cs typeface="Poppins"/>
                <a:sym typeface="Poppins"/>
              </a:rPr>
              <a:t>Experiencias de vida</a:t>
            </a:r>
            <a:endParaRPr sz="3199" b="0" i="0" u="none" strike="noStrike" cap="none">
              <a:solidFill>
                <a:srgbClr val="0000FF"/>
              </a:solidFill>
              <a:latin typeface="Poppins"/>
              <a:ea typeface="Poppins"/>
              <a:cs typeface="Poppins"/>
              <a:sym typeface="Poppins"/>
            </a:endParaRPr>
          </a:p>
          <a:p>
            <a:pPr marL="457200" marR="0" lvl="0" indent="-431737" algn="l" rtl="0">
              <a:lnSpc>
                <a:spcPct val="130009"/>
              </a:lnSpc>
              <a:spcBef>
                <a:spcPts val="0"/>
              </a:spcBef>
              <a:spcAft>
                <a:spcPts val="0"/>
              </a:spcAft>
              <a:buClr>
                <a:srgbClr val="136447"/>
              </a:buClr>
              <a:buSzPts val="3199"/>
              <a:buFont typeface="Poppins"/>
              <a:buAutoNum type="alphaUcPeriod"/>
            </a:pPr>
            <a:r>
              <a:rPr lang="en-US" sz="3199" b="0" i="0" u="none" strike="noStrike" cap="none">
                <a:solidFill>
                  <a:srgbClr val="136447"/>
                </a:solidFill>
                <a:latin typeface="Poppins"/>
                <a:ea typeface="Poppins"/>
                <a:cs typeface="Poppins"/>
                <a:sym typeface="Poppins"/>
              </a:rPr>
              <a:t>Social Environment | </a:t>
            </a:r>
            <a:r>
              <a:rPr lang="en-US" sz="3199" b="0" i="0" u="none" strike="noStrike" cap="none">
                <a:solidFill>
                  <a:srgbClr val="0000FF"/>
                </a:solidFill>
                <a:latin typeface="Poppins"/>
                <a:ea typeface="Poppins"/>
                <a:cs typeface="Poppins"/>
                <a:sym typeface="Poppins"/>
              </a:rPr>
              <a:t>Entorno social</a:t>
            </a:r>
            <a:endParaRPr sz="3199" b="0" i="0" u="none" strike="noStrike" cap="none">
              <a:solidFill>
                <a:srgbClr val="0000FF"/>
              </a:solidFill>
              <a:latin typeface="Poppins"/>
              <a:ea typeface="Poppins"/>
              <a:cs typeface="Poppins"/>
              <a:sym typeface="Poppins"/>
            </a:endParaRPr>
          </a:p>
        </p:txBody>
      </p:sp>
      <p:sp>
        <p:nvSpPr>
          <p:cNvPr id="531" name="Google Shape;531;p3"/>
          <p:cNvSpPr/>
          <p:nvPr/>
        </p:nvSpPr>
        <p:spPr>
          <a:xfrm>
            <a:off x="992679" y="4099961"/>
            <a:ext cx="8151296" cy="459396"/>
          </a:xfrm>
          <a:custGeom>
            <a:avLst/>
            <a:gdLst/>
            <a:ahLst/>
            <a:cxnLst/>
            <a:rect l="l" t="t" r="r" b="b"/>
            <a:pathLst>
              <a:path w="8151296" h="459396" extrusionOk="0">
                <a:moveTo>
                  <a:pt x="0" y="0"/>
                </a:moveTo>
                <a:lnTo>
                  <a:pt x="8151296" y="0"/>
                </a:lnTo>
                <a:lnTo>
                  <a:pt x="8151296" y="459396"/>
                </a:lnTo>
                <a:lnTo>
                  <a:pt x="0" y="459396"/>
                </a:lnTo>
                <a:lnTo>
                  <a:pt x="0" y="0"/>
                </a:lnTo>
                <a:close/>
              </a:path>
            </a:pathLst>
          </a:custGeom>
          <a:blipFill rotWithShape="1">
            <a:blip r:embed="rId5">
              <a:alphaModFix amt="50000"/>
            </a:blip>
            <a:stretch>
              <a:fillRect t="-385464" b="-385464"/>
            </a:stretch>
          </a:blipFill>
          <a:ln>
            <a:noFill/>
          </a:ln>
        </p:spPr>
      </p:sp>
      <p:pic>
        <p:nvPicPr>
          <p:cNvPr id="532" name="Google Shape;532;p3" descr="a brain with a magnifying glass attached to it 's eye (Provided by Tenor)"/>
          <p:cNvPicPr preferRelativeResize="0"/>
          <p:nvPr/>
        </p:nvPicPr>
        <p:blipFill rotWithShape="1">
          <a:blip r:embed="rId6">
            <a:alphaModFix/>
          </a:blip>
          <a:srcRect/>
          <a:stretch/>
        </p:blipFill>
        <p:spPr>
          <a:xfrm>
            <a:off x="14052100" y="1237750"/>
            <a:ext cx="3727900" cy="3727900"/>
          </a:xfrm>
          <a:prstGeom prst="rect">
            <a:avLst/>
          </a:prstGeom>
          <a:noFill/>
          <a:ln>
            <a:noFill/>
          </a:ln>
        </p:spPr>
      </p:pic>
      <p:pic>
        <p:nvPicPr>
          <p:cNvPr id="533" name="Google Shape;533;p3" descr="Free Images : sunset, beach, sand, friends, friendship, vaction ..."/>
          <p:cNvPicPr preferRelativeResize="0"/>
          <p:nvPr/>
        </p:nvPicPr>
        <p:blipFill rotWithShape="1">
          <a:blip r:embed="rId7">
            <a:alphaModFix/>
          </a:blip>
          <a:srcRect/>
          <a:stretch/>
        </p:blipFill>
        <p:spPr>
          <a:xfrm>
            <a:off x="10575174" y="5339226"/>
            <a:ext cx="6281651" cy="38892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537"/>
        <p:cNvGrpSpPr/>
        <p:nvPr/>
      </p:nvGrpSpPr>
      <p:grpSpPr>
        <a:xfrm>
          <a:off x="0" y="0"/>
          <a:ext cx="0" cy="0"/>
          <a:chOff x="0" y="0"/>
          <a:chExt cx="0" cy="0"/>
        </a:xfrm>
      </p:grpSpPr>
      <p:cxnSp>
        <p:nvCxnSpPr>
          <p:cNvPr id="538" name="Google Shape;538;p4"/>
          <p:cNvCxnSpPr/>
          <p:nvPr/>
        </p:nvCxnSpPr>
        <p:spPr>
          <a:xfrm>
            <a:off x="1460392" y="6345394"/>
            <a:ext cx="15367200" cy="0"/>
          </a:xfrm>
          <a:prstGeom prst="straightConnector1">
            <a:avLst/>
          </a:prstGeom>
          <a:noFill/>
          <a:ln w="28575" cap="rnd" cmpd="sng">
            <a:solidFill>
              <a:srgbClr val="136447"/>
            </a:solidFill>
            <a:prstDash val="solid"/>
            <a:round/>
            <a:headEnd type="none" w="sm" len="sm"/>
            <a:tailEnd type="none" w="sm" len="sm"/>
          </a:ln>
        </p:spPr>
      </p:cxnSp>
      <p:cxnSp>
        <p:nvCxnSpPr>
          <p:cNvPr id="539" name="Google Shape;539;p4"/>
          <p:cNvCxnSpPr/>
          <p:nvPr/>
        </p:nvCxnSpPr>
        <p:spPr>
          <a:xfrm>
            <a:off x="1460392" y="7922208"/>
            <a:ext cx="15367200" cy="0"/>
          </a:xfrm>
          <a:prstGeom prst="straightConnector1">
            <a:avLst/>
          </a:prstGeom>
          <a:noFill/>
          <a:ln w="28575" cap="rnd" cmpd="sng">
            <a:solidFill>
              <a:srgbClr val="136447"/>
            </a:solidFill>
            <a:prstDash val="solid"/>
            <a:round/>
            <a:headEnd type="none" w="sm" len="sm"/>
            <a:tailEnd type="none" w="sm" len="sm"/>
          </a:ln>
        </p:spPr>
      </p:cxnSp>
      <p:sp>
        <p:nvSpPr>
          <p:cNvPr id="540" name="Google Shape;540;p4"/>
          <p:cNvSpPr txBox="1"/>
          <p:nvPr/>
        </p:nvSpPr>
        <p:spPr>
          <a:xfrm>
            <a:off x="1599900" y="6482398"/>
            <a:ext cx="15088200" cy="1574700"/>
          </a:xfrm>
          <a:prstGeom prst="rect">
            <a:avLst/>
          </a:prstGeom>
          <a:noFill/>
          <a:ln>
            <a:noFill/>
          </a:ln>
        </p:spPr>
        <p:txBody>
          <a:bodyPr spcFirstLastPara="1" wrap="square" lIns="0" tIns="0" rIns="0" bIns="0" anchor="t" anchorCtr="0">
            <a:spAutoFit/>
          </a:bodyPr>
          <a:lstStyle/>
          <a:p>
            <a:pPr marL="0" marR="0" lvl="0" indent="0" algn="ctr" rtl="0">
              <a:lnSpc>
                <a:spcPct val="130005"/>
              </a:lnSpc>
              <a:spcBef>
                <a:spcPts val="0"/>
              </a:spcBef>
              <a:spcAft>
                <a:spcPts val="0"/>
              </a:spcAft>
              <a:buClr>
                <a:srgbClr val="000000"/>
              </a:buClr>
              <a:buSzPts val="3396"/>
              <a:buFont typeface="Arial"/>
              <a:buNone/>
            </a:pPr>
            <a:r>
              <a:rPr lang="en-US" sz="3396" b="1" i="0" u="none" strike="noStrike" cap="none">
                <a:solidFill>
                  <a:srgbClr val="2D2F3B"/>
                </a:solidFill>
                <a:latin typeface="Poppins Medium"/>
                <a:ea typeface="Poppins Medium"/>
                <a:cs typeface="Poppins Medium"/>
                <a:sym typeface="Poppins Medium"/>
              </a:rPr>
              <a:t>The Body’s Command Center</a:t>
            </a:r>
            <a:endParaRPr sz="3396" b="1" i="0" u="none" strike="noStrike" cap="none">
              <a:solidFill>
                <a:srgbClr val="2D2F3B"/>
              </a:solidFill>
              <a:latin typeface="Poppins Medium"/>
              <a:ea typeface="Poppins Medium"/>
              <a:cs typeface="Poppins Medium"/>
              <a:sym typeface="Poppins Medium"/>
            </a:endParaRPr>
          </a:p>
          <a:p>
            <a:pPr marL="0" marR="0" lvl="0" indent="0" algn="ctr" rtl="0">
              <a:lnSpc>
                <a:spcPct val="130005"/>
              </a:lnSpc>
              <a:spcBef>
                <a:spcPts val="0"/>
              </a:spcBef>
              <a:spcAft>
                <a:spcPts val="0"/>
              </a:spcAft>
              <a:buClr>
                <a:srgbClr val="000000"/>
              </a:buClr>
              <a:buSzPts val="3396"/>
              <a:buFont typeface="Arial"/>
              <a:buNone/>
            </a:pPr>
            <a:r>
              <a:rPr lang="en-US" sz="3396" b="1" i="0" u="none" strike="noStrike" cap="none">
                <a:solidFill>
                  <a:srgbClr val="0000FF"/>
                </a:solidFill>
                <a:latin typeface="Poppins Medium"/>
                <a:ea typeface="Poppins Medium"/>
                <a:cs typeface="Poppins Medium"/>
                <a:sym typeface="Poppins Medium"/>
              </a:rPr>
              <a:t>El centro de mando del cuerpo</a:t>
            </a:r>
            <a:endParaRPr sz="3396" b="1" i="0" u="none" strike="noStrike" cap="none">
              <a:solidFill>
                <a:srgbClr val="0000FF"/>
              </a:solidFill>
              <a:latin typeface="Poppins Medium"/>
              <a:ea typeface="Poppins Medium"/>
              <a:cs typeface="Poppins Medium"/>
              <a:sym typeface="Poppins Medium"/>
            </a:endParaRPr>
          </a:p>
          <a:p>
            <a:pPr marL="0" marR="0" lvl="0" indent="0" algn="ctr" rtl="0">
              <a:lnSpc>
                <a:spcPct val="130005"/>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1" name="Google Shape;541;p4"/>
          <p:cNvSpPr/>
          <p:nvPr/>
        </p:nvSpPr>
        <p:spPr>
          <a:xfrm>
            <a:off x="-3544760" y="-2516060"/>
            <a:ext cx="7089520" cy="7089520"/>
          </a:xfrm>
          <a:custGeom>
            <a:avLst/>
            <a:gdLst/>
            <a:ahLst/>
            <a:cxnLst/>
            <a:rect l="l" t="t" r="r" b="b"/>
            <a:pathLst>
              <a:path w="7089520" h="7089520" extrusionOk="0">
                <a:moveTo>
                  <a:pt x="0" y="0"/>
                </a:moveTo>
                <a:lnTo>
                  <a:pt x="7089520" y="0"/>
                </a:lnTo>
                <a:lnTo>
                  <a:pt x="7089520" y="7089520"/>
                </a:lnTo>
                <a:lnTo>
                  <a:pt x="0" y="7089520"/>
                </a:lnTo>
                <a:lnTo>
                  <a:pt x="0" y="0"/>
                </a:lnTo>
                <a:close/>
              </a:path>
            </a:pathLst>
          </a:custGeom>
          <a:blipFill rotWithShape="1">
            <a:blip r:embed="rId3">
              <a:alphaModFix amt="19999"/>
            </a:blip>
            <a:stretch>
              <a:fillRect/>
            </a:stretch>
          </a:blipFill>
          <a:ln>
            <a:noFill/>
          </a:ln>
        </p:spPr>
      </p:sp>
      <p:sp>
        <p:nvSpPr>
          <p:cNvPr id="542" name="Google Shape;542;p4"/>
          <p:cNvSpPr/>
          <p:nvPr/>
        </p:nvSpPr>
        <p:spPr>
          <a:xfrm rot="7549458">
            <a:off x="14024911" y="-1336598"/>
            <a:ext cx="5326505" cy="4726063"/>
          </a:xfrm>
          <a:custGeom>
            <a:avLst/>
            <a:gdLst/>
            <a:ahLst/>
            <a:cxnLst/>
            <a:rect l="l" t="t" r="r" b="b"/>
            <a:pathLst>
              <a:path w="5326505" h="4726063" extrusionOk="0">
                <a:moveTo>
                  <a:pt x="0" y="0"/>
                </a:moveTo>
                <a:lnTo>
                  <a:pt x="5326504" y="0"/>
                </a:lnTo>
                <a:lnTo>
                  <a:pt x="5326504" y="4726062"/>
                </a:lnTo>
                <a:lnTo>
                  <a:pt x="0" y="4726062"/>
                </a:lnTo>
                <a:lnTo>
                  <a:pt x="0" y="0"/>
                </a:lnTo>
                <a:close/>
              </a:path>
            </a:pathLst>
          </a:custGeom>
          <a:blipFill rotWithShape="1">
            <a:blip r:embed="rId4">
              <a:alphaModFix amt="19999"/>
            </a:blip>
            <a:stretch>
              <a:fillRect/>
            </a:stretch>
          </a:blipFill>
          <a:ln>
            <a:noFill/>
          </a:ln>
        </p:spPr>
      </p:sp>
      <p:sp>
        <p:nvSpPr>
          <p:cNvPr id="543" name="Google Shape;543;p4"/>
          <p:cNvSpPr/>
          <p:nvPr/>
        </p:nvSpPr>
        <p:spPr>
          <a:xfrm rot="7549458">
            <a:off x="8809396" y="-912016"/>
            <a:ext cx="3930564" cy="3881432"/>
          </a:xfrm>
          <a:custGeom>
            <a:avLst/>
            <a:gdLst/>
            <a:ahLst/>
            <a:cxnLst/>
            <a:rect l="l" t="t" r="r" b="b"/>
            <a:pathLst>
              <a:path w="3930564" h="3881432" extrusionOk="0">
                <a:moveTo>
                  <a:pt x="0" y="0"/>
                </a:moveTo>
                <a:lnTo>
                  <a:pt x="3930564" y="0"/>
                </a:lnTo>
                <a:lnTo>
                  <a:pt x="3930564" y="3881432"/>
                </a:lnTo>
                <a:lnTo>
                  <a:pt x="0" y="3881432"/>
                </a:lnTo>
                <a:lnTo>
                  <a:pt x="0" y="0"/>
                </a:lnTo>
                <a:close/>
              </a:path>
            </a:pathLst>
          </a:custGeom>
          <a:blipFill rotWithShape="1">
            <a:blip r:embed="rId5">
              <a:alphaModFix amt="19999"/>
            </a:blip>
            <a:stretch>
              <a:fillRect/>
            </a:stretch>
          </a:blipFill>
          <a:ln>
            <a:noFill/>
          </a:ln>
        </p:spPr>
      </p:sp>
      <p:sp>
        <p:nvSpPr>
          <p:cNvPr id="544" name="Google Shape;544;p4"/>
          <p:cNvSpPr txBox="1"/>
          <p:nvPr/>
        </p:nvSpPr>
        <p:spPr>
          <a:xfrm>
            <a:off x="1460392" y="2994888"/>
            <a:ext cx="15367200" cy="3487500"/>
          </a:xfrm>
          <a:prstGeom prst="rect">
            <a:avLst/>
          </a:prstGeom>
          <a:noFill/>
          <a:ln>
            <a:noFill/>
          </a:ln>
        </p:spPr>
        <p:txBody>
          <a:bodyPr spcFirstLastPara="1" wrap="square" lIns="0" tIns="0" rIns="0" bIns="0" anchor="t" anchorCtr="0">
            <a:spAutoFit/>
          </a:bodyPr>
          <a:lstStyle/>
          <a:p>
            <a:pPr marL="0" marR="0" lvl="0" indent="0" algn="ctr" rtl="0">
              <a:lnSpc>
                <a:spcPct val="120002"/>
              </a:lnSpc>
              <a:spcBef>
                <a:spcPts val="0"/>
              </a:spcBef>
              <a:spcAft>
                <a:spcPts val="0"/>
              </a:spcAft>
              <a:buClr>
                <a:srgbClr val="000000"/>
              </a:buClr>
              <a:buSzPts val="10299"/>
              <a:buFont typeface="Arial"/>
              <a:buNone/>
            </a:pPr>
            <a:r>
              <a:rPr lang="en-US" sz="10299" b="0" i="0" u="none" strike="noStrike" cap="none">
                <a:solidFill>
                  <a:srgbClr val="136447"/>
                </a:solidFill>
                <a:latin typeface="Arial"/>
                <a:ea typeface="Arial"/>
                <a:cs typeface="Arial"/>
                <a:sym typeface="Arial"/>
              </a:rPr>
              <a:t>The Nervous System</a:t>
            </a:r>
            <a:endParaRPr sz="10299" b="0" i="0" u="none" strike="noStrike" cap="none">
              <a:solidFill>
                <a:srgbClr val="136447"/>
              </a:solidFill>
              <a:latin typeface="Arial"/>
              <a:ea typeface="Arial"/>
              <a:cs typeface="Arial"/>
              <a:sym typeface="Arial"/>
            </a:endParaRPr>
          </a:p>
          <a:p>
            <a:pPr marL="0" marR="0" lvl="0" indent="0" algn="ctr" rtl="0">
              <a:lnSpc>
                <a:spcPct val="120002"/>
              </a:lnSpc>
              <a:spcBef>
                <a:spcPts val="0"/>
              </a:spcBef>
              <a:spcAft>
                <a:spcPts val="0"/>
              </a:spcAft>
              <a:buClr>
                <a:srgbClr val="000000"/>
              </a:buClr>
              <a:buSzPts val="10299"/>
              <a:buFont typeface="Arial"/>
              <a:buNone/>
            </a:pPr>
            <a:r>
              <a:rPr lang="en-US" sz="10299" b="0" i="0" u="none" strike="noStrike" cap="none">
                <a:solidFill>
                  <a:srgbClr val="0000FF"/>
                </a:solidFill>
                <a:latin typeface="Arial"/>
                <a:ea typeface="Arial"/>
                <a:cs typeface="Arial"/>
                <a:sym typeface="Arial"/>
              </a:rPr>
              <a:t>El sistema nervioso</a:t>
            </a:r>
            <a:endParaRPr sz="10299" b="0" i="0" u="none" strike="noStrike" cap="none">
              <a:solidFill>
                <a:srgbClr val="0000FF"/>
              </a:solidFill>
              <a:latin typeface="Arial"/>
              <a:ea typeface="Arial"/>
              <a:cs typeface="Arial"/>
              <a:sym typeface="Arial"/>
            </a:endParaRPr>
          </a:p>
        </p:txBody>
      </p:sp>
      <p:sp>
        <p:nvSpPr>
          <p:cNvPr id="545" name="Google Shape;545;p4"/>
          <p:cNvSpPr/>
          <p:nvPr/>
        </p:nvSpPr>
        <p:spPr>
          <a:xfrm rot="4010350" flipH="1">
            <a:off x="5149298" y="-796465"/>
            <a:ext cx="2056093" cy="4272401"/>
          </a:xfrm>
          <a:custGeom>
            <a:avLst/>
            <a:gdLst/>
            <a:ahLst/>
            <a:cxnLst/>
            <a:rect l="l" t="t" r="r" b="b"/>
            <a:pathLst>
              <a:path w="2056093" h="4272401" extrusionOk="0">
                <a:moveTo>
                  <a:pt x="2056093" y="0"/>
                </a:moveTo>
                <a:lnTo>
                  <a:pt x="0" y="0"/>
                </a:lnTo>
                <a:lnTo>
                  <a:pt x="0" y="4272401"/>
                </a:lnTo>
                <a:lnTo>
                  <a:pt x="2056093" y="4272401"/>
                </a:lnTo>
                <a:lnTo>
                  <a:pt x="2056093" y="0"/>
                </a:lnTo>
                <a:close/>
              </a:path>
            </a:pathLst>
          </a:custGeom>
          <a:blipFill rotWithShape="1">
            <a:blip r:embed="rId6">
              <a:alphaModFix amt="19999"/>
            </a:blip>
            <a:stretch>
              <a:fillRect/>
            </a:stretch>
          </a:blipFill>
          <a:ln>
            <a:no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549"/>
        <p:cNvGrpSpPr/>
        <p:nvPr/>
      </p:nvGrpSpPr>
      <p:grpSpPr>
        <a:xfrm>
          <a:off x="0" y="0"/>
          <a:ext cx="0" cy="0"/>
          <a:chOff x="0" y="0"/>
          <a:chExt cx="0" cy="0"/>
        </a:xfrm>
      </p:grpSpPr>
      <p:pic>
        <p:nvPicPr>
          <p:cNvPr id="550" name="Google Shape;550;p5" title="Screenshot 2025-11-12 at 11.01.10 AM.png"/>
          <p:cNvPicPr preferRelativeResize="0"/>
          <p:nvPr/>
        </p:nvPicPr>
        <p:blipFill rotWithShape="1">
          <a:blip r:embed="rId3">
            <a:alphaModFix/>
          </a:blip>
          <a:srcRect/>
          <a:stretch/>
        </p:blipFill>
        <p:spPr>
          <a:xfrm>
            <a:off x="7926174" y="823838"/>
            <a:ext cx="9743524" cy="8639349"/>
          </a:xfrm>
          <a:prstGeom prst="rect">
            <a:avLst/>
          </a:prstGeom>
          <a:noFill/>
          <a:ln>
            <a:noFill/>
          </a:ln>
        </p:spPr>
      </p:pic>
      <p:pic>
        <p:nvPicPr>
          <p:cNvPr id="551" name="Google Shape;551;p5" title="Screenshot 2025-11-18 at 9.47.14 AM.png"/>
          <p:cNvPicPr preferRelativeResize="0"/>
          <p:nvPr/>
        </p:nvPicPr>
        <p:blipFill rotWithShape="1">
          <a:blip r:embed="rId4">
            <a:alphaModFix/>
          </a:blip>
          <a:srcRect/>
          <a:stretch/>
        </p:blipFill>
        <p:spPr>
          <a:xfrm>
            <a:off x="1643175" y="691775"/>
            <a:ext cx="5592049" cy="9200324"/>
          </a:xfrm>
          <a:prstGeom prst="rect">
            <a:avLst/>
          </a:prstGeom>
          <a:noFill/>
          <a:ln>
            <a:noFill/>
          </a:ln>
        </p:spPr>
      </p:pic>
      <p:sp>
        <p:nvSpPr>
          <p:cNvPr id="552" name="Google Shape;552;p5"/>
          <p:cNvSpPr txBox="1"/>
          <p:nvPr/>
        </p:nvSpPr>
        <p:spPr>
          <a:xfrm>
            <a:off x="9786863" y="177725"/>
            <a:ext cx="6969900" cy="1243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en-US" sz="3200" b="1" i="0" u="none" strike="noStrike" cap="none">
                <a:solidFill>
                  <a:srgbClr val="0000FF"/>
                </a:solidFill>
                <a:latin typeface="Poppins"/>
                <a:ea typeface="Poppins"/>
                <a:cs typeface="Poppins"/>
                <a:sym typeface="Poppins"/>
              </a:rPr>
              <a:t>sistema nervioso humano</a:t>
            </a:r>
            <a:endParaRPr sz="3200" b="1" i="0" u="none" strike="noStrike" cap="none">
              <a:solidFill>
                <a:srgbClr val="0000FF"/>
              </a:solidFill>
              <a:latin typeface="Poppins"/>
              <a:ea typeface="Poppins"/>
              <a:cs typeface="Poppins"/>
              <a:sym typeface="Poppi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556"/>
        <p:cNvGrpSpPr/>
        <p:nvPr/>
      </p:nvGrpSpPr>
      <p:grpSpPr>
        <a:xfrm>
          <a:off x="0" y="0"/>
          <a:ext cx="0" cy="0"/>
          <a:chOff x="0" y="0"/>
          <a:chExt cx="0" cy="0"/>
        </a:xfrm>
      </p:grpSpPr>
      <p:sp>
        <p:nvSpPr>
          <p:cNvPr id="557" name="Google Shape;557;p6"/>
          <p:cNvSpPr txBox="1"/>
          <p:nvPr/>
        </p:nvSpPr>
        <p:spPr>
          <a:xfrm>
            <a:off x="791098" y="791500"/>
            <a:ext cx="10184100" cy="21270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6008"/>
              <a:buFont typeface="Arial"/>
              <a:buNone/>
            </a:pPr>
            <a:r>
              <a:rPr lang="en-US" sz="6008" b="1" i="0" u="none" strike="noStrike" cap="none">
                <a:solidFill>
                  <a:srgbClr val="136447"/>
                </a:solidFill>
                <a:latin typeface="Poppins"/>
                <a:ea typeface="Poppins"/>
                <a:cs typeface="Poppins"/>
                <a:sym typeface="Poppins"/>
              </a:rPr>
              <a:t>Why Do We Need It?</a:t>
            </a:r>
            <a:endParaRPr sz="6008" b="1" i="0" u="none" strike="noStrike" cap="none">
              <a:solidFill>
                <a:srgbClr val="136447"/>
              </a:solidFill>
              <a:latin typeface="Poppins"/>
              <a:ea typeface="Poppins"/>
              <a:cs typeface="Poppins"/>
              <a:sym typeface="Poppins"/>
            </a:endParaRPr>
          </a:p>
          <a:p>
            <a:pPr marL="0" marR="0" lvl="0" indent="0" algn="ctr" rtl="0">
              <a:lnSpc>
                <a:spcPct val="130009"/>
              </a:lnSpc>
              <a:spcBef>
                <a:spcPts val="0"/>
              </a:spcBef>
              <a:spcAft>
                <a:spcPts val="0"/>
              </a:spcAft>
              <a:buClr>
                <a:srgbClr val="000000"/>
              </a:buClr>
              <a:buSzPts val="6008"/>
              <a:buFont typeface="Arial"/>
              <a:buNone/>
            </a:pPr>
            <a:r>
              <a:rPr lang="en-US" sz="6008" b="1" i="0" u="none" strike="noStrike" cap="none">
                <a:solidFill>
                  <a:srgbClr val="0000FF"/>
                </a:solidFill>
                <a:latin typeface="Poppins"/>
                <a:ea typeface="Poppins"/>
                <a:cs typeface="Poppins"/>
                <a:sym typeface="Poppins"/>
              </a:rPr>
              <a:t>¿Por qué lo necesitamos?</a:t>
            </a:r>
            <a:endParaRPr sz="6008" b="1" i="0" u="none" strike="noStrike" cap="none">
              <a:solidFill>
                <a:srgbClr val="0000FF"/>
              </a:solidFill>
              <a:latin typeface="Poppins"/>
              <a:ea typeface="Poppins"/>
              <a:cs typeface="Poppins"/>
              <a:sym typeface="Poppins"/>
            </a:endParaRPr>
          </a:p>
        </p:txBody>
      </p:sp>
      <p:sp>
        <p:nvSpPr>
          <p:cNvPr id="558" name="Google Shape;558;p6"/>
          <p:cNvSpPr txBox="1"/>
          <p:nvPr/>
        </p:nvSpPr>
        <p:spPr>
          <a:xfrm>
            <a:off x="791100" y="3337575"/>
            <a:ext cx="10483200" cy="67635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3000"/>
              <a:buFont typeface="Arial"/>
              <a:buNone/>
            </a:pPr>
            <a:r>
              <a:rPr lang="en-US" sz="3000" b="1" i="0" u="none" strike="noStrike" cap="none">
                <a:solidFill>
                  <a:srgbClr val="2D2F3B"/>
                </a:solidFill>
                <a:latin typeface="Poppins Medium"/>
                <a:ea typeface="Poppins Medium"/>
                <a:cs typeface="Poppins Medium"/>
                <a:sym typeface="Poppins Medium"/>
              </a:rPr>
              <a:t>The nervous system controls everything you do - from thinking and feeling, to moving and breathing </a:t>
            </a:r>
            <a:endParaRPr sz="30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endParaRPr sz="30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r>
              <a:rPr lang="en-US" sz="3000" b="1" i="0" u="none" strike="noStrike" cap="none">
                <a:solidFill>
                  <a:srgbClr val="0000FF"/>
                </a:solidFill>
                <a:latin typeface="Poppins Medium"/>
                <a:ea typeface="Poppins Medium"/>
                <a:cs typeface="Poppins Medium"/>
                <a:sym typeface="Poppins Medium"/>
              </a:rPr>
              <a:t>El sistema nervioso controla todo lo que haces: desde pensar y sentir, hasta moverse y respirar.</a:t>
            </a:r>
            <a:endParaRPr sz="30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800"/>
              <a:buFont typeface="Arial"/>
              <a:buNone/>
            </a:pPr>
            <a:endParaRPr sz="2800" b="1" i="0" u="none" strike="noStrike" cap="none">
              <a:solidFill>
                <a:srgbClr val="666666"/>
              </a:solidFill>
              <a:latin typeface="Poppins Medium"/>
              <a:ea typeface="Poppins Medium"/>
              <a:cs typeface="Poppins Medium"/>
              <a:sym typeface="Poppins Medium"/>
            </a:endParaRPr>
          </a:p>
          <a:p>
            <a:pPr marL="457200" marR="0" lvl="0" indent="-406400" algn="l" rtl="0">
              <a:lnSpc>
                <a:spcPct val="110000"/>
              </a:lnSpc>
              <a:spcBef>
                <a:spcPts val="0"/>
              </a:spcBef>
              <a:spcAft>
                <a:spcPts val="0"/>
              </a:spcAft>
              <a:buClr>
                <a:srgbClr val="666666"/>
              </a:buClr>
              <a:buSzPts val="2800"/>
              <a:buFont typeface="Poppins Medium"/>
              <a:buChar char="●"/>
            </a:pPr>
            <a:r>
              <a:rPr lang="en-US" sz="2800" b="1" i="0" u="none" strike="noStrike" cap="none">
                <a:solidFill>
                  <a:srgbClr val="666666"/>
                </a:solidFill>
                <a:latin typeface="Poppins Medium"/>
                <a:ea typeface="Poppins Medium"/>
                <a:cs typeface="Poppins Medium"/>
                <a:sym typeface="Poppins Medium"/>
              </a:rPr>
              <a:t>Ex: When you touch something hot, you pull away</a:t>
            </a:r>
            <a:endParaRPr sz="2800" b="1" i="0" u="none" strike="noStrike" cap="none">
              <a:solidFill>
                <a:srgbClr val="666666"/>
              </a:solidFill>
              <a:latin typeface="Poppins Medium"/>
              <a:ea typeface="Poppins Medium"/>
              <a:cs typeface="Poppins Medium"/>
              <a:sym typeface="Poppins Medium"/>
            </a:endParaRPr>
          </a:p>
          <a:p>
            <a:pPr marL="45720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0000FF"/>
                </a:solidFill>
                <a:latin typeface="Poppins Medium"/>
                <a:ea typeface="Poppins Medium"/>
                <a:cs typeface="Poppins Medium"/>
                <a:sym typeface="Poppins Medium"/>
              </a:rPr>
              <a:t>Ejemplo: Cuando tocas algo caliente, te retiras.</a:t>
            </a:r>
            <a:endParaRPr sz="2800" b="1" i="0" u="none" strike="noStrike" cap="none">
              <a:solidFill>
                <a:srgbClr val="0000FF"/>
              </a:solidFill>
              <a:latin typeface="Poppins Medium"/>
              <a:ea typeface="Poppins Medium"/>
              <a:cs typeface="Poppins Medium"/>
              <a:sym typeface="Poppins Medium"/>
            </a:endParaRPr>
          </a:p>
          <a:p>
            <a:pPr marL="457200" marR="0" lvl="0" indent="0" algn="l" rtl="0">
              <a:lnSpc>
                <a:spcPct val="110000"/>
              </a:lnSpc>
              <a:spcBef>
                <a:spcPts val="0"/>
              </a:spcBef>
              <a:spcAft>
                <a:spcPts val="0"/>
              </a:spcAft>
              <a:buClr>
                <a:srgbClr val="000000"/>
              </a:buClr>
              <a:buSzPts val="2800"/>
              <a:buFont typeface="Arial"/>
              <a:buNone/>
            </a:pPr>
            <a:endParaRPr sz="2800" b="1" i="0" u="none" strike="noStrike" cap="none">
              <a:solidFill>
                <a:srgbClr val="666666"/>
              </a:solidFill>
              <a:latin typeface="Poppins Medium"/>
              <a:ea typeface="Poppins Medium"/>
              <a:cs typeface="Poppins Medium"/>
              <a:sym typeface="Poppins Medium"/>
            </a:endParaRPr>
          </a:p>
          <a:p>
            <a:pPr marL="457200" marR="0" lvl="0" indent="-406400" algn="l" rtl="0">
              <a:lnSpc>
                <a:spcPct val="110000"/>
              </a:lnSpc>
              <a:spcBef>
                <a:spcPts val="0"/>
              </a:spcBef>
              <a:spcAft>
                <a:spcPts val="0"/>
              </a:spcAft>
              <a:buClr>
                <a:srgbClr val="666666"/>
              </a:buClr>
              <a:buSzPts val="2800"/>
              <a:buFont typeface="Poppins Medium"/>
              <a:buChar char="●"/>
            </a:pPr>
            <a:r>
              <a:rPr lang="en-US" sz="2800" b="1" i="0" u="none" strike="noStrike" cap="none">
                <a:solidFill>
                  <a:srgbClr val="666666"/>
                </a:solidFill>
                <a:latin typeface="Poppins Medium"/>
                <a:ea typeface="Poppins Medium"/>
                <a:cs typeface="Poppins Medium"/>
                <a:sym typeface="Poppins Medium"/>
              </a:rPr>
              <a:t>Ex: When you get scared, your heart races</a:t>
            </a:r>
            <a:endParaRPr sz="2800" b="1" i="0" u="none" strike="noStrike" cap="none">
              <a:solidFill>
                <a:srgbClr val="666666"/>
              </a:solidFill>
              <a:latin typeface="Poppins Medium"/>
              <a:ea typeface="Poppins Medium"/>
              <a:cs typeface="Poppins Medium"/>
              <a:sym typeface="Poppins Medium"/>
            </a:endParaRPr>
          </a:p>
          <a:p>
            <a:pPr marL="45720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0000FF"/>
                </a:solidFill>
                <a:latin typeface="Poppins Medium"/>
                <a:ea typeface="Poppins Medium"/>
                <a:cs typeface="Poppins Medium"/>
                <a:sym typeface="Poppins Medium"/>
              </a:rPr>
              <a:t>Ejemplo: Cuando te asustas, tu corazón se acelera.</a:t>
            </a:r>
            <a:endParaRPr sz="2800" b="1" i="0" u="none" strike="noStrike" cap="none">
              <a:solidFill>
                <a:srgbClr val="0000FF"/>
              </a:solidFill>
              <a:latin typeface="Poppins Medium"/>
              <a:ea typeface="Poppins Medium"/>
              <a:cs typeface="Poppins Medium"/>
              <a:sym typeface="Poppins Medium"/>
            </a:endParaRPr>
          </a:p>
          <a:p>
            <a:pPr marL="457200" marR="0" lvl="0" indent="0" algn="l" rtl="0">
              <a:lnSpc>
                <a:spcPct val="110000"/>
              </a:lnSpc>
              <a:spcBef>
                <a:spcPts val="0"/>
              </a:spcBef>
              <a:spcAft>
                <a:spcPts val="0"/>
              </a:spcAft>
              <a:buClr>
                <a:srgbClr val="000000"/>
              </a:buClr>
              <a:buSzPts val="2800"/>
              <a:buFont typeface="Arial"/>
              <a:buNone/>
            </a:pPr>
            <a:endParaRPr sz="2800" b="1" i="0" u="none" strike="noStrike" cap="none">
              <a:solidFill>
                <a:srgbClr val="666666"/>
              </a:solidFill>
              <a:latin typeface="Poppins Medium"/>
              <a:ea typeface="Poppins Medium"/>
              <a:cs typeface="Poppins Medium"/>
              <a:sym typeface="Poppins Medium"/>
            </a:endParaRPr>
          </a:p>
          <a:p>
            <a:pPr marL="457200" marR="0" lvl="0" indent="-406400" algn="l" rtl="0">
              <a:lnSpc>
                <a:spcPct val="110000"/>
              </a:lnSpc>
              <a:spcBef>
                <a:spcPts val="0"/>
              </a:spcBef>
              <a:spcAft>
                <a:spcPts val="0"/>
              </a:spcAft>
              <a:buClr>
                <a:srgbClr val="666666"/>
              </a:buClr>
              <a:buSzPts val="2800"/>
              <a:buFont typeface="Poppins Medium"/>
              <a:buChar char="●"/>
            </a:pPr>
            <a:r>
              <a:rPr lang="en-US" sz="2800" b="1" i="0" u="none" strike="noStrike" cap="none">
                <a:solidFill>
                  <a:srgbClr val="666666"/>
                </a:solidFill>
                <a:latin typeface="Poppins Medium"/>
                <a:ea typeface="Poppins Medium"/>
                <a:cs typeface="Poppins Medium"/>
                <a:sym typeface="Poppins Medium"/>
              </a:rPr>
              <a:t>Ex: When you smell cookies, you get hungry </a:t>
            </a:r>
            <a:endParaRPr sz="2800" b="1" i="0" u="none" strike="noStrike" cap="none">
              <a:solidFill>
                <a:srgbClr val="666666"/>
              </a:solidFill>
              <a:latin typeface="Poppins Medium"/>
              <a:ea typeface="Poppins Medium"/>
              <a:cs typeface="Poppins Medium"/>
              <a:sym typeface="Poppins Medium"/>
            </a:endParaRPr>
          </a:p>
          <a:p>
            <a:pPr marL="45720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0000FF"/>
                </a:solidFill>
                <a:latin typeface="Poppins Medium"/>
                <a:ea typeface="Poppins Medium"/>
                <a:cs typeface="Poppins Medium"/>
                <a:sym typeface="Poppins Medium"/>
              </a:rPr>
              <a:t>Ejemplo: Cuando hueles galletas, te da hambre</a:t>
            </a:r>
            <a:endParaRPr sz="2800" b="1" i="0" u="none" strike="noStrike" cap="none">
              <a:solidFill>
                <a:srgbClr val="0000FF"/>
              </a:solidFill>
              <a:latin typeface="Poppins Medium"/>
              <a:ea typeface="Poppins Medium"/>
              <a:cs typeface="Poppins Medium"/>
              <a:sym typeface="Poppins Medium"/>
            </a:endParaRPr>
          </a:p>
        </p:txBody>
      </p:sp>
      <p:pic>
        <p:nvPicPr>
          <p:cNvPr id="559" name="Google Shape;559;p6" descr="Gas burner on stove (Provided by Getty Images)"/>
          <p:cNvPicPr preferRelativeResize="0"/>
          <p:nvPr/>
        </p:nvPicPr>
        <p:blipFill rotWithShape="1">
          <a:blip r:embed="rId3">
            <a:alphaModFix/>
          </a:blip>
          <a:srcRect/>
          <a:stretch/>
        </p:blipFill>
        <p:spPr>
          <a:xfrm>
            <a:off x="12534850" y="791500"/>
            <a:ext cx="4193874" cy="2797274"/>
          </a:xfrm>
          <a:prstGeom prst="rect">
            <a:avLst/>
          </a:prstGeom>
          <a:noFill/>
          <a:ln>
            <a:noFill/>
          </a:ln>
        </p:spPr>
      </p:pic>
      <p:pic>
        <p:nvPicPr>
          <p:cNvPr id="560" name="Google Shape;560;p6" descr="Man Scared Free Stock Photo - Public Domain Pictures"/>
          <p:cNvPicPr preferRelativeResize="0"/>
          <p:nvPr/>
        </p:nvPicPr>
        <p:blipFill rotWithShape="1">
          <a:blip r:embed="rId4">
            <a:alphaModFix/>
          </a:blip>
          <a:srcRect/>
          <a:stretch/>
        </p:blipFill>
        <p:spPr>
          <a:xfrm>
            <a:off x="12534850" y="3971758"/>
            <a:ext cx="4193876" cy="2720905"/>
          </a:xfrm>
          <a:prstGeom prst="rect">
            <a:avLst/>
          </a:prstGeom>
          <a:noFill/>
          <a:ln>
            <a:noFill/>
          </a:ln>
        </p:spPr>
      </p:pic>
      <p:pic>
        <p:nvPicPr>
          <p:cNvPr id="561" name="Google Shape;561;p6" descr="File:Chocolate Chip Cookies - kimberlykv.jpg - Wikimedia Commons"/>
          <p:cNvPicPr preferRelativeResize="0"/>
          <p:nvPr/>
        </p:nvPicPr>
        <p:blipFill rotWithShape="1">
          <a:blip r:embed="rId5">
            <a:alphaModFix/>
          </a:blip>
          <a:srcRect/>
          <a:stretch/>
        </p:blipFill>
        <p:spPr>
          <a:xfrm>
            <a:off x="12534850" y="7075646"/>
            <a:ext cx="4193874" cy="278500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565"/>
        <p:cNvGrpSpPr/>
        <p:nvPr/>
      </p:nvGrpSpPr>
      <p:grpSpPr>
        <a:xfrm>
          <a:off x="0" y="0"/>
          <a:ext cx="0" cy="0"/>
          <a:chOff x="0" y="0"/>
          <a:chExt cx="0" cy="0"/>
        </a:xfrm>
      </p:grpSpPr>
      <p:cxnSp>
        <p:nvCxnSpPr>
          <p:cNvPr id="566" name="Google Shape;566;p7"/>
          <p:cNvCxnSpPr/>
          <p:nvPr/>
        </p:nvCxnSpPr>
        <p:spPr>
          <a:xfrm rot="10800000" flipH="1">
            <a:off x="8673322" y="2095039"/>
            <a:ext cx="1778400" cy="5400"/>
          </a:xfrm>
          <a:prstGeom prst="straightConnector1">
            <a:avLst/>
          </a:prstGeom>
          <a:noFill/>
          <a:ln w="47625" cap="flat" cmpd="sng">
            <a:solidFill>
              <a:srgbClr val="B9CF4F"/>
            </a:solidFill>
            <a:prstDash val="solid"/>
            <a:round/>
            <a:headEnd type="none" w="sm" len="sm"/>
            <a:tailEnd type="stealth" w="med" len="med"/>
          </a:ln>
        </p:spPr>
      </p:cxnSp>
      <p:sp>
        <p:nvSpPr>
          <p:cNvPr id="567" name="Google Shape;567;p7"/>
          <p:cNvSpPr txBox="1"/>
          <p:nvPr/>
        </p:nvSpPr>
        <p:spPr>
          <a:xfrm>
            <a:off x="5821585" y="1893891"/>
            <a:ext cx="2617200" cy="460800"/>
          </a:xfrm>
          <a:prstGeom prst="rect">
            <a:avLst/>
          </a:prstGeom>
          <a:noFill/>
          <a:ln>
            <a:noFill/>
          </a:ln>
        </p:spPr>
        <p:txBody>
          <a:bodyPr spcFirstLastPara="1" wrap="square" lIns="0" tIns="0" rIns="0" bIns="0" anchor="t" anchorCtr="0">
            <a:spAutoFit/>
          </a:bodyPr>
          <a:lstStyle/>
          <a:p>
            <a:pPr marL="0" marR="0" lvl="0" indent="0" algn="ctr" rtl="0">
              <a:lnSpc>
                <a:spcPct val="139979"/>
              </a:lnSpc>
              <a:spcBef>
                <a:spcPts val="0"/>
              </a:spcBef>
              <a:spcAft>
                <a:spcPts val="0"/>
              </a:spcAft>
              <a:buClr>
                <a:srgbClr val="000000"/>
              </a:buClr>
              <a:buSzPts val="2994"/>
              <a:buFont typeface="Arial"/>
              <a:buNone/>
            </a:pPr>
            <a:r>
              <a:rPr lang="en-US" sz="2994" b="1" i="0" u="none" strike="noStrike" cap="none">
                <a:solidFill>
                  <a:srgbClr val="136447"/>
                </a:solidFill>
                <a:latin typeface="Poppins"/>
                <a:ea typeface="Poppins"/>
                <a:cs typeface="Poppins"/>
                <a:sym typeface="Poppins"/>
              </a:rPr>
              <a:t>Prokaryotic</a:t>
            </a:r>
            <a:endParaRPr sz="1400" b="0" i="0" u="none" strike="noStrike" cap="none">
              <a:solidFill>
                <a:srgbClr val="000000"/>
              </a:solidFill>
              <a:latin typeface="Arial"/>
              <a:ea typeface="Arial"/>
              <a:cs typeface="Arial"/>
              <a:sym typeface="Arial"/>
            </a:endParaRPr>
          </a:p>
        </p:txBody>
      </p:sp>
      <p:sp>
        <p:nvSpPr>
          <p:cNvPr id="568" name="Google Shape;568;p7"/>
          <p:cNvSpPr txBox="1"/>
          <p:nvPr/>
        </p:nvSpPr>
        <p:spPr>
          <a:xfrm>
            <a:off x="13188891" y="1664738"/>
            <a:ext cx="3791400" cy="643200"/>
          </a:xfrm>
          <a:prstGeom prst="rect">
            <a:avLst/>
          </a:prstGeom>
          <a:noFill/>
          <a:ln>
            <a:noFill/>
          </a:ln>
        </p:spPr>
        <p:txBody>
          <a:bodyPr spcFirstLastPara="1" wrap="square" lIns="0" tIns="0" rIns="0" bIns="0" anchor="t" anchorCtr="0">
            <a:spAutoFit/>
          </a:bodyPr>
          <a:lstStyle/>
          <a:p>
            <a:pPr marL="0" marR="0" lvl="0" indent="0" algn="ctr" rtl="0">
              <a:lnSpc>
                <a:spcPct val="120010"/>
              </a:lnSpc>
              <a:spcBef>
                <a:spcPts val="0"/>
              </a:spcBef>
              <a:spcAft>
                <a:spcPts val="0"/>
              </a:spcAft>
              <a:buClr>
                <a:srgbClr val="000000"/>
              </a:buClr>
              <a:buSzPts val="1899"/>
              <a:buFont typeface="Arial"/>
              <a:buNone/>
            </a:pPr>
            <a:r>
              <a:rPr lang="en-US" sz="1899" b="0" i="0" u="none" strike="noStrike" cap="none">
                <a:solidFill>
                  <a:srgbClr val="136447"/>
                </a:solidFill>
                <a:latin typeface="Poppins"/>
                <a:ea typeface="Poppins"/>
                <a:cs typeface="Poppins"/>
                <a:sym typeface="Poppins"/>
              </a:rPr>
              <a:t>Dispersed genetic material </a:t>
            </a:r>
            <a:endParaRPr sz="1400" b="0" i="0" u="none" strike="noStrike" cap="none">
              <a:solidFill>
                <a:srgbClr val="000000"/>
              </a:solidFill>
              <a:latin typeface="Arial"/>
              <a:ea typeface="Arial"/>
              <a:cs typeface="Arial"/>
              <a:sym typeface="Arial"/>
            </a:endParaRPr>
          </a:p>
          <a:p>
            <a:pPr marL="0" marR="0" lvl="0" indent="0" algn="ctr" rtl="0">
              <a:lnSpc>
                <a:spcPct val="120010"/>
              </a:lnSpc>
              <a:spcBef>
                <a:spcPts val="0"/>
              </a:spcBef>
              <a:spcAft>
                <a:spcPts val="0"/>
              </a:spcAft>
              <a:buClr>
                <a:srgbClr val="000000"/>
              </a:buClr>
              <a:buSzPts val="1899"/>
              <a:buFont typeface="Arial"/>
              <a:buNone/>
            </a:pPr>
            <a:r>
              <a:rPr lang="en-US" sz="1899" b="0" i="0" u="none" strike="noStrike" cap="none">
                <a:solidFill>
                  <a:srgbClr val="136447"/>
                </a:solidFill>
                <a:latin typeface="Poppins"/>
                <a:ea typeface="Poppins"/>
                <a:cs typeface="Poppins"/>
                <a:sym typeface="Poppins"/>
              </a:rPr>
              <a:t>in the cytoplasm.</a:t>
            </a:r>
            <a:endParaRPr sz="1400" b="0" i="0" u="none" strike="noStrike" cap="none">
              <a:solidFill>
                <a:srgbClr val="000000"/>
              </a:solidFill>
              <a:latin typeface="Arial"/>
              <a:ea typeface="Arial"/>
              <a:cs typeface="Arial"/>
              <a:sym typeface="Arial"/>
            </a:endParaRPr>
          </a:p>
        </p:txBody>
      </p:sp>
      <p:sp>
        <p:nvSpPr>
          <p:cNvPr id="569" name="Google Shape;569;p7"/>
          <p:cNvSpPr txBox="1"/>
          <p:nvPr/>
        </p:nvSpPr>
        <p:spPr>
          <a:xfrm>
            <a:off x="13188891" y="1322473"/>
            <a:ext cx="3791400" cy="292200"/>
          </a:xfrm>
          <a:prstGeom prst="rect">
            <a:avLst/>
          </a:prstGeom>
          <a:noFill/>
          <a:ln>
            <a:noFill/>
          </a:ln>
        </p:spPr>
        <p:txBody>
          <a:bodyPr spcFirstLastPara="1" wrap="square" lIns="0" tIns="0" rIns="0" bIns="0" anchor="t" anchorCtr="0">
            <a:spAutoFit/>
          </a:bodyPr>
          <a:lstStyle/>
          <a:p>
            <a:pPr marL="0" marR="0" lvl="0" indent="0" algn="ctr" rtl="0">
              <a:lnSpc>
                <a:spcPct val="140021"/>
              </a:lnSpc>
              <a:spcBef>
                <a:spcPts val="0"/>
              </a:spcBef>
              <a:spcAft>
                <a:spcPts val="0"/>
              </a:spcAft>
              <a:buClr>
                <a:srgbClr val="000000"/>
              </a:buClr>
              <a:buSzPts val="1899"/>
              <a:buFont typeface="Arial"/>
              <a:buNone/>
            </a:pPr>
            <a:r>
              <a:rPr lang="en-US" sz="1899" b="1" i="0" u="none" strike="noStrike" cap="none">
                <a:solidFill>
                  <a:srgbClr val="136447"/>
                </a:solidFill>
                <a:latin typeface="Poppins"/>
                <a:ea typeface="Poppins"/>
                <a:cs typeface="Poppins"/>
                <a:sym typeface="Poppins"/>
              </a:rPr>
              <a:t>Prokaryotic</a:t>
            </a:r>
            <a:endParaRPr sz="1400" b="0" i="0" u="none" strike="noStrike" cap="none">
              <a:solidFill>
                <a:srgbClr val="000000"/>
              </a:solidFill>
              <a:latin typeface="Arial"/>
              <a:ea typeface="Arial"/>
              <a:cs typeface="Arial"/>
              <a:sym typeface="Arial"/>
            </a:endParaRPr>
          </a:p>
        </p:txBody>
      </p:sp>
      <p:grpSp>
        <p:nvGrpSpPr>
          <p:cNvPr id="570" name="Google Shape;570;p7"/>
          <p:cNvGrpSpPr/>
          <p:nvPr/>
        </p:nvGrpSpPr>
        <p:grpSpPr>
          <a:xfrm>
            <a:off x="10451629" y="992301"/>
            <a:ext cx="6808221" cy="1480791"/>
            <a:chOff x="0" y="-57150"/>
            <a:chExt cx="1793100" cy="390000"/>
          </a:xfrm>
        </p:grpSpPr>
        <p:sp>
          <p:nvSpPr>
            <p:cNvPr id="571" name="Google Shape;571;p7"/>
            <p:cNvSpPr/>
            <p:nvPr/>
          </p:nvSpPr>
          <p:spPr>
            <a:xfrm>
              <a:off x="0" y="0"/>
              <a:ext cx="1792967" cy="332724"/>
            </a:xfrm>
            <a:custGeom>
              <a:avLst/>
              <a:gdLst/>
              <a:ahLst/>
              <a:cxnLst/>
              <a:rect l="l" t="t" r="r" b="b"/>
              <a:pathLst>
                <a:path w="1792967" h="332724" extrusionOk="0">
                  <a:moveTo>
                    <a:pt x="22745" y="0"/>
                  </a:moveTo>
                  <a:lnTo>
                    <a:pt x="1770222" y="0"/>
                  </a:lnTo>
                  <a:cubicBezTo>
                    <a:pt x="1782784" y="0"/>
                    <a:pt x="1792967" y="10183"/>
                    <a:pt x="1792967" y="22745"/>
                  </a:cubicBezTo>
                  <a:lnTo>
                    <a:pt x="1792967" y="309979"/>
                  </a:lnTo>
                  <a:cubicBezTo>
                    <a:pt x="1792967" y="316012"/>
                    <a:pt x="1790571" y="321797"/>
                    <a:pt x="1786305" y="326062"/>
                  </a:cubicBezTo>
                  <a:cubicBezTo>
                    <a:pt x="1782040" y="330328"/>
                    <a:pt x="1776255" y="332724"/>
                    <a:pt x="1770222" y="332724"/>
                  </a:cubicBezTo>
                  <a:lnTo>
                    <a:pt x="22745" y="332724"/>
                  </a:lnTo>
                  <a:cubicBezTo>
                    <a:pt x="10183" y="332724"/>
                    <a:pt x="0" y="322541"/>
                    <a:pt x="0" y="309979"/>
                  </a:cubicBezTo>
                  <a:lnTo>
                    <a:pt x="0" y="22745"/>
                  </a:lnTo>
                  <a:cubicBezTo>
                    <a:pt x="0" y="16712"/>
                    <a:pt x="2396" y="10927"/>
                    <a:pt x="6662" y="6662"/>
                  </a:cubicBezTo>
                  <a:cubicBezTo>
                    <a:pt x="10927" y="2396"/>
                    <a:pt x="16712" y="0"/>
                    <a:pt x="2274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2" name="Google Shape;572;p7"/>
            <p:cNvSpPr txBox="1"/>
            <p:nvPr/>
          </p:nvSpPr>
          <p:spPr>
            <a:xfrm>
              <a:off x="0" y="-57150"/>
              <a:ext cx="1793100" cy="390000"/>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573" name="Google Shape;573;p7"/>
          <p:cNvGrpSpPr/>
          <p:nvPr/>
        </p:nvGrpSpPr>
        <p:grpSpPr>
          <a:xfrm>
            <a:off x="10451567" y="7948084"/>
            <a:ext cx="6808221" cy="1480791"/>
            <a:chOff x="0" y="-57150"/>
            <a:chExt cx="1793100" cy="390000"/>
          </a:xfrm>
        </p:grpSpPr>
        <p:sp>
          <p:nvSpPr>
            <p:cNvPr id="574" name="Google Shape;574;p7"/>
            <p:cNvSpPr/>
            <p:nvPr/>
          </p:nvSpPr>
          <p:spPr>
            <a:xfrm>
              <a:off x="0" y="0"/>
              <a:ext cx="1792967" cy="332724"/>
            </a:xfrm>
            <a:custGeom>
              <a:avLst/>
              <a:gdLst/>
              <a:ahLst/>
              <a:cxnLst/>
              <a:rect l="l" t="t" r="r" b="b"/>
              <a:pathLst>
                <a:path w="1792967" h="332724" extrusionOk="0">
                  <a:moveTo>
                    <a:pt x="22745" y="0"/>
                  </a:moveTo>
                  <a:lnTo>
                    <a:pt x="1770222" y="0"/>
                  </a:lnTo>
                  <a:cubicBezTo>
                    <a:pt x="1782784" y="0"/>
                    <a:pt x="1792967" y="10183"/>
                    <a:pt x="1792967" y="22745"/>
                  </a:cubicBezTo>
                  <a:lnTo>
                    <a:pt x="1792967" y="309979"/>
                  </a:lnTo>
                  <a:cubicBezTo>
                    <a:pt x="1792967" y="316012"/>
                    <a:pt x="1790571" y="321797"/>
                    <a:pt x="1786305" y="326062"/>
                  </a:cubicBezTo>
                  <a:cubicBezTo>
                    <a:pt x="1782040" y="330328"/>
                    <a:pt x="1776255" y="332724"/>
                    <a:pt x="1770222" y="332724"/>
                  </a:cubicBezTo>
                  <a:lnTo>
                    <a:pt x="22745" y="332724"/>
                  </a:lnTo>
                  <a:cubicBezTo>
                    <a:pt x="10183" y="332724"/>
                    <a:pt x="0" y="322541"/>
                    <a:pt x="0" y="309979"/>
                  </a:cubicBezTo>
                  <a:lnTo>
                    <a:pt x="0" y="22745"/>
                  </a:lnTo>
                  <a:cubicBezTo>
                    <a:pt x="0" y="16712"/>
                    <a:pt x="2396" y="10927"/>
                    <a:pt x="6662" y="6662"/>
                  </a:cubicBezTo>
                  <a:cubicBezTo>
                    <a:pt x="10927" y="2396"/>
                    <a:pt x="16712" y="0"/>
                    <a:pt x="22745" y="0"/>
                  </a:cubicBezTo>
                  <a:close/>
                </a:path>
              </a:pathLst>
            </a:custGeom>
            <a:solidFill>
              <a:srgbClr val="EAD1D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5" name="Google Shape;575;p7"/>
            <p:cNvSpPr txBox="1"/>
            <p:nvPr/>
          </p:nvSpPr>
          <p:spPr>
            <a:xfrm>
              <a:off x="0" y="-57150"/>
              <a:ext cx="1793100" cy="390000"/>
            </a:xfrm>
            <a:prstGeom prst="rect">
              <a:avLst/>
            </a:prstGeom>
            <a:solidFill>
              <a:srgbClr val="EAD1DC"/>
            </a:solid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576" name="Google Shape;576;p7"/>
          <p:cNvGrpSpPr/>
          <p:nvPr/>
        </p:nvGrpSpPr>
        <p:grpSpPr>
          <a:xfrm>
            <a:off x="10451625" y="2546902"/>
            <a:ext cx="6808221" cy="1367886"/>
            <a:chOff x="0" y="-57150"/>
            <a:chExt cx="1793100" cy="390000"/>
          </a:xfrm>
        </p:grpSpPr>
        <p:sp>
          <p:nvSpPr>
            <p:cNvPr id="577" name="Google Shape;577;p7"/>
            <p:cNvSpPr/>
            <p:nvPr/>
          </p:nvSpPr>
          <p:spPr>
            <a:xfrm>
              <a:off x="0" y="0"/>
              <a:ext cx="1792967" cy="332724"/>
            </a:xfrm>
            <a:custGeom>
              <a:avLst/>
              <a:gdLst/>
              <a:ahLst/>
              <a:cxnLst/>
              <a:rect l="l" t="t" r="r" b="b"/>
              <a:pathLst>
                <a:path w="1792967" h="332724" extrusionOk="0">
                  <a:moveTo>
                    <a:pt x="22745" y="0"/>
                  </a:moveTo>
                  <a:lnTo>
                    <a:pt x="1770222" y="0"/>
                  </a:lnTo>
                  <a:cubicBezTo>
                    <a:pt x="1782784" y="0"/>
                    <a:pt x="1792967" y="10183"/>
                    <a:pt x="1792967" y="22745"/>
                  </a:cubicBezTo>
                  <a:lnTo>
                    <a:pt x="1792967" y="309979"/>
                  </a:lnTo>
                  <a:cubicBezTo>
                    <a:pt x="1792967" y="316012"/>
                    <a:pt x="1790571" y="321797"/>
                    <a:pt x="1786305" y="326062"/>
                  </a:cubicBezTo>
                  <a:cubicBezTo>
                    <a:pt x="1782040" y="330328"/>
                    <a:pt x="1776255" y="332724"/>
                    <a:pt x="1770222" y="332724"/>
                  </a:cubicBezTo>
                  <a:lnTo>
                    <a:pt x="22745" y="332724"/>
                  </a:lnTo>
                  <a:cubicBezTo>
                    <a:pt x="10183" y="332724"/>
                    <a:pt x="0" y="322541"/>
                    <a:pt x="0" y="309979"/>
                  </a:cubicBezTo>
                  <a:lnTo>
                    <a:pt x="0" y="22745"/>
                  </a:lnTo>
                  <a:cubicBezTo>
                    <a:pt x="0" y="16712"/>
                    <a:pt x="2396" y="10927"/>
                    <a:pt x="6662" y="6662"/>
                  </a:cubicBezTo>
                  <a:cubicBezTo>
                    <a:pt x="10927" y="2396"/>
                    <a:pt x="16712" y="0"/>
                    <a:pt x="2274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8" name="Google Shape;578;p7"/>
            <p:cNvSpPr txBox="1"/>
            <p:nvPr/>
          </p:nvSpPr>
          <p:spPr>
            <a:xfrm>
              <a:off x="0" y="-57150"/>
              <a:ext cx="1793100" cy="390000"/>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579" name="Google Shape;579;p7"/>
          <p:cNvGrpSpPr/>
          <p:nvPr/>
        </p:nvGrpSpPr>
        <p:grpSpPr>
          <a:xfrm>
            <a:off x="10451567" y="4470193"/>
            <a:ext cx="6808221" cy="1480791"/>
            <a:chOff x="0" y="-57150"/>
            <a:chExt cx="1793100" cy="390000"/>
          </a:xfrm>
        </p:grpSpPr>
        <p:sp>
          <p:nvSpPr>
            <p:cNvPr id="580" name="Google Shape;580;p7"/>
            <p:cNvSpPr/>
            <p:nvPr/>
          </p:nvSpPr>
          <p:spPr>
            <a:xfrm>
              <a:off x="0" y="0"/>
              <a:ext cx="1792967" cy="332724"/>
            </a:xfrm>
            <a:custGeom>
              <a:avLst/>
              <a:gdLst/>
              <a:ahLst/>
              <a:cxnLst/>
              <a:rect l="l" t="t" r="r" b="b"/>
              <a:pathLst>
                <a:path w="1792967" h="332724" extrusionOk="0">
                  <a:moveTo>
                    <a:pt x="22745" y="0"/>
                  </a:moveTo>
                  <a:lnTo>
                    <a:pt x="1770222" y="0"/>
                  </a:lnTo>
                  <a:cubicBezTo>
                    <a:pt x="1782784" y="0"/>
                    <a:pt x="1792967" y="10183"/>
                    <a:pt x="1792967" y="22745"/>
                  </a:cubicBezTo>
                  <a:lnTo>
                    <a:pt x="1792967" y="309979"/>
                  </a:lnTo>
                  <a:cubicBezTo>
                    <a:pt x="1792967" y="316012"/>
                    <a:pt x="1790571" y="321797"/>
                    <a:pt x="1786305" y="326062"/>
                  </a:cubicBezTo>
                  <a:cubicBezTo>
                    <a:pt x="1782040" y="330328"/>
                    <a:pt x="1776255" y="332724"/>
                    <a:pt x="1770222" y="332724"/>
                  </a:cubicBezTo>
                  <a:lnTo>
                    <a:pt x="22745" y="332724"/>
                  </a:lnTo>
                  <a:cubicBezTo>
                    <a:pt x="10183" y="332724"/>
                    <a:pt x="0" y="322541"/>
                    <a:pt x="0" y="309979"/>
                  </a:cubicBezTo>
                  <a:lnTo>
                    <a:pt x="0" y="22745"/>
                  </a:lnTo>
                  <a:cubicBezTo>
                    <a:pt x="0" y="16712"/>
                    <a:pt x="2396" y="10927"/>
                    <a:pt x="6662" y="6662"/>
                  </a:cubicBezTo>
                  <a:cubicBezTo>
                    <a:pt x="10927" y="2396"/>
                    <a:pt x="16712" y="0"/>
                    <a:pt x="22745" y="0"/>
                  </a:cubicBezTo>
                  <a:close/>
                </a:path>
              </a:pathLst>
            </a:custGeom>
            <a:solidFill>
              <a:srgbClr val="EAD1D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1" name="Google Shape;581;p7"/>
            <p:cNvSpPr txBox="1"/>
            <p:nvPr/>
          </p:nvSpPr>
          <p:spPr>
            <a:xfrm>
              <a:off x="0" y="-57150"/>
              <a:ext cx="1793100" cy="390000"/>
            </a:xfrm>
            <a:prstGeom prst="rect">
              <a:avLst/>
            </a:prstGeom>
            <a:solidFill>
              <a:srgbClr val="EAD1DC"/>
            </a:solid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582" name="Google Shape;582;p7"/>
          <p:cNvGrpSpPr/>
          <p:nvPr/>
        </p:nvGrpSpPr>
        <p:grpSpPr>
          <a:xfrm>
            <a:off x="10451567" y="6209139"/>
            <a:ext cx="6808221" cy="1480791"/>
            <a:chOff x="0" y="-57150"/>
            <a:chExt cx="1793100" cy="390000"/>
          </a:xfrm>
        </p:grpSpPr>
        <p:sp>
          <p:nvSpPr>
            <p:cNvPr id="583" name="Google Shape;583;p7"/>
            <p:cNvSpPr/>
            <p:nvPr/>
          </p:nvSpPr>
          <p:spPr>
            <a:xfrm>
              <a:off x="0" y="0"/>
              <a:ext cx="1792967" cy="332724"/>
            </a:xfrm>
            <a:custGeom>
              <a:avLst/>
              <a:gdLst/>
              <a:ahLst/>
              <a:cxnLst/>
              <a:rect l="l" t="t" r="r" b="b"/>
              <a:pathLst>
                <a:path w="1792967" h="332724" extrusionOk="0">
                  <a:moveTo>
                    <a:pt x="22745" y="0"/>
                  </a:moveTo>
                  <a:lnTo>
                    <a:pt x="1770222" y="0"/>
                  </a:lnTo>
                  <a:cubicBezTo>
                    <a:pt x="1782784" y="0"/>
                    <a:pt x="1792967" y="10183"/>
                    <a:pt x="1792967" y="22745"/>
                  </a:cubicBezTo>
                  <a:lnTo>
                    <a:pt x="1792967" y="309979"/>
                  </a:lnTo>
                  <a:cubicBezTo>
                    <a:pt x="1792967" y="316012"/>
                    <a:pt x="1790571" y="321797"/>
                    <a:pt x="1786305" y="326062"/>
                  </a:cubicBezTo>
                  <a:cubicBezTo>
                    <a:pt x="1782040" y="330328"/>
                    <a:pt x="1776255" y="332724"/>
                    <a:pt x="1770222" y="332724"/>
                  </a:cubicBezTo>
                  <a:lnTo>
                    <a:pt x="22745" y="332724"/>
                  </a:lnTo>
                  <a:cubicBezTo>
                    <a:pt x="10183" y="332724"/>
                    <a:pt x="0" y="322541"/>
                    <a:pt x="0" y="309979"/>
                  </a:cubicBezTo>
                  <a:lnTo>
                    <a:pt x="0" y="22745"/>
                  </a:lnTo>
                  <a:cubicBezTo>
                    <a:pt x="0" y="16712"/>
                    <a:pt x="2396" y="10927"/>
                    <a:pt x="6662" y="6662"/>
                  </a:cubicBezTo>
                  <a:cubicBezTo>
                    <a:pt x="10927" y="2396"/>
                    <a:pt x="16712" y="0"/>
                    <a:pt x="22745" y="0"/>
                  </a:cubicBezTo>
                  <a:close/>
                </a:path>
              </a:pathLst>
            </a:custGeom>
            <a:solidFill>
              <a:srgbClr val="EAD1D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4" name="Google Shape;584;p7"/>
            <p:cNvSpPr txBox="1"/>
            <p:nvPr/>
          </p:nvSpPr>
          <p:spPr>
            <a:xfrm>
              <a:off x="0" y="-57150"/>
              <a:ext cx="1793100" cy="390000"/>
            </a:xfrm>
            <a:prstGeom prst="rect">
              <a:avLst/>
            </a:prstGeom>
            <a:solidFill>
              <a:srgbClr val="EAD1DC"/>
            </a:solid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sp>
        <p:nvSpPr>
          <p:cNvPr id="585" name="Google Shape;585;p7"/>
          <p:cNvSpPr txBox="1"/>
          <p:nvPr/>
        </p:nvSpPr>
        <p:spPr>
          <a:xfrm>
            <a:off x="10631850" y="3158445"/>
            <a:ext cx="6528600" cy="626400"/>
          </a:xfrm>
          <a:prstGeom prst="rect">
            <a:avLst/>
          </a:prstGeom>
          <a:noFill/>
          <a:ln>
            <a:noFill/>
          </a:ln>
        </p:spPr>
        <p:txBody>
          <a:bodyPr spcFirstLastPara="1" wrap="square" lIns="0" tIns="0" rIns="0" bIns="0" anchor="t" anchorCtr="0">
            <a:spAutoFit/>
          </a:bodyPr>
          <a:lstStyle/>
          <a:p>
            <a:pPr marL="0" marR="0" lvl="0" indent="0" algn="ctr" rtl="0">
              <a:lnSpc>
                <a:spcPct val="120010"/>
              </a:lnSpc>
              <a:spcBef>
                <a:spcPts val="0"/>
              </a:spcBef>
              <a:spcAft>
                <a:spcPts val="0"/>
              </a:spcAft>
              <a:buClr>
                <a:srgbClr val="000000"/>
              </a:buClr>
              <a:buSzPts val="1850"/>
              <a:buFont typeface="Arial"/>
              <a:buNone/>
            </a:pPr>
            <a:r>
              <a:rPr lang="en-US" sz="1850" b="0" i="0" u="none" strike="noStrike" cap="none">
                <a:solidFill>
                  <a:srgbClr val="136447"/>
                </a:solidFill>
                <a:latin typeface="Poppins"/>
                <a:ea typeface="Poppins"/>
                <a:cs typeface="Poppins"/>
                <a:sym typeface="Poppins"/>
              </a:rPr>
              <a:t>Processes and coordinates bodily functions</a:t>
            </a:r>
            <a:endParaRPr sz="1850" b="0" i="0" u="none" strike="noStrike" cap="none">
              <a:solidFill>
                <a:srgbClr val="136447"/>
              </a:solidFill>
              <a:latin typeface="Poppins"/>
              <a:ea typeface="Poppins"/>
              <a:cs typeface="Poppins"/>
              <a:sym typeface="Poppins"/>
            </a:endParaRPr>
          </a:p>
          <a:p>
            <a:pPr marL="0" marR="0" lvl="0" indent="0" algn="ctr" rtl="0">
              <a:lnSpc>
                <a:spcPct val="120010"/>
              </a:lnSpc>
              <a:spcBef>
                <a:spcPts val="0"/>
              </a:spcBef>
              <a:spcAft>
                <a:spcPts val="0"/>
              </a:spcAft>
              <a:buClr>
                <a:srgbClr val="000000"/>
              </a:buClr>
              <a:buSzPts val="1850"/>
              <a:buFont typeface="Arial"/>
              <a:buNone/>
            </a:pPr>
            <a:r>
              <a:rPr lang="en-US" sz="1850" b="0" i="0" u="none" strike="noStrike" cap="none">
                <a:solidFill>
                  <a:srgbClr val="0000FF"/>
                </a:solidFill>
                <a:latin typeface="Poppins"/>
                <a:ea typeface="Poppins"/>
                <a:cs typeface="Poppins"/>
                <a:sym typeface="Poppins"/>
              </a:rPr>
              <a:t>Procesos y coordina las funciones corporales</a:t>
            </a:r>
            <a:endParaRPr sz="1850" b="0" i="0" u="none" strike="noStrike" cap="none">
              <a:solidFill>
                <a:srgbClr val="0000FF"/>
              </a:solidFill>
              <a:latin typeface="Poppins"/>
              <a:ea typeface="Poppins"/>
              <a:cs typeface="Poppins"/>
              <a:sym typeface="Poppins"/>
            </a:endParaRPr>
          </a:p>
        </p:txBody>
      </p:sp>
      <p:sp>
        <p:nvSpPr>
          <p:cNvPr id="586" name="Google Shape;586;p7"/>
          <p:cNvSpPr txBox="1"/>
          <p:nvPr/>
        </p:nvSpPr>
        <p:spPr>
          <a:xfrm>
            <a:off x="10683749" y="2896333"/>
            <a:ext cx="6528600" cy="292200"/>
          </a:xfrm>
          <a:prstGeom prst="rect">
            <a:avLst/>
          </a:prstGeom>
          <a:noFill/>
          <a:ln>
            <a:noFill/>
          </a:ln>
        </p:spPr>
        <p:txBody>
          <a:bodyPr spcFirstLastPara="1" wrap="square" lIns="0" tIns="0" rIns="0" bIns="0" anchor="t" anchorCtr="0">
            <a:spAutoFit/>
          </a:bodyPr>
          <a:lstStyle/>
          <a:p>
            <a:pPr marL="0" marR="0" lvl="0" indent="0" algn="ctr" rtl="0">
              <a:lnSpc>
                <a:spcPct val="140021"/>
              </a:lnSpc>
              <a:spcBef>
                <a:spcPts val="0"/>
              </a:spcBef>
              <a:spcAft>
                <a:spcPts val="0"/>
              </a:spcAft>
              <a:buClr>
                <a:srgbClr val="000000"/>
              </a:buClr>
              <a:buSzPts val="1899"/>
              <a:buFont typeface="Arial"/>
              <a:buNone/>
            </a:pPr>
            <a:r>
              <a:rPr lang="en-US" sz="1899" b="1" i="0" u="none" strike="noStrike" cap="none">
                <a:solidFill>
                  <a:srgbClr val="136447"/>
                </a:solidFill>
                <a:latin typeface="Poppins"/>
                <a:ea typeface="Poppins"/>
                <a:cs typeface="Poppins"/>
                <a:sym typeface="Poppins"/>
              </a:rPr>
              <a:t>Function | </a:t>
            </a:r>
            <a:r>
              <a:rPr lang="en-US" sz="1899" b="1" i="0" u="none" strike="noStrike" cap="none">
                <a:solidFill>
                  <a:srgbClr val="0000FF"/>
                </a:solidFill>
                <a:latin typeface="Poppins"/>
                <a:ea typeface="Poppins"/>
                <a:cs typeface="Poppins"/>
                <a:sym typeface="Poppins"/>
              </a:rPr>
              <a:t>Función</a:t>
            </a:r>
            <a:endParaRPr sz="1400" b="0" i="0" u="none" strike="noStrike" cap="none">
              <a:solidFill>
                <a:srgbClr val="0000FF"/>
              </a:solidFill>
              <a:latin typeface="Arial"/>
              <a:ea typeface="Arial"/>
              <a:cs typeface="Arial"/>
              <a:sym typeface="Arial"/>
            </a:endParaRPr>
          </a:p>
        </p:txBody>
      </p:sp>
      <p:cxnSp>
        <p:nvCxnSpPr>
          <p:cNvPr id="587" name="Google Shape;587;p7"/>
          <p:cNvCxnSpPr>
            <a:stCxn id="588" idx="3"/>
            <a:endCxn id="578" idx="1"/>
          </p:cNvCxnSpPr>
          <p:nvPr/>
        </p:nvCxnSpPr>
        <p:spPr>
          <a:xfrm>
            <a:off x="8673113" y="2549358"/>
            <a:ext cx="1778400" cy="681600"/>
          </a:xfrm>
          <a:prstGeom prst="straightConnector1">
            <a:avLst/>
          </a:prstGeom>
          <a:noFill/>
          <a:ln w="47625" cap="flat" cmpd="sng">
            <a:solidFill>
              <a:srgbClr val="B9CF4F"/>
            </a:solidFill>
            <a:prstDash val="solid"/>
            <a:round/>
            <a:headEnd type="none" w="sm" len="sm"/>
            <a:tailEnd type="stealth" w="med" len="med"/>
          </a:ln>
        </p:spPr>
      </p:cxnSp>
      <p:cxnSp>
        <p:nvCxnSpPr>
          <p:cNvPr id="589" name="Google Shape;589;p7"/>
          <p:cNvCxnSpPr/>
          <p:nvPr/>
        </p:nvCxnSpPr>
        <p:spPr>
          <a:xfrm rot="10800000" flipH="1">
            <a:off x="8673256" y="5590877"/>
            <a:ext cx="1778400" cy="845100"/>
          </a:xfrm>
          <a:prstGeom prst="straightConnector1">
            <a:avLst/>
          </a:prstGeom>
          <a:noFill/>
          <a:ln w="47625" cap="flat" cmpd="sng">
            <a:solidFill>
              <a:srgbClr val="EAD1DC"/>
            </a:solidFill>
            <a:prstDash val="solid"/>
            <a:round/>
            <a:headEnd type="none" w="sm" len="sm"/>
            <a:tailEnd type="stealth" w="med" len="med"/>
          </a:ln>
        </p:spPr>
      </p:cxnSp>
      <p:cxnSp>
        <p:nvCxnSpPr>
          <p:cNvPr id="590" name="Google Shape;590;p7"/>
          <p:cNvCxnSpPr/>
          <p:nvPr/>
        </p:nvCxnSpPr>
        <p:spPr>
          <a:xfrm>
            <a:off x="8673256" y="6435977"/>
            <a:ext cx="1778400" cy="894000"/>
          </a:xfrm>
          <a:prstGeom prst="straightConnector1">
            <a:avLst/>
          </a:prstGeom>
          <a:noFill/>
          <a:ln w="47625" cap="flat" cmpd="sng">
            <a:solidFill>
              <a:srgbClr val="EAD1DC"/>
            </a:solidFill>
            <a:prstDash val="solid"/>
            <a:round/>
            <a:headEnd type="none" w="sm" len="sm"/>
            <a:tailEnd type="stealth" w="med" len="med"/>
          </a:ln>
        </p:spPr>
      </p:cxnSp>
      <p:cxnSp>
        <p:nvCxnSpPr>
          <p:cNvPr id="591" name="Google Shape;591;p7"/>
          <p:cNvCxnSpPr/>
          <p:nvPr/>
        </p:nvCxnSpPr>
        <p:spPr>
          <a:xfrm>
            <a:off x="8673256" y="6435977"/>
            <a:ext cx="1778400" cy="2632800"/>
          </a:xfrm>
          <a:prstGeom prst="straightConnector1">
            <a:avLst/>
          </a:prstGeom>
          <a:noFill/>
          <a:ln w="47625" cap="flat" cmpd="sng">
            <a:solidFill>
              <a:srgbClr val="EAD1DC"/>
            </a:solidFill>
            <a:prstDash val="solid"/>
            <a:round/>
            <a:headEnd type="none" w="sm" len="sm"/>
            <a:tailEnd type="stealth" w="med" len="med"/>
          </a:ln>
        </p:spPr>
      </p:cxnSp>
      <p:cxnSp>
        <p:nvCxnSpPr>
          <p:cNvPr id="592" name="Google Shape;592;p7"/>
          <p:cNvCxnSpPr/>
          <p:nvPr/>
        </p:nvCxnSpPr>
        <p:spPr>
          <a:xfrm rot="10800000" flipH="1">
            <a:off x="4348861" y="2474719"/>
            <a:ext cx="1238400" cy="2180400"/>
          </a:xfrm>
          <a:prstGeom prst="straightConnector1">
            <a:avLst/>
          </a:prstGeom>
          <a:noFill/>
          <a:ln w="47625" cap="flat" cmpd="sng">
            <a:solidFill>
              <a:srgbClr val="136447"/>
            </a:solidFill>
            <a:prstDash val="solid"/>
            <a:round/>
            <a:headEnd type="none" w="sm" len="sm"/>
            <a:tailEnd type="none" w="sm" len="sm"/>
          </a:ln>
        </p:spPr>
      </p:cxnSp>
      <p:sp>
        <p:nvSpPr>
          <p:cNvPr id="593" name="Google Shape;593;p7"/>
          <p:cNvSpPr txBox="1"/>
          <p:nvPr/>
        </p:nvSpPr>
        <p:spPr>
          <a:xfrm>
            <a:off x="1028750" y="3191966"/>
            <a:ext cx="3320100" cy="3439200"/>
          </a:xfrm>
          <a:prstGeom prst="rect">
            <a:avLst/>
          </a:prstGeom>
          <a:noFill/>
          <a:ln>
            <a:noFill/>
          </a:ln>
        </p:spPr>
        <p:txBody>
          <a:bodyPr spcFirstLastPara="1" wrap="square" lIns="0" tIns="0" rIns="0" bIns="0" anchor="t" anchorCtr="0">
            <a:spAutoFit/>
          </a:bodyPr>
          <a:lstStyle/>
          <a:p>
            <a:pPr marL="0" marR="0" lvl="0" indent="0" algn="ctr" rtl="0">
              <a:lnSpc>
                <a:spcPct val="120012"/>
              </a:lnSpc>
              <a:spcBef>
                <a:spcPts val="0"/>
              </a:spcBef>
              <a:spcAft>
                <a:spcPts val="0"/>
              </a:spcAft>
              <a:buClr>
                <a:srgbClr val="000000"/>
              </a:buClr>
              <a:buSzPts val="4857"/>
              <a:buFont typeface="Arial"/>
              <a:buNone/>
            </a:pPr>
            <a:r>
              <a:rPr lang="en-US" sz="4857" b="0" i="0" u="none" strike="noStrike" cap="none">
                <a:solidFill>
                  <a:srgbClr val="136447"/>
                </a:solidFill>
                <a:latin typeface="Arial"/>
                <a:ea typeface="Arial"/>
                <a:cs typeface="Arial"/>
                <a:sym typeface="Arial"/>
              </a:rPr>
              <a:t>Nervous System</a:t>
            </a:r>
            <a:endParaRPr sz="4857" b="0" i="0" u="none" strike="noStrike" cap="none">
              <a:solidFill>
                <a:srgbClr val="136447"/>
              </a:solidFill>
              <a:latin typeface="Arial"/>
              <a:ea typeface="Arial"/>
              <a:cs typeface="Arial"/>
              <a:sym typeface="Arial"/>
            </a:endParaRPr>
          </a:p>
          <a:p>
            <a:pPr marL="0" marR="0" lvl="0" indent="0" algn="ctr" rtl="0">
              <a:lnSpc>
                <a:spcPct val="120012"/>
              </a:lnSpc>
              <a:spcBef>
                <a:spcPts val="0"/>
              </a:spcBef>
              <a:spcAft>
                <a:spcPts val="0"/>
              </a:spcAft>
              <a:buClr>
                <a:srgbClr val="000000"/>
              </a:buClr>
              <a:buSzPts val="4857"/>
              <a:buFont typeface="Arial"/>
              <a:buNone/>
            </a:pPr>
            <a:r>
              <a:rPr lang="en-US" sz="4857" b="0" i="0" u="none" strike="noStrike" cap="none">
                <a:solidFill>
                  <a:srgbClr val="0000FF"/>
                </a:solidFill>
                <a:latin typeface="Arial"/>
                <a:ea typeface="Arial"/>
                <a:cs typeface="Arial"/>
                <a:sym typeface="Arial"/>
              </a:rPr>
              <a:t>Sistema nervioso</a:t>
            </a:r>
            <a:endParaRPr sz="4857" b="0" i="0" u="none" strike="noStrike" cap="none">
              <a:solidFill>
                <a:srgbClr val="0000FF"/>
              </a:solidFill>
              <a:latin typeface="Arial"/>
              <a:ea typeface="Arial"/>
              <a:cs typeface="Arial"/>
              <a:sym typeface="Arial"/>
            </a:endParaRPr>
          </a:p>
        </p:txBody>
      </p:sp>
      <p:grpSp>
        <p:nvGrpSpPr>
          <p:cNvPr id="594" name="Google Shape;594;p7"/>
          <p:cNvGrpSpPr/>
          <p:nvPr/>
        </p:nvGrpSpPr>
        <p:grpSpPr>
          <a:xfrm>
            <a:off x="5587187" y="1471752"/>
            <a:ext cx="3086120" cy="2155212"/>
            <a:chOff x="0" y="-29272"/>
            <a:chExt cx="812800" cy="408300"/>
          </a:xfrm>
        </p:grpSpPr>
        <p:sp>
          <p:nvSpPr>
            <p:cNvPr id="595" name="Google Shape;595;p7"/>
            <p:cNvSpPr/>
            <p:nvPr/>
          </p:nvSpPr>
          <p:spPr>
            <a:xfrm>
              <a:off x="0" y="0"/>
              <a:ext cx="812800" cy="351210"/>
            </a:xfrm>
            <a:custGeom>
              <a:avLst/>
              <a:gdLst/>
              <a:ahLst/>
              <a:cxnLst/>
              <a:rect l="l" t="t" r="r" b="b"/>
              <a:pathLst>
                <a:path w="812800" h="351210" extrusionOk="0">
                  <a:moveTo>
                    <a:pt x="50173" y="0"/>
                  </a:moveTo>
                  <a:lnTo>
                    <a:pt x="762627" y="0"/>
                  </a:lnTo>
                  <a:cubicBezTo>
                    <a:pt x="775934" y="0"/>
                    <a:pt x="788695" y="5286"/>
                    <a:pt x="798105" y="14695"/>
                  </a:cubicBezTo>
                  <a:cubicBezTo>
                    <a:pt x="807514" y="24105"/>
                    <a:pt x="812800" y="36866"/>
                    <a:pt x="812800" y="50173"/>
                  </a:cubicBezTo>
                  <a:lnTo>
                    <a:pt x="812800" y="301037"/>
                  </a:lnTo>
                  <a:cubicBezTo>
                    <a:pt x="812800" y="314344"/>
                    <a:pt x="807514" y="327105"/>
                    <a:pt x="798105" y="336515"/>
                  </a:cubicBezTo>
                  <a:cubicBezTo>
                    <a:pt x="788695" y="345924"/>
                    <a:pt x="775934" y="351210"/>
                    <a:pt x="762627" y="351210"/>
                  </a:cubicBezTo>
                  <a:lnTo>
                    <a:pt x="50173" y="351210"/>
                  </a:lnTo>
                  <a:cubicBezTo>
                    <a:pt x="36866" y="351210"/>
                    <a:pt x="24105" y="345924"/>
                    <a:pt x="14695" y="336515"/>
                  </a:cubicBezTo>
                  <a:cubicBezTo>
                    <a:pt x="5286" y="327105"/>
                    <a:pt x="0" y="314344"/>
                    <a:pt x="0" y="301037"/>
                  </a:cubicBezTo>
                  <a:lnTo>
                    <a:pt x="0" y="50173"/>
                  </a:lnTo>
                  <a:cubicBezTo>
                    <a:pt x="0" y="36866"/>
                    <a:pt x="5286" y="24105"/>
                    <a:pt x="14695" y="14695"/>
                  </a:cubicBezTo>
                  <a:cubicBezTo>
                    <a:pt x="24105" y="5286"/>
                    <a:pt x="36866" y="0"/>
                    <a:pt x="50173"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8" name="Google Shape;588;p7"/>
            <p:cNvSpPr txBox="1"/>
            <p:nvPr/>
          </p:nvSpPr>
          <p:spPr>
            <a:xfrm>
              <a:off x="49" y="-29272"/>
              <a:ext cx="812700" cy="408300"/>
            </a:xfrm>
            <a:prstGeom prst="rect">
              <a:avLst/>
            </a:prstGeom>
            <a:solidFill>
              <a:srgbClr val="F0F5DB"/>
            </a:solid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2950"/>
                <a:buFont typeface="Arial"/>
                <a:buNone/>
              </a:pPr>
              <a:r>
                <a:rPr lang="en-US" sz="2950" b="1" i="0" u="none" strike="noStrike" cap="none">
                  <a:solidFill>
                    <a:srgbClr val="136447"/>
                  </a:solidFill>
                  <a:latin typeface="Poppins"/>
                  <a:ea typeface="Poppins"/>
                  <a:cs typeface="Poppins"/>
                  <a:sym typeface="Poppins"/>
                </a:rPr>
                <a:t>CNS | </a:t>
              </a:r>
              <a:r>
                <a:rPr lang="en-US" sz="2950" b="1" i="0" u="none" strike="noStrike" cap="none">
                  <a:solidFill>
                    <a:srgbClr val="0000FF"/>
                  </a:solidFill>
                  <a:latin typeface="Poppins"/>
                  <a:ea typeface="Poppins"/>
                  <a:cs typeface="Poppins"/>
                  <a:sym typeface="Poppins"/>
                </a:rPr>
                <a:t>SNC</a:t>
              </a:r>
              <a:endParaRPr sz="2950" b="1" i="0" u="none" strike="noStrike" cap="none">
                <a:solidFill>
                  <a:srgbClr val="0000FF"/>
                </a:solidFill>
                <a:latin typeface="Poppins"/>
                <a:ea typeface="Poppins"/>
                <a:cs typeface="Poppins"/>
                <a:sym typeface="Poppins"/>
              </a:endParaRPr>
            </a:p>
            <a:p>
              <a:pPr marL="0" marR="0" lvl="0" indent="0" algn="ctr" rtl="0">
                <a:lnSpc>
                  <a:spcPct val="147722"/>
                </a:lnSpc>
                <a:spcBef>
                  <a:spcPts val="0"/>
                </a:spcBef>
                <a:spcAft>
                  <a:spcPts val="0"/>
                </a:spcAft>
                <a:buClr>
                  <a:srgbClr val="000000"/>
                </a:buClr>
                <a:buSzPts val="2950"/>
                <a:buFont typeface="Arial"/>
                <a:buNone/>
              </a:pPr>
              <a:endParaRPr sz="2950" b="1" i="0" u="none" strike="noStrike" cap="none">
                <a:solidFill>
                  <a:srgbClr val="136447"/>
                </a:solidFill>
                <a:latin typeface="Poppins"/>
                <a:ea typeface="Poppins"/>
                <a:cs typeface="Poppins"/>
                <a:sym typeface="Poppins"/>
              </a:endParaRPr>
            </a:p>
          </p:txBody>
        </p:sp>
      </p:grpSp>
      <p:grpSp>
        <p:nvGrpSpPr>
          <p:cNvPr id="596" name="Google Shape;596;p7"/>
          <p:cNvGrpSpPr/>
          <p:nvPr/>
        </p:nvGrpSpPr>
        <p:grpSpPr>
          <a:xfrm>
            <a:off x="5587150" y="5926421"/>
            <a:ext cx="3086120" cy="2021668"/>
            <a:chOff x="0" y="-57150"/>
            <a:chExt cx="812800" cy="408360"/>
          </a:xfrm>
        </p:grpSpPr>
        <p:sp>
          <p:nvSpPr>
            <p:cNvPr id="597" name="Google Shape;597;p7"/>
            <p:cNvSpPr/>
            <p:nvPr/>
          </p:nvSpPr>
          <p:spPr>
            <a:xfrm>
              <a:off x="0" y="0"/>
              <a:ext cx="812800" cy="351210"/>
            </a:xfrm>
            <a:custGeom>
              <a:avLst/>
              <a:gdLst/>
              <a:ahLst/>
              <a:cxnLst/>
              <a:rect l="l" t="t" r="r" b="b"/>
              <a:pathLst>
                <a:path w="812800" h="351210" extrusionOk="0">
                  <a:moveTo>
                    <a:pt x="50173" y="0"/>
                  </a:moveTo>
                  <a:lnTo>
                    <a:pt x="762627" y="0"/>
                  </a:lnTo>
                  <a:cubicBezTo>
                    <a:pt x="775934" y="0"/>
                    <a:pt x="788695" y="5286"/>
                    <a:pt x="798105" y="14695"/>
                  </a:cubicBezTo>
                  <a:cubicBezTo>
                    <a:pt x="807514" y="24105"/>
                    <a:pt x="812800" y="36866"/>
                    <a:pt x="812800" y="50173"/>
                  </a:cubicBezTo>
                  <a:lnTo>
                    <a:pt x="812800" y="301037"/>
                  </a:lnTo>
                  <a:cubicBezTo>
                    <a:pt x="812800" y="314344"/>
                    <a:pt x="807514" y="327105"/>
                    <a:pt x="798105" y="336515"/>
                  </a:cubicBezTo>
                  <a:cubicBezTo>
                    <a:pt x="788695" y="345924"/>
                    <a:pt x="775934" y="351210"/>
                    <a:pt x="762627" y="351210"/>
                  </a:cubicBezTo>
                  <a:lnTo>
                    <a:pt x="50173" y="351210"/>
                  </a:lnTo>
                  <a:cubicBezTo>
                    <a:pt x="36866" y="351210"/>
                    <a:pt x="24105" y="345924"/>
                    <a:pt x="14695" y="336515"/>
                  </a:cubicBezTo>
                  <a:cubicBezTo>
                    <a:pt x="5286" y="327105"/>
                    <a:pt x="0" y="314344"/>
                    <a:pt x="0" y="301037"/>
                  </a:cubicBezTo>
                  <a:lnTo>
                    <a:pt x="0" y="50173"/>
                  </a:lnTo>
                  <a:cubicBezTo>
                    <a:pt x="0" y="36866"/>
                    <a:pt x="5286" y="24105"/>
                    <a:pt x="14695" y="14695"/>
                  </a:cubicBezTo>
                  <a:cubicBezTo>
                    <a:pt x="24105" y="5286"/>
                    <a:pt x="36866" y="0"/>
                    <a:pt x="50173" y="0"/>
                  </a:cubicBezTo>
                  <a:close/>
                </a:path>
              </a:pathLst>
            </a:custGeom>
            <a:solidFill>
              <a:srgbClr val="EAD1D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8" name="Google Shape;598;p7"/>
            <p:cNvSpPr txBox="1"/>
            <p:nvPr/>
          </p:nvSpPr>
          <p:spPr>
            <a:xfrm>
              <a:off x="0" y="-57150"/>
              <a:ext cx="812700" cy="408300"/>
            </a:xfrm>
            <a:prstGeom prst="rect">
              <a:avLst/>
            </a:prstGeom>
            <a:solidFill>
              <a:srgbClr val="EAD1DC"/>
            </a:solid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cxnSp>
        <p:nvCxnSpPr>
          <p:cNvPr id="599" name="Google Shape;599;p7"/>
          <p:cNvCxnSpPr/>
          <p:nvPr/>
        </p:nvCxnSpPr>
        <p:spPr>
          <a:xfrm>
            <a:off x="4348861" y="4655119"/>
            <a:ext cx="1238400" cy="2155200"/>
          </a:xfrm>
          <a:prstGeom prst="straightConnector1">
            <a:avLst/>
          </a:prstGeom>
          <a:noFill/>
          <a:ln w="47625" cap="flat" cmpd="sng">
            <a:solidFill>
              <a:srgbClr val="136447"/>
            </a:solidFill>
            <a:prstDash val="solid"/>
            <a:round/>
            <a:headEnd type="none" w="sm" len="sm"/>
            <a:tailEnd type="none" w="sm" len="sm"/>
          </a:ln>
        </p:spPr>
      </p:cxnSp>
      <p:sp>
        <p:nvSpPr>
          <p:cNvPr id="600" name="Google Shape;600;p7"/>
          <p:cNvSpPr txBox="1"/>
          <p:nvPr/>
        </p:nvSpPr>
        <p:spPr>
          <a:xfrm>
            <a:off x="5767611" y="2457875"/>
            <a:ext cx="2725200" cy="11691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899"/>
              <a:buFont typeface="Arial"/>
              <a:buNone/>
            </a:pPr>
            <a:r>
              <a:rPr lang="en-US" sz="1899" b="0" i="0" u="none" strike="noStrike" cap="none">
                <a:solidFill>
                  <a:srgbClr val="136447"/>
                </a:solidFill>
                <a:latin typeface="Poppins"/>
                <a:ea typeface="Poppins"/>
                <a:cs typeface="Poppins"/>
                <a:sym typeface="Poppins"/>
              </a:rPr>
              <a:t>Central Nervous System</a:t>
            </a:r>
            <a:endParaRPr sz="1899" b="0" i="0" u="none" strike="noStrike" cap="none">
              <a:solidFill>
                <a:srgbClr val="136447"/>
              </a:solidFill>
              <a:latin typeface="Poppins"/>
              <a:ea typeface="Poppins"/>
              <a:cs typeface="Poppins"/>
              <a:sym typeface="Poppins"/>
            </a:endParaRPr>
          </a:p>
          <a:p>
            <a:pPr marL="0" marR="0" lvl="0" indent="0" algn="ctr" rtl="0">
              <a:lnSpc>
                <a:spcPct val="100000"/>
              </a:lnSpc>
              <a:spcBef>
                <a:spcPts val="0"/>
              </a:spcBef>
              <a:spcAft>
                <a:spcPts val="0"/>
              </a:spcAft>
              <a:buClr>
                <a:srgbClr val="000000"/>
              </a:buClr>
              <a:buSzPts val="1899"/>
              <a:buFont typeface="Arial"/>
              <a:buNone/>
            </a:pPr>
            <a:r>
              <a:rPr lang="en-US" sz="1899" b="0" i="0" u="none" strike="noStrike" cap="none">
                <a:solidFill>
                  <a:srgbClr val="0000FF"/>
                </a:solidFill>
                <a:latin typeface="Poppins"/>
                <a:ea typeface="Poppins"/>
                <a:cs typeface="Poppins"/>
                <a:sym typeface="Poppins"/>
              </a:rPr>
              <a:t>Sistema nervioso central</a:t>
            </a:r>
            <a:endParaRPr sz="1899" b="0" i="0" u="none" strike="noStrike" cap="none">
              <a:solidFill>
                <a:srgbClr val="0000FF"/>
              </a:solidFill>
              <a:latin typeface="Poppins"/>
              <a:ea typeface="Poppins"/>
              <a:cs typeface="Poppins"/>
              <a:sym typeface="Poppins"/>
            </a:endParaRPr>
          </a:p>
        </p:txBody>
      </p:sp>
      <p:sp>
        <p:nvSpPr>
          <p:cNvPr id="601" name="Google Shape;601;p7"/>
          <p:cNvSpPr txBox="1"/>
          <p:nvPr/>
        </p:nvSpPr>
        <p:spPr>
          <a:xfrm>
            <a:off x="5819544" y="6209951"/>
            <a:ext cx="2621400" cy="460800"/>
          </a:xfrm>
          <a:prstGeom prst="rect">
            <a:avLst/>
          </a:prstGeom>
          <a:noFill/>
          <a:ln>
            <a:noFill/>
          </a:ln>
        </p:spPr>
        <p:txBody>
          <a:bodyPr spcFirstLastPara="1" wrap="square" lIns="0" tIns="0" rIns="0" bIns="0" anchor="t" anchorCtr="0">
            <a:spAutoFit/>
          </a:bodyPr>
          <a:lstStyle/>
          <a:p>
            <a:pPr marL="0" marR="0" lvl="0" indent="0" algn="ctr" rtl="0">
              <a:lnSpc>
                <a:spcPct val="139980"/>
              </a:lnSpc>
              <a:spcBef>
                <a:spcPts val="0"/>
              </a:spcBef>
              <a:spcAft>
                <a:spcPts val="0"/>
              </a:spcAft>
              <a:buClr>
                <a:srgbClr val="000000"/>
              </a:buClr>
              <a:buSzPts val="2994"/>
              <a:buFont typeface="Arial"/>
              <a:buNone/>
            </a:pPr>
            <a:r>
              <a:rPr lang="en-US" sz="2994" b="1" i="0" u="none" strike="noStrike" cap="none">
                <a:solidFill>
                  <a:srgbClr val="136447"/>
                </a:solidFill>
                <a:latin typeface="Poppins"/>
                <a:ea typeface="Poppins"/>
                <a:cs typeface="Poppins"/>
                <a:sym typeface="Poppins"/>
              </a:rPr>
              <a:t>PNS | </a:t>
            </a:r>
            <a:r>
              <a:rPr lang="en-US" sz="2994" b="1" i="0" u="none" strike="noStrike" cap="none">
                <a:solidFill>
                  <a:srgbClr val="0000FF"/>
                </a:solidFill>
                <a:latin typeface="Poppins"/>
                <a:ea typeface="Poppins"/>
                <a:cs typeface="Poppins"/>
                <a:sym typeface="Poppins"/>
              </a:rPr>
              <a:t>SNP</a:t>
            </a:r>
            <a:endParaRPr sz="1400" b="0" i="0" u="none" strike="noStrike" cap="none">
              <a:solidFill>
                <a:srgbClr val="0000FF"/>
              </a:solidFill>
              <a:latin typeface="Arial"/>
              <a:ea typeface="Arial"/>
              <a:cs typeface="Arial"/>
              <a:sym typeface="Arial"/>
            </a:endParaRPr>
          </a:p>
        </p:txBody>
      </p:sp>
      <p:sp>
        <p:nvSpPr>
          <p:cNvPr id="602" name="Google Shape;602;p7"/>
          <p:cNvSpPr txBox="1"/>
          <p:nvPr/>
        </p:nvSpPr>
        <p:spPr>
          <a:xfrm>
            <a:off x="5587350" y="6657175"/>
            <a:ext cx="3086100" cy="11691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899"/>
              <a:buFont typeface="Arial"/>
              <a:buNone/>
            </a:pPr>
            <a:r>
              <a:rPr lang="en-US" sz="1899" b="0" i="0" u="none" strike="noStrike" cap="none">
                <a:solidFill>
                  <a:srgbClr val="136447"/>
                </a:solidFill>
                <a:latin typeface="Poppins"/>
                <a:ea typeface="Poppins"/>
                <a:cs typeface="Poppins"/>
                <a:sym typeface="Poppins"/>
              </a:rPr>
              <a:t>Peripheral Nervous System</a:t>
            </a:r>
            <a:endParaRPr sz="1899" b="0" i="0" u="none" strike="noStrike" cap="none">
              <a:solidFill>
                <a:srgbClr val="136447"/>
              </a:solidFill>
              <a:latin typeface="Poppins"/>
              <a:ea typeface="Poppins"/>
              <a:cs typeface="Poppins"/>
              <a:sym typeface="Poppins"/>
            </a:endParaRPr>
          </a:p>
          <a:p>
            <a:pPr marL="0" marR="0" lvl="0" indent="0" algn="ctr" rtl="0">
              <a:lnSpc>
                <a:spcPct val="100000"/>
              </a:lnSpc>
              <a:spcBef>
                <a:spcPts val="0"/>
              </a:spcBef>
              <a:spcAft>
                <a:spcPts val="0"/>
              </a:spcAft>
              <a:buClr>
                <a:srgbClr val="000000"/>
              </a:buClr>
              <a:buSzPts val="1899"/>
              <a:buFont typeface="Arial"/>
              <a:buNone/>
            </a:pPr>
            <a:r>
              <a:rPr lang="en-US" sz="1899" b="0" i="0" u="none" strike="noStrike" cap="none">
                <a:solidFill>
                  <a:srgbClr val="0000FF"/>
                </a:solidFill>
                <a:latin typeface="Poppins"/>
                <a:ea typeface="Poppins"/>
                <a:cs typeface="Poppins"/>
                <a:sym typeface="Poppins"/>
              </a:rPr>
              <a:t>Sistema nervioso periférico</a:t>
            </a:r>
            <a:endParaRPr sz="1899" b="0" i="0" u="none" strike="noStrike" cap="none">
              <a:solidFill>
                <a:srgbClr val="0000FF"/>
              </a:solidFill>
              <a:latin typeface="Poppins"/>
              <a:ea typeface="Poppins"/>
              <a:cs typeface="Poppins"/>
              <a:sym typeface="Poppins"/>
            </a:endParaRPr>
          </a:p>
        </p:txBody>
      </p:sp>
      <p:sp>
        <p:nvSpPr>
          <p:cNvPr id="603" name="Google Shape;603;p7"/>
          <p:cNvSpPr txBox="1"/>
          <p:nvPr/>
        </p:nvSpPr>
        <p:spPr>
          <a:xfrm>
            <a:off x="10683750" y="5255100"/>
            <a:ext cx="6296700" cy="626400"/>
          </a:xfrm>
          <a:prstGeom prst="rect">
            <a:avLst/>
          </a:prstGeom>
          <a:noFill/>
          <a:ln>
            <a:noFill/>
          </a:ln>
        </p:spPr>
        <p:txBody>
          <a:bodyPr spcFirstLastPara="1" wrap="square" lIns="0" tIns="0" rIns="0" bIns="0" anchor="t" anchorCtr="0">
            <a:spAutoFit/>
          </a:bodyPr>
          <a:lstStyle/>
          <a:p>
            <a:pPr marL="0" marR="0" lvl="0" indent="0" algn="ctr" rtl="0">
              <a:lnSpc>
                <a:spcPct val="120010"/>
              </a:lnSpc>
              <a:spcBef>
                <a:spcPts val="0"/>
              </a:spcBef>
              <a:spcAft>
                <a:spcPts val="0"/>
              </a:spcAft>
              <a:buClr>
                <a:srgbClr val="000000"/>
              </a:buClr>
              <a:buSzPts val="1850"/>
              <a:buFont typeface="Arial"/>
              <a:buNone/>
            </a:pPr>
            <a:r>
              <a:rPr lang="en-US" sz="1850" b="0" i="0" u="none" strike="noStrike" cap="none">
                <a:solidFill>
                  <a:srgbClr val="136447"/>
                </a:solidFill>
                <a:latin typeface="Poppins"/>
                <a:ea typeface="Poppins"/>
                <a:cs typeface="Poppins"/>
                <a:sym typeface="Poppins"/>
              </a:rPr>
              <a:t>Outside the brain and the spinal cord</a:t>
            </a:r>
            <a:endParaRPr sz="1850" b="0" i="0" u="none" strike="noStrike" cap="none">
              <a:solidFill>
                <a:srgbClr val="136447"/>
              </a:solidFill>
              <a:latin typeface="Poppins"/>
              <a:ea typeface="Poppins"/>
              <a:cs typeface="Poppins"/>
              <a:sym typeface="Poppins"/>
            </a:endParaRPr>
          </a:p>
          <a:p>
            <a:pPr marL="0" marR="0" lvl="0" indent="0" algn="ctr" rtl="0">
              <a:lnSpc>
                <a:spcPct val="120010"/>
              </a:lnSpc>
              <a:spcBef>
                <a:spcPts val="0"/>
              </a:spcBef>
              <a:spcAft>
                <a:spcPts val="0"/>
              </a:spcAft>
              <a:buClr>
                <a:srgbClr val="000000"/>
              </a:buClr>
              <a:buSzPts val="1850"/>
              <a:buFont typeface="Arial"/>
              <a:buNone/>
            </a:pPr>
            <a:r>
              <a:rPr lang="en-US" sz="1850" b="0" i="0" u="none" strike="noStrike" cap="none">
                <a:solidFill>
                  <a:srgbClr val="0000FF"/>
                </a:solidFill>
                <a:latin typeface="Poppins"/>
                <a:ea typeface="Poppins"/>
                <a:cs typeface="Poppins"/>
                <a:sym typeface="Poppins"/>
              </a:rPr>
              <a:t>Fuera del cerebro y la médula espinal</a:t>
            </a:r>
            <a:endParaRPr sz="1850" b="0" i="0" u="none" strike="noStrike" cap="none">
              <a:solidFill>
                <a:srgbClr val="0000FF"/>
              </a:solidFill>
              <a:latin typeface="Poppins"/>
              <a:ea typeface="Poppins"/>
              <a:cs typeface="Poppins"/>
              <a:sym typeface="Poppins"/>
            </a:endParaRPr>
          </a:p>
        </p:txBody>
      </p:sp>
      <p:sp>
        <p:nvSpPr>
          <p:cNvPr id="604" name="Google Shape;604;p7"/>
          <p:cNvSpPr txBox="1"/>
          <p:nvPr/>
        </p:nvSpPr>
        <p:spPr>
          <a:xfrm>
            <a:off x="11960041" y="4765472"/>
            <a:ext cx="3791400" cy="292200"/>
          </a:xfrm>
          <a:prstGeom prst="rect">
            <a:avLst/>
          </a:prstGeom>
          <a:noFill/>
          <a:ln>
            <a:noFill/>
          </a:ln>
        </p:spPr>
        <p:txBody>
          <a:bodyPr spcFirstLastPara="1" wrap="square" lIns="0" tIns="0" rIns="0" bIns="0" anchor="t" anchorCtr="0">
            <a:spAutoFit/>
          </a:bodyPr>
          <a:lstStyle/>
          <a:p>
            <a:pPr marL="0" marR="0" lvl="0" indent="0" algn="ctr" rtl="0">
              <a:lnSpc>
                <a:spcPct val="140021"/>
              </a:lnSpc>
              <a:spcBef>
                <a:spcPts val="0"/>
              </a:spcBef>
              <a:spcAft>
                <a:spcPts val="0"/>
              </a:spcAft>
              <a:buClr>
                <a:srgbClr val="000000"/>
              </a:buClr>
              <a:buSzPts val="1899"/>
              <a:buFont typeface="Arial"/>
              <a:buNone/>
            </a:pPr>
            <a:r>
              <a:rPr lang="en-US" sz="1899" b="1" i="0" u="none" strike="noStrike" cap="none">
                <a:solidFill>
                  <a:srgbClr val="136447"/>
                </a:solidFill>
                <a:latin typeface="Poppins"/>
                <a:ea typeface="Poppins"/>
                <a:cs typeface="Poppins"/>
                <a:sym typeface="Poppins"/>
              </a:rPr>
              <a:t>Location | </a:t>
            </a:r>
            <a:r>
              <a:rPr lang="en-US" sz="1899" b="1" i="0" u="none" strike="noStrike" cap="none">
                <a:solidFill>
                  <a:srgbClr val="0000FF"/>
                </a:solidFill>
                <a:latin typeface="Poppins"/>
                <a:ea typeface="Poppins"/>
                <a:cs typeface="Poppins"/>
                <a:sym typeface="Poppins"/>
              </a:rPr>
              <a:t>Ubicación</a:t>
            </a:r>
            <a:endParaRPr sz="1400" b="0" i="0" u="none" strike="noStrike" cap="none">
              <a:solidFill>
                <a:srgbClr val="0000FF"/>
              </a:solidFill>
              <a:latin typeface="Arial"/>
              <a:ea typeface="Arial"/>
              <a:cs typeface="Arial"/>
              <a:sym typeface="Arial"/>
            </a:endParaRPr>
          </a:p>
        </p:txBody>
      </p:sp>
      <p:sp>
        <p:nvSpPr>
          <p:cNvPr id="605" name="Google Shape;605;p7"/>
          <p:cNvSpPr txBox="1"/>
          <p:nvPr/>
        </p:nvSpPr>
        <p:spPr>
          <a:xfrm>
            <a:off x="10492050" y="6708900"/>
            <a:ext cx="6808200" cy="643200"/>
          </a:xfrm>
          <a:prstGeom prst="rect">
            <a:avLst/>
          </a:prstGeom>
          <a:noFill/>
          <a:ln>
            <a:noFill/>
          </a:ln>
        </p:spPr>
        <p:txBody>
          <a:bodyPr spcFirstLastPara="1" wrap="square" lIns="0" tIns="0" rIns="0" bIns="0" anchor="t" anchorCtr="0">
            <a:spAutoFit/>
          </a:bodyPr>
          <a:lstStyle/>
          <a:p>
            <a:pPr marL="0" marR="0" lvl="0" indent="0" algn="ctr" rtl="0">
              <a:lnSpc>
                <a:spcPct val="120010"/>
              </a:lnSpc>
              <a:spcBef>
                <a:spcPts val="0"/>
              </a:spcBef>
              <a:spcAft>
                <a:spcPts val="0"/>
              </a:spcAft>
              <a:buClr>
                <a:srgbClr val="000000"/>
              </a:buClr>
              <a:buSzPts val="1899"/>
              <a:buFont typeface="Arial"/>
              <a:buNone/>
            </a:pPr>
            <a:r>
              <a:rPr lang="en-US" sz="1899" b="0" i="0" u="none" strike="noStrike" cap="none">
                <a:solidFill>
                  <a:srgbClr val="136447"/>
                </a:solidFill>
                <a:latin typeface="Poppins"/>
                <a:ea typeface="Poppins"/>
                <a:cs typeface="Poppins"/>
                <a:sym typeface="Poppins"/>
              </a:rPr>
              <a:t>Transmits info between the CNS to the rest of the body</a:t>
            </a:r>
            <a:endParaRPr sz="1899" b="0" i="0" u="none" strike="noStrike" cap="none">
              <a:solidFill>
                <a:srgbClr val="136447"/>
              </a:solidFill>
              <a:latin typeface="Poppins"/>
              <a:ea typeface="Poppins"/>
              <a:cs typeface="Poppins"/>
              <a:sym typeface="Poppins"/>
            </a:endParaRPr>
          </a:p>
          <a:p>
            <a:pPr marL="0" marR="0" lvl="0" indent="0" algn="ctr" rtl="0">
              <a:lnSpc>
                <a:spcPct val="120010"/>
              </a:lnSpc>
              <a:spcBef>
                <a:spcPts val="0"/>
              </a:spcBef>
              <a:spcAft>
                <a:spcPts val="0"/>
              </a:spcAft>
              <a:buClr>
                <a:srgbClr val="000000"/>
              </a:buClr>
              <a:buSzPts val="1899"/>
              <a:buFont typeface="Arial"/>
              <a:buNone/>
            </a:pPr>
            <a:r>
              <a:rPr lang="en-US" sz="1899" b="0" i="0" u="none" strike="noStrike" cap="none">
                <a:solidFill>
                  <a:srgbClr val="0000FF"/>
                </a:solidFill>
                <a:latin typeface="Poppins"/>
                <a:ea typeface="Poppins"/>
                <a:cs typeface="Poppins"/>
                <a:sym typeface="Poppins"/>
              </a:rPr>
              <a:t>Transmite información desde el SNC al resto del cuerpo</a:t>
            </a:r>
            <a:endParaRPr sz="1899" b="0" i="0" u="none" strike="noStrike" cap="none">
              <a:solidFill>
                <a:srgbClr val="0000FF"/>
              </a:solidFill>
              <a:latin typeface="Poppins"/>
              <a:ea typeface="Poppins"/>
              <a:cs typeface="Poppins"/>
              <a:sym typeface="Poppins"/>
            </a:endParaRPr>
          </a:p>
        </p:txBody>
      </p:sp>
      <p:sp>
        <p:nvSpPr>
          <p:cNvPr id="606" name="Google Shape;606;p7"/>
          <p:cNvSpPr txBox="1"/>
          <p:nvPr/>
        </p:nvSpPr>
        <p:spPr>
          <a:xfrm>
            <a:off x="11959967" y="6356785"/>
            <a:ext cx="3791400" cy="292200"/>
          </a:xfrm>
          <a:prstGeom prst="rect">
            <a:avLst/>
          </a:prstGeom>
          <a:noFill/>
          <a:ln>
            <a:noFill/>
          </a:ln>
        </p:spPr>
        <p:txBody>
          <a:bodyPr spcFirstLastPara="1" wrap="square" lIns="0" tIns="0" rIns="0" bIns="0" anchor="t" anchorCtr="0">
            <a:spAutoFit/>
          </a:bodyPr>
          <a:lstStyle/>
          <a:p>
            <a:pPr marL="0" marR="0" lvl="0" indent="0" algn="ctr" rtl="0">
              <a:lnSpc>
                <a:spcPct val="140021"/>
              </a:lnSpc>
              <a:spcBef>
                <a:spcPts val="0"/>
              </a:spcBef>
              <a:spcAft>
                <a:spcPts val="0"/>
              </a:spcAft>
              <a:buClr>
                <a:srgbClr val="000000"/>
              </a:buClr>
              <a:buSzPts val="1899"/>
              <a:buFont typeface="Arial"/>
              <a:buNone/>
            </a:pPr>
            <a:r>
              <a:rPr lang="en-US" sz="1899" b="1" i="0" u="none" strike="noStrike" cap="none">
                <a:solidFill>
                  <a:srgbClr val="136447"/>
                </a:solidFill>
                <a:latin typeface="Poppins"/>
                <a:ea typeface="Poppins"/>
                <a:cs typeface="Poppins"/>
                <a:sym typeface="Poppins"/>
              </a:rPr>
              <a:t>Function | </a:t>
            </a:r>
            <a:r>
              <a:rPr lang="en-US" sz="1899" b="1" i="0" u="none" strike="noStrike" cap="none">
                <a:solidFill>
                  <a:srgbClr val="0000FF"/>
                </a:solidFill>
                <a:latin typeface="Poppins"/>
                <a:ea typeface="Poppins"/>
                <a:cs typeface="Poppins"/>
                <a:sym typeface="Poppins"/>
              </a:rPr>
              <a:t>Función</a:t>
            </a:r>
            <a:endParaRPr sz="1400" b="0" i="0" u="none" strike="noStrike" cap="none">
              <a:solidFill>
                <a:srgbClr val="0000FF"/>
              </a:solidFill>
              <a:latin typeface="Arial"/>
              <a:ea typeface="Arial"/>
              <a:cs typeface="Arial"/>
              <a:sym typeface="Arial"/>
            </a:endParaRPr>
          </a:p>
        </p:txBody>
      </p:sp>
      <p:sp>
        <p:nvSpPr>
          <p:cNvPr id="607" name="Google Shape;607;p7"/>
          <p:cNvSpPr txBox="1"/>
          <p:nvPr/>
        </p:nvSpPr>
        <p:spPr>
          <a:xfrm>
            <a:off x="10496550" y="8402225"/>
            <a:ext cx="6903000" cy="1659300"/>
          </a:xfrm>
          <a:prstGeom prst="rect">
            <a:avLst/>
          </a:prstGeom>
          <a:noFill/>
          <a:ln>
            <a:noFill/>
          </a:ln>
        </p:spPr>
        <p:txBody>
          <a:bodyPr spcFirstLastPara="1" wrap="square" lIns="0" tIns="0" rIns="0" bIns="0" anchor="t" anchorCtr="0">
            <a:spAutoFit/>
          </a:bodyPr>
          <a:lstStyle/>
          <a:p>
            <a:pPr marL="0" marR="0" lvl="0" indent="0" algn="ctr" rtl="0">
              <a:lnSpc>
                <a:spcPct val="140021"/>
              </a:lnSpc>
              <a:spcBef>
                <a:spcPts val="0"/>
              </a:spcBef>
              <a:spcAft>
                <a:spcPts val="0"/>
              </a:spcAft>
              <a:buClr>
                <a:schemeClr val="dk1"/>
              </a:buClr>
              <a:buSzPts val="1850"/>
              <a:buFont typeface="Arial"/>
              <a:buNone/>
            </a:pPr>
            <a:r>
              <a:rPr lang="en-US" sz="1850" b="0" i="0" u="none" strike="noStrike" cap="none">
                <a:solidFill>
                  <a:srgbClr val="136447"/>
                </a:solidFill>
                <a:latin typeface="Poppins"/>
                <a:ea typeface="Poppins"/>
                <a:cs typeface="Poppins"/>
                <a:sym typeface="Poppins"/>
              </a:rPr>
              <a:t>Somatic vs Autonomic Nervous System</a:t>
            </a:r>
            <a:endParaRPr sz="1850" b="0" i="0" u="none" strike="noStrike" cap="none">
              <a:solidFill>
                <a:srgbClr val="136447"/>
              </a:solidFill>
              <a:latin typeface="Poppins"/>
              <a:ea typeface="Poppins"/>
              <a:cs typeface="Poppins"/>
              <a:sym typeface="Poppins"/>
            </a:endParaRPr>
          </a:p>
          <a:p>
            <a:pPr marL="0" marR="0" lvl="0" indent="0" algn="ctr" rtl="0">
              <a:lnSpc>
                <a:spcPct val="100000"/>
              </a:lnSpc>
              <a:spcBef>
                <a:spcPts val="0"/>
              </a:spcBef>
              <a:spcAft>
                <a:spcPts val="0"/>
              </a:spcAft>
              <a:buClr>
                <a:schemeClr val="dk1"/>
              </a:buClr>
              <a:buSzPts val="1850"/>
              <a:buFont typeface="Arial"/>
              <a:buNone/>
            </a:pPr>
            <a:r>
              <a:rPr lang="en-US" sz="1850" b="0" i="0" u="none" strike="noStrike" cap="none">
                <a:solidFill>
                  <a:srgbClr val="0000FF"/>
                </a:solidFill>
                <a:latin typeface="Poppins"/>
                <a:ea typeface="Poppins"/>
                <a:cs typeface="Poppins"/>
                <a:sym typeface="Poppins"/>
              </a:rPr>
              <a:t>Sistema nervioso somático vs. sistema nervioso autónomo</a:t>
            </a:r>
            <a:endParaRPr sz="1850" b="0" i="0" u="none" strike="noStrike" cap="none">
              <a:solidFill>
                <a:srgbClr val="0000FF"/>
              </a:solidFill>
              <a:latin typeface="Poppins"/>
              <a:ea typeface="Poppins"/>
              <a:cs typeface="Poppins"/>
              <a:sym typeface="Poppins"/>
            </a:endParaRPr>
          </a:p>
          <a:p>
            <a:pPr marL="0" marR="0" lvl="0" indent="0" algn="ctr" rtl="0">
              <a:lnSpc>
                <a:spcPct val="140021"/>
              </a:lnSpc>
              <a:spcBef>
                <a:spcPts val="0"/>
              </a:spcBef>
              <a:spcAft>
                <a:spcPts val="0"/>
              </a:spcAft>
              <a:buClr>
                <a:schemeClr val="dk1"/>
              </a:buClr>
              <a:buSzPts val="1850"/>
              <a:buFont typeface="Arial"/>
              <a:buNone/>
            </a:pPr>
            <a:endParaRPr sz="1850" b="0" i="0" u="none" strike="noStrike" cap="none">
              <a:solidFill>
                <a:srgbClr val="136447"/>
              </a:solidFill>
              <a:latin typeface="Poppins"/>
              <a:ea typeface="Poppins"/>
              <a:cs typeface="Poppins"/>
              <a:sym typeface="Poppins"/>
            </a:endParaRPr>
          </a:p>
          <a:p>
            <a:pPr marL="0" marR="0" lvl="0" indent="0" algn="ctr" rtl="0">
              <a:lnSpc>
                <a:spcPct val="120010"/>
              </a:lnSpc>
              <a:spcBef>
                <a:spcPts val="0"/>
              </a:spcBef>
              <a:spcAft>
                <a:spcPts val="0"/>
              </a:spcAft>
              <a:buClr>
                <a:srgbClr val="000000"/>
              </a:buClr>
              <a:buSzPts val="1899"/>
              <a:buFont typeface="Arial"/>
              <a:buNone/>
            </a:pPr>
            <a:endParaRPr sz="1899" b="0" i="0" u="none" strike="noStrike" cap="none">
              <a:solidFill>
                <a:srgbClr val="136447"/>
              </a:solidFill>
              <a:latin typeface="Poppins"/>
              <a:ea typeface="Poppins"/>
              <a:cs typeface="Poppins"/>
              <a:sym typeface="Poppins"/>
            </a:endParaRPr>
          </a:p>
        </p:txBody>
      </p:sp>
      <p:sp>
        <p:nvSpPr>
          <p:cNvPr id="608" name="Google Shape;608;p7"/>
          <p:cNvSpPr txBox="1"/>
          <p:nvPr/>
        </p:nvSpPr>
        <p:spPr>
          <a:xfrm>
            <a:off x="11201800" y="8110013"/>
            <a:ext cx="5307900" cy="292200"/>
          </a:xfrm>
          <a:prstGeom prst="rect">
            <a:avLst/>
          </a:prstGeom>
          <a:noFill/>
          <a:ln>
            <a:noFill/>
          </a:ln>
        </p:spPr>
        <p:txBody>
          <a:bodyPr spcFirstLastPara="1" wrap="square" lIns="0" tIns="0" rIns="0" bIns="0" anchor="t" anchorCtr="0">
            <a:spAutoFit/>
          </a:bodyPr>
          <a:lstStyle/>
          <a:p>
            <a:pPr marL="0" marR="0" lvl="0" indent="0" algn="ctr" rtl="0">
              <a:lnSpc>
                <a:spcPct val="140021"/>
              </a:lnSpc>
              <a:spcBef>
                <a:spcPts val="0"/>
              </a:spcBef>
              <a:spcAft>
                <a:spcPts val="0"/>
              </a:spcAft>
              <a:buClr>
                <a:srgbClr val="000000"/>
              </a:buClr>
              <a:buSzPts val="1899"/>
              <a:buFont typeface="Arial"/>
              <a:buNone/>
            </a:pPr>
            <a:r>
              <a:rPr lang="en-US" sz="1899" b="1" i="0" u="none" strike="noStrike" cap="none">
                <a:solidFill>
                  <a:srgbClr val="136447"/>
                </a:solidFill>
                <a:latin typeface="Poppins"/>
                <a:ea typeface="Poppins"/>
                <a:cs typeface="Poppins"/>
                <a:sym typeface="Poppins"/>
              </a:rPr>
              <a:t>2 Parts | </a:t>
            </a:r>
            <a:r>
              <a:rPr lang="en-US" sz="1899" b="1" i="0" u="none" strike="noStrike" cap="none">
                <a:solidFill>
                  <a:srgbClr val="0000FF"/>
                </a:solidFill>
                <a:latin typeface="Poppins"/>
                <a:ea typeface="Poppins"/>
                <a:cs typeface="Poppins"/>
                <a:sym typeface="Poppins"/>
              </a:rPr>
              <a:t>2 partes</a:t>
            </a:r>
            <a:endParaRPr sz="1400" b="0" i="0" u="none" strike="noStrike" cap="none">
              <a:solidFill>
                <a:srgbClr val="0000FF"/>
              </a:solidFill>
              <a:latin typeface="Arial"/>
              <a:ea typeface="Arial"/>
              <a:cs typeface="Arial"/>
              <a:sym typeface="Arial"/>
            </a:endParaRPr>
          </a:p>
        </p:txBody>
      </p:sp>
      <p:sp>
        <p:nvSpPr>
          <p:cNvPr id="609" name="Google Shape;609;p7"/>
          <p:cNvSpPr txBox="1"/>
          <p:nvPr/>
        </p:nvSpPr>
        <p:spPr>
          <a:xfrm>
            <a:off x="11959991" y="1319245"/>
            <a:ext cx="3791400" cy="292200"/>
          </a:xfrm>
          <a:prstGeom prst="rect">
            <a:avLst/>
          </a:prstGeom>
          <a:noFill/>
          <a:ln>
            <a:noFill/>
          </a:ln>
        </p:spPr>
        <p:txBody>
          <a:bodyPr spcFirstLastPara="1" wrap="square" lIns="0" tIns="0" rIns="0" bIns="0" anchor="t" anchorCtr="0">
            <a:spAutoFit/>
          </a:bodyPr>
          <a:lstStyle/>
          <a:p>
            <a:pPr marL="0" marR="0" lvl="0" indent="0" algn="ctr" rtl="0">
              <a:lnSpc>
                <a:spcPct val="140021"/>
              </a:lnSpc>
              <a:spcBef>
                <a:spcPts val="0"/>
              </a:spcBef>
              <a:spcAft>
                <a:spcPts val="0"/>
              </a:spcAft>
              <a:buClr>
                <a:srgbClr val="000000"/>
              </a:buClr>
              <a:buSzPts val="1899"/>
              <a:buFont typeface="Arial"/>
              <a:buNone/>
            </a:pPr>
            <a:r>
              <a:rPr lang="en-US" sz="1899" b="1" i="0" u="none" strike="noStrike" cap="none">
                <a:solidFill>
                  <a:srgbClr val="136447"/>
                </a:solidFill>
                <a:latin typeface="Poppins"/>
                <a:ea typeface="Poppins"/>
                <a:cs typeface="Poppins"/>
                <a:sym typeface="Poppins"/>
              </a:rPr>
              <a:t>Location | </a:t>
            </a:r>
            <a:r>
              <a:rPr lang="en-US" sz="1899" b="1" i="0" u="none" strike="noStrike" cap="none">
                <a:solidFill>
                  <a:srgbClr val="0000FF"/>
                </a:solidFill>
                <a:latin typeface="Poppins"/>
                <a:ea typeface="Poppins"/>
                <a:cs typeface="Poppins"/>
                <a:sym typeface="Poppins"/>
              </a:rPr>
              <a:t>Ubicación</a:t>
            </a:r>
            <a:endParaRPr sz="1400" b="0" i="0" u="none" strike="noStrike" cap="none">
              <a:solidFill>
                <a:srgbClr val="0000FF"/>
              </a:solidFill>
              <a:latin typeface="Arial"/>
              <a:ea typeface="Arial"/>
              <a:cs typeface="Arial"/>
              <a:sym typeface="Arial"/>
            </a:endParaRPr>
          </a:p>
        </p:txBody>
      </p:sp>
      <p:sp>
        <p:nvSpPr>
          <p:cNvPr id="610" name="Google Shape;610;p7"/>
          <p:cNvSpPr txBox="1"/>
          <p:nvPr/>
        </p:nvSpPr>
        <p:spPr>
          <a:xfrm>
            <a:off x="10683750" y="1667950"/>
            <a:ext cx="6296700" cy="643200"/>
          </a:xfrm>
          <a:prstGeom prst="rect">
            <a:avLst/>
          </a:prstGeom>
          <a:noFill/>
          <a:ln>
            <a:noFill/>
          </a:ln>
        </p:spPr>
        <p:txBody>
          <a:bodyPr spcFirstLastPara="1" wrap="square" lIns="0" tIns="0" rIns="0" bIns="0" anchor="t" anchorCtr="0">
            <a:spAutoFit/>
          </a:bodyPr>
          <a:lstStyle/>
          <a:p>
            <a:pPr marL="0" marR="0" lvl="0" indent="0" algn="ctr" rtl="0">
              <a:lnSpc>
                <a:spcPct val="120010"/>
              </a:lnSpc>
              <a:spcBef>
                <a:spcPts val="0"/>
              </a:spcBef>
              <a:spcAft>
                <a:spcPts val="0"/>
              </a:spcAft>
              <a:buClr>
                <a:srgbClr val="000000"/>
              </a:buClr>
              <a:buSzPts val="1899"/>
              <a:buFont typeface="Arial"/>
              <a:buNone/>
            </a:pPr>
            <a:r>
              <a:rPr lang="en-US" sz="1899" b="0" i="0" u="none" strike="noStrike" cap="none">
                <a:solidFill>
                  <a:srgbClr val="136447"/>
                </a:solidFill>
                <a:latin typeface="Poppins"/>
                <a:ea typeface="Poppins"/>
                <a:cs typeface="Poppins"/>
                <a:sym typeface="Poppins"/>
              </a:rPr>
              <a:t>Within the skull (brain) and spinal column</a:t>
            </a:r>
            <a:endParaRPr sz="1899" b="0" i="0" u="none" strike="noStrike" cap="none">
              <a:solidFill>
                <a:srgbClr val="136447"/>
              </a:solidFill>
              <a:latin typeface="Poppins"/>
              <a:ea typeface="Poppins"/>
              <a:cs typeface="Poppins"/>
              <a:sym typeface="Poppins"/>
            </a:endParaRPr>
          </a:p>
          <a:p>
            <a:pPr marL="0" marR="0" lvl="0" indent="0" algn="ctr" rtl="0">
              <a:lnSpc>
                <a:spcPct val="120010"/>
              </a:lnSpc>
              <a:spcBef>
                <a:spcPts val="0"/>
              </a:spcBef>
              <a:spcAft>
                <a:spcPts val="0"/>
              </a:spcAft>
              <a:buClr>
                <a:srgbClr val="000000"/>
              </a:buClr>
              <a:buSzPts val="1899"/>
              <a:buFont typeface="Arial"/>
              <a:buNone/>
            </a:pPr>
            <a:r>
              <a:rPr lang="en-US" sz="1899" b="0" i="0" u="none" strike="noStrike" cap="none">
                <a:solidFill>
                  <a:srgbClr val="0000FF"/>
                </a:solidFill>
                <a:latin typeface="Poppins"/>
                <a:ea typeface="Poppins"/>
                <a:cs typeface="Poppins"/>
                <a:sym typeface="Poppins"/>
              </a:rPr>
              <a:t>Dentro del cráneo (cerebro) y la columna vertebral</a:t>
            </a:r>
            <a:endParaRPr sz="1899" b="0" i="0" u="none" strike="noStrike" cap="none">
              <a:solidFill>
                <a:srgbClr val="0000FF"/>
              </a:solidFill>
              <a:latin typeface="Poppins"/>
              <a:ea typeface="Poppins"/>
              <a:cs typeface="Poppins"/>
              <a:sym typeface="Poppi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614"/>
        <p:cNvGrpSpPr/>
        <p:nvPr/>
      </p:nvGrpSpPr>
      <p:grpSpPr>
        <a:xfrm>
          <a:off x="0" y="0"/>
          <a:ext cx="0" cy="0"/>
          <a:chOff x="0" y="0"/>
          <a:chExt cx="0" cy="0"/>
        </a:xfrm>
      </p:grpSpPr>
      <p:sp>
        <p:nvSpPr>
          <p:cNvPr id="615" name="Google Shape;615;p8"/>
          <p:cNvSpPr txBox="1"/>
          <p:nvPr/>
        </p:nvSpPr>
        <p:spPr>
          <a:xfrm>
            <a:off x="268775" y="822225"/>
            <a:ext cx="13673100" cy="29799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5808"/>
              <a:buFont typeface="Arial"/>
              <a:buNone/>
            </a:pPr>
            <a:r>
              <a:rPr lang="en-US" sz="5808" b="1" i="0" u="none" strike="noStrike" cap="none">
                <a:solidFill>
                  <a:srgbClr val="136447"/>
                </a:solidFill>
                <a:latin typeface="Poppins"/>
                <a:ea typeface="Poppins"/>
                <a:cs typeface="Poppins"/>
                <a:sym typeface="Poppins"/>
              </a:rPr>
              <a:t>Central Nervous System (CNS)</a:t>
            </a:r>
            <a:endParaRPr sz="5808" b="1" i="0" u="none" strike="noStrike" cap="none">
              <a:solidFill>
                <a:srgbClr val="136447"/>
              </a:solidFill>
              <a:latin typeface="Poppins"/>
              <a:ea typeface="Poppins"/>
              <a:cs typeface="Poppins"/>
              <a:sym typeface="Poppins"/>
            </a:endParaRPr>
          </a:p>
          <a:p>
            <a:pPr marL="0" marR="0" lvl="0" indent="0" algn="ctr" rtl="0">
              <a:lnSpc>
                <a:spcPct val="100000"/>
              </a:lnSpc>
              <a:spcBef>
                <a:spcPts val="0"/>
              </a:spcBef>
              <a:spcAft>
                <a:spcPts val="0"/>
              </a:spcAft>
              <a:buClr>
                <a:schemeClr val="dk1"/>
              </a:buClr>
              <a:buSzPts val="5800"/>
              <a:buFont typeface="Arial"/>
              <a:buNone/>
            </a:pPr>
            <a:r>
              <a:rPr lang="en-US" sz="5800" b="1" i="0" u="none" strike="noStrike" cap="none">
                <a:solidFill>
                  <a:srgbClr val="0000FF"/>
                </a:solidFill>
                <a:latin typeface="Poppins"/>
                <a:ea typeface="Poppins"/>
                <a:cs typeface="Poppins"/>
                <a:sym typeface="Poppins"/>
              </a:rPr>
              <a:t>Sistema nervioso central (SNC)</a:t>
            </a:r>
            <a:endParaRPr sz="5800" b="1" i="0" u="none" strike="noStrike" cap="none">
              <a:solidFill>
                <a:srgbClr val="0000FF"/>
              </a:solidFill>
              <a:latin typeface="Poppins"/>
              <a:ea typeface="Poppins"/>
              <a:cs typeface="Poppins"/>
              <a:sym typeface="Poppins"/>
            </a:endParaRPr>
          </a:p>
          <a:p>
            <a:pPr marL="0" marR="0" lvl="0" indent="0" algn="ctr" rtl="0">
              <a:lnSpc>
                <a:spcPct val="130009"/>
              </a:lnSpc>
              <a:spcBef>
                <a:spcPts val="0"/>
              </a:spcBef>
              <a:spcAft>
                <a:spcPts val="0"/>
              </a:spcAft>
              <a:buClr>
                <a:srgbClr val="000000"/>
              </a:buClr>
              <a:buSzPts val="6008"/>
              <a:buFont typeface="Arial"/>
              <a:buNone/>
            </a:pPr>
            <a:endParaRPr sz="6008" b="1" i="0" u="none" strike="noStrike" cap="none">
              <a:solidFill>
                <a:srgbClr val="136447"/>
              </a:solidFill>
              <a:latin typeface="Poppins"/>
              <a:ea typeface="Poppins"/>
              <a:cs typeface="Poppins"/>
              <a:sym typeface="Poppins"/>
            </a:endParaRPr>
          </a:p>
        </p:txBody>
      </p:sp>
      <p:sp>
        <p:nvSpPr>
          <p:cNvPr id="616" name="Google Shape;616;p8"/>
          <p:cNvSpPr txBox="1"/>
          <p:nvPr/>
        </p:nvSpPr>
        <p:spPr>
          <a:xfrm>
            <a:off x="1639900" y="3163875"/>
            <a:ext cx="13673100" cy="2798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3600"/>
              <a:buFont typeface="Arial"/>
              <a:buNone/>
            </a:pPr>
            <a:r>
              <a:rPr lang="en-US" sz="3600" b="1" i="0" u="none" strike="noStrike" cap="none">
                <a:solidFill>
                  <a:srgbClr val="2D2F3B"/>
                </a:solidFill>
                <a:latin typeface="Poppins Medium"/>
                <a:ea typeface="Poppins Medium"/>
                <a:cs typeface="Poppins Medium"/>
                <a:sym typeface="Poppins Medium"/>
              </a:rPr>
              <a:t>The CNS is like the “main headquarters” of the body</a:t>
            </a:r>
            <a:endParaRPr sz="36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600"/>
              <a:buFont typeface="Arial"/>
              <a:buNone/>
            </a:pPr>
            <a:r>
              <a:rPr lang="en-US" sz="3600" b="1" i="0" u="none" strike="noStrike" cap="none">
                <a:solidFill>
                  <a:srgbClr val="0000FF"/>
                </a:solidFill>
                <a:latin typeface="Poppins Medium"/>
                <a:ea typeface="Poppins Medium"/>
                <a:cs typeface="Poppins Medium"/>
                <a:sym typeface="Poppins Medium"/>
              </a:rPr>
              <a:t>El SNC es como el “cuartel general” del cuerpo</a:t>
            </a:r>
            <a:endParaRPr sz="36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600"/>
              <a:buFont typeface="Arial"/>
              <a:buNone/>
            </a:pPr>
            <a:endParaRPr sz="36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endParaRPr sz="3000" b="1" i="0" u="none" strike="noStrike" cap="none">
              <a:solidFill>
                <a:srgbClr val="666666"/>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endParaRPr sz="3000" b="1" i="0" u="none" strike="noStrike" cap="none">
              <a:solidFill>
                <a:srgbClr val="666666"/>
              </a:solidFill>
              <a:latin typeface="Poppins Medium"/>
              <a:ea typeface="Poppins Medium"/>
              <a:cs typeface="Poppins Medium"/>
              <a:sym typeface="Poppins Medium"/>
            </a:endParaRPr>
          </a:p>
        </p:txBody>
      </p:sp>
      <p:grpSp>
        <p:nvGrpSpPr>
          <p:cNvPr id="617" name="Google Shape;617;p8"/>
          <p:cNvGrpSpPr/>
          <p:nvPr/>
        </p:nvGrpSpPr>
        <p:grpSpPr>
          <a:xfrm>
            <a:off x="994650" y="4560901"/>
            <a:ext cx="4781806" cy="5236075"/>
            <a:chOff x="0" y="-57150"/>
            <a:chExt cx="700036" cy="766539"/>
          </a:xfrm>
        </p:grpSpPr>
        <p:sp>
          <p:nvSpPr>
            <p:cNvPr id="618" name="Google Shape;618;p8"/>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143100" tIns="143100" rIns="143100" bIns="1431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9" name="Google Shape;619;p8"/>
            <p:cNvSpPr txBox="1"/>
            <p:nvPr/>
          </p:nvSpPr>
          <p:spPr>
            <a:xfrm>
              <a:off x="0" y="-57150"/>
              <a:ext cx="699900" cy="766500"/>
            </a:xfrm>
            <a:prstGeom prst="rect">
              <a:avLst/>
            </a:prstGeom>
            <a:noFill/>
            <a:ln>
              <a:noFill/>
            </a:ln>
          </p:spPr>
          <p:txBody>
            <a:bodyPr spcFirstLastPara="1" wrap="square" lIns="79500" tIns="79500" rIns="79500" bIns="79500" anchor="ctr" anchorCtr="0">
              <a:noAutofit/>
            </a:bodyPr>
            <a:lstStyle/>
            <a:p>
              <a:pPr marL="0" marR="0" lvl="0" indent="0" algn="ctr" rtl="0">
                <a:lnSpc>
                  <a:spcPct val="147722"/>
                </a:lnSpc>
                <a:spcBef>
                  <a:spcPts val="0"/>
                </a:spcBef>
                <a:spcAft>
                  <a:spcPts val="0"/>
                </a:spcAft>
                <a:buClr>
                  <a:srgbClr val="000000"/>
                </a:buClr>
                <a:buSzPts val="2817"/>
                <a:buFont typeface="Arial"/>
                <a:buNone/>
              </a:pPr>
              <a:endParaRPr sz="2817" b="0" i="0" u="none" strike="noStrike" cap="none">
                <a:solidFill>
                  <a:schemeClr val="dk1"/>
                </a:solidFill>
                <a:latin typeface="Calibri"/>
                <a:ea typeface="Calibri"/>
                <a:cs typeface="Calibri"/>
                <a:sym typeface="Calibri"/>
              </a:endParaRPr>
            </a:p>
          </p:txBody>
        </p:sp>
      </p:grpSp>
      <p:sp>
        <p:nvSpPr>
          <p:cNvPr id="620" name="Google Shape;620;p8"/>
          <p:cNvSpPr txBox="1"/>
          <p:nvPr/>
        </p:nvSpPr>
        <p:spPr>
          <a:xfrm>
            <a:off x="1639852" y="5251376"/>
            <a:ext cx="3491400" cy="446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900"/>
              <a:buFont typeface="Arial"/>
              <a:buNone/>
            </a:pPr>
            <a:r>
              <a:rPr lang="en-US" sz="2900" b="1" i="0" u="none" strike="noStrike" cap="none">
                <a:solidFill>
                  <a:srgbClr val="13655A"/>
                </a:solidFill>
                <a:latin typeface="Poppins"/>
                <a:ea typeface="Poppins"/>
                <a:cs typeface="Poppins"/>
                <a:sym typeface="Poppins"/>
              </a:rPr>
              <a:t>Brain | </a:t>
            </a:r>
            <a:r>
              <a:rPr lang="en-US" sz="2900" b="1" i="0" u="none" strike="noStrike" cap="none">
                <a:solidFill>
                  <a:srgbClr val="0000FF"/>
                </a:solidFill>
                <a:latin typeface="Poppins"/>
                <a:ea typeface="Poppins"/>
                <a:cs typeface="Poppins"/>
                <a:sym typeface="Poppins"/>
              </a:rPr>
              <a:t>Cerebro</a:t>
            </a:r>
            <a:endParaRPr sz="2800" b="0" i="0" u="none" strike="noStrike" cap="none">
              <a:solidFill>
                <a:srgbClr val="0000FF"/>
              </a:solidFill>
              <a:latin typeface="Arial"/>
              <a:ea typeface="Arial"/>
              <a:cs typeface="Arial"/>
              <a:sym typeface="Arial"/>
            </a:endParaRPr>
          </a:p>
        </p:txBody>
      </p:sp>
      <p:grpSp>
        <p:nvGrpSpPr>
          <p:cNvPr id="621" name="Google Shape;621;p8"/>
          <p:cNvGrpSpPr/>
          <p:nvPr/>
        </p:nvGrpSpPr>
        <p:grpSpPr>
          <a:xfrm>
            <a:off x="6753075" y="4560889"/>
            <a:ext cx="4781806" cy="5236075"/>
            <a:chOff x="0" y="-57150"/>
            <a:chExt cx="700036" cy="766539"/>
          </a:xfrm>
        </p:grpSpPr>
        <p:sp>
          <p:nvSpPr>
            <p:cNvPr id="622" name="Google Shape;622;p8"/>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143100" tIns="143100" rIns="143100" bIns="1431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3" name="Google Shape;623;p8"/>
            <p:cNvSpPr txBox="1"/>
            <p:nvPr/>
          </p:nvSpPr>
          <p:spPr>
            <a:xfrm>
              <a:off x="0" y="-57150"/>
              <a:ext cx="699900" cy="766500"/>
            </a:xfrm>
            <a:prstGeom prst="rect">
              <a:avLst/>
            </a:prstGeom>
            <a:noFill/>
            <a:ln>
              <a:noFill/>
            </a:ln>
          </p:spPr>
          <p:txBody>
            <a:bodyPr spcFirstLastPara="1" wrap="square" lIns="79500" tIns="79500" rIns="79500" bIns="79500" anchor="ctr" anchorCtr="0">
              <a:noAutofit/>
            </a:bodyPr>
            <a:lstStyle/>
            <a:p>
              <a:pPr marL="0" marR="0" lvl="0" indent="0" algn="ctr" rtl="0">
                <a:lnSpc>
                  <a:spcPct val="147722"/>
                </a:lnSpc>
                <a:spcBef>
                  <a:spcPts val="0"/>
                </a:spcBef>
                <a:spcAft>
                  <a:spcPts val="0"/>
                </a:spcAft>
                <a:buClr>
                  <a:srgbClr val="000000"/>
                </a:buClr>
                <a:buSzPts val="2817"/>
                <a:buFont typeface="Arial"/>
                <a:buNone/>
              </a:pPr>
              <a:endParaRPr sz="2817" b="0" i="0" u="none" strike="noStrike" cap="none">
                <a:solidFill>
                  <a:schemeClr val="dk1"/>
                </a:solidFill>
                <a:latin typeface="Calibri"/>
                <a:ea typeface="Calibri"/>
                <a:cs typeface="Calibri"/>
                <a:sym typeface="Calibri"/>
              </a:endParaRPr>
            </a:p>
          </p:txBody>
        </p:sp>
      </p:grpSp>
      <p:sp>
        <p:nvSpPr>
          <p:cNvPr id="624" name="Google Shape;624;p8"/>
          <p:cNvSpPr txBox="1"/>
          <p:nvPr/>
        </p:nvSpPr>
        <p:spPr>
          <a:xfrm>
            <a:off x="6821999" y="5251375"/>
            <a:ext cx="4567800" cy="9819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900"/>
              <a:buFont typeface="Arial"/>
              <a:buNone/>
            </a:pPr>
            <a:r>
              <a:rPr lang="en-US" sz="2900" b="1" i="0" u="none" strike="noStrike" cap="none">
                <a:solidFill>
                  <a:srgbClr val="13655A"/>
                </a:solidFill>
                <a:latin typeface="Poppins"/>
                <a:ea typeface="Poppins"/>
                <a:cs typeface="Poppins"/>
                <a:sym typeface="Poppins"/>
              </a:rPr>
              <a:t>Spinal Cord | </a:t>
            </a:r>
            <a:r>
              <a:rPr lang="en-US" sz="2900" b="1" i="0" u="none" strike="noStrike" cap="none">
                <a:solidFill>
                  <a:srgbClr val="0000FF"/>
                </a:solidFill>
                <a:latin typeface="Poppins"/>
                <a:ea typeface="Poppins"/>
                <a:cs typeface="Poppins"/>
                <a:sym typeface="Poppins"/>
              </a:rPr>
              <a:t>Médula espinal</a:t>
            </a:r>
            <a:endParaRPr sz="2800" b="0" i="0" u="none" strike="noStrike" cap="none">
              <a:solidFill>
                <a:srgbClr val="0000FF"/>
              </a:solidFill>
              <a:latin typeface="Arial"/>
              <a:ea typeface="Arial"/>
              <a:cs typeface="Arial"/>
              <a:sym typeface="Arial"/>
            </a:endParaRPr>
          </a:p>
        </p:txBody>
      </p:sp>
      <p:grpSp>
        <p:nvGrpSpPr>
          <p:cNvPr id="625" name="Google Shape;625;p8"/>
          <p:cNvGrpSpPr/>
          <p:nvPr/>
        </p:nvGrpSpPr>
        <p:grpSpPr>
          <a:xfrm>
            <a:off x="12511500" y="4560901"/>
            <a:ext cx="4781806" cy="5236075"/>
            <a:chOff x="0" y="-57150"/>
            <a:chExt cx="700036" cy="766539"/>
          </a:xfrm>
        </p:grpSpPr>
        <p:sp>
          <p:nvSpPr>
            <p:cNvPr id="626" name="Google Shape;626;p8"/>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143100" tIns="143100" rIns="143100" bIns="1431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27" name="Google Shape;627;p8"/>
            <p:cNvSpPr txBox="1"/>
            <p:nvPr/>
          </p:nvSpPr>
          <p:spPr>
            <a:xfrm>
              <a:off x="0" y="-57150"/>
              <a:ext cx="699900" cy="766500"/>
            </a:xfrm>
            <a:prstGeom prst="rect">
              <a:avLst/>
            </a:prstGeom>
            <a:noFill/>
            <a:ln>
              <a:noFill/>
            </a:ln>
          </p:spPr>
          <p:txBody>
            <a:bodyPr spcFirstLastPara="1" wrap="square" lIns="79500" tIns="79500" rIns="79500" bIns="79500" anchor="ctr" anchorCtr="0">
              <a:noAutofit/>
            </a:bodyPr>
            <a:lstStyle/>
            <a:p>
              <a:pPr marL="0" marR="0" lvl="0" indent="0" algn="ctr" rtl="0">
                <a:lnSpc>
                  <a:spcPct val="147722"/>
                </a:lnSpc>
                <a:spcBef>
                  <a:spcPts val="0"/>
                </a:spcBef>
                <a:spcAft>
                  <a:spcPts val="0"/>
                </a:spcAft>
                <a:buClr>
                  <a:srgbClr val="000000"/>
                </a:buClr>
                <a:buSzPts val="2817"/>
                <a:buFont typeface="Arial"/>
                <a:buNone/>
              </a:pPr>
              <a:endParaRPr sz="2817" b="0" i="0" u="none" strike="noStrike" cap="none">
                <a:solidFill>
                  <a:schemeClr val="dk1"/>
                </a:solidFill>
                <a:latin typeface="Calibri"/>
                <a:ea typeface="Calibri"/>
                <a:cs typeface="Calibri"/>
                <a:sym typeface="Calibri"/>
              </a:endParaRPr>
            </a:p>
          </p:txBody>
        </p:sp>
      </p:grpSp>
      <p:sp>
        <p:nvSpPr>
          <p:cNvPr id="628" name="Google Shape;628;p8"/>
          <p:cNvSpPr txBox="1"/>
          <p:nvPr/>
        </p:nvSpPr>
        <p:spPr>
          <a:xfrm>
            <a:off x="13156702" y="5251376"/>
            <a:ext cx="3491400" cy="446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900"/>
              <a:buFont typeface="Arial"/>
              <a:buNone/>
            </a:pPr>
            <a:r>
              <a:rPr lang="en-US" sz="2900" b="1" i="0" u="none" strike="noStrike" cap="none">
                <a:solidFill>
                  <a:srgbClr val="13655A"/>
                </a:solidFill>
                <a:latin typeface="Poppins"/>
                <a:ea typeface="Poppins"/>
                <a:cs typeface="Poppins"/>
                <a:sym typeface="Poppins"/>
              </a:rPr>
              <a:t>Bones | </a:t>
            </a:r>
            <a:r>
              <a:rPr lang="en-US" sz="2900" b="1" i="0" u="none" strike="noStrike" cap="none">
                <a:solidFill>
                  <a:srgbClr val="0000FF"/>
                </a:solidFill>
                <a:latin typeface="Poppins"/>
                <a:ea typeface="Poppins"/>
                <a:cs typeface="Poppins"/>
                <a:sym typeface="Poppins"/>
              </a:rPr>
              <a:t>Huesos</a:t>
            </a:r>
            <a:endParaRPr sz="2900" b="1" i="0" u="none" strike="noStrike" cap="none">
              <a:solidFill>
                <a:srgbClr val="0000FF"/>
              </a:solidFill>
              <a:latin typeface="Poppins"/>
              <a:ea typeface="Poppins"/>
              <a:cs typeface="Poppins"/>
              <a:sym typeface="Poppins"/>
            </a:endParaRPr>
          </a:p>
        </p:txBody>
      </p:sp>
      <p:sp>
        <p:nvSpPr>
          <p:cNvPr id="629" name="Google Shape;629;p8"/>
          <p:cNvSpPr txBox="1"/>
          <p:nvPr/>
        </p:nvSpPr>
        <p:spPr>
          <a:xfrm>
            <a:off x="1639900" y="5867346"/>
            <a:ext cx="3491400" cy="37527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300"/>
              <a:buFont typeface="Arial"/>
              <a:buNone/>
            </a:pPr>
            <a:r>
              <a:rPr lang="en-US" sz="2300" b="0" i="0" u="none" strike="noStrike" cap="none">
                <a:solidFill>
                  <a:srgbClr val="13655A"/>
                </a:solidFill>
                <a:latin typeface="Poppins"/>
                <a:ea typeface="Poppins"/>
                <a:cs typeface="Poppins"/>
                <a:sym typeface="Poppins"/>
              </a:rPr>
              <a:t>Decides what to do with the information received from various body parts</a:t>
            </a:r>
            <a:endParaRPr sz="23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300"/>
              <a:buFont typeface="Arial"/>
              <a:buNone/>
            </a:pPr>
            <a:endParaRPr sz="23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300"/>
              <a:buFont typeface="Arial"/>
              <a:buNone/>
            </a:pPr>
            <a:r>
              <a:rPr lang="en-US" sz="2300" b="0" i="0" u="none" strike="noStrike" cap="none">
                <a:solidFill>
                  <a:srgbClr val="0000FF"/>
                </a:solidFill>
                <a:latin typeface="Poppins"/>
                <a:ea typeface="Poppins"/>
                <a:cs typeface="Poppins"/>
                <a:sym typeface="Poppins"/>
              </a:rPr>
              <a:t>Decide qué hacer con la información recibida de las distintas partes del cuerpo</a:t>
            </a:r>
            <a:endParaRPr sz="2300" b="0" i="0" u="none" strike="noStrike" cap="none">
              <a:solidFill>
                <a:srgbClr val="0000FF"/>
              </a:solidFill>
              <a:latin typeface="Poppins"/>
              <a:ea typeface="Poppins"/>
              <a:cs typeface="Poppins"/>
              <a:sym typeface="Poppins"/>
            </a:endParaRPr>
          </a:p>
        </p:txBody>
      </p:sp>
      <p:sp>
        <p:nvSpPr>
          <p:cNvPr id="630" name="Google Shape;630;p8"/>
          <p:cNvSpPr txBox="1"/>
          <p:nvPr/>
        </p:nvSpPr>
        <p:spPr>
          <a:xfrm>
            <a:off x="7398275" y="6404896"/>
            <a:ext cx="3491400" cy="2801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600"/>
              <a:buFont typeface="Arial"/>
              <a:buNone/>
            </a:pPr>
            <a:r>
              <a:rPr lang="en-US" sz="2600" b="0" i="0" u="none" strike="noStrike" cap="none">
                <a:solidFill>
                  <a:srgbClr val="13655A"/>
                </a:solidFill>
                <a:latin typeface="Poppins"/>
                <a:ea typeface="Poppins"/>
                <a:cs typeface="Poppins"/>
                <a:sym typeface="Poppins"/>
              </a:rPr>
              <a:t>Carries signals to and from the brain</a:t>
            </a:r>
            <a:endParaRPr sz="26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600"/>
              <a:buFont typeface="Arial"/>
              <a:buNone/>
            </a:pPr>
            <a:endParaRPr sz="26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600"/>
              <a:buFont typeface="Arial"/>
              <a:buNone/>
            </a:pPr>
            <a:r>
              <a:rPr lang="en-US" sz="2600" b="0" i="0" u="none" strike="noStrike" cap="none">
                <a:solidFill>
                  <a:srgbClr val="0000FF"/>
                </a:solidFill>
                <a:latin typeface="Poppins"/>
                <a:ea typeface="Poppins"/>
                <a:cs typeface="Poppins"/>
                <a:sym typeface="Poppins"/>
              </a:rPr>
              <a:t>Transporta señales hacia y desde el cerebro</a:t>
            </a:r>
            <a:endParaRPr sz="2600" b="0" i="0" u="none" strike="noStrike" cap="none">
              <a:solidFill>
                <a:srgbClr val="0000FF"/>
              </a:solidFill>
              <a:latin typeface="Poppins"/>
              <a:ea typeface="Poppins"/>
              <a:cs typeface="Poppins"/>
              <a:sym typeface="Poppins"/>
            </a:endParaRPr>
          </a:p>
        </p:txBody>
      </p:sp>
      <p:sp>
        <p:nvSpPr>
          <p:cNvPr id="631" name="Google Shape;631;p8"/>
          <p:cNvSpPr txBox="1"/>
          <p:nvPr/>
        </p:nvSpPr>
        <p:spPr>
          <a:xfrm>
            <a:off x="12829250" y="5867350"/>
            <a:ext cx="4146300" cy="31830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200"/>
              <a:buFont typeface="Arial"/>
              <a:buNone/>
            </a:pPr>
            <a:r>
              <a:rPr lang="en-US" sz="2200" b="0" i="0" u="none" strike="noStrike" cap="none">
                <a:solidFill>
                  <a:srgbClr val="13655A"/>
                </a:solidFill>
                <a:latin typeface="Poppins"/>
                <a:ea typeface="Poppins"/>
                <a:cs typeface="Poppins"/>
                <a:sym typeface="Poppins"/>
              </a:rPr>
              <a:t>The skull and the spine protect the brain and spinal cord to keep it safe</a:t>
            </a:r>
            <a:endParaRPr sz="22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200"/>
              <a:buFont typeface="Arial"/>
              <a:buNone/>
            </a:pPr>
            <a:endParaRPr sz="22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200"/>
              <a:buFont typeface="Arial"/>
              <a:buNone/>
            </a:pPr>
            <a:r>
              <a:rPr lang="en-US" sz="2200" b="0" i="0" u="none" strike="noStrike" cap="none">
                <a:solidFill>
                  <a:srgbClr val="0000FF"/>
                </a:solidFill>
                <a:latin typeface="Poppins"/>
                <a:ea typeface="Poppins"/>
                <a:cs typeface="Poppins"/>
                <a:sym typeface="Poppins"/>
              </a:rPr>
              <a:t>El cráneo y la columna vertebral protegen el cerebro y la médula espinal para mantenerlos a salvo</a:t>
            </a:r>
            <a:endParaRPr sz="2200" b="0" i="0" u="none" strike="noStrike" cap="none">
              <a:solidFill>
                <a:srgbClr val="0000FF"/>
              </a:solidFill>
              <a:latin typeface="Poppins"/>
              <a:ea typeface="Poppins"/>
              <a:cs typeface="Poppins"/>
              <a:sym typeface="Poppi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635"/>
        <p:cNvGrpSpPr/>
        <p:nvPr/>
      </p:nvGrpSpPr>
      <p:grpSpPr>
        <a:xfrm>
          <a:off x="0" y="0"/>
          <a:ext cx="0" cy="0"/>
          <a:chOff x="0" y="0"/>
          <a:chExt cx="0" cy="0"/>
        </a:xfrm>
      </p:grpSpPr>
      <p:sp>
        <p:nvSpPr>
          <p:cNvPr id="636" name="Google Shape;636;p9"/>
          <p:cNvSpPr txBox="1"/>
          <p:nvPr/>
        </p:nvSpPr>
        <p:spPr>
          <a:xfrm>
            <a:off x="453125" y="822225"/>
            <a:ext cx="13673100" cy="30507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6008"/>
              <a:buFont typeface="Arial"/>
              <a:buNone/>
            </a:pPr>
            <a:r>
              <a:rPr lang="en-US" sz="6008" b="1" i="0" u="none" strike="noStrike" cap="none">
                <a:solidFill>
                  <a:srgbClr val="136447"/>
                </a:solidFill>
                <a:latin typeface="Poppins"/>
                <a:ea typeface="Poppins"/>
                <a:cs typeface="Poppins"/>
                <a:sym typeface="Poppins"/>
              </a:rPr>
              <a:t>Peripheral Nervous System (PNS)</a:t>
            </a:r>
            <a:endParaRPr sz="6008" b="1" i="0" u="none" strike="noStrike" cap="none">
              <a:solidFill>
                <a:srgbClr val="136447"/>
              </a:solidFill>
              <a:latin typeface="Poppins"/>
              <a:ea typeface="Poppins"/>
              <a:cs typeface="Poppins"/>
              <a:sym typeface="Poppins"/>
            </a:endParaRPr>
          </a:p>
          <a:p>
            <a:pPr marL="0" marR="0" lvl="0" indent="0" algn="ctr" rtl="0">
              <a:lnSpc>
                <a:spcPct val="100000"/>
              </a:lnSpc>
              <a:spcBef>
                <a:spcPts val="0"/>
              </a:spcBef>
              <a:spcAft>
                <a:spcPts val="0"/>
              </a:spcAft>
              <a:buClr>
                <a:schemeClr val="dk1"/>
              </a:buClr>
              <a:buSzPts val="6000"/>
              <a:buFont typeface="Arial"/>
              <a:buNone/>
            </a:pPr>
            <a:r>
              <a:rPr lang="en-US" sz="6000" b="1" i="0" u="none" strike="noStrike" cap="none">
                <a:solidFill>
                  <a:srgbClr val="0000FF"/>
                </a:solidFill>
                <a:latin typeface="Poppins"/>
                <a:ea typeface="Poppins"/>
                <a:cs typeface="Poppins"/>
                <a:sym typeface="Poppins"/>
              </a:rPr>
              <a:t>Sistema nervioso periférico (SNP)</a:t>
            </a:r>
            <a:endParaRPr sz="6000" b="1" i="0" u="none" strike="noStrike" cap="none">
              <a:solidFill>
                <a:srgbClr val="0000FF"/>
              </a:solidFill>
              <a:latin typeface="Poppins"/>
              <a:ea typeface="Poppins"/>
              <a:cs typeface="Poppins"/>
              <a:sym typeface="Poppins"/>
            </a:endParaRPr>
          </a:p>
          <a:p>
            <a:pPr marL="0" marR="0" lvl="0" indent="0" algn="ctr" rtl="0">
              <a:lnSpc>
                <a:spcPct val="130009"/>
              </a:lnSpc>
              <a:spcBef>
                <a:spcPts val="0"/>
              </a:spcBef>
              <a:spcAft>
                <a:spcPts val="0"/>
              </a:spcAft>
              <a:buClr>
                <a:srgbClr val="000000"/>
              </a:buClr>
              <a:buSzPts val="6008"/>
              <a:buFont typeface="Arial"/>
              <a:buNone/>
            </a:pPr>
            <a:endParaRPr sz="6008" b="1" i="0" u="none" strike="noStrike" cap="none">
              <a:solidFill>
                <a:srgbClr val="136447"/>
              </a:solidFill>
              <a:latin typeface="Poppins"/>
              <a:ea typeface="Poppins"/>
              <a:cs typeface="Poppins"/>
              <a:sym typeface="Poppins"/>
            </a:endParaRPr>
          </a:p>
        </p:txBody>
      </p:sp>
      <p:sp>
        <p:nvSpPr>
          <p:cNvPr id="637" name="Google Shape;637;p9"/>
          <p:cNvSpPr txBox="1"/>
          <p:nvPr/>
        </p:nvSpPr>
        <p:spPr>
          <a:xfrm>
            <a:off x="1639900" y="3285475"/>
            <a:ext cx="13673100" cy="21888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3600"/>
              <a:buFont typeface="Arial"/>
              <a:buNone/>
            </a:pPr>
            <a:r>
              <a:rPr lang="en-US" sz="3600" b="1" i="0" u="none" strike="noStrike" cap="none">
                <a:solidFill>
                  <a:srgbClr val="2D2F3B"/>
                </a:solidFill>
                <a:latin typeface="Poppins Medium"/>
                <a:ea typeface="Poppins Medium"/>
                <a:cs typeface="Poppins Medium"/>
                <a:sym typeface="Poppins Medium"/>
              </a:rPr>
              <a:t>The PNS is like the “delivery system” of the body</a:t>
            </a:r>
            <a:endParaRPr sz="36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600"/>
              <a:buFont typeface="Arial"/>
              <a:buNone/>
            </a:pPr>
            <a:r>
              <a:rPr lang="en-US" sz="3600" b="1" i="0" u="none" strike="noStrike" cap="none">
                <a:solidFill>
                  <a:srgbClr val="0000FF"/>
                </a:solidFill>
                <a:latin typeface="Poppins Medium"/>
                <a:ea typeface="Poppins Medium"/>
                <a:cs typeface="Poppins Medium"/>
                <a:sym typeface="Poppins Medium"/>
              </a:rPr>
              <a:t>El SNP es como el “sistema de distribución” del cuerpo</a:t>
            </a:r>
            <a:endParaRPr sz="36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endParaRPr sz="3000" b="1" i="0" u="none" strike="noStrike" cap="none">
              <a:solidFill>
                <a:srgbClr val="666666"/>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endParaRPr sz="3000" b="1" i="0" u="none" strike="noStrike" cap="none">
              <a:solidFill>
                <a:srgbClr val="666666"/>
              </a:solidFill>
              <a:latin typeface="Poppins Medium"/>
              <a:ea typeface="Poppins Medium"/>
              <a:cs typeface="Poppins Medium"/>
              <a:sym typeface="Poppins Medium"/>
            </a:endParaRPr>
          </a:p>
        </p:txBody>
      </p:sp>
      <p:grpSp>
        <p:nvGrpSpPr>
          <p:cNvPr id="638" name="Google Shape;638;p9"/>
          <p:cNvGrpSpPr/>
          <p:nvPr/>
        </p:nvGrpSpPr>
        <p:grpSpPr>
          <a:xfrm>
            <a:off x="2181100" y="4783789"/>
            <a:ext cx="4781806" cy="5236075"/>
            <a:chOff x="0" y="-57150"/>
            <a:chExt cx="700036" cy="766539"/>
          </a:xfrm>
        </p:grpSpPr>
        <p:sp>
          <p:nvSpPr>
            <p:cNvPr id="639" name="Google Shape;639;p9"/>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143100" tIns="143100" rIns="143100" bIns="1431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0" name="Google Shape;640;p9"/>
            <p:cNvSpPr txBox="1"/>
            <p:nvPr/>
          </p:nvSpPr>
          <p:spPr>
            <a:xfrm>
              <a:off x="0" y="-57150"/>
              <a:ext cx="699900" cy="766500"/>
            </a:xfrm>
            <a:prstGeom prst="rect">
              <a:avLst/>
            </a:prstGeom>
            <a:noFill/>
            <a:ln>
              <a:noFill/>
            </a:ln>
          </p:spPr>
          <p:txBody>
            <a:bodyPr spcFirstLastPara="1" wrap="square" lIns="79500" tIns="79500" rIns="79500" bIns="79500" anchor="ctr" anchorCtr="0">
              <a:noAutofit/>
            </a:bodyPr>
            <a:lstStyle/>
            <a:p>
              <a:pPr marL="0" marR="0" lvl="0" indent="0" algn="ctr" rtl="0">
                <a:lnSpc>
                  <a:spcPct val="147722"/>
                </a:lnSpc>
                <a:spcBef>
                  <a:spcPts val="0"/>
                </a:spcBef>
                <a:spcAft>
                  <a:spcPts val="0"/>
                </a:spcAft>
                <a:buClr>
                  <a:srgbClr val="000000"/>
                </a:buClr>
                <a:buSzPts val="2817"/>
                <a:buFont typeface="Arial"/>
                <a:buNone/>
              </a:pPr>
              <a:endParaRPr sz="2817" b="0" i="0" u="none" strike="noStrike" cap="none">
                <a:solidFill>
                  <a:schemeClr val="dk1"/>
                </a:solidFill>
                <a:latin typeface="Calibri"/>
                <a:ea typeface="Calibri"/>
                <a:cs typeface="Calibri"/>
                <a:sym typeface="Calibri"/>
              </a:endParaRPr>
            </a:p>
          </p:txBody>
        </p:sp>
      </p:grpSp>
      <p:sp>
        <p:nvSpPr>
          <p:cNvPr id="641" name="Google Shape;641;p9"/>
          <p:cNvSpPr txBox="1"/>
          <p:nvPr/>
        </p:nvSpPr>
        <p:spPr>
          <a:xfrm>
            <a:off x="2429700" y="5474275"/>
            <a:ext cx="4284600" cy="15177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900"/>
              <a:buFont typeface="Arial"/>
              <a:buNone/>
            </a:pPr>
            <a:r>
              <a:rPr lang="en-US" sz="2900" b="1" i="0" u="none" strike="noStrike" cap="none">
                <a:solidFill>
                  <a:srgbClr val="13655A"/>
                </a:solidFill>
                <a:latin typeface="Poppins"/>
                <a:ea typeface="Poppins"/>
                <a:cs typeface="Poppins"/>
                <a:sym typeface="Poppins"/>
              </a:rPr>
              <a:t>Somatic Nervous System | </a:t>
            </a:r>
            <a:r>
              <a:rPr lang="en-US" sz="2900" b="1" i="0" u="none" strike="noStrike" cap="none">
                <a:solidFill>
                  <a:srgbClr val="0000FF"/>
                </a:solidFill>
                <a:latin typeface="Poppins"/>
                <a:ea typeface="Poppins"/>
                <a:cs typeface="Poppins"/>
                <a:sym typeface="Poppins"/>
              </a:rPr>
              <a:t>Sistema nervioso somático</a:t>
            </a:r>
            <a:endParaRPr sz="2900" b="1" i="0" u="none" strike="noStrike" cap="none">
              <a:solidFill>
                <a:srgbClr val="0000FF"/>
              </a:solidFill>
              <a:latin typeface="Poppins"/>
              <a:ea typeface="Poppins"/>
              <a:cs typeface="Poppins"/>
              <a:sym typeface="Poppins"/>
            </a:endParaRPr>
          </a:p>
        </p:txBody>
      </p:sp>
      <p:grpSp>
        <p:nvGrpSpPr>
          <p:cNvPr id="642" name="Google Shape;642;p9"/>
          <p:cNvGrpSpPr/>
          <p:nvPr/>
        </p:nvGrpSpPr>
        <p:grpSpPr>
          <a:xfrm>
            <a:off x="10531200" y="4783776"/>
            <a:ext cx="4781806" cy="5236075"/>
            <a:chOff x="0" y="-57150"/>
            <a:chExt cx="700036" cy="766539"/>
          </a:xfrm>
        </p:grpSpPr>
        <p:sp>
          <p:nvSpPr>
            <p:cNvPr id="643" name="Google Shape;643;p9"/>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143100" tIns="143100" rIns="143100" bIns="1431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4" name="Google Shape;644;p9"/>
            <p:cNvSpPr txBox="1"/>
            <p:nvPr/>
          </p:nvSpPr>
          <p:spPr>
            <a:xfrm>
              <a:off x="0" y="-57150"/>
              <a:ext cx="699900" cy="766500"/>
            </a:xfrm>
            <a:prstGeom prst="rect">
              <a:avLst/>
            </a:prstGeom>
            <a:noFill/>
            <a:ln>
              <a:noFill/>
            </a:ln>
          </p:spPr>
          <p:txBody>
            <a:bodyPr spcFirstLastPara="1" wrap="square" lIns="79500" tIns="79500" rIns="79500" bIns="79500" anchor="ctr" anchorCtr="0">
              <a:noAutofit/>
            </a:bodyPr>
            <a:lstStyle/>
            <a:p>
              <a:pPr marL="0" marR="0" lvl="0" indent="0" algn="ctr" rtl="0">
                <a:lnSpc>
                  <a:spcPct val="147722"/>
                </a:lnSpc>
                <a:spcBef>
                  <a:spcPts val="0"/>
                </a:spcBef>
                <a:spcAft>
                  <a:spcPts val="0"/>
                </a:spcAft>
                <a:buClr>
                  <a:srgbClr val="000000"/>
                </a:buClr>
                <a:buSzPts val="2817"/>
                <a:buFont typeface="Arial"/>
                <a:buNone/>
              </a:pPr>
              <a:endParaRPr sz="2817" b="0" i="0" u="none" strike="noStrike" cap="none">
                <a:solidFill>
                  <a:schemeClr val="dk1"/>
                </a:solidFill>
                <a:latin typeface="Calibri"/>
                <a:ea typeface="Calibri"/>
                <a:cs typeface="Calibri"/>
                <a:sym typeface="Calibri"/>
              </a:endParaRPr>
            </a:p>
          </p:txBody>
        </p:sp>
      </p:grpSp>
      <p:sp>
        <p:nvSpPr>
          <p:cNvPr id="645" name="Google Shape;645;p9"/>
          <p:cNvSpPr txBox="1"/>
          <p:nvPr/>
        </p:nvSpPr>
        <p:spPr>
          <a:xfrm>
            <a:off x="10779800" y="5474275"/>
            <a:ext cx="4284600" cy="20532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900"/>
              <a:buFont typeface="Arial"/>
              <a:buNone/>
            </a:pPr>
            <a:r>
              <a:rPr lang="en-US" sz="2900" b="1">
                <a:solidFill>
                  <a:srgbClr val="13655A"/>
                </a:solidFill>
                <a:latin typeface="Poppins"/>
                <a:ea typeface="Poppins"/>
                <a:cs typeface="Poppins"/>
                <a:sym typeface="Poppins"/>
              </a:rPr>
              <a:t>Autonomic</a:t>
            </a:r>
            <a:r>
              <a:rPr lang="en-US" sz="2900" b="1" i="0" u="none" strike="noStrike" cap="none">
                <a:solidFill>
                  <a:srgbClr val="13655A"/>
                </a:solidFill>
                <a:latin typeface="Poppins"/>
                <a:ea typeface="Poppins"/>
                <a:cs typeface="Poppins"/>
                <a:sym typeface="Poppins"/>
              </a:rPr>
              <a:t> Nervous System | </a:t>
            </a:r>
            <a:r>
              <a:rPr lang="en-US" sz="2900" b="1" i="0" u="none" strike="noStrike" cap="none">
                <a:solidFill>
                  <a:srgbClr val="0000FF"/>
                </a:solidFill>
                <a:latin typeface="Poppins"/>
                <a:ea typeface="Poppins"/>
                <a:cs typeface="Poppins"/>
                <a:sym typeface="Poppins"/>
              </a:rPr>
              <a:t>Sistema nervioso </a:t>
            </a:r>
            <a:r>
              <a:rPr lang="en-US" sz="2900" b="1">
                <a:solidFill>
                  <a:srgbClr val="0000FF"/>
                </a:solidFill>
                <a:latin typeface="Poppins"/>
                <a:ea typeface="Poppins"/>
                <a:cs typeface="Poppins"/>
                <a:sym typeface="Poppins"/>
              </a:rPr>
              <a:t>autónomo</a:t>
            </a:r>
            <a:endParaRPr sz="2900" b="1">
              <a:solidFill>
                <a:srgbClr val="0000FF"/>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900"/>
              <a:buFont typeface="Arial"/>
              <a:buNone/>
            </a:pPr>
            <a:endParaRPr sz="2900" b="1">
              <a:solidFill>
                <a:srgbClr val="0000FF"/>
              </a:solidFill>
              <a:latin typeface="Poppins"/>
              <a:ea typeface="Poppins"/>
              <a:cs typeface="Poppins"/>
              <a:sym typeface="Poppins"/>
            </a:endParaRPr>
          </a:p>
        </p:txBody>
      </p:sp>
      <p:sp>
        <p:nvSpPr>
          <p:cNvPr id="646" name="Google Shape;646;p9"/>
          <p:cNvSpPr txBox="1"/>
          <p:nvPr/>
        </p:nvSpPr>
        <p:spPr>
          <a:xfrm>
            <a:off x="2826300" y="7188934"/>
            <a:ext cx="3491400" cy="23211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600"/>
              <a:buFont typeface="Arial"/>
              <a:buNone/>
            </a:pPr>
            <a:r>
              <a:rPr lang="en-US" sz="2600" b="0" i="0" u="none" strike="noStrike" cap="none">
                <a:solidFill>
                  <a:srgbClr val="13655A"/>
                </a:solidFill>
                <a:latin typeface="Poppins"/>
                <a:ea typeface="Poppins"/>
                <a:cs typeface="Poppins"/>
                <a:sym typeface="Poppins"/>
              </a:rPr>
              <a:t>Controls voluntary actions</a:t>
            </a:r>
            <a:endParaRPr sz="26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600"/>
              <a:buFont typeface="Arial"/>
              <a:buNone/>
            </a:pPr>
            <a:endParaRPr sz="26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600"/>
              <a:buFont typeface="Arial"/>
              <a:buNone/>
            </a:pPr>
            <a:r>
              <a:rPr lang="en-US" sz="2600" b="0" i="0" u="none" strike="noStrike" cap="none">
                <a:solidFill>
                  <a:srgbClr val="0000FF"/>
                </a:solidFill>
                <a:latin typeface="Poppins"/>
                <a:ea typeface="Poppins"/>
                <a:cs typeface="Poppins"/>
                <a:sym typeface="Poppins"/>
              </a:rPr>
              <a:t>Controla las acciones voluntarias</a:t>
            </a:r>
            <a:endParaRPr sz="2600" b="0" i="0" u="none" strike="noStrike" cap="none">
              <a:solidFill>
                <a:srgbClr val="0000FF"/>
              </a:solidFill>
              <a:latin typeface="Poppins"/>
              <a:ea typeface="Poppins"/>
              <a:cs typeface="Poppins"/>
              <a:sym typeface="Poppins"/>
            </a:endParaRPr>
          </a:p>
        </p:txBody>
      </p:sp>
      <p:sp>
        <p:nvSpPr>
          <p:cNvPr id="647" name="Google Shape;647;p9"/>
          <p:cNvSpPr txBox="1"/>
          <p:nvPr/>
        </p:nvSpPr>
        <p:spPr>
          <a:xfrm>
            <a:off x="11026550" y="7188925"/>
            <a:ext cx="3791100" cy="26937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500"/>
              <a:buFont typeface="Arial"/>
              <a:buNone/>
            </a:pPr>
            <a:r>
              <a:rPr lang="en-US" sz="2500" b="0" i="0" u="none" strike="noStrike" cap="none">
                <a:solidFill>
                  <a:srgbClr val="13655A"/>
                </a:solidFill>
                <a:latin typeface="Poppins"/>
                <a:ea typeface="Poppins"/>
                <a:cs typeface="Poppins"/>
                <a:sym typeface="Poppins"/>
              </a:rPr>
              <a:t>Controls involuntary/</a:t>
            </a:r>
            <a:endParaRPr sz="25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500"/>
              <a:buFont typeface="Arial"/>
              <a:buNone/>
            </a:pPr>
            <a:r>
              <a:rPr lang="en-US" sz="2500" b="0" i="0" u="none" strike="noStrike" cap="none">
                <a:solidFill>
                  <a:srgbClr val="13655A"/>
                </a:solidFill>
                <a:latin typeface="Poppins"/>
                <a:ea typeface="Poppins"/>
                <a:cs typeface="Poppins"/>
                <a:sym typeface="Poppins"/>
              </a:rPr>
              <a:t>automatic actions</a:t>
            </a:r>
            <a:endParaRPr sz="25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500"/>
              <a:buFont typeface="Arial"/>
              <a:buNone/>
            </a:pPr>
            <a:endParaRPr sz="25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500"/>
              <a:buFont typeface="Arial"/>
              <a:buNone/>
            </a:pPr>
            <a:r>
              <a:rPr lang="en-US" sz="2500" b="0" i="0" u="none" strike="noStrike" cap="none">
                <a:solidFill>
                  <a:srgbClr val="0000FF"/>
                </a:solidFill>
                <a:latin typeface="Poppins"/>
                <a:ea typeface="Poppins"/>
                <a:cs typeface="Poppins"/>
                <a:sym typeface="Poppins"/>
              </a:rPr>
              <a:t>Controla las acciones involuntarias/</a:t>
            </a:r>
            <a:endParaRPr sz="2500" b="0" i="0" u="none" strike="noStrike" cap="none">
              <a:solidFill>
                <a:srgbClr val="0000FF"/>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500"/>
              <a:buFont typeface="Arial"/>
              <a:buNone/>
            </a:pPr>
            <a:r>
              <a:rPr lang="en-US" sz="2500" b="0" i="0" u="none" strike="noStrike" cap="none">
                <a:solidFill>
                  <a:srgbClr val="0000FF"/>
                </a:solidFill>
                <a:latin typeface="Poppins"/>
                <a:ea typeface="Poppins"/>
                <a:cs typeface="Poppins"/>
                <a:sym typeface="Poppins"/>
              </a:rPr>
              <a:t>automáticas</a:t>
            </a:r>
            <a:endParaRPr sz="2500" b="0" i="0" u="none" strike="noStrike" cap="none">
              <a:solidFill>
                <a:srgbClr val="0000FF"/>
              </a:solidFill>
              <a:latin typeface="Poppins"/>
              <a:ea typeface="Poppins"/>
              <a:cs typeface="Poppins"/>
              <a:sym typeface="Poppi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651"/>
        <p:cNvGrpSpPr/>
        <p:nvPr/>
      </p:nvGrpSpPr>
      <p:grpSpPr>
        <a:xfrm>
          <a:off x="0" y="0"/>
          <a:ext cx="0" cy="0"/>
          <a:chOff x="0" y="0"/>
          <a:chExt cx="0" cy="0"/>
        </a:xfrm>
      </p:grpSpPr>
      <p:sp>
        <p:nvSpPr>
          <p:cNvPr id="652" name="Google Shape;652;p10"/>
          <p:cNvSpPr txBox="1"/>
          <p:nvPr/>
        </p:nvSpPr>
        <p:spPr>
          <a:xfrm>
            <a:off x="-376475" y="756175"/>
            <a:ext cx="13673100" cy="21270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6008"/>
              <a:buFont typeface="Arial"/>
              <a:buNone/>
            </a:pPr>
            <a:r>
              <a:rPr lang="en-US" sz="6008" b="1" i="0" u="none" strike="noStrike" cap="none">
                <a:solidFill>
                  <a:srgbClr val="136447"/>
                </a:solidFill>
                <a:latin typeface="Poppins"/>
                <a:ea typeface="Poppins"/>
                <a:cs typeface="Poppins"/>
                <a:sym typeface="Poppins"/>
              </a:rPr>
              <a:t>Autonomic System: 2 Teams</a:t>
            </a:r>
            <a:endParaRPr sz="6008" b="1" i="0" u="none" strike="noStrike" cap="none">
              <a:solidFill>
                <a:srgbClr val="136447"/>
              </a:solidFill>
              <a:latin typeface="Poppins"/>
              <a:ea typeface="Poppins"/>
              <a:cs typeface="Poppins"/>
              <a:sym typeface="Poppins"/>
            </a:endParaRPr>
          </a:p>
          <a:p>
            <a:pPr marL="0" marR="0" lvl="0" indent="0" algn="ctr" rtl="0">
              <a:lnSpc>
                <a:spcPct val="130009"/>
              </a:lnSpc>
              <a:spcBef>
                <a:spcPts val="0"/>
              </a:spcBef>
              <a:spcAft>
                <a:spcPts val="0"/>
              </a:spcAft>
              <a:buClr>
                <a:srgbClr val="000000"/>
              </a:buClr>
              <a:buSzPts val="6008"/>
              <a:buFont typeface="Arial"/>
              <a:buNone/>
            </a:pPr>
            <a:r>
              <a:rPr lang="en-US" sz="6008" b="1" i="0" u="none" strike="noStrike" cap="none">
                <a:solidFill>
                  <a:srgbClr val="0000FF"/>
                </a:solidFill>
                <a:latin typeface="Poppins"/>
                <a:ea typeface="Poppins"/>
                <a:cs typeface="Poppins"/>
                <a:sym typeface="Poppins"/>
              </a:rPr>
              <a:t>Sistema autónomo: 2 equipos</a:t>
            </a:r>
            <a:endParaRPr sz="6008" b="1" i="0" u="none" strike="noStrike" cap="none">
              <a:solidFill>
                <a:srgbClr val="0000FF"/>
              </a:solidFill>
              <a:latin typeface="Poppins"/>
              <a:ea typeface="Poppins"/>
              <a:cs typeface="Poppins"/>
              <a:sym typeface="Poppins"/>
            </a:endParaRPr>
          </a:p>
        </p:txBody>
      </p:sp>
      <p:sp>
        <p:nvSpPr>
          <p:cNvPr id="653" name="Google Shape;653;p10"/>
          <p:cNvSpPr txBox="1"/>
          <p:nvPr/>
        </p:nvSpPr>
        <p:spPr>
          <a:xfrm>
            <a:off x="1602000" y="3243875"/>
            <a:ext cx="15084000" cy="2798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3600"/>
              <a:buFont typeface="Arial"/>
              <a:buNone/>
            </a:pPr>
            <a:r>
              <a:rPr lang="en-US" sz="3600" b="1" i="0" u="none" strike="noStrike" cap="none">
                <a:solidFill>
                  <a:srgbClr val="2D2F3B"/>
                </a:solidFill>
                <a:latin typeface="Poppins Medium"/>
                <a:ea typeface="Poppins Medium"/>
                <a:cs typeface="Poppins Medium"/>
                <a:sym typeface="Poppins Medium"/>
              </a:rPr>
              <a:t>Think of them as the </a:t>
            </a:r>
            <a:r>
              <a:rPr lang="en-US" sz="3600" b="1" i="1" u="none" strike="noStrike" cap="none">
                <a:solidFill>
                  <a:srgbClr val="2D2F3B"/>
                </a:solidFill>
                <a:latin typeface="Poppins Medium"/>
                <a:ea typeface="Poppins Medium"/>
                <a:cs typeface="Poppins Medium"/>
                <a:sym typeface="Poppins Medium"/>
              </a:rPr>
              <a:t>gas pedal</a:t>
            </a:r>
            <a:r>
              <a:rPr lang="en-US" sz="3600" b="1" i="0" u="none" strike="noStrike" cap="none">
                <a:solidFill>
                  <a:srgbClr val="2D2F3B"/>
                </a:solidFill>
                <a:latin typeface="Poppins Medium"/>
                <a:ea typeface="Poppins Medium"/>
                <a:cs typeface="Poppins Medium"/>
                <a:sym typeface="Poppins Medium"/>
              </a:rPr>
              <a:t> and </a:t>
            </a:r>
            <a:r>
              <a:rPr lang="en-US" sz="3600" b="1" i="1" u="none" strike="noStrike" cap="none">
                <a:solidFill>
                  <a:srgbClr val="2D2F3B"/>
                </a:solidFill>
                <a:latin typeface="Poppins Medium"/>
                <a:ea typeface="Poppins Medium"/>
                <a:cs typeface="Poppins Medium"/>
                <a:sym typeface="Poppins Medium"/>
              </a:rPr>
              <a:t>brake</a:t>
            </a:r>
            <a:r>
              <a:rPr lang="en-US" sz="3600" b="1" i="0" u="none" strike="noStrike" cap="none">
                <a:solidFill>
                  <a:srgbClr val="2D2F3B"/>
                </a:solidFill>
                <a:latin typeface="Poppins Medium"/>
                <a:ea typeface="Poppins Medium"/>
                <a:cs typeface="Poppins Medium"/>
                <a:sym typeface="Poppins Medium"/>
              </a:rPr>
              <a:t> for your body</a:t>
            </a:r>
            <a:endParaRPr sz="36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600"/>
              <a:buFont typeface="Arial"/>
              <a:buNone/>
            </a:pPr>
            <a:r>
              <a:rPr lang="en-US" sz="3600" b="1" i="0" u="none" strike="noStrike" cap="none">
                <a:solidFill>
                  <a:srgbClr val="0000FF"/>
                </a:solidFill>
                <a:latin typeface="Poppins Medium"/>
                <a:ea typeface="Poppins Medium"/>
                <a:cs typeface="Poppins Medium"/>
                <a:sym typeface="Poppins Medium"/>
              </a:rPr>
              <a:t>Piensa en ellos como el acelerador y el freno para tu cuerpo</a:t>
            </a:r>
            <a:endParaRPr sz="36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600"/>
              <a:buFont typeface="Arial"/>
              <a:buNone/>
            </a:pPr>
            <a:endParaRPr sz="36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endParaRPr sz="3000" b="1" i="0" u="none" strike="noStrike" cap="none">
              <a:solidFill>
                <a:srgbClr val="666666"/>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endParaRPr sz="3000" b="1" i="0" u="none" strike="noStrike" cap="none">
              <a:solidFill>
                <a:srgbClr val="666666"/>
              </a:solidFill>
              <a:latin typeface="Poppins Medium"/>
              <a:ea typeface="Poppins Medium"/>
              <a:cs typeface="Poppins Medium"/>
              <a:sym typeface="Poppins Medium"/>
            </a:endParaRPr>
          </a:p>
        </p:txBody>
      </p:sp>
      <p:grpSp>
        <p:nvGrpSpPr>
          <p:cNvPr id="654" name="Google Shape;654;p10"/>
          <p:cNvGrpSpPr/>
          <p:nvPr/>
        </p:nvGrpSpPr>
        <p:grpSpPr>
          <a:xfrm>
            <a:off x="1915250" y="4606100"/>
            <a:ext cx="5489052" cy="5236075"/>
            <a:chOff x="0" y="-57150"/>
            <a:chExt cx="700036" cy="766539"/>
          </a:xfrm>
        </p:grpSpPr>
        <p:sp>
          <p:nvSpPr>
            <p:cNvPr id="655" name="Google Shape;655;p10"/>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143100" tIns="143100" rIns="143100" bIns="1431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6" name="Google Shape;656;p10"/>
            <p:cNvSpPr txBox="1"/>
            <p:nvPr/>
          </p:nvSpPr>
          <p:spPr>
            <a:xfrm>
              <a:off x="0" y="-57150"/>
              <a:ext cx="699900" cy="766500"/>
            </a:xfrm>
            <a:prstGeom prst="rect">
              <a:avLst/>
            </a:prstGeom>
            <a:noFill/>
            <a:ln>
              <a:noFill/>
            </a:ln>
          </p:spPr>
          <p:txBody>
            <a:bodyPr spcFirstLastPara="1" wrap="square" lIns="79500" tIns="79500" rIns="79500" bIns="79500" anchor="ctr" anchorCtr="0">
              <a:noAutofit/>
            </a:bodyPr>
            <a:lstStyle/>
            <a:p>
              <a:pPr marL="0" marR="0" lvl="0" indent="0" algn="ctr" rtl="0">
                <a:lnSpc>
                  <a:spcPct val="147722"/>
                </a:lnSpc>
                <a:spcBef>
                  <a:spcPts val="0"/>
                </a:spcBef>
                <a:spcAft>
                  <a:spcPts val="0"/>
                </a:spcAft>
                <a:buClr>
                  <a:srgbClr val="000000"/>
                </a:buClr>
                <a:buSzPts val="2817"/>
                <a:buFont typeface="Arial"/>
                <a:buNone/>
              </a:pPr>
              <a:endParaRPr sz="2817" b="0" i="0" u="none" strike="noStrike" cap="none">
                <a:solidFill>
                  <a:schemeClr val="dk1"/>
                </a:solidFill>
                <a:latin typeface="Calibri"/>
                <a:ea typeface="Calibri"/>
                <a:cs typeface="Calibri"/>
                <a:sym typeface="Calibri"/>
              </a:endParaRPr>
            </a:p>
          </p:txBody>
        </p:sp>
      </p:grpSp>
      <p:sp>
        <p:nvSpPr>
          <p:cNvPr id="657" name="Google Shape;657;p10"/>
          <p:cNvSpPr txBox="1"/>
          <p:nvPr/>
        </p:nvSpPr>
        <p:spPr>
          <a:xfrm>
            <a:off x="2220925" y="5296575"/>
            <a:ext cx="4877700" cy="446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900"/>
              <a:buFont typeface="Arial"/>
              <a:buNone/>
            </a:pPr>
            <a:r>
              <a:rPr lang="en-US" sz="2900" b="1" i="0" u="none" strike="noStrike" cap="none">
                <a:solidFill>
                  <a:srgbClr val="13655A"/>
                </a:solidFill>
                <a:latin typeface="Poppins"/>
                <a:ea typeface="Poppins"/>
                <a:cs typeface="Poppins"/>
                <a:sym typeface="Poppins"/>
              </a:rPr>
              <a:t>Sympathetic | </a:t>
            </a:r>
            <a:r>
              <a:rPr lang="en-US" sz="2900" b="1" i="0" u="none" strike="noStrike" cap="none">
                <a:solidFill>
                  <a:srgbClr val="0000FF"/>
                </a:solidFill>
                <a:latin typeface="Poppins"/>
                <a:ea typeface="Poppins"/>
                <a:cs typeface="Poppins"/>
                <a:sym typeface="Poppins"/>
              </a:rPr>
              <a:t>Simpático</a:t>
            </a:r>
            <a:r>
              <a:rPr lang="en-US" sz="2900" b="1" i="0" u="none" strike="noStrike" cap="none">
                <a:solidFill>
                  <a:srgbClr val="13655A"/>
                </a:solidFill>
                <a:latin typeface="Poppins"/>
                <a:ea typeface="Poppins"/>
                <a:cs typeface="Poppins"/>
                <a:sym typeface="Poppins"/>
              </a:rPr>
              <a:t> </a:t>
            </a:r>
            <a:endParaRPr sz="2800" b="0" i="0" u="none" strike="noStrike" cap="none">
              <a:solidFill>
                <a:srgbClr val="000000"/>
              </a:solidFill>
              <a:latin typeface="Arial"/>
              <a:ea typeface="Arial"/>
              <a:cs typeface="Arial"/>
              <a:sym typeface="Arial"/>
            </a:endParaRPr>
          </a:p>
        </p:txBody>
      </p:sp>
      <p:grpSp>
        <p:nvGrpSpPr>
          <p:cNvPr id="658" name="Google Shape;658;p10"/>
          <p:cNvGrpSpPr/>
          <p:nvPr/>
        </p:nvGrpSpPr>
        <p:grpSpPr>
          <a:xfrm>
            <a:off x="10129050" y="4606075"/>
            <a:ext cx="5489052" cy="5236075"/>
            <a:chOff x="0" y="-57150"/>
            <a:chExt cx="700036" cy="766539"/>
          </a:xfrm>
        </p:grpSpPr>
        <p:sp>
          <p:nvSpPr>
            <p:cNvPr id="659" name="Google Shape;659;p10"/>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143100" tIns="143100" rIns="143100" bIns="1431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0" name="Google Shape;660;p10"/>
            <p:cNvSpPr txBox="1"/>
            <p:nvPr/>
          </p:nvSpPr>
          <p:spPr>
            <a:xfrm>
              <a:off x="0" y="-57150"/>
              <a:ext cx="699900" cy="766500"/>
            </a:xfrm>
            <a:prstGeom prst="rect">
              <a:avLst/>
            </a:prstGeom>
            <a:noFill/>
            <a:ln>
              <a:noFill/>
            </a:ln>
          </p:spPr>
          <p:txBody>
            <a:bodyPr spcFirstLastPara="1" wrap="square" lIns="79500" tIns="79500" rIns="79500" bIns="79500" anchor="ctr" anchorCtr="0">
              <a:noAutofit/>
            </a:bodyPr>
            <a:lstStyle/>
            <a:p>
              <a:pPr marL="0" marR="0" lvl="0" indent="0" algn="ctr" rtl="0">
                <a:lnSpc>
                  <a:spcPct val="147722"/>
                </a:lnSpc>
                <a:spcBef>
                  <a:spcPts val="0"/>
                </a:spcBef>
                <a:spcAft>
                  <a:spcPts val="0"/>
                </a:spcAft>
                <a:buClr>
                  <a:srgbClr val="000000"/>
                </a:buClr>
                <a:buSzPts val="2817"/>
                <a:buFont typeface="Arial"/>
                <a:buNone/>
              </a:pPr>
              <a:endParaRPr sz="2817" b="0" i="0" u="none" strike="noStrike" cap="none">
                <a:solidFill>
                  <a:schemeClr val="dk1"/>
                </a:solidFill>
                <a:latin typeface="Calibri"/>
                <a:ea typeface="Calibri"/>
                <a:cs typeface="Calibri"/>
                <a:sym typeface="Calibri"/>
              </a:endParaRPr>
            </a:p>
          </p:txBody>
        </p:sp>
      </p:grpSp>
      <p:sp>
        <p:nvSpPr>
          <p:cNvPr id="661" name="Google Shape;661;p10"/>
          <p:cNvSpPr txBox="1"/>
          <p:nvPr/>
        </p:nvSpPr>
        <p:spPr>
          <a:xfrm>
            <a:off x="10868750" y="5296575"/>
            <a:ext cx="4106700" cy="9819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900"/>
              <a:buFont typeface="Arial"/>
              <a:buNone/>
            </a:pPr>
            <a:r>
              <a:rPr lang="en-US" sz="2900" b="1" i="0" u="none" strike="noStrike" cap="none">
                <a:solidFill>
                  <a:srgbClr val="13655A"/>
                </a:solidFill>
                <a:latin typeface="Poppins"/>
                <a:ea typeface="Poppins"/>
                <a:cs typeface="Poppins"/>
                <a:sym typeface="Poppins"/>
              </a:rPr>
              <a:t>Parasympathetic | </a:t>
            </a:r>
            <a:r>
              <a:rPr lang="en-US" sz="2900" b="1" i="0" u="none" strike="noStrike" cap="none">
                <a:solidFill>
                  <a:srgbClr val="0000FF"/>
                </a:solidFill>
                <a:latin typeface="Poppins"/>
                <a:ea typeface="Poppins"/>
                <a:cs typeface="Poppins"/>
                <a:sym typeface="Poppins"/>
              </a:rPr>
              <a:t>Parasimpático</a:t>
            </a:r>
            <a:endParaRPr sz="2900" b="1" i="0" u="none" strike="noStrike" cap="none">
              <a:solidFill>
                <a:srgbClr val="0000FF"/>
              </a:solidFill>
              <a:latin typeface="Poppins"/>
              <a:ea typeface="Poppins"/>
              <a:cs typeface="Poppins"/>
              <a:sym typeface="Poppins"/>
            </a:endParaRPr>
          </a:p>
        </p:txBody>
      </p:sp>
      <p:sp>
        <p:nvSpPr>
          <p:cNvPr id="662" name="Google Shape;662;p10"/>
          <p:cNvSpPr txBox="1"/>
          <p:nvPr/>
        </p:nvSpPr>
        <p:spPr>
          <a:xfrm>
            <a:off x="2054550" y="6042275"/>
            <a:ext cx="5034900" cy="35895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200"/>
              <a:buFont typeface="Arial"/>
              <a:buNone/>
            </a:pPr>
            <a:r>
              <a:rPr lang="en-US" sz="2200" b="0" i="0" u="none" strike="noStrike" cap="none">
                <a:solidFill>
                  <a:srgbClr val="13655A"/>
                </a:solidFill>
                <a:latin typeface="Poppins"/>
                <a:ea typeface="Poppins"/>
                <a:cs typeface="Poppins"/>
                <a:sym typeface="Poppins"/>
              </a:rPr>
              <a:t>“Fight or Flight”</a:t>
            </a:r>
            <a:endParaRPr sz="22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200"/>
              <a:buFont typeface="Arial"/>
              <a:buNone/>
            </a:pPr>
            <a:r>
              <a:rPr lang="en-US" sz="2200" b="0" i="0" u="none" strike="noStrike" cap="none">
                <a:solidFill>
                  <a:srgbClr val="0000FF"/>
                </a:solidFill>
                <a:latin typeface="Poppins"/>
                <a:ea typeface="Poppins"/>
                <a:cs typeface="Poppins"/>
                <a:sym typeface="Poppins"/>
              </a:rPr>
              <a:t>“Lucha o huida”</a:t>
            </a:r>
            <a:endParaRPr sz="2200" b="0" i="0" u="none" strike="noStrike" cap="none">
              <a:solidFill>
                <a:srgbClr val="0000FF"/>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200"/>
              <a:buFont typeface="Arial"/>
              <a:buNone/>
            </a:pPr>
            <a:endParaRPr sz="22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200"/>
              <a:buFont typeface="Arial"/>
              <a:buNone/>
            </a:pPr>
            <a:r>
              <a:rPr lang="en-US" sz="2200" b="0" i="0" u="none" strike="noStrike" cap="none">
                <a:solidFill>
                  <a:srgbClr val="13655A"/>
                </a:solidFill>
                <a:latin typeface="Poppins"/>
                <a:ea typeface="Poppins"/>
                <a:cs typeface="Poppins"/>
                <a:sym typeface="Poppins"/>
              </a:rPr>
              <a:t>Speeds up your body</a:t>
            </a:r>
            <a:endParaRPr sz="22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200"/>
              <a:buFont typeface="Arial"/>
              <a:buNone/>
            </a:pPr>
            <a:r>
              <a:rPr lang="en-US" sz="2200" b="0" i="0" u="none" strike="noStrike" cap="none">
                <a:solidFill>
                  <a:srgbClr val="0000FF"/>
                </a:solidFill>
                <a:latin typeface="Poppins"/>
                <a:ea typeface="Poppins"/>
                <a:cs typeface="Poppins"/>
                <a:sym typeface="Poppins"/>
              </a:rPr>
              <a:t>Acelera tu cuerpo</a:t>
            </a:r>
            <a:endParaRPr sz="2200" b="0" i="0" u="none" strike="noStrike" cap="none">
              <a:solidFill>
                <a:srgbClr val="0000FF"/>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200"/>
              <a:buFont typeface="Arial"/>
              <a:buNone/>
            </a:pPr>
            <a:endParaRPr sz="22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200"/>
              <a:buFont typeface="Arial"/>
              <a:buNone/>
            </a:pPr>
            <a:r>
              <a:rPr lang="en-US" sz="2200" b="0" i="0" u="none" strike="noStrike" cap="none">
                <a:solidFill>
                  <a:srgbClr val="13655A"/>
                </a:solidFill>
                <a:latin typeface="Poppins"/>
                <a:ea typeface="Poppins"/>
                <a:cs typeface="Poppins"/>
                <a:sym typeface="Poppins"/>
              </a:rPr>
              <a:t>Increased heart rate, dilated pupils</a:t>
            </a:r>
            <a:endParaRPr sz="22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200"/>
              <a:buFont typeface="Arial"/>
              <a:buNone/>
            </a:pPr>
            <a:r>
              <a:rPr lang="en-US" sz="2200" b="0" i="0" u="none" strike="noStrike" cap="none">
                <a:solidFill>
                  <a:srgbClr val="0000FF"/>
                </a:solidFill>
                <a:latin typeface="Poppins"/>
                <a:ea typeface="Poppins"/>
                <a:cs typeface="Poppins"/>
                <a:sym typeface="Poppins"/>
              </a:rPr>
              <a:t>Aumento de la frecuencia cardíaca, pupilas dilatadas</a:t>
            </a:r>
            <a:endParaRPr sz="2200" b="0" i="0" u="none" strike="noStrike" cap="none">
              <a:solidFill>
                <a:srgbClr val="0000FF"/>
              </a:solidFill>
              <a:latin typeface="Poppins"/>
              <a:ea typeface="Poppins"/>
              <a:cs typeface="Poppins"/>
              <a:sym typeface="Poppins"/>
            </a:endParaRPr>
          </a:p>
        </p:txBody>
      </p:sp>
      <p:sp>
        <p:nvSpPr>
          <p:cNvPr id="663" name="Google Shape;663;p10"/>
          <p:cNvSpPr txBox="1"/>
          <p:nvPr/>
        </p:nvSpPr>
        <p:spPr>
          <a:xfrm>
            <a:off x="10434725" y="6256875"/>
            <a:ext cx="4877700" cy="36327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000"/>
              <a:buFont typeface="Arial"/>
              <a:buNone/>
            </a:pPr>
            <a:r>
              <a:rPr lang="en-US" sz="2000" b="0" i="0" u="none" strike="noStrike" cap="none">
                <a:solidFill>
                  <a:srgbClr val="13655A"/>
                </a:solidFill>
                <a:latin typeface="Poppins"/>
                <a:ea typeface="Poppins"/>
                <a:cs typeface="Poppins"/>
                <a:sym typeface="Poppins"/>
              </a:rPr>
              <a:t>“Rest and Digest”</a:t>
            </a:r>
            <a:endParaRPr sz="20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000"/>
              <a:buFont typeface="Arial"/>
              <a:buNone/>
            </a:pPr>
            <a:r>
              <a:rPr lang="en-US" sz="2000" b="0" i="0" u="none" strike="noStrike" cap="none">
                <a:solidFill>
                  <a:srgbClr val="0000FF"/>
                </a:solidFill>
                <a:latin typeface="Poppins"/>
                <a:ea typeface="Poppins"/>
                <a:cs typeface="Poppins"/>
                <a:sym typeface="Poppins"/>
              </a:rPr>
              <a:t>“</a:t>
            </a:r>
            <a:r>
              <a:rPr lang="en-US" sz="2000">
                <a:solidFill>
                  <a:srgbClr val="0000FF"/>
                </a:solidFill>
                <a:latin typeface="Poppins"/>
                <a:ea typeface="Poppins"/>
                <a:cs typeface="Poppins"/>
                <a:sym typeface="Poppins"/>
              </a:rPr>
              <a:t>reposo y digestión</a:t>
            </a:r>
            <a:r>
              <a:rPr lang="en-US" sz="2000" b="0" i="0" u="none" strike="noStrike" cap="none">
                <a:solidFill>
                  <a:srgbClr val="0000FF"/>
                </a:solidFill>
                <a:latin typeface="Poppins"/>
                <a:ea typeface="Poppins"/>
                <a:cs typeface="Poppins"/>
                <a:sym typeface="Poppins"/>
              </a:rPr>
              <a:t>”</a:t>
            </a:r>
            <a:endParaRPr sz="2000" b="0" i="0" u="none" strike="noStrike" cap="none">
              <a:solidFill>
                <a:srgbClr val="0000FF"/>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000"/>
              <a:buFont typeface="Arial"/>
              <a:buNone/>
            </a:pPr>
            <a:endParaRPr sz="2000" b="0" i="0" u="none" strike="noStrike" cap="none">
              <a:solidFill>
                <a:srgbClr val="351C75"/>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000"/>
              <a:buFont typeface="Arial"/>
              <a:buNone/>
            </a:pPr>
            <a:r>
              <a:rPr lang="en-US" sz="2000" b="0" i="0" u="none" strike="noStrike" cap="none">
                <a:solidFill>
                  <a:srgbClr val="13655A"/>
                </a:solidFill>
                <a:latin typeface="Poppins"/>
                <a:ea typeface="Poppins"/>
                <a:cs typeface="Poppins"/>
                <a:sym typeface="Poppins"/>
              </a:rPr>
              <a:t>Calms you down</a:t>
            </a:r>
            <a:endParaRPr sz="20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000"/>
              <a:buFont typeface="Arial"/>
              <a:buNone/>
            </a:pPr>
            <a:r>
              <a:rPr lang="en-US" sz="2000" b="0" i="0" u="none" strike="noStrike" cap="none">
                <a:solidFill>
                  <a:srgbClr val="0000FF"/>
                </a:solidFill>
                <a:latin typeface="Poppins"/>
                <a:ea typeface="Poppins"/>
                <a:cs typeface="Poppins"/>
                <a:sym typeface="Poppins"/>
              </a:rPr>
              <a:t>Te calma</a:t>
            </a:r>
            <a:endParaRPr sz="2000" b="0" i="0" u="none" strike="noStrike" cap="none">
              <a:solidFill>
                <a:srgbClr val="0000FF"/>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000"/>
              <a:buFont typeface="Arial"/>
              <a:buNone/>
            </a:pPr>
            <a:endParaRPr sz="20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000"/>
              <a:buFont typeface="Arial"/>
              <a:buNone/>
            </a:pPr>
            <a:r>
              <a:rPr lang="en-US" sz="2000" b="0" i="0" u="none" strike="noStrike" cap="none">
                <a:solidFill>
                  <a:srgbClr val="13655A"/>
                </a:solidFill>
                <a:latin typeface="Poppins"/>
                <a:ea typeface="Poppins"/>
                <a:cs typeface="Poppins"/>
                <a:sym typeface="Poppins"/>
              </a:rPr>
              <a:t>Increased digestion, slowing heart rate</a:t>
            </a:r>
            <a:endParaRPr sz="20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000"/>
              <a:buFont typeface="Arial"/>
              <a:buNone/>
            </a:pPr>
            <a:r>
              <a:rPr lang="en-US" sz="2000" b="0" i="0" u="none" strike="noStrike" cap="none">
                <a:solidFill>
                  <a:srgbClr val="0000FF"/>
                </a:solidFill>
                <a:latin typeface="Poppins"/>
                <a:ea typeface="Poppins"/>
                <a:cs typeface="Poppins"/>
                <a:sym typeface="Poppins"/>
              </a:rPr>
              <a:t>Aumenta la digestión, disminuye el ritmo cardíaco</a:t>
            </a:r>
            <a:endParaRPr sz="2000" b="0" i="0" u="none" strike="noStrike" cap="none">
              <a:solidFill>
                <a:srgbClr val="0000FF"/>
              </a:solidFill>
              <a:latin typeface="Poppins"/>
              <a:ea typeface="Poppins"/>
              <a:cs typeface="Poppins"/>
              <a:sym typeface="Poppi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FAFAFA"/>
        </a:solidFill>
        <a:effectLst/>
      </p:bgPr>
    </p:bg>
    <p:spTree>
      <p:nvGrpSpPr>
        <p:cNvPr id="1" name="Shape 667"/>
        <p:cNvGrpSpPr/>
        <p:nvPr/>
      </p:nvGrpSpPr>
      <p:grpSpPr>
        <a:xfrm>
          <a:off x="0" y="0"/>
          <a:ext cx="0" cy="0"/>
          <a:chOff x="0" y="0"/>
          <a:chExt cx="0" cy="0"/>
        </a:xfrm>
      </p:grpSpPr>
      <p:sp>
        <p:nvSpPr>
          <p:cNvPr id="668" name="Google Shape;668;p11"/>
          <p:cNvSpPr txBox="1"/>
          <p:nvPr/>
        </p:nvSpPr>
        <p:spPr>
          <a:xfrm>
            <a:off x="2768108" y="556054"/>
            <a:ext cx="12751800" cy="15573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4399"/>
              <a:buFont typeface="Arial"/>
              <a:buNone/>
            </a:pPr>
            <a:r>
              <a:rPr lang="en-US" sz="4399" b="1" i="0" u="none" strike="noStrike" cap="none">
                <a:solidFill>
                  <a:srgbClr val="136447"/>
                </a:solidFill>
                <a:latin typeface="Poppins"/>
                <a:ea typeface="Poppins"/>
                <a:cs typeface="Poppins"/>
                <a:sym typeface="Poppins"/>
              </a:rPr>
              <a:t>Which Nervous System Is It?</a:t>
            </a:r>
            <a:endParaRPr sz="4399" b="1" i="0" u="none" strike="noStrike" cap="none">
              <a:solidFill>
                <a:srgbClr val="136447"/>
              </a:solidFill>
              <a:latin typeface="Poppins"/>
              <a:ea typeface="Poppins"/>
              <a:cs typeface="Poppins"/>
              <a:sym typeface="Poppins"/>
            </a:endParaRPr>
          </a:p>
          <a:p>
            <a:pPr marL="0" marR="0" lvl="0" indent="0" algn="ctr" rtl="0">
              <a:lnSpc>
                <a:spcPct val="130009"/>
              </a:lnSpc>
              <a:spcBef>
                <a:spcPts val="0"/>
              </a:spcBef>
              <a:spcAft>
                <a:spcPts val="0"/>
              </a:spcAft>
              <a:buClr>
                <a:srgbClr val="000000"/>
              </a:buClr>
              <a:buSzPts val="4399"/>
              <a:buFont typeface="Arial"/>
              <a:buNone/>
            </a:pPr>
            <a:r>
              <a:rPr lang="en-US" sz="4399" b="1" i="0" u="none" strike="noStrike" cap="none">
                <a:solidFill>
                  <a:srgbClr val="0000FF"/>
                </a:solidFill>
                <a:latin typeface="Poppins"/>
                <a:ea typeface="Poppins"/>
                <a:cs typeface="Poppins"/>
                <a:sym typeface="Poppins"/>
              </a:rPr>
              <a:t>¿De qué sistema nervioso se trata?</a:t>
            </a:r>
            <a:endParaRPr sz="4399" b="1" i="0" u="none" strike="noStrike" cap="none">
              <a:solidFill>
                <a:srgbClr val="0000FF"/>
              </a:solidFill>
              <a:latin typeface="Poppins"/>
              <a:ea typeface="Poppins"/>
              <a:cs typeface="Poppins"/>
              <a:sym typeface="Poppins"/>
            </a:endParaRPr>
          </a:p>
        </p:txBody>
      </p:sp>
      <p:grpSp>
        <p:nvGrpSpPr>
          <p:cNvPr id="669" name="Google Shape;669;p11"/>
          <p:cNvGrpSpPr/>
          <p:nvPr/>
        </p:nvGrpSpPr>
        <p:grpSpPr>
          <a:xfrm>
            <a:off x="4322594" y="2202556"/>
            <a:ext cx="3055023" cy="3345249"/>
            <a:chOff x="0" y="-57150"/>
            <a:chExt cx="700036" cy="766539"/>
          </a:xfrm>
        </p:grpSpPr>
        <p:sp>
          <p:nvSpPr>
            <p:cNvPr id="670" name="Google Shape;670;p11"/>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1" name="Google Shape;671;p11"/>
            <p:cNvSpPr txBox="1"/>
            <p:nvPr/>
          </p:nvSpPr>
          <p:spPr>
            <a:xfrm>
              <a:off x="0" y="-57150"/>
              <a:ext cx="700036" cy="766539"/>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672" name="Google Shape;672;p11"/>
          <p:cNvGrpSpPr/>
          <p:nvPr/>
        </p:nvGrpSpPr>
        <p:grpSpPr>
          <a:xfrm>
            <a:off x="7616488" y="2202556"/>
            <a:ext cx="3055023" cy="3345249"/>
            <a:chOff x="0" y="-57150"/>
            <a:chExt cx="700036" cy="766539"/>
          </a:xfrm>
        </p:grpSpPr>
        <p:sp>
          <p:nvSpPr>
            <p:cNvPr id="673" name="Google Shape;673;p11"/>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4" name="Google Shape;674;p11"/>
            <p:cNvSpPr txBox="1"/>
            <p:nvPr/>
          </p:nvSpPr>
          <p:spPr>
            <a:xfrm>
              <a:off x="0" y="-57150"/>
              <a:ext cx="700036" cy="766539"/>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675" name="Google Shape;675;p11"/>
          <p:cNvGrpSpPr/>
          <p:nvPr/>
        </p:nvGrpSpPr>
        <p:grpSpPr>
          <a:xfrm>
            <a:off x="10910382" y="2202556"/>
            <a:ext cx="3055023" cy="3345249"/>
            <a:chOff x="0" y="-57150"/>
            <a:chExt cx="700036" cy="766539"/>
          </a:xfrm>
        </p:grpSpPr>
        <p:sp>
          <p:nvSpPr>
            <p:cNvPr id="676" name="Google Shape;676;p11"/>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7" name="Google Shape;677;p11"/>
            <p:cNvSpPr txBox="1"/>
            <p:nvPr/>
          </p:nvSpPr>
          <p:spPr>
            <a:xfrm>
              <a:off x="0" y="-57150"/>
              <a:ext cx="700036" cy="766539"/>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678" name="Google Shape;678;p11"/>
          <p:cNvGrpSpPr/>
          <p:nvPr/>
        </p:nvGrpSpPr>
        <p:grpSpPr>
          <a:xfrm>
            <a:off x="14204277" y="2202556"/>
            <a:ext cx="3055023" cy="3345249"/>
            <a:chOff x="0" y="-57150"/>
            <a:chExt cx="700036" cy="766539"/>
          </a:xfrm>
        </p:grpSpPr>
        <p:sp>
          <p:nvSpPr>
            <p:cNvPr id="679" name="Google Shape;679;p11"/>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0" name="Google Shape;680;p11"/>
            <p:cNvSpPr txBox="1"/>
            <p:nvPr/>
          </p:nvSpPr>
          <p:spPr>
            <a:xfrm>
              <a:off x="0" y="-57150"/>
              <a:ext cx="700036" cy="766539"/>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681" name="Google Shape;681;p11"/>
          <p:cNvGrpSpPr/>
          <p:nvPr/>
        </p:nvGrpSpPr>
        <p:grpSpPr>
          <a:xfrm>
            <a:off x="1028700" y="5863186"/>
            <a:ext cx="3055023" cy="3345249"/>
            <a:chOff x="0" y="-57150"/>
            <a:chExt cx="700036" cy="766539"/>
          </a:xfrm>
        </p:grpSpPr>
        <p:sp>
          <p:nvSpPr>
            <p:cNvPr id="682" name="Google Shape;682;p11"/>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3" name="Google Shape;683;p11"/>
            <p:cNvSpPr txBox="1"/>
            <p:nvPr/>
          </p:nvSpPr>
          <p:spPr>
            <a:xfrm>
              <a:off x="0" y="-57150"/>
              <a:ext cx="700036" cy="766539"/>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684" name="Google Shape;684;p11"/>
          <p:cNvGrpSpPr/>
          <p:nvPr/>
        </p:nvGrpSpPr>
        <p:grpSpPr>
          <a:xfrm>
            <a:off x="7616488" y="5863186"/>
            <a:ext cx="3055023" cy="3345249"/>
            <a:chOff x="0" y="-57150"/>
            <a:chExt cx="700036" cy="766539"/>
          </a:xfrm>
        </p:grpSpPr>
        <p:sp>
          <p:nvSpPr>
            <p:cNvPr id="685" name="Google Shape;685;p11"/>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6" name="Google Shape;686;p11"/>
            <p:cNvSpPr txBox="1"/>
            <p:nvPr/>
          </p:nvSpPr>
          <p:spPr>
            <a:xfrm>
              <a:off x="0" y="-57150"/>
              <a:ext cx="700036" cy="766539"/>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687" name="Google Shape;687;p11"/>
          <p:cNvGrpSpPr/>
          <p:nvPr/>
        </p:nvGrpSpPr>
        <p:grpSpPr>
          <a:xfrm>
            <a:off x="10910382" y="5863186"/>
            <a:ext cx="3055023" cy="3345249"/>
            <a:chOff x="0" y="-57150"/>
            <a:chExt cx="700036" cy="766539"/>
          </a:xfrm>
        </p:grpSpPr>
        <p:sp>
          <p:nvSpPr>
            <p:cNvPr id="688" name="Google Shape;688;p11"/>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9" name="Google Shape;689;p11"/>
            <p:cNvSpPr txBox="1"/>
            <p:nvPr/>
          </p:nvSpPr>
          <p:spPr>
            <a:xfrm>
              <a:off x="0" y="-57150"/>
              <a:ext cx="700036" cy="766539"/>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690" name="Google Shape;690;p11"/>
          <p:cNvGrpSpPr/>
          <p:nvPr/>
        </p:nvGrpSpPr>
        <p:grpSpPr>
          <a:xfrm>
            <a:off x="14204277" y="5863186"/>
            <a:ext cx="3055023" cy="3345249"/>
            <a:chOff x="0" y="-57150"/>
            <a:chExt cx="700036" cy="766539"/>
          </a:xfrm>
        </p:grpSpPr>
        <p:sp>
          <p:nvSpPr>
            <p:cNvPr id="691" name="Google Shape;691;p11"/>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2" name="Google Shape;692;p11"/>
            <p:cNvSpPr txBox="1"/>
            <p:nvPr/>
          </p:nvSpPr>
          <p:spPr>
            <a:xfrm>
              <a:off x="0" y="-57150"/>
              <a:ext cx="700036" cy="766539"/>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693" name="Google Shape;693;p11"/>
          <p:cNvGrpSpPr/>
          <p:nvPr/>
        </p:nvGrpSpPr>
        <p:grpSpPr>
          <a:xfrm>
            <a:off x="1028700" y="2202556"/>
            <a:ext cx="3055023" cy="3345249"/>
            <a:chOff x="0" y="-57150"/>
            <a:chExt cx="700036" cy="766539"/>
          </a:xfrm>
        </p:grpSpPr>
        <p:sp>
          <p:nvSpPr>
            <p:cNvPr id="694" name="Google Shape;694;p11"/>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5" name="Google Shape;695;p11"/>
            <p:cNvSpPr txBox="1"/>
            <p:nvPr/>
          </p:nvSpPr>
          <p:spPr>
            <a:xfrm>
              <a:off x="0" y="-57150"/>
              <a:ext cx="700036" cy="766539"/>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696" name="Google Shape;696;p11"/>
          <p:cNvGrpSpPr/>
          <p:nvPr/>
        </p:nvGrpSpPr>
        <p:grpSpPr>
          <a:xfrm>
            <a:off x="4322594" y="5863186"/>
            <a:ext cx="3055023" cy="3345249"/>
            <a:chOff x="0" y="-57150"/>
            <a:chExt cx="700036" cy="766539"/>
          </a:xfrm>
        </p:grpSpPr>
        <p:sp>
          <p:nvSpPr>
            <p:cNvPr id="697" name="Google Shape;697;p11"/>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8" name="Google Shape;698;p11"/>
            <p:cNvSpPr txBox="1"/>
            <p:nvPr/>
          </p:nvSpPr>
          <p:spPr>
            <a:xfrm>
              <a:off x="0" y="-57150"/>
              <a:ext cx="700036" cy="766539"/>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sp>
        <p:nvSpPr>
          <p:cNvPr id="699" name="Google Shape;699;p11"/>
          <p:cNvSpPr txBox="1"/>
          <p:nvPr/>
        </p:nvSpPr>
        <p:spPr>
          <a:xfrm>
            <a:off x="7816130" y="4917645"/>
            <a:ext cx="2655600" cy="492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13655A"/>
                </a:solidFill>
                <a:latin typeface="Poppins"/>
                <a:ea typeface="Poppins"/>
                <a:cs typeface="Poppins"/>
                <a:sym typeface="Poppins"/>
              </a:rPr>
              <a:t>Problem Solving</a:t>
            </a:r>
            <a:endParaRPr sz="1600" b="1" i="0" u="none" strike="noStrike" cap="none">
              <a:solidFill>
                <a:srgbClr val="13655A"/>
              </a:solidFill>
              <a:latin typeface="Poppins"/>
              <a:ea typeface="Poppins"/>
              <a:cs typeface="Poppins"/>
              <a:sym typeface="Poppins"/>
            </a:endParaRPr>
          </a:p>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0000FF"/>
                </a:solidFill>
                <a:latin typeface="Poppins"/>
                <a:ea typeface="Poppins"/>
                <a:cs typeface="Poppins"/>
                <a:sym typeface="Poppins"/>
              </a:rPr>
              <a:t>Resolución de problemas</a:t>
            </a:r>
            <a:endParaRPr sz="1600" b="1" i="0" u="none" strike="noStrike" cap="none">
              <a:solidFill>
                <a:srgbClr val="0000FF"/>
              </a:solidFill>
              <a:latin typeface="Poppins"/>
              <a:ea typeface="Poppins"/>
              <a:cs typeface="Poppins"/>
              <a:sym typeface="Poppins"/>
            </a:endParaRPr>
          </a:p>
        </p:txBody>
      </p:sp>
      <p:sp>
        <p:nvSpPr>
          <p:cNvPr id="700" name="Google Shape;700;p11"/>
          <p:cNvSpPr txBox="1"/>
          <p:nvPr/>
        </p:nvSpPr>
        <p:spPr>
          <a:xfrm>
            <a:off x="11044990" y="4804509"/>
            <a:ext cx="2785800" cy="677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000"/>
              <a:buFont typeface="Arial"/>
              <a:buNone/>
            </a:pPr>
            <a:r>
              <a:rPr lang="en-US" sz="2000" b="1" i="0" u="none" strike="noStrike" cap="none">
                <a:solidFill>
                  <a:srgbClr val="13655A"/>
                </a:solidFill>
                <a:latin typeface="Poppins"/>
                <a:ea typeface="Poppins"/>
                <a:cs typeface="Poppins"/>
                <a:sym typeface="Poppins"/>
              </a:rPr>
              <a:t>Dilating Pupils</a:t>
            </a:r>
            <a:endParaRPr sz="2000" b="1"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000"/>
              <a:buFont typeface="Arial"/>
              <a:buNone/>
            </a:pPr>
            <a:r>
              <a:rPr lang="en-US" sz="2000" b="1" i="0" u="none" strike="noStrike" cap="none">
                <a:solidFill>
                  <a:srgbClr val="0000FF"/>
                </a:solidFill>
                <a:latin typeface="Poppins"/>
                <a:ea typeface="Poppins"/>
                <a:cs typeface="Poppins"/>
                <a:sym typeface="Poppins"/>
              </a:rPr>
              <a:t>Pupilas dilatadas</a:t>
            </a:r>
            <a:endParaRPr sz="2000" b="1" i="0" u="none" strike="noStrike" cap="none">
              <a:solidFill>
                <a:srgbClr val="0000FF"/>
              </a:solidFill>
              <a:latin typeface="Poppins"/>
              <a:ea typeface="Poppins"/>
              <a:cs typeface="Poppins"/>
              <a:sym typeface="Poppins"/>
            </a:endParaRPr>
          </a:p>
        </p:txBody>
      </p:sp>
      <p:sp>
        <p:nvSpPr>
          <p:cNvPr id="701" name="Google Shape;701;p11"/>
          <p:cNvSpPr txBox="1"/>
          <p:nvPr/>
        </p:nvSpPr>
        <p:spPr>
          <a:xfrm>
            <a:off x="1269036" y="8384864"/>
            <a:ext cx="2574300" cy="677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000"/>
              <a:buFont typeface="Arial"/>
              <a:buNone/>
            </a:pPr>
            <a:r>
              <a:rPr lang="en-US" sz="2000" b="1" i="0" u="none" strike="noStrike" cap="none">
                <a:solidFill>
                  <a:srgbClr val="13655A"/>
                </a:solidFill>
                <a:latin typeface="Poppins"/>
                <a:ea typeface="Poppins"/>
                <a:cs typeface="Poppins"/>
                <a:sym typeface="Poppins"/>
              </a:rPr>
              <a:t>Breathing</a:t>
            </a:r>
            <a:endParaRPr sz="2000" b="1"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000"/>
              <a:buFont typeface="Arial"/>
              <a:buNone/>
            </a:pPr>
            <a:r>
              <a:rPr lang="en-US" sz="2000" b="1" i="0" u="none" strike="noStrike" cap="none">
                <a:solidFill>
                  <a:srgbClr val="0000FF"/>
                </a:solidFill>
                <a:latin typeface="Poppins"/>
                <a:ea typeface="Poppins"/>
                <a:cs typeface="Poppins"/>
                <a:sym typeface="Poppins"/>
              </a:rPr>
              <a:t>Respiración</a:t>
            </a:r>
            <a:endParaRPr sz="2000" b="1" i="0" u="none" strike="noStrike" cap="none">
              <a:solidFill>
                <a:srgbClr val="0000FF"/>
              </a:solidFill>
              <a:latin typeface="Poppins"/>
              <a:ea typeface="Poppins"/>
              <a:cs typeface="Poppins"/>
              <a:sym typeface="Poppins"/>
            </a:endParaRPr>
          </a:p>
        </p:txBody>
      </p:sp>
      <p:sp>
        <p:nvSpPr>
          <p:cNvPr id="702" name="Google Shape;702;p11"/>
          <p:cNvSpPr txBox="1"/>
          <p:nvPr/>
        </p:nvSpPr>
        <p:spPr>
          <a:xfrm>
            <a:off x="14536123" y="4905799"/>
            <a:ext cx="2391300" cy="615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a:solidFill>
                  <a:srgbClr val="13655A"/>
                </a:solidFill>
                <a:latin typeface="Poppins"/>
                <a:ea typeface="Poppins"/>
                <a:cs typeface="Poppins"/>
                <a:sym typeface="Poppins"/>
              </a:rPr>
              <a:t>Planning</a:t>
            </a:r>
            <a:endParaRPr sz="2000" b="1" i="0" u="none" strike="noStrike" cap="none">
              <a:solidFill>
                <a:srgbClr val="13655A"/>
              </a:solidFill>
              <a:latin typeface="Poppins"/>
              <a:ea typeface="Poppins"/>
              <a:cs typeface="Poppins"/>
              <a:sym typeface="Poppins"/>
            </a:endParaRPr>
          </a:p>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a:solidFill>
                  <a:srgbClr val="0000FF"/>
                </a:solidFill>
                <a:latin typeface="Poppins"/>
                <a:ea typeface="Poppins"/>
                <a:cs typeface="Poppins"/>
                <a:sym typeface="Poppins"/>
              </a:rPr>
              <a:t>Planificación</a:t>
            </a:r>
            <a:endParaRPr sz="2000" b="1" i="0" u="none" strike="noStrike" cap="none">
              <a:solidFill>
                <a:srgbClr val="0000FF"/>
              </a:solidFill>
              <a:latin typeface="Poppins"/>
              <a:ea typeface="Poppins"/>
              <a:cs typeface="Poppins"/>
              <a:sym typeface="Poppins"/>
            </a:endParaRPr>
          </a:p>
        </p:txBody>
      </p:sp>
      <p:sp>
        <p:nvSpPr>
          <p:cNvPr id="703" name="Google Shape;703;p11"/>
          <p:cNvSpPr txBox="1"/>
          <p:nvPr/>
        </p:nvSpPr>
        <p:spPr>
          <a:xfrm>
            <a:off x="4457213" y="4872588"/>
            <a:ext cx="2785800" cy="5418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1600"/>
              <a:buFont typeface="Arial"/>
              <a:buNone/>
            </a:pPr>
            <a:r>
              <a:rPr lang="en-US" sz="1600" b="1" i="0" u="none" strike="noStrike" cap="none">
                <a:solidFill>
                  <a:srgbClr val="13655A"/>
                </a:solidFill>
                <a:latin typeface="Poppins"/>
                <a:ea typeface="Poppins"/>
                <a:cs typeface="Poppins"/>
                <a:sym typeface="Poppins"/>
              </a:rPr>
              <a:t>Regulating Digestion</a:t>
            </a:r>
            <a:endParaRPr sz="1600" b="1"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1600"/>
              <a:buFont typeface="Arial"/>
              <a:buNone/>
            </a:pPr>
            <a:r>
              <a:rPr lang="en-US" sz="1600" b="1" i="0" u="none" strike="noStrike" cap="none">
                <a:solidFill>
                  <a:srgbClr val="0000FF"/>
                </a:solidFill>
                <a:latin typeface="Poppins"/>
                <a:ea typeface="Poppins"/>
                <a:cs typeface="Poppins"/>
                <a:sym typeface="Poppins"/>
              </a:rPr>
              <a:t>Regulación de la digestión</a:t>
            </a:r>
            <a:endParaRPr sz="1600" b="1" i="0" u="none" strike="noStrike" cap="none">
              <a:solidFill>
                <a:srgbClr val="0000FF"/>
              </a:solidFill>
              <a:latin typeface="Poppins"/>
              <a:ea typeface="Poppins"/>
              <a:cs typeface="Poppins"/>
              <a:sym typeface="Poppins"/>
            </a:endParaRPr>
          </a:p>
        </p:txBody>
      </p:sp>
      <p:sp>
        <p:nvSpPr>
          <p:cNvPr id="704" name="Google Shape;704;p11"/>
          <p:cNvSpPr txBox="1"/>
          <p:nvPr/>
        </p:nvSpPr>
        <p:spPr>
          <a:xfrm>
            <a:off x="1028825" y="4771050"/>
            <a:ext cx="3054900" cy="677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000"/>
              <a:buFont typeface="Arial"/>
              <a:buNone/>
            </a:pPr>
            <a:r>
              <a:rPr lang="en-US" sz="2000" b="1" i="0" u="none" strike="noStrike" cap="none">
                <a:solidFill>
                  <a:srgbClr val="13655A"/>
                </a:solidFill>
                <a:latin typeface="Poppins"/>
                <a:ea typeface="Poppins"/>
                <a:cs typeface="Poppins"/>
                <a:sym typeface="Poppins"/>
              </a:rPr>
              <a:t>Wiggling Fingers</a:t>
            </a:r>
            <a:endParaRPr sz="2000" b="1"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000"/>
              <a:buFont typeface="Arial"/>
              <a:buNone/>
            </a:pPr>
            <a:r>
              <a:rPr lang="en-US" sz="2000" b="1" i="0" u="none" strike="noStrike" cap="none">
                <a:solidFill>
                  <a:srgbClr val="0000FF"/>
                </a:solidFill>
                <a:latin typeface="Poppins"/>
                <a:ea typeface="Poppins"/>
                <a:cs typeface="Poppins"/>
                <a:sym typeface="Poppins"/>
              </a:rPr>
              <a:t>Dedos que se mueven</a:t>
            </a:r>
            <a:endParaRPr sz="2000" b="1" i="0" u="none" strike="noStrike" cap="none">
              <a:solidFill>
                <a:srgbClr val="0000FF"/>
              </a:solidFill>
              <a:latin typeface="Poppins"/>
              <a:ea typeface="Poppins"/>
              <a:cs typeface="Poppins"/>
              <a:sym typeface="Poppins"/>
            </a:endParaRPr>
          </a:p>
        </p:txBody>
      </p:sp>
      <p:sp>
        <p:nvSpPr>
          <p:cNvPr id="705" name="Google Shape;705;p11"/>
          <p:cNvSpPr txBox="1"/>
          <p:nvPr/>
        </p:nvSpPr>
        <p:spPr>
          <a:xfrm>
            <a:off x="14305885" y="8413962"/>
            <a:ext cx="2851800" cy="615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a:solidFill>
                  <a:srgbClr val="13655A"/>
                </a:solidFill>
                <a:latin typeface="Poppins"/>
                <a:ea typeface="Poppins"/>
                <a:cs typeface="Poppins"/>
                <a:sym typeface="Poppins"/>
              </a:rPr>
              <a:t>Deciding to Talk</a:t>
            </a:r>
            <a:endParaRPr sz="2000" b="1" i="0" u="none" strike="noStrike" cap="none">
              <a:solidFill>
                <a:srgbClr val="13655A"/>
              </a:solidFill>
              <a:latin typeface="Poppins"/>
              <a:ea typeface="Poppins"/>
              <a:cs typeface="Poppins"/>
              <a:sym typeface="Poppins"/>
            </a:endParaRPr>
          </a:p>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a:solidFill>
                  <a:srgbClr val="0000FF"/>
                </a:solidFill>
                <a:latin typeface="Poppins"/>
                <a:ea typeface="Poppins"/>
                <a:cs typeface="Poppins"/>
                <a:sym typeface="Poppins"/>
              </a:rPr>
              <a:t>Decidir hablar</a:t>
            </a:r>
            <a:endParaRPr sz="2000" b="1" i="0" u="none" strike="noStrike" cap="none">
              <a:solidFill>
                <a:srgbClr val="0000FF"/>
              </a:solidFill>
              <a:latin typeface="Poppins"/>
              <a:ea typeface="Poppins"/>
              <a:cs typeface="Poppins"/>
              <a:sym typeface="Poppins"/>
            </a:endParaRPr>
          </a:p>
        </p:txBody>
      </p:sp>
      <p:sp>
        <p:nvSpPr>
          <p:cNvPr id="706" name="Google Shape;706;p11"/>
          <p:cNvSpPr txBox="1"/>
          <p:nvPr/>
        </p:nvSpPr>
        <p:spPr>
          <a:xfrm>
            <a:off x="11110100" y="8318375"/>
            <a:ext cx="2655600" cy="8313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a:solidFill>
                  <a:srgbClr val="13655A"/>
                </a:solidFill>
                <a:latin typeface="Poppins"/>
                <a:ea typeface="Poppins"/>
                <a:cs typeface="Poppins"/>
                <a:sym typeface="Poppins"/>
              </a:rPr>
              <a:t>Slowing Heart Rate</a:t>
            </a:r>
            <a:endParaRPr sz="1800" b="1" i="0" u="none" strike="noStrike" cap="none">
              <a:solidFill>
                <a:srgbClr val="13655A"/>
              </a:solidFill>
              <a:latin typeface="Poppins"/>
              <a:ea typeface="Poppins"/>
              <a:cs typeface="Poppins"/>
              <a:sym typeface="Poppins"/>
            </a:endParaRPr>
          </a:p>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a:solidFill>
                  <a:srgbClr val="0000FF"/>
                </a:solidFill>
                <a:latin typeface="Poppins"/>
                <a:ea typeface="Poppins"/>
                <a:cs typeface="Poppins"/>
                <a:sym typeface="Poppins"/>
              </a:rPr>
              <a:t>Disminución de la frecuencia cardíaca</a:t>
            </a:r>
            <a:endParaRPr sz="1800" b="1" i="0" u="none" strike="noStrike" cap="none">
              <a:solidFill>
                <a:srgbClr val="0000FF"/>
              </a:solidFill>
              <a:latin typeface="Poppins"/>
              <a:ea typeface="Poppins"/>
              <a:cs typeface="Poppins"/>
              <a:sym typeface="Poppins"/>
            </a:endParaRPr>
          </a:p>
        </p:txBody>
      </p:sp>
      <p:sp>
        <p:nvSpPr>
          <p:cNvPr id="707" name="Google Shape;707;p11"/>
          <p:cNvSpPr txBox="1"/>
          <p:nvPr/>
        </p:nvSpPr>
        <p:spPr>
          <a:xfrm>
            <a:off x="7948285" y="8465837"/>
            <a:ext cx="2391300" cy="492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13655A"/>
                </a:solidFill>
                <a:latin typeface="Poppins"/>
                <a:ea typeface="Poppins"/>
                <a:cs typeface="Poppins"/>
                <a:sym typeface="Poppins"/>
              </a:rPr>
              <a:t>Playing an Instrument</a:t>
            </a:r>
            <a:endParaRPr sz="1600" b="1" i="0" u="none" strike="noStrike" cap="none">
              <a:solidFill>
                <a:srgbClr val="13655A"/>
              </a:solidFill>
              <a:latin typeface="Poppins"/>
              <a:ea typeface="Poppins"/>
              <a:cs typeface="Poppins"/>
              <a:sym typeface="Poppins"/>
            </a:endParaRPr>
          </a:p>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0000FF"/>
                </a:solidFill>
                <a:latin typeface="Poppins"/>
                <a:ea typeface="Poppins"/>
                <a:cs typeface="Poppins"/>
                <a:sym typeface="Poppins"/>
              </a:rPr>
              <a:t>Tocar un instrumento</a:t>
            </a:r>
            <a:endParaRPr sz="1600" b="1" i="0" u="none" strike="noStrike" cap="none">
              <a:solidFill>
                <a:srgbClr val="0000FF"/>
              </a:solidFill>
              <a:latin typeface="Poppins"/>
              <a:ea typeface="Poppins"/>
              <a:cs typeface="Poppins"/>
              <a:sym typeface="Poppins"/>
            </a:endParaRPr>
          </a:p>
        </p:txBody>
      </p:sp>
      <p:sp>
        <p:nvSpPr>
          <p:cNvPr id="708" name="Google Shape;708;p11"/>
          <p:cNvSpPr txBox="1"/>
          <p:nvPr/>
        </p:nvSpPr>
        <p:spPr>
          <a:xfrm>
            <a:off x="4773101" y="8236837"/>
            <a:ext cx="2154000" cy="9234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a:solidFill>
                  <a:srgbClr val="13655A"/>
                </a:solidFill>
                <a:latin typeface="Poppins"/>
                <a:ea typeface="Poppins"/>
                <a:cs typeface="Poppins"/>
                <a:sym typeface="Poppins"/>
              </a:rPr>
              <a:t>Feeling Emotion</a:t>
            </a:r>
            <a:endParaRPr sz="2000" b="1" i="0" u="none" strike="noStrike" cap="none">
              <a:solidFill>
                <a:srgbClr val="13655A"/>
              </a:solidFill>
              <a:latin typeface="Poppins"/>
              <a:ea typeface="Poppins"/>
              <a:cs typeface="Poppins"/>
              <a:sym typeface="Poppins"/>
            </a:endParaRPr>
          </a:p>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a:solidFill>
                  <a:srgbClr val="0000FF"/>
                </a:solidFill>
                <a:latin typeface="Poppins"/>
                <a:ea typeface="Poppins"/>
                <a:cs typeface="Poppins"/>
                <a:sym typeface="Poppins"/>
              </a:rPr>
              <a:t>Sentimiento Emoción</a:t>
            </a:r>
            <a:endParaRPr sz="2000" b="1" i="0" u="none" strike="noStrike" cap="none">
              <a:solidFill>
                <a:srgbClr val="0000FF"/>
              </a:solidFill>
              <a:latin typeface="Poppins"/>
              <a:ea typeface="Poppins"/>
              <a:cs typeface="Poppins"/>
              <a:sym typeface="Poppins"/>
            </a:endParaRPr>
          </a:p>
        </p:txBody>
      </p:sp>
      <p:pic>
        <p:nvPicPr>
          <p:cNvPr id="709" name="Google Shape;709;p11" descr="Boy holding hand out (Provided by Getty Images)"/>
          <p:cNvPicPr preferRelativeResize="0"/>
          <p:nvPr/>
        </p:nvPicPr>
        <p:blipFill rotWithShape="1">
          <a:blip r:embed="rId3">
            <a:alphaModFix/>
          </a:blip>
          <a:srcRect/>
          <a:stretch/>
        </p:blipFill>
        <p:spPr>
          <a:xfrm>
            <a:off x="1360524" y="2928375"/>
            <a:ext cx="2391301" cy="1594976"/>
          </a:xfrm>
          <a:prstGeom prst="rect">
            <a:avLst/>
          </a:prstGeom>
          <a:noFill/>
          <a:ln>
            <a:noFill/>
          </a:ln>
        </p:spPr>
      </p:pic>
      <p:pic>
        <p:nvPicPr>
          <p:cNvPr id="710" name="Google Shape;710;p11" descr="Human Digestive System Anatomy (Provided by Getty Images)"/>
          <p:cNvPicPr preferRelativeResize="0"/>
          <p:nvPr/>
        </p:nvPicPr>
        <p:blipFill rotWithShape="1">
          <a:blip r:embed="rId4">
            <a:alphaModFix/>
          </a:blip>
          <a:srcRect/>
          <a:stretch/>
        </p:blipFill>
        <p:spPr>
          <a:xfrm>
            <a:off x="4424213" y="3073109"/>
            <a:ext cx="2851799" cy="1604140"/>
          </a:xfrm>
          <a:prstGeom prst="rect">
            <a:avLst/>
          </a:prstGeom>
          <a:noFill/>
          <a:ln>
            <a:noFill/>
          </a:ln>
        </p:spPr>
      </p:pic>
      <p:pic>
        <p:nvPicPr>
          <p:cNvPr id="711" name="Google Shape;711;p11" descr="File:Problem Solving Illustration (Concept Image).jpg - Wikimedia ..."/>
          <p:cNvPicPr preferRelativeResize="0"/>
          <p:nvPr/>
        </p:nvPicPr>
        <p:blipFill rotWithShape="1">
          <a:blip r:embed="rId5">
            <a:alphaModFix/>
          </a:blip>
          <a:srcRect/>
          <a:stretch/>
        </p:blipFill>
        <p:spPr>
          <a:xfrm>
            <a:off x="7948347" y="3030388"/>
            <a:ext cx="2391301" cy="1689568"/>
          </a:xfrm>
          <a:prstGeom prst="rect">
            <a:avLst/>
          </a:prstGeom>
          <a:noFill/>
          <a:ln>
            <a:noFill/>
          </a:ln>
        </p:spPr>
      </p:pic>
      <p:pic>
        <p:nvPicPr>
          <p:cNvPr id="712" name="Google Shape;712;p11" descr="Macro human eye, dilated pupil of gray color, close-up retina (Provided by Getty Images)"/>
          <p:cNvPicPr preferRelativeResize="0"/>
          <p:nvPr/>
        </p:nvPicPr>
        <p:blipFill rotWithShape="1">
          <a:blip r:embed="rId6">
            <a:alphaModFix/>
          </a:blip>
          <a:srcRect/>
          <a:stretch/>
        </p:blipFill>
        <p:spPr>
          <a:xfrm>
            <a:off x="11242248" y="2928363"/>
            <a:ext cx="2391301" cy="1594976"/>
          </a:xfrm>
          <a:prstGeom prst="rect">
            <a:avLst/>
          </a:prstGeom>
          <a:noFill/>
          <a:ln>
            <a:noFill/>
          </a:ln>
        </p:spPr>
      </p:pic>
      <p:pic>
        <p:nvPicPr>
          <p:cNvPr id="713" name="Google Shape;713;p11" descr="Top view of calculator and calendar of January 2022 for planning (Provided by Getty Images)"/>
          <p:cNvPicPr preferRelativeResize="0"/>
          <p:nvPr/>
        </p:nvPicPr>
        <p:blipFill rotWithShape="1">
          <a:blip r:embed="rId7">
            <a:alphaModFix/>
          </a:blip>
          <a:srcRect/>
          <a:stretch/>
        </p:blipFill>
        <p:spPr>
          <a:xfrm>
            <a:off x="14536125" y="3078263"/>
            <a:ext cx="2391301" cy="1593822"/>
          </a:xfrm>
          <a:prstGeom prst="rect">
            <a:avLst/>
          </a:prstGeom>
          <a:noFill/>
          <a:ln>
            <a:noFill/>
          </a:ln>
        </p:spPr>
      </p:pic>
      <p:pic>
        <p:nvPicPr>
          <p:cNvPr id="714" name="Google Shape;714;p11" descr="Taking a moment to breathe (Provided by Getty Images)"/>
          <p:cNvPicPr preferRelativeResize="0"/>
          <p:nvPr/>
        </p:nvPicPr>
        <p:blipFill rotWithShape="1">
          <a:blip r:embed="rId8">
            <a:alphaModFix/>
          </a:blip>
          <a:srcRect/>
          <a:stretch/>
        </p:blipFill>
        <p:spPr>
          <a:xfrm>
            <a:off x="1360625" y="6575300"/>
            <a:ext cx="2391301" cy="1444355"/>
          </a:xfrm>
          <a:prstGeom prst="rect">
            <a:avLst/>
          </a:prstGeom>
          <a:noFill/>
          <a:ln>
            <a:noFill/>
          </a:ln>
        </p:spPr>
      </p:pic>
      <p:pic>
        <p:nvPicPr>
          <p:cNvPr id="715" name="Google Shape;715;p11" descr="Emoticon set icon. Laugh, crying, love, laughter, surprise, tongue, anger, consternation, startle, distempered emotion, feeling, emoji, violet background. Mood concept. Vector line icon for Business (Provided by Getty Images)"/>
          <p:cNvPicPr preferRelativeResize="0"/>
          <p:nvPr/>
        </p:nvPicPr>
        <p:blipFill rotWithShape="1">
          <a:blip r:embed="rId9">
            <a:alphaModFix/>
          </a:blip>
          <a:srcRect/>
          <a:stretch/>
        </p:blipFill>
        <p:spPr>
          <a:xfrm>
            <a:off x="4654459" y="6580550"/>
            <a:ext cx="2391301" cy="1433847"/>
          </a:xfrm>
          <a:prstGeom prst="rect">
            <a:avLst/>
          </a:prstGeom>
          <a:noFill/>
          <a:ln>
            <a:noFill/>
          </a:ln>
        </p:spPr>
      </p:pic>
      <p:pic>
        <p:nvPicPr>
          <p:cNvPr id="716" name="Google Shape;716;p11" descr="Jazz music band concept different instruments vector flat illustration isolated on white background, live sound festival or concert, musician different instruments set. (Provided by Getty Images)"/>
          <p:cNvPicPr preferRelativeResize="0"/>
          <p:nvPr/>
        </p:nvPicPr>
        <p:blipFill rotWithShape="1">
          <a:blip r:embed="rId10">
            <a:alphaModFix/>
          </a:blip>
          <a:srcRect/>
          <a:stretch/>
        </p:blipFill>
        <p:spPr>
          <a:xfrm>
            <a:off x="7948347" y="6597475"/>
            <a:ext cx="2391301" cy="1399994"/>
          </a:xfrm>
          <a:prstGeom prst="rect">
            <a:avLst/>
          </a:prstGeom>
          <a:noFill/>
          <a:ln>
            <a:noFill/>
          </a:ln>
        </p:spPr>
      </p:pic>
      <p:pic>
        <p:nvPicPr>
          <p:cNvPr id="717" name="Google Shape;717;p11" descr="Red heart and heartbeat wave icon sign or symbol on pink background 3d illustration (Provided by Getty Images)"/>
          <p:cNvPicPr preferRelativeResize="0"/>
          <p:nvPr/>
        </p:nvPicPr>
        <p:blipFill rotWithShape="1">
          <a:blip r:embed="rId11">
            <a:alphaModFix/>
          </a:blip>
          <a:srcRect/>
          <a:stretch/>
        </p:blipFill>
        <p:spPr>
          <a:xfrm>
            <a:off x="11242244" y="6392563"/>
            <a:ext cx="2391301" cy="1809823"/>
          </a:xfrm>
          <a:prstGeom prst="rect">
            <a:avLst/>
          </a:prstGeom>
          <a:noFill/>
          <a:ln>
            <a:noFill/>
          </a:ln>
        </p:spPr>
      </p:pic>
      <p:pic>
        <p:nvPicPr>
          <p:cNvPr id="718" name="Google Shape;718;p11" descr="Free Images : consoling, depression, stress, doctor, therapist ..."/>
          <p:cNvPicPr preferRelativeResize="0"/>
          <p:nvPr/>
        </p:nvPicPr>
        <p:blipFill rotWithShape="1">
          <a:blip r:embed="rId12">
            <a:alphaModFix/>
          </a:blip>
          <a:srcRect/>
          <a:stretch/>
        </p:blipFill>
        <p:spPr>
          <a:xfrm>
            <a:off x="14536124" y="6558950"/>
            <a:ext cx="2391301" cy="147705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722"/>
        <p:cNvGrpSpPr/>
        <p:nvPr/>
      </p:nvGrpSpPr>
      <p:grpSpPr>
        <a:xfrm>
          <a:off x="0" y="0"/>
          <a:ext cx="0" cy="0"/>
          <a:chOff x="0" y="0"/>
          <a:chExt cx="0" cy="0"/>
        </a:xfrm>
      </p:grpSpPr>
      <p:sp>
        <p:nvSpPr>
          <p:cNvPr id="723" name="Google Shape;723;g3fab5c83c0f_0_7"/>
          <p:cNvSpPr txBox="1"/>
          <p:nvPr/>
        </p:nvSpPr>
        <p:spPr>
          <a:xfrm>
            <a:off x="2768108" y="556054"/>
            <a:ext cx="12751800" cy="15573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4399"/>
              <a:buFont typeface="Arial"/>
              <a:buNone/>
            </a:pPr>
            <a:r>
              <a:rPr lang="en-US" sz="4399" b="1" i="0" u="none" strike="noStrike" cap="none">
                <a:solidFill>
                  <a:srgbClr val="136447"/>
                </a:solidFill>
                <a:latin typeface="Poppins"/>
                <a:ea typeface="Poppins"/>
                <a:cs typeface="Poppins"/>
                <a:sym typeface="Poppins"/>
              </a:rPr>
              <a:t>Which Nervous System Is It?</a:t>
            </a:r>
            <a:endParaRPr sz="4399" b="1" i="0" u="none" strike="noStrike" cap="none">
              <a:solidFill>
                <a:srgbClr val="136447"/>
              </a:solidFill>
              <a:latin typeface="Poppins"/>
              <a:ea typeface="Poppins"/>
              <a:cs typeface="Poppins"/>
              <a:sym typeface="Poppins"/>
            </a:endParaRPr>
          </a:p>
          <a:p>
            <a:pPr marL="0" marR="0" lvl="0" indent="0" algn="ctr" rtl="0">
              <a:lnSpc>
                <a:spcPct val="130009"/>
              </a:lnSpc>
              <a:spcBef>
                <a:spcPts val="0"/>
              </a:spcBef>
              <a:spcAft>
                <a:spcPts val="0"/>
              </a:spcAft>
              <a:buClr>
                <a:srgbClr val="000000"/>
              </a:buClr>
              <a:buSzPts val="4399"/>
              <a:buFont typeface="Arial"/>
              <a:buNone/>
            </a:pPr>
            <a:r>
              <a:rPr lang="en-US" sz="4399" b="1" i="0" u="none" strike="noStrike" cap="none">
                <a:solidFill>
                  <a:srgbClr val="0000FF"/>
                </a:solidFill>
                <a:latin typeface="Poppins"/>
                <a:ea typeface="Poppins"/>
                <a:cs typeface="Poppins"/>
                <a:sym typeface="Poppins"/>
              </a:rPr>
              <a:t>¿De qué sistema nervioso se trata?</a:t>
            </a:r>
            <a:endParaRPr sz="4399" b="1" i="0" u="none" strike="noStrike" cap="none">
              <a:solidFill>
                <a:srgbClr val="0000FF"/>
              </a:solidFill>
              <a:latin typeface="Poppins"/>
              <a:ea typeface="Poppins"/>
              <a:cs typeface="Poppins"/>
              <a:sym typeface="Poppins"/>
            </a:endParaRPr>
          </a:p>
        </p:txBody>
      </p:sp>
      <p:grpSp>
        <p:nvGrpSpPr>
          <p:cNvPr id="724" name="Google Shape;724;g3fab5c83c0f_0_7"/>
          <p:cNvGrpSpPr/>
          <p:nvPr/>
        </p:nvGrpSpPr>
        <p:grpSpPr>
          <a:xfrm>
            <a:off x="5969538" y="2202556"/>
            <a:ext cx="3055027" cy="3345253"/>
            <a:chOff x="0" y="-57150"/>
            <a:chExt cx="700036" cy="766539"/>
          </a:xfrm>
        </p:grpSpPr>
        <p:sp>
          <p:nvSpPr>
            <p:cNvPr id="725" name="Google Shape;725;g3fab5c83c0f_0_7"/>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6" name="Google Shape;726;g3fab5c83c0f_0_7"/>
            <p:cNvSpPr txBox="1"/>
            <p:nvPr/>
          </p:nvSpPr>
          <p:spPr>
            <a:xfrm>
              <a:off x="0" y="-57150"/>
              <a:ext cx="699900" cy="766500"/>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727" name="Google Shape;727;g3fab5c83c0f_0_7"/>
          <p:cNvGrpSpPr/>
          <p:nvPr/>
        </p:nvGrpSpPr>
        <p:grpSpPr>
          <a:xfrm>
            <a:off x="9263432" y="2202556"/>
            <a:ext cx="3055027" cy="3345253"/>
            <a:chOff x="0" y="-57150"/>
            <a:chExt cx="700036" cy="766539"/>
          </a:xfrm>
        </p:grpSpPr>
        <p:sp>
          <p:nvSpPr>
            <p:cNvPr id="728" name="Google Shape;728;g3fab5c83c0f_0_7"/>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9" name="Google Shape;729;g3fab5c83c0f_0_7"/>
            <p:cNvSpPr txBox="1"/>
            <p:nvPr/>
          </p:nvSpPr>
          <p:spPr>
            <a:xfrm>
              <a:off x="0" y="-57150"/>
              <a:ext cx="699900" cy="766500"/>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730" name="Google Shape;730;g3fab5c83c0f_0_7"/>
          <p:cNvGrpSpPr/>
          <p:nvPr/>
        </p:nvGrpSpPr>
        <p:grpSpPr>
          <a:xfrm>
            <a:off x="12557327" y="2202556"/>
            <a:ext cx="3055027" cy="3345253"/>
            <a:chOff x="0" y="-57150"/>
            <a:chExt cx="700036" cy="766539"/>
          </a:xfrm>
        </p:grpSpPr>
        <p:sp>
          <p:nvSpPr>
            <p:cNvPr id="731" name="Google Shape;731;g3fab5c83c0f_0_7"/>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2" name="Google Shape;732;g3fab5c83c0f_0_7"/>
            <p:cNvSpPr txBox="1"/>
            <p:nvPr/>
          </p:nvSpPr>
          <p:spPr>
            <a:xfrm>
              <a:off x="0" y="-57150"/>
              <a:ext cx="699900" cy="766500"/>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733" name="Google Shape;733;g3fab5c83c0f_0_7"/>
          <p:cNvGrpSpPr/>
          <p:nvPr/>
        </p:nvGrpSpPr>
        <p:grpSpPr>
          <a:xfrm>
            <a:off x="2675650" y="5863186"/>
            <a:ext cx="3055027" cy="3345253"/>
            <a:chOff x="0" y="-57150"/>
            <a:chExt cx="700036" cy="766539"/>
          </a:xfrm>
        </p:grpSpPr>
        <p:sp>
          <p:nvSpPr>
            <p:cNvPr id="734" name="Google Shape;734;g3fab5c83c0f_0_7"/>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5" name="Google Shape;735;g3fab5c83c0f_0_7"/>
            <p:cNvSpPr txBox="1"/>
            <p:nvPr/>
          </p:nvSpPr>
          <p:spPr>
            <a:xfrm>
              <a:off x="0" y="-57150"/>
              <a:ext cx="699900" cy="766500"/>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736" name="Google Shape;736;g3fab5c83c0f_0_7"/>
          <p:cNvGrpSpPr/>
          <p:nvPr/>
        </p:nvGrpSpPr>
        <p:grpSpPr>
          <a:xfrm>
            <a:off x="9263438" y="5863186"/>
            <a:ext cx="3055027" cy="3345253"/>
            <a:chOff x="0" y="-57150"/>
            <a:chExt cx="700036" cy="766539"/>
          </a:xfrm>
        </p:grpSpPr>
        <p:sp>
          <p:nvSpPr>
            <p:cNvPr id="737" name="Google Shape;737;g3fab5c83c0f_0_7"/>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8" name="Google Shape;738;g3fab5c83c0f_0_7"/>
            <p:cNvSpPr txBox="1"/>
            <p:nvPr/>
          </p:nvSpPr>
          <p:spPr>
            <a:xfrm>
              <a:off x="0" y="-57150"/>
              <a:ext cx="699900" cy="766500"/>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739" name="Google Shape;739;g3fab5c83c0f_0_7"/>
          <p:cNvGrpSpPr/>
          <p:nvPr/>
        </p:nvGrpSpPr>
        <p:grpSpPr>
          <a:xfrm>
            <a:off x="12557332" y="5863186"/>
            <a:ext cx="3055027" cy="3345253"/>
            <a:chOff x="0" y="-57150"/>
            <a:chExt cx="700036" cy="766539"/>
          </a:xfrm>
        </p:grpSpPr>
        <p:sp>
          <p:nvSpPr>
            <p:cNvPr id="740" name="Google Shape;740;g3fab5c83c0f_0_7"/>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41" name="Google Shape;741;g3fab5c83c0f_0_7"/>
            <p:cNvSpPr txBox="1"/>
            <p:nvPr/>
          </p:nvSpPr>
          <p:spPr>
            <a:xfrm>
              <a:off x="0" y="-57150"/>
              <a:ext cx="699900" cy="766500"/>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742" name="Google Shape;742;g3fab5c83c0f_0_7"/>
          <p:cNvGrpSpPr/>
          <p:nvPr/>
        </p:nvGrpSpPr>
        <p:grpSpPr>
          <a:xfrm>
            <a:off x="2675675" y="2202556"/>
            <a:ext cx="3055027" cy="3345253"/>
            <a:chOff x="0" y="-57150"/>
            <a:chExt cx="700036" cy="766539"/>
          </a:xfrm>
        </p:grpSpPr>
        <p:sp>
          <p:nvSpPr>
            <p:cNvPr id="743" name="Google Shape;743;g3fab5c83c0f_0_7"/>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44" name="Google Shape;744;g3fab5c83c0f_0_7"/>
            <p:cNvSpPr txBox="1"/>
            <p:nvPr/>
          </p:nvSpPr>
          <p:spPr>
            <a:xfrm>
              <a:off x="0" y="-57150"/>
              <a:ext cx="699900" cy="766500"/>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grpSp>
        <p:nvGrpSpPr>
          <p:cNvPr id="745" name="Google Shape;745;g3fab5c83c0f_0_7"/>
          <p:cNvGrpSpPr/>
          <p:nvPr/>
        </p:nvGrpSpPr>
        <p:grpSpPr>
          <a:xfrm>
            <a:off x="5969544" y="5863186"/>
            <a:ext cx="3055027" cy="3345253"/>
            <a:chOff x="0" y="-57150"/>
            <a:chExt cx="700036" cy="766539"/>
          </a:xfrm>
        </p:grpSpPr>
        <p:sp>
          <p:nvSpPr>
            <p:cNvPr id="746" name="Google Shape;746;g3fab5c83c0f_0_7"/>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47" name="Google Shape;747;g3fab5c83c0f_0_7"/>
            <p:cNvSpPr txBox="1"/>
            <p:nvPr/>
          </p:nvSpPr>
          <p:spPr>
            <a:xfrm>
              <a:off x="0" y="-57150"/>
              <a:ext cx="699900" cy="766500"/>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grpSp>
      <p:sp>
        <p:nvSpPr>
          <p:cNvPr id="748" name="Google Shape;748;g3fab5c83c0f_0_7"/>
          <p:cNvSpPr txBox="1"/>
          <p:nvPr/>
        </p:nvSpPr>
        <p:spPr>
          <a:xfrm>
            <a:off x="6169180" y="4917645"/>
            <a:ext cx="2655600" cy="492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13655A"/>
                </a:solidFill>
                <a:latin typeface="Poppins"/>
                <a:ea typeface="Poppins"/>
                <a:cs typeface="Poppins"/>
                <a:sym typeface="Poppins"/>
              </a:rPr>
              <a:t>Problem Solving</a:t>
            </a:r>
            <a:endParaRPr sz="1600" b="1" i="0" u="none" strike="noStrike" cap="none">
              <a:solidFill>
                <a:srgbClr val="13655A"/>
              </a:solidFill>
              <a:latin typeface="Poppins"/>
              <a:ea typeface="Poppins"/>
              <a:cs typeface="Poppins"/>
              <a:sym typeface="Poppins"/>
            </a:endParaRPr>
          </a:p>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0000FF"/>
                </a:solidFill>
                <a:latin typeface="Poppins"/>
                <a:ea typeface="Poppins"/>
                <a:cs typeface="Poppins"/>
                <a:sym typeface="Poppins"/>
              </a:rPr>
              <a:t>Resolución de problemas</a:t>
            </a:r>
            <a:endParaRPr sz="1600" b="1" i="0" u="none" strike="noStrike" cap="none">
              <a:solidFill>
                <a:srgbClr val="0000FF"/>
              </a:solidFill>
              <a:latin typeface="Poppins"/>
              <a:ea typeface="Poppins"/>
              <a:cs typeface="Poppins"/>
              <a:sym typeface="Poppins"/>
            </a:endParaRPr>
          </a:p>
        </p:txBody>
      </p:sp>
      <p:sp>
        <p:nvSpPr>
          <p:cNvPr id="749" name="Google Shape;749;g3fab5c83c0f_0_7"/>
          <p:cNvSpPr txBox="1"/>
          <p:nvPr/>
        </p:nvSpPr>
        <p:spPr>
          <a:xfrm>
            <a:off x="9398040" y="4804509"/>
            <a:ext cx="2785800" cy="677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000"/>
              <a:buFont typeface="Arial"/>
              <a:buNone/>
            </a:pPr>
            <a:r>
              <a:rPr lang="en-US" sz="2000" b="1" i="0" u="none" strike="noStrike" cap="none">
                <a:solidFill>
                  <a:srgbClr val="13655A"/>
                </a:solidFill>
                <a:latin typeface="Poppins"/>
                <a:ea typeface="Poppins"/>
                <a:cs typeface="Poppins"/>
                <a:sym typeface="Poppins"/>
              </a:rPr>
              <a:t>Dilating Pupils</a:t>
            </a:r>
            <a:endParaRPr sz="2000" b="1"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000"/>
              <a:buFont typeface="Arial"/>
              <a:buNone/>
            </a:pPr>
            <a:r>
              <a:rPr lang="en-US" sz="2000" b="1" i="0" u="none" strike="noStrike" cap="none">
                <a:solidFill>
                  <a:srgbClr val="0000FF"/>
                </a:solidFill>
                <a:latin typeface="Poppins"/>
                <a:ea typeface="Poppins"/>
                <a:cs typeface="Poppins"/>
                <a:sym typeface="Poppins"/>
              </a:rPr>
              <a:t>Pupilas dilatadas</a:t>
            </a:r>
            <a:endParaRPr sz="2000" b="1" i="0" u="none" strike="noStrike" cap="none">
              <a:solidFill>
                <a:srgbClr val="0000FF"/>
              </a:solidFill>
              <a:latin typeface="Poppins"/>
              <a:ea typeface="Poppins"/>
              <a:cs typeface="Poppins"/>
              <a:sym typeface="Poppins"/>
            </a:endParaRPr>
          </a:p>
        </p:txBody>
      </p:sp>
      <p:sp>
        <p:nvSpPr>
          <p:cNvPr id="750" name="Google Shape;750;g3fab5c83c0f_0_7"/>
          <p:cNvSpPr txBox="1"/>
          <p:nvPr/>
        </p:nvSpPr>
        <p:spPr>
          <a:xfrm>
            <a:off x="2915986" y="8384864"/>
            <a:ext cx="2574300" cy="677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000"/>
              <a:buFont typeface="Arial"/>
              <a:buNone/>
            </a:pPr>
            <a:r>
              <a:rPr lang="en-US" sz="2000" b="1" i="0" u="none" strike="noStrike" cap="none">
                <a:solidFill>
                  <a:srgbClr val="13655A"/>
                </a:solidFill>
                <a:latin typeface="Poppins"/>
                <a:ea typeface="Poppins"/>
                <a:cs typeface="Poppins"/>
                <a:sym typeface="Poppins"/>
              </a:rPr>
              <a:t>Breathing</a:t>
            </a:r>
            <a:endParaRPr sz="2000" b="1"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000"/>
              <a:buFont typeface="Arial"/>
              <a:buNone/>
            </a:pPr>
            <a:r>
              <a:rPr lang="en-US" sz="2000" b="1" i="0" u="none" strike="noStrike" cap="none">
                <a:solidFill>
                  <a:srgbClr val="0000FF"/>
                </a:solidFill>
                <a:latin typeface="Poppins"/>
                <a:ea typeface="Poppins"/>
                <a:cs typeface="Poppins"/>
                <a:sym typeface="Poppins"/>
              </a:rPr>
              <a:t>Respiración</a:t>
            </a:r>
            <a:endParaRPr sz="2000" b="1" i="0" u="none" strike="noStrike" cap="none">
              <a:solidFill>
                <a:srgbClr val="0000FF"/>
              </a:solidFill>
              <a:latin typeface="Poppins"/>
              <a:ea typeface="Poppins"/>
              <a:cs typeface="Poppins"/>
              <a:sym typeface="Poppins"/>
            </a:endParaRPr>
          </a:p>
        </p:txBody>
      </p:sp>
      <p:sp>
        <p:nvSpPr>
          <p:cNvPr id="751" name="Google Shape;751;g3fab5c83c0f_0_7"/>
          <p:cNvSpPr txBox="1"/>
          <p:nvPr/>
        </p:nvSpPr>
        <p:spPr>
          <a:xfrm>
            <a:off x="12889173" y="4905799"/>
            <a:ext cx="2391300" cy="615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a:solidFill>
                  <a:srgbClr val="13655A"/>
                </a:solidFill>
                <a:latin typeface="Poppins"/>
                <a:ea typeface="Poppins"/>
                <a:cs typeface="Poppins"/>
                <a:sym typeface="Poppins"/>
              </a:rPr>
              <a:t>Planning</a:t>
            </a:r>
            <a:endParaRPr sz="2000" b="1" i="0" u="none" strike="noStrike" cap="none">
              <a:solidFill>
                <a:srgbClr val="13655A"/>
              </a:solidFill>
              <a:latin typeface="Poppins"/>
              <a:ea typeface="Poppins"/>
              <a:cs typeface="Poppins"/>
              <a:sym typeface="Poppins"/>
            </a:endParaRPr>
          </a:p>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a:solidFill>
                  <a:srgbClr val="0000FF"/>
                </a:solidFill>
                <a:latin typeface="Poppins"/>
                <a:ea typeface="Poppins"/>
                <a:cs typeface="Poppins"/>
                <a:sym typeface="Poppins"/>
              </a:rPr>
              <a:t>Planificación</a:t>
            </a:r>
            <a:endParaRPr sz="2000" b="1" i="0" u="none" strike="noStrike" cap="none">
              <a:solidFill>
                <a:srgbClr val="0000FF"/>
              </a:solidFill>
              <a:latin typeface="Poppins"/>
              <a:ea typeface="Poppins"/>
              <a:cs typeface="Poppins"/>
              <a:sym typeface="Poppins"/>
            </a:endParaRPr>
          </a:p>
        </p:txBody>
      </p:sp>
      <p:sp>
        <p:nvSpPr>
          <p:cNvPr id="752" name="Google Shape;752;g3fab5c83c0f_0_7"/>
          <p:cNvSpPr txBox="1"/>
          <p:nvPr/>
        </p:nvSpPr>
        <p:spPr>
          <a:xfrm>
            <a:off x="2675800" y="4771050"/>
            <a:ext cx="3054900" cy="677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000"/>
              <a:buFont typeface="Arial"/>
              <a:buNone/>
            </a:pPr>
            <a:r>
              <a:rPr lang="en-US" sz="2000" b="1" i="0" u="none" strike="noStrike" cap="none">
                <a:solidFill>
                  <a:srgbClr val="13655A"/>
                </a:solidFill>
                <a:latin typeface="Poppins"/>
                <a:ea typeface="Poppins"/>
                <a:cs typeface="Poppins"/>
                <a:sym typeface="Poppins"/>
              </a:rPr>
              <a:t>Wiggling Fingers</a:t>
            </a:r>
            <a:endParaRPr sz="2000" b="1"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000"/>
              <a:buFont typeface="Arial"/>
              <a:buNone/>
            </a:pPr>
            <a:r>
              <a:rPr lang="en-US" sz="2000" b="1" i="0" u="none" strike="noStrike" cap="none">
                <a:solidFill>
                  <a:srgbClr val="0000FF"/>
                </a:solidFill>
                <a:latin typeface="Poppins"/>
                <a:ea typeface="Poppins"/>
                <a:cs typeface="Poppins"/>
                <a:sym typeface="Poppins"/>
              </a:rPr>
              <a:t>Dedos que se mueven</a:t>
            </a:r>
            <a:endParaRPr sz="2000" b="1" i="0" u="none" strike="noStrike" cap="none">
              <a:solidFill>
                <a:srgbClr val="0000FF"/>
              </a:solidFill>
              <a:latin typeface="Poppins"/>
              <a:ea typeface="Poppins"/>
              <a:cs typeface="Poppins"/>
              <a:sym typeface="Poppins"/>
            </a:endParaRPr>
          </a:p>
        </p:txBody>
      </p:sp>
      <p:sp>
        <p:nvSpPr>
          <p:cNvPr id="753" name="Google Shape;753;g3fab5c83c0f_0_7"/>
          <p:cNvSpPr txBox="1"/>
          <p:nvPr/>
        </p:nvSpPr>
        <p:spPr>
          <a:xfrm>
            <a:off x="12757050" y="8318375"/>
            <a:ext cx="2655600" cy="8313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a:solidFill>
                  <a:srgbClr val="13655A"/>
                </a:solidFill>
                <a:latin typeface="Poppins"/>
                <a:ea typeface="Poppins"/>
                <a:cs typeface="Poppins"/>
                <a:sym typeface="Poppins"/>
              </a:rPr>
              <a:t>Slowing Heart Rate</a:t>
            </a:r>
            <a:endParaRPr sz="1800" b="1" i="0" u="none" strike="noStrike" cap="none">
              <a:solidFill>
                <a:srgbClr val="13655A"/>
              </a:solidFill>
              <a:latin typeface="Poppins"/>
              <a:ea typeface="Poppins"/>
              <a:cs typeface="Poppins"/>
              <a:sym typeface="Poppins"/>
            </a:endParaRPr>
          </a:p>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a:solidFill>
                  <a:srgbClr val="0000FF"/>
                </a:solidFill>
                <a:latin typeface="Poppins"/>
                <a:ea typeface="Poppins"/>
                <a:cs typeface="Poppins"/>
                <a:sym typeface="Poppins"/>
              </a:rPr>
              <a:t>Disminución de la frecuencia cardíaca</a:t>
            </a:r>
            <a:endParaRPr sz="1800" b="1" i="0" u="none" strike="noStrike" cap="none">
              <a:solidFill>
                <a:srgbClr val="0000FF"/>
              </a:solidFill>
              <a:latin typeface="Poppins"/>
              <a:ea typeface="Poppins"/>
              <a:cs typeface="Poppins"/>
              <a:sym typeface="Poppins"/>
            </a:endParaRPr>
          </a:p>
        </p:txBody>
      </p:sp>
      <p:sp>
        <p:nvSpPr>
          <p:cNvPr id="754" name="Google Shape;754;g3fab5c83c0f_0_7"/>
          <p:cNvSpPr txBox="1"/>
          <p:nvPr/>
        </p:nvSpPr>
        <p:spPr>
          <a:xfrm>
            <a:off x="9595235" y="8465837"/>
            <a:ext cx="2391300" cy="492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13655A"/>
                </a:solidFill>
                <a:latin typeface="Poppins"/>
                <a:ea typeface="Poppins"/>
                <a:cs typeface="Poppins"/>
                <a:sym typeface="Poppins"/>
              </a:rPr>
              <a:t>Playing an Instrument</a:t>
            </a:r>
            <a:endParaRPr sz="1600" b="1" i="0" u="none" strike="noStrike" cap="none">
              <a:solidFill>
                <a:srgbClr val="13655A"/>
              </a:solidFill>
              <a:latin typeface="Poppins"/>
              <a:ea typeface="Poppins"/>
              <a:cs typeface="Poppins"/>
              <a:sym typeface="Poppins"/>
            </a:endParaRPr>
          </a:p>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rgbClr val="0000FF"/>
                </a:solidFill>
                <a:latin typeface="Poppins"/>
                <a:ea typeface="Poppins"/>
                <a:cs typeface="Poppins"/>
                <a:sym typeface="Poppins"/>
              </a:rPr>
              <a:t>Tocar un instrumento</a:t>
            </a:r>
            <a:endParaRPr sz="1600" b="1" i="0" u="none" strike="noStrike" cap="none">
              <a:solidFill>
                <a:srgbClr val="0000FF"/>
              </a:solidFill>
              <a:latin typeface="Poppins"/>
              <a:ea typeface="Poppins"/>
              <a:cs typeface="Poppins"/>
              <a:sym typeface="Poppins"/>
            </a:endParaRPr>
          </a:p>
        </p:txBody>
      </p:sp>
      <p:sp>
        <p:nvSpPr>
          <p:cNvPr id="755" name="Google Shape;755;g3fab5c83c0f_0_7"/>
          <p:cNvSpPr txBox="1"/>
          <p:nvPr/>
        </p:nvSpPr>
        <p:spPr>
          <a:xfrm>
            <a:off x="6420051" y="8236837"/>
            <a:ext cx="2154000" cy="9234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a:solidFill>
                  <a:srgbClr val="13655A"/>
                </a:solidFill>
                <a:latin typeface="Poppins"/>
                <a:ea typeface="Poppins"/>
                <a:cs typeface="Poppins"/>
                <a:sym typeface="Poppins"/>
              </a:rPr>
              <a:t>Feeling Emotion</a:t>
            </a:r>
            <a:endParaRPr sz="2000" b="1" i="0" u="none" strike="noStrike" cap="none">
              <a:solidFill>
                <a:srgbClr val="13655A"/>
              </a:solidFill>
              <a:latin typeface="Poppins"/>
              <a:ea typeface="Poppins"/>
              <a:cs typeface="Poppins"/>
              <a:sym typeface="Poppins"/>
            </a:endParaRPr>
          </a:p>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a:solidFill>
                  <a:srgbClr val="0000FF"/>
                </a:solidFill>
                <a:latin typeface="Poppins"/>
                <a:ea typeface="Poppins"/>
                <a:cs typeface="Poppins"/>
                <a:sym typeface="Poppins"/>
              </a:rPr>
              <a:t>Sentimiento Emoción</a:t>
            </a:r>
            <a:endParaRPr sz="2000" b="1" i="0" u="none" strike="noStrike" cap="none">
              <a:solidFill>
                <a:srgbClr val="0000FF"/>
              </a:solidFill>
              <a:latin typeface="Poppins"/>
              <a:ea typeface="Poppins"/>
              <a:cs typeface="Poppins"/>
              <a:sym typeface="Poppins"/>
            </a:endParaRPr>
          </a:p>
        </p:txBody>
      </p:sp>
      <p:pic>
        <p:nvPicPr>
          <p:cNvPr id="756" name="Google Shape;756;g3fab5c83c0f_0_7" descr="Boy holding hand out (Provided by Getty Images)"/>
          <p:cNvPicPr preferRelativeResize="0"/>
          <p:nvPr/>
        </p:nvPicPr>
        <p:blipFill rotWithShape="1">
          <a:blip r:embed="rId3">
            <a:alphaModFix/>
          </a:blip>
          <a:srcRect/>
          <a:stretch/>
        </p:blipFill>
        <p:spPr>
          <a:xfrm>
            <a:off x="3007499" y="2928375"/>
            <a:ext cx="2391301" cy="1594976"/>
          </a:xfrm>
          <a:prstGeom prst="rect">
            <a:avLst/>
          </a:prstGeom>
          <a:noFill/>
          <a:ln>
            <a:noFill/>
          </a:ln>
        </p:spPr>
      </p:pic>
      <p:pic>
        <p:nvPicPr>
          <p:cNvPr id="757" name="Google Shape;757;g3fab5c83c0f_0_7" descr="File:Problem Solving Illustration (Concept Image).jpg - Wikimedia ..."/>
          <p:cNvPicPr preferRelativeResize="0"/>
          <p:nvPr/>
        </p:nvPicPr>
        <p:blipFill rotWithShape="1">
          <a:blip r:embed="rId4">
            <a:alphaModFix/>
          </a:blip>
          <a:srcRect/>
          <a:stretch/>
        </p:blipFill>
        <p:spPr>
          <a:xfrm>
            <a:off x="6301397" y="3030388"/>
            <a:ext cx="2391301" cy="1689568"/>
          </a:xfrm>
          <a:prstGeom prst="rect">
            <a:avLst/>
          </a:prstGeom>
          <a:noFill/>
          <a:ln>
            <a:noFill/>
          </a:ln>
        </p:spPr>
      </p:pic>
      <p:pic>
        <p:nvPicPr>
          <p:cNvPr id="758" name="Google Shape;758;g3fab5c83c0f_0_7" descr="Macro human eye, dilated pupil of gray color, close-up retina (Provided by Getty Images)"/>
          <p:cNvPicPr preferRelativeResize="0"/>
          <p:nvPr/>
        </p:nvPicPr>
        <p:blipFill rotWithShape="1">
          <a:blip r:embed="rId5">
            <a:alphaModFix/>
          </a:blip>
          <a:srcRect/>
          <a:stretch/>
        </p:blipFill>
        <p:spPr>
          <a:xfrm>
            <a:off x="9595298" y="2928363"/>
            <a:ext cx="2391301" cy="1594976"/>
          </a:xfrm>
          <a:prstGeom prst="rect">
            <a:avLst/>
          </a:prstGeom>
          <a:noFill/>
          <a:ln>
            <a:noFill/>
          </a:ln>
        </p:spPr>
      </p:pic>
      <p:pic>
        <p:nvPicPr>
          <p:cNvPr id="759" name="Google Shape;759;g3fab5c83c0f_0_7" descr="Top view of calculator and calendar of January 2022 for planning (Provided by Getty Images)"/>
          <p:cNvPicPr preferRelativeResize="0"/>
          <p:nvPr/>
        </p:nvPicPr>
        <p:blipFill rotWithShape="1">
          <a:blip r:embed="rId6">
            <a:alphaModFix/>
          </a:blip>
          <a:srcRect/>
          <a:stretch/>
        </p:blipFill>
        <p:spPr>
          <a:xfrm>
            <a:off x="12889175" y="3078263"/>
            <a:ext cx="2391301" cy="1593822"/>
          </a:xfrm>
          <a:prstGeom prst="rect">
            <a:avLst/>
          </a:prstGeom>
          <a:noFill/>
          <a:ln>
            <a:noFill/>
          </a:ln>
        </p:spPr>
      </p:pic>
      <p:pic>
        <p:nvPicPr>
          <p:cNvPr id="760" name="Google Shape;760;g3fab5c83c0f_0_7" descr="Taking a moment to breathe (Provided by Getty Images)"/>
          <p:cNvPicPr preferRelativeResize="0"/>
          <p:nvPr/>
        </p:nvPicPr>
        <p:blipFill rotWithShape="1">
          <a:blip r:embed="rId7">
            <a:alphaModFix/>
          </a:blip>
          <a:srcRect/>
          <a:stretch/>
        </p:blipFill>
        <p:spPr>
          <a:xfrm>
            <a:off x="3007575" y="6575300"/>
            <a:ext cx="2391301" cy="1444355"/>
          </a:xfrm>
          <a:prstGeom prst="rect">
            <a:avLst/>
          </a:prstGeom>
          <a:noFill/>
          <a:ln>
            <a:noFill/>
          </a:ln>
        </p:spPr>
      </p:pic>
      <p:pic>
        <p:nvPicPr>
          <p:cNvPr id="761" name="Google Shape;761;g3fab5c83c0f_0_7" descr="Emoticon set icon. Laugh, crying, love, laughter, surprise, tongue, anger, consternation, startle, distempered emotion, feeling, emoji, violet background. Mood concept. Vector line icon for Business (Provided by Getty Images)"/>
          <p:cNvPicPr preferRelativeResize="0"/>
          <p:nvPr/>
        </p:nvPicPr>
        <p:blipFill rotWithShape="1">
          <a:blip r:embed="rId8">
            <a:alphaModFix/>
          </a:blip>
          <a:srcRect/>
          <a:stretch/>
        </p:blipFill>
        <p:spPr>
          <a:xfrm>
            <a:off x="6301409" y="6580550"/>
            <a:ext cx="2391301" cy="1433847"/>
          </a:xfrm>
          <a:prstGeom prst="rect">
            <a:avLst/>
          </a:prstGeom>
          <a:noFill/>
          <a:ln>
            <a:noFill/>
          </a:ln>
        </p:spPr>
      </p:pic>
      <p:pic>
        <p:nvPicPr>
          <p:cNvPr id="762" name="Google Shape;762;g3fab5c83c0f_0_7" descr="Jazz music band concept different instruments vector flat illustration isolated on white background, live sound festival or concert, musician different instruments set. (Provided by Getty Images)"/>
          <p:cNvPicPr preferRelativeResize="0"/>
          <p:nvPr/>
        </p:nvPicPr>
        <p:blipFill rotWithShape="1">
          <a:blip r:embed="rId9">
            <a:alphaModFix/>
          </a:blip>
          <a:srcRect/>
          <a:stretch/>
        </p:blipFill>
        <p:spPr>
          <a:xfrm>
            <a:off x="9595297" y="6597475"/>
            <a:ext cx="2391301" cy="1399994"/>
          </a:xfrm>
          <a:prstGeom prst="rect">
            <a:avLst/>
          </a:prstGeom>
          <a:noFill/>
          <a:ln>
            <a:noFill/>
          </a:ln>
        </p:spPr>
      </p:pic>
      <p:pic>
        <p:nvPicPr>
          <p:cNvPr id="763" name="Google Shape;763;g3fab5c83c0f_0_7" descr="Red heart and heartbeat wave icon sign or symbol on pink background 3d illustration (Provided by Getty Images)"/>
          <p:cNvPicPr preferRelativeResize="0"/>
          <p:nvPr/>
        </p:nvPicPr>
        <p:blipFill rotWithShape="1">
          <a:blip r:embed="rId10">
            <a:alphaModFix/>
          </a:blip>
          <a:srcRect/>
          <a:stretch/>
        </p:blipFill>
        <p:spPr>
          <a:xfrm>
            <a:off x="12889194" y="6392563"/>
            <a:ext cx="2391301" cy="1809823"/>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68"/>
        <p:cNvGrpSpPr/>
        <p:nvPr/>
      </p:nvGrpSpPr>
      <p:grpSpPr>
        <a:xfrm>
          <a:off x="0" y="0"/>
          <a:ext cx="0" cy="0"/>
          <a:chOff x="0" y="0"/>
          <a:chExt cx="0" cy="0"/>
        </a:xfrm>
      </p:grpSpPr>
      <p:sp>
        <p:nvSpPr>
          <p:cNvPr id="769" name="Google Shape;769;g3fab5c83c0f_0_63"/>
          <p:cNvSpPr txBox="1"/>
          <p:nvPr/>
        </p:nvSpPr>
        <p:spPr>
          <a:xfrm>
            <a:off x="2768108" y="556054"/>
            <a:ext cx="12751800" cy="15573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4399"/>
              <a:buFont typeface="Arial"/>
              <a:buNone/>
            </a:pPr>
            <a:r>
              <a:rPr lang="en-US" sz="4399" b="1">
                <a:solidFill>
                  <a:srgbClr val="136447"/>
                </a:solidFill>
                <a:latin typeface="Poppins"/>
                <a:ea typeface="Poppins"/>
                <a:cs typeface="Poppins"/>
                <a:sym typeface="Poppins"/>
              </a:rPr>
              <a:t>Exercise: Box Breathing</a:t>
            </a:r>
            <a:endParaRPr sz="4399" b="1" i="0" u="none" strike="noStrike" cap="none">
              <a:solidFill>
                <a:srgbClr val="136447"/>
              </a:solidFill>
              <a:latin typeface="Poppins"/>
              <a:ea typeface="Poppins"/>
              <a:cs typeface="Poppins"/>
              <a:sym typeface="Poppins"/>
            </a:endParaRPr>
          </a:p>
          <a:p>
            <a:pPr marL="0" marR="0" lvl="0" indent="0" algn="ctr" rtl="0">
              <a:lnSpc>
                <a:spcPct val="130009"/>
              </a:lnSpc>
              <a:spcBef>
                <a:spcPts val="0"/>
              </a:spcBef>
              <a:spcAft>
                <a:spcPts val="0"/>
              </a:spcAft>
              <a:buClr>
                <a:srgbClr val="000000"/>
              </a:buClr>
              <a:buSzPts val="4399"/>
              <a:buFont typeface="Arial"/>
              <a:buNone/>
            </a:pPr>
            <a:r>
              <a:rPr lang="en-US" sz="4399" b="1">
                <a:solidFill>
                  <a:srgbClr val="0000FF"/>
                </a:solidFill>
                <a:latin typeface="Poppins"/>
                <a:ea typeface="Poppins"/>
                <a:cs typeface="Poppins"/>
                <a:sym typeface="Poppins"/>
              </a:rPr>
              <a:t>Ejercicio: Respiración en caja</a:t>
            </a:r>
            <a:endParaRPr sz="4399" b="1" i="0" u="none" strike="noStrike" cap="none">
              <a:solidFill>
                <a:srgbClr val="0000FF"/>
              </a:solidFill>
              <a:latin typeface="Poppins"/>
              <a:ea typeface="Poppins"/>
              <a:cs typeface="Poppins"/>
              <a:sym typeface="Poppins"/>
            </a:endParaRPr>
          </a:p>
        </p:txBody>
      </p:sp>
      <p:sp>
        <p:nvSpPr>
          <p:cNvPr id="770" name="Google Shape;770;g3fab5c83c0f_0_63"/>
          <p:cNvSpPr txBox="1"/>
          <p:nvPr/>
        </p:nvSpPr>
        <p:spPr>
          <a:xfrm>
            <a:off x="827375" y="2493800"/>
            <a:ext cx="8384100" cy="686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200">
                <a:solidFill>
                  <a:schemeClr val="dk1"/>
                </a:solidFill>
                <a:latin typeface="Poppins"/>
                <a:ea typeface="Poppins"/>
                <a:cs typeface="Poppins"/>
                <a:sym typeface="Poppins"/>
              </a:rPr>
              <a:t>Activates the parasympathetic nervous system (PNS).</a:t>
            </a:r>
            <a:endParaRPr sz="3200">
              <a:solidFill>
                <a:schemeClr val="dk1"/>
              </a:solidFill>
              <a:latin typeface="Poppins"/>
              <a:ea typeface="Poppins"/>
              <a:cs typeface="Poppins"/>
              <a:sym typeface="Poppins"/>
            </a:endParaRPr>
          </a:p>
          <a:p>
            <a:pPr marL="0" lvl="0" indent="0" algn="l" rtl="0">
              <a:spcBef>
                <a:spcPts val="0"/>
              </a:spcBef>
              <a:spcAft>
                <a:spcPts val="0"/>
              </a:spcAft>
              <a:buNone/>
            </a:pPr>
            <a:r>
              <a:rPr lang="en-US" sz="3200">
                <a:solidFill>
                  <a:srgbClr val="0000FF"/>
                </a:solidFill>
                <a:latin typeface="Poppins"/>
                <a:ea typeface="Poppins"/>
                <a:cs typeface="Poppins"/>
                <a:sym typeface="Poppins"/>
              </a:rPr>
              <a:t>Activa el sistema nervioso parasimpático (SNP).</a:t>
            </a:r>
            <a:endParaRPr sz="3200">
              <a:solidFill>
                <a:srgbClr val="0000FF"/>
              </a:solidFill>
              <a:latin typeface="Poppins"/>
              <a:ea typeface="Poppins"/>
              <a:cs typeface="Poppins"/>
              <a:sym typeface="Poppins"/>
            </a:endParaRPr>
          </a:p>
          <a:p>
            <a:pPr marL="0" lvl="0" indent="0" algn="l" rtl="0">
              <a:spcBef>
                <a:spcPts val="0"/>
              </a:spcBef>
              <a:spcAft>
                <a:spcPts val="0"/>
              </a:spcAft>
              <a:buNone/>
            </a:pPr>
            <a:endParaRPr sz="3200">
              <a:solidFill>
                <a:schemeClr val="dk1"/>
              </a:solidFill>
              <a:latin typeface="Poppins"/>
              <a:ea typeface="Poppins"/>
              <a:cs typeface="Poppins"/>
              <a:sym typeface="Poppins"/>
            </a:endParaRPr>
          </a:p>
          <a:p>
            <a:pPr marL="0" lvl="0" indent="0" algn="l" rtl="0">
              <a:spcBef>
                <a:spcPts val="0"/>
              </a:spcBef>
              <a:spcAft>
                <a:spcPts val="0"/>
              </a:spcAft>
              <a:buNone/>
            </a:pPr>
            <a:r>
              <a:rPr lang="en-US" sz="3200">
                <a:solidFill>
                  <a:schemeClr val="dk1"/>
                </a:solidFill>
                <a:latin typeface="Poppins"/>
                <a:ea typeface="Poppins"/>
                <a:cs typeface="Poppins"/>
                <a:sym typeface="Poppins"/>
              </a:rPr>
              <a:t>Slows your heart rate, lowers blood pressure, and shifts your body away from the "fight-or-flight" sympathetic response into a state of calm.</a:t>
            </a:r>
            <a:endParaRPr sz="3200">
              <a:solidFill>
                <a:schemeClr val="dk1"/>
              </a:solidFill>
              <a:latin typeface="Poppins"/>
              <a:ea typeface="Poppins"/>
              <a:cs typeface="Poppins"/>
              <a:sym typeface="Poppins"/>
            </a:endParaRPr>
          </a:p>
          <a:p>
            <a:pPr marL="0" lvl="0" indent="0" algn="l" rtl="0">
              <a:spcBef>
                <a:spcPts val="0"/>
              </a:spcBef>
              <a:spcAft>
                <a:spcPts val="0"/>
              </a:spcAft>
              <a:buNone/>
            </a:pPr>
            <a:r>
              <a:rPr lang="en-US" sz="3200">
                <a:solidFill>
                  <a:srgbClr val="0000FF"/>
                </a:solidFill>
                <a:latin typeface="Poppins"/>
                <a:ea typeface="Poppins"/>
                <a:cs typeface="Poppins"/>
                <a:sym typeface="Poppins"/>
              </a:rPr>
              <a:t>Reduce la frecuencia cardíaca, disminuye la presión arterial y hace que el cuerpo pase de la respuesta simpática de «lucha o huida» a un estado de calma.</a:t>
            </a:r>
            <a:endParaRPr sz="3200">
              <a:solidFill>
                <a:srgbClr val="0000FF"/>
              </a:solidFill>
              <a:latin typeface="Poppins"/>
              <a:ea typeface="Poppins"/>
              <a:cs typeface="Poppins"/>
              <a:sym typeface="Poppins"/>
            </a:endParaRPr>
          </a:p>
        </p:txBody>
      </p:sp>
      <p:pic>
        <p:nvPicPr>
          <p:cNvPr id="771" name="Google Shape;771;g3fab5c83c0f_0_63" descr="Box Breathing PDF For Anxiety Relief — ZACHARY PHILLIPS"/>
          <p:cNvPicPr preferRelativeResize="0"/>
          <p:nvPr/>
        </p:nvPicPr>
        <p:blipFill>
          <a:blip r:embed="rId3">
            <a:alphaModFix/>
          </a:blip>
          <a:stretch>
            <a:fillRect/>
          </a:stretch>
        </p:blipFill>
        <p:spPr>
          <a:xfrm>
            <a:off x="10095438" y="3429001"/>
            <a:ext cx="6950976" cy="5264351"/>
          </a:xfrm>
          <a:prstGeom prst="rect">
            <a:avLst/>
          </a:prstGeom>
          <a:noFill/>
          <a:ln>
            <a:noFill/>
          </a:ln>
        </p:spPr>
      </p:pic>
      <p:sp>
        <p:nvSpPr>
          <p:cNvPr id="772" name="Google Shape;772;g3fab5c83c0f_0_63"/>
          <p:cNvSpPr txBox="1"/>
          <p:nvPr/>
        </p:nvSpPr>
        <p:spPr>
          <a:xfrm>
            <a:off x="11691575" y="2275000"/>
            <a:ext cx="3758700" cy="633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500">
                <a:solidFill>
                  <a:srgbClr val="0000FF"/>
                </a:solidFill>
                <a:latin typeface="Poppins"/>
                <a:ea typeface="Poppins"/>
                <a:cs typeface="Poppins"/>
                <a:sym typeface="Poppins"/>
              </a:rPr>
              <a:t>Inhala durante 4 segundos.</a:t>
            </a:r>
            <a:endParaRPr sz="2500">
              <a:solidFill>
                <a:srgbClr val="0000FF"/>
              </a:solidFill>
              <a:latin typeface="Poppins"/>
              <a:ea typeface="Poppins"/>
              <a:cs typeface="Poppins"/>
              <a:sym typeface="Poppins"/>
            </a:endParaRPr>
          </a:p>
        </p:txBody>
      </p:sp>
      <p:sp>
        <p:nvSpPr>
          <p:cNvPr id="773" name="Google Shape;773;g3fab5c83c0f_0_63"/>
          <p:cNvSpPr txBox="1"/>
          <p:nvPr/>
        </p:nvSpPr>
        <p:spPr>
          <a:xfrm>
            <a:off x="11790475" y="8941775"/>
            <a:ext cx="3442200" cy="87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500">
                <a:solidFill>
                  <a:srgbClr val="0000FF"/>
                </a:solidFill>
                <a:latin typeface="Poppins"/>
                <a:ea typeface="Poppins"/>
                <a:cs typeface="Poppins"/>
                <a:sym typeface="Poppins"/>
              </a:rPr>
              <a:t>Exhala durante 4 segundos.</a:t>
            </a:r>
            <a:endParaRPr sz="2500">
              <a:solidFill>
                <a:srgbClr val="0000FF"/>
              </a:solidFill>
              <a:latin typeface="Poppins"/>
              <a:ea typeface="Poppins"/>
              <a:cs typeface="Poppins"/>
              <a:sym typeface="Poppins"/>
            </a:endParaRPr>
          </a:p>
        </p:txBody>
      </p:sp>
      <p:sp>
        <p:nvSpPr>
          <p:cNvPr id="774" name="Google Shape;774;g3fab5c83c0f_0_63"/>
          <p:cNvSpPr txBox="1"/>
          <p:nvPr/>
        </p:nvSpPr>
        <p:spPr>
          <a:xfrm rot="-5400000">
            <a:off x="7975025" y="5440250"/>
            <a:ext cx="3105900" cy="633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500">
                <a:solidFill>
                  <a:srgbClr val="0000FF"/>
                </a:solidFill>
                <a:latin typeface="Poppins"/>
                <a:ea typeface="Poppins"/>
                <a:cs typeface="Poppins"/>
                <a:sym typeface="Poppins"/>
              </a:rPr>
              <a:t>Mantén durante 4 segundos.</a:t>
            </a:r>
            <a:endParaRPr sz="2500">
              <a:solidFill>
                <a:srgbClr val="0000FF"/>
              </a:solidFill>
              <a:latin typeface="Poppins"/>
              <a:ea typeface="Poppins"/>
              <a:cs typeface="Poppins"/>
              <a:sym typeface="Poppins"/>
            </a:endParaRPr>
          </a:p>
        </p:txBody>
      </p:sp>
      <p:sp>
        <p:nvSpPr>
          <p:cNvPr id="775" name="Google Shape;775;g3fab5c83c0f_0_63"/>
          <p:cNvSpPr txBox="1"/>
          <p:nvPr/>
        </p:nvSpPr>
        <p:spPr>
          <a:xfrm rot="5400000">
            <a:off x="16060950" y="5440250"/>
            <a:ext cx="3105900" cy="633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500">
                <a:solidFill>
                  <a:srgbClr val="0000FF"/>
                </a:solidFill>
                <a:latin typeface="Poppins"/>
                <a:ea typeface="Poppins"/>
                <a:cs typeface="Poppins"/>
                <a:sym typeface="Poppins"/>
              </a:rPr>
              <a:t>Mantén durante 4 segundos.</a:t>
            </a:r>
            <a:endParaRPr sz="2500">
              <a:solidFill>
                <a:srgbClr val="0000FF"/>
              </a:solidFill>
              <a:latin typeface="Poppins"/>
              <a:ea typeface="Poppins"/>
              <a:cs typeface="Poppins"/>
              <a:sym typeface="Poppin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779"/>
        <p:cNvGrpSpPr/>
        <p:nvPr/>
      </p:nvGrpSpPr>
      <p:grpSpPr>
        <a:xfrm>
          <a:off x="0" y="0"/>
          <a:ext cx="0" cy="0"/>
          <a:chOff x="0" y="0"/>
          <a:chExt cx="0" cy="0"/>
        </a:xfrm>
      </p:grpSpPr>
      <p:cxnSp>
        <p:nvCxnSpPr>
          <p:cNvPr id="780" name="Google Shape;780;p12"/>
          <p:cNvCxnSpPr/>
          <p:nvPr/>
        </p:nvCxnSpPr>
        <p:spPr>
          <a:xfrm rot="10800000" flipH="1">
            <a:off x="1431434" y="1974301"/>
            <a:ext cx="8115300" cy="18900"/>
          </a:xfrm>
          <a:prstGeom prst="straightConnector1">
            <a:avLst/>
          </a:prstGeom>
          <a:noFill/>
          <a:ln w="28575" cap="rnd" cmpd="sng">
            <a:solidFill>
              <a:srgbClr val="136447"/>
            </a:solidFill>
            <a:prstDash val="solid"/>
            <a:round/>
            <a:headEnd type="none" w="sm" len="sm"/>
            <a:tailEnd type="none" w="sm" len="sm"/>
          </a:ln>
        </p:spPr>
      </p:cxnSp>
      <p:sp>
        <p:nvSpPr>
          <p:cNvPr id="781" name="Google Shape;781;p12"/>
          <p:cNvSpPr txBox="1"/>
          <p:nvPr/>
        </p:nvSpPr>
        <p:spPr>
          <a:xfrm>
            <a:off x="168425" y="847675"/>
            <a:ext cx="18589200" cy="863100"/>
          </a:xfrm>
          <a:prstGeom prst="rect">
            <a:avLst/>
          </a:prstGeom>
          <a:noFill/>
          <a:ln>
            <a:noFill/>
          </a:ln>
        </p:spPr>
        <p:txBody>
          <a:bodyPr spcFirstLastPara="1" wrap="square" lIns="0" tIns="0" rIns="0" bIns="0" anchor="t" anchorCtr="0">
            <a:spAutoFit/>
          </a:bodyPr>
          <a:lstStyle/>
          <a:p>
            <a:pPr marL="0" marR="0" lvl="0" indent="0" algn="l" rtl="0">
              <a:lnSpc>
                <a:spcPct val="130009"/>
              </a:lnSpc>
              <a:spcBef>
                <a:spcPts val="0"/>
              </a:spcBef>
              <a:spcAft>
                <a:spcPts val="0"/>
              </a:spcAft>
              <a:buClr>
                <a:srgbClr val="000000"/>
              </a:buClr>
              <a:buSzPts val="5608"/>
              <a:buFont typeface="Arial"/>
              <a:buNone/>
            </a:pPr>
            <a:r>
              <a:rPr lang="en-US" sz="5608" b="1" i="0" u="none" strike="noStrike" cap="none">
                <a:solidFill>
                  <a:srgbClr val="136447"/>
                </a:solidFill>
                <a:latin typeface="Poppins"/>
                <a:ea typeface="Poppins"/>
                <a:cs typeface="Poppins"/>
                <a:sym typeface="Poppins"/>
              </a:rPr>
              <a:t>How Messages Travel | </a:t>
            </a:r>
            <a:r>
              <a:rPr lang="en-US" sz="5608" b="1" i="0" u="none" strike="noStrike" cap="none">
                <a:solidFill>
                  <a:srgbClr val="0000FF"/>
                </a:solidFill>
                <a:latin typeface="Poppins"/>
                <a:ea typeface="Poppins"/>
                <a:cs typeface="Poppins"/>
                <a:sym typeface="Poppins"/>
              </a:rPr>
              <a:t>Cómo viajan los mensajes</a:t>
            </a:r>
            <a:endParaRPr sz="5608" b="1" i="0" u="none" strike="noStrike" cap="none">
              <a:solidFill>
                <a:srgbClr val="0000FF"/>
              </a:solidFill>
              <a:latin typeface="Poppins"/>
              <a:ea typeface="Poppins"/>
              <a:cs typeface="Poppins"/>
              <a:sym typeface="Poppins"/>
            </a:endParaRPr>
          </a:p>
        </p:txBody>
      </p:sp>
      <p:sp>
        <p:nvSpPr>
          <p:cNvPr id="782" name="Google Shape;782;p12"/>
          <p:cNvSpPr txBox="1"/>
          <p:nvPr/>
        </p:nvSpPr>
        <p:spPr>
          <a:xfrm>
            <a:off x="493625" y="2359200"/>
            <a:ext cx="9990900" cy="18531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2D2F3B"/>
                </a:solidFill>
                <a:latin typeface="Poppins Medium"/>
                <a:ea typeface="Poppins Medium"/>
                <a:cs typeface="Poppins Medium"/>
                <a:sym typeface="Poppins Medium"/>
              </a:rPr>
              <a:t>Messages travel through the nervous system using electrical and chemical signals </a:t>
            </a:r>
            <a:endParaRPr sz="28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0000FF"/>
                </a:solidFill>
                <a:latin typeface="Poppins Medium"/>
                <a:ea typeface="Poppins Medium"/>
                <a:cs typeface="Poppins Medium"/>
                <a:sym typeface="Poppins Medium"/>
              </a:rPr>
              <a:t>Los mensajes viajan a través del sistema nervioso mediante señales eléctricas y químicas.</a:t>
            </a:r>
            <a:endParaRPr sz="2800" b="1" i="0" u="none" strike="noStrike" cap="none">
              <a:solidFill>
                <a:srgbClr val="0000FF"/>
              </a:solidFill>
              <a:latin typeface="Poppins Medium"/>
              <a:ea typeface="Poppins Medium"/>
              <a:cs typeface="Poppins Medium"/>
              <a:sym typeface="Poppins Medium"/>
            </a:endParaRPr>
          </a:p>
        </p:txBody>
      </p:sp>
      <p:sp>
        <p:nvSpPr>
          <p:cNvPr id="783" name="Google Shape;783;p12"/>
          <p:cNvSpPr txBox="1"/>
          <p:nvPr/>
        </p:nvSpPr>
        <p:spPr>
          <a:xfrm>
            <a:off x="493625" y="4641125"/>
            <a:ext cx="9990900" cy="18531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chemeClr val="dk1"/>
              </a:buClr>
              <a:buSzPts val="2800"/>
              <a:buFont typeface="Arial"/>
              <a:buNone/>
            </a:pPr>
            <a:r>
              <a:rPr lang="en-US" sz="2800" b="1" i="0" u="none" strike="noStrike" cap="none">
                <a:solidFill>
                  <a:srgbClr val="2D2F3B"/>
                </a:solidFill>
                <a:latin typeface="Poppins Medium"/>
                <a:ea typeface="Poppins Medium"/>
                <a:cs typeface="Poppins Medium"/>
                <a:sym typeface="Poppins Medium"/>
              </a:rPr>
              <a:t>The body has BILLIONS of neurons - the nerve cells of the nervous system</a:t>
            </a:r>
            <a:endParaRPr sz="28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chemeClr val="dk1"/>
              </a:buClr>
              <a:buSzPts val="2800"/>
              <a:buFont typeface="Arial"/>
              <a:buNone/>
            </a:pPr>
            <a:r>
              <a:rPr lang="en-US" sz="2800" b="1" i="0" u="none" strike="noStrike" cap="none">
                <a:solidFill>
                  <a:srgbClr val="0000FF"/>
                </a:solidFill>
                <a:latin typeface="Poppins Medium"/>
                <a:ea typeface="Poppins Medium"/>
                <a:cs typeface="Poppins Medium"/>
                <a:sym typeface="Poppins Medium"/>
              </a:rPr>
              <a:t>El cuerpo tiene miles de millones de neuronas: las células nerviosas del sistema nervioso.</a:t>
            </a:r>
            <a:endParaRPr sz="2800" b="1" i="0" u="none" strike="noStrike" cap="none">
              <a:solidFill>
                <a:srgbClr val="0000FF"/>
              </a:solidFill>
              <a:latin typeface="Poppins Medium"/>
              <a:ea typeface="Poppins Medium"/>
              <a:cs typeface="Poppins Medium"/>
              <a:sym typeface="Poppins Medium"/>
            </a:endParaRPr>
          </a:p>
        </p:txBody>
      </p:sp>
      <p:sp>
        <p:nvSpPr>
          <p:cNvPr id="784" name="Google Shape;784;p12"/>
          <p:cNvSpPr txBox="1"/>
          <p:nvPr/>
        </p:nvSpPr>
        <p:spPr>
          <a:xfrm>
            <a:off x="493625" y="6923050"/>
            <a:ext cx="9990900" cy="2752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2D2F3B"/>
                </a:solidFill>
                <a:latin typeface="Poppins Medium"/>
                <a:ea typeface="Poppins Medium"/>
                <a:cs typeface="Poppins Medium"/>
                <a:sym typeface="Poppins Medium"/>
              </a:rPr>
              <a:t>Neurons pass messages super fast - speeds ranging from 0.5 to 120 meters per second, or about 1.1 to 270 miles per hour!</a:t>
            </a:r>
            <a:endParaRPr sz="1200" b="0" i="0" u="none" strike="noStrike" cap="none">
              <a:solidFill>
                <a:schemeClr val="dk1"/>
              </a:solidFill>
              <a:latin typeface="Arial"/>
              <a:ea typeface="Arial"/>
              <a:cs typeface="Arial"/>
              <a:sym typeface="Arial"/>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0000FF"/>
                </a:solidFill>
                <a:latin typeface="Poppins Medium"/>
                <a:ea typeface="Poppins Medium"/>
                <a:cs typeface="Poppins Medium"/>
                <a:sym typeface="Poppins Medium"/>
              </a:rPr>
              <a:t>Las neuronas transmiten mensajes </a:t>
            </a:r>
            <a:r>
              <a:rPr lang="en-US" sz="2700" b="1">
                <a:solidFill>
                  <a:srgbClr val="0000FF"/>
                </a:solidFill>
                <a:latin typeface="Poppins Medium"/>
                <a:ea typeface="Poppins Medium"/>
                <a:cs typeface="Poppins Medium"/>
                <a:sym typeface="Poppins Medium"/>
              </a:rPr>
              <a:t>muy rápidas</a:t>
            </a:r>
            <a:r>
              <a:rPr lang="en-US" sz="2700" b="1" i="0" u="none" strike="noStrike" cap="none">
                <a:solidFill>
                  <a:srgbClr val="0000FF"/>
                </a:solidFill>
                <a:latin typeface="Poppins Medium"/>
                <a:ea typeface="Poppins Medium"/>
                <a:cs typeface="Poppins Medium"/>
                <a:sym typeface="Poppins Medium"/>
              </a:rPr>
              <a:t>: ¡a velocidades de entre 0,5 y 120 metros por segundo, o entre 1,1 y 270 millas por hora aproximadamente!</a:t>
            </a:r>
            <a:endParaRPr sz="2700" b="1" i="0" u="none" strike="noStrike" cap="none">
              <a:solidFill>
                <a:srgbClr val="0000FF"/>
              </a:solidFill>
              <a:latin typeface="Poppins Medium"/>
              <a:ea typeface="Poppins Medium"/>
              <a:cs typeface="Poppins Medium"/>
              <a:sym typeface="Poppins Medium"/>
            </a:endParaRPr>
          </a:p>
        </p:txBody>
      </p:sp>
      <p:pic>
        <p:nvPicPr>
          <p:cNvPr id="785" name="Google Shape;785;p12" title="Screenshot 2025-11-13 at 12.13.38 PM.png"/>
          <p:cNvPicPr preferRelativeResize="0"/>
          <p:nvPr/>
        </p:nvPicPr>
        <p:blipFill rotWithShape="1">
          <a:blip r:embed="rId3">
            <a:alphaModFix/>
          </a:blip>
          <a:srcRect/>
          <a:stretch/>
        </p:blipFill>
        <p:spPr>
          <a:xfrm>
            <a:off x="11090676" y="2359200"/>
            <a:ext cx="7004955" cy="641695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789"/>
        <p:cNvGrpSpPr/>
        <p:nvPr/>
      </p:nvGrpSpPr>
      <p:grpSpPr>
        <a:xfrm>
          <a:off x="0" y="0"/>
          <a:ext cx="0" cy="0"/>
          <a:chOff x="0" y="0"/>
          <a:chExt cx="0" cy="0"/>
        </a:xfrm>
      </p:grpSpPr>
      <p:sp>
        <p:nvSpPr>
          <p:cNvPr id="790" name="Google Shape;790;p13"/>
          <p:cNvSpPr txBox="1"/>
          <p:nvPr/>
        </p:nvSpPr>
        <p:spPr>
          <a:xfrm>
            <a:off x="1305424" y="2344200"/>
            <a:ext cx="12361500" cy="569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3700"/>
              <a:buFont typeface="Arial"/>
              <a:buNone/>
            </a:pPr>
            <a:r>
              <a:rPr lang="en-US" sz="3700" b="1" i="0" u="none" strike="noStrike" cap="none">
                <a:solidFill>
                  <a:srgbClr val="2D2F3B"/>
                </a:solidFill>
                <a:latin typeface="Poppins Medium"/>
                <a:ea typeface="Poppins Medium"/>
                <a:cs typeface="Poppins Medium"/>
                <a:sym typeface="Poppins Medium"/>
              </a:rPr>
              <a:t>Flow of information | </a:t>
            </a:r>
            <a:r>
              <a:rPr lang="en-US" sz="3700" b="1" i="0" u="none" strike="noStrike" cap="none">
                <a:solidFill>
                  <a:srgbClr val="0000FF"/>
                </a:solidFill>
                <a:latin typeface="Poppins Medium"/>
                <a:ea typeface="Poppins Medium"/>
                <a:cs typeface="Poppins Medium"/>
                <a:sym typeface="Poppins Medium"/>
              </a:rPr>
              <a:t>Flujo de información:</a:t>
            </a:r>
            <a:endParaRPr sz="2100" b="0" i="0" u="none" strike="noStrike" cap="none">
              <a:solidFill>
                <a:srgbClr val="0000FF"/>
              </a:solidFill>
              <a:latin typeface="Arial"/>
              <a:ea typeface="Arial"/>
              <a:cs typeface="Arial"/>
              <a:sym typeface="Arial"/>
            </a:endParaRPr>
          </a:p>
        </p:txBody>
      </p:sp>
      <p:sp>
        <p:nvSpPr>
          <p:cNvPr id="791" name="Google Shape;791;p13"/>
          <p:cNvSpPr txBox="1"/>
          <p:nvPr/>
        </p:nvSpPr>
        <p:spPr>
          <a:xfrm>
            <a:off x="428800" y="4072225"/>
            <a:ext cx="2332200" cy="11298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3400"/>
              <a:buFont typeface="Arial"/>
              <a:buNone/>
            </a:pPr>
            <a:r>
              <a:rPr lang="en-US" sz="3400" b="1" i="0" u="none" strike="noStrike" cap="none">
                <a:solidFill>
                  <a:srgbClr val="2D2F3B"/>
                </a:solidFill>
                <a:latin typeface="Poppins Medium"/>
                <a:ea typeface="Poppins Medium"/>
                <a:cs typeface="Poppins Medium"/>
                <a:sym typeface="Poppins Medium"/>
              </a:rPr>
              <a:t>STIMULUS</a:t>
            </a:r>
            <a:endParaRPr sz="34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400"/>
              <a:buFont typeface="Arial"/>
              <a:buNone/>
            </a:pPr>
            <a:r>
              <a:rPr lang="en-US" sz="3400" b="1" i="0" u="none" strike="noStrike" cap="none">
                <a:solidFill>
                  <a:srgbClr val="0000FF"/>
                </a:solidFill>
                <a:latin typeface="Poppins Medium"/>
                <a:ea typeface="Poppins Medium"/>
                <a:cs typeface="Poppins Medium"/>
                <a:sym typeface="Poppins Medium"/>
              </a:rPr>
              <a:t>ESTÍMULO</a:t>
            </a:r>
            <a:r>
              <a:rPr lang="en-US" sz="3600" b="1" i="0" u="none" strike="noStrike" cap="none">
                <a:solidFill>
                  <a:srgbClr val="351C75"/>
                </a:solidFill>
                <a:latin typeface="Poppins Medium"/>
                <a:ea typeface="Poppins Medium"/>
                <a:cs typeface="Poppins Medium"/>
                <a:sym typeface="Poppins Medium"/>
              </a:rPr>
              <a:t> </a:t>
            </a:r>
            <a:endParaRPr sz="3600" b="1" i="0" u="none" strike="noStrike" cap="none">
              <a:solidFill>
                <a:srgbClr val="351C75"/>
              </a:solidFill>
              <a:latin typeface="Poppins Medium"/>
              <a:ea typeface="Poppins Medium"/>
              <a:cs typeface="Poppins Medium"/>
              <a:sym typeface="Poppins Medium"/>
            </a:endParaRPr>
          </a:p>
        </p:txBody>
      </p:sp>
      <p:sp>
        <p:nvSpPr>
          <p:cNvPr id="792" name="Google Shape;792;p13"/>
          <p:cNvSpPr txBox="1"/>
          <p:nvPr/>
        </p:nvSpPr>
        <p:spPr>
          <a:xfrm>
            <a:off x="3666300" y="3264600"/>
            <a:ext cx="3056400" cy="2890800"/>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Clr>
                <a:srgbClr val="000000"/>
              </a:buClr>
              <a:buSzPts val="3400"/>
              <a:buFont typeface="Arial"/>
              <a:buNone/>
            </a:pPr>
            <a:r>
              <a:rPr lang="en-US" sz="3400" b="1" i="0" u="none" strike="noStrike" cap="none">
                <a:solidFill>
                  <a:srgbClr val="2D2F3B"/>
                </a:solidFill>
                <a:latin typeface="Poppins Medium"/>
                <a:ea typeface="Poppins Medium"/>
                <a:cs typeface="Poppins Medium"/>
                <a:sym typeface="Poppins Medium"/>
              </a:rPr>
              <a:t>SENSORY </a:t>
            </a:r>
            <a:endParaRPr sz="3400" b="1" i="0" u="none" strike="noStrike" cap="none">
              <a:solidFill>
                <a:srgbClr val="2D2F3B"/>
              </a:solidFill>
              <a:latin typeface="Poppins Medium"/>
              <a:ea typeface="Poppins Medium"/>
              <a:cs typeface="Poppins Medium"/>
              <a:sym typeface="Poppins Medium"/>
            </a:endParaRPr>
          </a:p>
          <a:p>
            <a:pPr marL="0" marR="0" lvl="0" indent="0" algn="ctr" rtl="0">
              <a:lnSpc>
                <a:spcPct val="110000"/>
              </a:lnSpc>
              <a:spcBef>
                <a:spcPts val="0"/>
              </a:spcBef>
              <a:spcAft>
                <a:spcPts val="0"/>
              </a:spcAft>
              <a:buClr>
                <a:srgbClr val="000000"/>
              </a:buClr>
              <a:buSzPts val="3400"/>
              <a:buFont typeface="Arial"/>
              <a:buNone/>
            </a:pPr>
            <a:r>
              <a:rPr lang="en-US" sz="3400" b="1" i="0" u="none" strike="noStrike" cap="none">
                <a:solidFill>
                  <a:srgbClr val="2D2F3B"/>
                </a:solidFill>
                <a:latin typeface="Poppins Medium"/>
                <a:ea typeface="Poppins Medium"/>
                <a:cs typeface="Poppins Medium"/>
                <a:sym typeface="Poppins Medium"/>
              </a:rPr>
              <a:t>NEURONS</a:t>
            </a:r>
            <a:endParaRPr sz="3400" b="1" i="0" u="none" strike="noStrike" cap="none">
              <a:solidFill>
                <a:srgbClr val="2D2F3B"/>
              </a:solidFill>
              <a:latin typeface="Poppins Medium"/>
              <a:ea typeface="Poppins Medium"/>
              <a:cs typeface="Poppins Medium"/>
              <a:sym typeface="Poppins Medium"/>
            </a:endParaRPr>
          </a:p>
          <a:p>
            <a:pPr marL="0" marR="0" lvl="0" indent="0" algn="ctr" rtl="0">
              <a:lnSpc>
                <a:spcPct val="110000"/>
              </a:lnSpc>
              <a:spcBef>
                <a:spcPts val="0"/>
              </a:spcBef>
              <a:spcAft>
                <a:spcPts val="0"/>
              </a:spcAft>
              <a:buClr>
                <a:srgbClr val="000000"/>
              </a:buClr>
              <a:buSzPts val="3400"/>
              <a:buFont typeface="Arial"/>
              <a:buNone/>
            </a:pPr>
            <a:r>
              <a:rPr lang="en-US" sz="3400" b="1" i="0" u="none" strike="noStrike" cap="none">
                <a:solidFill>
                  <a:srgbClr val="0000FF"/>
                </a:solidFill>
                <a:latin typeface="Poppins Medium"/>
                <a:ea typeface="Poppins Medium"/>
                <a:cs typeface="Poppins Medium"/>
                <a:sym typeface="Poppins Medium"/>
              </a:rPr>
              <a:t>NEURONAS SENSORIALES</a:t>
            </a:r>
            <a:r>
              <a:rPr lang="en-US" sz="3600" b="1" i="0" u="none" strike="noStrike" cap="none">
                <a:solidFill>
                  <a:srgbClr val="0000FF"/>
                </a:solidFill>
                <a:latin typeface="Poppins Medium"/>
                <a:ea typeface="Poppins Medium"/>
                <a:cs typeface="Poppins Medium"/>
                <a:sym typeface="Poppins Medium"/>
              </a:rPr>
              <a:t> </a:t>
            </a:r>
            <a:endParaRPr sz="36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600"/>
              <a:buFont typeface="Arial"/>
              <a:buNone/>
            </a:pPr>
            <a:endParaRPr sz="3600" b="1" i="0" u="none" strike="noStrike" cap="none">
              <a:solidFill>
                <a:srgbClr val="2D2F3B"/>
              </a:solidFill>
              <a:latin typeface="Poppins Medium"/>
              <a:ea typeface="Poppins Medium"/>
              <a:cs typeface="Poppins Medium"/>
              <a:sym typeface="Poppins Medium"/>
            </a:endParaRPr>
          </a:p>
        </p:txBody>
      </p:sp>
      <p:sp>
        <p:nvSpPr>
          <p:cNvPr id="793" name="Google Shape;793;p13"/>
          <p:cNvSpPr txBox="1"/>
          <p:nvPr/>
        </p:nvSpPr>
        <p:spPr>
          <a:xfrm>
            <a:off x="7314100" y="4072225"/>
            <a:ext cx="2548500" cy="1098900"/>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Clr>
                <a:srgbClr val="000000"/>
              </a:buClr>
              <a:buSzPts val="3400"/>
              <a:buFont typeface="Arial"/>
              <a:buNone/>
            </a:pPr>
            <a:r>
              <a:rPr lang="en-US" sz="3400" b="1" i="0" u="none" strike="noStrike" cap="none">
                <a:solidFill>
                  <a:srgbClr val="2D2F3B"/>
                </a:solidFill>
                <a:latin typeface="Poppins Medium"/>
                <a:ea typeface="Poppins Medium"/>
                <a:cs typeface="Poppins Medium"/>
                <a:sym typeface="Poppins Medium"/>
              </a:rPr>
              <a:t>BRAIN</a:t>
            </a:r>
            <a:endParaRPr sz="3400" b="1" i="0" u="none" strike="noStrike" cap="none">
              <a:solidFill>
                <a:srgbClr val="2D2F3B"/>
              </a:solidFill>
              <a:latin typeface="Poppins Medium"/>
              <a:ea typeface="Poppins Medium"/>
              <a:cs typeface="Poppins Medium"/>
              <a:sym typeface="Poppins Medium"/>
            </a:endParaRPr>
          </a:p>
          <a:p>
            <a:pPr marL="0" marR="0" lvl="0" indent="0" algn="ctr" rtl="0">
              <a:lnSpc>
                <a:spcPct val="110000"/>
              </a:lnSpc>
              <a:spcBef>
                <a:spcPts val="0"/>
              </a:spcBef>
              <a:spcAft>
                <a:spcPts val="0"/>
              </a:spcAft>
              <a:buClr>
                <a:srgbClr val="000000"/>
              </a:buClr>
              <a:buSzPts val="3400"/>
              <a:buFont typeface="Arial"/>
              <a:buNone/>
            </a:pPr>
            <a:r>
              <a:rPr lang="en-US" sz="3400" b="1" i="0" u="none" strike="noStrike" cap="none">
                <a:solidFill>
                  <a:srgbClr val="0000FF"/>
                </a:solidFill>
                <a:latin typeface="Poppins Medium"/>
                <a:ea typeface="Poppins Medium"/>
                <a:cs typeface="Poppins Medium"/>
                <a:sym typeface="Poppins Medium"/>
              </a:rPr>
              <a:t>CEREBRO</a:t>
            </a:r>
            <a:endParaRPr sz="3400" b="1" i="0" u="none" strike="noStrike" cap="none">
              <a:solidFill>
                <a:srgbClr val="0000FF"/>
              </a:solidFill>
              <a:latin typeface="Poppins Medium"/>
              <a:ea typeface="Poppins Medium"/>
              <a:cs typeface="Poppins Medium"/>
              <a:sym typeface="Poppins Medium"/>
            </a:endParaRPr>
          </a:p>
        </p:txBody>
      </p:sp>
      <p:sp>
        <p:nvSpPr>
          <p:cNvPr id="794" name="Google Shape;794;p13"/>
          <p:cNvSpPr txBox="1"/>
          <p:nvPr/>
        </p:nvSpPr>
        <p:spPr>
          <a:xfrm>
            <a:off x="10804662" y="3462775"/>
            <a:ext cx="2548500" cy="2250300"/>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Clr>
                <a:srgbClr val="000000"/>
              </a:buClr>
              <a:buSzPts val="3400"/>
              <a:buFont typeface="Arial"/>
              <a:buNone/>
            </a:pPr>
            <a:r>
              <a:rPr lang="en-US" sz="3400" b="1" i="0" u="none" strike="noStrike" cap="none">
                <a:solidFill>
                  <a:srgbClr val="2D2F3B"/>
                </a:solidFill>
                <a:latin typeface="Poppins Medium"/>
                <a:ea typeface="Poppins Medium"/>
                <a:cs typeface="Poppins Medium"/>
                <a:sym typeface="Poppins Medium"/>
              </a:rPr>
              <a:t>MOTOR NEURONS</a:t>
            </a:r>
            <a:endParaRPr sz="3400" b="1" i="0" u="none" strike="noStrike" cap="none">
              <a:solidFill>
                <a:srgbClr val="2D2F3B"/>
              </a:solidFill>
              <a:latin typeface="Poppins Medium"/>
              <a:ea typeface="Poppins Medium"/>
              <a:cs typeface="Poppins Medium"/>
              <a:sym typeface="Poppins Medium"/>
            </a:endParaRPr>
          </a:p>
          <a:p>
            <a:pPr marL="0" marR="0" lvl="0" indent="0" algn="ctr" rtl="0">
              <a:lnSpc>
                <a:spcPct val="110000"/>
              </a:lnSpc>
              <a:spcBef>
                <a:spcPts val="0"/>
              </a:spcBef>
              <a:spcAft>
                <a:spcPts val="0"/>
              </a:spcAft>
              <a:buClr>
                <a:srgbClr val="000000"/>
              </a:buClr>
              <a:buSzPts val="3400"/>
              <a:buFont typeface="Arial"/>
              <a:buNone/>
            </a:pPr>
            <a:r>
              <a:rPr lang="en-US" sz="3400" b="1" i="0" u="none" strike="noStrike" cap="none">
                <a:solidFill>
                  <a:srgbClr val="0000FF"/>
                </a:solidFill>
                <a:latin typeface="Poppins Medium"/>
                <a:ea typeface="Poppins Medium"/>
                <a:cs typeface="Poppins Medium"/>
                <a:sym typeface="Poppins Medium"/>
              </a:rPr>
              <a:t>NEURONAS MOTORAS</a:t>
            </a:r>
            <a:endParaRPr sz="3400" b="1" i="0" u="none" strike="noStrike" cap="none">
              <a:solidFill>
                <a:srgbClr val="0000FF"/>
              </a:solidFill>
              <a:latin typeface="Poppins Medium"/>
              <a:ea typeface="Poppins Medium"/>
              <a:cs typeface="Poppins Medium"/>
              <a:sym typeface="Poppins Medium"/>
            </a:endParaRPr>
          </a:p>
        </p:txBody>
      </p:sp>
      <p:sp>
        <p:nvSpPr>
          <p:cNvPr id="795" name="Google Shape;795;p13"/>
          <p:cNvSpPr txBox="1"/>
          <p:nvPr/>
        </p:nvSpPr>
        <p:spPr>
          <a:xfrm>
            <a:off x="14572900" y="4072225"/>
            <a:ext cx="3056400" cy="1098900"/>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Clr>
                <a:srgbClr val="000000"/>
              </a:buClr>
              <a:buSzPts val="3400"/>
              <a:buFont typeface="Arial"/>
              <a:buNone/>
            </a:pPr>
            <a:r>
              <a:rPr lang="en-US" sz="3400" b="1" i="0" u="none" strike="noStrike" cap="none">
                <a:solidFill>
                  <a:srgbClr val="2D2F3B"/>
                </a:solidFill>
                <a:latin typeface="Poppins Medium"/>
                <a:ea typeface="Poppins Medium"/>
                <a:cs typeface="Poppins Medium"/>
                <a:sym typeface="Poppins Medium"/>
              </a:rPr>
              <a:t>RESPONSE</a:t>
            </a:r>
            <a:endParaRPr sz="3400" b="1" i="0" u="none" strike="noStrike" cap="none">
              <a:solidFill>
                <a:srgbClr val="2D2F3B"/>
              </a:solidFill>
              <a:latin typeface="Poppins Medium"/>
              <a:ea typeface="Poppins Medium"/>
              <a:cs typeface="Poppins Medium"/>
              <a:sym typeface="Poppins Medium"/>
            </a:endParaRPr>
          </a:p>
          <a:p>
            <a:pPr marL="0" marR="0" lvl="0" indent="0" algn="ctr" rtl="0">
              <a:lnSpc>
                <a:spcPct val="110000"/>
              </a:lnSpc>
              <a:spcBef>
                <a:spcPts val="0"/>
              </a:spcBef>
              <a:spcAft>
                <a:spcPts val="0"/>
              </a:spcAft>
              <a:buClr>
                <a:srgbClr val="000000"/>
              </a:buClr>
              <a:buSzPts val="3400"/>
              <a:buFont typeface="Arial"/>
              <a:buNone/>
            </a:pPr>
            <a:r>
              <a:rPr lang="en-US" sz="3400" b="1" i="0" u="none" strike="noStrike" cap="none">
                <a:solidFill>
                  <a:srgbClr val="0000FF"/>
                </a:solidFill>
                <a:latin typeface="Poppins Medium"/>
                <a:ea typeface="Poppins Medium"/>
                <a:cs typeface="Poppins Medium"/>
                <a:sym typeface="Poppins Medium"/>
              </a:rPr>
              <a:t>RESPUESTA</a:t>
            </a:r>
            <a:endParaRPr sz="3400" b="1" i="0" u="none" strike="noStrike" cap="none">
              <a:solidFill>
                <a:srgbClr val="0000FF"/>
              </a:solidFill>
              <a:latin typeface="Poppins Medium"/>
              <a:ea typeface="Poppins Medium"/>
              <a:cs typeface="Poppins Medium"/>
              <a:sym typeface="Poppins Medium"/>
            </a:endParaRPr>
          </a:p>
        </p:txBody>
      </p:sp>
      <p:sp>
        <p:nvSpPr>
          <p:cNvPr id="796" name="Google Shape;796;p13"/>
          <p:cNvSpPr/>
          <p:nvPr/>
        </p:nvSpPr>
        <p:spPr>
          <a:xfrm>
            <a:off x="3074088" y="4157725"/>
            <a:ext cx="592200" cy="383100"/>
          </a:xfrm>
          <a:prstGeom prst="rightArrow">
            <a:avLst>
              <a:gd name="adj1" fmla="val 50000"/>
              <a:gd name="adj2" fmla="val 50000"/>
            </a:avLst>
          </a:prstGeom>
          <a:solidFill>
            <a:srgbClr val="274E1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797" name="Google Shape;797;p13"/>
          <p:cNvSpPr/>
          <p:nvPr/>
        </p:nvSpPr>
        <p:spPr>
          <a:xfrm>
            <a:off x="6722588" y="4157725"/>
            <a:ext cx="592200" cy="383100"/>
          </a:xfrm>
          <a:prstGeom prst="rightArrow">
            <a:avLst>
              <a:gd name="adj1" fmla="val 50000"/>
              <a:gd name="adj2" fmla="val 50000"/>
            </a:avLst>
          </a:prstGeom>
          <a:solidFill>
            <a:srgbClr val="274E1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798" name="Google Shape;798;p13"/>
          <p:cNvSpPr/>
          <p:nvPr/>
        </p:nvSpPr>
        <p:spPr>
          <a:xfrm>
            <a:off x="9898700" y="4157725"/>
            <a:ext cx="592200" cy="383100"/>
          </a:xfrm>
          <a:prstGeom prst="rightArrow">
            <a:avLst>
              <a:gd name="adj1" fmla="val 50000"/>
              <a:gd name="adj2" fmla="val 50000"/>
            </a:avLst>
          </a:prstGeom>
          <a:solidFill>
            <a:srgbClr val="274E1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799" name="Google Shape;799;p13"/>
          <p:cNvSpPr/>
          <p:nvPr/>
        </p:nvSpPr>
        <p:spPr>
          <a:xfrm>
            <a:off x="13666913" y="4157725"/>
            <a:ext cx="592200" cy="383100"/>
          </a:xfrm>
          <a:prstGeom prst="rightArrow">
            <a:avLst>
              <a:gd name="adj1" fmla="val 50000"/>
              <a:gd name="adj2" fmla="val 50000"/>
            </a:avLst>
          </a:prstGeom>
          <a:solidFill>
            <a:srgbClr val="274E1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pic>
        <p:nvPicPr>
          <p:cNvPr id="800" name="Google Shape;800;p13" title="Screenshot 2025-11-13 at 12.36.37 PM.png"/>
          <p:cNvPicPr preferRelativeResize="0"/>
          <p:nvPr/>
        </p:nvPicPr>
        <p:blipFill rotWithShape="1">
          <a:blip r:embed="rId3">
            <a:alphaModFix/>
          </a:blip>
          <a:srcRect/>
          <a:stretch/>
        </p:blipFill>
        <p:spPr>
          <a:xfrm>
            <a:off x="4986912" y="5784950"/>
            <a:ext cx="7202875" cy="4318650"/>
          </a:xfrm>
          <a:prstGeom prst="rect">
            <a:avLst/>
          </a:prstGeom>
          <a:noFill/>
          <a:ln>
            <a:noFill/>
          </a:ln>
        </p:spPr>
      </p:pic>
      <p:cxnSp>
        <p:nvCxnSpPr>
          <p:cNvPr id="801" name="Google Shape;801;p13"/>
          <p:cNvCxnSpPr/>
          <p:nvPr/>
        </p:nvCxnSpPr>
        <p:spPr>
          <a:xfrm rot="10800000" flipH="1">
            <a:off x="1431434" y="1974301"/>
            <a:ext cx="8115300" cy="18900"/>
          </a:xfrm>
          <a:prstGeom prst="straightConnector1">
            <a:avLst/>
          </a:prstGeom>
          <a:noFill/>
          <a:ln w="28575" cap="rnd" cmpd="sng">
            <a:solidFill>
              <a:srgbClr val="136447"/>
            </a:solidFill>
            <a:prstDash val="solid"/>
            <a:round/>
            <a:headEnd type="none" w="sm" len="sm"/>
            <a:tailEnd type="none" w="sm" len="sm"/>
          </a:ln>
        </p:spPr>
      </p:cxnSp>
      <p:sp>
        <p:nvSpPr>
          <p:cNvPr id="802" name="Google Shape;802;p13"/>
          <p:cNvSpPr txBox="1"/>
          <p:nvPr/>
        </p:nvSpPr>
        <p:spPr>
          <a:xfrm>
            <a:off x="168425" y="847675"/>
            <a:ext cx="18589200" cy="863100"/>
          </a:xfrm>
          <a:prstGeom prst="rect">
            <a:avLst/>
          </a:prstGeom>
          <a:noFill/>
          <a:ln>
            <a:noFill/>
          </a:ln>
        </p:spPr>
        <p:txBody>
          <a:bodyPr spcFirstLastPara="1" wrap="square" lIns="0" tIns="0" rIns="0" bIns="0" anchor="t" anchorCtr="0">
            <a:spAutoFit/>
          </a:bodyPr>
          <a:lstStyle/>
          <a:p>
            <a:pPr marL="0" marR="0" lvl="0" indent="0" algn="l" rtl="0">
              <a:lnSpc>
                <a:spcPct val="130009"/>
              </a:lnSpc>
              <a:spcBef>
                <a:spcPts val="0"/>
              </a:spcBef>
              <a:spcAft>
                <a:spcPts val="0"/>
              </a:spcAft>
              <a:buClr>
                <a:srgbClr val="000000"/>
              </a:buClr>
              <a:buSzPts val="5608"/>
              <a:buFont typeface="Arial"/>
              <a:buNone/>
            </a:pPr>
            <a:r>
              <a:rPr lang="en-US" sz="5608" b="1" i="0" u="none" strike="noStrike" cap="none">
                <a:solidFill>
                  <a:srgbClr val="136447"/>
                </a:solidFill>
                <a:latin typeface="Poppins"/>
                <a:ea typeface="Poppins"/>
                <a:cs typeface="Poppins"/>
                <a:sym typeface="Poppins"/>
              </a:rPr>
              <a:t>How Messages Travel | </a:t>
            </a:r>
            <a:r>
              <a:rPr lang="en-US" sz="5608" b="1" i="0" u="none" strike="noStrike" cap="none">
                <a:solidFill>
                  <a:srgbClr val="0000FF"/>
                </a:solidFill>
                <a:latin typeface="Poppins"/>
                <a:ea typeface="Poppins"/>
                <a:cs typeface="Poppins"/>
                <a:sym typeface="Poppins"/>
              </a:rPr>
              <a:t>Cómo viajan los mensajes</a:t>
            </a:r>
            <a:endParaRPr sz="5608" b="1" i="0" u="none" strike="noStrike" cap="none">
              <a:solidFill>
                <a:srgbClr val="0000FF"/>
              </a:solidFill>
              <a:latin typeface="Poppins"/>
              <a:ea typeface="Poppins"/>
              <a:cs typeface="Poppins"/>
              <a:sym typeface="Poppin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806"/>
        <p:cNvGrpSpPr/>
        <p:nvPr/>
      </p:nvGrpSpPr>
      <p:grpSpPr>
        <a:xfrm>
          <a:off x="0" y="0"/>
          <a:ext cx="0" cy="0"/>
          <a:chOff x="0" y="0"/>
          <a:chExt cx="0" cy="0"/>
        </a:xfrm>
      </p:grpSpPr>
      <p:cxnSp>
        <p:nvCxnSpPr>
          <p:cNvPr id="807" name="Google Shape;807;p14"/>
          <p:cNvCxnSpPr/>
          <p:nvPr/>
        </p:nvCxnSpPr>
        <p:spPr>
          <a:xfrm rot="10800000" flipH="1">
            <a:off x="9144034" y="2193451"/>
            <a:ext cx="8115300" cy="18900"/>
          </a:xfrm>
          <a:prstGeom prst="straightConnector1">
            <a:avLst/>
          </a:prstGeom>
          <a:noFill/>
          <a:ln w="28575" cap="rnd" cmpd="sng">
            <a:solidFill>
              <a:srgbClr val="136447"/>
            </a:solidFill>
            <a:prstDash val="solid"/>
            <a:round/>
            <a:headEnd type="none" w="sm" len="sm"/>
            <a:tailEnd type="none" w="sm" len="sm"/>
          </a:ln>
        </p:spPr>
      </p:cxnSp>
      <p:sp>
        <p:nvSpPr>
          <p:cNvPr id="808" name="Google Shape;808;p14"/>
          <p:cNvSpPr txBox="1"/>
          <p:nvPr/>
        </p:nvSpPr>
        <p:spPr>
          <a:xfrm>
            <a:off x="9144000" y="914400"/>
            <a:ext cx="8115300" cy="9249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6008"/>
              <a:buFont typeface="Arial"/>
              <a:buNone/>
            </a:pPr>
            <a:r>
              <a:rPr lang="en-US" sz="6008" b="1" i="0" u="none" strike="noStrike" cap="none">
                <a:solidFill>
                  <a:srgbClr val="136447"/>
                </a:solidFill>
                <a:latin typeface="Poppins"/>
                <a:ea typeface="Poppins"/>
                <a:cs typeface="Poppins"/>
                <a:sym typeface="Poppins"/>
              </a:rPr>
              <a:t>Reflexes | </a:t>
            </a:r>
            <a:r>
              <a:rPr lang="en-US" sz="6008" b="1" i="0" u="none" strike="noStrike" cap="none">
                <a:solidFill>
                  <a:srgbClr val="0000FF"/>
                </a:solidFill>
                <a:latin typeface="Poppins"/>
                <a:ea typeface="Poppins"/>
                <a:cs typeface="Poppins"/>
                <a:sym typeface="Poppins"/>
              </a:rPr>
              <a:t>Reflejos</a:t>
            </a:r>
            <a:endParaRPr sz="1400" b="0" i="0" u="none" strike="noStrike" cap="none">
              <a:solidFill>
                <a:srgbClr val="0000FF"/>
              </a:solidFill>
              <a:latin typeface="Arial"/>
              <a:ea typeface="Arial"/>
              <a:cs typeface="Arial"/>
              <a:sym typeface="Arial"/>
            </a:endParaRPr>
          </a:p>
        </p:txBody>
      </p:sp>
      <p:sp>
        <p:nvSpPr>
          <p:cNvPr id="809" name="Google Shape;809;p14"/>
          <p:cNvSpPr txBox="1"/>
          <p:nvPr/>
        </p:nvSpPr>
        <p:spPr>
          <a:xfrm>
            <a:off x="9011700" y="2566500"/>
            <a:ext cx="8379900" cy="22443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2D2F3B"/>
                </a:solidFill>
                <a:latin typeface="Poppins Medium"/>
                <a:ea typeface="Poppins Medium"/>
                <a:cs typeface="Poppins Medium"/>
                <a:sym typeface="Poppins Medium"/>
              </a:rPr>
              <a:t>Sometimes your body skips the brain for speed - that’s called a reflex</a:t>
            </a: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0000FF"/>
                </a:solidFill>
                <a:latin typeface="Poppins Medium"/>
                <a:ea typeface="Poppins Medium"/>
                <a:cs typeface="Poppins Medium"/>
                <a:sym typeface="Poppins Medium"/>
              </a:rPr>
              <a:t>A veces, el cuerpo prioriza la velocidad sobre la acción del cerebro; a eso se le llama reflejo</a:t>
            </a:r>
            <a:endParaRPr sz="2700" b="1" i="0" u="none" strike="noStrike" cap="none">
              <a:solidFill>
                <a:srgbClr val="0000FF"/>
              </a:solidFill>
              <a:latin typeface="Poppins Medium"/>
              <a:ea typeface="Poppins Medium"/>
              <a:cs typeface="Poppins Medium"/>
              <a:sym typeface="Poppins Medium"/>
            </a:endParaRPr>
          </a:p>
        </p:txBody>
      </p:sp>
      <p:sp>
        <p:nvSpPr>
          <p:cNvPr id="810" name="Google Shape;810;p14"/>
          <p:cNvSpPr txBox="1"/>
          <p:nvPr/>
        </p:nvSpPr>
        <p:spPr>
          <a:xfrm>
            <a:off x="9011725" y="5890050"/>
            <a:ext cx="8379900" cy="40728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2D2F3B"/>
                </a:solidFill>
                <a:latin typeface="Poppins Medium"/>
                <a:ea typeface="Poppins Medium"/>
                <a:cs typeface="Poppins Medium"/>
                <a:sym typeface="Poppins Medium"/>
              </a:rPr>
              <a:t>For example, if you touch something hot, your hand moves before your brain has time to process it</a:t>
            </a: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0000FF"/>
                </a:solidFill>
                <a:latin typeface="Poppins Medium"/>
                <a:ea typeface="Poppins Medium"/>
                <a:cs typeface="Poppins Medium"/>
                <a:sym typeface="Poppins Medium"/>
              </a:rPr>
              <a:t>Por ejemplo, si tocas algo caliente, </a:t>
            </a:r>
            <a:r>
              <a:rPr lang="en-US" sz="2700" b="1">
                <a:solidFill>
                  <a:srgbClr val="0000FF"/>
                </a:solidFill>
                <a:latin typeface="Poppins Medium"/>
                <a:ea typeface="Poppins Medium"/>
                <a:cs typeface="Poppins Medium"/>
                <a:sym typeface="Poppins Medium"/>
              </a:rPr>
              <a:t>retiras la mano antes de que tu cerebro tenga tiempo de procesar la información</a:t>
            </a:r>
            <a:r>
              <a:rPr lang="en-US" sz="2700" b="1" i="0" u="none" strike="noStrike" cap="none">
                <a:solidFill>
                  <a:srgbClr val="0000FF"/>
                </a:solidFill>
                <a:latin typeface="Poppins Medium"/>
                <a:ea typeface="Poppins Medium"/>
                <a:cs typeface="Poppins Medium"/>
                <a:sym typeface="Poppins Medium"/>
              </a:rPr>
              <a:t>.</a:t>
            </a:r>
            <a:endParaRPr sz="27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endParaRPr sz="2700" b="1" i="0" u="none" strike="noStrike" cap="none">
              <a:solidFill>
                <a:srgbClr val="351C75"/>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2D2F3B"/>
                </a:solidFill>
                <a:latin typeface="Poppins Medium"/>
                <a:ea typeface="Poppins Medium"/>
                <a:cs typeface="Poppins Medium"/>
                <a:sym typeface="Poppins Medium"/>
              </a:rPr>
              <a:t>WHY? </a:t>
            </a:r>
            <a:r>
              <a:rPr lang="en-US" sz="2700" b="1" i="0" u="none" strike="noStrike" cap="none">
                <a:solidFill>
                  <a:srgbClr val="0000FF"/>
                </a:solidFill>
                <a:latin typeface="Poppins Medium"/>
                <a:ea typeface="Poppins Medium"/>
                <a:cs typeface="Poppins Medium"/>
                <a:sym typeface="Poppins Medium"/>
              </a:rPr>
              <a:t>¿POR QUÉ?</a:t>
            </a:r>
            <a:endParaRPr sz="2700" b="1" i="0" u="none" strike="noStrike" cap="none">
              <a:solidFill>
                <a:srgbClr val="0000FF"/>
              </a:solidFill>
              <a:latin typeface="Poppins Medium"/>
              <a:ea typeface="Poppins Medium"/>
              <a:cs typeface="Poppins Medium"/>
              <a:sym typeface="Poppins Medium"/>
            </a:endParaRPr>
          </a:p>
        </p:txBody>
      </p:sp>
      <p:pic>
        <p:nvPicPr>
          <p:cNvPr id="811" name="Google Shape;811;p14" title="Screenshot 2025-11-13 at 12.31.37 PM.png"/>
          <p:cNvPicPr preferRelativeResize="0"/>
          <p:nvPr/>
        </p:nvPicPr>
        <p:blipFill rotWithShape="1">
          <a:blip r:embed="rId3">
            <a:alphaModFix/>
          </a:blip>
          <a:srcRect/>
          <a:stretch/>
        </p:blipFill>
        <p:spPr>
          <a:xfrm>
            <a:off x="308225" y="1348979"/>
            <a:ext cx="8115300" cy="7589033"/>
          </a:xfrm>
          <a:prstGeom prst="rect">
            <a:avLst/>
          </a:prstGeom>
          <a:noFill/>
          <a:ln>
            <a:noFill/>
          </a:ln>
        </p:spPr>
      </p:pic>
      <p:pic>
        <p:nvPicPr>
          <p:cNvPr id="812" name="Google Shape;812;p14" title="Screenshot 2025-11-13 at 12.32.19 PM.png"/>
          <p:cNvPicPr preferRelativeResize="0"/>
          <p:nvPr/>
        </p:nvPicPr>
        <p:blipFill rotWithShape="1">
          <a:blip r:embed="rId4">
            <a:alphaModFix/>
          </a:blip>
          <a:srcRect/>
          <a:stretch/>
        </p:blipFill>
        <p:spPr>
          <a:xfrm>
            <a:off x="1132925" y="3429000"/>
            <a:ext cx="2424950" cy="51435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816"/>
        <p:cNvGrpSpPr/>
        <p:nvPr/>
      </p:nvGrpSpPr>
      <p:grpSpPr>
        <a:xfrm>
          <a:off x="0" y="0"/>
          <a:ext cx="0" cy="0"/>
          <a:chOff x="0" y="0"/>
          <a:chExt cx="0" cy="0"/>
        </a:xfrm>
      </p:grpSpPr>
      <p:cxnSp>
        <p:nvCxnSpPr>
          <p:cNvPr id="817" name="Google Shape;817;p15"/>
          <p:cNvCxnSpPr/>
          <p:nvPr/>
        </p:nvCxnSpPr>
        <p:spPr>
          <a:xfrm rot="10800000" flipH="1">
            <a:off x="9144034" y="2193451"/>
            <a:ext cx="8115300" cy="18900"/>
          </a:xfrm>
          <a:prstGeom prst="straightConnector1">
            <a:avLst/>
          </a:prstGeom>
          <a:noFill/>
          <a:ln w="28575" cap="rnd" cmpd="sng">
            <a:solidFill>
              <a:srgbClr val="136447"/>
            </a:solidFill>
            <a:prstDash val="solid"/>
            <a:round/>
            <a:headEnd type="none" w="sm" len="sm"/>
            <a:tailEnd type="none" w="sm" len="sm"/>
          </a:ln>
        </p:spPr>
      </p:cxnSp>
      <p:sp>
        <p:nvSpPr>
          <p:cNvPr id="818" name="Google Shape;818;p15"/>
          <p:cNvSpPr txBox="1"/>
          <p:nvPr/>
        </p:nvSpPr>
        <p:spPr>
          <a:xfrm>
            <a:off x="9144000" y="914400"/>
            <a:ext cx="8115300" cy="9249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6008"/>
              <a:buFont typeface="Arial"/>
              <a:buNone/>
            </a:pPr>
            <a:r>
              <a:rPr lang="en-US" sz="6008" b="1" i="0" u="none" strike="noStrike" cap="none">
                <a:solidFill>
                  <a:srgbClr val="136447"/>
                </a:solidFill>
                <a:latin typeface="Poppins"/>
                <a:ea typeface="Poppins"/>
                <a:cs typeface="Poppins"/>
                <a:sym typeface="Poppins"/>
              </a:rPr>
              <a:t>Reflexes | </a:t>
            </a:r>
            <a:r>
              <a:rPr lang="en-US" sz="6008" b="1" i="0" u="none" strike="noStrike" cap="none">
                <a:solidFill>
                  <a:srgbClr val="0000FF"/>
                </a:solidFill>
                <a:latin typeface="Poppins"/>
                <a:ea typeface="Poppins"/>
                <a:cs typeface="Poppins"/>
                <a:sym typeface="Poppins"/>
              </a:rPr>
              <a:t>Reflejos</a:t>
            </a:r>
            <a:endParaRPr sz="1400" b="0" i="0" u="none" strike="noStrike" cap="none">
              <a:solidFill>
                <a:srgbClr val="0000FF"/>
              </a:solidFill>
              <a:latin typeface="Arial"/>
              <a:ea typeface="Arial"/>
              <a:cs typeface="Arial"/>
              <a:sym typeface="Arial"/>
            </a:endParaRPr>
          </a:p>
        </p:txBody>
      </p:sp>
      <p:sp>
        <p:nvSpPr>
          <p:cNvPr id="819" name="Google Shape;819;p15"/>
          <p:cNvSpPr txBox="1"/>
          <p:nvPr/>
        </p:nvSpPr>
        <p:spPr>
          <a:xfrm>
            <a:off x="8938525" y="2735050"/>
            <a:ext cx="9223500" cy="3158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2D2F3B"/>
                </a:solidFill>
                <a:latin typeface="Poppins Medium"/>
                <a:ea typeface="Poppins Medium"/>
                <a:cs typeface="Poppins Medium"/>
                <a:sym typeface="Poppins Medium"/>
              </a:rPr>
              <a:t>Why? The nerve signal travels to the spinal cord, which triggers an immediate response from the motor neurons</a:t>
            </a: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0000FF"/>
                </a:solidFill>
                <a:latin typeface="Poppins Medium"/>
                <a:ea typeface="Poppins Medium"/>
                <a:cs typeface="Poppins Medium"/>
                <a:sym typeface="Poppins Medium"/>
              </a:rPr>
              <a:t>¿Por qué? La señal nerviosa viaja a la médula espinal, lo que desencadena una respuesta inmediata de las neuronas motoras.</a:t>
            </a:r>
            <a:endParaRPr sz="2700" b="1" i="0" u="none" strike="noStrike" cap="none">
              <a:solidFill>
                <a:srgbClr val="0000FF"/>
              </a:solidFill>
              <a:latin typeface="Poppins Medium"/>
              <a:ea typeface="Poppins Medium"/>
              <a:cs typeface="Poppins Medium"/>
              <a:sym typeface="Poppins Medium"/>
            </a:endParaRPr>
          </a:p>
        </p:txBody>
      </p:sp>
      <p:sp>
        <p:nvSpPr>
          <p:cNvPr id="820" name="Google Shape;820;p15"/>
          <p:cNvSpPr txBox="1"/>
          <p:nvPr/>
        </p:nvSpPr>
        <p:spPr>
          <a:xfrm>
            <a:off x="8938525" y="6789200"/>
            <a:ext cx="9223500" cy="22443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2D2F3B"/>
                </a:solidFill>
                <a:latin typeface="Poppins"/>
                <a:ea typeface="Poppins"/>
                <a:cs typeface="Poppins"/>
                <a:sym typeface="Poppins"/>
              </a:rPr>
              <a:t>The message is then sent to the brain for a further response</a:t>
            </a:r>
            <a:endParaRPr sz="2700" b="1" i="0" u="none" strike="noStrike" cap="none">
              <a:solidFill>
                <a:srgbClr val="2D2F3B"/>
              </a:solidFill>
              <a:latin typeface="Poppins"/>
              <a:ea typeface="Poppins"/>
              <a:cs typeface="Poppins"/>
              <a:sym typeface="Poppins"/>
            </a:endParaRPr>
          </a:p>
          <a:p>
            <a:pPr marL="0" marR="0" lvl="0" indent="0" algn="l" rtl="0">
              <a:lnSpc>
                <a:spcPct val="110000"/>
              </a:lnSpc>
              <a:spcBef>
                <a:spcPts val="0"/>
              </a:spcBef>
              <a:spcAft>
                <a:spcPts val="0"/>
              </a:spcAft>
              <a:buClr>
                <a:srgbClr val="000000"/>
              </a:buClr>
              <a:buSzPts val="2700"/>
              <a:buFont typeface="Arial"/>
              <a:buNone/>
            </a:pPr>
            <a:endParaRPr sz="2700" b="1" i="0" u="none" strike="noStrike" cap="none">
              <a:solidFill>
                <a:srgbClr val="2D2F3B"/>
              </a:solidFill>
              <a:latin typeface="Poppins"/>
              <a:ea typeface="Poppins"/>
              <a:cs typeface="Poppins"/>
              <a:sym typeface="Poppins"/>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0000FF"/>
                </a:solidFill>
                <a:latin typeface="Poppins"/>
                <a:ea typeface="Poppins"/>
                <a:cs typeface="Poppins"/>
                <a:sym typeface="Poppins"/>
              </a:rPr>
              <a:t>El mensaje se envía entonces al cerebro para una respuesta posterior.</a:t>
            </a:r>
            <a:endParaRPr sz="2700" b="1" i="0" u="none" strike="noStrike" cap="none">
              <a:solidFill>
                <a:srgbClr val="0000FF"/>
              </a:solidFill>
              <a:latin typeface="Poppins"/>
              <a:ea typeface="Poppins"/>
              <a:cs typeface="Poppins"/>
              <a:sym typeface="Poppins"/>
            </a:endParaRPr>
          </a:p>
        </p:txBody>
      </p:sp>
      <p:pic>
        <p:nvPicPr>
          <p:cNvPr id="821" name="Google Shape;821;p15" title="Screenshot 2025-11-13 at 12.32.19 PM.png"/>
          <p:cNvPicPr preferRelativeResize="0"/>
          <p:nvPr/>
        </p:nvPicPr>
        <p:blipFill rotWithShape="1">
          <a:blip r:embed="rId3">
            <a:alphaModFix/>
          </a:blip>
          <a:srcRect/>
          <a:stretch/>
        </p:blipFill>
        <p:spPr>
          <a:xfrm>
            <a:off x="1132925" y="3429000"/>
            <a:ext cx="2424950" cy="514350"/>
          </a:xfrm>
          <a:prstGeom prst="rect">
            <a:avLst/>
          </a:prstGeom>
          <a:noFill/>
          <a:ln>
            <a:noFill/>
          </a:ln>
        </p:spPr>
      </p:pic>
      <p:pic>
        <p:nvPicPr>
          <p:cNvPr id="822" name="Google Shape;822;p15" title="Screenshot 2025-11-13 at 12.31.37 PM.png"/>
          <p:cNvPicPr preferRelativeResize="0"/>
          <p:nvPr/>
        </p:nvPicPr>
        <p:blipFill rotWithShape="1">
          <a:blip r:embed="rId4">
            <a:alphaModFix/>
          </a:blip>
          <a:srcRect/>
          <a:stretch/>
        </p:blipFill>
        <p:spPr>
          <a:xfrm>
            <a:off x="308225" y="1348979"/>
            <a:ext cx="8115300" cy="7589033"/>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826"/>
        <p:cNvGrpSpPr/>
        <p:nvPr/>
      </p:nvGrpSpPr>
      <p:grpSpPr>
        <a:xfrm>
          <a:off x="0" y="0"/>
          <a:ext cx="0" cy="0"/>
          <a:chOff x="0" y="0"/>
          <a:chExt cx="0" cy="0"/>
        </a:xfrm>
      </p:grpSpPr>
      <p:cxnSp>
        <p:nvCxnSpPr>
          <p:cNvPr id="827" name="Google Shape;827;p16"/>
          <p:cNvCxnSpPr/>
          <p:nvPr/>
        </p:nvCxnSpPr>
        <p:spPr>
          <a:xfrm rot="10800000" flipH="1">
            <a:off x="5086359" y="2214976"/>
            <a:ext cx="8115300" cy="18900"/>
          </a:xfrm>
          <a:prstGeom prst="straightConnector1">
            <a:avLst/>
          </a:prstGeom>
          <a:noFill/>
          <a:ln w="28575" cap="rnd" cmpd="sng">
            <a:solidFill>
              <a:srgbClr val="136447"/>
            </a:solidFill>
            <a:prstDash val="solid"/>
            <a:round/>
            <a:headEnd type="none" w="sm" len="sm"/>
            <a:tailEnd type="none" w="sm" len="sm"/>
          </a:ln>
        </p:spPr>
      </p:cxnSp>
      <p:sp>
        <p:nvSpPr>
          <p:cNvPr id="828" name="Google Shape;828;p16"/>
          <p:cNvSpPr txBox="1"/>
          <p:nvPr/>
        </p:nvSpPr>
        <p:spPr>
          <a:xfrm>
            <a:off x="871350" y="515650"/>
            <a:ext cx="16545300" cy="22680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6000"/>
              <a:buFont typeface="Arial"/>
              <a:buNone/>
            </a:pPr>
            <a:r>
              <a:rPr lang="en-US" sz="6000" b="1">
                <a:solidFill>
                  <a:srgbClr val="136447"/>
                </a:solidFill>
                <a:latin typeface="Poppins"/>
                <a:ea typeface="Poppins"/>
                <a:cs typeface="Poppins"/>
                <a:sym typeface="Poppins"/>
              </a:rPr>
              <a:t>Reaction</a:t>
            </a:r>
            <a:r>
              <a:rPr lang="en-US" sz="6000" b="1" i="0" u="none" strike="noStrike" cap="none">
                <a:solidFill>
                  <a:srgbClr val="136447"/>
                </a:solidFill>
                <a:latin typeface="Poppins"/>
                <a:ea typeface="Poppins"/>
                <a:cs typeface="Poppins"/>
                <a:sym typeface="Poppins"/>
              </a:rPr>
              <a:t> Test | </a:t>
            </a:r>
            <a:r>
              <a:rPr lang="en-US" sz="6000" b="1" i="0" u="none" strike="noStrike" cap="none">
                <a:solidFill>
                  <a:srgbClr val="0000FF"/>
                </a:solidFill>
                <a:latin typeface="Poppins"/>
                <a:ea typeface="Poppins"/>
                <a:cs typeface="Poppins"/>
                <a:sym typeface="Poppins"/>
              </a:rPr>
              <a:t>Prueba de reacción</a:t>
            </a:r>
            <a:endParaRPr sz="6000" b="1" i="0" u="none" strike="noStrike" cap="none">
              <a:solidFill>
                <a:srgbClr val="0000FF"/>
              </a:solidFill>
              <a:latin typeface="Poppins"/>
              <a:ea typeface="Poppins"/>
              <a:cs typeface="Poppins"/>
              <a:sym typeface="Poppins"/>
            </a:endParaRPr>
          </a:p>
          <a:p>
            <a:pPr marL="152400" marR="152400" lvl="0" indent="0" algn="l" rtl="0">
              <a:lnSpc>
                <a:spcPct val="115000"/>
              </a:lnSpc>
              <a:spcBef>
                <a:spcPts val="800"/>
              </a:spcBef>
              <a:spcAft>
                <a:spcPts val="0"/>
              </a:spcAft>
              <a:buClr>
                <a:schemeClr val="dk1"/>
              </a:buClr>
              <a:buSzPts val="1100"/>
              <a:buFont typeface="Arial"/>
              <a:buNone/>
            </a:pPr>
            <a:endParaRPr sz="100" b="0" i="0" u="none" strike="noStrike" cap="none">
              <a:solidFill>
                <a:srgbClr val="E8E8E8"/>
              </a:solidFill>
              <a:highlight>
                <a:srgbClr val="303134"/>
              </a:highlight>
              <a:latin typeface="Roboto"/>
              <a:ea typeface="Roboto"/>
              <a:cs typeface="Roboto"/>
              <a:sym typeface="Roboto"/>
            </a:endParaRPr>
          </a:p>
          <a:p>
            <a:pPr marL="0" marR="0" lvl="0" indent="0" algn="ctr" rtl="0">
              <a:lnSpc>
                <a:spcPct val="130009"/>
              </a:lnSpc>
              <a:spcBef>
                <a:spcPts val="0"/>
              </a:spcBef>
              <a:spcAft>
                <a:spcPts val="0"/>
              </a:spcAft>
              <a:buClr>
                <a:srgbClr val="000000"/>
              </a:buClr>
              <a:buSzPts val="6008"/>
              <a:buFont typeface="Arial"/>
              <a:buNone/>
            </a:pPr>
            <a:endParaRPr sz="6008" b="1" i="0" u="none" strike="noStrike" cap="none">
              <a:solidFill>
                <a:srgbClr val="351C75"/>
              </a:solidFill>
              <a:latin typeface="Poppins"/>
              <a:ea typeface="Poppins"/>
              <a:cs typeface="Poppins"/>
              <a:sym typeface="Poppins"/>
            </a:endParaRPr>
          </a:p>
        </p:txBody>
      </p:sp>
      <p:sp>
        <p:nvSpPr>
          <p:cNvPr id="829" name="Google Shape;829;p16"/>
          <p:cNvSpPr txBox="1"/>
          <p:nvPr/>
        </p:nvSpPr>
        <p:spPr>
          <a:xfrm>
            <a:off x="2749350" y="2620450"/>
            <a:ext cx="12075300" cy="72345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4000"/>
              <a:buFont typeface="Arial"/>
              <a:buNone/>
            </a:pPr>
            <a:r>
              <a:rPr lang="en-US" sz="4000" b="1" i="0" u="none" strike="noStrike" cap="none">
                <a:solidFill>
                  <a:srgbClr val="2D2F3B"/>
                </a:solidFill>
                <a:latin typeface="Poppins"/>
                <a:ea typeface="Poppins"/>
                <a:cs typeface="Poppins"/>
                <a:sym typeface="Poppins"/>
              </a:rPr>
              <a:t>Ruler Drop Test | </a:t>
            </a:r>
            <a:r>
              <a:rPr lang="en-US" sz="4000" b="1" i="0" u="none" strike="noStrike" cap="none">
                <a:solidFill>
                  <a:srgbClr val="0000FF"/>
                </a:solidFill>
                <a:latin typeface="Poppins"/>
                <a:ea typeface="Poppins"/>
                <a:cs typeface="Poppins"/>
                <a:sym typeface="Poppins"/>
              </a:rPr>
              <a:t>Prueba de caída de la regla</a:t>
            </a:r>
            <a:endParaRPr sz="4000" b="1" i="0" u="none" strike="noStrike" cap="none">
              <a:solidFill>
                <a:srgbClr val="0000FF"/>
              </a:solidFill>
              <a:latin typeface="Poppins"/>
              <a:ea typeface="Poppins"/>
              <a:cs typeface="Poppins"/>
              <a:sym typeface="Poppins"/>
            </a:endParaRPr>
          </a:p>
          <a:p>
            <a:pPr marL="0" marR="0" lvl="0" indent="0" algn="l" rtl="0">
              <a:lnSpc>
                <a:spcPct val="110000"/>
              </a:lnSpc>
              <a:spcBef>
                <a:spcPts val="0"/>
              </a:spcBef>
              <a:spcAft>
                <a:spcPts val="0"/>
              </a:spcAft>
              <a:buClr>
                <a:srgbClr val="000000"/>
              </a:buClr>
              <a:buSzPts val="4000"/>
              <a:buFont typeface="Arial"/>
              <a:buNone/>
            </a:pPr>
            <a:endParaRPr sz="40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2D2F3B"/>
                </a:solidFill>
                <a:latin typeface="Poppins Medium"/>
                <a:ea typeface="Poppins Medium"/>
                <a:cs typeface="Poppins Medium"/>
                <a:sym typeface="Poppins Medium"/>
              </a:rPr>
              <a:t>One person hold a ruler vertically by the top end, while another person places their hand at the bottom without touching it</a:t>
            </a:r>
            <a:endParaRPr sz="2800" b="1" i="0" u="none" strike="noStrike" cap="none">
              <a:solidFill>
                <a:srgbClr val="2D2F3B"/>
              </a:solidFill>
              <a:latin typeface="Poppins Medium"/>
              <a:ea typeface="Poppins Medium"/>
              <a:cs typeface="Poppins Medium"/>
              <a:sym typeface="Poppins Medium"/>
            </a:endParaRPr>
          </a:p>
          <a:p>
            <a:pPr marL="0" marR="0" lvl="0" indent="0" algn="l" rtl="0">
              <a:lnSpc>
                <a:spcPct val="115000"/>
              </a:lnSpc>
              <a:spcBef>
                <a:spcPts val="1200"/>
              </a:spcBef>
              <a:spcAft>
                <a:spcPts val="0"/>
              </a:spcAft>
              <a:buClr>
                <a:srgbClr val="000000"/>
              </a:buClr>
              <a:buSzPts val="1100"/>
              <a:buFont typeface="Arial"/>
              <a:buNone/>
            </a:pPr>
            <a:r>
              <a:rPr lang="en-US" sz="2800" b="1" i="0" u="none" strike="noStrike" cap="none">
                <a:solidFill>
                  <a:srgbClr val="0000FF"/>
                </a:solidFill>
                <a:latin typeface="Poppins Medium"/>
                <a:ea typeface="Poppins Medium"/>
                <a:cs typeface="Poppins Medium"/>
                <a:sym typeface="Poppins Medium"/>
              </a:rPr>
              <a:t>Una persona sostiene una regla verticalmente por el extremo superior, mientras otra persona coloca su mano en la parte inferior sin tocarla</a:t>
            </a:r>
            <a:endParaRPr sz="28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1200"/>
              </a:spcBef>
              <a:spcAft>
                <a:spcPts val="0"/>
              </a:spcAft>
              <a:buClr>
                <a:srgbClr val="000000"/>
              </a:buClr>
              <a:buSzPts val="2800"/>
              <a:buFont typeface="Arial"/>
              <a:buNone/>
            </a:pPr>
            <a:endParaRPr sz="28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2D2F3B"/>
                </a:solidFill>
                <a:latin typeface="Poppins Medium"/>
                <a:ea typeface="Poppins Medium"/>
                <a:cs typeface="Poppins Medium"/>
                <a:sym typeface="Poppins Medium"/>
              </a:rPr>
              <a:t>The first person must drop the ruler without warning, while the other person must catch it as fast as possible</a:t>
            </a:r>
            <a:endParaRPr sz="2800" b="1" i="0" u="none" strike="noStrike" cap="none">
              <a:solidFill>
                <a:srgbClr val="2D2F3B"/>
              </a:solidFill>
              <a:latin typeface="Poppins Medium"/>
              <a:ea typeface="Poppins Medium"/>
              <a:cs typeface="Poppins Medium"/>
              <a:sym typeface="Poppins Medium"/>
            </a:endParaRPr>
          </a:p>
          <a:p>
            <a:pPr marL="0" marR="0" lvl="0" indent="0" algn="l" rtl="0">
              <a:lnSpc>
                <a:spcPct val="115000"/>
              </a:lnSpc>
              <a:spcBef>
                <a:spcPts val="1200"/>
              </a:spcBef>
              <a:spcAft>
                <a:spcPts val="0"/>
              </a:spcAft>
              <a:buClr>
                <a:srgbClr val="000000"/>
              </a:buClr>
              <a:buSzPts val="1100"/>
              <a:buFont typeface="Arial"/>
              <a:buNone/>
            </a:pPr>
            <a:r>
              <a:rPr lang="en-US" sz="2800" b="1" i="0" u="none" strike="noStrike" cap="none">
                <a:solidFill>
                  <a:srgbClr val="0000FF"/>
                </a:solidFill>
                <a:latin typeface="Poppins Medium"/>
                <a:ea typeface="Poppins Medium"/>
                <a:cs typeface="Poppins Medium"/>
                <a:sym typeface="Poppins Medium"/>
              </a:rPr>
              <a:t>La primera persona debe soltar la regla sin previo aviso, mientras que la otra persona debe atraparla lo más rápido posible</a:t>
            </a:r>
            <a:endParaRPr sz="27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1200"/>
              </a:spcBef>
              <a:spcAft>
                <a:spcPts val="0"/>
              </a:spcAft>
              <a:buClr>
                <a:srgbClr val="000000"/>
              </a:buClr>
              <a:buSzPts val="2700"/>
              <a:buFont typeface="Arial"/>
              <a:buNone/>
            </a:pPr>
            <a:endParaRPr sz="2700" b="1" i="0" u="none" strike="noStrike" cap="none">
              <a:solidFill>
                <a:srgbClr val="351C75"/>
              </a:solidFill>
              <a:latin typeface="Poppins Medium"/>
              <a:ea typeface="Poppins Medium"/>
              <a:cs typeface="Poppins Medium"/>
              <a:sym typeface="Poppins Medium"/>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833"/>
        <p:cNvGrpSpPr/>
        <p:nvPr/>
      </p:nvGrpSpPr>
      <p:grpSpPr>
        <a:xfrm>
          <a:off x="0" y="0"/>
          <a:ext cx="0" cy="0"/>
          <a:chOff x="0" y="0"/>
          <a:chExt cx="0" cy="0"/>
        </a:xfrm>
      </p:grpSpPr>
      <p:sp>
        <p:nvSpPr>
          <p:cNvPr id="834" name="Google Shape;834;p17"/>
          <p:cNvSpPr txBox="1"/>
          <p:nvPr/>
        </p:nvSpPr>
        <p:spPr>
          <a:xfrm>
            <a:off x="489325" y="2400000"/>
            <a:ext cx="8921700" cy="78870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800"/>
              <a:buFont typeface="Arial"/>
              <a:buNone/>
            </a:pPr>
            <a:endParaRPr sz="28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2D2F3B"/>
                </a:solidFill>
                <a:latin typeface="Poppins Medium"/>
                <a:ea typeface="Poppins Medium"/>
                <a:cs typeface="Poppins Medium"/>
                <a:sym typeface="Poppins Medium"/>
              </a:rPr>
              <a:t>Note where the ruler was caught, and repeat 3 times and average the measurements</a:t>
            </a:r>
            <a:endParaRPr sz="2800" b="1" i="0" u="none" strike="noStrike" cap="none">
              <a:solidFill>
                <a:srgbClr val="2D2F3B"/>
              </a:solidFill>
              <a:latin typeface="Poppins Medium"/>
              <a:ea typeface="Poppins Medium"/>
              <a:cs typeface="Poppins Medium"/>
              <a:sym typeface="Poppins Medium"/>
            </a:endParaRPr>
          </a:p>
          <a:p>
            <a:pPr marL="0" marR="0" lvl="0" indent="0" algn="l" rtl="0">
              <a:lnSpc>
                <a:spcPct val="115000"/>
              </a:lnSpc>
              <a:spcBef>
                <a:spcPts val="1200"/>
              </a:spcBef>
              <a:spcAft>
                <a:spcPts val="0"/>
              </a:spcAft>
              <a:buClr>
                <a:srgbClr val="000000"/>
              </a:buClr>
              <a:buSzPts val="1100"/>
              <a:buFont typeface="Arial"/>
              <a:buNone/>
            </a:pPr>
            <a:r>
              <a:rPr lang="en-US" sz="2800" b="1" i="0" u="none" strike="noStrike" cap="none">
                <a:solidFill>
                  <a:srgbClr val="0000FF"/>
                </a:solidFill>
                <a:latin typeface="Poppins Medium"/>
                <a:ea typeface="Poppins Medium"/>
                <a:cs typeface="Poppins Medium"/>
                <a:sym typeface="Poppins Medium"/>
              </a:rPr>
              <a:t>Anota el punto donde se detuvo la regla y repite 3 veces, luego calcula el promedio de las mediciones</a:t>
            </a:r>
            <a:endParaRPr sz="2800" b="1" i="0" u="none" strike="noStrike" cap="none">
              <a:solidFill>
                <a:srgbClr val="0000FF"/>
              </a:solidFill>
              <a:latin typeface="Poppins Medium"/>
              <a:ea typeface="Poppins Medium"/>
              <a:cs typeface="Poppins Medium"/>
              <a:sym typeface="Poppins Medium"/>
            </a:endParaRPr>
          </a:p>
          <a:p>
            <a:pPr marL="0" marR="0" lvl="0" indent="0" algn="l" rtl="0">
              <a:lnSpc>
                <a:spcPct val="115000"/>
              </a:lnSpc>
              <a:spcBef>
                <a:spcPts val="1200"/>
              </a:spcBef>
              <a:spcAft>
                <a:spcPts val="0"/>
              </a:spcAft>
              <a:buClr>
                <a:srgbClr val="000000"/>
              </a:buClr>
              <a:buSzPts val="1100"/>
              <a:buFont typeface="Arial"/>
              <a:buNone/>
            </a:pPr>
            <a:endParaRPr sz="2800" b="1" i="0" u="none" strike="noStrike" cap="none">
              <a:solidFill>
                <a:srgbClr val="351C75"/>
              </a:solidFill>
              <a:latin typeface="Poppins Medium"/>
              <a:ea typeface="Poppins Medium"/>
              <a:cs typeface="Poppins Medium"/>
              <a:sym typeface="Poppins Medium"/>
            </a:endParaRPr>
          </a:p>
          <a:p>
            <a:pPr marL="0" marR="0" lvl="0" indent="0" algn="l" rtl="0">
              <a:lnSpc>
                <a:spcPct val="115000"/>
              </a:lnSpc>
              <a:spcBef>
                <a:spcPts val="1200"/>
              </a:spcBef>
              <a:spcAft>
                <a:spcPts val="0"/>
              </a:spcAft>
              <a:buClr>
                <a:srgbClr val="000000"/>
              </a:buClr>
              <a:buSzPts val="1100"/>
              <a:buFont typeface="Arial"/>
              <a:buNone/>
            </a:pPr>
            <a:r>
              <a:rPr lang="en-US" sz="2800" b="1" i="0" u="none" strike="noStrike" cap="none">
                <a:solidFill>
                  <a:srgbClr val="1F1F1F"/>
                </a:solidFill>
                <a:latin typeface="Poppins Medium"/>
                <a:ea typeface="Poppins Medium"/>
                <a:cs typeface="Poppins Medium"/>
                <a:sym typeface="Poppins Medium"/>
              </a:rPr>
              <a:t>A shorter drop distance = faster reaction time</a:t>
            </a:r>
            <a:endParaRPr sz="2800" b="1" i="0" u="none" strike="noStrike" cap="none">
              <a:solidFill>
                <a:srgbClr val="1F1F1F"/>
              </a:solidFill>
              <a:latin typeface="Poppins Medium"/>
              <a:ea typeface="Poppins Medium"/>
              <a:cs typeface="Poppins Medium"/>
              <a:sym typeface="Poppins Medium"/>
            </a:endParaRPr>
          </a:p>
          <a:p>
            <a:pPr marL="0" marR="0" lvl="0" indent="0" algn="l" rtl="0">
              <a:lnSpc>
                <a:spcPct val="115000"/>
              </a:lnSpc>
              <a:spcBef>
                <a:spcPts val="1200"/>
              </a:spcBef>
              <a:spcAft>
                <a:spcPts val="0"/>
              </a:spcAft>
              <a:buClr>
                <a:srgbClr val="000000"/>
              </a:buClr>
              <a:buSzPts val="1100"/>
              <a:buFont typeface="Arial"/>
              <a:buNone/>
            </a:pPr>
            <a:r>
              <a:rPr lang="en-US" sz="2800" b="1" i="0" u="none" strike="noStrike" cap="none">
                <a:solidFill>
                  <a:srgbClr val="0000FF"/>
                </a:solidFill>
                <a:latin typeface="Poppins"/>
                <a:ea typeface="Poppins"/>
                <a:cs typeface="Poppins"/>
                <a:sym typeface="Poppins"/>
              </a:rPr>
              <a:t>Una distancia de caída más corta = un tiempo de reacción más rápido</a:t>
            </a:r>
            <a:endParaRPr sz="2800" b="1" i="0" u="none" strike="noStrike" cap="none">
              <a:solidFill>
                <a:srgbClr val="0000FF"/>
              </a:solidFill>
              <a:latin typeface="Poppins"/>
              <a:ea typeface="Poppins"/>
              <a:cs typeface="Poppins"/>
              <a:sym typeface="Poppins"/>
            </a:endParaRPr>
          </a:p>
          <a:p>
            <a:pPr marL="0" marR="0" lvl="0" indent="0" algn="l" rtl="0">
              <a:lnSpc>
                <a:spcPct val="115000"/>
              </a:lnSpc>
              <a:spcBef>
                <a:spcPts val="1200"/>
              </a:spcBef>
              <a:spcAft>
                <a:spcPts val="0"/>
              </a:spcAft>
              <a:buClr>
                <a:srgbClr val="000000"/>
              </a:buClr>
              <a:buSzPts val="1100"/>
              <a:buFont typeface="Arial"/>
              <a:buNone/>
            </a:pPr>
            <a:endParaRPr sz="2800" b="1" i="0" u="none" strike="noStrike" cap="none">
              <a:solidFill>
                <a:srgbClr val="1F1F1F"/>
              </a:solidFill>
              <a:latin typeface="Poppins Medium"/>
              <a:ea typeface="Poppins Medium"/>
              <a:cs typeface="Poppins Medium"/>
              <a:sym typeface="Poppins Medium"/>
            </a:endParaRPr>
          </a:p>
          <a:p>
            <a:pPr marL="0" marR="0" lvl="0" indent="0" algn="l" rtl="0">
              <a:lnSpc>
                <a:spcPct val="115000"/>
              </a:lnSpc>
              <a:spcBef>
                <a:spcPts val="1200"/>
              </a:spcBef>
              <a:spcAft>
                <a:spcPts val="0"/>
              </a:spcAft>
              <a:buClr>
                <a:srgbClr val="000000"/>
              </a:buClr>
              <a:buSzPts val="1100"/>
              <a:buFont typeface="Arial"/>
              <a:buNone/>
            </a:pPr>
            <a:r>
              <a:rPr lang="en-US" sz="2800" b="1" i="0" u="none" strike="noStrike" cap="none">
                <a:solidFill>
                  <a:srgbClr val="1F1F1F"/>
                </a:solidFill>
                <a:latin typeface="Poppins Medium"/>
                <a:ea typeface="Poppins Medium"/>
                <a:cs typeface="Poppins Medium"/>
                <a:sym typeface="Poppins Medium"/>
              </a:rPr>
              <a:t>Longer distance = slower reaction time</a:t>
            </a:r>
            <a:endParaRPr sz="2800" b="1" i="0" u="none" strike="noStrike" cap="none">
              <a:solidFill>
                <a:srgbClr val="1F1F1F"/>
              </a:solidFill>
              <a:latin typeface="Poppins Medium"/>
              <a:ea typeface="Poppins Medium"/>
              <a:cs typeface="Poppins Medium"/>
              <a:sym typeface="Poppins Medium"/>
            </a:endParaRPr>
          </a:p>
          <a:p>
            <a:pPr marL="0" marR="0" lvl="0" indent="0" algn="l" rtl="0">
              <a:lnSpc>
                <a:spcPct val="115000"/>
              </a:lnSpc>
              <a:spcBef>
                <a:spcPts val="1200"/>
              </a:spcBef>
              <a:spcAft>
                <a:spcPts val="1200"/>
              </a:spcAft>
              <a:buClr>
                <a:srgbClr val="000000"/>
              </a:buClr>
              <a:buSzPts val="1100"/>
              <a:buFont typeface="Arial"/>
              <a:buNone/>
            </a:pPr>
            <a:r>
              <a:rPr lang="en-US" sz="2800" b="1" i="0" u="none" strike="noStrike" cap="none">
                <a:solidFill>
                  <a:srgbClr val="0000FF"/>
                </a:solidFill>
                <a:latin typeface="Poppins"/>
                <a:ea typeface="Poppins"/>
                <a:cs typeface="Poppins"/>
                <a:sym typeface="Poppins"/>
              </a:rPr>
              <a:t>Una distancia de caída más larga = un tiempo de reacción más lento</a:t>
            </a:r>
            <a:endParaRPr sz="2800" b="1" i="0" u="none" strike="noStrike" cap="none">
              <a:solidFill>
                <a:srgbClr val="0000FF"/>
              </a:solidFill>
              <a:latin typeface="Poppins"/>
              <a:ea typeface="Poppins"/>
              <a:cs typeface="Poppins"/>
              <a:sym typeface="Poppins"/>
            </a:endParaRPr>
          </a:p>
        </p:txBody>
      </p:sp>
      <p:pic>
        <p:nvPicPr>
          <p:cNvPr id="835" name="Google Shape;835;p17" title="Screenshot 2025-12-03 at 11.16.32 AM.png"/>
          <p:cNvPicPr preferRelativeResize="0"/>
          <p:nvPr/>
        </p:nvPicPr>
        <p:blipFill rotWithShape="1">
          <a:blip r:embed="rId3">
            <a:alphaModFix/>
          </a:blip>
          <a:srcRect/>
          <a:stretch/>
        </p:blipFill>
        <p:spPr>
          <a:xfrm>
            <a:off x="9411025" y="3429000"/>
            <a:ext cx="8274125" cy="6381984"/>
          </a:xfrm>
          <a:prstGeom prst="rect">
            <a:avLst/>
          </a:prstGeom>
          <a:noFill/>
          <a:ln>
            <a:noFill/>
          </a:ln>
        </p:spPr>
      </p:pic>
      <p:sp>
        <p:nvSpPr>
          <p:cNvPr id="836" name="Google Shape;836;p17"/>
          <p:cNvSpPr txBox="1"/>
          <p:nvPr/>
        </p:nvSpPr>
        <p:spPr>
          <a:xfrm>
            <a:off x="9411025" y="2918525"/>
            <a:ext cx="2778300" cy="375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5700"/>
              <a:buFont typeface="Arial"/>
              <a:buNone/>
            </a:pPr>
            <a:r>
              <a:rPr lang="en-US" sz="5700" b="0" i="0" u="none" strike="noStrike" cap="none">
                <a:solidFill>
                  <a:srgbClr val="0000FF"/>
                </a:solidFill>
                <a:latin typeface="Arial"/>
                <a:ea typeface="Arial"/>
                <a:cs typeface="Arial"/>
                <a:sym typeface="Arial"/>
              </a:rPr>
              <a:t> </a:t>
            </a:r>
            <a:r>
              <a:rPr lang="en-US" sz="3600" b="1" i="0" u="none" strike="noStrike" cap="none">
                <a:solidFill>
                  <a:srgbClr val="0000FF"/>
                </a:solidFill>
                <a:latin typeface="Arial"/>
                <a:ea typeface="Arial"/>
                <a:cs typeface="Arial"/>
                <a:sym typeface="Arial"/>
              </a:rPr>
              <a:t>Paso 1</a:t>
            </a:r>
            <a:endParaRPr sz="3600" b="1" i="0" u="none" strike="noStrike" cap="none">
              <a:solidFill>
                <a:srgbClr val="0000FF"/>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3200"/>
              <a:buFont typeface="Arial"/>
              <a:buNone/>
            </a:pPr>
            <a:endParaRPr sz="3200" b="0" i="0" u="none" strike="noStrike" cap="none">
              <a:solidFill>
                <a:schemeClr val="dk1"/>
              </a:solidFill>
              <a:latin typeface="Calibri"/>
              <a:ea typeface="Calibri"/>
              <a:cs typeface="Calibri"/>
              <a:sym typeface="Calibri"/>
            </a:endParaRPr>
          </a:p>
        </p:txBody>
      </p:sp>
      <p:sp>
        <p:nvSpPr>
          <p:cNvPr id="837" name="Google Shape;837;p17"/>
          <p:cNvSpPr txBox="1"/>
          <p:nvPr/>
        </p:nvSpPr>
        <p:spPr>
          <a:xfrm>
            <a:off x="13317700" y="2918525"/>
            <a:ext cx="3026400" cy="375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5700"/>
              <a:buFont typeface="Arial"/>
              <a:buNone/>
            </a:pPr>
            <a:r>
              <a:rPr lang="en-US" sz="5700" b="0" i="0" u="none" strike="noStrike" cap="none">
                <a:solidFill>
                  <a:srgbClr val="0000FF"/>
                </a:solidFill>
                <a:latin typeface="Arial"/>
                <a:ea typeface="Arial"/>
                <a:cs typeface="Arial"/>
                <a:sym typeface="Arial"/>
              </a:rPr>
              <a:t> </a:t>
            </a:r>
            <a:r>
              <a:rPr lang="en-US" sz="3600" b="1" i="0" u="none" strike="noStrike" cap="none">
                <a:solidFill>
                  <a:srgbClr val="0000FF"/>
                </a:solidFill>
                <a:latin typeface="Arial"/>
                <a:ea typeface="Arial"/>
                <a:cs typeface="Arial"/>
                <a:sym typeface="Arial"/>
              </a:rPr>
              <a:t>Paso 2</a:t>
            </a:r>
            <a:endParaRPr sz="3600" b="1" i="0" u="none" strike="noStrike" cap="none">
              <a:solidFill>
                <a:srgbClr val="0000FF"/>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3200"/>
              <a:buFont typeface="Arial"/>
              <a:buNone/>
            </a:pPr>
            <a:endParaRPr sz="3200" b="0" i="0" u="none" strike="noStrike" cap="none">
              <a:solidFill>
                <a:schemeClr val="dk1"/>
              </a:solidFill>
              <a:latin typeface="Calibri"/>
              <a:ea typeface="Calibri"/>
              <a:cs typeface="Calibri"/>
              <a:sym typeface="Calibri"/>
            </a:endParaRPr>
          </a:p>
        </p:txBody>
      </p:sp>
      <p:cxnSp>
        <p:nvCxnSpPr>
          <p:cNvPr id="838" name="Google Shape;838;p17"/>
          <p:cNvCxnSpPr/>
          <p:nvPr/>
        </p:nvCxnSpPr>
        <p:spPr>
          <a:xfrm rot="10800000" flipH="1">
            <a:off x="5086359" y="2214976"/>
            <a:ext cx="8115300" cy="18900"/>
          </a:xfrm>
          <a:prstGeom prst="straightConnector1">
            <a:avLst/>
          </a:prstGeom>
          <a:noFill/>
          <a:ln w="28575" cap="rnd" cmpd="sng">
            <a:solidFill>
              <a:srgbClr val="136447"/>
            </a:solidFill>
            <a:prstDash val="solid"/>
            <a:round/>
            <a:headEnd type="none" w="sm" len="sm"/>
            <a:tailEnd type="none" w="sm" len="sm"/>
          </a:ln>
        </p:spPr>
      </p:cxnSp>
      <p:sp>
        <p:nvSpPr>
          <p:cNvPr id="839" name="Google Shape;839;p17"/>
          <p:cNvSpPr txBox="1"/>
          <p:nvPr/>
        </p:nvSpPr>
        <p:spPr>
          <a:xfrm>
            <a:off x="11989100" y="5030875"/>
            <a:ext cx="2277600" cy="525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4700"/>
              <a:buFont typeface="Arial"/>
              <a:buNone/>
            </a:pPr>
            <a:r>
              <a:rPr lang="en-US" sz="4700" b="0" i="0" u="none" strike="noStrike" cap="none">
                <a:solidFill>
                  <a:srgbClr val="0000FF"/>
                </a:solidFill>
                <a:latin typeface="Calibri"/>
                <a:ea typeface="Calibri"/>
                <a:cs typeface="Calibri"/>
                <a:sym typeface="Calibri"/>
              </a:rPr>
              <a:t> </a:t>
            </a:r>
            <a:r>
              <a:rPr lang="en-US" sz="2600" b="1" i="0" u="none" strike="noStrike" cap="none">
                <a:solidFill>
                  <a:srgbClr val="0000FF"/>
                </a:solidFill>
                <a:latin typeface="Arial"/>
                <a:ea typeface="Arial"/>
                <a:cs typeface="Arial"/>
                <a:sym typeface="Arial"/>
              </a:rPr>
              <a:t>persona que suelta</a:t>
            </a:r>
            <a:endParaRPr sz="4700" b="0" i="0" u="none" strike="noStrike" cap="none">
              <a:solidFill>
                <a:srgbClr val="0000FF"/>
              </a:solidFill>
              <a:latin typeface="Calibri"/>
              <a:ea typeface="Calibri"/>
              <a:cs typeface="Calibri"/>
              <a:sym typeface="Calibri"/>
            </a:endParaRPr>
          </a:p>
        </p:txBody>
      </p:sp>
      <p:sp>
        <p:nvSpPr>
          <p:cNvPr id="840" name="Google Shape;840;p17"/>
          <p:cNvSpPr txBox="1"/>
          <p:nvPr/>
        </p:nvSpPr>
        <p:spPr>
          <a:xfrm>
            <a:off x="9598700" y="8985500"/>
            <a:ext cx="4217400" cy="375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900"/>
              <a:buFont typeface="Arial"/>
              <a:buNone/>
            </a:pPr>
            <a:r>
              <a:rPr lang="en-US" sz="2900" b="1" i="0" u="none" strike="noStrike" cap="none">
                <a:solidFill>
                  <a:srgbClr val="0000FF"/>
                </a:solidFill>
                <a:latin typeface="Arial"/>
                <a:ea typeface="Arial"/>
                <a:cs typeface="Arial"/>
                <a:sym typeface="Arial"/>
              </a:rPr>
              <a:t>persona que atrapa</a:t>
            </a:r>
            <a:endParaRPr sz="2900" b="1" i="0" u="none" strike="noStrike" cap="none">
              <a:solidFill>
                <a:srgbClr val="0000FF"/>
              </a:solidFill>
              <a:latin typeface="Arial"/>
              <a:ea typeface="Arial"/>
              <a:cs typeface="Arial"/>
              <a:sym typeface="Arial"/>
            </a:endParaRPr>
          </a:p>
        </p:txBody>
      </p:sp>
      <p:sp>
        <p:nvSpPr>
          <p:cNvPr id="841" name="Google Shape;841;p17"/>
          <p:cNvSpPr txBox="1"/>
          <p:nvPr/>
        </p:nvSpPr>
        <p:spPr>
          <a:xfrm>
            <a:off x="16043725" y="7383625"/>
            <a:ext cx="2027400" cy="995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000"/>
              <a:buFont typeface="Arial"/>
              <a:buNone/>
            </a:pPr>
            <a:r>
              <a:rPr lang="en-US" sz="3000" b="1" i="0" u="none" strike="noStrike" cap="none">
                <a:solidFill>
                  <a:srgbClr val="0000FF"/>
                </a:solidFill>
                <a:latin typeface="Arial"/>
                <a:ea typeface="Arial"/>
                <a:cs typeface="Arial"/>
                <a:sym typeface="Arial"/>
              </a:rPr>
              <a:t>distancia de caída</a:t>
            </a:r>
            <a:endParaRPr sz="3000" b="1" i="0" u="none" strike="noStrike" cap="none">
              <a:solidFill>
                <a:srgbClr val="0000FF"/>
              </a:solidFill>
              <a:latin typeface="Arial"/>
              <a:ea typeface="Arial"/>
              <a:cs typeface="Arial"/>
              <a:sym typeface="Arial"/>
            </a:endParaRPr>
          </a:p>
        </p:txBody>
      </p:sp>
      <p:sp>
        <p:nvSpPr>
          <p:cNvPr id="842" name="Google Shape;842;p17"/>
          <p:cNvSpPr txBox="1"/>
          <p:nvPr/>
        </p:nvSpPr>
        <p:spPr>
          <a:xfrm>
            <a:off x="871350" y="515650"/>
            <a:ext cx="16545300" cy="22680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6000"/>
              <a:buFont typeface="Arial"/>
              <a:buNone/>
            </a:pPr>
            <a:r>
              <a:rPr lang="en-US" sz="6000" b="1">
                <a:solidFill>
                  <a:srgbClr val="136447"/>
                </a:solidFill>
                <a:latin typeface="Poppins"/>
                <a:ea typeface="Poppins"/>
                <a:cs typeface="Poppins"/>
                <a:sym typeface="Poppins"/>
              </a:rPr>
              <a:t>Reaction</a:t>
            </a:r>
            <a:r>
              <a:rPr lang="en-US" sz="6000" b="1" i="0" u="none" strike="noStrike" cap="none">
                <a:solidFill>
                  <a:srgbClr val="136447"/>
                </a:solidFill>
                <a:latin typeface="Poppins"/>
                <a:ea typeface="Poppins"/>
                <a:cs typeface="Poppins"/>
                <a:sym typeface="Poppins"/>
              </a:rPr>
              <a:t> Test | </a:t>
            </a:r>
            <a:r>
              <a:rPr lang="en-US" sz="6000" b="1" i="0" u="none" strike="noStrike" cap="none">
                <a:solidFill>
                  <a:srgbClr val="0000FF"/>
                </a:solidFill>
                <a:latin typeface="Poppins"/>
                <a:ea typeface="Poppins"/>
                <a:cs typeface="Poppins"/>
                <a:sym typeface="Poppins"/>
              </a:rPr>
              <a:t>Prueba de reacción</a:t>
            </a:r>
            <a:endParaRPr sz="6000" b="1" i="0" u="none" strike="noStrike" cap="none">
              <a:solidFill>
                <a:srgbClr val="0000FF"/>
              </a:solidFill>
              <a:latin typeface="Poppins"/>
              <a:ea typeface="Poppins"/>
              <a:cs typeface="Poppins"/>
              <a:sym typeface="Poppins"/>
            </a:endParaRPr>
          </a:p>
          <a:p>
            <a:pPr marL="152400" marR="152400" lvl="0" indent="0" algn="l" rtl="0">
              <a:lnSpc>
                <a:spcPct val="115000"/>
              </a:lnSpc>
              <a:spcBef>
                <a:spcPts val="800"/>
              </a:spcBef>
              <a:spcAft>
                <a:spcPts val="0"/>
              </a:spcAft>
              <a:buClr>
                <a:schemeClr val="dk1"/>
              </a:buClr>
              <a:buSzPts val="1100"/>
              <a:buFont typeface="Arial"/>
              <a:buNone/>
            </a:pPr>
            <a:endParaRPr sz="100" b="0" i="0" u="none" strike="noStrike" cap="none">
              <a:solidFill>
                <a:srgbClr val="E8E8E8"/>
              </a:solidFill>
              <a:highlight>
                <a:srgbClr val="303134"/>
              </a:highlight>
              <a:latin typeface="Roboto"/>
              <a:ea typeface="Roboto"/>
              <a:cs typeface="Roboto"/>
              <a:sym typeface="Roboto"/>
            </a:endParaRPr>
          </a:p>
          <a:p>
            <a:pPr marL="0" marR="0" lvl="0" indent="0" algn="ctr" rtl="0">
              <a:lnSpc>
                <a:spcPct val="130009"/>
              </a:lnSpc>
              <a:spcBef>
                <a:spcPts val="0"/>
              </a:spcBef>
              <a:spcAft>
                <a:spcPts val="0"/>
              </a:spcAft>
              <a:buClr>
                <a:srgbClr val="000000"/>
              </a:buClr>
              <a:buSzPts val="6008"/>
              <a:buFont typeface="Arial"/>
              <a:buNone/>
            </a:pPr>
            <a:endParaRPr sz="6008" b="1" i="0" u="none" strike="noStrike" cap="none">
              <a:solidFill>
                <a:srgbClr val="351C75"/>
              </a:solidFill>
              <a:latin typeface="Poppins"/>
              <a:ea typeface="Poppins"/>
              <a:cs typeface="Poppins"/>
              <a:sym typeface="Poppin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846"/>
        <p:cNvGrpSpPr/>
        <p:nvPr/>
      </p:nvGrpSpPr>
      <p:grpSpPr>
        <a:xfrm>
          <a:off x="0" y="0"/>
          <a:ext cx="0" cy="0"/>
          <a:chOff x="0" y="0"/>
          <a:chExt cx="0" cy="0"/>
        </a:xfrm>
      </p:grpSpPr>
      <p:sp>
        <p:nvSpPr>
          <p:cNvPr id="847" name="Google Shape;847;p18"/>
          <p:cNvSpPr/>
          <p:nvPr/>
        </p:nvSpPr>
        <p:spPr>
          <a:xfrm rot="2435016">
            <a:off x="12886243" y="-126841"/>
            <a:ext cx="7603841" cy="4175200"/>
          </a:xfrm>
          <a:custGeom>
            <a:avLst/>
            <a:gdLst/>
            <a:ahLst/>
            <a:cxnLst/>
            <a:rect l="l" t="t" r="r" b="b"/>
            <a:pathLst>
              <a:path w="7603841" h="4175200" extrusionOk="0">
                <a:moveTo>
                  <a:pt x="0" y="0"/>
                </a:moveTo>
                <a:lnTo>
                  <a:pt x="7603840" y="0"/>
                </a:lnTo>
                <a:lnTo>
                  <a:pt x="7603840" y="4175199"/>
                </a:lnTo>
                <a:lnTo>
                  <a:pt x="0" y="4175199"/>
                </a:lnTo>
                <a:lnTo>
                  <a:pt x="0" y="0"/>
                </a:lnTo>
                <a:close/>
              </a:path>
            </a:pathLst>
          </a:custGeom>
          <a:blipFill rotWithShape="1">
            <a:blip r:embed="rId3">
              <a:alphaModFix amt="19999"/>
            </a:blip>
            <a:stretch>
              <a:fillRect/>
            </a:stretch>
          </a:blipFill>
          <a:ln>
            <a:noFill/>
          </a:ln>
        </p:spPr>
      </p:sp>
      <p:sp>
        <p:nvSpPr>
          <p:cNvPr id="848" name="Google Shape;848;p18"/>
          <p:cNvSpPr txBox="1"/>
          <p:nvPr/>
        </p:nvSpPr>
        <p:spPr>
          <a:xfrm>
            <a:off x="1460392" y="3243813"/>
            <a:ext cx="15367200" cy="3386100"/>
          </a:xfrm>
          <a:prstGeom prst="rect">
            <a:avLst/>
          </a:prstGeom>
          <a:noFill/>
          <a:ln>
            <a:noFill/>
          </a:ln>
        </p:spPr>
        <p:txBody>
          <a:bodyPr spcFirstLastPara="1" wrap="square" lIns="0" tIns="0" rIns="0" bIns="0" anchor="t" anchorCtr="0">
            <a:spAutoFit/>
          </a:bodyPr>
          <a:lstStyle/>
          <a:p>
            <a:pPr marL="0" marR="0" lvl="0" indent="0" algn="ctr" rtl="0">
              <a:lnSpc>
                <a:spcPct val="120002"/>
              </a:lnSpc>
              <a:spcBef>
                <a:spcPts val="0"/>
              </a:spcBef>
              <a:spcAft>
                <a:spcPts val="0"/>
              </a:spcAft>
              <a:buClr>
                <a:srgbClr val="000000"/>
              </a:buClr>
              <a:buSzPts val="9999"/>
              <a:buFont typeface="Arial"/>
              <a:buNone/>
            </a:pPr>
            <a:r>
              <a:rPr lang="en-US" sz="9999" b="0" i="0" u="none" strike="noStrike" cap="none">
                <a:solidFill>
                  <a:srgbClr val="136447"/>
                </a:solidFill>
                <a:latin typeface="Arial"/>
                <a:ea typeface="Arial"/>
                <a:cs typeface="Arial"/>
                <a:sym typeface="Arial"/>
              </a:rPr>
              <a:t>The Brain</a:t>
            </a:r>
            <a:endParaRPr sz="9999" b="0" i="0" u="none" strike="noStrike" cap="none">
              <a:solidFill>
                <a:srgbClr val="136447"/>
              </a:solidFill>
              <a:latin typeface="Arial"/>
              <a:ea typeface="Arial"/>
              <a:cs typeface="Arial"/>
              <a:sym typeface="Arial"/>
            </a:endParaRPr>
          </a:p>
          <a:p>
            <a:pPr marL="0" marR="0" lvl="0" indent="0" algn="ctr" rtl="0">
              <a:lnSpc>
                <a:spcPct val="120002"/>
              </a:lnSpc>
              <a:spcBef>
                <a:spcPts val="0"/>
              </a:spcBef>
              <a:spcAft>
                <a:spcPts val="0"/>
              </a:spcAft>
              <a:buClr>
                <a:srgbClr val="000000"/>
              </a:buClr>
              <a:buSzPts val="9999"/>
              <a:buFont typeface="Arial"/>
              <a:buNone/>
            </a:pPr>
            <a:r>
              <a:rPr lang="en-US" sz="9999" b="0" i="0" u="none" strike="noStrike" cap="none">
                <a:solidFill>
                  <a:srgbClr val="0000FF"/>
                </a:solidFill>
                <a:latin typeface="Arial"/>
                <a:ea typeface="Arial"/>
                <a:cs typeface="Arial"/>
                <a:sym typeface="Arial"/>
              </a:rPr>
              <a:t>El cerebro</a:t>
            </a:r>
            <a:endParaRPr sz="9999" b="0" i="0" u="none" strike="noStrike" cap="none">
              <a:solidFill>
                <a:srgbClr val="0000FF"/>
              </a:solidFill>
              <a:latin typeface="Arial"/>
              <a:ea typeface="Arial"/>
              <a:cs typeface="Arial"/>
              <a:sym typeface="Arial"/>
            </a:endParaRPr>
          </a:p>
        </p:txBody>
      </p:sp>
      <p:cxnSp>
        <p:nvCxnSpPr>
          <p:cNvPr id="849" name="Google Shape;849;p18"/>
          <p:cNvCxnSpPr/>
          <p:nvPr/>
        </p:nvCxnSpPr>
        <p:spPr>
          <a:xfrm>
            <a:off x="1460392" y="7000869"/>
            <a:ext cx="15367200" cy="0"/>
          </a:xfrm>
          <a:prstGeom prst="straightConnector1">
            <a:avLst/>
          </a:prstGeom>
          <a:noFill/>
          <a:ln w="28575" cap="rnd" cmpd="sng">
            <a:solidFill>
              <a:srgbClr val="136447"/>
            </a:solidFill>
            <a:prstDash val="solid"/>
            <a:round/>
            <a:headEnd type="none" w="sm" len="sm"/>
            <a:tailEnd type="none" w="sm" len="sm"/>
          </a:ln>
        </p:spPr>
      </p:cxnSp>
      <p:cxnSp>
        <p:nvCxnSpPr>
          <p:cNvPr id="850" name="Google Shape;850;p18"/>
          <p:cNvCxnSpPr/>
          <p:nvPr/>
        </p:nvCxnSpPr>
        <p:spPr>
          <a:xfrm>
            <a:off x="1460392" y="8577683"/>
            <a:ext cx="15367200" cy="0"/>
          </a:xfrm>
          <a:prstGeom prst="straightConnector1">
            <a:avLst/>
          </a:prstGeom>
          <a:noFill/>
          <a:ln w="28575" cap="rnd" cmpd="sng">
            <a:solidFill>
              <a:srgbClr val="136447"/>
            </a:solidFill>
            <a:prstDash val="solid"/>
            <a:round/>
            <a:headEnd type="none" w="sm" len="sm"/>
            <a:tailEnd type="none" w="sm" len="sm"/>
          </a:ln>
        </p:spPr>
      </p:cxnSp>
      <p:sp>
        <p:nvSpPr>
          <p:cNvPr id="851" name="Google Shape;851;p18"/>
          <p:cNvSpPr txBox="1"/>
          <p:nvPr/>
        </p:nvSpPr>
        <p:spPr>
          <a:xfrm>
            <a:off x="1599912" y="7188071"/>
            <a:ext cx="15088200" cy="1202400"/>
          </a:xfrm>
          <a:prstGeom prst="rect">
            <a:avLst/>
          </a:prstGeom>
          <a:noFill/>
          <a:ln>
            <a:noFill/>
          </a:ln>
        </p:spPr>
        <p:txBody>
          <a:bodyPr spcFirstLastPara="1" wrap="square" lIns="0" tIns="0" rIns="0" bIns="0" anchor="t" anchorCtr="0">
            <a:spAutoFit/>
          </a:bodyPr>
          <a:lstStyle/>
          <a:p>
            <a:pPr marL="0" marR="0" lvl="0" indent="0" algn="ctr" rtl="0">
              <a:lnSpc>
                <a:spcPct val="130005"/>
              </a:lnSpc>
              <a:spcBef>
                <a:spcPts val="0"/>
              </a:spcBef>
              <a:spcAft>
                <a:spcPts val="0"/>
              </a:spcAft>
              <a:buClr>
                <a:srgbClr val="000000"/>
              </a:buClr>
              <a:buSzPts val="3396"/>
              <a:buFont typeface="Arial"/>
              <a:buNone/>
            </a:pPr>
            <a:r>
              <a:rPr lang="en-US" sz="3396" b="1" i="0" u="none" strike="noStrike" cap="none">
                <a:solidFill>
                  <a:srgbClr val="2D2F3B"/>
                </a:solidFill>
                <a:latin typeface="Poppins Medium"/>
                <a:ea typeface="Poppins Medium"/>
                <a:cs typeface="Poppins Medium"/>
                <a:sym typeface="Poppins Medium"/>
              </a:rPr>
              <a:t>The Body’s Control Center</a:t>
            </a:r>
            <a:endParaRPr sz="3396" b="1" i="0" u="none" strike="noStrike" cap="none">
              <a:solidFill>
                <a:srgbClr val="2D2F3B"/>
              </a:solidFill>
              <a:latin typeface="Poppins Medium"/>
              <a:ea typeface="Poppins Medium"/>
              <a:cs typeface="Poppins Medium"/>
              <a:sym typeface="Poppins Medium"/>
            </a:endParaRPr>
          </a:p>
          <a:p>
            <a:pPr marL="0" marR="0" lvl="0" indent="0" algn="ctr" rtl="0">
              <a:lnSpc>
                <a:spcPct val="130005"/>
              </a:lnSpc>
              <a:spcBef>
                <a:spcPts val="0"/>
              </a:spcBef>
              <a:spcAft>
                <a:spcPts val="0"/>
              </a:spcAft>
              <a:buClr>
                <a:srgbClr val="000000"/>
              </a:buClr>
              <a:buSzPts val="3396"/>
              <a:buFont typeface="Arial"/>
              <a:buNone/>
            </a:pPr>
            <a:r>
              <a:rPr lang="en-US" sz="3396" b="1" i="0" u="none" strike="noStrike" cap="none">
                <a:solidFill>
                  <a:srgbClr val="0000FF"/>
                </a:solidFill>
                <a:latin typeface="Poppins Medium"/>
                <a:ea typeface="Poppins Medium"/>
                <a:cs typeface="Poppins Medium"/>
                <a:sym typeface="Poppins Medium"/>
              </a:rPr>
              <a:t>El centro de control del cuerpo</a:t>
            </a:r>
            <a:endParaRPr sz="3396" b="1" i="0" u="none" strike="noStrike" cap="none">
              <a:solidFill>
                <a:srgbClr val="0000FF"/>
              </a:solidFill>
              <a:latin typeface="Poppins Medium"/>
              <a:ea typeface="Poppins Medium"/>
              <a:cs typeface="Poppins Medium"/>
              <a:sym typeface="Poppins Medium"/>
            </a:endParaRPr>
          </a:p>
        </p:txBody>
      </p:sp>
      <p:sp>
        <p:nvSpPr>
          <p:cNvPr id="852" name="Google Shape;852;p18"/>
          <p:cNvSpPr/>
          <p:nvPr/>
        </p:nvSpPr>
        <p:spPr>
          <a:xfrm rot="2108889" flipH="1">
            <a:off x="-1419925" y="-1589719"/>
            <a:ext cx="4897250" cy="7476718"/>
          </a:xfrm>
          <a:custGeom>
            <a:avLst/>
            <a:gdLst/>
            <a:ahLst/>
            <a:cxnLst/>
            <a:rect l="l" t="t" r="r" b="b"/>
            <a:pathLst>
              <a:path w="4897250" h="7476718" extrusionOk="0">
                <a:moveTo>
                  <a:pt x="4897250" y="0"/>
                </a:moveTo>
                <a:lnTo>
                  <a:pt x="0" y="0"/>
                </a:lnTo>
                <a:lnTo>
                  <a:pt x="0" y="7476718"/>
                </a:lnTo>
                <a:lnTo>
                  <a:pt x="4897250" y="7476718"/>
                </a:lnTo>
                <a:lnTo>
                  <a:pt x="4897250" y="0"/>
                </a:lnTo>
                <a:close/>
              </a:path>
            </a:pathLst>
          </a:custGeom>
          <a:blipFill rotWithShape="1">
            <a:blip r:embed="rId4">
              <a:alphaModFix amt="19999"/>
            </a:blip>
            <a:stretch>
              <a:fillRect/>
            </a:stretch>
          </a:blipFill>
          <a:ln>
            <a:noFill/>
          </a:ln>
        </p:spPr>
      </p:sp>
      <p:sp>
        <p:nvSpPr>
          <p:cNvPr id="853" name="Google Shape;853;p18"/>
          <p:cNvSpPr/>
          <p:nvPr/>
        </p:nvSpPr>
        <p:spPr>
          <a:xfrm rot="10800000">
            <a:off x="2352410" y="-7439934"/>
            <a:ext cx="11718940" cy="10683767"/>
          </a:xfrm>
          <a:custGeom>
            <a:avLst/>
            <a:gdLst/>
            <a:ahLst/>
            <a:cxnLst/>
            <a:rect l="l" t="t" r="r" b="b"/>
            <a:pathLst>
              <a:path w="11718940" h="10683767" extrusionOk="0">
                <a:moveTo>
                  <a:pt x="0" y="0"/>
                </a:moveTo>
                <a:lnTo>
                  <a:pt x="11718940" y="0"/>
                </a:lnTo>
                <a:lnTo>
                  <a:pt x="11718940" y="10683767"/>
                </a:lnTo>
                <a:lnTo>
                  <a:pt x="0" y="10683767"/>
                </a:lnTo>
                <a:lnTo>
                  <a:pt x="0" y="0"/>
                </a:lnTo>
                <a:close/>
              </a:path>
            </a:pathLst>
          </a:custGeom>
          <a:blipFill rotWithShape="1">
            <a:blip r:embed="rId5">
              <a:alphaModFix amt="19999"/>
            </a:blip>
            <a:stretch>
              <a:fillRect/>
            </a:stretch>
          </a:blipFill>
          <a:ln>
            <a:no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857"/>
        <p:cNvGrpSpPr/>
        <p:nvPr/>
      </p:nvGrpSpPr>
      <p:grpSpPr>
        <a:xfrm>
          <a:off x="0" y="0"/>
          <a:ext cx="0" cy="0"/>
          <a:chOff x="0" y="0"/>
          <a:chExt cx="0" cy="0"/>
        </a:xfrm>
      </p:grpSpPr>
      <p:cxnSp>
        <p:nvCxnSpPr>
          <p:cNvPr id="858" name="Google Shape;858;p19"/>
          <p:cNvCxnSpPr/>
          <p:nvPr/>
        </p:nvCxnSpPr>
        <p:spPr>
          <a:xfrm rot="10800000" flipH="1">
            <a:off x="1028734" y="2310639"/>
            <a:ext cx="8115300" cy="18900"/>
          </a:xfrm>
          <a:prstGeom prst="straightConnector1">
            <a:avLst/>
          </a:prstGeom>
          <a:noFill/>
          <a:ln w="28575" cap="rnd" cmpd="sng">
            <a:solidFill>
              <a:srgbClr val="136447"/>
            </a:solidFill>
            <a:prstDash val="solid"/>
            <a:round/>
            <a:headEnd type="none" w="sm" len="sm"/>
            <a:tailEnd type="none" w="sm" len="sm"/>
          </a:ln>
        </p:spPr>
      </p:cxnSp>
      <p:sp>
        <p:nvSpPr>
          <p:cNvPr id="859" name="Google Shape;859;p19"/>
          <p:cNvSpPr txBox="1"/>
          <p:nvPr/>
        </p:nvSpPr>
        <p:spPr>
          <a:xfrm>
            <a:off x="1028725" y="197450"/>
            <a:ext cx="8115300" cy="19854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5608"/>
              <a:buFont typeface="Arial"/>
              <a:buNone/>
            </a:pPr>
            <a:r>
              <a:rPr lang="en-US" sz="5608" b="1" i="0" u="none" strike="noStrike" cap="none">
                <a:solidFill>
                  <a:srgbClr val="136447"/>
                </a:solidFill>
                <a:latin typeface="Poppins"/>
                <a:ea typeface="Poppins"/>
                <a:cs typeface="Poppins"/>
                <a:sym typeface="Poppins"/>
              </a:rPr>
              <a:t>Meet Your Brain!</a:t>
            </a:r>
            <a:endParaRPr sz="5608" b="1" i="0" u="none" strike="noStrike" cap="none">
              <a:solidFill>
                <a:srgbClr val="136447"/>
              </a:solidFill>
              <a:latin typeface="Poppins"/>
              <a:ea typeface="Poppins"/>
              <a:cs typeface="Poppins"/>
              <a:sym typeface="Poppins"/>
            </a:endParaRPr>
          </a:p>
          <a:p>
            <a:pPr marL="0" marR="0" lvl="0" indent="0" algn="ctr" rtl="0">
              <a:lnSpc>
                <a:spcPct val="130009"/>
              </a:lnSpc>
              <a:spcBef>
                <a:spcPts val="0"/>
              </a:spcBef>
              <a:spcAft>
                <a:spcPts val="0"/>
              </a:spcAft>
              <a:buClr>
                <a:srgbClr val="000000"/>
              </a:buClr>
              <a:buSzPts val="5608"/>
              <a:buFont typeface="Arial"/>
              <a:buNone/>
            </a:pPr>
            <a:r>
              <a:rPr lang="en-US" sz="5608" b="1" i="0" u="none" strike="noStrike" cap="none">
                <a:solidFill>
                  <a:srgbClr val="0000FF"/>
                </a:solidFill>
                <a:latin typeface="Poppins"/>
                <a:ea typeface="Poppins"/>
                <a:cs typeface="Poppins"/>
                <a:sym typeface="Poppins"/>
              </a:rPr>
              <a:t>¡Conoce tu cerebro!</a:t>
            </a:r>
            <a:endParaRPr sz="1000" b="0" i="0" u="none" strike="noStrike" cap="none">
              <a:solidFill>
                <a:srgbClr val="0000FF"/>
              </a:solidFill>
              <a:latin typeface="Arial"/>
              <a:ea typeface="Arial"/>
              <a:cs typeface="Arial"/>
              <a:sym typeface="Arial"/>
            </a:endParaRPr>
          </a:p>
        </p:txBody>
      </p:sp>
      <p:sp>
        <p:nvSpPr>
          <p:cNvPr id="860" name="Google Shape;860;p19"/>
          <p:cNvSpPr txBox="1"/>
          <p:nvPr/>
        </p:nvSpPr>
        <p:spPr>
          <a:xfrm>
            <a:off x="789800" y="2654775"/>
            <a:ext cx="10067700" cy="3158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2D2F3B"/>
                </a:solidFill>
                <a:latin typeface="Poppins Medium"/>
                <a:ea typeface="Poppins Medium"/>
                <a:cs typeface="Poppins Medium"/>
                <a:sym typeface="Poppins Medium"/>
              </a:rPr>
              <a:t>Your brain is the control center of your body, and is responsible for processing information, thoughts, memories, emotions, and movements</a:t>
            </a: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0000FF"/>
                </a:solidFill>
                <a:latin typeface="Poppins Medium"/>
                <a:ea typeface="Poppins Medium"/>
                <a:cs typeface="Poppins Medium"/>
                <a:sym typeface="Poppins Medium"/>
              </a:rPr>
              <a:t>Tu cerebro es el centro de control de tu cuerpo y es responsable de procesar información, pensamientos, recuerdos, emociones y movimientos</a:t>
            </a:r>
            <a:endParaRPr sz="2700" b="1" i="0" u="none" strike="noStrike" cap="none">
              <a:solidFill>
                <a:srgbClr val="0000FF"/>
              </a:solidFill>
              <a:latin typeface="Poppins Medium"/>
              <a:ea typeface="Poppins Medium"/>
              <a:cs typeface="Poppins Medium"/>
              <a:sym typeface="Poppins Medium"/>
            </a:endParaRPr>
          </a:p>
        </p:txBody>
      </p:sp>
      <p:sp>
        <p:nvSpPr>
          <p:cNvPr id="861" name="Google Shape;861;p19"/>
          <p:cNvSpPr txBox="1"/>
          <p:nvPr/>
        </p:nvSpPr>
        <p:spPr>
          <a:xfrm>
            <a:off x="791103" y="5961925"/>
            <a:ext cx="10441800" cy="44268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300"/>
              <a:buFont typeface="Arial"/>
              <a:buNone/>
            </a:pPr>
            <a:r>
              <a:rPr lang="en-US" sz="2300" b="1" i="0" u="none" strike="noStrike" cap="none">
                <a:solidFill>
                  <a:srgbClr val="2D2F3B"/>
                </a:solidFill>
                <a:latin typeface="Poppins Medium"/>
                <a:ea typeface="Poppins Medium"/>
                <a:cs typeface="Poppins Medium"/>
                <a:sym typeface="Poppins Medium"/>
              </a:rPr>
              <a:t>Quick Facts | </a:t>
            </a:r>
            <a:r>
              <a:rPr lang="en-US" sz="2300" b="1" i="0" u="none" strike="noStrike" cap="none">
                <a:solidFill>
                  <a:srgbClr val="0000FF"/>
                </a:solidFill>
                <a:latin typeface="Poppins Medium"/>
                <a:ea typeface="Poppins Medium"/>
                <a:cs typeface="Poppins Medium"/>
                <a:sym typeface="Poppins Medium"/>
              </a:rPr>
              <a:t>Datos básicos:</a:t>
            </a:r>
            <a:endParaRPr sz="23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300"/>
              <a:buFont typeface="Arial"/>
              <a:buNone/>
            </a:pPr>
            <a:endParaRPr sz="2300" b="1" i="0" u="none" strike="noStrike" cap="none">
              <a:solidFill>
                <a:srgbClr val="2D2F3B"/>
              </a:solidFill>
              <a:latin typeface="Poppins Medium"/>
              <a:ea typeface="Poppins Medium"/>
              <a:cs typeface="Poppins Medium"/>
              <a:sym typeface="Poppins Medium"/>
            </a:endParaRPr>
          </a:p>
          <a:p>
            <a:pPr marL="457200" marR="0" lvl="0" indent="-374650" algn="l" rtl="0">
              <a:lnSpc>
                <a:spcPct val="150000"/>
              </a:lnSpc>
              <a:spcBef>
                <a:spcPts val="0"/>
              </a:spcBef>
              <a:spcAft>
                <a:spcPts val="0"/>
              </a:spcAft>
              <a:buClr>
                <a:srgbClr val="2D2F3B"/>
              </a:buClr>
              <a:buSzPts val="2300"/>
              <a:buFont typeface="Poppins Medium"/>
              <a:buChar char="●"/>
            </a:pPr>
            <a:r>
              <a:rPr lang="en-US" sz="2300" b="1" i="0" u="none" strike="noStrike" cap="none">
                <a:solidFill>
                  <a:srgbClr val="13655A"/>
                </a:solidFill>
                <a:latin typeface="Poppins Medium"/>
                <a:ea typeface="Poppins Medium"/>
                <a:cs typeface="Poppins Medium"/>
                <a:sym typeface="Poppins Medium"/>
              </a:rPr>
              <a:t>It </a:t>
            </a:r>
            <a:r>
              <a:rPr lang="en-US" sz="2300" b="1" i="0" u="none" strike="noStrike" cap="none">
                <a:solidFill>
                  <a:srgbClr val="38761D"/>
                </a:solidFill>
                <a:latin typeface="Poppins Medium"/>
                <a:ea typeface="Poppins Medium"/>
                <a:cs typeface="Poppins Medium"/>
                <a:sym typeface="Poppins Medium"/>
              </a:rPr>
              <a:t>weighs about 3 pounds |</a:t>
            </a:r>
            <a:r>
              <a:rPr lang="en-US" sz="2300" b="1" i="0" u="none" strike="noStrike" cap="none">
                <a:solidFill>
                  <a:srgbClr val="0000FF"/>
                </a:solidFill>
                <a:latin typeface="Poppins Medium"/>
                <a:ea typeface="Poppins Medium"/>
                <a:cs typeface="Poppins Medium"/>
                <a:sym typeface="Poppins Medium"/>
              </a:rPr>
              <a:t> Pesa alrededor de 1,4 kg</a:t>
            </a:r>
            <a:endParaRPr sz="2300" b="1" i="0" u="none" strike="noStrike" cap="none">
              <a:solidFill>
                <a:srgbClr val="0000FF"/>
              </a:solidFill>
              <a:latin typeface="Poppins Medium"/>
              <a:ea typeface="Poppins Medium"/>
              <a:cs typeface="Poppins Medium"/>
              <a:sym typeface="Poppins Medium"/>
            </a:endParaRPr>
          </a:p>
          <a:p>
            <a:pPr marL="457200" marR="0" lvl="0" indent="-374650" algn="l" rtl="0">
              <a:lnSpc>
                <a:spcPct val="150000"/>
              </a:lnSpc>
              <a:spcBef>
                <a:spcPts val="0"/>
              </a:spcBef>
              <a:spcAft>
                <a:spcPts val="0"/>
              </a:spcAft>
              <a:buClr>
                <a:srgbClr val="38761D"/>
              </a:buClr>
              <a:buSzPts val="2300"/>
              <a:buFont typeface="Poppins Medium"/>
              <a:buChar char="●"/>
            </a:pPr>
            <a:r>
              <a:rPr lang="en-US" sz="2300" b="1" i="0" u="none" strike="noStrike" cap="none">
                <a:solidFill>
                  <a:srgbClr val="38761D"/>
                </a:solidFill>
                <a:latin typeface="Poppins Medium"/>
                <a:ea typeface="Poppins Medium"/>
                <a:cs typeface="Poppins Medium"/>
                <a:sym typeface="Poppins Medium"/>
              </a:rPr>
              <a:t>Does not have any pain receptors | </a:t>
            </a:r>
            <a:r>
              <a:rPr lang="en-US" sz="2300" b="1" i="0" u="none" strike="noStrike" cap="none">
                <a:solidFill>
                  <a:srgbClr val="0000FF"/>
                </a:solidFill>
                <a:latin typeface="Poppins Medium"/>
                <a:ea typeface="Poppins Medium"/>
                <a:cs typeface="Poppins Medium"/>
                <a:sym typeface="Poppins Medium"/>
              </a:rPr>
              <a:t>No tiene receptores del dolor</a:t>
            </a:r>
            <a:endParaRPr sz="2300" b="1" i="0" u="none" strike="noStrike" cap="none">
              <a:solidFill>
                <a:srgbClr val="0000FF"/>
              </a:solidFill>
              <a:latin typeface="Poppins Medium"/>
              <a:ea typeface="Poppins Medium"/>
              <a:cs typeface="Poppins Medium"/>
              <a:sym typeface="Poppins Medium"/>
            </a:endParaRPr>
          </a:p>
          <a:p>
            <a:pPr marL="457200" marR="0" lvl="0" indent="-374650" algn="l" rtl="0">
              <a:lnSpc>
                <a:spcPct val="150000"/>
              </a:lnSpc>
              <a:spcBef>
                <a:spcPts val="0"/>
              </a:spcBef>
              <a:spcAft>
                <a:spcPts val="0"/>
              </a:spcAft>
              <a:buClr>
                <a:srgbClr val="38761D"/>
              </a:buClr>
              <a:buSzPts val="2300"/>
              <a:buFont typeface="Poppins Medium"/>
              <a:buChar char="●"/>
            </a:pPr>
            <a:r>
              <a:rPr lang="en-US" sz="2300" b="1" i="0" u="none" strike="noStrike" cap="none">
                <a:solidFill>
                  <a:srgbClr val="38761D"/>
                </a:solidFill>
                <a:latin typeface="Poppins Medium"/>
                <a:ea typeface="Poppins Medium"/>
                <a:cs typeface="Poppins Medium"/>
                <a:sym typeface="Poppins Medium"/>
              </a:rPr>
              <a:t>Uses about 20%  of your body’s energy - even when you’re resting! | </a:t>
            </a:r>
            <a:r>
              <a:rPr lang="en-US" sz="2300" b="1" i="0" u="none" strike="noStrike" cap="none">
                <a:solidFill>
                  <a:srgbClr val="0000FF"/>
                </a:solidFill>
                <a:latin typeface="Poppins Medium"/>
                <a:ea typeface="Poppins Medium"/>
                <a:cs typeface="Poppins Medium"/>
                <a:sym typeface="Poppins Medium"/>
              </a:rPr>
              <a:t>Consume aproximadamente el 20 % de la energía del cuerpo, ¡incluso en reposo!</a:t>
            </a:r>
            <a:endParaRPr sz="2300" b="1" i="0" u="none" strike="noStrike" cap="none">
              <a:solidFill>
                <a:srgbClr val="0000FF"/>
              </a:solidFill>
              <a:latin typeface="Poppins Medium"/>
              <a:ea typeface="Poppins Medium"/>
              <a:cs typeface="Poppins Medium"/>
              <a:sym typeface="Poppins Medium"/>
            </a:endParaRPr>
          </a:p>
          <a:p>
            <a:pPr marL="457200" marR="0" lvl="0" indent="-374650" algn="l" rtl="0">
              <a:lnSpc>
                <a:spcPct val="150000"/>
              </a:lnSpc>
              <a:spcBef>
                <a:spcPts val="0"/>
              </a:spcBef>
              <a:spcAft>
                <a:spcPts val="0"/>
              </a:spcAft>
              <a:buClr>
                <a:srgbClr val="38761D"/>
              </a:buClr>
              <a:buSzPts val="2300"/>
              <a:buFont typeface="Poppins Medium"/>
              <a:buChar char="●"/>
            </a:pPr>
            <a:r>
              <a:rPr lang="en-US" sz="2300" b="1" i="0" u="none" strike="noStrike" cap="none">
                <a:solidFill>
                  <a:srgbClr val="38761D"/>
                </a:solidFill>
                <a:latin typeface="Poppins Medium"/>
                <a:ea typeface="Poppins Medium"/>
                <a:cs typeface="Poppins Medium"/>
                <a:sym typeface="Poppins Medium"/>
              </a:rPr>
              <a:t>It is about 75% water | </a:t>
            </a:r>
            <a:r>
              <a:rPr lang="en-US" sz="2300" b="1" i="0" u="none" strike="noStrike" cap="none">
                <a:solidFill>
                  <a:srgbClr val="0000FF"/>
                </a:solidFill>
                <a:latin typeface="Poppins Medium"/>
                <a:ea typeface="Poppins Medium"/>
                <a:cs typeface="Poppins Medium"/>
                <a:sym typeface="Poppins Medium"/>
              </a:rPr>
              <a:t>Está compuesto en un 75 % de agua</a:t>
            </a:r>
            <a:endParaRPr sz="2300" b="1" i="0" u="none" strike="noStrike" cap="none">
              <a:solidFill>
                <a:srgbClr val="0000FF"/>
              </a:solidFill>
              <a:latin typeface="Poppins Medium"/>
              <a:ea typeface="Poppins Medium"/>
              <a:cs typeface="Poppins Medium"/>
              <a:sym typeface="Poppins Medium"/>
            </a:endParaRPr>
          </a:p>
          <a:p>
            <a:pPr marL="457200" marR="0" lvl="0" indent="0" algn="l" rtl="0">
              <a:lnSpc>
                <a:spcPct val="110000"/>
              </a:lnSpc>
              <a:spcBef>
                <a:spcPts val="0"/>
              </a:spcBef>
              <a:spcAft>
                <a:spcPts val="0"/>
              </a:spcAft>
              <a:buClr>
                <a:srgbClr val="000000"/>
              </a:buClr>
              <a:buSzPts val="3000"/>
              <a:buFont typeface="Arial"/>
              <a:buNone/>
            </a:pPr>
            <a:endParaRPr sz="3000" b="1" i="0" u="none" strike="noStrike" cap="none">
              <a:solidFill>
                <a:srgbClr val="2D2F3B"/>
              </a:solidFill>
              <a:latin typeface="Poppins Medium"/>
              <a:ea typeface="Poppins Medium"/>
              <a:cs typeface="Poppins Medium"/>
              <a:sym typeface="Poppins Medium"/>
            </a:endParaRPr>
          </a:p>
        </p:txBody>
      </p:sp>
      <p:pic>
        <p:nvPicPr>
          <p:cNvPr id="862" name="Google Shape;862;p19" descr="LiquidLibrary (Provided by Getty Images)"/>
          <p:cNvPicPr preferRelativeResize="0"/>
          <p:nvPr/>
        </p:nvPicPr>
        <p:blipFill rotWithShape="1">
          <a:blip r:embed="rId3">
            <a:alphaModFix/>
          </a:blip>
          <a:srcRect/>
          <a:stretch/>
        </p:blipFill>
        <p:spPr>
          <a:xfrm>
            <a:off x="11232775" y="752738"/>
            <a:ext cx="6298112" cy="4723576"/>
          </a:xfrm>
          <a:prstGeom prst="rect">
            <a:avLst/>
          </a:prstGeom>
          <a:noFill/>
          <a:ln>
            <a:noFill/>
          </a:ln>
        </p:spPr>
      </p:pic>
      <p:pic>
        <p:nvPicPr>
          <p:cNvPr id="863" name="Google Shape;863;p19" descr="5.1: Introduction – Biological Psychology [Revised Edition]"/>
          <p:cNvPicPr preferRelativeResize="0"/>
          <p:nvPr/>
        </p:nvPicPr>
        <p:blipFill rotWithShape="1">
          <a:blip r:embed="rId4">
            <a:alphaModFix/>
          </a:blip>
          <a:srcRect/>
          <a:stretch/>
        </p:blipFill>
        <p:spPr>
          <a:xfrm>
            <a:off x="12530031" y="5880911"/>
            <a:ext cx="3703594" cy="369896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867"/>
        <p:cNvGrpSpPr/>
        <p:nvPr/>
      </p:nvGrpSpPr>
      <p:grpSpPr>
        <a:xfrm>
          <a:off x="0" y="0"/>
          <a:ext cx="0" cy="0"/>
          <a:chOff x="0" y="0"/>
          <a:chExt cx="0" cy="0"/>
        </a:xfrm>
      </p:grpSpPr>
      <p:cxnSp>
        <p:nvCxnSpPr>
          <p:cNvPr id="868" name="Google Shape;868;p20"/>
          <p:cNvCxnSpPr/>
          <p:nvPr/>
        </p:nvCxnSpPr>
        <p:spPr>
          <a:xfrm rot="10800000" flipH="1">
            <a:off x="1168109" y="2453351"/>
            <a:ext cx="8115300" cy="18900"/>
          </a:xfrm>
          <a:prstGeom prst="straightConnector1">
            <a:avLst/>
          </a:prstGeom>
          <a:noFill/>
          <a:ln w="28575" cap="rnd" cmpd="sng">
            <a:solidFill>
              <a:srgbClr val="136447"/>
            </a:solidFill>
            <a:prstDash val="solid"/>
            <a:round/>
            <a:headEnd type="none" w="sm" len="sm"/>
            <a:tailEnd type="none" w="sm" len="sm"/>
          </a:ln>
        </p:spPr>
      </p:cxnSp>
      <p:sp>
        <p:nvSpPr>
          <p:cNvPr id="869" name="Google Shape;869;p20"/>
          <p:cNvSpPr txBox="1"/>
          <p:nvPr/>
        </p:nvSpPr>
        <p:spPr>
          <a:xfrm>
            <a:off x="423600" y="315900"/>
            <a:ext cx="17864400" cy="2020800"/>
          </a:xfrm>
          <a:prstGeom prst="rect">
            <a:avLst/>
          </a:prstGeom>
          <a:noFill/>
          <a:ln>
            <a:noFill/>
          </a:ln>
        </p:spPr>
        <p:txBody>
          <a:bodyPr spcFirstLastPara="1" wrap="square" lIns="0" tIns="0" rIns="0" bIns="0" anchor="t" anchorCtr="0">
            <a:spAutoFit/>
          </a:bodyPr>
          <a:lstStyle/>
          <a:p>
            <a:pPr marL="0" marR="0" lvl="0" indent="0" algn="l" rtl="0">
              <a:lnSpc>
                <a:spcPct val="130009"/>
              </a:lnSpc>
              <a:spcBef>
                <a:spcPts val="0"/>
              </a:spcBef>
              <a:spcAft>
                <a:spcPts val="0"/>
              </a:spcAft>
              <a:buClr>
                <a:srgbClr val="000000"/>
              </a:buClr>
              <a:buSzPts val="5708"/>
              <a:buFont typeface="Arial"/>
              <a:buNone/>
            </a:pPr>
            <a:r>
              <a:rPr lang="en-US" sz="5708" b="1" i="0" u="none" strike="noStrike" cap="none">
                <a:solidFill>
                  <a:srgbClr val="136447"/>
                </a:solidFill>
                <a:latin typeface="Poppins"/>
                <a:ea typeface="Poppins"/>
                <a:cs typeface="Poppins"/>
                <a:sym typeface="Poppins"/>
              </a:rPr>
              <a:t>The Brain’s Main Parts </a:t>
            </a:r>
            <a:endParaRPr sz="5708" b="1" i="0" u="none" strike="noStrike" cap="none">
              <a:solidFill>
                <a:srgbClr val="136447"/>
              </a:solidFill>
              <a:latin typeface="Poppins"/>
              <a:ea typeface="Poppins"/>
              <a:cs typeface="Poppins"/>
              <a:sym typeface="Poppins"/>
            </a:endParaRPr>
          </a:p>
          <a:p>
            <a:pPr marL="0" marR="0" lvl="0" indent="0" algn="l" rtl="0">
              <a:lnSpc>
                <a:spcPct val="130009"/>
              </a:lnSpc>
              <a:spcBef>
                <a:spcPts val="0"/>
              </a:spcBef>
              <a:spcAft>
                <a:spcPts val="0"/>
              </a:spcAft>
              <a:buClr>
                <a:srgbClr val="000000"/>
              </a:buClr>
              <a:buSzPts val="5708"/>
              <a:buFont typeface="Arial"/>
              <a:buNone/>
            </a:pPr>
            <a:r>
              <a:rPr lang="en-US" sz="5708" b="1" i="0" u="none" strike="noStrike" cap="none">
                <a:solidFill>
                  <a:srgbClr val="0000FF"/>
                </a:solidFill>
                <a:latin typeface="Poppins"/>
                <a:ea typeface="Poppins"/>
                <a:cs typeface="Poppins"/>
                <a:sym typeface="Poppins"/>
              </a:rPr>
              <a:t>Las partes principales del cerebro</a:t>
            </a:r>
            <a:endParaRPr sz="5708" b="1" i="0" u="none" strike="noStrike" cap="none">
              <a:solidFill>
                <a:srgbClr val="0000FF"/>
              </a:solidFill>
              <a:latin typeface="Poppins"/>
              <a:ea typeface="Poppins"/>
              <a:cs typeface="Poppins"/>
              <a:sym typeface="Poppins"/>
            </a:endParaRPr>
          </a:p>
        </p:txBody>
      </p:sp>
      <p:sp>
        <p:nvSpPr>
          <p:cNvPr id="870" name="Google Shape;870;p20"/>
          <p:cNvSpPr txBox="1"/>
          <p:nvPr/>
        </p:nvSpPr>
        <p:spPr>
          <a:xfrm>
            <a:off x="157975" y="2944200"/>
            <a:ext cx="18654300" cy="969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3000"/>
              <a:buFont typeface="Arial"/>
              <a:buNone/>
            </a:pPr>
            <a:r>
              <a:rPr lang="en-US" sz="3000" b="1" i="0" u="none" strike="noStrike" cap="none">
                <a:solidFill>
                  <a:srgbClr val="2D2F3B"/>
                </a:solidFill>
                <a:latin typeface="Poppins Medium"/>
                <a:ea typeface="Poppins Medium"/>
                <a:cs typeface="Poppins Medium"/>
                <a:sym typeface="Poppins Medium"/>
              </a:rPr>
              <a:t>Your brain has 3 main parts that work together to keep you alive and cogni</a:t>
            </a:r>
            <a:r>
              <a:rPr lang="en-US" sz="3000" b="1">
                <a:solidFill>
                  <a:srgbClr val="2D2F3B"/>
                </a:solidFill>
                <a:latin typeface="Poppins Medium"/>
                <a:ea typeface="Poppins Medium"/>
                <a:cs typeface="Poppins Medium"/>
                <a:sym typeface="Poppins Medium"/>
              </a:rPr>
              <a:t>z</a:t>
            </a:r>
            <a:r>
              <a:rPr lang="en-US" sz="3000" b="1" i="0" u="none" strike="noStrike" cap="none">
                <a:solidFill>
                  <a:srgbClr val="2D2F3B"/>
                </a:solidFill>
                <a:latin typeface="Poppins Medium"/>
                <a:ea typeface="Poppins Medium"/>
                <a:cs typeface="Poppins Medium"/>
                <a:sym typeface="Poppins Medium"/>
              </a:rPr>
              <a:t>ant</a:t>
            </a:r>
            <a:endParaRPr sz="30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r>
              <a:rPr lang="en-US" sz="3000" b="1" i="0" u="none" strike="noStrike" cap="none">
                <a:solidFill>
                  <a:srgbClr val="0000FF"/>
                </a:solidFill>
                <a:latin typeface="Poppins Medium"/>
                <a:ea typeface="Poppins Medium"/>
                <a:cs typeface="Poppins Medium"/>
                <a:sym typeface="Poppins Medium"/>
              </a:rPr>
              <a:t>Tu cerebro tiene 3 partes principales que trabajan juntas para mantenerte vivo y consciente  </a:t>
            </a:r>
            <a:endParaRPr sz="1400" b="0" i="0" u="none" strike="noStrike" cap="none">
              <a:solidFill>
                <a:srgbClr val="0000FF"/>
              </a:solidFill>
              <a:latin typeface="Arial"/>
              <a:ea typeface="Arial"/>
              <a:cs typeface="Arial"/>
              <a:sym typeface="Arial"/>
            </a:endParaRPr>
          </a:p>
        </p:txBody>
      </p:sp>
      <p:grpSp>
        <p:nvGrpSpPr>
          <p:cNvPr id="871" name="Google Shape;871;p20"/>
          <p:cNvGrpSpPr/>
          <p:nvPr/>
        </p:nvGrpSpPr>
        <p:grpSpPr>
          <a:xfrm>
            <a:off x="994650" y="4087026"/>
            <a:ext cx="4781806" cy="5236075"/>
            <a:chOff x="0" y="-57150"/>
            <a:chExt cx="700036" cy="766539"/>
          </a:xfrm>
        </p:grpSpPr>
        <p:sp>
          <p:nvSpPr>
            <p:cNvPr id="872" name="Google Shape;872;p20"/>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143100" tIns="143100" rIns="143100" bIns="1431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3" name="Google Shape;873;p20"/>
            <p:cNvSpPr txBox="1"/>
            <p:nvPr/>
          </p:nvSpPr>
          <p:spPr>
            <a:xfrm>
              <a:off x="0" y="-57150"/>
              <a:ext cx="699900" cy="766500"/>
            </a:xfrm>
            <a:prstGeom prst="rect">
              <a:avLst/>
            </a:prstGeom>
            <a:noFill/>
            <a:ln>
              <a:noFill/>
            </a:ln>
          </p:spPr>
          <p:txBody>
            <a:bodyPr spcFirstLastPara="1" wrap="square" lIns="79500" tIns="79500" rIns="79500" bIns="79500" anchor="ctr" anchorCtr="0">
              <a:noAutofit/>
            </a:bodyPr>
            <a:lstStyle/>
            <a:p>
              <a:pPr marL="0" marR="0" lvl="0" indent="0" algn="ctr" rtl="0">
                <a:lnSpc>
                  <a:spcPct val="147722"/>
                </a:lnSpc>
                <a:spcBef>
                  <a:spcPts val="0"/>
                </a:spcBef>
                <a:spcAft>
                  <a:spcPts val="0"/>
                </a:spcAft>
                <a:buClr>
                  <a:srgbClr val="000000"/>
                </a:buClr>
                <a:buSzPts val="2817"/>
                <a:buFont typeface="Arial"/>
                <a:buNone/>
              </a:pPr>
              <a:endParaRPr sz="2817" b="0" i="0" u="none" strike="noStrike" cap="none">
                <a:solidFill>
                  <a:schemeClr val="dk1"/>
                </a:solidFill>
                <a:latin typeface="Calibri"/>
                <a:ea typeface="Calibri"/>
                <a:cs typeface="Calibri"/>
                <a:sym typeface="Calibri"/>
              </a:endParaRPr>
            </a:p>
          </p:txBody>
        </p:sp>
      </p:grpSp>
      <p:sp>
        <p:nvSpPr>
          <p:cNvPr id="874" name="Google Shape;874;p20"/>
          <p:cNvSpPr txBox="1"/>
          <p:nvPr/>
        </p:nvSpPr>
        <p:spPr>
          <a:xfrm>
            <a:off x="1639902" y="4777501"/>
            <a:ext cx="3491400" cy="914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700"/>
              <a:buFont typeface="Arial"/>
              <a:buNone/>
            </a:pPr>
            <a:r>
              <a:rPr lang="en-US" sz="2700" b="1" i="0" u="none" strike="noStrike" cap="none">
                <a:solidFill>
                  <a:srgbClr val="13655A"/>
                </a:solidFill>
                <a:latin typeface="Poppins"/>
                <a:ea typeface="Poppins"/>
                <a:cs typeface="Poppins"/>
                <a:sym typeface="Poppins"/>
              </a:rPr>
              <a:t>Forebrain | </a:t>
            </a:r>
            <a:r>
              <a:rPr lang="en-US" sz="2700" b="1" i="0" u="none" strike="noStrike" cap="none">
                <a:solidFill>
                  <a:srgbClr val="0000FF"/>
                </a:solidFill>
                <a:latin typeface="Poppins"/>
                <a:ea typeface="Poppins"/>
                <a:cs typeface="Poppins"/>
                <a:sym typeface="Poppins"/>
              </a:rPr>
              <a:t>Cerebro anterior</a:t>
            </a:r>
            <a:endParaRPr sz="2600" b="0" i="0" u="none" strike="noStrike" cap="none">
              <a:solidFill>
                <a:srgbClr val="0000FF"/>
              </a:solidFill>
              <a:latin typeface="Arial"/>
              <a:ea typeface="Arial"/>
              <a:cs typeface="Arial"/>
              <a:sym typeface="Arial"/>
            </a:endParaRPr>
          </a:p>
        </p:txBody>
      </p:sp>
      <p:grpSp>
        <p:nvGrpSpPr>
          <p:cNvPr id="875" name="Google Shape;875;p20"/>
          <p:cNvGrpSpPr/>
          <p:nvPr/>
        </p:nvGrpSpPr>
        <p:grpSpPr>
          <a:xfrm>
            <a:off x="6753075" y="4087014"/>
            <a:ext cx="4781806" cy="5236075"/>
            <a:chOff x="0" y="-57150"/>
            <a:chExt cx="700036" cy="766539"/>
          </a:xfrm>
        </p:grpSpPr>
        <p:sp>
          <p:nvSpPr>
            <p:cNvPr id="876" name="Google Shape;876;p20"/>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143100" tIns="143100" rIns="143100" bIns="1431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7" name="Google Shape;877;p20"/>
            <p:cNvSpPr txBox="1"/>
            <p:nvPr/>
          </p:nvSpPr>
          <p:spPr>
            <a:xfrm>
              <a:off x="0" y="-57150"/>
              <a:ext cx="699900" cy="766500"/>
            </a:xfrm>
            <a:prstGeom prst="rect">
              <a:avLst/>
            </a:prstGeom>
            <a:noFill/>
            <a:ln>
              <a:noFill/>
            </a:ln>
          </p:spPr>
          <p:txBody>
            <a:bodyPr spcFirstLastPara="1" wrap="square" lIns="79500" tIns="79500" rIns="79500" bIns="79500" anchor="ctr" anchorCtr="0">
              <a:noAutofit/>
            </a:bodyPr>
            <a:lstStyle/>
            <a:p>
              <a:pPr marL="0" marR="0" lvl="0" indent="0" algn="ctr" rtl="0">
                <a:lnSpc>
                  <a:spcPct val="147722"/>
                </a:lnSpc>
                <a:spcBef>
                  <a:spcPts val="0"/>
                </a:spcBef>
                <a:spcAft>
                  <a:spcPts val="0"/>
                </a:spcAft>
                <a:buClr>
                  <a:srgbClr val="000000"/>
                </a:buClr>
                <a:buSzPts val="2817"/>
                <a:buFont typeface="Arial"/>
                <a:buNone/>
              </a:pPr>
              <a:endParaRPr sz="2817" b="0" i="0" u="none" strike="noStrike" cap="none">
                <a:solidFill>
                  <a:schemeClr val="dk1"/>
                </a:solidFill>
                <a:latin typeface="Calibri"/>
                <a:ea typeface="Calibri"/>
                <a:cs typeface="Calibri"/>
                <a:sym typeface="Calibri"/>
              </a:endParaRPr>
            </a:p>
          </p:txBody>
        </p:sp>
      </p:grpSp>
      <p:sp>
        <p:nvSpPr>
          <p:cNvPr id="878" name="Google Shape;878;p20"/>
          <p:cNvSpPr txBox="1"/>
          <p:nvPr/>
        </p:nvSpPr>
        <p:spPr>
          <a:xfrm>
            <a:off x="7398277" y="4777501"/>
            <a:ext cx="3491400" cy="914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700"/>
              <a:buFont typeface="Arial"/>
              <a:buNone/>
            </a:pPr>
            <a:r>
              <a:rPr lang="en-US" sz="2700" b="1" i="0" u="none" strike="noStrike" cap="none">
                <a:solidFill>
                  <a:srgbClr val="13655A"/>
                </a:solidFill>
                <a:latin typeface="Poppins"/>
                <a:ea typeface="Poppins"/>
                <a:cs typeface="Poppins"/>
                <a:sym typeface="Poppins"/>
              </a:rPr>
              <a:t>Midbrain | </a:t>
            </a:r>
            <a:r>
              <a:rPr lang="en-US" sz="2700" b="1" i="0" u="none" strike="noStrike" cap="none">
                <a:solidFill>
                  <a:srgbClr val="0000FF"/>
                </a:solidFill>
                <a:latin typeface="Poppins"/>
                <a:ea typeface="Poppins"/>
                <a:cs typeface="Poppins"/>
                <a:sym typeface="Poppins"/>
              </a:rPr>
              <a:t>Mesencéfalo</a:t>
            </a:r>
            <a:endParaRPr sz="2700" b="0" i="0" u="none" strike="noStrike" cap="none">
              <a:solidFill>
                <a:srgbClr val="0000FF"/>
              </a:solidFill>
              <a:latin typeface="Arial"/>
              <a:ea typeface="Arial"/>
              <a:cs typeface="Arial"/>
              <a:sym typeface="Arial"/>
            </a:endParaRPr>
          </a:p>
        </p:txBody>
      </p:sp>
      <p:sp>
        <p:nvSpPr>
          <p:cNvPr id="879" name="Google Shape;879;p20"/>
          <p:cNvSpPr txBox="1"/>
          <p:nvPr/>
        </p:nvSpPr>
        <p:spPr>
          <a:xfrm>
            <a:off x="13156702" y="4777501"/>
            <a:ext cx="3491400" cy="446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900"/>
              <a:buFont typeface="Arial"/>
              <a:buNone/>
            </a:pPr>
            <a:r>
              <a:rPr lang="en-US" sz="2900" b="1" i="0" u="none" strike="noStrike" cap="none">
                <a:solidFill>
                  <a:srgbClr val="13655A"/>
                </a:solidFill>
                <a:latin typeface="Poppins"/>
                <a:ea typeface="Poppins"/>
                <a:cs typeface="Poppins"/>
                <a:sym typeface="Poppins"/>
              </a:rPr>
              <a:t>Hindbrain</a:t>
            </a:r>
            <a:endParaRPr sz="2800" b="0" i="0" u="none" strike="noStrike" cap="none">
              <a:solidFill>
                <a:srgbClr val="000000"/>
              </a:solidFill>
              <a:latin typeface="Arial"/>
              <a:ea typeface="Arial"/>
              <a:cs typeface="Arial"/>
              <a:sym typeface="Arial"/>
            </a:endParaRPr>
          </a:p>
        </p:txBody>
      </p:sp>
      <p:sp>
        <p:nvSpPr>
          <p:cNvPr id="880" name="Google Shape;880;p20"/>
          <p:cNvSpPr txBox="1"/>
          <p:nvPr/>
        </p:nvSpPr>
        <p:spPr>
          <a:xfrm>
            <a:off x="1371650" y="5827575"/>
            <a:ext cx="4027800" cy="33279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300"/>
              <a:buFont typeface="Arial"/>
              <a:buNone/>
            </a:pPr>
            <a:r>
              <a:rPr lang="en-US" sz="2300" b="0" i="0" u="none" strike="noStrike" cap="none">
                <a:solidFill>
                  <a:srgbClr val="13655A"/>
                </a:solidFill>
                <a:latin typeface="Poppins"/>
                <a:ea typeface="Poppins"/>
                <a:cs typeface="Poppins"/>
                <a:sym typeface="Poppins"/>
              </a:rPr>
              <a:t>Higher levels of thinking, emotion, language, sensory processing </a:t>
            </a:r>
            <a:endParaRPr sz="23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300"/>
              <a:buFont typeface="Arial"/>
              <a:buNone/>
            </a:pPr>
            <a:endParaRPr sz="23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300"/>
              <a:buFont typeface="Arial"/>
              <a:buNone/>
            </a:pPr>
            <a:r>
              <a:rPr lang="en-US" sz="2300" b="0" i="0" u="none" strike="noStrike" cap="none">
                <a:solidFill>
                  <a:srgbClr val="0000FF"/>
                </a:solidFill>
                <a:latin typeface="Poppins"/>
                <a:ea typeface="Poppins"/>
                <a:cs typeface="Poppins"/>
                <a:sym typeface="Poppins"/>
              </a:rPr>
              <a:t>Niveles superiores de pensamiento, emoción, lenguaje y procesamiento sensorial</a:t>
            </a:r>
            <a:endParaRPr sz="2300" b="0" i="0" u="none" strike="noStrike" cap="none">
              <a:solidFill>
                <a:srgbClr val="0000FF"/>
              </a:solidFill>
              <a:latin typeface="Poppins"/>
              <a:ea typeface="Poppins"/>
              <a:cs typeface="Poppins"/>
              <a:sym typeface="Poppins"/>
            </a:endParaRPr>
          </a:p>
        </p:txBody>
      </p:sp>
      <p:grpSp>
        <p:nvGrpSpPr>
          <p:cNvPr id="881" name="Google Shape;881;p20"/>
          <p:cNvGrpSpPr/>
          <p:nvPr/>
        </p:nvGrpSpPr>
        <p:grpSpPr>
          <a:xfrm>
            <a:off x="12511500" y="4087026"/>
            <a:ext cx="4781806" cy="5236075"/>
            <a:chOff x="0" y="-57150"/>
            <a:chExt cx="700036" cy="766539"/>
          </a:xfrm>
        </p:grpSpPr>
        <p:sp>
          <p:nvSpPr>
            <p:cNvPr id="882" name="Google Shape;882;p20"/>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143100" tIns="143100" rIns="143100" bIns="1431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3" name="Google Shape;883;p20"/>
            <p:cNvSpPr txBox="1"/>
            <p:nvPr/>
          </p:nvSpPr>
          <p:spPr>
            <a:xfrm>
              <a:off x="0" y="-57150"/>
              <a:ext cx="699900" cy="766500"/>
            </a:xfrm>
            <a:prstGeom prst="rect">
              <a:avLst/>
            </a:prstGeom>
            <a:noFill/>
            <a:ln>
              <a:noFill/>
            </a:ln>
          </p:spPr>
          <p:txBody>
            <a:bodyPr spcFirstLastPara="1" wrap="square" lIns="79500" tIns="79500" rIns="79500" bIns="79500" anchor="ctr" anchorCtr="0">
              <a:noAutofit/>
            </a:bodyPr>
            <a:lstStyle/>
            <a:p>
              <a:pPr marL="0" marR="0" lvl="0" indent="0" algn="ctr" rtl="0">
                <a:lnSpc>
                  <a:spcPct val="147722"/>
                </a:lnSpc>
                <a:spcBef>
                  <a:spcPts val="0"/>
                </a:spcBef>
                <a:spcAft>
                  <a:spcPts val="0"/>
                </a:spcAft>
                <a:buClr>
                  <a:srgbClr val="000000"/>
                </a:buClr>
                <a:buSzPts val="2817"/>
                <a:buFont typeface="Arial"/>
                <a:buNone/>
              </a:pPr>
              <a:endParaRPr sz="2817" b="0" i="0" u="none" strike="noStrike" cap="none">
                <a:solidFill>
                  <a:schemeClr val="dk1"/>
                </a:solidFill>
                <a:latin typeface="Calibri"/>
                <a:ea typeface="Calibri"/>
                <a:cs typeface="Calibri"/>
                <a:sym typeface="Calibri"/>
              </a:endParaRPr>
            </a:p>
          </p:txBody>
        </p:sp>
      </p:grpSp>
      <p:sp>
        <p:nvSpPr>
          <p:cNvPr id="884" name="Google Shape;884;p20"/>
          <p:cNvSpPr txBox="1"/>
          <p:nvPr/>
        </p:nvSpPr>
        <p:spPr>
          <a:xfrm>
            <a:off x="7130075" y="5764575"/>
            <a:ext cx="4027800" cy="34725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400"/>
              <a:buFont typeface="Arial"/>
              <a:buNone/>
            </a:pPr>
            <a:r>
              <a:rPr lang="en-US" sz="2400" b="0" i="0" u="none" strike="noStrike" cap="none">
                <a:solidFill>
                  <a:srgbClr val="13655A"/>
                </a:solidFill>
                <a:latin typeface="Poppins"/>
                <a:ea typeface="Poppins"/>
                <a:cs typeface="Poppins"/>
                <a:sym typeface="Poppins"/>
              </a:rPr>
              <a:t>Relay station between the forebrain and hindbrain, eye and auditory control</a:t>
            </a:r>
            <a:endParaRPr sz="24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400"/>
              <a:buFont typeface="Arial"/>
              <a:buNone/>
            </a:pPr>
            <a:endParaRPr sz="24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400"/>
              <a:buFont typeface="Arial"/>
              <a:buNone/>
            </a:pPr>
            <a:r>
              <a:rPr lang="en-US" sz="2400" b="0" i="0" u="none" strike="noStrike" cap="none">
                <a:solidFill>
                  <a:srgbClr val="0000FF"/>
                </a:solidFill>
                <a:latin typeface="Poppins"/>
                <a:ea typeface="Poppins"/>
                <a:cs typeface="Poppins"/>
                <a:sym typeface="Poppins"/>
              </a:rPr>
              <a:t>Estación de relevo entre el prosencéfalo y el rombencéfalo, control ocular y auditivo</a:t>
            </a:r>
            <a:endParaRPr sz="2400" b="0" i="0" u="none" strike="noStrike" cap="none">
              <a:solidFill>
                <a:srgbClr val="0000FF"/>
              </a:solidFill>
              <a:latin typeface="Poppins"/>
              <a:ea typeface="Poppins"/>
              <a:cs typeface="Poppins"/>
              <a:sym typeface="Poppins"/>
            </a:endParaRPr>
          </a:p>
        </p:txBody>
      </p:sp>
      <p:sp>
        <p:nvSpPr>
          <p:cNvPr id="885" name="Google Shape;885;p20"/>
          <p:cNvSpPr txBox="1"/>
          <p:nvPr/>
        </p:nvSpPr>
        <p:spPr>
          <a:xfrm>
            <a:off x="12740300" y="5764575"/>
            <a:ext cx="4324200" cy="33279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300"/>
              <a:buFont typeface="Arial"/>
              <a:buNone/>
            </a:pPr>
            <a:r>
              <a:rPr lang="en-US" sz="2300" b="0" i="0" u="none" strike="noStrike" cap="none">
                <a:solidFill>
                  <a:srgbClr val="13655A"/>
                </a:solidFill>
                <a:latin typeface="Poppins"/>
                <a:ea typeface="Poppins"/>
                <a:cs typeface="Poppins"/>
                <a:sym typeface="Poppins"/>
              </a:rPr>
              <a:t>Regulates vital functions such as breathing and heart rate, coordinating movement</a:t>
            </a:r>
            <a:endParaRPr sz="23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300"/>
              <a:buFont typeface="Arial"/>
              <a:buNone/>
            </a:pPr>
            <a:endParaRPr sz="23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300"/>
              <a:buFont typeface="Arial"/>
              <a:buNone/>
            </a:pPr>
            <a:r>
              <a:rPr lang="en-US" sz="2300" b="0" i="0" u="none" strike="noStrike" cap="none">
                <a:solidFill>
                  <a:srgbClr val="0000FF"/>
                </a:solidFill>
                <a:latin typeface="Poppins"/>
                <a:ea typeface="Poppins"/>
                <a:cs typeface="Poppins"/>
                <a:sym typeface="Poppins"/>
              </a:rPr>
              <a:t>Regula funciones vitales como la respiración y la frecuencia cardíaca, coordinando el movimiento</a:t>
            </a:r>
            <a:endParaRPr sz="2300" b="0" i="0" u="none" strike="noStrike" cap="none">
              <a:solidFill>
                <a:srgbClr val="0000FF"/>
              </a:solidFill>
              <a:latin typeface="Poppins"/>
              <a:ea typeface="Poppins"/>
              <a:cs typeface="Poppins"/>
              <a:sym typeface="Poppins"/>
            </a:endParaRPr>
          </a:p>
        </p:txBody>
      </p:sp>
      <p:sp>
        <p:nvSpPr>
          <p:cNvPr id="886" name="Google Shape;886;p20"/>
          <p:cNvSpPr txBox="1"/>
          <p:nvPr/>
        </p:nvSpPr>
        <p:spPr>
          <a:xfrm>
            <a:off x="13156652" y="4777501"/>
            <a:ext cx="3491400" cy="914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700"/>
              <a:buFont typeface="Arial"/>
              <a:buNone/>
            </a:pPr>
            <a:r>
              <a:rPr lang="en-US" sz="2700" b="1" i="0" u="none" strike="noStrike" cap="none">
                <a:solidFill>
                  <a:srgbClr val="13655A"/>
                </a:solidFill>
                <a:latin typeface="Poppins"/>
                <a:ea typeface="Poppins"/>
                <a:cs typeface="Poppins"/>
                <a:sym typeface="Poppins"/>
              </a:rPr>
              <a:t>Hindbrain | </a:t>
            </a:r>
            <a:r>
              <a:rPr lang="en-US" sz="2700" b="1" i="0" u="none" strike="noStrike" cap="none">
                <a:solidFill>
                  <a:srgbClr val="0000FF"/>
                </a:solidFill>
                <a:latin typeface="Poppins"/>
                <a:ea typeface="Poppins"/>
                <a:cs typeface="Poppins"/>
                <a:sym typeface="Poppins"/>
              </a:rPr>
              <a:t>Cerebro posterior</a:t>
            </a:r>
            <a:endParaRPr sz="2700" b="0" i="0" u="none" strike="noStrike" cap="none">
              <a:solidFill>
                <a:srgbClr val="0000FF"/>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890"/>
        <p:cNvGrpSpPr/>
        <p:nvPr/>
      </p:nvGrpSpPr>
      <p:grpSpPr>
        <a:xfrm>
          <a:off x="0" y="0"/>
          <a:ext cx="0" cy="0"/>
          <a:chOff x="0" y="0"/>
          <a:chExt cx="0" cy="0"/>
        </a:xfrm>
      </p:grpSpPr>
      <p:pic>
        <p:nvPicPr>
          <p:cNvPr id="891" name="Google Shape;891;p21" title="Screenshot 2025-11-13 at 2.13.06 PM.png"/>
          <p:cNvPicPr preferRelativeResize="0"/>
          <p:nvPr/>
        </p:nvPicPr>
        <p:blipFill rotWithShape="1">
          <a:blip r:embed="rId3">
            <a:alphaModFix/>
          </a:blip>
          <a:srcRect/>
          <a:stretch/>
        </p:blipFill>
        <p:spPr>
          <a:xfrm>
            <a:off x="3692275" y="2800050"/>
            <a:ext cx="11083250" cy="7004600"/>
          </a:xfrm>
          <a:prstGeom prst="rect">
            <a:avLst/>
          </a:prstGeom>
          <a:noFill/>
          <a:ln>
            <a:noFill/>
          </a:ln>
        </p:spPr>
      </p:pic>
      <p:cxnSp>
        <p:nvCxnSpPr>
          <p:cNvPr id="892" name="Google Shape;892;p21"/>
          <p:cNvCxnSpPr/>
          <p:nvPr/>
        </p:nvCxnSpPr>
        <p:spPr>
          <a:xfrm rot="10800000" flipH="1">
            <a:off x="1168109" y="2453351"/>
            <a:ext cx="8115300" cy="18900"/>
          </a:xfrm>
          <a:prstGeom prst="straightConnector1">
            <a:avLst/>
          </a:prstGeom>
          <a:noFill/>
          <a:ln w="28575" cap="rnd" cmpd="sng">
            <a:solidFill>
              <a:srgbClr val="136447"/>
            </a:solidFill>
            <a:prstDash val="solid"/>
            <a:round/>
            <a:headEnd type="none" w="sm" len="sm"/>
            <a:tailEnd type="none" w="sm" len="sm"/>
          </a:ln>
        </p:spPr>
      </p:cxnSp>
      <p:sp>
        <p:nvSpPr>
          <p:cNvPr id="893" name="Google Shape;893;p21"/>
          <p:cNvSpPr txBox="1"/>
          <p:nvPr/>
        </p:nvSpPr>
        <p:spPr>
          <a:xfrm>
            <a:off x="423600" y="315900"/>
            <a:ext cx="17864400" cy="2020800"/>
          </a:xfrm>
          <a:prstGeom prst="rect">
            <a:avLst/>
          </a:prstGeom>
          <a:noFill/>
          <a:ln>
            <a:noFill/>
          </a:ln>
        </p:spPr>
        <p:txBody>
          <a:bodyPr spcFirstLastPara="1" wrap="square" lIns="0" tIns="0" rIns="0" bIns="0" anchor="t" anchorCtr="0">
            <a:spAutoFit/>
          </a:bodyPr>
          <a:lstStyle/>
          <a:p>
            <a:pPr marL="0" marR="0" lvl="0" indent="0" algn="l" rtl="0">
              <a:lnSpc>
                <a:spcPct val="130009"/>
              </a:lnSpc>
              <a:spcBef>
                <a:spcPts val="0"/>
              </a:spcBef>
              <a:spcAft>
                <a:spcPts val="0"/>
              </a:spcAft>
              <a:buClr>
                <a:srgbClr val="000000"/>
              </a:buClr>
              <a:buSzPts val="5708"/>
              <a:buFont typeface="Arial"/>
              <a:buNone/>
            </a:pPr>
            <a:r>
              <a:rPr lang="en-US" sz="5708" b="1" i="0" u="none" strike="noStrike" cap="none">
                <a:solidFill>
                  <a:srgbClr val="136447"/>
                </a:solidFill>
                <a:latin typeface="Poppins"/>
                <a:ea typeface="Poppins"/>
                <a:cs typeface="Poppins"/>
                <a:sym typeface="Poppins"/>
              </a:rPr>
              <a:t>The Brain’s Main Parts </a:t>
            </a:r>
            <a:endParaRPr sz="5708" b="1" i="0" u="none" strike="noStrike" cap="none">
              <a:solidFill>
                <a:srgbClr val="136447"/>
              </a:solidFill>
              <a:latin typeface="Poppins"/>
              <a:ea typeface="Poppins"/>
              <a:cs typeface="Poppins"/>
              <a:sym typeface="Poppins"/>
            </a:endParaRPr>
          </a:p>
          <a:p>
            <a:pPr marL="0" marR="0" lvl="0" indent="0" algn="l" rtl="0">
              <a:lnSpc>
                <a:spcPct val="130009"/>
              </a:lnSpc>
              <a:spcBef>
                <a:spcPts val="0"/>
              </a:spcBef>
              <a:spcAft>
                <a:spcPts val="0"/>
              </a:spcAft>
              <a:buClr>
                <a:srgbClr val="000000"/>
              </a:buClr>
              <a:buSzPts val="5708"/>
              <a:buFont typeface="Arial"/>
              <a:buNone/>
            </a:pPr>
            <a:r>
              <a:rPr lang="en-US" sz="5708" b="1" i="0" u="none" strike="noStrike" cap="none">
                <a:solidFill>
                  <a:srgbClr val="0000FF"/>
                </a:solidFill>
                <a:latin typeface="Poppins"/>
                <a:ea typeface="Poppins"/>
                <a:cs typeface="Poppins"/>
                <a:sym typeface="Poppins"/>
              </a:rPr>
              <a:t>Las partes principales del cerebro</a:t>
            </a:r>
            <a:endParaRPr sz="5708" b="1" i="0" u="none" strike="noStrike" cap="none">
              <a:solidFill>
                <a:srgbClr val="0000FF"/>
              </a:solidFill>
              <a:latin typeface="Poppins"/>
              <a:ea typeface="Poppins"/>
              <a:cs typeface="Poppins"/>
              <a:sym typeface="Poppins"/>
            </a:endParaRPr>
          </a:p>
        </p:txBody>
      </p:sp>
      <p:sp>
        <p:nvSpPr>
          <p:cNvPr id="894" name="Google Shape;894;p21"/>
          <p:cNvSpPr txBox="1"/>
          <p:nvPr/>
        </p:nvSpPr>
        <p:spPr>
          <a:xfrm>
            <a:off x="3948950" y="4106875"/>
            <a:ext cx="19152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US" sz="2000" b="0" i="0" u="none" strike="noStrike" cap="none">
                <a:solidFill>
                  <a:srgbClr val="0000FF"/>
                </a:solidFill>
                <a:latin typeface="Poppins"/>
                <a:ea typeface="Poppins"/>
                <a:cs typeface="Poppins"/>
                <a:sym typeface="Poppins"/>
              </a:rPr>
              <a:t>Prosencéfalo</a:t>
            </a:r>
            <a:endParaRPr sz="2000" b="0" i="0" u="none" strike="noStrike" cap="none">
              <a:solidFill>
                <a:srgbClr val="0000FF"/>
              </a:solidFill>
              <a:latin typeface="Poppins"/>
              <a:ea typeface="Poppins"/>
              <a:cs typeface="Poppins"/>
              <a:sym typeface="Poppins"/>
            </a:endParaRPr>
          </a:p>
        </p:txBody>
      </p:sp>
      <p:sp>
        <p:nvSpPr>
          <p:cNvPr id="895" name="Google Shape;895;p21"/>
          <p:cNvSpPr txBox="1"/>
          <p:nvPr/>
        </p:nvSpPr>
        <p:spPr>
          <a:xfrm>
            <a:off x="7641200" y="3534175"/>
            <a:ext cx="20535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US" sz="2300" b="0" i="0" u="none" strike="noStrike" cap="none">
                <a:solidFill>
                  <a:srgbClr val="0000FF"/>
                </a:solidFill>
                <a:latin typeface="Poppins"/>
                <a:ea typeface="Poppins"/>
                <a:cs typeface="Poppins"/>
                <a:sym typeface="Poppins"/>
              </a:rPr>
              <a:t>Tálamo</a:t>
            </a:r>
            <a:endParaRPr sz="2300" b="0" i="0" u="none" strike="noStrike" cap="none">
              <a:solidFill>
                <a:srgbClr val="0000FF"/>
              </a:solidFill>
              <a:latin typeface="Poppins"/>
              <a:ea typeface="Poppins"/>
              <a:cs typeface="Poppins"/>
              <a:sym typeface="Poppins"/>
            </a:endParaRPr>
          </a:p>
          <a:p>
            <a:pPr marL="0" marR="0" lvl="0" indent="0" algn="l" rtl="0">
              <a:lnSpc>
                <a:spcPct val="100000"/>
              </a:lnSpc>
              <a:spcBef>
                <a:spcPts val="0"/>
              </a:spcBef>
              <a:spcAft>
                <a:spcPts val="0"/>
              </a:spcAft>
              <a:buClr>
                <a:srgbClr val="000000"/>
              </a:buClr>
              <a:buSzPts val="2300"/>
              <a:buFont typeface="Arial"/>
              <a:buNone/>
            </a:pPr>
            <a:endParaRPr sz="2300" b="0" i="0" u="none" strike="noStrike" cap="none">
              <a:solidFill>
                <a:schemeClr val="dk1"/>
              </a:solidFill>
              <a:latin typeface="Poppins"/>
              <a:ea typeface="Poppins"/>
              <a:cs typeface="Poppins"/>
              <a:sym typeface="Poppins"/>
            </a:endParaRPr>
          </a:p>
        </p:txBody>
      </p:sp>
      <p:sp>
        <p:nvSpPr>
          <p:cNvPr id="896" name="Google Shape;896;p21"/>
          <p:cNvSpPr txBox="1"/>
          <p:nvPr/>
        </p:nvSpPr>
        <p:spPr>
          <a:xfrm>
            <a:off x="6140600" y="2685275"/>
            <a:ext cx="1500600" cy="506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US" sz="2300" b="0" i="0" u="none" strike="noStrike" cap="none">
                <a:solidFill>
                  <a:srgbClr val="0000FF"/>
                </a:solidFill>
                <a:latin typeface="Poppins"/>
                <a:ea typeface="Poppins"/>
                <a:cs typeface="Poppins"/>
                <a:sym typeface="Poppins"/>
              </a:rPr>
              <a:t>Cerebro</a:t>
            </a:r>
            <a:endParaRPr sz="3200" b="0" i="0" u="none" strike="noStrike" cap="none">
              <a:solidFill>
                <a:srgbClr val="0000FF"/>
              </a:solidFill>
              <a:latin typeface="Calibri"/>
              <a:ea typeface="Calibri"/>
              <a:cs typeface="Calibri"/>
              <a:sym typeface="Calibri"/>
            </a:endParaRPr>
          </a:p>
        </p:txBody>
      </p:sp>
      <p:sp>
        <p:nvSpPr>
          <p:cNvPr id="897" name="Google Shape;897;p21"/>
          <p:cNvSpPr txBox="1"/>
          <p:nvPr/>
        </p:nvSpPr>
        <p:spPr>
          <a:xfrm>
            <a:off x="6140600" y="4449075"/>
            <a:ext cx="19152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US" sz="2300" b="0" i="0" u="none" strike="noStrike" cap="none">
                <a:solidFill>
                  <a:srgbClr val="0000FF"/>
                </a:solidFill>
                <a:latin typeface="Poppins"/>
                <a:ea typeface="Poppins"/>
                <a:cs typeface="Poppins"/>
                <a:sym typeface="Poppins"/>
              </a:rPr>
              <a:t>Hipotálamo</a:t>
            </a:r>
            <a:endParaRPr sz="2300" b="0" i="0" u="none" strike="noStrike" cap="none">
              <a:solidFill>
                <a:srgbClr val="0000FF"/>
              </a:solidFill>
              <a:latin typeface="Poppins"/>
              <a:ea typeface="Poppins"/>
              <a:cs typeface="Poppins"/>
              <a:sym typeface="Poppins"/>
            </a:endParaRPr>
          </a:p>
        </p:txBody>
      </p:sp>
      <p:sp>
        <p:nvSpPr>
          <p:cNvPr id="898" name="Google Shape;898;p21"/>
          <p:cNvSpPr txBox="1"/>
          <p:nvPr/>
        </p:nvSpPr>
        <p:spPr>
          <a:xfrm>
            <a:off x="6338075" y="7246300"/>
            <a:ext cx="25668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US" sz="2300" b="0" i="0" u="none" strike="noStrike" cap="none">
                <a:solidFill>
                  <a:srgbClr val="0000FF"/>
                </a:solidFill>
                <a:latin typeface="Poppins"/>
                <a:ea typeface="Poppins"/>
                <a:cs typeface="Poppins"/>
                <a:sym typeface="Poppins"/>
              </a:rPr>
              <a:t>Mesencéfalo</a:t>
            </a:r>
            <a:endParaRPr sz="2300" b="0" i="0" u="none" strike="noStrike" cap="none">
              <a:solidFill>
                <a:srgbClr val="0000FF"/>
              </a:solidFill>
              <a:latin typeface="Poppins"/>
              <a:ea typeface="Poppins"/>
              <a:cs typeface="Poppins"/>
              <a:sym typeface="Poppins"/>
            </a:endParaRPr>
          </a:p>
        </p:txBody>
      </p:sp>
      <p:sp>
        <p:nvSpPr>
          <p:cNvPr id="899" name="Google Shape;899;p21"/>
          <p:cNvSpPr txBox="1"/>
          <p:nvPr/>
        </p:nvSpPr>
        <p:spPr>
          <a:xfrm>
            <a:off x="4475450" y="8555625"/>
            <a:ext cx="150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US" sz="2300" b="0" i="0" u="none" strike="noStrike" cap="none">
                <a:solidFill>
                  <a:srgbClr val="0000FF"/>
                </a:solidFill>
                <a:latin typeface="Poppins"/>
                <a:ea typeface="Poppins"/>
                <a:cs typeface="Poppins"/>
                <a:sym typeface="Poppins"/>
              </a:rPr>
              <a:t>Cerebro posterior</a:t>
            </a:r>
            <a:endParaRPr sz="2300" b="0" i="0" u="none" strike="noStrike" cap="none">
              <a:solidFill>
                <a:srgbClr val="0000FF"/>
              </a:solidFill>
              <a:latin typeface="Poppins"/>
              <a:ea typeface="Poppins"/>
              <a:cs typeface="Poppins"/>
              <a:sym typeface="Poppins"/>
            </a:endParaRPr>
          </a:p>
          <a:p>
            <a:pPr marL="0" marR="0" lvl="0" indent="0" algn="l" rtl="0">
              <a:lnSpc>
                <a:spcPct val="100000"/>
              </a:lnSpc>
              <a:spcBef>
                <a:spcPts val="0"/>
              </a:spcBef>
              <a:spcAft>
                <a:spcPts val="0"/>
              </a:spcAft>
              <a:buClr>
                <a:srgbClr val="000000"/>
              </a:buClr>
              <a:buSzPts val="2300"/>
              <a:buFont typeface="Arial"/>
              <a:buNone/>
            </a:pPr>
            <a:endParaRPr sz="2300" b="0" i="0" u="none" strike="noStrike" cap="none">
              <a:solidFill>
                <a:schemeClr val="dk1"/>
              </a:solidFill>
              <a:latin typeface="Poppins"/>
              <a:ea typeface="Poppins"/>
              <a:cs typeface="Poppins"/>
              <a:sym typeface="Poppins"/>
            </a:endParaRPr>
          </a:p>
        </p:txBody>
      </p:sp>
      <p:sp>
        <p:nvSpPr>
          <p:cNvPr id="900" name="Google Shape;900;p21"/>
          <p:cNvSpPr txBox="1"/>
          <p:nvPr/>
        </p:nvSpPr>
        <p:spPr>
          <a:xfrm>
            <a:off x="5085200" y="8114975"/>
            <a:ext cx="297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US" sz="2300" b="0" i="0" u="none" strike="noStrike" cap="none">
                <a:solidFill>
                  <a:srgbClr val="0000FF"/>
                </a:solidFill>
                <a:latin typeface="Poppins"/>
                <a:ea typeface="Poppins"/>
                <a:cs typeface="Poppins"/>
                <a:sym typeface="Poppins"/>
              </a:rPr>
              <a:t>Puente de Varolio</a:t>
            </a:r>
            <a:endParaRPr sz="2300" b="0" i="0" u="none" strike="noStrike" cap="none">
              <a:solidFill>
                <a:srgbClr val="0000FF"/>
              </a:solidFill>
              <a:latin typeface="Poppins"/>
              <a:ea typeface="Poppins"/>
              <a:cs typeface="Poppins"/>
              <a:sym typeface="Poppins"/>
            </a:endParaRPr>
          </a:p>
        </p:txBody>
      </p:sp>
      <p:sp>
        <p:nvSpPr>
          <p:cNvPr id="901" name="Google Shape;901;p21"/>
          <p:cNvSpPr txBox="1"/>
          <p:nvPr/>
        </p:nvSpPr>
        <p:spPr>
          <a:xfrm>
            <a:off x="9201050" y="8687675"/>
            <a:ext cx="3613200" cy="506700"/>
          </a:xfrm>
          <a:prstGeom prst="rect">
            <a:avLst/>
          </a:prstGeom>
          <a:noFill/>
          <a:ln>
            <a:noFill/>
          </a:ln>
        </p:spPr>
        <p:txBody>
          <a:bodyPr spcFirstLastPara="1" wrap="square" lIns="91425" tIns="91425" rIns="91425" bIns="91425" anchor="t" anchorCtr="0">
            <a:noAutofit/>
          </a:bodyPr>
          <a:lstStyle/>
          <a:p>
            <a:pPr marL="0" marR="0" lvl="0" indent="0" algn="l" rtl="0">
              <a:lnSpc>
                <a:spcPct val="108333"/>
              </a:lnSpc>
              <a:spcBef>
                <a:spcPts val="800"/>
              </a:spcBef>
              <a:spcAft>
                <a:spcPts val="0"/>
              </a:spcAft>
              <a:buClr>
                <a:schemeClr val="dk1"/>
              </a:buClr>
              <a:buSzPts val="1100"/>
              <a:buFont typeface="Arial"/>
              <a:buNone/>
            </a:pPr>
            <a:r>
              <a:rPr lang="en-US" sz="2200" b="0" i="0" u="none" strike="noStrike" cap="none">
                <a:solidFill>
                  <a:srgbClr val="0000FF"/>
                </a:solidFill>
                <a:latin typeface="Poppins"/>
                <a:ea typeface="Poppins"/>
                <a:cs typeface="Poppins"/>
                <a:sym typeface="Poppins"/>
              </a:rPr>
              <a:t>el bulbo raquídeo</a:t>
            </a:r>
            <a:endParaRPr sz="2200" b="0" i="0" u="none" strike="noStrike" cap="none">
              <a:solidFill>
                <a:srgbClr val="0000FF"/>
              </a:solidFill>
              <a:latin typeface="Poppins"/>
              <a:ea typeface="Poppins"/>
              <a:cs typeface="Poppins"/>
              <a:sym typeface="Poppins"/>
            </a:endParaRPr>
          </a:p>
          <a:p>
            <a:pPr marL="0" marR="0" lvl="0" indent="0" algn="l" rtl="0">
              <a:lnSpc>
                <a:spcPct val="100000"/>
              </a:lnSpc>
              <a:spcBef>
                <a:spcPts val="1100"/>
              </a:spcBef>
              <a:spcAft>
                <a:spcPts val="0"/>
              </a:spcAft>
              <a:buClr>
                <a:srgbClr val="000000"/>
              </a:buClr>
              <a:buSzPts val="3200"/>
              <a:buFont typeface="Arial"/>
              <a:buNone/>
            </a:pPr>
            <a:endParaRPr sz="3200" b="0" i="0" u="none" strike="noStrike" cap="none">
              <a:solidFill>
                <a:schemeClr val="dk1"/>
              </a:solidFill>
              <a:latin typeface="Calibri"/>
              <a:ea typeface="Calibri"/>
              <a:cs typeface="Calibri"/>
              <a:sym typeface="Calibri"/>
            </a:endParaRPr>
          </a:p>
        </p:txBody>
      </p:sp>
      <p:sp>
        <p:nvSpPr>
          <p:cNvPr id="902" name="Google Shape;902;p21"/>
          <p:cNvSpPr txBox="1"/>
          <p:nvPr/>
        </p:nvSpPr>
        <p:spPr>
          <a:xfrm>
            <a:off x="8055800" y="9714300"/>
            <a:ext cx="297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US" sz="2300" b="0" i="0" u="none" strike="noStrike" cap="none">
                <a:solidFill>
                  <a:srgbClr val="0000FF"/>
                </a:solidFill>
                <a:latin typeface="Poppins"/>
                <a:ea typeface="Poppins"/>
                <a:cs typeface="Poppins"/>
                <a:sym typeface="Poppins"/>
              </a:rPr>
              <a:t>Cerebelo</a:t>
            </a:r>
            <a:endParaRPr sz="2300" b="0" i="0" u="none" strike="noStrike" cap="none">
              <a:solidFill>
                <a:srgbClr val="0000FF"/>
              </a:solidFill>
              <a:latin typeface="Poppins"/>
              <a:ea typeface="Poppins"/>
              <a:cs typeface="Poppins"/>
              <a:sym typeface="Poppins"/>
            </a:endParaRPr>
          </a:p>
        </p:txBody>
      </p:sp>
      <p:sp>
        <p:nvSpPr>
          <p:cNvPr id="903" name="Google Shape;903;p21"/>
          <p:cNvSpPr txBox="1"/>
          <p:nvPr/>
        </p:nvSpPr>
        <p:spPr>
          <a:xfrm>
            <a:off x="12208725" y="9548150"/>
            <a:ext cx="2566800" cy="2565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US" sz="2300" b="0" i="0" u="none" strike="noStrike" cap="none">
                <a:solidFill>
                  <a:srgbClr val="0000FF"/>
                </a:solidFill>
                <a:latin typeface="Poppins"/>
                <a:ea typeface="Poppins"/>
                <a:cs typeface="Poppins"/>
                <a:sym typeface="Poppins"/>
              </a:rPr>
              <a:t>médula espinal</a:t>
            </a:r>
            <a:endParaRPr sz="2300" b="0" i="0" u="none" strike="noStrike" cap="none">
              <a:solidFill>
                <a:srgbClr val="0000FF"/>
              </a:solidFill>
              <a:latin typeface="Poppins"/>
              <a:ea typeface="Poppins"/>
              <a:cs typeface="Poppins"/>
              <a:sym typeface="Poppi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907"/>
        <p:cNvGrpSpPr/>
        <p:nvPr/>
      </p:nvGrpSpPr>
      <p:grpSpPr>
        <a:xfrm>
          <a:off x="0" y="0"/>
          <a:ext cx="0" cy="0"/>
          <a:chOff x="0" y="0"/>
          <a:chExt cx="0" cy="0"/>
        </a:xfrm>
      </p:grpSpPr>
      <p:cxnSp>
        <p:nvCxnSpPr>
          <p:cNvPr id="908" name="Google Shape;908;p22"/>
          <p:cNvCxnSpPr/>
          <p:nvPr/>
        </p:nvCxnSpPr>
        <p:spPr>
          <a:xfrm rot="10800000" flipH="1">
            <a:off x="1187859" y="2255901"/>
            <a:ext cx="8115300" cy="18900"/>
          </a:xfrm>
          <a:prstGeom prst="straightConnector1">
            <a:avLst/>
          </a:prstGeom>
          <a:noFill/>
          <a:ln w="28575" cap="rnd" cmpd="sng">
            <a:solidFill>
              <a:srgbClr val="136447"/>
            </a:solidFill>
            <a:prstDash val="solid"/>
            <a:round/>
            <a:headEnd type="none" w="sm" len="sm"/>
            <a:tailEnd type="none" w="sm" len="sm"/>
          </a:ln>
        </p:spPr>
      </p:cxnSp>
      <p:sp>
        <p:nvSpPr>
          <p:cNvPr id="909" name="Google Shape;909;p22"/>
          <p:cNvSpPr txBox="1"/>
          <p:nvPr/>
        </p:nvSpPr>
        <p:spPr>
          <a:xfrm>
            <a:off x="754200" y="202550"/>
            <a:ext cx="16124100" cy="1808400"/>
          </a:xfrm>
          <a:prstGeom prst="rect">
            <a:avLst/>
          </a:prstGeom>
          <a:noFill/>
          <a:ln>
            <a:noFill/>
          </a:ln>
        </p:spPr>
        <p:txBody>
          <a:bodyPr spcFirstLastPara="1" wrap="square" lIns="0" tIns="0" rIns="0" bIns="0" anchor="t" anchorCtr="0">
            <a:spAutoFit/>
          </a:bodyPr>
          <a:lstStyle/>
          <a:p>
            <a:pPr marL="0" marR="0" lvl="0" indent="0" algn="l" rtl="0">
              <a:lnSpc>
                <a:spcPct val="130009"/>
              </a:lnSpc>
              <a:spcBef>
                <a:spcPts val="0"/>
              </a:spcBef>
              <a:spcAft>
                <a:spcPts val="0"/>
              </a:spcAft>
              <a:buClr>
                <a:srgbClr val="000000"/>
              </a:buClr>
              <a:buSzPts val="5108"/>
              <a:buFont typeface="Arial"/>
              <a:buNone/>
            </a:pPr>
            <a:r>
              <a:rPr lang="en-US" sz="5108" b="1" i="0" u="none" strike="noStrike" cap="none">
                <a:solidFill>
                  <a:srgbClr val="136447"/>
                </a:solidFill>
                <a:latin typeface="Poppins"/>
                <a:ea typeface="Poppins"/>
                <a:cs typeface="Poppins"/>
                <a:sym typeface="Poppins"/>
              </a:rPr>
              <a:t>The Forebrain - Thinking and Emotion</a:t>
            </a:r>
            <a:endParaRPr sz="5108" b="1" i="0" u="none" strike="noStrike" cap="none">
              <a:solidFill>
                <a:srgbClr val="136447"/>
              </a:solidFill>
              <a:latin typeface="Poppins"/>
              <a:ea typeface="Poppins"/>
              <a:cs typeface="Poppins"/>
              <a:sym typeface="Poppins"/>
            </a:endParaRPr>
          </a:p>
          <a:p>
            <a:pPr marL="0" marR="0" lvl="0" indent="0" algn="l" rtl="0">
              <a:lnSpc>
                <a:spcPct val="130009"/>
              </a:lnSpc>
              <a:spcBef>
                <a:spcPts val="0"/>
              </a:spcBef>
              <a:spcAft>
                <a:spcPts val="0"/>
              </a:spcAft>
              <a:buClr>
                <a:srgbClr val="000000"/>
              </a:buClr>
              <a:buSzPts val="5108"/>
              <a:buFont typeface="Arial"/>
              <a:buNone/>
            </a:pPr>
            <a:r>
              <a:rPr lang="en-US" sz="5108" b="1" i="0" u="none" strike="noStrike" cap="none">
                <a:solidFill>
                  <a:srgbClr val="0000FF"/>
                </a:solidFill>
                <a:latin typeface="Poppins"/>
                <a:ea typeface="Poppins"/>
                <a:cs typeface="Poppins"/>
                <a:sym typeface="Poppins"/>
              </a:rPr>
              <a:t>El prosencéfalo: pensamiento y emoción </a:t>
            </a:r>
            <a:endParaRPr sz="500" b="0" i="0" u="none" strike="noStrike" cap="none">
              <a:solidFill>
                <a:srgbClr val="0000FF"/>
              </a:solidFill>
              <a:latin typeface="Arial"/>
              <a:ea typeface="Arial"/>
              <a:cs typeface="Arial"/>
              <a:sym typeface="Arial"/>
            </a:endParaRPr>
          </a:p>
        </p:txBody>
      </p:sp>
      <p:sp>
        <p:nvSpPr>
          <p:cNvPr id="910" name="Google Shape;910;p22"/>
          <p:cNvSpPr txBox="1"/>
          <p:nvPr/>
        </p:nvSpPr>
        <p:spPr>
          <a:xfrm>
            <a:off x="296175" y="2519750"/>
            <a:ext cx="17770200" cy="81057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3400"/>
              <a:buFont typeface="Arial"/>
              <a:buNone/>
            </a:pPr>
            <a:r>
              <a:rPr lang="en-US" sz="3400" b="1" i="0" u="none" strike="noStrike" cap="none">
                <a:solidFill>
                  <a:srgbClr val="2D2F3B"/>
                </a:solidFill>
                <a:latin typeface="Poppins Medium"/>
                <a:ea typeface="Poppins Medium"/>
                <a:cs typeface="Poppins Medium"/>
                <a:sym typeface="Poppins Medium"/>
              </a:rPr>
              <a:t>Components | </a:t>
            </a:r>
            <a:r>
              <a:rPr lang="en-US" sz="3400" b="1" i="0" u="none" strike="noStrike" cap="none">
                <a:solidFill>
                  <a:srgbClr val="0000FF"/>
                </a:solidFill>
                <a:latin typeface="Poppins Medium"/>
                <a:ea typeface="Poppins Medium"/>
                <a:cs typeface="Poppins Medium"/>
                <a:sym typeface="Poppins Medium"/>
              </a:rPr>
              <a:t>Componentes</a:t>
            </a:r>
            <a:r>
              <a:rPr lang="en-US" sz="3400" b="1" i="0" u="none" strike="noStrike" cap="none">
                <a:solidFill>
                  <a:srgbClr val="2D2F3B"/>
                </a:solidFill>
                <a:latin typeface="Poppins Medium"/>
                <a:ea typeface="Poppins Medium"/>
                <a:cs typeface="Poppins Medium"/>
                <a:sym typeface="Poppins Medium"/>
              </a:rPr>
              <a:t>:</a:t>
            </a:r>
            <a:endParaRPr sz="34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400"/>
              <a:buFont typeface="Arial"/>
              <a:buNone/>
            </a:pPr>
            <a:endParaRPr sz="34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980000"/>
                </a:solidFill>
                <a:latin typeface="Poppins Medium"/>
                <a:ea typeface="Poppins Medium"/>
                <a:cs typeface="Poppins Medium"/>
                <a:sym typeface="Poppins Medium"/>
              </a:rPr>
              <a:t>Cerebrum - The largest part, responsible for higher order functions like thinking, planning, problem solving, memory, and voluntary movement, divided into 4 lobes</a:t>
            </a:r>
            <a:endParaRPr sz="2700" b="1" i="0" u="none" strike="noStrike" cap="none">
              <a:solidFill>
                <a:srgbClr val="980000"/>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FF0000"/>
                </a:solidFill>
                <a:latin typeface="Poppins Medium"/>
                <a:ea typeface="Poppins Medium"/>
                <a:cs typeface="Poppins Medium"/>
                <a:sym typeface="Poppins Medium"/>
              </a:rPr>
              <a:t>Cerebro: La parte más grande, responsable de funciones cognitivas superiores como el pensamiento, la planificación, la resolución de problemas, la memoria y el movimiento voluntario. Se divide en cuatro lóbulos</a:t>
            </a:r>
            <a:endParaRPr sz="2700" b="1" i="0" u="none" strike="noStrike" cap="none">
              <a:solidFill>
                <a:srgbClr val="FF0000"/>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BF9000"/>
                </a:solidFill>
                <a:latin typeface="Poppins Medium"/>
                <a:ea typeface="Poppins Medium"/>
                <a:cs typeface="Poppins Medium"/>
                <a:sym typeface="Poppins Medium"/>
              </a:rPr>
              <a:t>Hypothalamus - Regulates basic functions such as body temperature, hunger, and thirst</a:t>
            </a:r>
            <a:endParaRPr sz="2700" b="1" i="0" u="none" strike="noStrike" cap="none">
              <a:solidFill>
                <a:srgbClr val="BF9000"/>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F1C232"/>
                </a:solidFill>
                <a:latin typeface="Poppins Medium"/>
                <a:ea typeface="Poppins Medium"/>
                <a:cs typeface="Poppins Medium"/>
                <a:sym typeface="Poppins Medium"/>
              </a:rPr>
              <a:t>Hipotálamo: Regula funciones básicas como la temperatura corporal, el hambre y la sed</a:t>
            </a:r>
            <a:endParaRPr sz="2700" b="1" i="0" u="none" strike="noStrike" cap="none">
              <a:solidFill>
                <a:srgbClr val="F1C232"/>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1155CC"/>
                </a:solidFill>
                <a:latin typeface="Poppins Medium"/>
                <a:ea typeface="Poppins Medium"/>
                <a:cs typeface="Poppins Medium"/>
                <a:sym typeface="Poppins Medium"/>
              </a:rPr>
              <a:t>Thalamus - Relays sensory and motor signals to the cerebral cortex</a:t>
            </a:r>
            <a:endParaRPr sz="2700" b="1" i="0" u="none" strike="noStrike" cap="none">
              <a:solidFill>
                <a:srgbClr val="1155CC"/>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0000FF"/>
                </a:solidFill>
                <a:latin typeface="Poppins Medium"/>
                <a:ea typeface="Poppins Medium"/>
                <a:cs typeface="Poppins Medium"/>
                <a:sym typeface="Poppins Medium"/>
              </a:rPr>
              <a:t>Tálamo: Transmite señales sensoriales y motoras a la corteza cerebral</a:t>
            </a:r>
            <a:endParaRPr sz="27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endParaRPr sz="2700" b="1" i="0" u="none" strike="noStrike" cap="none">
              <a:solidFill>
                <a:srgbClr val="1155CC"/>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674EA7"/>
                </a:solidFill>
                <a:latin typeface="Poppins Medium"/>
                <a:ea typeface="Poppins Medium"/>
                <a:cs typeface="Poppins Medium"/>
                <a:sym typeface="Poppins Medium"/>
              </a:rPr>
              <a:t>Limbic System - Emotional processing, motivation, memory</a:t>
            </a:r>
            <a:endParaRPr sz="2700" b="1" i="0" u="none" strike="noStrike" cap="none">
              <a:solidFill>
                <a:srgbClr val="674EA7"/>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9900FF"/>
                </a:solidFill>
                <a:latin typeface="Poppins Medium"/>
                <a:ea typeface="Poppins Medium"/>
                <a:cs typeface="Poppins Medium"/>
                <a:sym typeface="Poppins Medium"/>
              </a:rPr>
              <a:t>Sistema límbico: Procesamiento emocional, motivación y memoria</a:t>
            </a:r>
            <a:endParaRPr sz="2700" b="1" i="0" u="none" strike="noStrike" cap="none">
              <a:solidFill>
                <a:srgbClr val="99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600"/>
              <a:buFont typeface="Arial"/>
              <a:buNone/>
            </a:pPr>
            <a:endParaRPr sz="3600" b="1" i="0" u="none" strike="noStrike" cap="none">
              <a:solidFill>
                <a:srgbClr val="2D2F3B"/>
              </a:solidFill>
              <a:latin typeface="Poppins Medium"/>
              <a:ea typeface="Poppins Medium"/>
              <a:cs typeface="Poppins Medium"/>
              <a:sym typeface="Poppins Medium"/>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914"/>
        <p:cNvGrpSpPr/>
        <p:nvPr/>
      </p:nvGrpSpPr>
      <p:grpSpPr>
        <a:xfrm>
          <a:off x="0" y="0"/>
          <a:ext cx="0" cy="0"/>
          <a:chOff x="0" y="0"/>
          <a:chExt cx="0" cy="0"/>
        </a:xfrm>
      </p:grpSpPr>
      <p:cxnSp>
        <p:nvCxnSpPr>
          <p:cNvPr id="915" name="Google Shape;915;p23"/>
          <p:cNvCxnSpPr/>
          <p:nvPr/>
        </p:nvCxnSpPr>
        <p:spPr>
          <a:xfrm rot="10800000" flipH="1">
            <a:off x="1287834" y="2139651"/>
            <a:ext cx="8115300" cy="18900"/>
          </a:xfrm>
          <a:prstGeom prst="straightConnector1">
            <a:avLst/>
          </a:prstGeom>
          <a:noFill/>
          <a:ln w="28575" cap="rnd" cmpd="sng">
            <a:solidFill>
              <a:srgbClr val="136447"/>
            </a:solidFill>
            <a:prstDash val="solid"/>
            <a:round/>
            <a:headEnd type="none" w="sm" len="sm"/>
            <a:tailEnd type="none" w="sm" len="sm"/>
          </a:ln>
        </p:spPr>
      </p:cxnSp>
      <p:sp>
        <p:nvSpPr>
          <p:cNvPr id="916" name="Google Shape;916;p23"/>
          <p:cNvSpPr txBox="1"/>
          <p:nvPr/>
        </p:nvSpPr>
        <p:spPr>
          <a:xfrm>
            <a:off x="653800" y="81775"/>
            <a:ext cx="14154600" cy="2020800"/>
          </a:xfrm>
          <a:prstGeom prst="rect">
            <a:avLst/>
          </a:prstGeom>
          <a:noFill/>
          <a:ln>
            <a:noFill/>
          </a:ln>
        </p:spPr>
        <p:txBody>
          <a:bodyPr spcFirstLastPara="1" wrap="square" lIns="0" tIns="0" rIns="0" bIns="0" anchor="t" anchorCtr="0">
            <a:spAutoFit/>
          </a:bodyPr>
          <a:lstStyle/>
          <a:p>
            <a:pPr marL="0" marR="0" lvl="0" indent="0" algn="l" rtl="0">
              <a:lnSpc>
                <a:spcPct val="130009"/>
              </a:lnSpc>
              <a:spcBef>
                <a:spcPts val="0"/>
              </a:spcBef>
              <a:spcAft>
                <a:spcPts val="0"/>
              </a:spcAft>
              <a:buClr>
                <a:srgbClr val="000000"/>
              </a:buClr>
              <a:buSzPts val="5708"/>
              <a:buFont typeface="Arial"/>
              <a:buNone/>
            </a:pPr>
            <a:r>
              <a:rPr lang="en-US" sz="5708" b="1" i="0" u="none" strike="noStrike" cap="none">
                <a:solidFill>
                  <a:srgbClr val="136447"/>
                </a:solidFill>
                <a:latin typeface="Poppins"/>
                <a:ea typeface="Poppins"/>
                <a:cs typeface="Poppins"/>
                <a:sym typeface="Poppins"/>
              </a:rPr>
              <a:t>The 4 Lobes of the Cerebrum </a:t>
            </a:r>
            <a:endParaRPr sz="5708" b="1" i="0" u="none" strike="noStrike" cap="none">
              <a:solidFill>
                <a:srgbClr val="136447"/>
              </a:solidFill>
              <a:latin typeface="Poppins"/>
              <a:ea typeface="Poppins"/>
              <a:cs typeface="Poppins"/>
              <a:sym typeface="Poppins"/>
            </a:endParaRPr>
          </a:p>
          <a:p>
            <a:pPr marL="0" marR="0" lvl="0" indent="0" algn="l" rtl="0">
              <a:lnSpc>
                <a:spcPct val="130009"/>
              </a:lnSpc>
              <a:spcBef>
                <a:spcPts val="0"/>
              </a:spcBef>
              <a:spcAft>
                <a:spcPts val="0"/>
              </a:spcAft>
              <a:buClr>
                <a:srgbClr val="000000"/>
              </a:buClr>
              <a:buSzPts val="5708"/>
              <a:buFont typeface="Arial"/>
              <a:buNone/>
            </a:pPr>
            <a:r>
              <a:rPr lang="en-US" sz="5708" b="1" i="0" u="none" strike="noStrike" cap="none">
                <a:solidFill>
                  <a:srgbClr val="0000FF"/>
                </a:solidFill>
                <a:latin typeface="Poppins"/>
                <a:ea typeface="Poppins"/>
                <a:cs typeface="Poppins"/>
                <a:sym typeface="Poppins"/>
              </a:rPr>
              <a:t>Los 4 lóbulos del cerebro</a:t>
            </a:r>
            <a:endParaRPr sz="5708" b="1" i="0" u="none" strike="noStrike" cap="none">
              <a:solidFill>
                <a:srgbClr val="0000FF"/>
              </a:solidFill>
              <a:latin typeface="Poppins"/>
              <a:ea typeface="Poppins"/>
              <a:cs typeface="Poppins"/>
              <a:sym typeface="Poppins"/>
            </a:endParaRPr>
          </a:p>
        </p:txBody>
      </p:sp>
      <p:grpSp>
        <p:nvGrpSpPr>
          <p:cNvPr id="917" name="Google Shape;917;p23"/>
          <p:cNvGrpSpPr/>
          <p:nvPr/>
        </p:nvGrpSpPr>
        <p:grpSpPr>
          <a:xfrm>
            <a:off x="815326" y="8269334"/>
            <a:ext cx="7513089" cy="1634100"/>
            <a:chOff x="0" y="-57150"/>
            <a:chExt cx="1793100" cy="390000"/>
          </a:xfrm>
        </p:grpSpPr>
        <p:sp>
          <p:nvSpPr>
            <p:cNvPr id="918" name="Google Shape;918;p23"/>
            <p:cNvSpPr/>
            <p:nvPr/>
          </p:nvSpPr>
          <p:spPr>
            <a:xfrm>
              <a:off x="0" y="0"/>
              <a:ext cx="1792967" cy="332724"/>
            </a:xfrm>
            <a:custGeom>
              <a:avLst/>
              <a:gdLst/>
              <a:ahLst/>
              <a:cxnLst/>
              <a:rect l="l" t="t" r="r" b="b"/>
              <a:pathLst>
                <a:path w="1792967" h="332724" extrusionOk="0">
                  <a:moveTo>
                    <a:pt x="22745" y="0"/>
                  </a:moveTo>
                  <a:lnTo>
                    <a:pt x="1770222" y="0"/>
                  </a:lnTo>
                  <a:cubicBezTo>
                    <a:pt x="1782784" y="0"/>
                    <a:pt x="1792967" y="10183"/>
                    <a:pt x="1792967" y="22745"/>
                  </a:cubicBezTo>
                  <a:lnTo>
                    <a:pt x="1792967" y="309979"/>
                  </a:lnTo>
                  <a:cubicBezTo>
                    <a:pt x="1792967" y="316012"/>
                    <a:pt x="1790571" y="321797"/>
                    <a:pt x="1786305" y="326062"/>
                  </a:cubicBezTo>
                  <a:cubicBezTo>
                    <a:pt x="1782040" y="330328"/>
                    <a:pt x="1776255" y="332724"/>
                    <a:pt x="1770222" y="332724"/>
                  </a:cubicBezTo>
                  <a:lnTo>
                    <a:pt x="22745" y="332724"/>
                  </a:lnTo>
                  <a:cubicBezTo>
                    <a:pt x="10183" y="332724"/>
                    <a:pt x="0" y="322541"/>
                    <a:pt x="0" y="309979"/>
                  </a:cubicBezTo>
                  <a:lnTo>
                    <a:pt x="0" y="22745"/>
                  </a:lnTo>
                  <a:cubicBezTo>
                    <a:pt x="0" y="16712"/>
                    <a:pt x="2396" y="10927"/>
                    <a:pt x="6662" y="6662"/>
                  </a:cubicBezTo>
                  <a:cubicBezTo>
                    <a:pt x="10927" y="2396"/>
                    <a:pt x="16712" y="0"/>
                    <a:pt x="22745" y="0"/>
                  </a:cubicBezTo>
                  <a:close/>
                </a:path>
              </a:pathLst>
            </a:custGeom>
            <a:solidFill>
              <a:srgbClr val="A4C2F4"/>
            </a:solidFill>
            <a:ln>
              <a:noFill/>
            </a:ln>
          </p:spPr>
          <p:txBody>
            <a:bodyPr spcFirstLastPara="1" wrap="square" lIns="100900" tIns="100900" rIns="100900" bIns="1009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9" name="Google Shape;919;p23"/>
            <p:cNvSpPr txBox="1"/>
            <p:nvPr/>
          </p:nvSpPr>
          <p:spPr>
            <a:xfrm>
              <a:off x="0" y="-57150"/>
              <a:ext cx="1793100" cy="390000"/>
            </a:xfrm>
            <a:prstGeom prst="rect">
              <a:avLst/>
            </a:prstGeom>
            <a:solidFill>
              <a:srgbClr val="A4C2F4"/>
            </a:solidFill>
            <a:ln>
              <a:noFill/>
            </a:ln>
          </p:spPr>
          <p:txBody>
            <a:bodyPr spcFirstLastPara="1" wrap="square" lIns="56050" tIns="56050" rIns="56050" bIns="56050" anchor="ctr" anchorCtr="0">
              <a:noAutofit/>
            </a:bodyPr>
            <a:lstStyle/>
            <a:p>
              <a:pPr marL="0" marR="0" lvl="0" indent="0" algn="ctr" rtl="0">
                <a:lnSpc>
                  <a:spcPct val="147722"/>
                </a:lnSpc>
                <a:spcBef>
                  <a:spcPts val="0"/>
                </a:spcBef>
                <a:spcAft>
                  <a:spcPts val="0"/>
                </a:spcAft>
                <a:buClr>
                  <a:srgbClr val="000000"/>
                </a:buClr>
                <a:buSzPts val="1986"/>
                <a:buFont typeface="Arial"/>
                <a:buNone/>
              </a:pPr>
              <a:endParaRPr sz="1986" b="0" i="0" u="none" strike="noStrike" cap="none">
                <a:solidFill>
                  <a:schemeClr val="dk1"/>
                </a:solidFill>
                <a:latin typeface="Calibri"/>
                <a:ea typeface="Calibri"/>
                <a:cs typeface="Calibri"/>
                <a:sym typeface="Calibri"/>
              </a:endParaRPr>
            </a:p>
          </p:txBody>
        </p:sp>
      </p:grpSp>
      <p:grpSp>
        <p:nvGrpSpPr>
          <p:cNvPr id="920" name="Google Shape;920;p23"/>
          <p:cNvGrpSpPr/>
          <p:nvPr/>
        </p:nvGrpSpPr>
        <p:grpSpPr>
          <a:xfrm>
            <a:off x="815275" y="2420900"/>
            <a:ext cx="7513089" cy="1634100"/>
            <a:chOff x="0" y="-57150"/>
            <a:chExt cx="1793100" cy="390000"/>
          </a:xfrm>
        </p:grpSpPr>
        <p:sp>
          <p:nvSpPr>
            <p:cNvPr id="921" name="Google Shape;921;p23"/>
            <p:cNvSpPr/>
            <p:nvPr/>
          </p:nvSpPr>
          <p:spPr>
            <a:xfrm>
              <a:off x="0" y="0"/>
              <a:ext cx="1792967" cy="332724"/>
            </a:xfrm>
            <a:custGeom>
              <a:avLst/>
              <a:gdLst/>
              <a:ahLst/>
              <a:cxnLst/>
              <a:rect l="l" t="t" r="r" b="b"/>
              <a:pathLst>
                <a:path w="1792967" h="332724" extrusionOk="0">
                  <a:moveTo>
                    <a:pt x="22745" y="0"/>
                  </a:moveTo>
                  <a:lnTo>
                    <a:pt x="1770222" y="0"/>
                  </a:lnTo>
                  <a:cubicBezTo>
                    <a:pt x="1782784" y="0"/>
                    <a:pt x="1792967" y="10183"/>
                    <a:pt x="1792967" y="22745"/>
                  </a:cubicBezTo>
                  <a:lnTo>
                    <a:pt x="1792967" y="309979"/>
                  </a:lnTo>
                  <a:cubicBezTo>
                    <a:pt x="1792967" y="316012"/>
                    <a:pt x="1790571" y="321797"/>
                    <a:pt x="1786305" y="326062"/>
                  </a:cubicBezTo>
                  <a:cubicBezTo>
                    <a:pt x="1782040" y="330328"/>
                    <a:pt x="1776255" y="332724"/>
                    <a:pt x="1770222" y="332724"/>
                  </a:cubicBezTo>
                  <a:lnTo>
                    <a:pt x="22745" y="332724"/>
                  </a:lnTo>
                  <a:cubicBezTo>
                    <a:pt x="10183" y="332724"/>
                    <a:pt x="0" y="322541"/>
                    <a:pt x="0" y="309979"/>
                  </a:cubicBezTo>
                  <a:lnTo>
                    <a:pt x="0" y="22745"/>
                  </a:lnTo>
                  <a:cubicBezTo>
                    <a:pt x="0" y="16712"/>
                    <a:pt x="2396" y="10927"/>
                    <a:pt x="6662" y="6662"/>
                  </a:cubicBezTo>
                  <a:cubicBezTo>
                    <a:pt x="10927" y="2396"/>
                    <a:pt x="16712" y="0"/>
                    <a:pt x="22745" y="0"/>
                  </a:cubicBezTo>
                  <a:close/>
                </a:path>
              </a:pathLst>
            </a:custGeom>
            <a:solidFill>
              <a:srgbClr val="D9D2E9"/>
            </a:solidFill>
            <a:ln>
              <a:noFill/>
            </a:ln>
          </p:spPr>
          <p:txBody>
            <a:bodyPr spcFirstLastPara="1" wrap="square" lIns="100900" tIns="100900" rIns="100900" bIns="1009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2" name="Google Shape;922;p23"/>
            <p:cNvSpPr txBox="1"/>
            <p:nvPr/>
          </p:nvSpPr>
          <p:spPr>
            <a:xfrm>
              <a:off x="0" y="-57150"/>
              <a:ext cx="1793100" cy="390000"/>
            </a:xfrm>
            <a:prstGeom prst="rect">
              <a:avLst/>
            </a:prstGeom>
            <a:solidFill>
              <a:srgbClr val="D9D2E9"/>
            </a:solidFill>
            <a:ln>
              <a:noFill/>
            </a:ln>
          </p:spPr>
          <p:txBody>
            <a:bodyPr spcFirstLastPara="1" wrap="square" lIns="56050" tIns="56050" rIns="56050" bIns="56050" anchor="ctr" anchorCtr="0">
              <a:noAutofit/>
            </a:bodyPr>
            <a:lstStyle/>
            <a:p>
              <a:pPr marL="0" marR="0" lvl="0" indent="0" algn="ctr" rtl="0">
                <a:lnSpc>
                  <a:spcPct val="147722"/>
                </a:lnSpc>
                <a:spcBef>
                  <a:spcPts val="0"/>
                </a:spcBef>
                <a:spcAft>
                  <a:spcPts val="0"/>
                </a:spcAft>
                <a:buClr>
                  <a:srgbClr val="000000"/>
                </a:buClr>
                <a:buSzPts val="1986"/>
                <a:buFont typeface="Arial"/>
                <a:buNone/>
              </a:pPr>
              <a:endParaRPr sz="1986" b="0" i="0" u="none" strike="noStrike" cap="none">
                <a:solidFill>
                  <a:schemeClr val="dk1"/>
                </a:solidFill>
                <a:latin typeface="Calibri"/>
                <a:ea typeface="Calibri"/>
                <a:cs typeface="Calibri"/>
                <a:sym typeface="Calibri"/>
              </a:endParaRPr>
            </a:p>
          </p:txBody>
        </p:sp>
      </p:grpSp>
      <p:grpSp>
        <p:nvGrpSpPr>
          <p:cNvPr id="923" name="Google Shape;923;p23"/>
          <p:cNvGrpSpPr/>
          <p:nvPr/>
        </p:nvGrpSpPr>
        <p:grpSpPr>
          <a:xfrm>
            <a:off x="815426" y="4373322"/>
            <a:ext cx="7513089" cy="1634100"/>
            <a:chOff x="0" y="-57150"/>
            <a:chExt cx="1793100" cy="390000"/>
          </a:xfrm>
        </p:grpSpPr>
        <p:sp>
          <p:nvSpPr>
            <p:cNvPr id="924" name="Google Shape;924;p23"/>
            <p:cNvSpPr/>
            <p:nvPr/>
          </p:nvSpPr>
          <p:spPr>
            <a:xfrm>
              <a:off x="0" y="0"/>
              <a:ext cx="1792967" cy="332724"/>
            </a:xfrm>
            <a:custGeom>
              <a:avLst/>
              <a:gdLst/>
              <a:ahLst/>
              <a:cxnLst/>
              <a:rect l="l" t="t" r="r" b="b"/>
              <a:pathLst>
                <a:path w="1792967" h="332724" extrusionOk="0">
                  <a:moveTo>
                    <a:pt x="22745" y="0"/>
                  </a:moveTo>
                  <a:lnTo>
                    <a:pt x="1770222" y="0"/>
                  </a:lnTo>
                  <a:cubicBezTo>
                    <a:pt x="1782784" y="0"/>
                    <a:pt x="1792967" y="10183"/>
                    <a:pt x="1792967" y="22745"/>
                  </a:cubicBezTo>
                  <a:lnTo>
                    <a:pt x="1792967" y="309979"/>
                  </a:lnTo>
                  <a:cubicBezTo>
                    <a:pt x="1792967" y="316012"/>
                    <a:pt x="1790571" y="321797"/>
                    <a:pt x="1786305" y="326062"/>
                  </a:cubicBezTo>
                  <a:cubicBezTo>
                    <a:pt x="1782040" y="330328"/>
                    <a:pt x="1776255" y="332724"/>
                    <a:pt x="1770222" y="332724"/>
                  </a:cubicBezTo>
                  <a:lnTo>
                    <a:pt x="22745" y="332724"/>
                  </a:lnTo>
                  <a:cubicBezTo>
                    <a:pt x="10183" y="332724"/>
                    <a:pt x="0" y="322541"/>
                    <a:pt x="0" y="309979"/>
                  </a:cubicBezTo>
                  <a:lnTo>
                    <a:pt x="0" y="22745"/>
                  </a:lnTo>
                  <a:cubicBezTo>
                    <a:pt x="0" y="16712"/>
                    <a:pt x="2396" y="10927"/>
                    <a:pt x="6662" y="6662"/>
                  </a:cubicBezTo>
                  <a:cubicBezTo>
                    <a:pt x="10927" y="2396"/>
                    <a:pt x="16712" y="0"/>
                    <a:pt x="22745" y="0"/>
                  </a:cubicBezTo>
                  <a:close/>
                </a:path>
              </a:pathLst>
            </a:custGeom>
            <a:solidFill>
              <a:srgbClr val="FFF2CC"/>
            </a:solidFill>
            <a:ln>
              <a:noFill/>
            </a:ln>
          </p:spPr>
          <p:txBody>
            <a:bodyPr spcFirstLastPara="1" wrap="square" lIns="100900" tIns="100900" rIns="100900" bIns="1009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5" name="Google Shape;925;p23"/>
            <p:cNvSpPr txBox="1"/>
            <p:nvPr/>
          </p:nvSpPr>
          <p:spPr>
            <a:xfrm>
              <a:off x="0" y="-57150"/>
              <a:ext cx="1793100" cy="390000"/>
            </a:xfrm>
            <a:prstGeom prst="rect">
              <a:avLst/>
            </a:prstGeom>
            <a:solidFill>
              <a:srgbClr val="FFF2CC"/>
            </a:solidFill>
            <a:ln>
              <a:noFill/>
            </a:ln>
          </p:spPr>
          <p:txBody>
            <a:bodyPr spcFirstLastPara="1" wrap="square" lIns="56050" tIns="56050" rIns="56050" bIns="56050" anchor="ctr" anchorCtr="0">
              <a:noAutofit/>
            </a:bodyPr>
            <a:lstStyle/>
            <a:p>
              <a:pPr marL="0" marR="0" lvl="0" indent="0" algn="ctr" rtl="0">
                <a:lnSpc>
                  <a:spcPct val="147722"/>
                </a:lnSpc>
                <a:spcBef>
                  <a:spcPts val="0"/>
                </a:spcBef>
                <a:spcAft>
                  <a:spcPts val="0"/>
                </a:spcAft>
                <a:buClr>
                  <a:srgbClr val="000000"/>
                </a:buClr>
                <a:buSzPts val="1986"/>
                <a:buFont typeface="Arial"/>
                <a:buNone/>
              </a:pPr>
              <a:endParaRPr sz="1986" b="0" i="0" u="none" strike="noStrike" cap="none">
                <a:solidFill>
                  <a:schemeClr val="dk1"/>
                </a:solidFill>
                <a:latin typeface="Calibri"/>
                <a:ea typeface="Calibri"/>
                <a:cs typeface="Calibri"/>
                <a:sym typeface="Calibri"/>
              </a:endParaRPr>
            </a:p>
          </p:txBody>
        </p:sp>
      </p:grpSp>
      <p:grpSp>
        <p:nvGrpSpPr>
          <p:cNvPr id="926" name="Google Shape;926;p23"/>
          <p:cNvGrpSpPr/>
          <p:nvPr/>
        </p:nvGrpSpPr>
        <p:grpSpPr>
          <a:xfrm>
            <a:off x="815426" y="6274691"/>
            <a:ext cx="7513089" cy="1634100"/>
            <a:chOff x="0" y="-57150"/>
            <a:chExt cx="1793100" cy="390000"/>
          </a:xfrm>
        </p:grpSpPr>
        <p:sp>
          <p:nvSpPr>
            <p:cNvPr id="927" name="Google Shape;927;p23"/>
            <p:cNvSpPr/>
            <p:nvPr/>
          </p:nvSpPr>
          <p:spPr>
            <a:xfrm>
              <a:off x="0" y="0"/>
              <a:ext cx="1792967" cy="332724"/>
            </a:xfrm>
            <a:custGeom>
              <a:avLst/>
              <a:gdLst/>
              <a:ahLst/>
              <a:cxnLst/>
              <a:rect l="l" t="t" r="r" b="b"/>
              <a:pathLst>
                <a:path w="1792967" h="332724" extrusionOk="0">
                  <a:moveTo>
                    <a:pt x="22745" y="0"/>
                  </a:moveTo>
                  <a:lnTo>
                    <a:pt x="1770222" y="0"/>
                  </a:lnTo>
                  <a:cubicBezTo>
                    <a:pt x="1782784" y="0"/>
                    <a:pt x="1792967" y="10183"/>
                    <a:pt x="1792967" y="22745"/>
                  </a:cubicBezTo>
                  <a:lnTo>
                    <a:pt x="1792967" y="309979"/>
                  </a:lnTo>
                  <a:cubicBezTo>
                    <a:pt x="1792967" y="316012"/>
                    <a:pt x="1790571" y="321797"/>
                    <a:pt x="1786305" y="326062"/>
                  </a:cubicBezTo>
                  <a:cubicBezTo>
                    <a:pt x="1782040" y="330328"/>
                    <a:pt x="1776255" y="332724"/>
                    <a:pt x="1770222" y="332724"/>
                  </a:cubicBezTo>
                  <a:lnTo>
                    <a:pt x="22745" y="332724"/>
                  </a:lnTo>
                  <a:cubicBezTo>
                    <a:pt x="10183" y="332724"/>
                    <a:pt x="0" y="322541"/>
                    <a:pt x="0" y="309979"/>
                  </a:cubicBezTo>
                  <a:lnTo>
                    <a:pt x="0" y="22745"/>
                  </a:lnTo>
                  <a:cubicBezTo>
                    <a:pt x="0" y="16712"/>
                    <a:pt x="2396" y="10927"/>
                    <a:pt x="6662" y="6662"/>
                  </a:cubicBezTo>
                  <a:cubicBezTo>
                    <a:pt x="10927" y="2396"/>
                    <a:pt x="16712" y="0"/>
                    <a:pt x="22745" y="0"/>
                  </a:cubicBezTo>
                  <a:close/>
                </a:path>
              </a:pathLst>
            </a:custGeom>
            <a:solidFill>
              <a:srgbClr val="F9CB9C"/>
            </a:solidFill>
            <a:ln>
              <a:noFill/>
            </a:ln>
          </p:spPr>
          <p:txBody>
            <a:bodyPr spcFirstLastPara="1" wrap="square" lIns="100900" tIns="100900" rIns="100900" bIns="1009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8" name="Google Shape;928;p23"/>
            <p:cNvSpPr txBox="1"/>
            <p:nvPr/>
          </p:nvSpPr>
          <p:spPr>
            <a:xfrm>
              <a:off x="0" y="-57150"/>
              <a:ext cx="1793100" cy="390000"/>
            </a:xfrm>
            <a:prstGeom prst="rect">
              <a:avLst/>
            </a:prstGeom>
            <a:solidFill>
              <a:srgbClr val="F9CB9C"/>
            </a:solidFill>
            <a:ln>
              <a:noFill/>
            </a:ln>
          </p:spPr>
          <p:txBody>
            <a:bodyPr spcFirstLastPara="1" wrap="square" lIns="56050" tIns="56050" rIns="56050" bIns="56050" anchor="ctr" anchorCtr="0">
              <a:noAutofit/>
            </a:bodyPr>
            <a:lstStyle/>
            <a:p>
              <a:pPr marL="0" marR="0" lvl="0" indent="0" algn="ctr" rtl="0">
                <a:lnSpc>
                  <a:spcPct val="147722"/>
                </a:lnSpc>
                <a:spcBef>
                  <a:spcPts val="0"/>
                </a:spcBef>
                <a:spcAft>
                  <a:spcPts val="0"/>
                </a:spcAft>
                <a:buClr>
                  <a:srgbClr val="000000"/>
                </a:buClr>
                <a:buSzPts val="1986"/>
                <a:buFont typeface="Arial"/>
                <a:buNone/>
              </a:pPr>
              <a:endParaRPr sz="1986" b="0" i="0" u="none" strike="noStrike" cap="none">
                <a:solidFill>
                  <a:schemeClr val="dk1"/>
                </a:solidFill>
                <a:latin typeface="Calibri"/>
                <a:ea typeface="Calibri"/>
                <a:cs typeface="Calibri"/>
                <a:sym typeface="Calibri"/>
              </a:endParaRPr>
            </a:p>
          </p:txBody>
        </p:sp>
      </p:grpSp>
      <p:sp>
        <p:nvSpPr>
          <p:cNvPr id="929" name="Google Shape;929;p23"/>
          <p:cNvSpPr txBox="1"/>
          <p:nvPr/>
        </p:nvSpPr>
        <p:spPr>
          <a:xfrm>
            <a:off x="969740" y="3302578"/>
            <a:ext cx="7204500" cy="691500"/>
          </a:xfrm>
          <a:prstGeom prst="rect">
            <a:avLst/>
          </a:prstGeom>
          <a:noFill/>
          <a:ln>
            <a:noFill/>
          </a:ln>
        </p:spPr>
        <p:txBody>
          <a:bodyPr spcFirstLastPara="1" wrap="square" lIns="0" tIns="0" rIns="0" bIns="0" anchor="t" anchorCtr="0">
            <a:spAutoFit/>
          </a:bodyPr>
          <a:lstStyle/>
          <a:p>
            <a:pPr marL="0" marR="0" lvl="0" indent="0" algn="ctr" rtl="0">
              <a:lnSpc>
                <a:spcPct val="120010"/>
              </a:lnSpc>
              <a:spcBef>
                <a:spcPts val="0"/>
              </a:spcBef>
              <a:spcAft>
                <a:spcPts val="0"/>
              </a:spcAft>
              <a:buClr>
                <a:srgbClr val="000000"/>
              </a:buClr>
              <a:buSzPts val="2042"/>
              <a:buFont typeface="Arial"/>
              <a:buNone/>
            </a:pPr>
            <a:r>
              <a:rPr lang="en-US" sz="2042" b="0" i="0" u="none" strike="noStrike" cap="none">
                <a:solidFill>
                  <a:srgbClr val="136447"/>
                </a:solidFill>
                <a:latin typeface="Poppins"/>
                <a:ea typeface="Poppins"/>
                <a:cs typeface="Poppins"/>
                <a:sym typeface="Poppins"/>
              </a:rPr>
              <a:t>Decision making, planning, movement</a:t>
            </a:r>
            <a:endParaRPr sz="2042" b="0" i="0" u="none" strike="noStrike" cap="none">
              <a:solidFill>
                <a:srgbClr val="136447"/>
              </a:solidFill>
              <a:latin typeface="Poppins"/>
              <a:ea typeface="Poppins"/>
              <a:cs typeface="Poppins"/>
              <a:sym typeface="Poppins"/>
            </a:endParaRPr>
          </a:p>
          <a:p>
            <a:pPr marL="0" marR="0" lvl="0" indent="0" algn="ctr" rtl="0">
              <a:lnSpc>
                <a:spcPct val="120010"/>
              </a:lnSpc>
              <a:spcBef>
                <a:spcPts val="0"/>
              </a:spcBef>
              <a:spcAft>
                <a:spcPts val="0"/>
              </a:spcAft>
              <a:buClr>
                <a:srgbClr val="000000"/>
              </a:buClr>
              <a:buSzPts val="2042"/>
              <a:buFont typeface="Arial"/>
              <a:buNone/>
            </a:pPr>
            <a:r>
              <a:rPr lang="en-US" sz="2042" b="0" i="0" u="none" strike="noStrike" cap="none">
                <a:solidFill>
                  <a:srgbClr val="0000FF"/>
                </a:solidFill>
                <a:latin typeface="Poppins"/>
                <a:ea typeface="Poppins"/>
                <a:cs typeface="Poppins"/>
                <a:sym typeface="Poppins"/>
              </a:rPr>
              <a:t>Toma de decisiones, planificación, movimiento</a:t>
            </a:r>
            <a:endParaRPr sz="2042" b="0" i="0" u="none" strike="noStrike" cap="none">
              <a:solidFill>
                <a:srgbClr val="0000FF"/>
              </a:solidFill>
              <a:latin typeface="Poppins"/>
              <a:ea typeface="Poppins"/>
              <a:cs typeface="Poppins"/>
              <a:sym typeface="Poppins"/>
            </a:endParaRPr>
          </a:p>
        </p:txBody>
      </p:sp>
      <p:sp>
        <p:nvSpPr>
          <p:cNvPr id="930" name="Google Shape;930;p23"/>
          <p:cNvSpPr txBox="1"/>
          <p:nvPr/>
        </p:nvSpPr>
        <p:spPr>
          <a:xfrm>
            <a:off x="969745" y="2806505"/>
            <a:ext cx="7204500" cy="399600"/>
          </a:xfrm>
          <a:prstGeom prst="rect">
            <a:avLst/>
          </a:prstGeom>
          <a:noFill/>
          <a:ln>
            <a:noFill/>
          </a:ln>
        </p:spPr>
        <p:txBody>
          <a:bodyPr spcFirstLastPara="1" wrap="square" lIns="0" tIns="0" rIns="0" bIns="0" anchor="t" anchorCtr="0">
            <a:spAutoFit/>
          </a:bodyPr>
          <a:lstStyle/>
          <a:p>
            <a:pPr marL="0" marR="0" lvl="0" indent="0" algn="ctr" rtl="0">
              <a:lnSpc>
                <a:spcPct val="140021"/>
              </a:lnSpc>
              <a:spcBef>
                <a:spcPts val="0"/>
              </a:spcBef>
              <a:spcAft>
                <a:spcPts val="0"/>
              </a:spcAft>
              <a:buClr>
                <a:srgbClr val="000000"/>
              </a:buClr>
              <a:buSzPts val="2596"/>
              <a:buFont typeface="Arial"/>
              <a:buNone/>
            </a:pPr>
            <a:r>
              <a:rPr lang="en-US" sz="2596" b="1" i="0" u="none" strike="noStrike" cap="none">
                <a:solidFill>
                  <a:srgbClr val="136447"/>
                </a:solidFill>
                <a:latin typeface="Poppins"/>
                <a:ea typeface="Poppins"/>
                <a:cs typeface="Poppins"/>
                <a:sym typeface="Poppins"/>
              </a:rPr>
              <a:t>Frontal</a:t>
            </a:r>
            <a:endParaRPr sz="2045" b="0" i="0" u="none" strike="noStrike" cap="none">
              <a:solidFill>
                <a:srgbClr val="000000"/>
              </a:solidFill>
              <a:latin typeface="Arial"/>
              <a:ea typeface="Arial"/>
              <a:cs typeface="Arial"/>
              <a:sym typeface="Arial"/>
            </a:endParaRPr>
          </a:p>
        </p:txBody>
      </p:sp>
      <p:sp>
        <p:nvSpPr>
          <p:cNvPr id="931" name="Google Shape;931;p23"/>
          <p:cNvSpPr txBox="1"/>
          <p:nvPr/>
        </p:nvSpPr>
        <p:spPr>
          <a:xfrm>
            <a:off x="1237350" y="5238613"/>
            <a:ext cx="6669300" cy="691500"/>
          </a:xfrm>
          <a:prstGeom prst="rect">
            <a:avLst/>
          </a:prstGeom>
          <a:noFill/>
          <a:ln>
            <a:noFill/>
          </a:ln>
        </p:spPr>
        <p:txBody>
          <a:bodyPr spcFirstLastPara="1" wrap="square" lIns="0" tIns="0" rIns="0" bIns="0" anchor="t" anchorCtr="0">
            <a:spAutoFit/>
          </a:bodyPr>
          <a:lstStyle/>
          <a:p>
            <a:pPr marL="0" marR="0" lvl="0" indent="0" algn="ctr" rtl="0">
              <a:lnSpc>
                <a:spcPct val="120010"/>
              </a:lnSpc>
              <a:spcBef>
                <a:spcPts val="0"/>
              </a:spcBef>
              <a:spcAft>
                <a:spcPts val="0"/>
              </a:spcAft>
              <a:buClr>
                <a:srgbClr val="000000"/>
              </a:buClr>
              <a:buSzPts val="2042"/>
              <a:buFont typeface="Arial"/>
              <a:buNone/>
            </a:pPr>
            <a:r>
              <a:rPr lang="en-US" sz="2042" b="0" i="0" u="none" strike="noStrike" cap="none">
                <a:solidFill>
                  <a:srgbClr val="136447"/>
                </a:solidFill>
                <a:latin typeface="Poppins"/>
                <a:ea typeface="Poppins"/>
                <a:cs typeface="Poppins"/>
                <a:sym typeface="Poppins"/>
              </a:rPr>
              <a:t>Touch, temperature, pain, spatial sense</a:t>
            </a:r>
            <a:endParaRPr sz="2042" b="0" i="0" u="none" strike="noStrike" cap="none">
              <a:solidFill>
                <a:srgbClr val="136447"/>
              </a:solidFill>
              <a:latin typeface="Poppins"/>
              <a:ea typeface="Poppins"/>
              <a:cs typeface="Poppins"/>
              <a:sym typeface="Poppins"/>
            </a:endParaRPr>
          </a:p>
          <a:p>
            <a:pPr marL="0" marR="0" lvl="0" indent="0" algn="ctr" rtl="0">
              <a:lnSpc>
                <a:spcPct val="120010"/>
              </a:lnSpc>
              <a:spcBef>
                <a:spcPts val="0"/>
              </a:spcBef>
              <a:spcAft>
                <a:spcPts val="0"/>
              </a:spcAft>
              <a:buClr>
                <a:srgbClr val="000000"/>
              </a:buClr>
              <a:buSzPts val="2042"/>
              <a:buFont typeface="Arial"/>
              <a:buNone/>
            </a:pPr>
            <a:r>
              <a:rPr lang="en-US" sz="2042" b="0" i="0" u="none" strike="noStrike" cap="none">
                <a:solidFill>
                  <a:srgbClr val="0000FF"/>
                </a:solidFill>
                <a:latin typeface="Poppins"/>
                <a:ea typeface="Poppins"/>
                <a:cs typeface="Poppins"/>
                <a:sym typeface="Poppins"/>
              </a:rPr>
              <a:t>Tacto, temperatura, dolor, percepción espacial</a:t>
            </a:r>
            <a:endParaRPr sz="2042" b="0" i="0" u="none" strike="noStrike" cap="none">
              <a:solidFill>
                <a:srgbClr val="0000FF"/>
              </a:solidFill>
              <a:latin typeface="Poppins"/>
              <a:ea typeface="Poppins"/>
              <a:cs typeface="Poppins"/>
              <a:sym typeface="Poppins"/>
            </a:endParaRPr>
          </a:p>
        </p:txBody>
      </p:sp>
      <p:sp>
        <p:nvSpPr>
          <p:cNvPr id="932" name="Google Shape;932;p23"/>
          <p:cNvSpPr txBox="1"/>
          <p:nvPr/>
        </p:nvSpPr>
        <p:spPr>
          <a:xfrm>
            <a:off x="2480063" y="4699171"/>
            <a:ext cx="4183800" cy="399600"/>
          </a:xfrm>
          <a:prstGeom prst="rect">
            <a:avLst/>
          </a:prstGeom>
          <a:noFill/>
          <a:ln>
            <a:noFill/>
          </a:ln>
        </p:spPr>
        <p:txBody>
          <a:bodyPr spcFirstLastPara="1" wrap="square" lIns="0" tIns="0" rIns="0" bIns="0" anchor="t" anchorCtr="0">
            <a:spAutoFit/>
          </a:bodyPr>
          <a:lstStyle/>
          <a:p>
            <a:pPr marL="0" marR="0" lvl="0" indent="0" algn="ctr" rtl="0">
              <a:lnSpc>
                <a:spcPct val="140021"/>
              </a:lnSpc>
              <a:spcBef>
                <a:spcPts val="0"/>
              </a:spcBef>
              <a:spcAft>
                <a:spcPts val="0"/>
              </a:spcAft>
              <a:buClr>
                <a:srgbClr val="000000"/>
              </a:buClr>
              <a:buSzPts val="2596"/>
              <a:buFont typeface="Arial"/>
              <a:buNone/>
            </a:pPr>
            <a:r>
              <a:rPr lang="en-US" sz="2596" b="1" i="0" u="none" strike="noStrike" cap="none">
                <a:solidFill>
                  <a:srgbClr val="136447"/>
                </a:solidFill>
                <a:latin typeface="Poppins"/>
                <a:ea typeface="Poppins"/>
                <a:cs typeface="Poppins"/>
                <a:sym typeface="Poppins"/>
              </a:rPr>
              <a:t>Parietal</a:t>
            </a:r>
            <a:endParaRPr sz="2045" b="0" i="0" u="none" strike="noStrike" cap="none">
              <a:solidFill>
                <a:srgbClr val="000000"/>
              </a:solidFill>
              <a:latin typeface="Arial"/>
              <a:ea typeface="Arial"/>
              <a:cs typeface="Arial"/>
              <a:sym typeface="Arial"/>
            </a:endParaRPr>
          </a:p>
        </p:txBody>
      </p:sp>
      <p:sp>
        <p:nvSpPr>
          <p:cNvPr id="933" name="Google Shape;933;p23"/>
          <p:cNvSpPr txBox="1"/>
          <p:nvPr/>
        </p:nvSpPr>
        <p:spPr>
          <a:xfrm>
            <a:off x="969731" y="7096129"/>
            <a:ext cx="7204500" cy="709800"/>
          </a:xfrm>
          <a:prstGeom prst="rect">
            <a:avLst/>
          </a:prstGeom>
          <a:noFill/>
          <a:ln>
            <a:noFill/>
          </a:ln>
        </p:spPr>
        <p:txBody>
          <a:bodyPr spcFirstLastPara="1" wrap="square" lIns="0" tIns="0" rIns="0" bIns="0" anchor="t" anchorCtr="0">
            <a:spAutoFit/>
          </a:bodyPr>
          <a:lstStyle/>
          <a:p>
            <a:pPr marL="0" marR="0" lvl="0" indent="0" algn="ctr" rtl="0">
              <a:lnSpc>
                <a:spcPct val="120010"/>
              </a:lnSpc>
              <a:spcBef>
                <a:spcPts val="0"/>
              </a:spcBef>
              <a:spcAft>
                <a:spcPts val="0"/>
              </a:spcAft>
              <a:buClr>
                <a:srgbClr val="000000"/>
              </a:buClr>
              <a:buSzPts val="2096"/>
              <a:buFont typeface="Arial"/>
              <a:buNone/>
            </a:pPr>
            <a:r>
              <a:rPr lang="en-US" sz="2096" b="0" i="0" u="none" strike="noStrike" cap="none">
                <a:solidFill>
                  <a:srgbClr val="136447"/>
                </a:solidFill>
                <a:latin typeface="Poppins"/>
                <a:ea typeface="Poppins"/>
                <a:cs typeface="Poppins"/>
                <a:sym typeface="Poppins"/>
              </a:rPr>
              <a:t>Hearing, language comprehension, memory</a:t>
            </a:r>
            <a:endParaRPr sz="2096" b="0" i="0" u="none" strike="noStrike" cap="none">
              <a:solidFill>
                <a:srgbClr val="136447"/>
              </a:solidFill>
              <a:latin typeface="Poppins"/>
              <a:ea typeface="Poppins"/>
              <a:cs typeface="Poppins"/>
              <a:sym typeface="Poppins"/>
            </a:endParaRPr>
          </a:p>
          <a:p>
            <a:pPr marL="0" marR="0" lvl="0" indent="0" algn="ctr" rtl="0">
              <a:lnSpc>
                <a:spcPct val="120010"/>
              </a:lnSpc>
              <a:spcBef>
                <a:spcPts val="0"/>
              </a:spcBef>
              <a:spcAft>
                <a:spcPts val="0"/>
              </a:spcAft>
              <a:buClr>
                <a:srgbClr val="000000"/>
              </a:buClr>
              <a:buSzPts val="2096"/>
              <a:buFont typeface="Arial"/>
              <a:buNone/>
            </a:pPr>
            <a:r>
              <a:rPr lang="en-US" sz="2096" b="0" i="0" u="none" strike="noStrike" cap="none">
                <a:solidFill>
                  <a:srgbClr val="0000FF"/>
                </a:solidFill>
                <a:latin typeface="Poppins"/>
                <a:ea typeface="Poppins"/>
                <a:cs typeface="Poppins"/>
                <a:sym typeface="Poppins"/>
              </a:rPr>
              <a:t>Audición, comprensión del lenguaje, memoria</a:t>
            </a:r>
            <a:endParaRPr sz="2096" b="0" i="0" u="none" strike="noStrike" cap="none">
              <a:solidFill>
                <a:srgbClr val="0000FF"/>
              </a:solidFill>
              <a:latin typeface="Poppins"/>
              <a:ea typeface="Poppins"/>
              <a:cs typeface="Poppins"/>
              <a:sym typeface="Poppins"/>
            </a:endParaRPr>
          </a:p>
        </p:txBody>
      </p:sp>
      <p:sp>
        <p:nvSpPr>
          <p:cNvPr id="934" name="Google Shape;934;p23"/>
          <p:cNvSpPr txBox="1"/>
          <p:nvPr/>
        </p:nvSpPr>
        <p:spPr>
          <a:xfrm>
            <a:off x="2480106" y="6573599"/>
            <a:ext cx="4183800" cy="399600"/>
          </a:xfrm>
          <a:prstGeom prst="rect">
            <a:avLst/>
          </a:prstGeom>
          <a:noFill/>
          <a:ln>
            <a:noFill/>
          </a:ln>
        </p:spPr>
        <p:txBody>
          <a:bodyPr spcFirstLastPara="1" wrap="square" lIns="0" tIns="0" rIns="0" bIns="0" anchor="t" anchorCtr="0">
            <a:spAutoFit/>
          </a:bodyPr>
          <a:lstStyle/>
          <a:p>
            <a:pPr marL="0" marR="0" lvl="0" indent="0" algn="ctr" rtl="0">
              <a:lnSpc>
                <a:spcPct val="140021"/>
              </a:lnSpc>
              <a:spcBef>
                <a:spcPts val="0"/>
              </a:spcBef>
              <a:spcAft>
                <a:spcPts val="0"/>
              </a:spcAft>
              <a:buClr>
                <a:srgbClr val="000000"/>
              </a:buClr>
              <a:buSzPts val="2596"/>
              <a:buFont typeface="Arial"/>
              <a:buNone/>
            </a:pPr>
            <a:r>
              <a:rPr lang="en-US" sz="2596" b="1" i="0" u="none" strike="noStrike" cap="none">
                <a:solidFill>
                  <a:srgbClr val="136447"/>
                </a:solidFill>
                <a:latin typeface="Poppins"/>
                <a:ea typeface="Poppins"/>
                <a:cs typeface="Poppins"/>
                <a:sym typeface="Poppins"/>
              </a:rPr>
              <a:t>Temporal</a:t>
            </a:r>
            <a:endParaRPr sz="2045" b="0" i="0" u="none" strike="noStrike" cap="none">
              <a:solidFill>
                <a:srgbClr val="000000"/>
              </a:solidFill>
              <a:latin typeface="Arial"/>
              <a:ea typeface="Arial"/>
              <a:cs typeface="Arial"/>
              <a:sym typeface="Arial"/>
            </a:endParaRPr>
          </a:p>
        </p:txBody>
      </p:sp>
      <p:sp>
        <p:nvSpPr>
          <p:cNvPr id="935" name="Google Shape;935;p23"/>
          <p:cNvSpPr txBox="1"/>
          <p:nvPr/>
        </p:nvSpPr>
        <p:spPr>
          <a:xfrm>
            <a:off x="1383434" y="8971940"/>
            <a:ext cx="6376800" cy="1202700"/>
          </a:xfrm>
          <a:prstGeom prst="rect">
            <a:avLst/>
          </a:prstGeom>
          <a:noFill/>
          <a:ln>
            <a:noFill/>
          </a:ln>
        </p:spPr>
        <p:txBody>
          <a:bodyPr spcFirstLastPara="1" wrap="square" lIns="0" tIns="0" rIns="0" bIns="0" anchor="t" anchorCtr="0">
            <a:spAutoFit/>
          </a:bodyPr>
          <a:lstStyle/>
          <a:p>
            <a:pPr marL="0" marR="0" lvl="0" indent="0" algn="ctr" rtl="0">
              <a:lnSpc>
                <a:spcPct val="140021"/>
              </a:lnSpc>
              <a:spcBef>
                <a:spcPts val="0"/>
              </a:spcBef>
              <a:spcAft>
                <a:spcPts val="0"/>
              </a:spcAft>
              <a:buClr>
                <a:srgbClr val="000000"/>
              </a:buClr>
              <a:buSzPts val="2042"/>
              <a:buFont typeface="Arial"/>
              <a:buNone/>
            </a:pPr>
            <a:r>
              <a:rPr lang="en-US" sz="2042" b="0" i="0" u="none" strike="noStrike" cap="none">
                <a:solidFill>
                  <a:srgbClr val="136447"/>
                </a:solidFill>
                <a:latin typeface="Poppins"/>
                <a:ea typeface="Poppins"/>
                <a:cs typeface="Poppins"/>
                <a:sym typeface="Poppins"/>
              </a:rPr>
              <a:t>Vision</a:t>
            </a:r>
            <a:endParaRPr sz="2042" b="0" i="0" u="none" strike="noStrike" cap="none">
              <a:solidFill>
                <a:srgbClr val="136447"/>
              </a:solidFill>
              <a:latin typeface="Poppins"/>
              <a:ea typeface="Poppins"/>
              <a:cs typeface="Poppins"/>
              <a:sym typeface="Poppins"/>
            </a:endParaRPr>
          </a:p>
          <a:p>
            <a:pPr marL="0" marR="0" lvl="0" indent="0" algn="ctr" rtl="0">
              <a:lnSpc>
                <a:spcPct val="140021"/>
              </a:lnSpc>
              <a:spcBef>
                <a:spcPts val="0"/>
              </a:spcBef>
              <a:spcAft>
                <a:spcPts val="0"/>
              </a:spcAft>
              <a:buClr>
                <a:srgbClr val="000000"/>
              </a:buClr>
              <a:buSzPts val="2042"/>
              <a:buFont typeface="Arial"/>
              <a:buNone/>
            </a:pPr>
            <a:r>
              <a:rPr lang="en-US" sz="2042" b="0" i="0" u="none" strike="noStrike" cap="none">
                <a:solidFill>
                  <a:srgbClr val="0000FF"/>
                </a:solidFill>
                <a:latin typeface="Poppins"/>
                <a:ea typeface="Poppins"/>
                <a:cs typeface="Poppins"/>
                <a:sym typeface="Poppins"/>
              </a:rPr>
              <a:t>Visión</a:t>
            </a:r>
            <a:endParaRPr sz="2042" b="0" i="0" u="none" strike="noStrike" cap="none">
              <a:solidFill>
                <a:srgbClr val="0000FF"/>
              </a:solidFill>
              <a:latin typeface="Poppins"/>
              <a:ea typeface="Poppins"/>
              <a:cs typeface="Poppins"/>
              <a:sym typeface="Poppins"/>
            </a:endParaRPr>
          </a:p>
          <a:p>
            <a:pPr marL="0" marR="0" lvl="0" indent="0" algn="ctr" rtl="0">
              <a:lnSpc>
                <a:spcPct val="120010"/>
              </a:lnSpc>
              <a:spcBef>
                <a:spcPts val="0"/>
              </a:spcBef>
              <a:spcAft>
                <a:spcPts val="0"/>
              </a:spcAft>
              <a:buClr>
                <a:srgbClr val="000000"/>
              </a:buClr>
              <a:buSzPts val="2096"/>
              <a:buFont typeface="Arial"/>
              <a:buNone/>
            </a:pPr>
            <a:endParaRPr sz="2096" b="0" i="0" u="none" strike="noStrike" cap="none">
              <a:solidFill>
                <a:srgbClr val="136447"/>
              </a:solidFill>
              <a:latin typeface="Poppins"/>
              <a:ea typeface="Poppins"/>
              <a:cs typeface="Poppins"/>
              <a:sym typeface="Poppins"/>
            </a:endParaRPr>
          </a:p>
        </p:txBody>
      </p:sp>
      <p:sp>
        <p:nvSpPr>
          <p:cNvPr id="936" name="Google Shape;936;p23"/>
          <p:cNvSpPr txBox="1"/>
          <p:nvPr/>
        </p:nvSpPr>
        <p:spPr>
          <a:xfrm>
            <a:off x="1643226" y="8448028"/>
            <a:ext cx="5857500" cy="399600"/>
          </a:xfrm>
          <a:prstGeom prst="rect">
            <a:avLst/>
          </a:prstGeom>
          <a:noFill/>
          <a:ln>
            <a:noFill/>
          </a:ln>
        </p:spPr>
        <p:txBody>
          <a:bodyPr spcFirstLastPara="1" wrap="square" lIns="0" tIns="0" rIns="0" bIns="0" anchor="t" anchorCtr="0">
            <a:spAutoFit/>
          </a:bodyPr>
          <a:lstStyle/>
          <a:p>
            <a:pPr marL="0" marR="0" lvl="0" indent="0" algn="ctr" rtl="0">
              <a:lnSpc>
                <a:spcPct val="140021"/>
              </a:lnSpc>
              <a:spcBef>
                <a:spcPts val="0"/>
              </a:spcBef>
              <a:spcAft>
                <a:spcPts val="0"/>
              </a:spcAft>
              <a:buClr>
                <a:srgbClr val="000000"/>
              </a:buClr>
              <a:buSzPts val="2596"/>
              <a:buFont typeface="Arial"/>
              <a:buNone/>
            </a:pPr>
            <a:r>
              <a:rPr lang="en-US" sz="2596" b="1" i="0" u="none" strike="noStrike" cap="none">
                <a:solidFill>
                  <a:srgbClr val="136447"/>
                </a:solidFill>
                <a:latin typeface="Poppins"/>
                <a:ea typeface="Poppins"/>
                <a:cs typeface="Poppins"/>
                <a:sym typeface="Poppins"/>
              </a:rPr>
              <a:t>Occipital</a:t>
            </a:r>
            <a:endParaRPr sz="2045" b="0" i="0" u="none" strike="noStrike" cap="none">
              <a:solidFill>
                <a:srgbClr val="000000"/>
              </a:solidFill>
              <a:latin typeface="Arial"/>
              <a:ea typeface="Arial"/>
              <a:cs typeface="Arial"/>
              <a:sym typeface="Arial"/>
            </a:endParaRPr>
          </a:p>
        </p:txBody>
      </p:sp>
      <p:pic>
        <p:nvPicPr>
          <p:cNvPr id="937" name="Google Shape;937;p23" title="Screenshot 2025-11-13 at 1.31.58 PM.png"/>
          <p:cNvPicPr preferRelativeResize="0"/>
          <p:nvPr/>
        </p:nvPicPr>
        <p:blipFill rotWithShape="1">
          <a:blip r:embed="rId3">
            <a:alphaModFix/>
          </a:blip>
          <a:srcRect/>
          <a:stretch/>
        </p:blipFill>
        <p:spPr>
          <a:xfrm>
            <a:off x="8845102" y="2806500"/>
            <a:ext cx="9127249" cy="6429550"/>
          </a:xfrm>
          <a:prstGeom prst="rect">
            <a:avLst/>
          </a:prstGeom>
          <a:noFill/>
          <a:ln>
            <a:noFill/>
          </a:ln>
        </p:spPr>
      </p:pic>
      <p:sp>
        <p:nvSpPr>
          <p:cNvPr id="938" name="Google Shape;938;p23"/>
          <p:cNvSpPr txBox="1"/>
          <p:nvPr/>
        </p:nvSpPr>
        <p:spPr>
          <a:xfrm>
            <a:off x="8983875" y="2420900"/>
            <a:ext cx="2527200" cy="67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700"/>
              <a:buFont typeface="Arial"/>
              <a:buNone/>
            </a:pPr>
            <a:r>
              <a:rPr lang="en-US" sz="2700" b="0" i="0" u="none" strike="noStrike" cap="none">
                <a:solidFill>
                  <a:srgbClr val="0000FF"/>
                </a:solidFill>
                <a:latin typeface="Poppins"/>
                <a:ea typeface="Poppins"/>
                <a:cs typeface="Poppins"/>
                <a:sym typeface="Poppins"/>
              </a:rPr>
              <a:t>Lóbulo frontal</a:t>
            </a:r>
            <a:endParaRPr sz="2700" b="0" i="0" u="none" strike="noStrike" cap="none">
              <a:solidFill>
                <a:srgbClr val="0000FF"/>
              </a:solidFill>
              <a:latin typeface="Poppins"/>
              <a:ea typeface="Poppins"/>
              <a:cs typeface="Poppins"/>
              <a:sym typeface="Poppins"/>
            </a:endParaRPr>
          </a:p>
        </p:txBody>
      </p:sp>
      <p:sp>
        <p:nvSpPr>
          <p:cNvPr id="939" name="Google Shape;939;p23"/>
          <p:cNvSpPr txBox="1"/>
          <p:nvPr/>
        </p:nvSpPr>
        <p:spPr>
          <a:xfrm>
            <a:off x="14413650" y="2606300"/>
            <a:ext cx="3692400" cy="3225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en-US" sz="2800" b="0" i="0" u="none" strike="noStrike" cap="none">
                <a:solidFill>
                  <a:srgbClr val="0000FF"/>
                </a:solidFill>
                <a:latin typeface="Poppins"/>
                <a:ea typeface="Poppins"/>
                <a:cs typeface="Poppins"/>
                <a:sym typeface="Poppins"/>
              </a:rPr>
              <a:t>Lóbulo parietal</a:t>
            </a:r>
            <a:endParaRPr sz="2800" b="0" i="0" u="none" strike="noStrike" cap="none">
              <a:solidFill>
                <a:srgbClr val="0000FF"/>
              </a:solidFill>
              <a:latin typeface="Poppins"/>
              <a:ea typeface="Poppins"/>
              <a:cs typeface="Poppins"/>
              <a:sym typeface="Poppins"/>
            </a:endParaRPr>
          </a:p>
        </p:txBody>
      </p:sp>
      <p:sp>
        <p:nvSpPr>
          <p:cNvPr id="940" name="Google Shape;940;p23"/>
          <p:cNvSpPr txBox="1"/>
          <p:nvPr/>
        </p:nvSpPr>
        <p:spPr>
          <a:xfrm>
            <a:off x="16407875" y="8549475"/>
            <a:ext cx="1564500" cy="1066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rgbClr val="0000FF"/>
                </a:solidFill>
                <a:latin typeface="Poppins"/>
                <a:ea typeface="Poppins"/>
                <a:cs typeface="Poppins"/>
                <a:sym typeface="Poppins"/>
              </a:rPr>
              <a:t>Lóbulo occipital</a:t>
            </a:r>
            <a:endParaRPr sz="2400" b="0" i="0" u="none" strike="noStrike" cap="none">
              <a:solidFill>
                <a:srgbClr val="0000FF"/>
              </a:solidFill>
              <a:latin typeface="Poppins"/>
              <a:ea typeface="Poppins"/>
              <a:cs typeface="Poppins"/>
              <a:sym typeface="Poppins"/>
            </a:endParaRPr>
          </a:p>
        </p:txBody>
      </p:sp>
      <p:sp>
        <p:nvSpPr>
          <p:cNvPr id="941" name="Google Shape;941;p23"/>
          <p:cNvSpPr txBox="1"/>
          <p:nvPr/>
        </p:nvSpPr>
        <p:spPr>
          <a:xfrm>
            <a:off x="10346225" y="8628450"/>
            <a:ext cx="3258000" cy="6075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700"/>
              <a:buFont typeface="Arial"/>
              <a:buNone/>
            </a:pPr>
            <a:r>
              <a:rPr lang="en-US" sz="2700" b="0" i="0" u="none" strike="noStrike" cap="none">
                <a:solidFill>
                  <a:srgbClr val="0000FF"/>
                </a:solidFill>
                <a:latin typeface="Poppins"/>
                <a:ea typeface="Poppins"/>
                <a:cs typeface="Poppins"/>
                <a:sym typeface="Poppins"/>
              </a:rPr>
              <a:t>Lóbulo temporal</a:t>
            </a:r>
            <a:endParaRPr sz="2700" b="0" i="0" u="none" strike="noStrike" cap="none">
              <a:solidFill>
                <a:srgbClr val="0000FF"/>
              </a:solidFill>
              <a:latin typeface="Poppins"/>
              <a:ea typeface="Poppins"/>
              <a:cs typeface="Poppins"/>
              <a:sym typeface="Poppin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945"/>
        <p:cNvGrpSpPr/>
        <p:nvPr/>
      </p:nvGrpSpPr>
      <p:grpSpPr>
        <a:xfrm>
          <a:off x="0" y="0"/>
          <a:ext cx="0" cy="0"/>
          <a:chOff x="0" y="0"/>
          <a:chExt cx="0" cy="0"/>
        </a:xfrm>
      </p:grpSpPr>
      <p:cxnSp>
        <p:nvCxnSpPr>
          <p:cNvPr id="946" name="Google Shape;946;p24"/>
          <p:cNvCxnSpPr/>
          <p:nvPr/>
        </p:nvCxnSpPr>
        <p:spPr>
          <a:xfrm rot="10800000" flipH="1">
            <a:off x="1187859" y="2137426"/>
            <a:ext cx="8115300" cy="18900"/>
          </a:xfrm>
          <a:prstGeom prst="straightConnector1">
            <a:avLst/>
          </a:prstGeom>
          <a:noFill/>
          <a:ln w="28575" cap="rnd" cmpd="sng">
            <a:solidFill>
              <a:srgbClr val="136447"/>
            </a:solidFill>
            <a:prstDash val="solid"/>
            <a:round/>
            <a:headEnd type="none" w="sm" len="sm"/>
            <a:tailEnd type="none" w="sm" len="sm"/>
          </a:ln>
        </p:spPr>
      </p:cxnSp>
      <p:sp>
        <p:nvSpPr>
          <p:cNvPr id="947" name="Google Shape;947;p24"/>
          <p:cNvSpPr txBox="1"/>
          <p:nvPr/>
        </p:nvSpPr>
        <p:spPr>
          <a:xfrm>
            <a:off x="0" y="1031825"/>
            <a:ext cx="17039700" cy="9249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6008"/>
              <a:buFont typeface="Arial"/>
              <a:buNone/>
            </a:pPr>
            <a:r>
              <a:rPr lang="en-US" sz="6008" b="1" i="0" u="none" strike="noStrike" cap="none">
                <a:solidFill>
                  <a:srgbClr val="136447"/>
                </a:solidFill>
                <a:latin typeface="Poppins"/>
                <a:ea typeface="Poppins"/>
                <a:cs typeface="Poppins"/>
                <a:sym typeface="Poppins"/>
              </a:rPr>
              <a:t>The Limbic System | </a:t>
            </a:r>
            <a:r>
              <a:rPr lang="en-US" sz="6008" b="1" i="0" u="none" strike="noStrike" cap="none">
                <a:solidFill>
                  <a:srgbClr val="0000FF"/>
                </a:solidFill>
                <a:latin typeface="Poppins"/>
                <a:ea typeface="Poppins"/>
                <a:cs typeface="Poppins"/>
                <a:sym typeface="Poppins"/>
              </a:rPr>
              <a:t>El sistema límbico</a:t>
            </a:r>
            <a:endParaRPr sz="6008" b="1" i="0" u="none" strike="noStrike" cap="none">
              <a:solidFill>
                <a:srgbClr val="0000FF"/>
              </a:solidFill>
              <a:latin typeface="Poppins"/>
              <a:ea typeface="Poppins"/>
              <a:cs typeface="Poppins"/>
              <a:sym typeface="Poppins"/>
            </a:endParaRPr>
          </a:p>
        </p:txBody>
      </p:sp>
      <p:sp>
        <p:nvSpPr>
          <p:cNvPr id="948" name="Google Shape;948;p24"/>
          <p:cNvSpPr txBox="1"/>
          <p:nvPr/>
        </p:nvSpPr>
        <p:spPr>
          <a:xfrm>
            <a:off x="1187850" y="2422175"/>
            <a:ext cx="16237200" cy="969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3000"/>
              <a:buFont typeface="Arial"/>
              <a:buNone/>
            </a:pPr>
            <a:r>
              <a:rPr lang="en-US" sz="3000" b="1" i="0" u="none" strike="noStrike" cap="none">
                <a:solidFill>
                  <a:srgbClr val="2D2F3B"/>
                </a:solidFill>
                <a:latin typeface="Poppins Medium"/>
                <a:ea typeface="Poppins Medium"/>
                <a:cs typeface="Poppins Medium"/>
                <a:sym typeface="Poppins Medium"/>
              </a:rPr>
              <a:t>Involved in emotion, memory, and motivation</a:t>
            </a:r>
            <a:endParaRPr sz="30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r>
              <a:rPr lang="en-US" sz="3000" b="1" i="0" u="none" strike="noStrike" cap="none">
                <a:solidFill>
                  <a:srgbClr val="0000FF"/>
                </a:solidFill>
                <a:latin typeface="Poppins Medium"/>
                <a:ea typeface="Poppins Medium"/>
                <a:cs typeface="Poppins Medium"/>
                <a:sym typeface="Poppins Medium"/>
              </a:rPr>
              <a:t>Involucrado en la emoción, la memoria y la motivación</a:t>
            </a:r>
            <a:endParaRPr sz="3000" b="1" i="0" u="none" strike="noStrike" cap="none">
              <a:solidFill>
                <a:srgbClr val="0000FF"/>
              </a:solidFill>
              <a:latin typeface="Poppins Medium"/>
              <a:ea typeface="Poppins Medium"/>
              <a:cs typeface="Poppins Medium"/>
              <a:sym typeface="Poppins Medium"/>
            </a:endParaRPr>
          </a:p>
        </p:txBody>
      </p:sp>
      <p:pic>
        <p:nvPicPr>
          <p:cNvPr id="949" name="Google Shape;949;p24" title="Screenshot 2025-11-13 at 2.37.22 PM.png"/>
          <p:cNvPicPr preferRelativeResize="0"/>
          <p:nvPr/>
        </p:nvPicPr>
        <p:blipFill rotWithShape="1">
          <a:blip r:embed="rId3">
            <a:alphaModFix/>
          </a:blip>
          <a:srcRect/>
          <a:stretch/>
        </p:blipFill>
        <p:spPr>
          <a:xfrm>
            <a:off x="1014150" y="3843650"/>
            <a:ext cx="7848600" cy="6096000"/>
          </a:xfrm>
          <a:prstGeom prst="rect">
            <a:avLst/>
          </a:prstGeom>
          <a:noFill/>
          <a:ln>
            <a:noFill/>
          </a:ln>
        </p:spPr>
      </p:pic>
      <p:sp>
        <p:nvSpPr>
          <p:cNvPr id="950" name="Google Shape;950;p24"/>
          <p:cNvSpPr txBox="1"/>
          <p:nvPr/>
        </p:nvSpPr>
        <p:spPr>
          <a:xfrm>
            <a:off x="9000950" y="3657625"/>
            <a:ext cx="9065400" cy="61953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300"/>
              <a:buFont typeface="Arial"/>
              <a:buNone/>
            </a:pPr>
            <a:r>
              <a:rPr lang="en-US" sz="2300" b="1" i="0" u="none" strike="noStrike" cap="none">
                <a:solidFill>
                  <a:srgbClr val="A61C00"/>
                </a:solidFill>
                <a:latin typeface="Poppins Medium"/>
                <a:ea typeface="Poppins Medium"/>
                <a:cs typeface="Poppins Medium"/>
                <a:sym typeface="Poppins Medium"/>
              </a:rPr>
              <a:t>Amygdala: Fear, aggression, emotion</a:t>
            </a:r>
            <a:endParaRPr sz="2300" b="1" i="0" u="none" strike="noStrike" cap="none">
              <a:solidFill>
                <a:srgbClr val="A61C00"/>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300"/>
              <a:buFont typeface="Arial"/>
              <a:buNone/>
            </a:pPr>
            <a:r>
              <a:rPr lang="en-US" sz="2300" b="1" i="0" u="none" strike="noStrike" cap="none">
                <a:solidFill>
                  <a:srgbClr val="FF0000"/>
                </a:solidFill>
                <a:latin typeface="Poppins Medium"/>
                <a:ea typeface="Poppins Medium"/>
                <a:cs typeface="Poppins Medium"/>
                <a:sym typeface="Poppins Medium"/>
              </a:rPr>
              <a:t>Amígdala: Miedo, agresión, emoción</a:t>
            </a:r>
            <a:endParaRPr sz="2300" b="1" i="0" u="none" strike="noStrike" cap="none">
              <a:solidFill>
                <a:srgbClr val="FF0000"/>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300"/>
              <a:buFont typeface="Arial"/>
              <a:buNone/>
            </a:pPr>
            <a:endParaRPr sz="23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300"/>
              <a:buFont typeface="Arial"/>
              <a:buNone/>
            </a:pPr>
            <a:r>
              <a:rPr lang="en-US" sz="2300" b="1" i="0" u="none" strike="noStrike" cap="none">
                <a:solidFill>
                  <a:srgbClr val="38761D"/>
                </a:solidFill>
                <a:latin typeface="Poppins Medium"/>
                <a:ea typeface="Poppins Medium"/>
                <a:cs typeface="Poppins Medium"/>
                <a:sym typeface="Poppins Medium"/>
              </a:rPr>
              <a:t>Hippocampus: Formation of long term memories and spatial navigation</a:t>
            </a:r>
            <a:endParaRPr sz="2300" b="1" i="0" u="none" strike="noStrike" cap="none">
              <a:solidFill>
                <a:srgbClr val="38761D"/>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300"/>
              <a:buFont typeface="Arial"/>
              <a:buNone/>
            </a:pPr>
            <a:r>
              <a:rPr lang="en-US" sz="2300" b="1" i="0" u="none" strike="noStrike" cap="none">
                <a:solidFill>
                  <a:srgbClr val="00FF00"/>
                </a:solidFill>
                <a:latin typeface="Poppins Medium"/>
                <a:ea typeface="Poppins Medium"/>
                <a:cs typeface="Poppins Medium"/>
                <a:sym typeface="Poppins Medium"/>
              </a:rPr>
              <a:t>Hipocampo: Formación de la memoria a largo plazo y orientación espacial</a:t>
            </a:r>
            <a:endParaRPr sz="2300" b="1" i="0" u="none" strike="noStrike" cap="none">
              <a:solidFill>
                <a:srgbClr val="00FF00"/>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300"/>
              <a:buFont typeface="Arial"/>
              <a:buNone/>
            </a:pPr>
            <a:endParaRPr sz="23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300"/>
              <a:buFont typeface="Arial"/>
              <a:buNone/>
            </a:pPr>
            <a:r>
              <a:rPr lang="en-US" sz="2300" b="1" i="0" u="none" strike="noStrike" cap="none">
                <a:solidFill>
                  <a:srgbClr val="3C78D8"/>
                </a:solidFill>
                <a:latin typeface="Poppins Medium"/>
                <a:ea typeface="Poppins Medium"/>
                <a:cs typeface="Poppins Medium"/>
                <a:sym typeface="Poppins Medium"/>
              </a:rPr>
              <a:t>Hypothalamus: Maintain homeostasis through drive for food, sex, and survival</a:t>
            </a:r>
            <a:endParaRPr sz="2300" b="1" i="0" u="none" strike="noStrike" cap="none">
              <a:solidFill>
                <a:srgbClr val="3C78D8"/>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300"/>
              <a:buFont typeface="Arial"/>
              <a:buNone/>
            </a:pPr>
            <a:r>
              <a:rPr lang="en-US" sz="2300" b="1" i="0" u="none" strike="noStrike" cap="none">
                <a:solidFill>
                  <a:srgbClr val="0000FF"/>
                </a:solidFill>
                <a:latin typeface="Poppins Medium"/>
                <a:ea typeface="Poppins Medium"/>
                <a:cs typeface="Poppins Medium"/>
                <a:sym typeface="Poppins Medium"/>
              </a:rPr>
              <a:t>Hipotálamo: Mantiene la homeostasis mediante la búsqueda de alimento, el deseo sexual y la supervivencia</a:t>
            </a:r>
            <a:endParaRPr sz="23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300"/>
              <a:buFont typeface="Arial"/>
              <a:buNone/>
            </a:pPr>
            <a:endParaRPr sz="2300" b="1" i="0" u="none" strike="noStrike" cap="none">
              <a:solidFill>
                <a:srgbClr val="3C78D8"/>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300"/>
              <a:buFont typeface="Arial"/>
              <a:buNone/>
            </a:pPr>
            <a:endParaRPr sz="2300" b="1" i="0" u="none" strike="noStrike" cap="none">
              <a:solidFill>
                <a:srgbClr val="3C78D8"/>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300"/>
              <a:buFont typeface="Arial"/>
              <a:buNone/>
            </a:pPr>
            <a:r>
              <a:rPr lang="en-US" sz="2300" b="1" i="0" u="none" strike="noStrike" cap="none">
                <a:solidFill>
                  <a:srgbClr val="2D2F3B"/>
                </a:solidFill>
                <a:latin typeface="Poppins Medium"/>
                <a:ea typeface="Poppins Medium"/>
                <a:cs typeface="Poppins Medium"/>
                <a:sym typeface="Poppins Medium"/>
              </a:rPr>
              <a:t>What might happen when there is damage to these areas? </a:t>
            </a:r>
            <a:endParaRPr sz="23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300"/>
              <a:buFont typeface="Arial"/>
              <a:buNone/>
            </a:pPr>
            <a:r>
              <a:rPr lang="en-US" sz="2300" b="1" i="0" u="none" strike="noStrike" cap="none">
                <a:solidFill>
                  <a:srgbClr val="0000FF"/>
                </a:solidFill>
                <a:latin typeface="Poppins Medium"/>
                <a:ea typeface="Poppins Medium"/>
                <a:cs typeface="Poppins Medium"/>
                <a:sym typeface="Poppins Medium"/>
              </a:rPr>
              <a:t>¿Qué podría ocurrir si estas áreas resultaran dañadas?</a:t>
            </a:r>
            <a:endParaRPr sz="2300" b="1" i="0" u="none" strike="noStrike" cap="none">
              <a:solidFill>
                <a:srgbClr val="0000FF"/>
              </a:solidFill>
              <a:latin typeface="Poppins Medium"/>
              <a:ea typeface="Poppins Medium"/>
              <a:cs typeface="Poppins Medium"/>
              <a:sym typeface="Poppins Medium"/>
            </a:endParaRPr>
          </a:p>
        </p:txBody>
      </p:sp>
      <p:pic>
        <p:nvPicPr>
          <p:cNvPr id="951" name="Google Shape;951;p24" title="Screenshot 2025-11-13 at 2.39.08 PM.png"/>
          <p:cNvPicPr preferRelativeResize="0"/>
          <p:nvPr/>
        </p:nvPicPr>
        <p:blipFill rotWithShape="1">
          <a:blip r:embed="rId4">
            <a:alphaModFix/>
          </a:blip>
          <a:srcRect/>
          <a:stretch/>
        </p:blipFill>
        <p:spPr>
          <a:xfrm>
            <a:off x="6415400" y="4087275"/>
            <a:ext cx="2447350" cy="924900"/>
          </a:xfrm>
          <a:prstGeom prst="rect">
            <a:avLst/>
          </a:prstGeom>
          <a:noFill/>
          <a:ln>
            <a:noFill/>
          </a:ln>
        </p:spPr>
      </p:pic>
      <p:sp>
        <p:nvSpPr>
          <p:cNvPr id="952" name="Google Shape;952;p24"/>
          <p:cNvSpPr txBox="1"/>
          <p:nvPr/>
        </p:nvSpPr>
        <p:spPr>
          <a:xfrm>
            <a:off x="1187850" y="4332525"/>
            <a:ext cx="2013900" cy="434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US" sz="2000" b="0" i="0" u="none" strike="noStrike" cap="none">
                <a:solidFill>
                  <a:srgbClr val="0000FF"/>
                </a:solidFill>
                <a:latin typeface="Poppins"/>
                <a:ea typeface="Poppins"/>
                <a:cs typeface="Poppins"/>
                <a:sym typeface="Poppins"/>
              </a:rPr>
              <a:t>Hipotálamo</a:t>
            </a:r>
            <a:endParaRPr sz="2000" b="0" i="0" u="none" strike="noStrike" cap="none">
              <a:solidFill>
                <a:srgbClr val="0000FF"/>
              </a:solidFill>
              <a:latin typeface="Poppins"/>
              <a:ea typeface="Poppins"/>
              <a:cs typeface="Poppins"/>
              <a:sym typeface="Poppins"/>
            </a:endParaRPr>
          </a:p>
          <a:p>
            <a:pPr marL="0" marR="0" lvl="0" indent="0" algn="l" rtl="0">
              <a:lnSpc>
                <a:spcPct val="100000"/>
              </a:lnSpc>
              <a:spcBef>
                <a:spcPts val="0"/>
              </a:spcBef>
              <a:spcAft>
                <a:spcPts val="0"/>
              </a:spcAft>
              <a:buClr>
                <a:schemeClr val="dk1"/>
              </a:buClr>
              <a:buSzPts val="1100"/>
              <a:buFont typeface="Arial"/>
              <a:buNone/>
            </a:pPr>
            <a:r>
              <a:rPr lang="en-US" sz="2000" b="0" i="0" u="none" strike="noStrike" cap="none">
                <a:solidFill>
                  <a:srgbClr val="0000FF"/>
                </a:solidFill>
                <a:latin typeface="Poppins"/>
                <a:ea typeface="Poppins"/>
                <a:cs typeface="Poppins"/>
                <a:sym typeface="Poppins"/>
              </a:rPr>
              <a:t>homeostasis</a:t>
            </a:r>
            <a:endParaRPr sz="2000" b="0" i="0" u="none" strike="noStrike" cap="none">
              <a:solidFill>
                <a:srgbClr val="0000FF"/>
              </a:solidFill>
              <a:latin typeface="Poppins"/>
              <a:ea typeface="Poppins"/>
              <a:cs typeface="Poppins"/>
              <a:sym typeface="Poppins"/>
            </a:endParaRPr>
          </a:p>
          <a:p>
            <a:pPr marL="0" marR="0" lvl="0" indent="0" algn="l" rtl="0">
              <a:lnSpc>
                <a:spcPct val="100000"/>
              </a:lnSpc>
              <a:spcBef>
                <a:spcPts val="0"/>
              </a:spcBef>
              <a:spcAft>
                <a:spcPts val="0"/>
              </a:spcAft>
              <a:buClr>
                <a:srgbClr val="000000"/>
              </a:buClr>
              <a:buSzPts val="3200"/>
              <a:buFont typeface="Arial"/>
              <a:buNone/>
            </a:pPr>
            <a:endParaRPr sz="3200" b="0" i="0" u="none" strike="noStrike" cap="none">
              <a:solidFill>
                <a:srgbClr val="0000FF"/>
              </a:solidFill>
              <a:latin typeface="Calibri"/>
              <a:ea typeface="Calibri"/>
              <a:cs typeface="Calibri"/>
              <a:sym typeface="Calibri"/>
            </a:endParaRPr>
          </a:p>
        </p:txBody>
      </p:sp>
      <p:sp>
        <p:nvSpPr>
          <p:cNvPr id="953" name="Google Shape;953;p24"/>
          <p:cNvSpPr txBox="1"/>
          <p:nvPr/>
        </p:nvSpPr>
        <p:spPr>
          <a:xfrm>
            <a:off x="1014150" y="7641200"/>
            <a:ext cx="1737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US" sz="2000" b="0" i="0" u="none" strike="noStrike" cap="none">
                <a:solidFill>
                  <a:srgbClr val="0000FF"/>
                </a:solidFill>
                <a:latin typeface="Poppins"/>
                <a:ea typeface="Poppins"/>
                <a:cs typeface="Poppins"/>
                <a:sym typeface="Poppins"/>
              </a:rPr>
              <a:t>amígdala</a:t>
            </a:r>
            <a:endParaRPr sz="2000" b="0" i="0" u="none" strike="noStrike" cap="none">
              <a:solidFill>
                <a:srgbClr val="0000FF"/>
              </a:solidFill>
              <a:latin typeface="Poppins"/>
              <a:ea typeface="Poppins"/>
              <a:cs typeface="Poppins"/>
              <a:sym typeface="Poppins"/>
            </a:endParaRPr>
          </a:p>
          <a:p>
            <a:pPr marL="0" marR="0" lvl="0" indent="0" algn="l" rtl="0">
              <a:lnSpc>
                <a:spcPct val="100000"/>
              </a:lnSpc>
              <a:spcBef>
                <a:spcPts val="0"/>
              </a:spcBef>
              <a:spcAft>
                <a:spcPts val="0"/>
              </a:spcAft>
              <a:buClr>
                <a:schemeClr val="dk1"/>
              </a:buClr>
              <a:buSzPts val="1100"/>
              <a:buFont typeface="Arial"/>
              <a:buNone/>
            </a:pPr>
            <a:r>
              <a:rPr lang="en-US" sz="2000" b="0" i="0" u="none" strike="noStrike" cap="none">
                <a:solidFill>
                  <a:srgbClr val="0000FF"/>
                </a:solidFill>
                <a:latin typeface="Poppins"/>
                <a:ea typeface="Poppins"/>
                <a:cs typeface="Poppins"/>
                <a:sym typeface="Poppins"/>
              </a:rPr>
              <a:t>emoción</a:t>
            </a:r>
            <a:endParaRPr sz="2000" b="0" i="0" u="none" strike="noStrike" cap="none">
              <a:solidFill>
                <a:srgbClr val="0000FF"/>
              </a:solidFill>
              <a:latin typeface="Poppins"/>
              <a:ea typeface="Poppins"/>
              <a:cs typeface="Poppins"/>
              <a:sym typeface="Poppins"/>
            </a:endParaRPr>
          </a:p>
          <a:p>
            <a:pPr marL="0" marR="0" lvl="0" indent="0" algn="l" rtl="0">
              <a:lnSpc>
                <a:spcPct val="100000"/>
              </a:lnSpc>
              <a:spcBef>
                <a:spcPts val="0"/>
              </a:spcBef>
              <a:spcAft>
                <a:spcPts val="0"/>
              </a:spcAft>
              <a:buClr>
                <a:srgbClr val="000000"/>
              </a:buClr>
              <a:buSzPts val="3200"/>
              <a:buFont typeface="Arial"/>
              <a:buNone/>
            </a:pPr>
            <a:endParaRPr sz="3200" b="0" i="0" u="none" strike="noStrike" cap="none">
              <a:solidFill>
                <a:schemeClr val="dk1"/>
              </a:solidFill>
              <a:latin typeface="Calibri"/>
              <a:ea typeface="Calibri"/>
              <a:cs typeface="Calibri"/>
              <a:sym typeface="Calibri"/>
            </a:endParaRPr>
          </a:p>
        </p:txBody>
      </p:sp>
      <p:sp>
        <p:nvSpPr>
          <p:cNvPr id="954" name="Google Shape;954;p24"/>
          <p:cNvSpPr txBox="1"/>
          <p:nvPr/>
        </p:nvSpPr>
        <p:spPr>
          <a:xfrm>
            <a:off x="1014150" y="9052525"/>
            <a:ext cx="2765700" cy="1108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US" sz="2000" b="0" i="0" u="none" strike="noStrike" cap="none">
                <a:solidFill>
                  <a:srgbClr val="0000FF"/>
                </a:solidFill>
                <a:latin typeface="Poppins"/>
                <a:ea typeface="Poppins"/>
                <a:cs typeface="Poppins"/>
                <a:sym typeface="Poppins"/>
              </a:rPr>
              <a:t>hipocampo</a:t>
            </a:r>
            <a:endParaRPr sz="2000" b="0" i="0" u="none" strike="noStrike" cap="none">
              <a:solidFill>
                <a:srgbClr val="0000FF"/>
              </a:solidFill>
              <a:latin typeface="Poppins"/>
              <a:ea typeface="Poppins"/>
              <a:cs typeface="Poppins"/>
              <a:sym typeface="Poppins"/>
            </a:endParaRPr>
          </a:p>
          <a:p>
            <a:pPr marL="0" marR="0" lvl="0" indent="0" algn="l" rtl="0">
              <a:lnSpc>
                <a:spcPct val="100000"/>
              </a:lnSpc>
              <a:spcBef>
                <a:spcPts val="0"/>
              </a:spcBef>
              <a:spcAft>
                <a:spcPts val="0"/>
              </a:spcAft>
              <a:buClr>
                <a:schemeClr val="dk1"/>
              </a:buClr>
              <a:buSzPts val="1100"/>
              <a:buFont typeface="Arial"/>
              <a:buNone/>
            </a:pPr>
            <a:r>
              <a:rPr lang="en-US" sz="2000" b="0" i="0" u="none" strike="noStrike" cap="none">
                <a:solidFill>
                  <a:srgbClr val="0000FF"/>
                </a:solidFill>
                <a:latin typeface="Poppins"/>
                <a:ea typeface="Poppins"/>
                <a:cs typeface="Poppins"/>
                <a:sym typeface="Poppins"/>
              </a:rPr>
              <a:t>conversión de memoria</a:t>
            </a:r>
            <a:endParaRPr sz="2000" b="0" i="0" u="none" strike="noStrike" cap="none">
              <a:solidFill>
                <a:srgbClr val="0000FF"/>
              </a:solidFill>
              <a:latin typeface="Poppins"/>
              <a:ea typeface="Poppins"/>
              <a:cs typeface="Poppins"/>
              <a:sym typeface="Poppin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958"/>
        <p:cNvGrpSpPr/>
        <p:nvPr/>
      </p:nvGrpSpPr>
      <p:grpSpPr>
        <a:xfrm>
          <a:off x="0" y="0"/>
          <a:ext cx="0" cy="0"/>
          <a:chOff x="0" y="0"/>
          <a:chExt cx="0" cy="0"/>
        </a:xfrm>
      </p:grpSpPr>
      <p:cxnSp>
        <p:nvCxnSpPr>
          <p:cNvPr id="959" name="Google Shape;959;p25"/>
          <p:cNvCxnSpPr/>
          <p:nvPr/>
        </p:nvCxnSpPr>
        <p:spPr>
          <a:xfrm rot="10800000" flipH="1">
            <a:off x="9144034" y="2193451"/>
            <a:ext cx="8115300" cy="18900"/>
          </a:xfrm>
          <a:prstGeom prst="straightConnector1">
            <a:avLst/>
          </a:prstGeom>
          <a:noFill/>
          <a:ln w="28575" cap="rnd" cmpd="sng">
            <a:solidFill>
              <a:srgbClr val="136447"/>
            </a:solidFill>
            <a:prstDash val="solid"/>
            <a:round/>
            <a:headEnd type="none" w="sm" len="sm"/>
            <a:tailEnd type="none" w="sm" len="sm"/>
          </a:ln>
        </p:spPr>
      </p:cxnSp>
      <p:sp>
        <p:nvSpPr>
          <p:cNvPr id="960" name="Google Shape;960;p25"/>
          <p:cNvSpPr txBox="1"/>
          <p:nvPr/>
        </p:nvSpPr>
        <p:spPr>
          <a:xfrm>
            <a:off x="3725925" y="282575"/>
            <a:ext cx="15606600" cy="17376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4908"/>
              <a:buFont typeface="Arial"/>
              <a:buNone/>
            </a:pPr>
            <a:r>
              <a:rPr lang="en-US" sz="4908" b="1" i="0" u="none" strike="noStrike" cap="none">
                <a:solidFill>
                  <a:srgbClr val="136447"/>
                </a:solidFill>
                <a:latin typeface="Poppins"/>
                <a:ea typeface="Poppins"/>
                <a:cs typeface="Poppins"/>
                <a:sym typeface="Poppins"/>
              </a:rPr>
              <a:t>The Midbrain - Relay and Regulation</a:t>
            </a:r>
            <a:endParaRPr sz="4908" b="1" i="0" u="none" strike="noStrike" cap="none">
              <a:solidFill>
                <a:srgbClr val="136447"/>
              </a:solidFill>
              <a:latin typeface="Poppins"/>
              <a:ea typeface="Poppins"/>
              <a:cs typeface="Poppins"/>
              <a:sym typeface="Poppins"/>
            </a:endParaRPr>
          </a:p>
          <a:p>
            <a:pPr marL="0" marR="0" lvl="0" indent="0" algn="ctr" rtl="0">
              <a:lnSpc>
                <a:spcPct val="130009"/>
              </a:lnSpc>
              <a:spcBef>
                <a:spcPts val="0"/>
              </a:spcBef>
              <a:spcAft>
                <a:spcPts val="0"/>
              </a:spcAft>
              <a:buClr>
                <a:srgbClr val="000000"/>
              </a:buClr>
              <a:buSzPts val="4908"/>
              <a:buFont typeface="Arial"/>
              <a:buNone/>
            </a:pPr>
            <a:r>
              <a:rPr lang="en-US" sz="4908" b="1" i="0" u="none" strike="noStrike" cap="none">
                <a:solidFill>
                  <a:srgbClr val="0000FF"/>
                </a:solidFill>
                <a:latin typeface="Poppins"/>
                <a:ea typeface="Poppins"/>
                <a:cs typeface="Poppins"/>
                <a:sym typeface="Poppins"/>
              </a:rPr>
              <a:t>El mesencéfalo: relevo y regulación</a:t>
            </a:r>
            <a:endParaRPr sz="4908" b="1" i="0" u="none" strike="noStrike" cap="none">
              <a:solidFill>
                <a:srgbClr val="0000FF"/>
              </a:solidFill>
              <a:latin typeface="Poppins"/>
              <a:ea typeface="Poppins"/>
              <a:cs typeface="Poppins"/>
              <a:sym typeface="Poppins"/>
            </a:endParaRPr>
          </a:p>
        </p:txBody>
      </p:sp>
      <p:sp>
        <p:nvSpPr>
          <p:cNvPr id="961" name="Google Shape;961;p25"/>
          <p:cNvSpPr txBox="1"/>
          <p:nvPr/>
        </p:nvSpPr>
        <p:spPr>
          <a:xfrm>
            <a:off x="9420726" y="2543075"/>
            <a:ext cx="8211300" cy="13299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2D2F3B"/>
                </a:solidFill>
                <a:latin typeface="Poppins Medium"/>
                <a:ea typeface="Poppins Medium"/>
                <a:cs typeface="Poppins Medium"/>
                <a:sym typeface="Poppins Medium"/>
              </a:rPr>
              <a:t>The small, upper part of the brain stem</a:t>
            </a: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0000FF"/>
                </a:solidFill>
                <a:latin typeface="Poppins Medium"/>
                <a:ea typeface="Poppins Medium"/>
                <a:cs typeface="Poppins Medium"/>
                <a:sym typeface="Poppins Medium"/>
              </a:rPr>
              <a:t>La pequeña parte superior del tronco encefálico</a:t>
            </a:r>
            <a:endParaRPr sz="2700" b="1" i="0" u="none" strike="noStrike" cap="none">
              <a:solidFill>
                <a:srgbClr val="0000FF"/>
              </a:solidFill>
              <a:latin typeface="Poppins Medium"/>
              <a:ea typeface="Poppins Medium"/>
              <a:cs typeface="Poppins Medium"/>
              <a:sym typeface="Poppins Medium"/>
            </a:endParaRPr>
          </a:p>
        </p:txBody>
      </p:sp>
      <p:sp>
        <p:nvSpPr>
          <p:cNvPr id="962" name="Google Shape;962;p25"/>
          <p:cNvSpPr txBox="1"/>
          <p:nvPr/>
        </p:nvSpPr>
        <p:spPr>
          <a:xfrm>
            <a:off x="9420725" y="4246575"/>
            <a:ext cx="7838700" cy="22443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2D2F3B"/>
                </a:solidFill>
                <a:latin typeface="Poppins Medium"/>
                <a:ea typeface="Poppins Medium"/>
                <a:cs typeface="Poppins Medium"/>
                <a:sym typeface="Poppins Medium"/>
              </a:rPr>
              <a:t>Acts as a bridge between the forebrain and hindbrain to relay information</a:t>
            </a: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a:solidFill>
                  <a:srgbClr val="0000FF"/>
                </a:solidFill>
                <a:latin typeface="Poppins Medium"/>
                <a:ea typeface="Poppins Medium"/>
                <a:cs typeface="Poppins Medium"/>
                <a:sym typeface="Poppins Medium"/>
              </a:rPr>
              <a:t>Funciona</a:t>
            </a:r>
            <a:r>
              <a:rPr lang="en-US" sz="2700" b="1" i="0" u="none" strike="noStrike" cap="none">
                <a:solidFill>
                  <a:srgbClr val="0000FF"/>
                </a:solidFill>
                <a:latin typeface="Poppins Medium"/>
                <a:ea typeface="Poppins Medium"/>
                <a:cs typeface="Poppins Medium"/>
                <a:sym typeface="Poppins Medium"/>
              </a:rPr>
              <a:t> como puente entre el prosencéfalo y el rombencéfalo para transmitir información</a:t>
            </a:r>
            <a:endParaRPr sz="2700" b="1" i="0" u="none" strike="noStrike" cap="none">
              <a:solidFill>
                <a:srgbClr val="0000FF"/>
              </a:solidFill>
              <a:latin typeface="Poppins Medium"/>
              <a:ea typeface="Poppins Medium"/>
              <a:cs typeface="Poppins Medium"/>
              <a:sym typeface="Poppins Medium"/>
            </a:endParaRPr>
          </a:p>
        </p:txBody>
      </p:sp>
      <p:sp>
        <p:nvSpPr>
          <p:cNvPr id="963" name="Google Shape;963;p25"/>
          <p:cNvSpPr txBox="1"/>
          <p:nvPr/>
        </p:nvSpPr>
        <p:spPr>
          <a:xfrm>
            <a:off x="9420726" y="6864500"/>
            <a:ext cx="8115300" cy="17871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2D2F3B"/>
                </a:solidFill>
                <a:latin typeface="Poppins Medium"/>
                <a:ea typeface="Poppins Medium"/>
                <a:cs typeface="Poppins Medium"/>
                <a:sym typeface="Poppins Medium"/>
              </a:rPr>
              <a:t>Controls reflexes related to vision and hearing </a:t>
            </a: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0000FF"/>
                </a:solidFill>
                <a:latin typeface="Poppins Medium"/>
                <a:ea typeface="Poppins Medium"/>
                <a:cs typeface="Poppins Medium"/>
                <a:sym typeface="Poppins Medium"/>
              </a:rPr>
              <a:t>Controla los reflejos relacionados con la visión y la audición</a:t>
            </a:r>
            <a:endParaRPr sz="2700" b="1" i="0" u="none" strike="noStrike" cap="none">
              <a:solidFill>
                <a:srgbClr val="0000FF"/>
              </a:solidFill>
              <a:latin typeface="Poppins Medium"/>
              <a:ea typeface="Poppins Medium"/>
              <a:cs typeface="Poppins Medium"/>
              <a:sym typeface="Poppins Medium"/>
            </a:endParaRPr>
          </a:p>
        </p:txBody>
      </p:sp>
      <p:sp>
        <p:nvSpPr>
          <p:cNvPr id="964" name="Google Shape;964;p25"/>
          <p:cNvSpPr txBox="1"/>
          <p:nvPr/>
        </p:nvSpPr>
        <p:spPr>
          <a:xfrm>
            <a:off x="9420718" y="8677331"/>
            <a:ext cx="7561800" cy="8727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2D2F3B"/>
                </a:solidFill>
                <a:latin typeface="Poppins"/>
                <a:ea typeface="Poppins"/>
                <a:cs typeface="Poppins"/>
                <a:sym typeface="Poppins"/>
              </a:rPr>
              <a:t>Role in alertness and arousal </a:t>
            </a:r>
            <a:endParaRPr sz="2700" b="1" i="0" u="none" strike="noStrike" cap="none">
              <a:solidFill>
                <a:srgbClr val="2D2F3B"/>
              </a:solidFill>
              <a:latin typeface="Poppins"/>
              <a:ea typeface="Poppins"/>
              <a:cs typeface="Poppins"/>
              <a:sym typeface="Poppins"/>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0000FF"/>
                </a:solidFill>
                <a:latin typeface="Poppins"/>
                <a:ea typeface="Poppins"/>
                <a:cs typeface="Poppins"/>
                <a:sym typeface="Poppins"/>
              </a:rPr>
              <a:t>Papel en el estado de alerta y la excitación</a:t>
            </a:r>
            <a:endParaRPr sz="2700" b="1" i="0" u="none" strike="noStrike" cap="none">
              <a:solidFill>
                <a:srgbClr val="0000FF"/>
              </a:solidFill>
              <a:latin typeface="Poppins"/>
              <a:ea typeface="Poppins"/>
              <a:cs typeface="Poppins"/>
              <a:sym typeface="Poppins"/>
            </a:endParaRPr>
          </a:p>
        </p:txBody>
      </p:sp>
      <p:pic>
        <p:nvPicPr>
          <p:cNvPr id="965" name="Google Shape;965;p25" title="Screenshot 2025-11-13 at 12.32.19 PM.png"/>
          <p:cNvPicPr preferRelativeResize="0"/>
          <p:nvPr/>
        </p:nvPicPr>
        <p:blipFill rotWithShape="1">
          <a:blip r:embed="rId3">
            <a:alphaModFix/>
          </a:blip>
          <a:srcRect/>
          <a:stretch/>
        </p:blipFill>
        <p:spPr>
          <a:xfrm>
            <a:off x="1132925" y="3429000"/>
            <a:ext cx="2424950" cy="514350"/>
          </a:xfrm>
          <a:prstGeom prst="rect">
            <a:avLst/>
          </a:prstGeom>
          <a:noFill/>
          <a:ln>
            <a:noFill/>
          </a:ln>
        </p:spPr>
      </p:pic>
      <p:pic>
        <p:nvPicPr>
          <p:cNvPr id="966" name="Google Shape;966;p25" title="Screenshot 2025-11-13 at 3.31.17 PM.png"/>
          <p:cNvPicPr preferRelativeResize="0"/>
          <p:nvPr/>
        </p:nvPicPr>
        <p:blipFill rotWithShape="1">
          <a:blip r:embed="rId4">
            <a:alphaModFix/>
          </a:blip>
          <a:srcRect/>
          <a:stretch/>
        </p:blipFill>
        <p:spPr>
          <a:xfrm>
            <a:off x="762425" y="2442875"/>
            <a:ext cx="7619153" cy="7564600"/>
          </a:xfrm>
          <a:prstGeom prst="rect">
            <a:avLst/>
          </a:prstGeom>
          <a:noFill/>
          <a:ln>
            <a:noFill/>
          </a:ln>
        </p:spPr>
      </p:pic>
      <p:sp>
        <p:nvSpPr>
          <p:cNvPr id="967" name="Google Shape;967;p25"/>
          <p:cNvSpPr/>
          <p:nvPr/>
        </p:nvSpPr>
        <p:spPr>
          <a:xfrm>
            <a:off x="1282700" y="6021275"/>
            <a:ext cx="1447800" cy="584100"/>
          </a:xfrm>
          <a:prstGeom prst="ellipse">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68" name="Google Shape;968;p25"/>
          <p:cNvSpPr txBox="1"/>
          <p:nvPr/>
        </p:nvSpPr>
        <p:spPr>
          <a:xfrm>
            <a:off x="1132925" y="5568000"/>
            <a:ext cx="2199000" cy="335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100"/>
              <a:buFont typeface="Arial"/>
              <a:buNone/>
            </a:pPr>
            <a:r>
              <a:rPr lang="en-US" sz="2100" b="0" i="0" u="none" strike="noStrike" cap="none">
                <a:solidFill>
                  <a:srgbClr val="0000FF"/>
                </a:solidFill>
                <a:latin typeface="Poppins"/>
                <a:ea typeface="Poppins"/>
                <a:cs typeface="Poppins"/>
                <a:sym typeface="Poppins"/>
              </a:rPr>
              <a:t>Mesencéfalo</a:t>
            </a:r>
            <a:endParaRPr sz="2100" b="0" i="0" u="none" strike="noStrike" cap="none">
              <a:solidFill>
                <a:srgbClr val="0000FF"/>
              </a:solidFill>
              <a:latin typeface="Poppins"/>
              <a:ea typeface="Poppins"/>
              <a:cs typeface="Poppins"/>
              <a:sym typeface="Poppins"/>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972"/>
        <p:cNvGrpSpPr/>
        <p:nvPr/>
      </p:nvGrpSpPr>
      <p:grpSpPr>
        <a:xfrm>
          <a:off x="0" y="0"/>
          <a:ext cx="0" cy="0"/>
          <a:chOff x="0" y="0"/>
          <a:chExt cx="0" cy="0"/>
        </a:xfrm>
      </p:grpSpPr>
      <p:cxnSp>
        <p:nvCxnSpPr>
          <p:cNvPr id="973" name="Google Shape;973;p26"/>
          <p:cNvCxnSpPr/>
          <p:nvPr/>
        </p:nvCxnSpPr>
        <p:spPr>
          <a:xfrm rot="10800000" flipH="1">
            <a:off x="1639909" y="2383476"/>
            <a:ext cx="8115300" cy="18900"/>
          </a:xfrm>
          <a:prstGeom prst="straightConnector1">
            <a:avLst/>
          </a:prstGeom>
          <a:noFill/>
          <a:ln w="28575" cap="rnd" cmpd="sng">
            <a:solidFill>
              <a:srgbClr val="136447"/>
            </a:solidFill>
            <a:prstDash val="solid"/>
            <a:round/>
            <a:headEnd type="none" w="sm" len="sm"/>
            <a:tailEnd type="none" w="sm" len="sm"/>
          </a:ln>
        </p:spPr>
      </p:cxnSp>
      <p:sp>
        <p:nvSpPr>
          <p:cNvPr id="974" name="Google Shape;974;p26"/>
          <p:cNvSpPr txBox="1"/>
          <p:nvPr/>
        </p:nvSpPr>
        <p:spPr>
          <a:xfrm>
            <a:off x="456400" y="346325"/>
            <a:ext cx="15671400" cy="1888500"/>
          </a:xfrm>
          <a:prstGeom prst="rect">
            <a:avLst/>
          </a:prstGeom>
          <a:noFill/>
          <a:ln>
            <a:noFill/>
          </a:ln>
        </p:spPr>
        <p:txBody>
          <a:bodyPr spcFirstLastPara="1" wrap="square" lIns="0" tIns="0" rIns="0" bIns="0" anchor="t" anchorCtr="0">
            <a:spAutoFit/>
          </a:bodyPr>
          <a:lstStyle/>
          <a:p>
            <a:pPr marL="0" marR="0" lvl="0" indent="0" algn="l" rtl="0">
              <a:lnSpc>
                <a:spcPct val="130009"/>
              </a:lnSpc>
              <a:spcBef>
                <a:spcPts val="0"/>
              </a:spcBef>
              <a:spcAft>
                <a:spcPts val="0"/>
              </a:spcAft>
              <a:buClr>
                <a:srgbClr val="000000"/>
              </a:buClr>
              <a:buSzPts val="5508"/>
              <a:buFont typeface="Arial"/>
              <a:buNone/>
            </a:pPr>
            <a:r>
              <a:rPr lang="en-US" sz="5508" b="1" i="0" u="none" strike="noStrike" cap="none">
                <a:solidFill>
                  <a:srgbClr val="136447"/>
                </a:solidFill>
                <a:latin typeface="Poppins"/>
                <a:ea typeface="Poppins"/>
                <a:cs typeface="Poppins"/>
                <a:sym typeface="Poppins"/>
              </a:rPr>
              <a:t>The Hindbrain - Basic Life Support</a:t>
            </a:r>
            <a:endParaRPr sz="5508" b="1" i="0" u="none" strike="noStrike" cap="none">
              <a:solidFill>
                <a:srgbClr val="136447"/>
              </a:solidFill>
              <a:latin typeface="Poppins"/>
              <a:ea typeface="Poppins"/>
              <a:cs typeface="Poppins"/>
              <a:sym typeface="Poppins"/>
            </a:endParaRPr>
          </a:p>
          <a:p>
            <a:pPr marL="0" marR="0" lvl="0" indent="0" algn="l" rtl="0">
              <a:lnSpc>
                <a:spcPct val="130009"/>
              </a:lnSpc>
              <a:spcBef>
                <a:spcPts val="0"/>
              </a:spcBef>
              <a:spcAft>
                <a:spcPts val="0"/>
              </a:spcAft>
              <a:buClr>
                <a:srgbClr val="000000"/>
              </a:buClr>
              <a:buSzPts val="5108"/>
              <a:buFont typeface="Arial"/>
              <a:buNone/>
            </a:pPr>
            <a:r>
              <a:rPr lang="en-US" sz="5108" b="1" i="0" u="none" strike="noStrike" cap="none">
                <a:solidFill>
                  <a:srgbClr val="0000FF"/>
                </a:solidFill>
                <a:latin typeface="Poppins"/>
                <a:ea typeface="Poppins"/>
                <a:cs typeface="Poppins"/>
                <a:sym typeface="Poppins"/>
              </a:rPr>
              <a:t>El cerebro posterior - Soporte vital básico</a:t>
            </a:r>
            <a:endParaRPr sz="5108" b="1" i="0" u="none" strike="noStrike" cap="none">
              <a:solidFill>
                <a:srgbClr val="0000FF"/>
              </a:solidFill>
              <a:latin typeface="Poppins"/>
              <a:ea typeface="Poppins"/>
              <a:cs typeface="Poppins"/>
              <a:sym typeface="Poppins"/>
            </a:endParaRPr>
          </a:p>
        </p:txBody>
      </p:sp>
      <p:sp>
        <p:nvSpPr>
          <p:cNvPr id="975" name="Google Shape;975;p26"/>
          <p:cNvSpPr txBox="1"/>
          <p:nvPr/>
        </p:nvSpPr>
        <p:spPr>
          <a:xfrm>
            <a:off x="631825" y="2676125"/>
            <a:ext cx="17434500" cy="17871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2D2F3B"/>
                </a:solidFill>
                <a:latin typeface="Poppins Medium"/>
                <a:ea typeface="Poppins Medium"/>
                <a:cs typeface="Poppins Medium"/>
                <a:sym typeface="Poppins Medium"/>
              </a:rPr>
              <a:t>Controls essential automatic bodily functions and is evolutionarily the most ancient part of the brain</a:t>
            </a:r>
            <a:endParaRPr sz="27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700"/>
              <a:buFont typeface="Arial"/>
              <a:buNone/>
            </a:pPr>
            <a:r>
              <a:rPr lang="en-US" sz="2700" b="1" i="0" u="none" strike="noStrike" cap="none">
                <a:solidFill>
                  <a:srgbClr val="0000FF"/>
                </a:solidFill>
                <a:latin typeface="Poppins Medium"/>
                <a:ea typeface="Poppins Medium"/>
                <a:cs typeface="Poppins Medium"/>
                <a:sym typeface="Poppins Medium"/>
              </a:rPr>
              <a:t>Controla funciones corporales automáticas esenciales y es, evolutivamente, la parte más antigua del cerebro.</a:t>
            </a:r>
            <a:endParaRPr sz="2700" b="1" i="0" u="none" strike="noStrike" cap="none">
              <a:solidFill>
                <a:srgbClr val="0000FF"/>
              </a:solidFill>
              <a:latin typeface="Poppins Medium"/>
              <a:ea typeface="Poppins Medium"/>
              <a:cs typeface="Poppins Medium"/>
              <a:sym typeface="Poppins Medium"/>
            </a:endParaRPr>
          </a:p>
        </p:txBody>
      </p:sp>
      <p:grpSp>
        <p:nvGrpSpPr>
          <p:cNvPr id="976" name="Google Shape;976;p26"/>
          <p:cNvGrpSpPr/>
          <p:nvPr/>
        </p:nvGrpSpPr>
        <p:grpSpPr>
          <a:xfrm>
            <a:off x="994675" y="4736976"/>
            <a:ext cx="4781806" cy="5236075"/>
            <a:chOff x="0" y="-57150"/>
            <a:chExt cx="700036" cy="766539"/>
          </a:xfrm>
        </p:grpSpPr>
        <p:sp>
          <p:nvSpPr>
            <p:cNvPr id="977" name="Google Shape;977;p26"/>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0F5DB"/>
            </a:solidFill>
            <a:ln>
              <a:noFill/>
            </a:ln>
          </p:spPr>
          <p:txBody>
            <a:bodyPr spcFirstLastPara="1" wrap="square" lIns="143100" tIns="143100" rIns="143100" bIns="1431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8" name="Google Shape;978;p26"/>
            <p:cNvSpPr txBox="1"/>
            <p:nvPr/>
          </p:nvSpPr>
          <p:spPr>
            <a:xfrm>
              <a:off x="0" y="-57150"/>
              <a:ext cx="699900" cy="766500"/>
            </a:xfrm>
            <a:prstGeom prst="rect">
              <a:avLst/>
            </a:prstGeom>
            <a:solidFill>
              <a:srgbClr val="F4CCCC"/>
            </a:solidFill>
            <a:ln>
              <a:noFill/>
            </a:ln>
          </p:spPr>
          <p:txBody>
            <a:bodyPr spcFirstLastPara="1" wrap="square" lIns="79500" tIns="79500" rIns="79500" bIns="79500" anchor="ctr" anchorCtr="0">
              <a:noAutofit/>
            </a:bodyPr>
            <a:lstStyle/>
            <a:p>
              <a:pPr marL="0" marR="0" lvl="0" indent="0" algn="ctr" rtl="0">
                <a:lnSpc>
                  <a:spcPct val="147722"/>
                </a:lnSpc>
                <a:spcBef>
                  <a:spcPts val="0"/>
                </a:spcBef>
                <a:spcAft>
                  <a:spcPts val="0"/>
                </a:spcAft>
                <a:buClr>
                  <a:srgbClr val="000000"/>
                </a:buClr>
                <a:buSzPts val="2817"/>
                <a:buFont typeface="Arial"/>
                <a:buNone/>
              </a:pPr>
              <a:endParaRPr sz="2817" b="0" i="0" u="none" strike="noStrike" cap="none">
                <a:solidFill>
                  <a:schemeClr val="dk1"/>
                </a:solidFill>
                <a:latin typeface="Calibri"/>
                <a:ea typeface="Calibri"/>
                <a:cs typeface="Calibri"/>
                <a:sym typeface="Calibri"/>
              </a:endParaRPr>
            </a:p>
          </p:txBody>
        </p:sp>
      </p:grpSp>
      <p:sp>
        <p:nvSpPr>
          <p:cNvPr id="979" name="Google Shape;979;p26"/>
          <p:cNvSpPr txBox="1"/>
          <p:nvPr/>
        </p:nvSpPr>
        <p:spPr>
          <a:xfrm>
            <a:off x="1147424" y="4980063"/>
            <a:ext cx="4476300" cy="15177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900"/>
              <a:buFont typeface="Arial"/>
              <a:buNone/>
            </a:pPr>
            <a:r>
              <a:rPr lang="en-US" sz="2900" b="1" i="0" u="none" strike="noStrike" cap="none">
                <a:solidFill>
                  <a:srgbClr val="13655A"/>
                </a:solidFill>
                <a:latin typeface="Poppins"/>
                <a:ea typeface="Poppins"/>
                <a:cs typeface="Poppins"/>
                <a:sym typeface="Poppins"/>
              </a:rPr>
              <a:t>Medulla Oblongata | </a:t>
            </a:r>
            <a:r>
              <a:rPr lang="en-US" sz="2900" b="1" i="0" u="none" strike="noStrike" cap="none">
                <a:solidFill>
                  <a:srgbClr val="0000FF"/>
                </a:solidFill>
                <a:latin typeface="Poppins"/>
                <a:ea typeface="Poppins"/>
                <a:cs typeface="Poppins"/>
                <a:sym typeface="Poppins"/>
              </a:rPr>
              <a:t>El bulbo raquídeo</a:t>
            </a:r>
            <a:endParaRPr sz="2900" b="1" i="0" u="none" strike="noStrike" cap="none">
              <a:solidFill>
                <a:srgbClr val="0000FF"/>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900"/>
              <a:buFont typeface="Arial"/>
              <a:buNone/>
            </a:pPr>
            <a:endParaRPr sz="2900" b="1" i="0" u="none" strike="noStrike" cap="none">
              <a:solidFill>
                <a:srgbClr val="13655A"/>
              </a:solidFill>
              <a:latin typeface="Poppins"/>
              <a:ea typeface="Poppins"/>
              <a:cs typeface="Poppins"/>
              <a:sym typeface="Poppins"/>
            </a:endParaRPr>
          </a:p>
        </p:txBody>
      </p:sp>
      <p:grpSp>
        <p:nvGrpSpPr>
          <p:cNvPr id="980" name="Google Shape;980;p26"/>
          <p:cNvGrpSpPr/>
          <p:nvPr/>
        </p:nvGrpSpPr>
        <p:grpSpPr>
          <a:xfrm>
            <a:off x="6753100" y="4736964"/>
            <a:ext cx="4781806" cy="5236075"/>
            <a:chOff x="0" y="-57150"/>
            <a:chExt cx="700036" cy="766539"/>
          </a:xfrm>
        </p:grpSpPr>
        <p:sp>
          <p:nvSpPr>
            <p:cNvPr id="981" name="Google Shape;981;p26"/>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4CCCC"/>
            </a:solidFill>
            <a:ln>
              <a:noFill/>
            </a:ln>
          </p:spPr>
          <p:txBody>
            <a:bodyPr spcFirstLastPara="1" wrap="square" lIns="143100" tIns="143100" rIns="143100" bIns="1431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2" name="Google Shape;982;p26"/>
            <p:cNvSpPr txBox="1"/>
            <p:nvPr/>
          </p:nvSpPr>
          <p:spPr>
            <a:xfrm>
              <a:off x="0" y="-57150"/>
              <a:ext cx="699900" cy="766500"/>
            </a:xfrm>
            <a:prstGeom prst="rect">
              <a:avLst/>
            </a:prstGeom>
            <a:solidFill>
              <a:srgbClr val="F4CCCC"/>
            </a:solidFill>
            <a:ln>
              <a:noFill/>
            </a:ln>
          </p:spPr>
          <p:txBody>
            <a:bodyPr spcFirstLastPara="1" wrap="square" lIns="79500" tIns="79500" rIns="79500" bIns="79500" anchor="ctr" anchorCtr="0">
              <a:noAutofit/>
            </a:bodyPr>
            <a:lstStyle/>
            <a:p>
              <a:pPr marL="0" marR="0" lvl="0" indent="0" algn="ctr" rtl="0">
                <a:lnSpc>
                  <a:spcPct val="147722"/>
                </a:lnSpc>
                <a:spcBef>
                  <a:spcPts val="0"/>
                </a:spcBef>
                <a:spcAft>
                  <a:spcPts val="0"/>
                </a:spcAft>
                <a:buClr>
                  <a:srgbClr val="000000"/>
                </a:buClr>
                <a:buSzPts val="2817"/>
                <a:buFont typeface="Arial"/>
                <a:buNone/>
              </a:pPr>
              <a:endParaRPr sz="2817" b="0" i="0" u="none" strike="noStrike" cap="none">
                <a:solidFill>
                  <a:schemeClr val="dk1"/>
                </a:solidFill>
                <a:latin typeface="Calibri"/>
                <a:ea typeface="Calibri"/>
                <a:cs typeface="Calibri"/>
                <a:sym typeface="Calibri"/>
              </a:endParaRPr>
            </a:p>
          </p:txBody>
        </p:sp>
      </p:grpSp>
      <p:sp>
        <p:nvSpPr>
          <p:cNvPr id="983" name="Google Shape;983;p26"/>
          <p:cNvSpPr txBox="1"/>
          <p:nvPr/>
        </p:nvSpPr>
        <p:spPr>
          <a:xfrm>
            <a:off x="7398302" y="4980051"/>
            <a:ext cx="3491400" cy="9819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900"/>
              <a:buFont typeface="Arial"/>
              <a:buNone/>
            </a:pPr>
            <a:r>
              <a:rPr lang="en-US" sz="2900" b="1" i="0" u="none" strike="noStrike" cap="none">
                <a:solidFill>
                  <a:srgbClr val="13655A"/>
                </a:solidFill>
                <a:latin typeface="Poppins"/>
                <a:ea typeface="Poppins"/>
                <a:cs typeface="Poppins"/>
                <a:sym typeface="Poppins"/>
              </a:rPr>
              <a:t>Cerebellum | </a:t>
            </a:r>
            <a:r>
              <a:rPr lang="en-US" sz="2900" b="1" i="0" u="none" strike="noStrike" cap="none">
                <a:solidFill>
                  <a:srgbClr val="0000FF"/>
                </a:solidFill>
                <a:latin typeface="Poppins"/>
                <a:ea typeface="Poppins"/>
                <a:cs typeface="Poppins"/>
                <a:sym typeface="Poppins"/>
              </a:rPr>
              <a:t>Cerebelo</a:t>
            </a:r>
            <a:endParaRPr sz="2800" b="0" i="0" u="none" strike="noStrike" cap="none">
              <a:solidFill>
                <a:srgbClr val="0000FF"/>
              </a:solidFill>
              <a:latin typeface="Arial"/>
              <a:ea typeface="Arial"/>
              <a:cs typeface="Arial"/>
              <a:sym typeface="Arial"/>
            </a:endParaRPr>
          </a:p>
        </p:txBody>
      </p:sp>
      <p:grpSp>
        <p:nvGrpSpPr>
          <p:cNvPr id="984" name="Google Shape;984;p26"/>
          <p:cNvGrpSpPr/>
          <p:nvPr/>
        </p:nvGrpSpPr>
        <p:grpSpPr>
          <a:xfrm>
            <a:off x="12511525" y="4736976"/>
            <a:ext cx="4781806" cy="5236075"/>
            <a:chOff x="0" y="-57150"/>
            <a:chExt cx="700036" cy="766539"/>
          </a:xfrm>
        </p:grpSpPr>
        <p:sp>
          <p:nvSpPr>
            <p:cNvPr id="985" name="Google Shape;985;p26"/>
            <p:cNvSpPr/>
            <p:nvPr/>
          </p:nvSpPr>
          <p:spPr>
            <a:xfrm>
              <a:off x="0" y="0"/>
              <a:ext cx="700036" cy="709389"/>
            </a:xfrm>
            <a:custGeom>
              <a:avLst/>
              <a:gdLst/>
              <a:ahLst/>
              <a:cxnLst/>
              <a:rect l="l" t="t" r="r" b="b"/>
              <a:pathLst>
                <a:path w="700036" h="709389" extrusionOk="0">
                  <a:moveTo>
                    <a:pt x="76025" y="0"/>
                  </a:moveTo>
                  <a:lnTo>
                    <a:pt x="624011" y="0"/>
                  </a:lnTo>
                  <a:cubicBezTo>
                    <a:pt x="644174" y="0"/>
                    <a:pt x="663511" y="8010"/>
                    <a:pt x="677769" y="22267"/>
                  </a:cubicBezTo>
                  <a:cubicBezTo>
                    <a:pt x="692026" y="36525"/>
                    <a:pt x="700036" y="55862"/>
                    <a:pt x="700036" y="76025"/>
                  </a:cubicBezTo>
                  <a:lnTo>
                    <a:pt x="700036" y="633364"/>
                  </a:lnTo>
                  <a:cubicBezTo>
                    <a:pt x="700036" y="653527"/>
                    <a:pt x="692026" y="672864"/>
                    <a:pt x="677769" y="687122"/>
                  </a:cubicBezTo>
                  <a:cubicBezTo>
                    <a:pt x="663511" y="701379"/>
                    <a:pt x="644174" y="709389"/>
                    <a:pt x="624011" y="709389"/>
                  </a:cubicBezTo>
                  <a:lnTo>
                    <a:pt x="76025" y="709389"/>
                  </a:lnTo>
                  <a:cubicBezTo>
                    <a:pt x="34037" y="709389"/>
                    <a:pt x="0" y="675351"/>
                    <a:pt x="0" y="633364"/>
                  </a:cubicBezTo>
                  <a:lnTo>
                    <a:pt x="0" y="76025"/>
                  </a:lnTo>
                  <a:cubicBezTo>
                    <a:pt x="0" y="55862"/>
                    <a:pt x="8010" y="36525"/>
                    <a:pt x="22267" y="22267"/>
                  </a:cubicBezTo>
                  <a:cubicBezTo>
                    <a:pt x="36525" y="8010"/>
                    <a:pt x="55862" y="0"/>
                    <a:pt x="76025" y="0"/>
                  </a:cubicBezTo>
                  <a:close/>
                </a:path>
              </a:pathLst>
            </a:custGeom>
            <a:solidFill>
              <a:srgbClr val="F4CCCC"/>
            </a:solidFill>
            <a:ln>
              <a:noFill/>
            </a:ln>
          </p:spPr>
          <p:txBody>
            <a:bodyPr spcFirstLastPara="1" wrap="square" lIns="143100" tIns="143100" rIns="143100" bIns="1431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6" name="Google Shape;986;p26"/>
            <p:cNvSpPr txBox="1"/>
            <p:nvPr/>
          </p:nvSpPr>
          <p:spPr>
            <a:xfrm>
              <a:off x="0" y="-57150"/>
              <a:ext cx="699900" cy="766500"/>
            </a:xfrm>
            <a:prstGeom prst="rect">
              <a:avLst/>
            </a:prstGeom>
            <a:solidFill>
              <a:srgbClr val="F4CCCC"/>
            </a:solidFill>
            <a:ln>
              <a:noFill/>
            </a:ln>
          </p:spPr>
          <p:txBody>
            <a:bodyPr spcFirstLastPara="1" wrap="square" lIns="79500" tIns="79500" rIns="79500" bIns="79500" anchor="ctr" anchorCtr="0">
              <a:noAutofit/>
            </a:bodyPr>
            <a:lstStyle/>
            <a:p>
              <a:pPr marL="0" marR="0" lvl="0" indent="0" algn="ctr" rtl="0">
                <a:lnSpc>
                  <a:spcPct val="147722"/>
                </a:lnSpc>
                <a:spcBef>
                  <a:spcPts val="0"/>
                </a:spcBef>
                <a:spcAft>
                  <a:spcPts val="0"/>
                </a:spcAft>
                <a:buClr>
                  <a:srgbClr val="000000"/>
                </a:buClr>
                <a:buSzPts val="2817"/>
                <a:buFont typeface="Arial"/>
                <a:buNone/>
              </a:pPr>
              <a:endParaRPr sz="2817" b="0" i="0" u="none" strike="noStrike" cap="none">
                <a:solidFill>
                  <a:schemeClr val="dk1"/>
                </a:solidFill>
                <a:latin typeface="Calibri"/>
                <a:ea typeface="Calibri"/>
                <a:cs typeface="Calibri"/>
                <a:sym typeface="Calibri"/>
              </a:endParaRPr>
            </a:p>
          </p:txBody>
        </p:sp>
      </p:grpSp>
      <p:sp>
        <p:nvSpPr>
          <p:cNvPr id="987" name="Google Shape;987;p26"/>
          <p:cNvSpPr txBox="1"/>
          <p:nvPr/>
        </p:nvSpPr>
        <p:spPr>
          <a:xfrm>
            <a:off x="13156677" y="4980063"/>
            <a:ext cx="3491400" cy="9819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900"/>
              <a:buFont typeface="Arial"/>
              <a:buNone/>
            </a:pPr>
            <a:r>
              <a:rPr lang="en-US" sz="2900" b="1" i="0" u="none" strike="noStrike" cap="none">
                <a:solidFill>
                  <a:srgbClr val="13655A"/>
                </a:solidFill>
                <a:latin typeface="Poppins"/>
                <a:ea typeface="Poppins"/>
                <a:cs typeface="Poppins"/>
                <a:sym typeface="Poppins"/>
              </a:rPr>
              <a:t>Pons | </a:t>
            </a:r>
            <a:r>
              <a:rPr lang="en-US" sz="2900" b="1" i="0" u="none" strike="noStrike" cap="none">
                <a:solidFill>
                  <a:srgbClr val="0000FF"/>
                </a:solidFill>
                <a:latin typeface="Poppins"/>
                <a:ea typeface="Poppins"/>
                <a:cs typeface="Poppins"/>
                <a:sym typeface="Poppins"/>
              </a:rPr>
              <a:t>Puente de Varolio</a:t>
            </a:r>
            <a:endParaRPr sz="2800" b="0" i="0" u="none" strike="noStrike" cap="none">
              <a:solidFill>
                <a:srgbClr val="0000FF"/>
              </a:solidFill>
              <a:latin typeface="Arial"/>
              <a:ea typeface="Arial"/>
              <a:cs typeface="Arial"/>
              <a:sym typeface="Arial"/>
            </a:endParaRPr>
          </a:p>
        </p:txBody>
      </p:sp>
      <p:sp>
        <p:nvSpPr>
          <p:cNvPr id="988" name="Google Shape;988;p26"/>
          <p:cNvSpPr txBox="1"/>
          <p:nvPr/>
        </p:nvSpPr>
        <p:spPr>
          <a:xfrm>
            <a:off x="1245075" y="6181950"/>
            <a:ext cx="4281000" cy="34725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400"/>
              <a:buFont typeface="Arial"/>
              <a:buNone/>
            </a:pPr>
            <a:r>
              <a:rPr lang="en-US" sz="2400" b="0" i="0" u="none" strike="noStrike" cap="none">
                <a:solidFill>
                  <a:srgbClr val="13655A"/>
                </a:solidFill>
                <a:latin typeface="Poppins"/>
                <a:ea typeface="Poppins"/>
                <a:cs typeface="Poppins"/>
                <a:sym typeface="Poppins"/>
              </a:rPr>
              <a:t>Controls vital autonomic functions (breathing, heartbeat, digestion)</a:t>
            </a:r>
            <a:endParaRPr sz="24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400"/>
              <a:buFont typeface="Arial"/>
              <a:buNone/>
            </a:pPr>
            <a:endParaRPr sz="24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400"/>
              <a:buFont typeface="Arial"/>
              <a:buNone/>
            </a:pPr>
            <a:r>
              <a:rPr lang="en-US" sz="2400" b="0" i="0" u="none" strike="noStrike" cap="none">
                <a:solidFill>
                  <a:srgbClr val="0000FF"/>
                </a:solidFill>
                <a:latin typeface="Poppins"/>
                <a:ea typeface="Poppins"/>
                <a:cs typeface="Poppins"/>
                <a:sym typeface="Poppins"/>
              </a:rPr>
              <a:t>Controla las funciones autonómicas vitales (respiración, latidos del corazón, digestión)</a:t>
            </a:r>
            <a:endParaRPr sz="2400" b="0" i="0" u="none" strike="noStrike" cap="none">
              <a:solidFill>
                <a:srgbClr val="0000FF"/>
              </a:solidFill>
              <a:latin typeface="Poppins"/>
              <a:ea typeface="Poppins"/>
              <a:cs typeface="Poppins"/>
              <a:sym typeface="Poppins"/>
            </a:endParaRPr>
          </a:p>
        </p:txBody>
      </p:sp>
      <p:sp>
        <p:nvSpPr>
          <p:cNvPr id="989" name="Google Shape;989;p26"/>
          <p:cNvSpPr txBox="1"/>
          <p:nvPr/>
        </p:nvSpPr>
        <p:spPr>
          <a:xfrm>
            <a:off x="12761925" y="5961975"/>
            <a:ext cx="4281000" cy="4217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100"/>
              <a:buFont typeface="Arial"/>
              <a:buNone/>
            </a:pPr>
            <a:r>
              <a:rPr lang="en-US" sz="2100" b="0" i="0" u="none" strike="noStrike" cap="none">
                <a:solidFill>
                  <a:srgbClr val="13655A"/>
                </a:solidFill>
                <a:latin typeface="Poppins"/>
                <a:ea typeface="Poppins"/>
                <a:cs typeface="Poppins"/>
                <a:sym typeface="Poppins"/>
              </a:rPr>
              <a:t>Relays signals between the rest of the brain and the cerebellum; Coordinates signals between different brain regions</a:t>
            </a:r>
            <a:endParaRPr sz="21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100"/>
              <a:buFont typeface="Arial"/>
              <a:buNone/>
            </a:pPr>
            <a:endParaRPr sz="2100" b="0" i="0" u="none" strike="noStrike" cap="none">
              <a:solidFill>
                <a:srgbClr val="351C75"/>
              </a:solidFill>
              <a:latin typeface="Poppins"/>
              <a:ea typeface="Poppins"/>
              <a:cs typeface="Poppins"/>
              <a:sym typeface="Poppins"/>
            </a:endParaRPr>
          </a:p>
          <a:p>
            <a:pPr marL="0" marR="0" lvl="0" indent="0" algn="ctr" rtl="0">
              <a:lnSpc>
                <a:spcPct val="120000"/>
              </a:lnSpc>
              <a:spcBef>
                <a:spcPts val="0"/>
              </a:spcBef>
              <a:spcAft>
                <a:spcPts val="0"/>
              </a:spcAft>
              <a:buClr>
                <a:schemeClr val="dk1"/>
              </a:buClr>
              <a:buSzPts val="1100"/>
              <a:buFont typeface="Arial"/>
              <a:buNone/>
            </a:pPr>
            <a:r>
              <a:rPr lang="en-US" sz="2100" b="0" i="0" u="none" strike="noStrike" cap="none">
                <a:solidFill>
                  <a:srgbClr val="0000FF"/>
                </a:solidFill>
                <a:latin typeface="Poppins"/>
                <a:ea typeface="Poppins"/>
                <a:cs typeface="Poppins"/>
                <a:sym typeface="Poppins"/>
              </a:rPr>
              <a:t>Transmite señales entre el resto del cerebro y el cerebelo;</a:t>
            </a:r>
            <a:endParaRPr sz="2100" b="0" i="0" u="none" strike="noStrike" cap="none">
              <a:solidFill>
                <a:srgbClr val="0000FF"/>
              </a:solidFill>
              <a:latin typeface="Poppins"/>
              <a:ea typeface="Poppins"/>
              <a:cs typeface="Poppins"/>
              <a:sym typeface="Poppins"/>
            </a:endParaRPr>
          </a:p>
          <a:p>
            <a:pPr marL="0" marR="0" lvl="0" indent="0" algn="ctr" rtl="0">
              <a:lnSpc>
                <a:spcPct val="120000"/>
              </a:lnSpc>
              <a:spcBef>
                <a:spcPts val="0"/>
              </a:spcBef>
              <a:spcAft>
                <a:spcPts val="0"/>
              </a:spcAft>
              <a:buClr>
                <a:schemeClr val="dk1"/>
              </a:buClr>
              <a:buSzPts val="1100"/>
              <a:buFont typeface="Arial"/>
              <a:buNone/>
            </a:pPr>
            <a:r>
              <a:rPr lang="en-US" sz="2100" b="0" i="0" u="none" strike="noStrike" cap="none">
                <a:solidFill>
                  <a:srgbClr val="0000FF"/>
                </a:solidFill>
                <a:latin typeface="Poppins"/>
                <a:ea typeface="Poppins"/>
                <a:cs typeface="Poppins"/>
                <a:sym typeface="Poppins"/>
              </a:rPr>
              <a:t>Coordina las señales entre las diferentes regiones del cerebro</a:t>
            </a:r>
            <a:endParaRPr sz="2100" b="0" i="0" u="none" strike="noStrike" cap="none">
              <a:solidFill>
                <a:srgbClr val="0000FF"/>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200"/>
              <a:buFont typeface="Arial"/>
              <a:buNone/>
            </a:pPr>
            <a:endParaRPr sz="2200" b="0" i="0" u="none" strike="noStrike" cap="none">
              <a:solidFill>
                <a:srgbClr val="0000FF"/>
              </a:solidFill>
              <a:latin typeface="Poppins"/>
              <a:ea typeface="Poppins"/>
              <a:cs typeface="Poppins"/>
              <a:sym typeface="Poppins"/>
            </a:endParaRPr>
          </a:p>
        </p:txBody>
      </p:sp>
      <p:sp>
        <p:nvSpPr>
          <p:cNvPr id="990" name="Google Shape;990;p26"/>
          <p:cNvSpPr txBox="1"/>
          <p:nvPr/>
        </p:nvSpPr>
        <p:spPr>
          <a:xfrm>
            <a:off x="6950063" y="5943300"/>
            <a:ext cx="4427400" cy="40791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Clr>
                <a:srgbClr val="000000"/>
              </a:buClr>
              <a:buSzPts val="2500"/>
              <a:buFont typeface="Arial"/>
              <a:buNone/>
            </a:pPr>
            <a:r>
              <a:rPr lang="en-US" sz="2500" b="0" i="0" u="none" strike="noStrike" cap="none">
                <a:solidFill>
                  <a:srgbClr val="13655A"/>
                </a:solidFill>
                <a:latin typeface="Poppins"/>
                <a:ea typeface="Poppins"/>
                <a:cs typeface="Poppins"/>
                <a:sym typeface="Poppins"/>
              </a:rPr>
              <a:t>Responsible for coordinating movement, balance, and posture; procedural memory</a:t>
            </a:r>
            <a:endParaRPr sz="25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500"/>
              <a:buFont typeface="Arial"/>
              <a:buNone/>
            </a:pPr>
            <a:endParaRPr sz="2500" b="0" i="0" u="none" strike="noStrike" cap="none">
              <a:solidFill>
                <a:srgbClr val="13655A"/>
              </a:solidFill>
              <a:latin typeface="Poppins"/>
              <a:ea typeface="Poppins"/>
              <a:cs typeface="Poppins"/>
              <a:sym typeface="Poppins"/>
            </a:endParaRPr>
          </a:p>
          <a:p>
            <a:pPr marL="0" marR="0" lvl="0" indent="0" algn="ctr" rtl="0">
              <a:lnSpc>
                <a:spcPct val="120000"/>
              </a:lnSpc>
              <a:spcBef>
                <a:spcPts val="0"/>
              </a:spcBef>
              <a:spcAft>
                <a:spcPts val="0"/>
              </a:spcAft>
              <a:buClr>
                <a:srgbClr val="000000"/>
              </a:buClr>
              <a:buSzPts val="2500"/>
              <a:buFont typeface="Arial"/>
              <a:buNone/>
            </a:pPr>
            <a:r>
              <a:rPr lang="en-US" sz="2500" b="0" i="0" u="none" strike="noStrike" cap="none">
                <a:solidFill>
                  <a:srgbClr val="0000FF"/>
                </a:solidFill>
                <a:latin typeface="Poppins"/>
                <a:ea typeface="Poppins"/>
                <a:cs typeface="Poppins"/>
                <a:sym typeface="Poppins"/>
              </a:rPr>
              <a:t>Responsable de coordinar el movimiento, el equilibrio y la postura; memoria procedimental</a:t>
            </a:r>
            <a:endParaRPr sz="2500" b="0" i="0" u="none" strike="noStrike" cap="none">
              <a:solidFill>
                <a:srgbClr val="0000FF"/>
              </a:solidFill>
              <a:latin typeface="Poppins"/>
              <a:ea typeface="Poppins"/>
              <a:cs typeface="Poppins"/>
              <a:sym typeface="Poppin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994"/>
        <p:cNvGrpSpPr/>
        <p:nvPr/>
      </p:nvGrpSpPr>
      <p:grpSpPr>
        <a:xfrm>
          <a:off x="0" y="0"/>
          <a:ext cx="0" cy="0"/>
          <a:chOff x="0" y="0"/>
          <a:chExt cx="0" cy="0"/>
        </a:xfrm>
      </p:grpSpPr>
      <p:cxnSp>
        <p:nvCxnSpPr>
          <p:cNvPr id="995" name="Google Shape;995;p27"/>
          <p:cNvCxnSpPr/>
          <p:nvPr/>
        </p:nvCxnSpPr>
        <p:spPr>
          <a:xfrm rot="10800000" flipH="1">
            <a:off x="1132934" y="2375776"/>
            <a:ext cx="8115300" cy="18900"/>
          </a:xfrm>
          <a:prstGeom prst="straightConnector1">
            <a:avLst/>
          </a:prstGeom>
          <a:noFill/>
          <a:ln w="28575" cap="rnd" cmpd="sng">
            <a:solidFill>
              <a:srgbClr val="136447"/>
            </a:solidFill>
            <a:prstDash val="solid"/>
            <a:round/>
            <a:headEnd type="none" w="sm" len="sm"/>
            <a:tailEnd type="none" w="sm" len="sm"/>
          </a:ln>
        </p:spPr>
      </p:cxnSp>
      <p:sp>
        <p:nvSpPr>
          <p:cNvPr id="996" name="Google Shape;996;p27"/>
          <p:cNvSpPr txBox="1"/>
          <p:nvPr/>
        </p:nvSpPr>
        <p:spPr>
          <a:xfrm>
            <a:off x="791075" y="204025"/>
            <a:ext cx="15606600" cy="1843800"/>
          </a:xfrm>
          <a:prstGeom prst="rect">
            <a:avLst/>
          </a:prstGeom>
          <a:noFill/>
          <a:ln>
            <a:noFill/>
          </a:ln>
        </p:spPr>
        <p:txBody>
          <a:bodyPr spcFirstLastPara="1" wrap="square" lIns="0" tIns="0" rIns="0" bIns="0" anchor="t" anchorCtr="0">
            <a:spAutoFit/>
          </a:bodyPr>
          <a:lstStyle/>
          <a:p>
            <a:pPr marL="0" marR="0" lvl="0" indent="0" algn="l" rtl="0">
              <a:lnSpc>
                <a:spcPct val="130009"/>
              </a:lnSpc>
              <a:spcBef>
                <a:spcPts val="0"/>
              </a:spcBef>
              <a:spcAft>
                <a:spcPts val="0"/>
              </a:spcAft>
              <a:buClr>
                <a:srgbClr val="000000"/>
              </a:buClr>
              <a:buSzPts val="5208"/>
              <a:buFont typeface="Arial"/>
              <a:buNone/>
            </a:pPr>
            <a:r>
              <a:rPr lang="en-US" sz="5208" b="1" i="0" u="none" strike="noStrike" cap="none">
                <a:solidFill>
                  <a:srgbClr val="136447"/>
                </a:solidFill>
                <a:latin typeface="Poppins"/>
                <a:ea typeface="Poppins"/>
                <a:cs typeface="Poppins"/>
                <a:sym typeface="Poppins"/>
              </a:rPr>
              <a:t>Cerebellum - “Little Brain”</a:t>
            </a:r>
            <a:endParaRPr sz="5208" b="1" i="0" u="none" strike="noStrike" cap="none">
              <a:solidFill>
                <a:srgbClr val="136447"/>
              </a:solidFill>
              <a:latin typeface="Poppins"/>
              <a:ea typeface="Poppins"/>
              <a:cs typeface="Poppins"/>
              <a:sym typeface="Poppins"/>
            </a:endParaRPr>
          </a:p>
          <a:p>
            <a:pPr marL="0" marR="0" lvl="0" indent="0" algn="l" rtl="0">
              <a:lnSpc>
                <a:spcPct val="130009"/>
              </a:lnSpc>
              <a:spcBef>
                <a:spcPts val="0"/>
              </a:spcBef>
              <a:spcAft>
                <a:spcPts val="0"/>
              </a:spcAft>
              <a:buClr>
                <a:srgbClr val="000000"/>
              </a:buClr>
              <a:buSzPts val="5208"/>
              <a:buFont typeface="Arial"/>
              <a:buNone/>
            </a:pPr>
            <a:r>
              <a:rPr lang="en-US" sz="5208" b="1" i="0" u="none" strike="noStrike" cap="none">
                <a:solidFill>
                  <a:srgbClr val="0000FF"/>
                </a:solidFill>
                <a:latin typeface="Poppins"/>
                <a:ea typeface="Poppins"/>
                <a:cs typeface="Poppins"/>
                <a:sym typeface="Poppins"/>
              </a:rPr>
              <a:t>Cerebelo - “cerebro pequeño”</a:t>
            </a:r>
            <a:endParaRPr sz="5208" b="1" i="0" u="none" strike="noStrike" cap="none">
              <a:solidFill>
                <a:srgbClr val="0000FF"/>
              </a:solidFill>
              <a:latin typeface="Poppins"/>
              <a:ea typeface="Poppins"/>
              <a:cs typeface="Poppins"/>
              <a:sym typeface="Poppins"/>
            </a:endParaRPr>
          </a:p>
        </p:txBody>
      </p:sp>
      <p:sp>
        <p:nvSpPr>
          <p:cNvPr id="997" name="Google Shape;997;p27"/>
          <p:cNvSpPr txBox="1"/>
          <p:nvPr/>
        </p:nvSpPr>
        <p:spPr>
          <a:xfrm>
            <a:off x="791075" y="2695100"/>
            <a:ext cx="16327500" cy="9051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2D2F3B"/>
                </a:solidFill>
                <a:latin typeface="Poppins Medium"/>
                <a:ea typeface="Poppins Medium"/>
                <a:cs typeface="Poppins Medium"/>
                <a:sym typeface="Poppins Medium"/>
              </a:rPr>
              <a:t>Located at the back and base of the skull | </a:t>
            </a:r>
            <a:r>
              <a:rPr lang="en-US" sz="2800" b="1" i="0" u="none" strike="noStrike" cap="none">
                <a:solidFill>
                  <a:srgbClr val="351C75"/>
                </a:solidFill>
                <a:latin typeface="Poppins Medium"/>
                <a:ea typeface="Poppins Medium"/>
                <a:cs typeface="Poppins Medium"/>
                <a:sym typeface="Poppins Medium"/>
              </a:rPr>
              <a:t>Ubicado en la parte posterior y la base del cráneo</a:t>
            </a:r>
            <a:endParaRPr sz="2800" b="1" i="0" u="none" strike="noStrike" cap="none">
              <a:solidFill>
                <a:srgbClr val="351C75"/>
              </a:solidFill>
              <a:latin typeface="Poppins Medium"/>
              <a:ea typeface="Poppins Medium"/>
              <a:cs typeface="Poppins Medium"/>
              <a:sym typeface="Poppins Medium"/>
            </a:endParaRPr>
          </a:p>
        </p:txBody>
      </p:sp>
      <p:sp>
        <p:nvSpPr>
          <p:cNvPr id="998" name="Google Shape;998;p27"/>
          <p:cNvSpPr txBox="1"/>
          <p:nvPr/>
        </p:nvSpPr>
        <p:spPr>
          <a:xfrm>
            <a:off x="791082" y="3876338"/>
            <a:ext cx="15606600" cy="18840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1F1F1F"/>
                </a:solidFill>
                <a:latin typeface="Poppins Medium"/>
                <a:ea typeface="Poppins Medium"/>
                <a:cs typeface="Poppins Medium"/>
                <a:sym typeface="Poppins Medium"/>
              </a:rPr>
              <a:t>Responsible for balance, learning movement, coordination, and refining motor control | </a:t>
            </a:r>
            <a:r>
              <a:rPr lang="en-US" sz="2800" b="1" i="0" u="none" strike="noStrike" cap="none">
                <a:solidFill>
                  <a:srgbClr val="0000FF"/>
                </a:solidFill>
                <a:latin typeface="Poppins Medium"/>
                <a:ea typeface="Poppins Medium"/>
                <a:cs typeface="Poppins Medium"/>
                <a:sym typeface="Poppins Medium"/>
              </a:rPr>
              <a:t>Responsable del equilibrio, el aprendizaje del movimiento, la coordinación y el perfeccionamiento del control motor</a:t>
            </a:r>
            <a:endParaRPr sz="28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endParaRPr sz="3000" b="1" i="0" u="none" strike="noStrike" cap="none">
              <a:solidFill>
                <a:srgbClr val="351C75"/>
              </a:solidFill>
              <a:latin typeface="Poppins Medium"/>
              <a:ea typeface="Poppins Medium"/>
              <a:cs typeface="Poppins Medium"/>
              <a:sym typeface="Poppins Medium"/>
            </a:endParaRPr>
          </a:p>
        </p:txBody>
      </p:sp>
      <p:sp>
        <p:nvSpPr>
          <p:cNvPr id="999" name="Google Shape;999;p27"/>
          <p:cNvSpPr txBox="1"/>
          <p:nvPr/>
        </p:nvSpPr>
        <p:spPr>
          <a:xfrm>
            <a:off x="791075" y="7498675"/>
            <a:ext cx="11313000" cy="13791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2D2F3B"/>
                </a:solidFill>
                <a:latin typeface="Poppins Medium"/>
                <a:ea typeface="Poppins Medium"/>
                <a:cs typeface="Poppins Medium"/>
                <a:sym typeface="Poppins Medium"/>
              </a:rPr>
              <a:t>New research suggests that it also plays a role cognitive functions | </a:t>
            </a:r>
            <a:r>
              <a:rPr lang="en-US" sz="2800" b="1" i="0" u="none" strike="noStrike" cap="none">
                <a:solidFill>
                  <a:srgbClr val="0000FF"/>
                </a:solidFill>
                <a:latin typeface="Poppins Medium"/>
                <a:ea typeface="Poppins Medium"/>
                <a:cs typeface="Poppins Medium"/>
                <a:sym typeface="Poppins Medium"/>
              </a:rPr>
              <a:t>Nuevas investigaciones sugieren que también </a:t>
            </a:r>
            <a:r>
              <a:rPr lang="en-US" sz="2800" b="1">
                <a:solidFill>
                  <a:srgbClr val="0000FF"/>
                </a:solidFill>
                <a:latin typeface="Poppins Medium"/>
                <a:ea typeface="Poppins Medium"/>
                <a:cs typeface="Poppins Medium"/>
                <a:sym typeface="Poppins Medium"/>
              </a:rPr>
              <a:t>participa</a:t>
            </a:r>
            <a:r>
              <a:rPr lang="en-US" sz="2800" b="1" i="0" u="none" strike="noStrike" cap="none">
                <a:solidFill>
                  <a:srgbClr val="0000FF"/>
                </a:solidFill>
                <a:latin typeface="Poppins Medium"/>
                <a:ea typeface="Poppins Medium"/>
                <a:cs typeface="Poppins Medium"/>
                <a:sym typeface="Poppins Medium"/>
              </a:rPr>
              <a:t> en las funciones cognitivas</a:t>
            </a:r>
            <a:endParaRPr sz="2800" b="0" i="0" u="none" strike="noStrike" cap="none">
              <a:solidFill>
                <a:srgbClr val="0000FF"/>
              </a:solidFill>
              <a:latin typeface="Arial"/>
              <a:ea typeface="Arial"/>
              <a:cs typeface="Arial"/>
              <a:sym typeface="Arial"/>
            </a:endParaRPr>
          </a:p>
        </p:txBody>
      </p:sp>
      <p:sp>
        <p:nvSpPr>
          <p:cNvPr id="1000" name="Google Shape;1000;p27"/>
          <p:cNvSpPr txBox="1"/>
          <p:nvPr/>
        </p:nvSpPr>
        <p:spPr>
          <a:xfrm>
            <a:off x="791075" y="5592900"/>
            <a:ext cx="11313000" cy="13791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2D2F3B"/>
                </a:solidFill>
                <a:latin typeface="Poppins Medium"/>
                <a:ea typeface="Poppins Medium"/>
                <a:cs typeface="Poppins Medium"/>
                <a:sym typeface="Poppins Medium"/>
              </a:rPr>
              <a:t>Contains about </a:t>
            </a:r>
            <a:r>
              <a:rPr lang="en-US" sz="2800" b="1" i="1" u="none" strike="noStrike" cap="none">
                <a:solidFill>
                  <a:srgbClr val="2D2F3B"/>
                </a:solidFill>
                <a:latin typeface="Poppins Medium"/>
                <a:ea typeface="Poppins Medium"/>
                <a:cs typeface="Poppins Medium"/>
                <a:sym typeface="Poppins Medium"/>
              </a:rPr>
              <a:t>HALF</a:t>
            </a:r>
            <a:r>
              <a:rPr lang="en-US" sz="2800" b="1" i="0" u="none" strike="noStrike" cap="none">
                <a:solidFill>
                  <a:srgbClr val="2D2F3B"/>
                </a:solidFill>
                <a:latin typeface="Poppins Medium"/>
                <a:ea typeface="Poppins Medium"/>
                <a:cs typeface="Poppins Medium"/>
                <a:sym typeface="Poppins Medium"/>
              </a:rPr>
              <a:t> of the neurons in the brain | </a:t>
            </a:r>
            <a:endParaRPr sz="28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0000FF"/>
                </a:solidFill>
                <a:latin typeface="Poppins Medium"/>
                <a:ea typeface="Poppins Medium"/>
                <a:cs typeface="Poppins Medium"/>
                <a:sym typeface="Poppins Medium"/>
              </a:rPr>
              <a:t>Contiene aproximadamente la mitad de las neuronas del cerebro.</a:t>
            </a:r>
            <a:endParaRPr sz="2800" b="0" i="0" u="none" strike="noStrike" cap="none">
              <a:solidFill>
                <a:srgbClr val="0000FF"/>
              </a:solidFill>
              <a:latin typeface="Arial"/>
              <a:ea typeface="Arial"/>
              <a:cs typeface="Arial"/>
              <a:sym typeface="Arial"/>
            </a:endParaRPr>
          </a:p>
        </p:txBody>
      </p:sp>
      <p:pic>
        <p:nvPicPr>
          <p:cNvPr id="1001" name="Google Shape;1001;p27" title="Screenshot 2025-11-13 at 4.25.58 PM.png"/>
          <p:cNvPicPr preferRelativeResize="0"/>
          <p:nvPr/>
        </p:nvPicPr>
        <p:blipFill rotWithShape="1">
          <a:blip r:embed="rId3">
            <a:alphaModFix/>
          </a:blip>
          <a:srcRect/>
          <a:stretch/>
        </p:blipFill>
        <p:spPr>
          <a:xfrm>
            <a:off x="15420525" y="204025"/>
            <a:ext cx="2586651" cy="2358924"/>
          </a:xfrm>
          <a:prstGeom prst="rect">
            <a:avLst/>
          </a:prstGeom>
          <a:noFill/>
          <a:ln>
            <a:noFill/>
          </a:ln>
        </p:spPr>
      </p:pic>
      <p:pic>
        <p:nvPicPr>
          <p:cNvPr id="1002" name="Google Shape;1002;p27" title="Screenshot 2025-11-13 at 4.26.29 PM.png"/>
          <p:cNvPicPr preferRelativeResize="0"/>
          <p:nvPr/>
        </p:nvPicPr>
        <p:blipFill rotWithShape="1">
          <a:blip r:embed="rId4">
            <a:alphaModFix/>
          </a:blip>
          <a:srcRect/>
          <a:stretch/>
        </p:blipFill>
        <p:spPr>
          <a:xfrm>
            <a:off x="11788018" y="4927498"/>
            <a:ext cx="6400800" cy="5257800"/>
          </a:xfrm>
          <a:prstGeom prst="rect">
            <a:avLst/>
          </a:prstGeom>
          <a:noFill/>
          <a:ln>
            <a:noFill/>
          </a:ln>
        </p:spPr>
      </p:pic>
      <p:sp>
        <p:nvSpPr>
          <p:cNvPr id="1003" name="Google Shape;1003;p27"/>
          <p:cNvSpPr txBox="1"/>
          <p:nvPr/>
        </p:nvSpPr>
        <p:spPr>
          <a:xfrm>
            <a:off x="16397675" y="9738375"/>
            <a:ext cx="2211300" cy="743100"/>
          </a:xfrm>
          <a:prstGeom prst="rect">
            <a:avLst/>
          </a:prstGeom>
          <a:noFill/>
          <a:ln>
            <a:noFill/>
          </a:ln>
        </p:spPr>
        <p:txBody>
          <a:bodyPr spcFirstLastPara="1" wrap="square" lIns="91425" tIns="91425" rIns="91425" bIns="91425" anchor="t" anchorCtr="0">
            <a:noAutofit/>
          </a:bodyPr>
          <a:lstStyle/>
          <a:p>
            <a:pPr marL="0" marR="0" lvl="0" indent="0" algn="l" rtl="0">
              <a:lnSpc>
                <a:spcPct val="130009"/>
              </a:lnSpc>
              <a:spcBef>
                <a:spcPts val="0"/>
              </a:spcBef>
              <a:spcAft>
                <a:spcPts val="0"/>
              </a:spcAft>
              <a:buClr>
                <a:schemeClr val="dk1"/>
              </a:buClr>
              <a:buSzPts val="2608"/>
              <a:buFont typeface="Arial"/>
              <a:buNone/>
            </a:pPr>
            <a:r>
              <a:rPr lang="en-US" sz="2608" b="0" i="0" u="none" strike="noStrike" cap="none">
                <a:solidFill>
                  <a:srgbClr val="0000FF"/>
                </a:solidFill>
                <a:latin typeface="Poppins"/>
                <a:ea typeface="Poppins"/>
                <a:cs typeface="Poppins"/>
                <a:sym typeface="Poppins"/>
              </a:rPr>
              <a:t>Cerebelo</a:t>
            </a:r>
            <a:endParaRPr sz="600" b="0" i="0" u="none" strike="noStrike" cap="none">
              <a:solidFill>
                <a:srgbClr val="0000FF"/>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FAFAFA"/>
        </a:solidFill>
        <a:effectLst/>
      </p:bgPr>
    </p:bg>
    <p:spTree>
      <p:nvGrpSpPr>
        <p:cNvPr id="1" name="Shape 1007"/>
        <p:cNvGrpSpPr/>
        <p:nvPr/>
      </p:nvGrpSpPr>
      <p:grpSpPr>
        <a:xfrm>
          <a:off x="0" y="0"/>
          <a:ext cx="0" cy="0"/>
          <a:chOff x="0" y="0"/>
          <a:chExt cx="0" cy="0"/>
        </a:xfrm>
      </p:grpSpPr>
      <p:cxnSp>
        <p:nvCxnSpPr>
          <p:cNvPr id="1008" name="Google Shape;1008;p28"/>
          <p:cNvCxnSpPr/>
          <p:nvPr/>
        </p:nvCxnSpPr>
        <p:spPr>
          <a:xfrm rot="10800000" flipH="1">
            <a:off x="514359" y="2193451"/>
            <a:ext cx="8115300" cy="18900"/>
          </a:xfrm>
          <a:prstGeom prst="straightConnector1">
            <a:avLst/>
          </a:prstGeom>
          <a:noFill/>
          <a:ln w="28575" cap="rnd" cmpd="sng">
            <a:solidFill>
              <a:srgbClr val="136447"/>
            </a:solidFill>
            <a:prstDash val="solid"/>
            <a:round/>
            <a:headEnd type="none" w="sm" len="sm"/>
            <a:tailEnd type="none" w="sm" len="sm"/>
          </a:ln>
        </p:spPr>
      </p:cxnSp>
      <p:sp>
        <p:nvSpPr>
          <p:cNvPr id="1009" name="Google Shape;1009;p28"/>
          <p:cNvSpPr txBox="1"/>
          <p:nvPr/>
        </p:nvSpPr>
        <p:spPr>
          <a:xfrm>
            <a:off x="514359" y="85125"/>
            <a:ext cx="8115300" cy="19854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5608"/>
              <a:buFont typeface="Arial"/>
              <a:buNone/>
            </a:pPr>
            <a:r>
              <a:rPr lang="en-US" sz="5608" b="1" i="0" u="none" strike="noStrike" cap="none">
                <a:solidFill>
                  <a:srgbClr val="136447"/>
                </a:solidFill>
                <a:latin typeface="Poppins"/>
                <a:ea typeface="Poppins"/>
                <a:cs typeface="Poppins"/>
                <a:sym typeface="Poppins"/>
              </a:rPr>
              <a:t>Left Hemisphere</a:t>
            </a:r>
            <a:endParaRPr sz="5608" b="1" i="0" u="none" strike="noStrike" cap="none">
              <a:solidFill>
                <a:srgbClr val="136447"/>
              </a:solidFill>
              <a:latin typeface="Poppins"/>
              <a:ea typeface="Poppins"/>
              <a:cs typeface="Poppins"/>
              <a:sym typeface="Poppins"/>
            </a:endParaRPr>
          </a:p>
          <a:p>
            <a:pPr marL="0" marR="0" lvl="0" indent="0" algn="ctr" rtl="0">
              <a:lnSpc>
                <a:spcPct val="130009"/>
              </a:lnSpc>
              <a:spcBef>
                <a:spcPts val="0"/>
              </a:spcBef>
              <a:spcAft>
                <a:spcPts val="0"/>
              </a:spcAft>
              <a:buClr>
                <a:srgbClr val="000000"/>
              </a:buClr>
              <a:buSzPts val="5608"/>
              <a:buFont typeface="Arial"/>
              <a:buNone/>
            </a:pPr>
            <a:r>
              <a:rPr lang="en-US" sz="5608" b="1" i="0" u="none" strike="noStrike" cap="none">
                <a:solidFill>
                  <a:srgbClr val="0000FF"/>
                </a:solidFill>
                <a:latin typeface="Poppins"/>
                <a:ea typeface="Poppins"/>
                <a:cs typeface="Poppins"/>
                <a:sym typeface="Poppins"/>
              </a:rPr>
              <a:t>Hemisferio izquierdo</a:t>
            </a:r>
            <a:endParaRPr sz="5608" b="1" i="0" u="none" strike="noStrike" cap="none">
              <a:solidFill>
                <a:srgbClr val="0000FF"/>
              </a:solidFill>
              <a:latin typeface="Poppins"/>
              <a:ea typeface="Poppins"/>
              <a:cs typeface="Poppins"/>
              <a:sym typeface="Poppins"/>
            </a:endParaRPr>
          </a:p>
        </p:txBody>
      </p:sp>
      <p:sp>
        <p:nvSpPr>
          <p:cNvPr id="1010" name="Google Shape;1010;p28"/>
          <p:cNvSpPr txBox="1"/>
          <p:nvPr/>
        </p:nvSpPr>
        <p:spPr>
          <a:xfrm>
            <a:off x="514350" y="2746000"/>
            <a:ext cx="9258900" cy="2493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3000"/>
              <a:buFont typeface="Arial"/>
              <a:buNone/>
            </a:pPr>
            <a:r>
              <a:rPr lang="en-US" sz="3000" b="1" i="0" u="none" strike="noStrike" cap="none">
                <a:solidFill>
                  <a:srgbClr val="2D2F3B"/>
                </a:solidFill>
                <a:latin typeface="Poppins Medium"/>
                <a:ea typeface="Poppins Medium"/>
                <a:cs typeface="Poppins Medium"/>
                <a:sym typeface="Poppins Medium"/>
              </a:rPr>
              <a:t>Language | </a:t>
            </a:r>
            <a:r>
              <a:rPr lang="en-US" sz="3000" b="1" i="0" u="none" strike="noStrike" cap="none">
                <a:solidFill>
                  <a:srgbClr val="0000FF"/>
                </a:solidFill>
                <a:latin typeface="Poppins Medium"/>
                <a:ea typeface="Poppins Medium"/>
                <a:cs typeface="Poppins Medium"/>
                <a:sym typeface="Poppins Medium"/>
              </a:rPr>
              <a:t>Idioma</a:t>
            </a:r>
            <a:endParaRPr sz="30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endParaRPr sz="30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r>
              <a:rPr lang="en-US" sz="3000" b="1" i="0" u="none" strike="noStrike" cap="none">
                <a:solidFill>
                  <a:srgbClr val="2D2F3B"/>
                </a:solidFill>
                <a:latin typeface="Poppins Medium"/>
                <a:ea typeface="Poppins Medium"/>
                <a:cs typeface="Poppins Medium"/>
                <a:sym typeface="Poppins Medium"/>
              </a:rPr>
              <a:t>Logic | </a:t>
            </a:r>
            <a:r>
              <a:rPr lang="en-US" sz="3000" b="1" i="0" u="none" strike="noStrike" cap="none">
                <a:solidFill>
                  <a:srgbClr val="0000FF"/>
                </a:solidFill>
                <a:latin typeface="Poppins Medium"/>
                <a:ea typeface="Poppins Medium"/>
                <a:cs typeface="Poppins Medium"/>
                <a:sym typeface="Poppins Medium"/>
              </a:rPr>
              <a:t>Lógica</a:t>
            </a:r>
            <a:endParaRPr sz="30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endParaRPr sz="30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r>
              <a:rPr lang="en-US" sz="3000" b="1" i="0" u="none" strike="noStrike" cap="none">
                <a:solidFill>
                  <a:srgbClr val="2D2F3B"/>
                </a:solidFill>
                <a:latin typeface="Poppins Medium"/>
                <a:ea typeface="Poppins Medium"/>
                <a:cs typeface="Poppins Medium"/>
                <a:sym typeface="Poppins Medium"/>
              </a:rPr>
              <a:t>Analytical Thinking | </a:t>
            </a:r>
            <a:r>
              <a:rPr lang="en-US" sz="3000" b="1" i="0" u="none" strike="noStrike" cap="none">
                <a:solidFill>
                  <a:srgbClr val="0000FF"/>
                </a:solidFill>
                <a:latin typeface="Poppins Medium"/>
                <a:ea typeface="Poppins Medium"/>
                <a:cs typeface="Poppins Medium"/>
                <a:sym typeface="Poppins Medium"/>
              </a:rPr>
              <a:t>Pensamiento analítico</a:t>
            </a:r>
            <a:endParaRPr sz="3000" b="1" i="0" u="none" strike="noStrike" cap="none">
              <a:solidFill>
                <a:srgbClr val="0000FF"/>
              </a:solidFill>
              <a:latin typeface="Poppins Medium"/>
              <a:ea typeface="Poppins Medium"/>
              <a:cs typeface="Poppins Medium"/>
              <a:sym typeface="Poppins Medium"/>
            </a:endParaRPr>
          </a:p>
        </p:txBody>
      </p:sp>
      <p:cxnSp>
        <p:nvCxnSpPr>
          <p:cNvPr id="1011" name="Google Shape;1011;p28"/>
          <p:cNvCxnSpPr/>
          <p:nvPr/>
        </p:nvCxnSpPr>
        <p:spPr>
          <a:xfrm rot="10800000" flipH="1">
            <a:off x="9628309" y="2193451"/>
            <a:ext cx="8115300" cy="18900"/>
          </a:xfrm>
          <a:prstGeom prst="straightConnector1">
            <a:avLst/>
          </a:prstGeom>
          <a:noFill/>
          <a:ln w="28575" cap="rnd" cmpd="sng">
            <a:solidFill>
              <a:srgbClr val="136447"/>
            </a:solidFill>
            <a:prstDash val="solid"/>
            <a:round/>
            <a:headEnd type="none" w="sm" len="sm"/>
            <a:tailEnd type="none" w="sm" len="sm"/>
          </a:ln>
        </p:spPr>
      </p:cxnSp>
      <p:sp>
        <p:nvSpPr>
          <p:cNvPr id="1012" name="Google Shape;1012;p28"/>
          <p:cNvSpPr txBox="1"/>
          <p:nvPr/>
        </p:nvSpPr>
        <p:spPr>
          <a:xfrm>
            <a:off x="9628309" y="85125"/>
            <a:ext cx="8115300" cy="1985400"/>
          </a:xfrm>
          <a:prstGeom prst="rect">
            <a:avLst/>
          </a:prstGeom>
          <a:noFill/>
          <a:ln>
            <a:noFill/>
          </a:ln>
        </p:spPr>
        <p:txBody>
          <a:bodyPr spcFirstLastPara="1" wrap="square" lIns="0" tIns="0" rIns="0" bIns="0" anchor="t" anchorCtr="0">
            <a:spAutoFit/>
          </a:bodyPr>
          <a:lstStyle/>
          <a:p>
            <a:pPr marL="0" marR="0" lvl="0" indent="0" algn="ctr" rtl="0">
              <a:lnSpc>
                <a:spcPct val="130009"/>
              </a:lnSpc>
              <a:spcBef>
                <a:spcPts val="0"/>
              </a:spcBef>
              <a:spcAft>
                <a:spcPts val="0"/>
              </a:spcAft>
              <a:buClr>
                <a:srgbClr val="000000"/>
              </a:buClr>
              <a:buSzPts val="5608"/>
              <a:buFont typeface="Arial"/>
              <a:buNone/>
            </a:pPr>
            <a:r>
              <a:rPr lang="en-US" sz="5608" b="1" i="0" u="none" strike="noStrike" cap="none">
                <a:solidFill>
                  <a:srgbClr val="136447"/>
                </a:solidFill>
                <a:latin typeface="Poppins"/>
                <a:ea typeface="Poppins"/>
                <a:cs typeface="Poppins"/>
                <a:sym typeface="Poppins"/>
              </a:rPr>
              <a:t>Right Hemisphere</a:t>
            </a:r>
            <a:endParaRPr sz="5608" b="1" i="0" u="none" strike="noStrike" cap="none">
              <a:solidFill>
                <a:srgbClr val="136447"/>
              </a:solidFill>
              <a:latin typeface="Poppins"/>
              <a:ea typeface="Poppins"/>
              <a:cs typeface="Poppins"/>
              <a:sym typeface="Poppins"/>
            </a:endParaRPr>
          </a:p>
          <a:p>
            <a:pPr marL="0" marR="0" lvl="0" indent="0" algn="ctr" rtl="0">
              <a:lnSpc>
                <a:spcPct val="130009"/>
              </a:lnSpc>
              <a:spcBef>
                <a:spcPts val="0"/>
              </a:spcBef>
              <a:spcAft>
                <a:spcPts val="0"/>
              </a:spcAft>
              <a:buClr>
                <a:srgbClr val="000000"/>
              </a:buClr>
              <a:buSzPts val="5608"/>
              <a:buFont typeface="Arial"/>
              <a:buNone/>
            </a:pPr>
            <a:r>
              <a:rPr lang="en-US" sz="5608" b="1" i="0" u="none" strike="noStrike" cap="none">
                <a:solidFill>
                  <a:srgbClr val="0000FF"/>
                </a:solidFill>
                <a:latin typeface="Poppins"/>
                <a:ea typeface="Poppins"/>
                <a:cs typeface="Poppins"/>
                <a:sym typeface="Poppins"/>
              </a:rPr>
              <a:t>Hemisferio derecho</a:t>
            </a:r>
            <a:endParaRPr sz="5608" b="1" i="0" u="none" strike="noStrike" cap="none">
              <a:solidFill>
                <a:srgbClr val="0000FF"/>
              </a:solidFill>
              <a:latin typeface="Poppins"/>
              <a:ea typeface="Poppins"/>
              <a:cs typeface="Poppins"/>
              <a:sym typeface="Poppins"/>
            </a:endParaRPr>
          </a:p>
        </p:txBody>
      </p:sp>
      <p:sp>
        <p:nvSpPr>
          <p:cNvPr id="1013" name="Google Shape;1013;p28"/>
          <p:cNvSpPr txBox="1"/>
          <p:nvPr/>
        </p:nvSpPr>
        <p:spPr>
          <a:xfrm>
            <a:off x="9628300" y="2758188"/>
            <a:ext cx="9425100" cy="2493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3000"/>
              <a:buFont typeface="Arial"/>
              <a:buNone/>
            </a:pPr>
            <a:r>
              <a:rPr lang="en-US" sz="3000" b="1" i="0" u="none" strike="noStrike" cap="none">
                <a:solidFill>
                  <a:srgbClr val="2D2F3B"/>
                </a:solidFill>
                <a:latin typeface="Poppins Medium"/>
                <a:ea typeface="Poppins Medium"/>
                <a:cs typeface="Poppins Medium"/>
                <a:sym typeface="Poppins Medium"/>
              </a:rPr>
              <a:t>Creativity | </a:t>
            </a:r>
            <a:r>
              <a:rPr lang="en-US" sz="3000" b="1" i="0" u="none" strike="noStrike" cap="none">
                <a:solidFill>
                  <a:srgbClr val="0000FF"/>
                </a:solidFill>
                <a:latin typeface="Poppins Medium"/>
                <a:ea typeface="Poppins Medium"/>
                <a:cs typeface="Poppins Medium"/>
                <a:sym typeface="Poppins Medium"/>
              </a:rPr>
              <a:t>Creatividad</a:t>
            </a:r>
            <a:endParaRPr sz="30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endParaRPr sz="30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r>
              <a:rPr lang="en-US" sz="3000" b="1" i="0" u="none" strike="noStrike" cap="none">
                <a:solidFill>
                  <a:srgbClr val="2D2F3B"/>
                </a:solidFill>
                <a:latin typeface="Poppins Medium"/>
                <a:ea typeface="Poppins Medium"/>
                <a:cs typeface="Poppins Medium"/>
                <a:sym typeface="Poppins Medium"/>
              </a:rPr>
              <a:t>Spatial Ability | </a:t>
            </a:r>
            <a:r>
              <a:rPr lang="en-US" sz="3000" b="1" i="0" u="none" strike="noStrike" cap="none">
                <a:solidFill>
                  <a:srgbClr val="0000FF"/>
                </a:solidFill>
                <a:latin typeface="Poppins Medium"/>
                <a:ea typeface="Poppins Medium"/>
                <a:cs typeface="Poppins Medium"/>
                <a:sym typeface="Poppins Medium"/>
              </a:rPr>
              <a:t>Habilidad espacial</a:t>
            </a:r>
            <a:endParaRPr sz="30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endParaRPr sz="30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3000"/>
              <a:buFont typeface="Arial"/>
              <a:buNone/>
            </a:pPr>
            <a:r>
              <a:rPr lang="en-US" sz="3000" b="1" i="0" u="none" strike="noStrike" cap="none">
                <a:solidFill>
                  <a:srgbClr val="2D2F3B"/>
                </a:solidFill>
                <a:latin typeface="Poppins Medium"/>
                <a:ea typeface="Poppins Medium"/>
                <a:cs typeface="Poppins Medium"/>
                <a:sym typeface="Poppins Medium"/>
              </a:rPr>
              <a:t>Emotional Cognition | </a:t>
            </a:r>
            <a:r>
              <a:rPr lang="en-US" sz="3000" b="1" i="0" u="none" strike="noStrike" cap="none">
                <a:solidFill>
                  <a:srgbClr val="0000FF"/>
                </a:solidFill>
                <a:latin typeface="Poppins Medium"/>
                <a:ea typeface="Poppins Medium"/>
                <a:cs typeface="Poppins Medium"/>
                <a:sym typeface="Poppins Medium"/>
              </a:rPr>
              <a:t>Cognición emocional</a:t>
            </a:r>
            <a:endParaRPr sz="3000" b="1" i="0" u="none" strike="noStrike" cap="none">
              <a:solidFill>
                <a:srgbClr val="0000FF"/>
              </a:solidFill>
              <a:latin typeface="Poppins Medium"/>
              <a:ea typeface="Poppins Medium"/>
              <a:cs typeface="Poppins Medium"/>
              <a:sym typeface="Poppins Medium"/>
            </a:endParaRPr>
          </a:p>
        </p:txBody>
      </p:sp>
      <p:pic>
        <p:nvPicPr>
          <p:cNvPr id="1014" name="Google Shape;1014;p28" title="Screenshot 2025-11-13 at 9.52.43 PM.png"/>
          <p:cNvPicPr preferRelativeResize="0"/>
          <p:nvPr/>
        </p:nvPicPr>
        <p:blipFill rotWithShape="1">
          <a:blip r:embed="rId3">
            <a:alphaModFix/>
          </a:blip>
          <a:srcRect/>
          <a:stretch/>
        </p:blipFill>
        <p:spPr>
          <a:xfrm>
            <a:off x="514350" y="5939445"/>
            <a:ext cx="4524995" cy="4195155"/>
          </a:xfrm>
          <a:prstGeom prst="rect">
            <a:avLst/>
          </a:prstGeom>
          <a:noFill/>
          <a:ln>
            <a:noFill/>
          </a:ln>
        </p:spPr>
      </p:pic>
      <p:pic>
        <p:nvPicPr>
          <p:cNvPr id="1015" name="Google Shape;1015;p28" title="Screenshot 2025-11-13 at 9.57.01 PM.png"/>
          <p:cNvPicPr preferRelativeResize="0"/>
          <p:nvPr/>
        </p:nvPicPr>
        <p:blipFill rotWithShape="1">
          <a:blip r:embed="rId4">
            <a:alphaModFix/>
          </a:blip>
          <a:srcRect/>
          <a:stretch/>
        </p:blipFill>
        <p:spPr>
          <a:xfrm>
            <a:off x="13248625" y="5939450"/>
            <a:ext cx="4205401" cy="4195150"/>
          </a:xfrm>
          <a:prstGeom prst="rect">
            <a:avLst/>
          </a:prstGeom>
          <a:noFill/>
          <a:ln>
            <a:noFill/>
          </a:ln>
        </p:spPr>
      </p:pic>
      <p:pic>
        <p:nvPicPr>
          <p:cNvPr id="1016" name="Google Shape;1016;p28" title="Screenshot 2025-11-13 at 10.01.04 PM.png"/>
          <p:cNvPicPr preferRelativeResize="0"/>
          <p:nvPr/>
        </p:nvPicPr>
        <p:blipFill rotWithShape="1">
          <a:blip r:embed="rId5">
            <a:alphaModFix/>
          </a:blip>
          <a:srcRect/>
          <a:stretch/>
        </p:blipFill>
        <p:spPr>
          <a:xfrm>
            <a:off x="6131583" y="5939445"/>
            <a:ext cx="6024818" cy="4195155"/>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Shape 1020"/>
        <p:cNvGrpSpPr/>
        <p:nvPr/>
      </p:nvGrpSpPr>
      <p:grpSpPr>
        <a:xfrm>
          <a:off x="0" y="0"/>
          <a:ext cx="0" cy="0"/>
          <a:chOff x="0" y="0"/>
          <a:chExt cx="0" cy="0"/>
        </a:xfrm>
      </p:grpSpPr>
      <p:cxnSp>
        <p:nvCxnSpPr>
          <p:cNvPr id="1021" name="Google Shape;1021;p29"/>
          <p:cNvCxnSpPr/>
          <p:nvPr/>
        </p:nvCxnSpPr>
        <p:spPr>
          <a:xfrm rot="10800000" flipH="1">
            <a:off x="1132934" y="2375776"/>
            <a:ext cx="8115300" cy="18900"/>
          </a:xfrm>
          <a:prstGeom prst="straightConnector1">
            <a:avLst/>
          </a:prstGeom>
          <a:noFill/>
          <a:ln w="28575" cap="rnd" cmpd="sng">
            <a:solidFill>
              <a:srgbClr val="136447"/>
            </a:solidFill>
            <a:prstDash val="solid"/>
            <a:round/>
            <a:headEnd type="none" w="sm" len="sm"/>
            <a:tailEnd type="none" w="sm" len="sm"/>
          </a:ln>
        </p:spPr>
      </p:cxnSp>
      <p:sp>
        <p:nvSpPr>
          <p:cNvPr id="1022" name="Google Shape;1022;p29"/>
          <p:cNvSpPr txBox="1"/>
          <p:nvPr/>
        </p:nvSpPr>
        <p:spPr>
          <a:xfrm>
            <a:off x="791075" y="204025"/>
            <a:ext cx="15606600" cy="1843800"/>
          </a:xfrm>
          <a:prstGeom prst="rect">
            <a:avLst/>
          </a:prstGeom>
          <a:noFill/>
          <a:ln>
            <a:noFill/>
          </a:ln>
        </p:spPr>
        <p:txBody>
          <a:bodyPr spcFirstLastPara="1" wrap="square" lIns="0" tIns="0" rIns="0" bIns="0" anchor="t" anchorCtr="0">
            <a:spAutoFit/>
          </a:bodyPr>
          <a:lstStyle/>
          <a:p>
            <a:pPr marL="0" marR="0" lvl="0" indent="0" algn="l" rtl="0">
              <a:lnSpc>
                <a:spcPct val="130009"/>
              </a:lnSpc>
              <a:spcBef>
                <a:spcPts val="0"/>
              </a:spcBef>
              <a:spcAft>
                <a:spcPts val="0"/>
              </a:spcAft>
              <a:buClr>
                <a:srgbClr val="000000"/>
              </a:buClr>
              <a:buSzPts val="5208"/>
              <a:buFont typeface="Arial"/>
              <a:buNone/>
            </a:pPr>
            <a:r>
              <a:rPr lang="en-US" sz="5208" b="1" i="0" u="none" strike="noStrike" cap="none">
                <a:solidFill>
                  <a:srgbClr val="136447"/>
                </a:solidFill>
                <a:latin typeface="Poppins"/>
                <a:ea typeface="Poppins"/>
                <a:cs typeface="Poppins"/>
                <a:sym typeface="Poppins"/>
              </a:rPr>
              <a:t>Looking at Brains - Activity</a:t>
            </a:r>
            <a:endParaRPr sz="5208" b="1" i="0" u="none" strike="noStrike" cap="none">
              <a:solidFill>
                <a:srgbClr val="136447"/>
              </a:solidFill>
              <a:latin typeface="Poppins"/>
              <a:ea typeface="Poppins"/>
              <a:cs typeface="Poppins"/>
              <a:sym typeface="Poppins"/>
            </a:endParaRPr>
          </a:p>
          <a:p>
            <a:pPr marL="0" marR="0" lvl="0" indent="0" algn="l" rtl="0">
              <a:lnSpc>
                <a:spcPct val="130009"/>
              </a:lnSpc>
              <a:spcBef>
                <a:spcPts val="0"/>
              </a:spcBef>
              <a:spcAft>
                <a:spcPts val="0"/>
              </a:spcAft>
              <a:buClr>
                <a:srgbClr val="000000"/>
              </a:buClr>
              <a:buSzPts val="5208"/>
              <a:buFont typeface="Arial"/>
              <a:buNone/>
            </a:pPr>
            <a:r>
              <a:rPr lang="en-US" sz="5208" b="1">
                <a:solidFill>
                  <a:srgbClr val="0000FF"/>
                </a:solidFill>
                <a:latin typeface="Poppins"/>
                <a:ea typeface="Poppins"/>
                <a:cs typeface="Poppins"/>
                <a:sym typeface="Poppins"/>
              </a:rPr>
              <a:t>Observación de</a:t>
            </a:r>
            <a:r>
              <a:rPr lang="en-US" sz="5208" b="1" i="0" u="none" strike="noStrike" cap="none">
                <a:solidFill>
                  <a:srgbClr val="0000FF"/>
                </a:solidFill>
                <a:latin typeface="Poppins"/>
                <a:ea typeface="Poppins"/>
                <a:cs typeface="Poppins"/>
                <a:sym typeface="Poppins"/>
              </a:rPr>
              <a:t> cerebros - Actividad</a:t>
            </a:r>
            <a:endParaRPr sz="5208" b="1" i="0" u="none" strike="noStrike" cap="none">
              <a:solidFill>
                <a:srgbClr val="0000FF"/>
              </a:solidFill>
              <a:latin typeface="Poppins"/>
              <a:ea typeface="Poppins"/>
              <a:cs typeface="Poppins"/>
              <a:sym typeface="Poppins"/>
            </a:endParaRPr>
          </a:p>
        </p:txBody>
      </p:sp>
      <p:sp>
        <p:nvSpPr>
          <p:cNvPr id="1023" name="Google Shape;1023;p29"/>
          <p:cNvSpPr txBox="1"/>
          <p:nvPr/>
        </p:nvSpPr>
        <p:spPr>
          <a:xfrm>
            <a:off x="791075" y="2695100"/>
            <a:ext cx="16327500" cy="56460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2D2F3B"/>
                </a:solidFill>
                <a:latin typeface="Poppins Medium"/>
                <a:ea typeface="Poppins Medium"/>
                <a:cs typeface="Poppins Medium"/>
                <a:sym typeface="Poppins Medium"/>
              </a:rPr>
              <a:t>Brain areas are largely conserved across many species</a:t>
            </a:r>
            <a:endParaRPr sz="2800" b="1" i="0" u="none" strike="noStrike" cap="none">
              <a:solidFill>
                <a:srgbClr val="2D2F3B"/>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800"/>
              <a:buFont typeface="Arial"/>
              <a:buNone/>
            </a:pPr>
            <a:r>
              <a:rPr lang="en-US" sz="2800" b="1">
                <a:solidFill>
                  <a:srgbClr val="0000FF"/>
                </a:solidFill>
                <a:latin typeface="Poppins Medium"/>
                <a:ea typeface="Poppins Medium"/>
                <a:cs typeface="Poppins Medium"/>
                <a:sym typeface="Poppins Medium"/>
              </a:rPr>
              <a:t>M</a:t>
            </a:r>
            <a:r>
              <a:rPr lang="en-US" sz="2800" b="1" i="0" u="none" strike="noStrike" cap="none">
                <a:solidFill>
                  <a:srgbClr val="0000FF"/>
                </a:solidFill>
                <a:latin typeface="Poppins Medium"/>
                <a:ea typeface="Poppins Medium"/>
                <a:cs typeface="Poppins Medium"/>
                <a:sym typeface="Poppins Medium"/>
              </a:rPr>
              <a:t>uchas especies </a:t>
            </a:r>
            <a:r>
              <a:rPr lang="en-US" sz="2800" b="1">
                <a:solidFill>
                  <a:srgbClr val="0000FF"/>
                </a:solidFill>
                <a:latin typeface="Poppins Medium"/>
                <a:ea typeface="Poppins Medium"/>
                <a:cs typeface="Poppins Medium"/>
                <a:sym typeface="Poppins Medium"/>
              </a:rPr>
              <a:t>comparten áreas cerebrales similares</a:t>
            </a:r>
            <a:endParaRPr sz="28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800"/>
              <a:buFont typeface="Arial"/>
              <a:buNone/>
            </a:pPr>
            <a:endParaRPr sz="28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1F1F1F"/>
                </a:solidFill>
                <a:latin typeface="Poppins Medium"/>
                <a:ea typeface="Poppins Medium"/>
                <a:cs typeface="Poppins Medium"/>
                <a:sym typeface="Poppins Medium"/>
              </a:rPr>
              <a:t>Today, we will be looking at preserved brains and trying to identify as many major lobes as we can: frontal, parietal, temporal, occipital. Also labeling structures such as the cerebellum and brainstem if possible.</a:t>
            </a:r>
            <a:endParaRPr sz="2800" b="1" i="0" u="none" strike="noStrike" cap="none">
              <a:solidFill>
                <a:srgbClr val="1F1F1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0000FF"/>
                </a:solidFill>
                <a:latin typeface="Poppins Medium"/>
                <a:ea typeface="Poppins Medium"/>
                <a:cs typeface="Poppins Medium"/>
                <a:sym typeface="Poppins Medium"/>
              </a:rPr>
              <a:t>Hoy examinaremos cerebros conservados e intentaremos identificar tantos lóbulos principales como sea posible: frontal, parietal, temporal y occipital. También </a:t>
            </a:r>
            <a:r>
              <a:rPr lang="en-US" sz="2800" b="1">
                <a:solidFill>
                  <a:srgbClr val="0000FF"/>
                </a:solidFill>
                <a:latin typeface="Poppins Medium"/>
                <a:ea typeface="Poppins Medium"/>
                <a:cs typeface="Poppins Medium"/>
                <a:sym typeface="Poppins Medium"/>
              </a:rPr>
              <a:t>identificaremos</a:t>
            </a:r>
            <a:r>
              <a:rPr lang="en-US" sz="2800" b="1" i="0" u="none" strike="noStrike" cap="none">
                <a:solidFill>
                  <a:srgbClr val="0000FF"/>
                </a:solidFill>
                <a:latin typeface="Poppins Medium"/>
                <a:ea typeface="Poppins Medium"/>
                <a:cs typeface="Poppins Medium"/>
                <a:sym typeface="Poppins Medium"/>
              </a:rPr>
              <a:t> estructuras como el cerebelo y el tronco encefálico, si es posible.</a:t>
            </a:r>
            <a:endParaRPr sz="28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800"/>
              <a:buFont typeface="Arial"/>
              <a:buNone/>
            </a:pPr>
            <a:endParaRPr sz="2800" b="1" i="0" u="none" strike="noStrike" cap="none">
              <a:solidFill>
                <a:srgbClr val="0000F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1F1F1F"/>
                </a:solidFill>
                <a:latin typeface="Poppins Medium"/>
                <a:ea typeface="Poppins Medium"/>
                <a:cs typeface="Poppins Medium"/>
                <a:sym typeface="Poppins Medium"/>
              </a:rPr>
              <a:t>Also note any differences you can see between each brain!</a:t>
            </a:r>
            <a:endParaRPr sz="2800" b="1" i="0" u="none" strike="noStrike" cap="none">
              <a:solidFill>
                <a:srgbClr val="1F1F1F"/>
              </a:solidFill>
              <a:latin typeface="Poppins Medium"/>
              <a:ea typeface="Poppins Medium"/>
              <a:cs typeface="Poppins Medium"/>
              <a:sym typeface="Poppins Medium"/>
            </a:endParaRPr>
          </a:p>
          <a:p>
            <a:pPr marL="0" marR="0" lvl="0" indent="0" algn="l" rtl="0">
              <a:lnSpc>
                <a:spcPct val="110000"/>
              </a:lnSpc>
              <a:spcBef>
                <a:spcPts val="0"/>
              </a:spcBef>
              <a:spcAft>
                <a:spcPts val="0"/>
              </a:spcAft>
              <a:buClr>
                <a:srgbClr val="000000"/>
              </a:buClr>
              <a:buSzPts val="2800"/>
              <a:buFont typeface="Arial"/>
              <a:buNone/>
            </a:pPr>
            <a:r>
              <a:rPr lang="en-US" sz="2800" b="1" i="0" u="none" strike="noStrike" cap="none">
                <a:solidFill>
                  <a:srgbClr val="0000FF"/>
                </a:solidFill>
                <a:latin typeface="Poppins Medium"/>
                <a:ea typeface="Poppins Medium"/>
                <a:cs typeface="Poppins Medium"/>
                <a:sym typeface="Poppins Medium"/>
              </a:rPr>
              <a:t>¡Observ</a:t>
            </a:r>
            <a:r>
              <a:rPr lang="en-US" sz="2800" b="1">
                <a:solidFill>
                  <a:srgbClr val="0000FF"/>
                </a:solidFill>
                <a:latin typeface="Poppins Medium"/>
                <a:ea typeface="Poppins Medium"/>
                <a:cs typeface="Poppins Medium"/>
                <a:sym typeface="Poppins Medium"/>
              </a:rPr>
              <a:t>en</a:t>
            </a:r>
            <a:r>
              <a:rPr lang="en-US" sz="2800" b="1" i="0" u="none" strike="noStrike" cap="none">
                <a:solidFill>
                  <a:srgbClr val="0000FF"/>
                </a:solidFill>
                <a:latin typeface="Poppins Medium"/>
                <a:ea typeface="Poppins Medium"/>
                <a:cs typeface="Poppins Medium"/>
                <a:sym typeface="Poppins Medium"/>
              </a:rPr>
              <a:t> también cualquier diferencia que pueda</a:t>
            </a:r>
            <a:r>
              <a:rPr lang="en-US" sz="2800" b="1">
                <a:solidFill>
                  <a:srgbClr val="0000FF"/>
                </a:solidFill>
                <a:latin typeface="Poppins Medium"/>
                <a:ea typeface="Poppins Medium"/>
                <a:cs typeface="Poppins Medium"/>
                <a:sym typeface="Poppins Medium"/>
              </a:rPr>
              <a:t>n</a:t>
            </a:r>
            <a:r>
              <a:rPr lang="en-US" sz="2800" b="1" i="0" u="none" strike="noStrike" cap="none">
                <a:solidFill>
                  <a:srgbClr val="0000FF"/>
                </a:solidFill>
                <a:latin typeface="Poppins Medium"/>
                <a:ea typeface="Poppins Medium"/>
                <a:cs typeface="Poppins Medium"/>
                <a:sym typeface="Poppins Medium"/>
              </a:rPr>
              <a:t> apreciar entre cada cerebro!</a:t>
            </a:r>
            <a:endParaRPr sz="2800" b="1" i="0" u="none" strike="noStrike" cap="none">
              <a:solidFill>
                <a:srgbClr val="0000FF"/>
              </a:solidFill>
              <a:latin typeface="Poppins Medium"/>
              <a:ea typeface="Poppins Medium"/>
              <a:cs typeface="Poppins Medium"/>
              <a:sym typeface="Poppins Medium"/>
            </a:endParaRPr>
          </a:p>
        </p:txBody>
      </p:sp>
      <p:pic>
        <p:nvPicPr>
          <p:cNvPr id="1024" name="Google Shape;1024;p29" title="Screenshot 2026-01-16 at 2.24.21 PM.png"/>
          <p:cNvPicPr preferRelativeResize="0"/>
          <p:nvPr/>
        </p:nvPicPr>
        <p:blipFill rotWithShape="1">
          <a:blip r:embed="rId3">
            <a:alphaModFix/>
          </a:blip>
          <a:srcRect/>
          <a:stretch/>
        </p:blipFill>
        <p:spPr>
          <a:xfrm>
            <a:off x="13307475" y="204025"/>
            <a:ext cx="4635726" cy="259447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3731</Words>
  <Application>Microsoft Office PowerPoint</Application>
  <PresentationFormat>Custom</PresentationFormat>
  <Paragraphs>516</Paragraphs>
  <Slides>32</Slides>
  <Notes>32</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Roboto</vt:lpstr>
      <vt:lpstr>Poppins Medium</vt:lpstr>
      <vt:lpstr>Arial</vt:lpstr>
      <vt:lpstr>Poppins</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Megan Nelson</cp:lastModifiedBy>
  <cp:revision>1</cp:revision>
  <dcterms:modified xsi:type="dcterms:W3CDTF">2026-09-09T06:37:21Z</dcterms:modified>
</cp:coreProperties>
</file>